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  <p:sldMasterId id="2147483696" r:id="rId4"/>
  </p:sldMasterIdLst>
  <p:notesMasterIdLst>
    <p:notesMasterId r:id="rId19"/>
  </p:notesMasterIdLst>
  <p:sldIdLst>
    <p:sldId id="298" r:id="rId5"/>
    <p:sldId id="300" r:id="rId6"/>
    <p:sldId id="347" r:id="rId7"/>
    <p:sldId id="348" r:id="rId8"/>
    <p:sldId id="350" r:id="rId9"/>
    <p:sldId id="351" r:id="rId10"/>
    <p:sldId id="352" r:id="rId11"/>
    <p:sldId id="353" r:id="rId12"/>
    <p:sldId id="354" r:id="rId13"/>
    <p:sldId id="355" r:id="rId14"/>
    <p:sldId id="357" r:id="rId15"/>
    <p:sldId id="356" r:id="rId16"/>
    <p:sldId id="315" r:id="rId17"/>
    <p:sldId id="316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0A0E1D"/>
    <a:srgbClr val="206285"/>
    <a:srgbClr val="201E2F"/>
    <a:srgbClr val="D7C78E"/>
    <a:srgbClr val="2040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47" autoAdjust="0"/>
    <p:restoredTop sz="71360" autoAdjust="0"/>
  </p:normalViewPr>
  <p:slideViewPr>
    <p:cSldViewPr>
      <p:cViewPr varScale="1">
        <p:scale>
          <a:sx n="78" d="100"/>
          <a:sy n="78" d="100"/>
        </p:scale>
        <p:origin x="-1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2D7C1-DBC5-4785-BDD1-5144C8E36EC2}" type="datetimeFigureOut">
              <a:rPr lang="ru-RU" smtClean="0"/>
              <a:t>24.08.2020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BF4DF-E897-4FE2-BF9C-E1239DB361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60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Learn/What_is_a_web_server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eveloper.mozilla.org/en-US/Learn/Understanding_domain_names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B2C6A4-961B-49F4-AB00-8E9C87C351CB}" type="slidenum">
              <a:rPr lang="ru-RU" smtClean="0">
                <a:solidFill>
                  <a:prstClr val="black"/>
                </a:solidFill>
              </a:rPr>
              <a:pPr/>
              <a:t>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927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617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того, как вы закончите писать код и организовывать файлы, которые составляют ваш веб-с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существуют варианты?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Получение хостинга и доменного имени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вам нужен иметь полный контроль над опубликованным веб-сайтом, то вам, вероятно, придется потратить деньги на покупку: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Хостинг — арендованное файловое пространство на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веб-сервере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хостинговой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компании. Вы размещаете ваши файлы веб-сайта в этом пространстве, и веб-сервер выдает контент для веб-пользователей, которые запрашивают его.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Доменное имя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уникальный адрес по которому люди могут найти ваш веб-сайт, например http://www.mozilla.org или http://www.bbc.co.uk. Вы можете арендовать доменное имя на столько лет, сколько захотите (минимум на 1 год) у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регистратора доменов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buFont typeface="Arial" pitchFamily="34" charset="0"/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Множество профессиональных веб-сайтов располагается в Интернете таким образом.</a:t>
            </a:r>
          </a:p>
          <a:p>
            <a:pPr marL="0" indent="0">
              <a:buFont typeface="Arial" pitchFamily="34" charset="0"/>
              <a:buNone/>
            </a:pP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itchFamily="34" charset="0"/>
              <a:buNone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же можно использовать онлайн инструментов, таких как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это мощная платформа, которая позволяет создавать и запускать приложения в инфраструктуре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нужно ли вам создать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многоуровнее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веб-приложение с нуля или разместить статический веб-сайт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это "социальная сеть программистов". С помощью нее можно загружать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вашими разработками для хранения в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систему контроля версий.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По-умолчанию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 разработки хранятся с открытым исходным кодом, а это значит, что ваш код будет доступен любому - участники могут по нему учиться либо же предлагать свои улучшения. Вы также можете объединяться с другими кодерами! Это очень большое и полезное сообщество, в чьи ряды лучше вступить,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очень популярная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контроля версий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большинство компаний сейчас использует ее для работы.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имеет очень полезную функцию </a:t>
            </a: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помощью которой вы сможете опубликовать ваш код (ваш сайт) в интернет.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</a:t>
            </a:r>
            <a:r>
              <a:rPr lang="ru-RU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мы научимся как разместить наш сайт в интернете с помощью </a:t>
            </a: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517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Слушатели повторяют, сохраняют, подмечают изменения в браузере///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начала заходим на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Githab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проходим регистрацию.</a:t>
            </a:r>
          </a:p>
          <a:p>
            <a:r>
              <a:rPr lang="en-US" dirty="0" smtClean="0">
                <a:hlinkClick r:id="rId3"/>
              </a:rPr>
              <a:t>https://github.com/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8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Слушатели повторяют, сохраняют, подмечают изменения в браузере///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 сверху справа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находим плюсик и нажимаем на него, 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алее жмем 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repository.</a:t>
            </a: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мы создадим папку где будут хранится все документы нашего сайта.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Слушатели повторяют, сохраняют, подмечают изменения в браузере///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Даем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имя нашему проекту обязательно ставим галочку как на картинке и нажимаем зеленую кнопку – </a:t>
            </a:r>
            <a:r>
              <a:rPr lang="ru-RU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проект.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8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Слушатели повторяют, сохраняют, подмечают изменения в браузере///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Папка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готова, необходимо добавить файлы, жмем 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file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7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8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Слушатели повторяют, сохраняют, подмечают изменения в браузере///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Папка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готова, необходимо добавить файлы, лучше всего загружать файлы из командной строки, для этого необходимо устанавливать на компьютер систему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у нас проекты не большие, то пока мы можем обойтись загрузкой напрямую с сайта.</a:t>
            </a:r>
          </a:p>
          <a:p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этого жмем 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file </a:t>
            </a:r>
            <a:r>
              <a:rPr lang="ru-RU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Upload files</a:t>
            </a:r>
            <a:endParaRPr lang="ru-RU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8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8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Слушатели повторяют, сохраняют, подмечают изменения в браузере///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Далее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пишем название изменение, например «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Up-files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и обязательно создаем новую ветку с именем </a:t>
            </a:r>
            <a:r>
              <a:rPr lang="en-US" sz="1200" b="1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-pages</a:t>
            </a:r>
          </a:p>
          <a:p>
            <a:endParaRPr lang="en-US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Загружаем файлы, можно через кнопку загрузить, а можно перетащить. Нажимаем зеленую кнопку.</a:t>
            </a:r>
          </a:p>
          <a:p>
            <a:endParaRPr lang="ru-RU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9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8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</a:t>
            </a: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Слушатели повторяют, сохраняют, подмечают изменения в браузере///</a:t>
            </a:r>
            <a:endParaRPr lang="ru-RU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Готово!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Осталось найти ссылку на наш сайт, заходим в настройки, листаем вниз до раздела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Pages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 и вот она.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Копируем и проверяем.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 она сначала показывает 404 ошибку, но в течении минут 5, она должна начать работать.</a:t>
            </a:r>
            <a:endParaRPr lang="ru-RU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BF4DF-E897-4FE2-BF9C-E1239DB361F7}" type="slidenum">
              <a:rPr lang="ru-RU" smtClean="0">
                <a:solidFill>
                  <a:prstClr val="black"/>
                </a:solidFill>
              </a:rPr>
              <a:pPr/>
              <a:t>10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858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Папка практические задания/ «Задание1»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Самостоятельное задание на поверку знаний и закрепления материала.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1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вас есть пример адаптивного макета, с использования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Flexbox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создайте на его основе двух-трехстраничный сайт для вашей школы, кружка или работы родителей.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Обязательно используйте: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Рабочие ссылки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Картинки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Выпадающее меню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Анимация и переходы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Оформления текста, ссылок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Оформления в виде использования цветов или градиента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Таблицы и формы для отправки комментариев или обратной связи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Галерею</a:t>
            </a:r>
          </a:p>
          <a:p>
            <a:pPr marL="228600" indent="-228600">
              <a:buAutoNum type="arabicPeriod"/>
            </a:pPr>
            <a:endParaRPr lang="ru-RU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Критерии оценивания: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1 алмаз: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Страницы сделаны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помощь </a:t>
            </a:r>
            <a:r>
              <a:rPr lang="en-US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адаптивна, наполнена информацией, объединенной в один стиль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2 алмаза: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сделана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помощь </a:t>
            </a:r>
            <a:r>
              <a:rPr lang="en-US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адаптивна, наполнена информацией, объединенной в один стиль, добавлена анимация или переходы, есть выпадающее меню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3 алмаза: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сделана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помощь </a:t>
            </a:r>
            <a:r>
              <a:rPr lang="en-US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адаптивна, наполнена информацией, объединенной в один стиль, добавлена анимация или переходы, есть формы или таблицы, выпадающее меню и галерея.</a:t>
            </a:r>
            <a:endParaRPr lang="ru-RU" sz="1200" b="0" baseline="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FA2CE-C3BA-4355-AD29-B2A63C5495CE}" type="slidenum">
              <a:rPr lang="ru-RU" smtClean="0">
                <a:solidFill>
                  <a:prstClr val="black"/>
                </a:solidFill>
              </a:rPr>
              <a:pPr/>
              <a:t>11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373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1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1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Самостоятельное задание на поверку знаний и закрепления материала.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1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вас есть пример адаптивного макета, с использования </a:t>
            </a:r>
            <a:r>
              <a:rPr 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Flexbox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создайте на его основе двух-трехстраничный сайт для вашей школы, кружка или работы родителей.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Обязательно используйте: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Рабочие ссылки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Картинки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Выпадающее меню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Анимация и переходы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Оформления текста, ссылок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Оформления в виде использования цветов или градиента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Таблицы и формы для отправки комментариев или обратной связи</a:t>
            </a:r>
          </a:p>
          <a:p>
            <a:pPr marL="228600" indent="-228600">
              <a:buAutoNum type="arabicPeriod"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Галерею</a:t>
            </a:r>
          </a:p>
          <a:p>
            <a:pPr marL="228600" indent="-228600">
              <a:buAutoNum type="arabicPeriod"/>
            </a:pPr>
            <a:endParaRPr lang="ru-RU" sz="1200" b="0" i="0" kern="1200" baseline="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Критерии оценивания: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1 алмаз: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Страницы сделаны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помощь </a:t>
            </a:r>
            <a:r>
              <a:rPr lang="en-US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адаптивна, наполнена информацией, объединенной в один стиль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2 алмаза: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сделана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помощь </a:t>
            </a:r>
            <a:r>
              <a:rPr lang="en-US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адаптивна, наполнена информацией, объединенной в один стиль, добавлена анимация или переходы, есть выпадающее меню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3 алмаза: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Страница сделана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 помощь </a:t>
            </a:r>
            <a:r>
              <a:rPr lang="en-US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адаптивна, наполнена информацией, объединенной в один стиль, добавлена анимация или переходы, есть формы или таблицы, выпадающее меню и </a:t>
            </a:r>
            <a:r>
              <a:rPr lang="ru-RU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галеря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u-RU" sz="1200" b="0" baseline="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FA2CE-C3BA-4355-AD29-B2A63C5495CE}" type="slidenum">
              <a:rPr lang="ru-RU" smtClean="0">
                <a:solidFill>
                  <a:prstClr val="black"/>
                </a:solidFill>
              </a:rPr>
              <a:pPr/>
              <a:t>12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373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Закрепляем знания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B2C6A4-961B-49F4-AB00-8E9C87C351CB}" type="slidenum">
              <a:rPr lang="ru-RU" smtClean="0">
                <a:solidFill>
                  <a:prstClr val="black"/>
                </a:solidFill>
              </a:rPr>
              <a:pPr/>
              <a:t>13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927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Домашнее задание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алмаз: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Добавить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готовый сайт в интернет с помощью </a:t>
            </a:r>
            <a:r>
              <a:rPr lang="en-US" sz="1200" b="0" baseline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2 алмаза: </a:t>
            </a:r>
            <a:r>
              <a:rPr lang="ru-RU" sz="11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Добавить </a:t>
            </a:r>
            <a:r>
              <a:rPr lang="ru-RU" sz="11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готовый </a:t>
            </a:r>
            <a:r>
              <a:rPr lang="ru-RU" sz="11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двухстраничный сайт </a:t>
            </a:r>
            <a:r>
              <a:rPr lang="ru-RU" sz="11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интернет с помощью </a:t>
            </a:r>
            <a:r>
              <a:rPr lang="ru-RU" sz="1100" b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ru-RU" sz="11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u-RU" sz="11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подготовить его презентацию на 2 минуты, рассказать про его функционал.</a:t>
            </a:r>
            <a:endParaRPr lang="ru-RU" sz="1100" b="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алмаза: 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Добавить </a:t>
            </a:r>
            <a:r>
              <a:rPr lang="ru-RU" sz="1200" b="0" baseline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готовый </a:t>
            </a:r>
            <a:r>
              <a:rPr lang="ru-RU" sz="12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трехстраничный сайт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интернет с помощью </a:t>
            </a:r>
            <a:r>
              <a:rPr lang="ru-RU" sz="1200" b="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ru-RU" sz="1200" b="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подготовить его презентацию на 2 минуты, рассказать про его функционал.</a:t>
            </a:r>
            <a:endParaRPr lang="ru-RU" sz="1200" b="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FA2CE-C3BA-4355-AD29-B2A63C5495CE}" type="slidenum">
              <a:rPr lang="ru-RU" smtClean="0">
                <a:solidFill>
                  <a:prstClr val="black"/>
                </a:solidFill>
              </a:rPr>
              <a:pPr/>
              <a:t>14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3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23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57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588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178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13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629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861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5298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3705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75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35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297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7158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149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9837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0345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9168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6325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9166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3286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797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997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4353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2697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323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410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7690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388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5869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438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7070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1803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76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24.08.2020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0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82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24.08.2020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10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0"/>
            <a:ext cx="2736304" cy="103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99592" y="1317910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n>
                  <a:solidFill>
                    <a:srgbClr val="122B50"/>
                  </a:solidFill>
                </a:ln>
                <a:solidFill>
                  <a:srgbClr val="1A3358"/>
                </a:solidFill>
                <a:cs typeface="Arial" pitchFamily="34" charset="0"/>
              </a:rPr>
              <a:t>Основы </a:t>
            </a:r>
            <a:r>
              <a:rPr lang="ru-RU" sz="3200" b="1" dirty="0" err="1" smtClean="0">
                <a:ln>
                  <a:solidFill>
                    <a:srgbClr val="122B50"/>
                  </a:solidFill>
                </a:ln>
                <a:solidFill>
                  <a:srgbClr val="1A3358"/>
                </a:solidFill>
                <a:cs typeface="Arial" pitchFamily="34" charset="0"/>
              </a:rPr>
              <a:t>фронтенд</a:t>
            </a:r>
            <a:r>
              <a:rPr lang="ru-RU" sz="3200" b="1" dirty="0">
                <a:ln>
                  <a:solidFill>
                    <a:srgbClr val="122B50"/>
                  </a:solidFill>
                </a:ln>
                <a:solidFill>
                  <a:srgbClr val="1A3358"/>
                </a:solidFill>
                <a:cs typeface="Arial" pitchFamily="34" charset="0"/>
              </a:rPr>
              <a:t>-</a:t>
            </a:r>
            <a:r>
              <a:rPr lang="ru-RU" sz="3200" b="1" dirty="0" smtClean="0">
                <a:ln>
                  <a:solidFill>
                    <a:srgbClr val="122B50"/>
                  </a:solidFill>
                </a:ln>
                <a:solidFill>
                  <a:srgbClr val="1A3358"/>
                </a:solidFill>
                <a:cs typeface="Arial" pitchFamily="34" charset="0"/>
              </a:rPr>
              <a:t>разработки</a:t>
            </a:r>
            <a:endParaRPr lang="ru-RU" sz="3200" b="1" dirty="0">
              <a:ln>
                <a:solidFill>
                  <a:srgbClr val="122B50"/>
                </a:solidFill>
              </a:ln>
              <a:solidFill>
                <a:srgbClr val="1A3358"/>
              </a:solidFill>
              <a:cs typeface="Arial" pitchFamily="34" charset="0"/>
            </a:endParaRPr>
          </a:p>
          <a:p>
            <a:pPr algn="ctr"/>
            <a:r>
              <a:rPr lang="ru-RU" sz="3200" b="1" dirty="0">
                <a:ln>
                  <a:solidFill>
                    <a:srgbClr val="122B50"/>
                  </a:solidFill>
                </a:ln>
                <a:solidFill>
                  <a:srgbClr val="1A3358"/>
                </a:solidFill>
                <a:cs typeface="Arial" pitchFamily="34" charset="0"/>
              </a:rPr>
              <a:t> </a:t>
            </a:r>
            <a:r>
              <a:rPr lang="ru-RU" sz="2000" b="1" dirty="0">
                <a:ln>
                  <a:solidFill>
                    <a:srgbClr val="122B50"/>
                  </a:solidFill>
                </a:ln>
                <a:solidFill>
                  <a:srgbClr val="1A3358"/>
                </a:solidFill>
                <a:cs typeface="Arial" pitchFamily="34" charset="0"/>
              </a:rPr>
              <a:t>(веб-дизайн, верстка и программирование </a:t>
            </a:r>
            <a:r>
              <a:rPr lang="ru-RU" sz="2000" b="1" dirty="0" smtClean="0">
                <a:ln>
                  <a:solidFill>
                    <a:srgbClr val="122B50"/>
                  </a:solidFill>
                </a:ln>
                <a:solidFill>
                  <a:srgbClr val="1A3358"/>
                </a:solidFill>
                <a:cs typeface="Arial" pitchFamily="34" charset="0"/>
              </a:rPr>
              <a:t>сайтов)</a:t>
            </a:r>
            <a:endParaRPr lang="ru-RU" sz="2000" b="1" dirty="0">
              <a:ln>
                <a:solidFill>
                  <a:srgbClr val="122B50"/>
                </a:solidFill>
              </a:ln>
              <a:solidFill>
                <a:srgbClr val="1A3358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7769" y="2395128"/>
            <a:ext cx="749069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n w="18415" cmpd="sng">
                  <a:solidFill>
                    <a:srgbClr val="122B50"/>
                  </a:solidFill>
                  <a:prstDash val="solid"/>
                </a:ln>
                <a:solidFill>
                  <a:srgbClr val="122C5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ru-RU" sz="2400" b="1" dirty="0">
                <a:solidFill>
                  <a:srgbClr val="1A3358"/>
                </a:solidFill>
                <a:cs typeface="Arial" pitchFamily="34" charset="0"/>
              </a:rPr>
              <a:t>М</a:t>
            </a:r>
            <a:r>
              <a:rPr lang="ru-RU" sz="2400" b="1" dirty="0" smtClean="0">
                <a:solidFill>
                  <a:srgbClr val="1A3358"/>
                </a:solidFill>
                <a:cs typeface="Arial" pitchFamily="34" charset="0"/>
              </a:rPr>
              <a:t>одуль 1.</a:t>
            </a:r>
            <a:r>
              <a:rPr lang="en-US" sz="2400" b="1" dirty="0" smtClean="0">
                <a:solidFill>
                  <a:srgbClr val="1A3358"/>
                </a:solidFill>
                <a:cs typeface="Arial" pitchFamily="34" charset="0"/>
              </a:rPr>
              <a:t> W</a:t>
            </a:r>
            <a:r>
              <a:rPr lang="ru-RU" sz="2400" b="1" dirty="0" smtClean="0">
                <a:solidFill>
                  <a:srgbClr val="1A3358"/>
                </a:solidFill>
                <a:cs typeface="Arial" pitchFamily="34" charset="0"/>
              </a:rPr>
              <a:t>EB - разработка</a:t>
            </a:r>
          </a:p>
          <a:p>
            <a:pPr algn="ctr"/>
            <a:r>
              <a:rPr lang="en-US" sz="2400" b="1" dirty="0" smtClean="0">
                <a:solidFill>
                  <a:srgbClr val="1A3358"/>
                </a:solidFill>
                <a:cs typeface="Arial" pitchFamily="34" charset="0"/>
              </a:rPr>
              <a:t> </a:t>
            </a:r>
            <a:r>
              <a:rPr lang="ru-RU" sz="2400" b="1" dirty="0" smtClean="0">
                <a:solidFill>
                  <a:srgbClr val="1A3358"/>
                </a:solidFill>
                <a:cs typeface="Arial" pitchFamily="34" charset="0"/>
              </a:rPr>
              <a:t> Занятие </a:t>
            </a:r>
            <a:r>
              <a:rPr lang="ru-RU" sz="2400" b="1" dirty="0" smtClean="0">
                <a:solidFill>
                  <a:srgbClr val="1A3358"/>
                </a:solidFill>
                <a:cs typeface="Arial" pitchFamily="34" charset="0"/>
              </a:rPr>
              <a:t>17. </a:t>
            </a:r>
            <a:r>
              <a:rPr lang="ru-RU" sz="2400" b="1" dirty="0">
                <a:solidFill>
                  <a:srgbClr val="1A3358"/>
                </a:solidFill>
                <a:cs typeface="Arial" pitchFamily="34" charset="0"/>
              </a:rPr>
              <a:t>Р</a:t>
            </a:r>
            <a:r>
              <a:rPr lang="ru-RU" sz="2400" b="1" dirty="0" smtClean="0">
                <a:solidFill>
                  <a:srgbClr val="1A3358"/>
                </a:solidFill>
                <a:cs typeface="Arial" pitchFamily="34" charset="0"/>
              </a:rPr>
              <a:t>азмещение сайта в интернете, самостоятельное создание адаптивного проекта </a:t>
            </a:r>
            <a:endParaRPr lang="ru-RU" sz="2800" dirty="0">
              <a:ln w="18415" cmpd="sng">
                <a:solidFill>
                  <a:srgbClr val="122B50"/>
                </a:solidFill>
                <a:prstDash val="solid"/>
              </a:ln>
              <a:solidFill>
                <a:srgbClr val="122C5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23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C7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ÐÐ¾ÑÐ¾Ð¶ÐµÐµ Ð¸Ð·Ð¾Ð±ÑÐ°Ð¶ÐµÐ½Ð¸Ðµ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651" y="3713880"/>
            <a:ext cx="3074198" cy="3074198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7" y="5835377"/>
            <a:ext cx="2313211" cy="94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122B50"/>
                </a:solidFill>
              </a:rPr>
              <a:t>Frontend. </a:t>
            </a:r>
            <a:r>
              <a:rPr lang="ru-RU" b="1" dirty="0" smtClean="0">
                <a:solidFill>
                  <a:srgbClr val="122B50"/>
                </a:solidFill>
              </a:rPr>
              <a:t>Занятие </a:t>
            </a:r>
            <a:r>
              <a:rPr lang="ru-RU" b="1" dirty="0" smtClean="0">
                <a:solidFill>
                  <a:srgbClr val="122B50"/>
                </a:solidFill>
              </a:rPr>
              <a:t>17. </a:t>
            </a:r>
            <a:r>
              <a:rPr lang="ru-RU" b="1" dirty="0" smtClean="0">
                <a:solidFill>
                  <a:srgbClr val="1A3358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rgbClr val="122B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30636" y="-2692"/>
            <a:ext cx="51854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dirty="0" smtClean="0">
                <a:solidFill>
                  <a:prstClr val="black"/>
                </a:solidFill>
              </a:rPr>
              <a:t>Вспоминаем</a:t>
            </a:r>
            <a:endParaRPr lang="ru-RU" sz="7200" dirty="0">
              <a:solidFill>
                <a:prstClr val="black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839" y="1131251"/>
            <a:ext cx="6554968" cy="5165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073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58521" y="332656"/>
            <a:ext cx="69737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 smtClean="0"/>
              <a:t>Размещение сайта в интернете</a:t>
            </a:r>
            <a:endParaRPr lang="ru-RU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12776"/>
            <a:ext cx="6264696" cy="4048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7" y="5835377"/>
            <a:ext cx="2313211" cy="94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122B50"/>
                </a:solidFill>
              </a:rPr>
              <a:t>Frontend. </a:t>
            </a:r>
            <a:r>
              <a:rPr lang="ru-RU" b="1" dirty="0" smtClean="0">
                <a:solidFill>
                  <a:srgbClr val="122B50"/>
                </a:solidFill>
              </a:rPr>
              <a:t>Занятие </a:t>
            </a:r>
            <a:r>
              <a:rPr lang="ru-RU" b="1" dirty="0" smtClean="0">
                <a:solidFill>
                  <a:srgbClr val="122B50"/>
                </a:solidFill>
              </a:rPr>
              <a:t>17. </a:t>
            </a:r>
            <a:r>
              <a:rPr lang="ru-RU" b="1" dirty="0" smtClean="0">
                <a:solidFill>
                  <a:srgbClr val="1A3358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rgbClr val="122B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70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5998612"/>
            <a:ext cx="2016224" cy="73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3" y="620688"/>
            <a:ext cx="7098088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Frontend. </a:t>
            </a:r>
            <a:r>
              <a:rPr lang="ru-RU" b="1" dirty="0" smtClean="0">
                <a:solidFill>
                  <a:schemeClr val="bg1"/>
                </a:solidFill>
              </a:rPr>
              <a:t>Занятие </a:t>
            </a:r>
            <a:r>
              <a:rPr lang="ru-RU" b="1" dirty="0" smtClean="0">
                <a:solidFill>
                  <a:schemeClr val="bg1"/>
                </a:solidFill>
              </a:rPr>
              <a:t>17. </a:t>
            </a:r>
            <a:r>
              <a:rPr lang="ru-RU" b="1" dirty="0" smtClean="0">
                <a:solidFill>
                  <a:schemeClr val="bg1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78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5998612"/>
            <a:ext cx="2016224" cy="73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0"/>
            <a:ext cx="8380040" cy="1697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7668344" y="1988840"/>
            <a:ext cx="1224136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Frontend. </a:t>
            </a:r>
            <a:r>
              <a:rPr lang="ru-RU" b="1" dirty="0" smtClean="0">
                <a:solidFill>
                  <a:schemeClr val="bg1"/>
                </a:solidFill>
              </a:rPr>
              <a:t>Занятие </a:t>
            </a:r>
            <a:r>
              <a:rPr lang="ru-RU" b="1" dirty="0" smtClean="0">
                <a:solidFill>
                  <a:schemeClr val="bg1"/>
                </a:solidFill>
              </a:rPr>
              <a:t>17. </a:t>
            </a:r>
            <a:r>
              <a:rPr lang="ru-RU" b="1" dirty="0" smtClean="0">
                <a:solidFill>
                  <a:schemeClr val="bg1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81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5998612"/>
            <a:ext cx="2016224" cy="73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8499" y="651600"/>
            <a:ext cx="7210424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880384" y="1703496"/>
            <a:ext cx="2736304" cy="634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475656" y="4437112"/>
            <a:ext cx="3672408" cy="634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1003363" y="5589240"/>
            <a:ext cx="616309" cy="2160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Frontend. </a:t>
            </a:r>
            <a:r>
              <a:rPr lang="ru-RU" b="1" dirty="0" smtClean="0">
                <a:solidFill>
                  <a:schemeClr val="bg1"/>
                </a:solidFill>
              </a:rPr>
              <a:t>Занятие </a:t>
            </a:r>
            <a:r>
              <a:rPr lang="ru-RU" b="1" dirty="0" smtClean="0">
                <a:solidFill>
                  <a:schemeClr val="bg1"/>
                </a:solidFill>
              </a:rPr>
              <a:t>17. </a:t>
            </a:r>
            <a:r>
              <a:rPr lang="ru-RU" b="1" dirty="0" smtClean="0">
                <a:solidFill>
                  <a:schemeClr val="bg1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66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1517" y="1703496"/>
            <a:ext cx="6686550" cy="3438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5998612"/>
            <a:ext cx="2016224" cy="73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084168" y="2420888"/>
            <a:ext cx="719508" cy="317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1003363" y="5589240"/>
            <a:ext cx="616309" cy="2160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Frontend. </a:t>
            </a:r>
            <a:r>
              <a:rPr lang="ru-RU" b="1" dirty="0" smtClean="0">
                <a:solidFill>
                  <a:schemeClr val="bg1"/>
                </a:solidFill>
              </a:rPr>
              <a:t>Занятие </a:t>
            </a:r>
            <a:r>
              <a:rPr lang="ru-RU" b="1" dirty="0" smtClean="0">
                <a:solidFill>
                  <a:schemeClr val="bg1"/>
                </a:solidFill>
              </a:rPr>
              <a:t>17. </a:t>
            </a:r>
            <a:r>
              <a:rPr lang="ru-RU" b="1" dirty="0" smtClean="0">
                <a:solidFill>
                  <a:schemeClr val="bg1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29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11517" y="1703496"/>
            <a:ext cx="6686550" cy="3438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5998612"/>
            <a:ext cx="2016224" cy="73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084168" y="2420888"/>
            <a:ext cx="719508" cy="317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Frontend. </a:t>
            </a:r>
            <a:r>
              <a:rPr lang="ru-RU" b="1" dirty="0" smtClean="0">
                <a:solidFill>
                  <a:schemeClr val="bg1"/>
                </a:solidFill>
              </a:rPr>
              <a:t>Занятие </a:t>
            </a:r>
            <a:r>
              <a:rPr lang="ru-RU" b="1" dirty="0" smtClean="0">
                <a:solidFill>
                  <a:schemeClr val="bg1"/>
                </a:solidFill>
              </a:rPr>
              <a:t>17. </a:t>
            </a:r>
            <a:r>
              <a:rPr lang="ru-RU" b="1" dirty="0" smtClean="0">
                <a:solidFill>
                  <a:schemeClr val="bg1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91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15" y="278888"/>
            <a:ext cx="802005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1340131" y="3715504"/>
            <a:ext cx="1555819" cy="317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723822" y="5118304"/>
            <a:ext cx="616309" cy="2160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5998612"/>
            <a:ext cx="2016224" cy="73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1619672" y="5445224"/>
            <a:ext cx="1555819" cy="317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3419872" y="2204864"/>
            <a:ext cx="616309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44886" y="6473861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Frontend. </a:t>
            </a:r>
            <a:r>
              <a:rPr lang="ru-RU" b="1" dirty="0" smtClean="0">
                <a:solidFill>
                  <a:schemeClr val="bg1"/>
                </a:solidFill>
              </a:rPr>
              <a:t>Занятие </a:t>
            </a:r>
            <a:r>
              <a:rPr lang="ru-RU" b="1" dirty="0" smtClean="0">
                <a:solidFill>
                  <a:schemeClr val="bg1"/>
                </a:solidFill>
              </a:rPr>
              <a:t>17. </a:t>
            </a:r>
            <a:r>
              <a:rPr lang="ru-RU" b="1" dirty="0" smtClean="0">
                <a:solidFill>
                  <a:schemeClr val="bg1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5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75" y="620688"/>
            <a:ext cx="79914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5998612"/>
            <a:ext cx="2016224" cy="73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0131" y="1607587"/>
            <a:ext cx="6467475" cy="439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452319" y="668556"/>
            <a:ext cx="1555819" cy="317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175491" y="2636912"/>
            <a:ext cx="2188597" cy="317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807462" y="2130396"/>
            <a:ext cx="616309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5438" y="99950"/>
            <a:ext cx="417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>
                <a:solidFill>
                  <a:srgbClr val="122C52"/>
                </a:solidFill>
              </a:rPr>
              <a:t>Самостоятельно</a:t>
            </a:r>
            <a:endParaRPr lang="ru-RU" sz="4400" b="1" dirty="0">
              <a:solidFill>
                <a:srgbClr val="122C52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7" y="5835377"/>
            <a:ext cx="2313211" cy="94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122B50"/>
                </a:solidFill>
              </a:rPr>
              <a:t>Frontend. </a:t>
            </a:r>
            <a:r>
              <a:rPr lang="ru-RU" b="1" dirty="0" smtClean="0">
                <a:solidFill>
                  <a:srgbClr val="122B50"/>
                </a:solidFill>
              </a:rPr>
              <a:t>Занятие </a:t>
            </a:r>
            <a:r>
              <a:rPr lang="ru-RU" b="1" dirty="0" smtClean="0">
                <a:solidFill>
                  <a:srgbClr val="122B50"/>
                </a:solidFill>
              </a:rPr>
              <a:t>17. </a:t>
            </a:r>
            <a:r>
              <a:rPr lang="ru-RU" b="1" dirty="0" smtClean="0">
                <a:solidFill>
                  <a:srgbClr val="1A3358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rgbClr val="122B5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7" y="883212"/>
            <a:ext cx="5301778" cy="477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487" y="856010"/>
            <a:ext cx="3468042" cy="525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49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ÐÐ°ÑÑÐ¸Ð½ÐºÐ¸ Ð¿Ð¾ Ð·Ð°Ð¿ÑÐ¾ÑÑ ÐºÐ¾ÑÐ¸Ðº Ð¿ÑÐ¾Ð³ÑÐ°Ð¼Ð¼Ð¸ÑÑ Ð³Ð¸Ñ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021" y="4200448"/>
            <a:ext cx="2536945" cy="211230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615438" y="99950"/>
            <a:ext cx="417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>
                <a:solidFill>
                  <a:srgbClr val="122C52"/>
                </a:solidFill>
              </a:rPr>
              <a:t>Самостоятельно</a:t>
            </a:r>
            <a:endParaRPr lang="ru-RU" sz="4400" b="1" dirty="0">
              <a:solidFill>
                <a:srgbClr val="122C52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7" y="5835377"/>
            <a:ext cx="2313211" cy="94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122B50"/>
                </a:solidFill>
              </a:rPr>
              <a:t>Frontend. </a:t>
            </a:r>
            <a:r>
              <a:rPr lang="ru-RU" b="1" dirty="0" smtClean="0">
                <a:solidFill>
                  <a:srgbClr val="122B50"/>
                </a:solidFill>
              </a:rPr>
              <a:t>Занятие </a:t>
            </a:r>
            <a:r>
              <a:rPr lang="ru-RU" b="1" dirty="0" smtClean="0">
                <a:solidFill>
                  <a:srgbClr val="122B50"/>
                </a:solidFill>
              </a:rPr>
              <a:t>17. </a:t>
            </a:r>
            <a:r>
              <a:rPr lang="ru-RU" b="1" dirty="0" smtClean="0">
                <a:solidFill>
                  <a:srgbClr val="1A3358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rgbClr val="122B5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907704" y="895730"/>
            <a:ext cx="662473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У вас есть пример адаптивного макета, с использования </a:t>
            </a:r>
            <a:r>
              <a:rPr lang="ru-RU" sz="2000" dirty="0" err="1"/>
              <a:t>Flexbox</a:t>
            </a:r>
            <a:r>
              <a:rPr lang="ru-RU" sz="2000" dirty="0"/>
              <a:t>, создайте на его основе двух-трехстраничный сайт для вашей школы, кружка или работы родителей.</a:t>
            </a:r>
          </a:p>
          <a:p>
            <a:endParaRPr lang="ru-RU" sz="2000" dirty="0" smtClean="0"/>
          </a:p>
          <a:p>
            <a:r>
              <a:rPr lang="ru-RU" sz="2000" b="1" dirty="0" smtClean="0"/>
              <a:t>Обязательно </a:t>
            </a:r>
            <a:r>
              <a:rPr lang="ru-RU" sz="2000" b="1" dirty="0"/>
              <a:t>используйте: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Рабочие ссылки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Картинки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Выпадающее меню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Анимация и переходы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Оформления текста, ссылок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Оформления в виде использования цветов или градиента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Таблицы и формы для отправки комментариев или обратной связи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ru-RU" sz="2000" dirty="0"/>
              <a:t>Галерею</a:t>
            </a:r>
          </a:p>
        </p:txBody>
      </p:sp>
    </p:spTree>
    <p:extLst>
      <p:ext uri="{BB962C8B-B14F-4D97-AF65-F5344CB8AC3E}">
        <p14:creationId xmlns:p14="http://schemas.microsoft.com/office/powerpoint/2010/main" val="95807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C7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ÐÐ¾ÑÐ¾Ð¶ÐµÐµ Ð¸Ð·Ð¾Ð±ÑÐ°Ð¶ÐµÐ½Ð¸Ðµ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13878"/>
            <a:ext cx="2593177" cy="2593177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030636" y="-2692"/>
            <a:ext cx="53937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dirty="0" smtClean="0">
                <a:solidFill>
                  <a:prstClr val="black"/>
                </a:solidFill>
              </a:rPr>
              <a:t>Что сделали?</a:t>
            </a:r>
            <a:endParaRPr lang="ru-RU" sz="7200" dirty="0">
              <a:solidFill>
                <a:prstClr val="black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7" y="5835377"/>
            <a:ext cx="2313211" cy="94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122B50"/>
                </a:solidFill>
              </a:rPr>
              <a:t>Frontend. </a:t>
            </a:r>
            <a:r>
              <a:rPr lang="ru-RU" b="1" dirty="0" smtClean="0">
                <a:solidFill>
                  <a:srgbClr val="122B50"/>
                </a:solidFill>
              </a:rPr>
              <a:t>Занятие </a:t>
            </a:r>
            <a:r>
              <a:rPr lang="ru-RU" b="1" dirty="0" smtClean="0">
                <a:solidFill>
                  <a:srgbClr val="122B50"/>
                </a:solidFill>
              </a:rPr>
              <a:t>17. </a:t>
            </a:r>
            <a:r>
              <a:rPr lang="ru-RU" b="1" dirty="0" smtClean="0">
                <a:solidFill>
                  <a:srgbClr val="1A3358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rgbClr val="122B5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556792"/>
            <a:ext cx="5323557" cy="3612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284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ÐÐ°ÑÑÐ¸Ð½ÐºÐ¸ Ð¿Ð¾ Ð·Ð°Ð¿ÑÐ¾ÑÑ ÐºÐ¾ÑÐ¸Ðº Ð¿ÑÐ¾Ð³ÑÐ°Ð¼Ð¼Ð¸ÑÑ Ð³Ð¸Ñ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2664" y="1030089"/>
            <a:ext cx="6192688" cy="49209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123728" y="260648"/>
            <a:ext cx="51971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 smtClean="0">
                <a:solidFill>
                  <a:srgbClr val="122C52"/>
                </a:solidFill>
              </a:rPr>
              <a:t>Домашнее задание!</a:t>
            </a:r>
            <a:endParaRPr lang="ru-RU" sz="4400" b="1" dirty="0">
              <a:solidFill>
                <a:srgbClr val="122C52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57" y="5835377"/>
            <a:ext cx="2313211" cy="943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2" descr="data:image/png;base64,iVBORw0KGgoAAAANSUhEUgAAB4AAAApUCAYAAADH2nU/AAAgAElEQVR4XuzdS3Oc13kn8KcBAiAA3m8iREqiLNm62Y5sjxNx4pnIrmRmkSqDS3I3y3wE4hOAHyHL2YGbmQFWcVyVGU2SGTAZy87Ft9iSSF1IQOKdIEgABNBT3UADDaC737fBt6/4saoXqj7vOc/5nbehxb/OObl8Pp8P/wgQIECAAAECBAgQIECAAAECBAgQIECAAAECBAgQIECg4wVyAuCOX0MTIECAAAECBAgQIECAAAECBAgQIECAAAECBAgQIECAQFFAAOxFIECAAAECBAgQIECAAAECBAgQIECAAAECBAgQIECAQJcICIC7ZCFNgwABAgQIECBAgAABAgQIECBAgAABAgQIECBAgAABAgJg7wABAgQIECBAgAABAgQIECBAgAABAgQIECBAgAABAgS6REAA3CULaRoECBAgQIAAAQIECBAgQIAAAQIECBAgQIAAAQIECBAQAHsHCBAgQIAAAQIECBAgQIAAAQIECBAgQIAAAQIECBAg0CUCAuAuWUjTIECAAAECBAgQIECAAAECBAgQIECAAAECBAgQIECAgADYO0CAAAECBAgQIECAAAECBAgQIECAAAECBAgQIECAAIEuERAAd8lCmgYBAgQIECBAgAABAgQIECBAgAABAgQIECBAgAABAgQEwN4BAgQIECBAgAABAgQIECBAgAABAgQIECBAgAABAgQIdImAALhLFtI0CBAgQIAAAQIECBAgQIAAAQIECBAgQIAAAQIECBAgIAD2DhAgQIAAAQIECBAgQIAAAQIECBAgQIAAAQIECBAgQKBLBATAXbKQpkGAAAECBAgQIECAAAECBAgQIECAAAECBAgQIECAAAEBsHeAAAECBAgQIECAAAECBAgQIECAAAECBAgQIECAAAECXSIgAO6ShTQNAgQIECBAgAABAgQIECBAgAABAgQIECBAgAABAgQICIC9AwQIECBAgAABAgQIECBAgAABAgQIECBAgAABAgQIEOgSAQFwlyykaRAgQIAAAQIECBAgQIAAAQIECBAgQIAAAQIECBAgQEAA7B0gQIAAAQIECBAgQIAAAQIECBAgQIAAAQIECBAgQIBAlwgIgLtkIU2DAAECBAgQIECAAAECBAgQIECAAAECBAgQIECAAAECAmDvAAECBAgQIECAAAECBAgQIECAAAECBAgQIECAAAECBLpEQADcJQtpGgQIECBAgAABAgQIECBAgAABAgQIECBAgAABAgQIEBAAewcIECBAgAABAgQIECBAgAABAgQIECBAgAABAgQIECDQJQIC4C5ZSNMgQIAAAQIECBAgQIBAewlciyu58zE2OhEzkxfj9C6Km716IUYuTW19su7+1uvY0st4TOcvx3spa9qoY3w68peTnyq1H5/OR4rmKavQjAABAgQIECBAgAABAgQIpBMQAKdz0ooAAQIECBAgQIAAAQIE6hJ4jgB49mpcGLkU26LfLaOPTszE5MXasfK1K7k4P1a96DR9RMzG1QsjsZZDj8bEzGQkDBsC4LpeFI0JECBAgAABAgQIECBAIGMBAXDGoLojQIAAAQIECBAgQIAAgYLALgPg8vC3wm7f8lC31g7bzXYVQttrVyK3ngwn7tJdryfGxyPGxiJSBM8CYL8AAgQIECBAgAABAgQIEGilgAC4lfrGJkCAAAECBAgQIECAQNcK7CYA3txtW3N37kaAW+Uo540QucZRz6U+Eo6UXguSCyHyX0b8xUhciuQjrQXAXftSmxgBAgQIECBAgAABAgQ6QkAA3BHLpEgCBAgQIECAAAECBAh0msAuAuBScJvirt1SyFopKC7t/q29u3c9bK4Z6G6dQ6zfSZy0a1gA3GnvqnoJECBAgAABAgQIECDQXQIC4O5aT7MhQIAAAQIECBAgQIBAmwjUHwDXFZxWDYtLu4hr7P5NK7S+S3gjZE4ZUNc1j7S1aEeAAAECBAgQIECAAAECBFIKCIBTQmlGgAABAgQIECBAgAABAvUI1B8Abx63PBkXTyeNVa3/+setNtLOekrhcoV7hcs6EQAnrZ3vCRAgQIAAAQIECBAgQKCRAgLgRurqmwABAgQIECBAgAABAntWoP4gtq0C4NJu3213BNc6erq01ALgPfvSmzgBAgQIECBAgAABAgTaQkAA3BbLoAgCBAgQIECAAAECBAh0m0BnB8BVg95SMBzVj5gWAHfbu2w+BAgQIECAAAECBAgQ6CwBAXBnrZdqCRAgQIAAAQIECBAg0CEC9QfAdQWnDb0DuHTUc23q8el8XH5vZ5u65tEhq6lMAgQIECBAgAABAgQIEOgcAQFw56yVSgkQIECAAAECBAgQINBBAvUHwFHl2OVKk651FHPaAHbtyOmIHUHutSuRK3yR9G/b8dCl5mnHT+re9wQIECBAgAABAgQIECBAYDcCAuDdqHmGAAECBAgQIECAAAECBBIEdhEAx+bO29GJmZi8eLryGBsBbZVjmFMc0xw1+qgaDG9UU6pzNCZmJmN7mQJgPw4CBAgQIECAAAECBAgQaKWAALiV+sYmQIAAAQIECBAgQIBA1wrsJgCO2NgFXHCpsMO2FM4Wvq52BHPhu1rtSgFt5T7W665xx2/huSx2IHft0psYAQIECBAgQIAAAQIECLRUQADcUn6DEyBAgAABAgQIECBAoFsFSkFqjflVOUJ5Swhc5fGaO4SLzyTf41upj1rB7tZSqgfF5QFztdnXCq+79Y0wLwIECBAgQIAAAQIECBBojoAAuDnORiFAgAABAgQIECBAgMAeE3iOAHhdqmKQOj4d+cvvpbfcOA66/JHKRzdvhsbVvt86bLWjogXA6ZdHSw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ECAAAECBAgQIECAAAECBAgQINASAQFwS9gNSoAAAQIECBAgQIAAAQIECBAgQIAAAQIECBAgQIAAgewFBMDZm+qRAAECBAgQIECAAAECBAgQIECAAAECBAgQIECAAAECLREQALeE3aAECBAgQIAAAQIECBAgQIAAAQIECBAgQIAAAQIECBDIXkAAnL2pHgkQIECAAAECBAgQINCRArNXL8TIpamI8enIX36v8hxmr8aFkUsxVavN+pNp+ttok0ZsdCJmJi/G6Y22s3H1wkhcmhqP6fzlqFLxeutrcSV3Psa2jTM+nY9qU11rWnpuNCZmJuPi5uBberp2JRfnx2q3qae/zc7Xx98x9zRg2hAgQIAAAQIECBAgQIDAXhQQAO/FVTdnAgQIECBAgAABAgQIVBAoD2OrBqOpA+BSOFsYqHow2owAeC2crbXktQLksuC4RgibOgC+diVypWJShOgbAbQA2G+WAAECBAgQIECAAAECBFIKCIBTQmlGgAABAgQIECBAgACBbhfYGsZWCUXTBsDr7WJ8PGJsLGJiJiarbZ/dAlvPrt7ktuXh745QuzSXYka9fXdxqaitO4dHq8wjbQC81m48xsfHYmysjp3LAuBu//mZHwECBAgQIECAAAECBDITEABnRqkjAgQIECBAgAABAgQIdLZAKQAeHR2NqakqR0GnDIA3A9G/jPiLkbgU1QLW7WbJoe7mEwltN3bb1gpaN3cqVw53S0cwj8bo1FRMVdnNnCoALrd7/4PiTuDUR1ALgDv7x6V6AgQIECBAgAABAgQINFFAANxEbEMRIECAAAECBAgQIECgnQVKAfD49Eycu1K4W7fC0c2pAuCt99bG+t3CyWFnQSe7ADhVKFtckNIu30pBcdlcLt+IkcLxzRWObk4z1qZv4d7htHf7pm3Xzm+W2ggQIECAAAECBAgQIECgmQIC4GZqG4sAAQIECBAgQIAAAQJtLLAloIz1u2q37zxNEwCv77zd2FGb5pkNl6wC4PqC0+oBbnk/78cHFwrBeCEDLoS4m4uZHADvnFfyM2XhtB3AbfzLURoBAgQIECBAgAABAgTaS0AA3F7roRoCBAgQIECAAAECBAi0TGDrDtWI0v25W45GThHm7gw2S+FnhR3FO2abUQCcos7yobfPvSzajSu58zFWCmA37g3euls4McytVE/piOoKO4qrjt+yt8PABAgQIECAAAECBAgQINApAgLgTlkpdRIgQIAAAQIECBAgQKDBAjtD0NLRyGXBbVKwWvp+247VjfuFJ2Zi8uLpGjNp8wC4cEj1+pHW5UdBJwXApTB9687hWkdPl4jq28nc4FdE9wQIECBAgAABAgQIECDQAQIC4A5YJCUSIECAAAECBAgQIECgGQIVd8Fu36WaEABXDXqr7JzdOa/2D4A37yneDMZrB8DVg96Ku6y3oAiAm/HuG4MAAQIECBAgQIAAAQLdJCAA7qbVNBcCBAgQIECAAAECBAg8h0DlY5BLgez6vbfnrsaFkUsxVfHY4s22tcrYfn/u1rYZBcBRX3Ca7g7gi7Gxd7kUjK/vdL5xJRfnx6occV1qWwul6h2/9c3jOZbfowQIECBAgAABAgQIECDQJQIC4C5ZSNMgQIAAAQIECBAgQIDA8wpUvQe3fPfuzLm4Ui0AThN0FoqsGnYWvswqAN68w7h24FwYs9ZRzNUD2PLdu5dvjFQJgNOF4oUqKtcpAH7e99rzBAgQIECAAAECBAgQ2GsCAuC9tuLmS4AAAQIECBAgQIAAgSoCVQPg8ntvR0djdGqq4g7gyvfclg9WCkOr7JQtNs0uAI6NQHo8pvOX472K894MaEcr3k9cK4DdvCN5dHQqpqYqzKvKnchbStl+zPbWL+NK7nyM1QzNvdIECBAgQIAAAQIECBAgQGBTQADsbSBAgAABAgQIECBAgACBokCtAHgzmF3H2nEEdK1dtJvAVe8I3miSYQBc2NtbPJp5rfMdO2w3djbX2pWcsAN3y67nnQFw8nwLle1uB7LXlgABAgQIECBAgAABAgQIVBIQAHsvCBAgQIAAAQIECBAgQKAoUDsALjZYu/93LU2N/OXNPbXpgs6ksLNYRVy9MBKXpmrt2i0tWLq25SFw5aWuNVbyEcyb/W8PgNOF4uX2O3chl/qo8ZLaHewXTIAAAQIECBAgQIAAAQJlAgJgrwMBAgQIECBAgAABAgQIFAUSA+DyHbVbAuA0RztvItc+KjpdqLvWWz1tKwWptY6iLtWbHABvBuPb+qt5tPO2l67qUdECYD9PAgQIECBAgAABAgQIEKhPQABcn5fWBAgQIECAAAECBAgQIECAAAECBAgQIECAAAECBAgQaFsBAXDbLo3CCBAgQIAAAQIECBAgQIAAAQIECBAgQIAAAQIECBAgUJ+AALg+L60JECBAgAABAgQIECBAgAABAgQIECBAgAABAgQIECDQtgIC4LZdGoURIECAAAECBAgQIECAAAECBAgQIECAAAECBAgQIECgPgEBcH1eWhMgQIAAAQIECBAgQIAAAQIECBAgQIAAAQIECBAgQKBtBQTAbbs0CiNAgAABAgQIECBAgAABAgQIECBAgAABAgQIECBAgEB9AgLg+ry0JkCAAAECBAgQIECAAAECBAgQIECAAAECBAgQIECAQNsKCIDbdmkURoAAAQIECBAgQIAAAQIECBAgQIAAAQIECBAgQIAAgfoEBMD1eWlNgAABAgQIECBAgAABAgQIECBAgAABAgQIECBAgACBthUQALft0iiMAAECBAgQIECAAAECBAgQIECAAAECBAgQIECAAAEC9QkIgOvz0poAAQIECBAgQIAAAQIECBAgQIAAAQIECBAgQIAAAQJtKyAAbtulURgBAgQIECBAgAABAgQIECBAgAABAgQIECBAgAABAgTqExAA1+elNQECBAgQIECAAAECBAgQIECAAAECBAgQIECAAAECBNpWQADctkujMAIECBAgQIAAAQIECBAgQIAAAQIECBAgQIAAAQIECNQnIACuz0trAgQIECBAgAABAgQIECBAgAABAgQIECBAgAABAgQItK2AALhtl0ZhBAgQIECAAAECBAgQIECAAAECBAgQIECAAAECBAgQqE9AAFyfl9YECBAgQIAAAQIECBAgQIAAAQIECBAgQIAAAQIECBBoWwEBcNsujcIIECBAgAABAgQIECBAgAABAgQIECBAgAABAgQIECBQn4AAuD4vrQkQIECAAAECBAgQIECAAAECBAgQIECAAAECBAgQINC2AgLgtl0ahREgQIAAAQIECBAgQIAAAQIECBAgQIAAAQIECBAgQKA+AQFwfV5aEyBAgAABAgQIECBAgAABAgQIECBAgAABAgQIECBAoG0FBMBtuzQKI0CAAAECBAgQIECAAAECBAgQIECAAAECBAgQIECAQH0CAuD6vLQmQIAAAQIECBAgQIAAAQIECBAgQIAAAQIECBAgQIBA2woIgNt2aRRGgAABAgQIECBAgAABAgQIECBAgAABAgQIECBAgACB+gQEwPV5aU2AAAECBAgQIECAAAECBAgQIECAAAECBAgQIECAAIG2FRAAt+3SKIwAAQIECBAgQIAAAQIECBAgQIAAAQIECBAgQIAAAQL1CQiA6/PSmgABAgQIECBAgAABAgQIECBAgAABAgQIECBAgAABAm0rIABu26VRGAECBAgQIECAAAECBAgQIECAAAECBAgQIECAAAECBOoTEADX56U1AQIECBAgQIAAAQIECBAgQIAAAQIECBAgQIAAAQIE2lZAANy2S6MwAgQIECBAgAABAgQIECBAgAABAgQIECBAgAABAgQI1CcgAK7PS2sCBAgQIECAAAECBAgQIECAAAECBAgQIECAAAECBAi0rYAAuG2XRmEECBAgQIAAAQIECBAgQIAAAQIECBAgQIAAAQIECBCoT0AAXJ+X1gQIECBAgAABAgQIECBAgAABAgQIECBAgAABAgQIEGhbAQFw2y6NwggQIECAAAECBAgQIECAAAECBAgQIECAAAECBAgQIFCfgAC4Pi+tCRAgQIAAAQIECBAgQIAAAQIECBAgQIAAAQIECBAg0LYCAuC2XRqFESBAgAABAgQIECBAgAABAgQIECBAgAABAgQIECBAoD4BAXB9XloTIECAAAECBAgQIECAAAECBAgQIECAAAECBAgQIECgbQUEwG27NAojQIAAAQIECBAgQIAAAQIECBAgQIAAAQIECBAgQIBAfQIC4Pq8tCZAgAABAgQIECBAgAABAgQIECBAgAABAgQIECBAgEDbCgiA23ZpFEaAAAECBAgQIECAAAECBAgQIECAAAECBAgQIECAAIH6BATA9XlpTYAAAQIECBAgQIAAAQIECBAgQIAAAQIECBAgQIAAgbYVEAC37dIojAABAgQIECBAgAABAgQIECBAgAABAgQIECBAgAABAvUJCIDr89KaAAECBAgQIECAAAECBAgQIECAAAECBAgQIECAAAECbSsgAG7bpVEYAQIECBAgQIAAAQIECBAgQIAAAQIECBAgQIAAAQIE6hMQANfnpTUBAgQIECBAgAABAgQIECBAgAABAgQIECBAgAABAgTaVkAA3LZLozACBAgQIECAAAECBAgQIECAAAECBAgQIECAAAECBAjUJyAArs9LawIECBAgQIAAAQIECBAgQIAAAQIECBAgQIAAAQIECLStgAC4bZdGYQQIECBAgAABAgQIECBAgAABAgQIECBAgAABAgQIEKhPQABcn5fWBAgQIECAAAECBAgQyFzg2pVcnB9L7nZ0YiYmL57e0nDj2dGJmJm8GFu/nY2rF0bi0lREjE9H/vJ7FQdJNX7F/pNrLrVINUZE1JxjreFq1Jc89nhM5y9HZZ3CoGWOxRpGY2JmMrYsxezVuDByKQrUa/+q9VnWV8qax6fzsXXprsWV3PkovDKVvKoscuRKL1kda1n7/Uq//loSIECAAAECBAgQIECAQPMEBMDNszYSAQIECBAgQIAAAQIEqmRzAuASTGsC4MLoFULdjdXaHgDvDF5nr16IkWLSXvqXXQAcOwLb+gPgrSF4rblufUUFwP5oESBAgAABAgQIECBAoPMEBMCdt2YqJkCAAAECBAgQIECgywSSd6iuTdgO4BoLn3I3bc1Xp+ou6Z0B8PYd1TvXMMMAeMfa1xsAb7YvzT/tzmEBcJf9sTEdAgQIECBAgAABAgT2hIAAeE8ss0kSIECAAAECBAgQINA5AumObS7NJ9MjoOs4Gvj5PLOcY3IlqY2qzr/82ObRGJ2aiqktRzyXAtbRGB+PGBsrnrld5Vjp+o+AXptheX/1BcCbu5PHY3x8LMaKx40nHXu9NqoAOPn90oIAAQIECBAgQIAAAQLtJiAAbrcVUQ8BAgQIECBAgAABAntcIMtwNF1fzQ/50tVVehGet75MA+DxiZi4dql4r/LG3bzXrqzfrzseExPX4tLapcsZB8Dl9zjXEwBvs/4vNzbuKt55t/DOn97z2u/xH7PpEyBAgAABAgQIECBAoCUCAuCWsBuUAAECBAgQIECAAAEC1QR2GY4mgVY93rhsl2eNPtKEhUklbH6f/Rxr1fc8R2yv1by13uk4H+cLu2jXTTd22I5Px8y5K+t3AWcUAI9OxPTFq3G+GCqX7u6tIwCevbot8N2lfdN2h6d/i7QkQIAAAQIECBAgQIAAgcoCAmBvBgECBAgQIECAAAECBNpKYJcBXdIcBMC1hWoGnNvW5P0P1nb8Fp95Pz64MFLcEVy4V/cv4y8yD4BnJs/Ff82dj+LJzcUxN6tPn/8AACAASURBVP876S7f8uOfp/OX471CnH31wnqNpUC5Oo0dwEk/LN8TIECAAAECBAgQIECg/QQEwO23JioiQIAAAQIECBAgQGBPCwiAty9/mh28u94BXCMY36yj2jHKozExfTGunr8UU+u7c9//oBSuZrcDeGbyYpzeOGa6kAFPxHuXLhUD4doB8OZO4Wo/qaQAWQC8p/8YmTwBAgQIECBAgAABAh0qIADu0IVTNgECBAgQIECAAAEC3SqwywC44g7WdH01P+RLV1dphZ+3vkrPbwmVE0Pg7fWei6ulXb+jozE1Vdz+G4WgNjZ212YcAJcfQ1326tcMcMtC4+q/lmp1rj3xvPbd+is1LwIECBAgQIAAAQIECLSzgAC4nVdHbQQIECBAgAABAgQI7EGBLMPRdH01P+RLV1dp8Z+3vmrPl4fAtXfC7qx3x67k7fcBR9YBcPHs5o37fEs2tepOs3O60E+q3dPuAN6Df4tMmQABAgQIECBAgACBThUQAHfqyqmbAAECBAgQIECAAIEuFcgyHE3XV7qgMPm+2PQLkq6uHQFwzQGq11c9QC6rY/0I54unKw1Sod5tu2tLIWqlO3e39ljWV41QNU1oXei3egBcdvxzxR3OSd+vVZ3m3Ug6Rjr9e6ElAQIECBAgQIAAAQIECGQhIADOQlEfBAgQIECAAAECBAgQyExgl+FoFkdA15xDNwbA23bVVg1kK61J+f26mzaNDoAjtt7rWy183ayj+g7fzXA3RXhe490QAGf249cRAQIECBAgQIAAAQIEMhEQAGfCqBMCBAgQIECAAAECBAhkJSAA3i6ZZhdq1NjBm3SEdHlYWjnMrLQmlXfyNj4ALpwEfSFGLk0VmRLrrXoUdXF7b+TOj9Xoxw7grH7V+iFAgAABAgQIECBAgEAzBQTAzdQ2FgECBAgQIECAAAECBAgQIECAAAECBAgQIECAAAECBBooIABuIK6uCRAgQIAAAQIECBAgQIAAAQIECBAgQIAAAQIECBAg0EwBAXAztY1FgAABAgQIECBAgAABAgQIECBAgAABAgQIECBAgACBBgoIgBuIq2sCBAgQIECAAAECBAgQIECAAAECBAgQIECAAAECBAg0U0AA3ExtYxEgQIAAAQIECBAgQIAAAQIECBAgQIAAAQIECBAgQKCBAgLgBuLqmgABAgQIECBAgAABAgQIECBAgAABAgQIECBAgAABAs0UEAA3U9tYBAgQIECAAAECBAgQIECAAAECBAgQIECAAAECBAgQaKCAALiBuLomQIAAAQIECBAgQIAAAQIECBAgQIAAAQIECBAgQIBAMwUEwM3UNhYBAgQIECBAgAABAgQIECBAgAABAgQIECBAgAABAgQaKCAAbiCurgkQIECAAAECBAgQIECAAAECBAgQIECAAAECBAgQINBMAQFwM7WNRYAAAQIECBAgQIAAAQIECBAgQIAAAQIECBAgQIAAgQYKCIAbiKtrAgQIECBAgAABAgQIECBAgAABAgQIECBAgAABAgQINFNAANxMbWMRIECAAAECBAgQIECAAAECBAgQIECAAAECBAgQIECggQIC4Abi6poAAQIECBAgQIAAAQIECBAgQIAAAQIECBAgQIAAAQLNFBAAN1PbWAQIECBAgAABAgQIECBAgAABAgQIECBAgAABAgQIEGiggAC4gbi6JkCAAAECBAgQIECAAAECBAgQIECAAAECBAgQIECAQDMFBMDN1DYWAQIECBAgQIAAAQIECBAgQIAAAQIECBAgQIAAAQIEGiggAG4grq4JECBAgAABAgQIECBAgAABAgQIECBAgAABAgQIECDQTAEBcDO1jUWAAAECBAgQIECAAAECBAgQIECAAAECBAgQIECAAIEGCgiAG4irawIECBAgQIAAAQIECBAgQIAAAQIECBAgQIAAAQIECDRTQADcTG1jESBAgAABAgQIECBAgAABAgQIECBAgAABAgQIECBAoIECAuAG4uqaAAECBAgQIECAAAECBAgQIECAAAECBAgQIECAAAECzRQQADdT21gECBAgQIAAAQIECBAgQIAAAQIECBAgQIAAAQIECBBooIAAuIG4uiZAgAABAgQIECBAgAABAgQIECBAgAABAgQIECBAgEAzBQTAzdQ2FgECBAgQIECAAAECBAgQIECAAAECBAgQIECAAAECBBooIABuIK6uCRAgQIAAAQIECBAgQIAAAQIECBAgQIAAAQIECBAg0EwBAXAztY1FgAABAgQIECBAgAABAgQIECBAgAABAgQIECBAgACBBgoIgBuIq2sCBAgQIECAAAECBAgQIECAAAECBAgQIECAAAECBAg0U0AA3ExtYxEgQIAAAQIECBAgQIAAAQIECBAgQIAAAQIECBAgQKCBAgLgBuLqmgABAgQIECBAgAABAgQIECBAgAABAgQIECBAgAABAs0UEAA3U9tYBAgQIECAAAECBAgQIECAAAECBAgQIECAAAECBAgQaKCAALiBuLomQIAAAQIECBAgQIAAAQIECBAgQIAAAQIECBAgQIBAMwUEwM3UNhYBAgQIECBAgAABAgQIECBAgAABAgQIECBAgAABAgQaKCAAbiCurgkQIECAAAECBAgQIECAAAECBAgQIECAAAECBAgQINBMAQFwM7WNRYAAAQIECBAgQIAAAQIECBAgQIAAAQIECBAgQIAAgQYKCIAbiKtrAgQIECBAgAABAgQIECBAgAABAgQIECBAgAABAgQINFNAANxMbWMRIECAAAECBAgQIECAAAECBAgQIECAAAECBAgQIECggQIC4Abi6poAAQIECBAgQIAAAQIECBAgQIAAAQIECBAgQIAAAQLNFBAAN1PbWAQIECBAgAABAgQIECBAgAABAgQIECBAgAABAgQIEGiggAC4gbi6JkCAAAECBAgQIECAAAECBAgQIECAAAECBAgQIECAQDMFBMDN1DYWAQIECBAgQIAAAQIECBAgQIAAAQIECBAgQIAAAQIEGiggAG4grq4JECBAgAABAgQIECBAgAABAgQIECBAgAABAgQIECDQTAEBcDO1jUWAAAECBAgQIECAAAECBAgQIECAAAECBAgQIECAAIEGCgiAG4irawIECBAgQIAAAQIECBAgQIAAAQIECBAgQIAAAQIECDRTQADcTG1jESBAgAABAgQIECBAgAABAgQIECBAgAABAgQIECBAoIECAuAG4uqaAAECBAgQIECAAAECBAgQIECAAAECBAgQIECAAAECzRQQADdT21gECBAgQIAAAQIECBAgQIAAAQIECBAgQIAAAQIECBBooIAAuIG4uiZAgAABAgQIECBAgAABAgQIECBAgAABAgQIECBAgEAzBQTAzdQ2FgECBAgQIECAAAECBLpU4NqVXJwf2z658ZjOX473qs55Nq5eGIlLU0ntaqFdiyu587F96PHpfFyuPnBEVH5uc6TRmJiZjIunUyzYtSuRK0x+dCJmJi9G4iPr7UcnZmIy1QApatCEAAECBAgQIECAAAECBAisCwiAvQoECBAgQIAAAQIECBAgsGuB2asXYuTSVO3nx6cjXzGNfb4AuHLoXF5KrWA5KQBe6yc5SI4oryNN+xAA7/p98yABAgQIECBAgAABAgQIJAsIgJONtCBAgAABAgQIECBAgACBCgJbwt9KIW9pZ2zVIHX3AXDN0HX2alwYuRTFWLrqrtz1ALja96l39a73Mz4e42NjMVY17C4DFAD7PREgQIAAAQIECBAgQIBAAwUEwA3E1TUBAgQIECBAgAABAgS6V6C0gzbhqORSGFsxaN1lALwRLNfa4Vvqu5ABVzpqOSEALhwSXTzWuvb8SiF4Yefv+x8U2qc4zloA3L0/CzMjQIAAAQIECBAgQIBAGwgIgNtgEZRAgAABAgQIECBAgACBThMoBZ9p7rEtBKlXzlUKYXcXAKcJZtc8SyF1pVA2bQCcJmReb5M22E3brtNeCvUSIECAAAECBAgQIECAQFsICIDbYhkUQYAAAQIECBAgQIAAgU4SKAW3Cbt/E6e0mwA4ObgtH7Z6WJzyCOhaRzqXdjdvtElZmwA48c3QgAABAgQIECBAgAABAgR2LyAA3r2dJwkQIECAAAECBAgQILBHBVIGnYk6uwiAd4SutQcpP6L58ntbouG4kjsfYzUfr32cc6W+S3cTF46E3jpe2UAC4MQ3QwMCBAgQIECAAAECBAgQ2L2AAHj3dp4kQIAAAQIECBAgQIDAHhWoFQBv3r27HWdnKNruAXCtHc5Vjpcu3U9ca+ewAHiP/m5MmwABAgQIECBAgAABAs0REAA3x9koBAgQIECAAAECBAgQ6CKBLgqARydiZvJinN6+OqWdxlElBK4a9JaC4RrhsQC4i34LpkKAAAECBAgQIECAAIH2ExAAt9+aqIgAAQIECBAgQIAAAQJtLlDfzt3qxzDX188aSn3HT+/6DuDiUFcid34sRidmYvLi1oi4dNRzrYWq9NzaFKr32+YLrzwCBAgQIECAAAECBAgQ6AABAXAHLJISCRAgQIAAAQIECBAg0G4CpVC3ashZVnC2AXAhP83F+bGImvfsriWt6/f8VrrLN0WQXO2+4Y3dwUmrUuUOYQFwEpzvCRAgQIAAAQIECBAgQOA5BATAz4HnUQIECBAgQIAAAQIECOxZgaQjkstgsg6ASztoI6oErMWxN+8irhxSpwiAqxzznCb8rhlSC4D37M/GxAkQIECAAAECBAgQINAMAQFwM5SNQYAAAQIECBAgQIAAgS4UKAWhxamNT0f+8ntbZ7ltp+zOHbu7OQJ6bYjyI5h39Fs+brU7fpOOki7rY2v/pZpr3PG7VmDx+OiKLgLgLvw1mBIBAgQIECBAgAABAgTaR0AA3D5roRICBAgQIECAAAECBAh0nkAp6KxZebWwdHOXbvXHq+/yTb6Ht9YO4dLx0Ank24PtWsHulq5qBMUpzNIcrd15L4uKCRAgQIAAAQIECBAgQKAZAgLgZigbgwABAgQIECBAgAABAl0usGU38MZcE3bJlh3TXJ2nVohbeKpSkJs0brXntlZR6Y7h9PcPR1Q9KloA3OW/BtMj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QIECBAgAABAgQIECBAgAABAgQyExAAZ0apIwIECBAgQIAAAQIECBAgQIAAAQIECBAgQIAAAQIECLRWQADcWn+jEyBAgAABAgQIECBAgAABAgQIECBAgAABAgQIECBAIDMBAXBmlDoiQIAAAQIECBAgQIAAAQIECBAgQIAAAQIECBAgQIBAawUEwK31NzoBAgQIECBAgAABAgT2sMC1uJI7H2PbBMan83H5vVoslZ8rf2J0YiYmL56u0MlsXL0wEpemktkr9nHtSuTOb6+4vK/xmM5fjprlJw+tBQECBAgQIECAAAECBAgQ2LWAAHjXdB4kQIAAAQIECBAgQIAAgd0KXLuSi5o5atQKUpMD4GJdoxMxM3kxtsbAjQ6A10SSQ+zdynmOAAECBAgQIECAAAECBAjUFhAAe0MIECBAgAABAgQIECBAoKkC5eHvjqB09mpcGLkUxQ26FQPcwhfrAXDS9xWD2FIAvMuduus7gKvtMJ69eiFGituLR2NiZjIqbkJuqrbBCBAgQIAAAQIECBAgQGCvCQiA99qKmy8BAgQIECBAgAABAgRaKbBxhHKtAHZzl27loDUpAC5kxOtHNY9PR37LedKNDYALtBsh8I6xWwlvbAIECBAgQIAAAQIECBDYKwIC4L2y0uZJgAABAgQIECBAgACBNhBY2/2bZnds6ZjnSkFxigC4tJO4BQFwxHOGzG2wTkogQIAAAQIECBAgQIAAgc4VEAB37tqpnAABAgQIECBAgAABAh0mkCK4LZtR9bA4RT8t3AFcmEJpF7C7gDvsFVUuAQIECBAgQIAAAQIEukBAANwFi2gKBAgQIECAAAECBAgQ6AiBqrtyK1dfPURNCIDL7hHeGcBuHi9d26zKEdUJdwBv9LneTgDcEW+mIgkQIECAAAECBAgQINBVAgLgrlpOkyFAgAABAgQIECBAgEAbC2QdACdNteIdvM0NgCvfYZxUuO8JECBAgAABAgQIECBAgMDuBQTAu7fzJAECBAgQIECAAAECBAjUI9DEALj6ztvnvJ835Q5gR0DX82JoS4AAAQIECBAgQIAAAQJZCgiAs9TUFwECBAgQIECAAAECBAjUEEhxd2/Z0891B3DVKgTAXlECBAgQIECAAAECBAgQ6G4BAXB3r6/ZESBAgAABAgQIECBAoK0E1kLdiOS7cdfD4qh0F299QfJWgGYEwM85RlutmGIIECBAgAABAgQIECBAoNMEBMCdtmLqJUCAAAECBAgQIECAQCcLrB+hHBWD3dLENu/prXyHbnsHwKXjn6PiHcSdvHhqJ0CAAAECBAgQIECAAIFOEBAAd8IqqZEAAQIECBAgQIAAAQJdJFDaBVyY0o6dwKV7ggtfjk7EzOTFOL1j7u0bAG+EvzEaEzOTcXFn8V20kqZCgAABAgQIECBAgAABAu0oIABux1VREwECBAgQIECAAAECBLpcoDwErjzVSkc/l1pmEQCnAK4UQG/sYK79fPIR1ynG14QAAQIECBAgQIAAAQIECOxCQAC8CzSPECBAgAABAgQIECBAgEAWAqV7fsv7SrNzto0D4Kq7lrPw0gcBAgQIECBAgAABAgQIEEgWEAAnG2lBgAABAgQIECBAgAABAgQIECBAgAABAgQIECBAgACBjhAQAHfEMimSAAECBAgQIECAAAECBAgQIECAAAECBAgQIECAAAECyQIC4GQjLQgQIECAAAECBAgQIECAAAECBAgQIECAAAECBAgQINARAgLgjlgmRRIgQIAAAQIECBAgQIAAAQIECBAgQIAAAQIECBAgQCBZQACcbKQFAQIECBAgQIAAAQIECBAgQIAAAQIECBAgQIAAAQIEOkJAANwRy6RIAgQIECBAgAABAgQIECBAgAABAgQIECBAgAABAgQIJAsIgJONtCBAgAABAgQIECBAgAABAgQIECBAgAABAgQIECBAgEBHCAiAO2KZFEmAAAECBAgQIECAAAECBAgQIECAAAECBAgQIECAAIFkAQFwspEWBAgQIECAAAECBAgQIECAAAECBAgQIECAAAECBAgQ6AgBAXBHLJMiCRAgQIAAAQIECBAgQIAAAQIECBAgQIAAAQIECBAgkCwgAE420oIAAQIECBAgQIAAAQIECBAgQIAAAQIECBAgQIAAAQIdISAA7ohlUiQBAgQIECBAgAABAgQIECBAgAABAgQIECBAgAABAgSSBQTAyUZaECBAgAABAgQIECBAgAABAgQIECBAgAABAgQIECBAoCMEBMAdsUyKJECAAAECBAgQIECAAAECBAgQIECAAAECBAgQIECAQLKAADjZSAsCBAgQIECAAAECBAgQIECAAAECBAgQIECAAAECBAh0hIAAuCOWSZEECBAgQIAAAQIECBAgQIAAAQIECBAgQIAAAQIECBBIFhAAJxtpQYAAAQIECBAgQIAAAQIECBAgQIAAAQIECBAgQIAAgY4QEAB3xDIpkgABAgQIECBAgAABAgQIECBAgAABAgQIECBAgAABAskCAuBkIy0IECBAgAABAgQIECBAgAABAgQIECBAgAABAgQIECDQEQIC4I5YJkUSIECAAAECBAgQIECAAAECBAgQIECAAAECBAgQIEAgWUAAnGykBQECBAgQIECAAAECBAgQIECAAAECBAgQIECAAAECBDpCQADcEcukSAIECBAgQIAAAQIECBAgQIAAAQIECBAgQIAAAQIECCQLCICTjbQgQIAAAQIECBAgQIAAAQIECBAgQIAAAQIECBAgQIBARwgIgDtimRRJgAABAgQIECBAgAABAgQIECBAgAABAgQIECBAgACBZAEBcLKRFgQIECBAgAABAgQIECBAgAABAgQIECBAgAABAgQIEOgIAQFwRyyTIgkQIECAAAECBAgQIECAAAECBAgQIECAAAECBAgQIJAsIABONtKCAAECBAgQIECAAAECBAgQIECAAAECBAgQIECAAAECHSEgAO6IZVIkAQIECBAgQIAAAQIECBAgQIAAAQIECBAgQIAAAQIEkgUEwMlGWhAgQIAAAQIECBAgQIAAAQIECBAgQIAAAQIECBAgQKAjBATAHbFMiiRAgAABAgQIECBAgAABAgQIECBAgAABAgQIECBAgECygAA42UgLAgQIECBAgAABAgQIECBAgAABAgQIECBAgAABAgQIdISAALgjlkmRBAgQIECAAAECBAgQIECAAAECBAgQIECAAAECBAgQSBYQACcbaUGAAAECBAgQIECAAAECBAgQIECAAAECBAgQIECAAIGOEBAAd8QyKZIAAQIECBAgQIAAAQIECBAgQIAAAQIECBAgQIAAAQLJAgLgZCMtCBAgQIAAAQIECBAgQIAAAQIECBAgQIAAAQIECBAg0BECAuCOWCZFEiBAgAABAgQIECBAgAABAgQIECBAgAABAgQIECBAIFlAAJxspAUBAgQIECBAgAABAgQIECBAgAABAgQIECBAgAABAgQ6QkAA3BHLpEgCBAgQIECAAAECBAgQIECAAAECBAgQIECAAAECBAgkCwiAk420IECAAAECBAgQIECACSLBVgAAIABJREFUAAECBAgQIECAAAECBAgQIECAQEcICIA7YpkUSYAAAQIECBAgQIAAAQIECBAgQIAAAQIECBAgQIAAgWQBAXCykRYECBAgQIAAAQIECBAgQIAAAQIECBAgQIAAAQIECBDoCAEBcEcskyIJECBAgAABAgQIECBAgAABAgQIECBAgAABAgQIECCQLCAATjbSggABAgQIECBAgAABAgQIECBAgAABAgQIECBAgAABAh0hIADuiGVSJAECBAgQIECAAAECBAgQIECAAAECBAgQIECAAAECBJIFBMDJRloQIECAAAECBAgQIECAAAECBAgQIECAAAECBAgQIECgIwQEwB2xTIokQIAAAQIECBAgQIAAAQIECBAgQIAAAQIECBAgQIBAsoAAONlICwIECBAgQIAAAQIECBAgQIAAAQIECBAgQIAAAQIECHSEgAC4I5ZJkQQIECBAgAABAgQIECBAgAABAgQIECBAgAABAgQIEEgWEAAnG2lBgAABAgQIECBAgAABAuUC165E7vxYDZPxmM5fjvfSqlXsL0UfpedGJ2Jm8mKcrjjetbiSOx9jNdusP5imv9mrcWHkUkylmttoTMxMxsWNwmbj6oWRuJTi4dGJmZjcfDDVaBoRIECAAAECBAgQIECAAIGCgADYe0CAAAECBAgQIECAAAEC9QkkBsBr3Y1P5+NyzRR4PZytNfr4dOSrdVJWR/XANH0AfO1KLkq5dtXaBcD1vStaEyBAgAABAgQIECBAgEDTBQTATSc3IAECBAgQIECAAAECBDpcYD14rRa6zl69ECPFba7bd8CWz7s8/N2523ezj4iq4e6WILraWGkD4PV24+MxPjYWY7WC523LV6o1OfAu7QBOsbu5w18R5RMgQIAAAQIECBAgQIBA6wQEwK2zNzIBAgQIECBAgAABAgQ6UyAhAC5MaiPArRKkbuy2rRW0buy2rRLuluoYHY2pqalCUlzhKOh0AXB5iPv+B4WdwOlDWgFwZ77GqiZAgAABAgQIECBAgEC3CgiAu3VlzYsAAQIECBAgQIAAAQKNEkgRAEfU2u2aLpQtll/a5VspKC6r4/KNkeLxzTt34aYZa1utqea3iSsAbtSLpl8CBAgQIECAAAECBAgQ2I2AAHg3ap4hQIAAAQIECBAgQIDAXhZIGZBWDUZTPr9GXCPALe/n/Q/iwsilmIrtO3dTBMClncYbIXOKZ8rWXwC8l38M5k6AAAECBAgQIECAAIH2ExAAt9+aqIgAAQIECBAgQIAAAQLtLZA2wF1vt31XbvrAtMBQYyfxtjoqHzudHOZWqqd0RHXyvb6bx10nty3NJWl50x8/ndST7wkQIECAAAECBAgQIEBg7wkIgPfempsxAQIECBAgQIAAAQIEnk+gzgB4dGImJi+e3hizUQHwZlhcfhR0UgC8/v32ncO1jp7eppd+PgLg53vxPE2AAAECBAgQIECAAAECaQQEwGmUtCFAgAABAgQIECBAgACBTYGUAXC1YDR9YFoYMv0O4GKBpeOcRydiZvJinK51hHShfdWgtxQMj8bEzGSU5dc73oT086l1L7IXjAABAgQIECBAgAABAgQIZCMgAM7GUS8ECBAgQIAAAQIECBDYOwLPGQCXQtftO4MrA6a8A7gsoS0d37zW/424kjsfYxuB8NZRSm1rLV5SnQLgvfPqmykBAgQIECBAgAABAgQ6QUAA3AmrpEYCBAgQIECAAAECBAi0k0CqALjWbtcqxy5XmmOto5ir1lG+e/dy3BipEgCXdgsn2ta+k1cAnAioAQECBAgQIECAAAECBAg0UUAA3ERsQxEgQIAAAQIECBAgQKArBFIEwKVQNManI3/5vR3T3th5W+X74gMbAW2VY5hr1VEKjkdHY3RqKqYq7AAu1Vhrh2+pzvHpfFSYxnqZF2Lk0lTUarMG4Ajornj/TYIAAQIECBAgQIAAAQJtLiAAbvMFUh4BAgQIECBAgAABAgTaTiAhAN4If6PW/bmlXbqF2e3cYbvZR0TVgDahji3HO+8IgEthbMIdv7V2IK8vjB3AbfeGKogAAQIECBAgQIAAAQJ7WkAAvKeX3+QJECBAgAABAgQIECCwC4FSKJrwaPKO2PIQuEpntXYIJ+5ELut/ewCcIthdqyg5KK4/AE5hXuXO4hRPakKAAAECBAgQIECAAAECe1xAALzHXwDTJ0CAAAECBAgQIECAQN0CSQFwveFlpf7S9JEYABdOkV47njm29ZfmaOeSS9JR0QLgut8gDxAgQIAAAQIECBAgQIBAAwUEwA3E1TUBAgQIECBAgAABAgQIECBAgAABAgQIECBAgAABAgSaKSAAbqa2sQgQIECAAAECBAgQIECAAAECBAgQIECAAAECBAgQINBAAQFwA3F1TYAAAQIECBAgQIAAAQIECBAgQIAAAQIECBAgQIAAgWYKCICbqW0sAgQIECBAgAABAgQIECBAgAABAgQIECBAgAABAgQINFBAANxAXF0TIECAAAECBAgQIECAAAECBAgQIECAAAECBAgQIECgmQIC4GZqG4sAAQIECBAgQIAAAQIECBAgQIAAAQIECBAgQIAAAQINFBAANxBX1wQIECBAgAABAgQIECBAgAABAgQIECBAgAABAgQIEGimgAC4mdrGIkCAAAECBAgQIECAAAECBAgQIECAAAECBAgQIECAQAMFBMANxNU1AQIECBAgQIAAAQIECBAgQIAAAQIECBAgQIAAAQIEmikgAG6mtrEIECBAgAABAgQIECBAgAABAgQIECBAgAABAgQIECDQQAEBcANxdU2AAAECBAgQIECAAAECBAgQIECAAAECBAgQIECAAIFmCgiAm6ltLAIECBAgQIAAAQIECBAgQIAAAQIECBAgQIAAAQIECDRQQADcQFxdEyBAgAABAgQIECBAgAABAgQIECBAgAABAgQIECBAoJkCAuBmahuLAAECBAgQIECAAAECBAgQIECAAAECBAgQIECAAAECDRQQADcQV9cECBAgQIAAAQIECBAgQIAAAQIECBAgQIAAAQIECBBopoAAuJnaxiJAgAABAgQIECBAgAABAgQIECBAgAABAgQIECBAgEADBQTADcTVNQECBAgQIECAAAECBAgQIECAAAECBAgQIECAAAECBJopIABupraxCBAgQIAAAQIECBAgQIAAAQIECBAgQIAAAQIECBAg0EABAXADcXVNgAABAgQIECBAgAABAgQIECBAgAABAgQIECBAgACBZgoIgJupbSwCBAgQIECAAAECBAgQIECAAAECBAgQIECAAAECBAg0UEAA3EBcXRMgQIAAAQIECBAgQIAAAQIECBAgQIAAAQIECBAgQKCZAgLgZmobiwABAgQIECBAgAABAgQIECBAgAABAgQIECBAgAABAg0UEAA3EFfXBAgQIECAAAECBAgQIECAAAECBAgQIECAAAECBAgQaKaAALiZ2sYiQIAAAQIECBAgQIAAAQIECBAgQIAAAQIECBAgQIBAAwUEwA3E1TUBAgQIECBAgAABAgQIECBAgAABAgQIECBAgAABAgSaKZAb6In8wYO98a13h+Jb7w7Hyz374qXe3ujZ3xNPh3KRH1yNI/sXip/e4X3Re2BfzM0/i9v3FmJufjlWenpjcbk3Pv0kH59+shrDBwfi+InBOHyoL4YGctHfF/Hp/aX47P5SPJt/FvHkWRzqjXjxYG+8cmowvvntU/HOt0/FP83ej3+auR+/+mgufvPbx3H3zrM4dLA/Dh/oj5UnS7H6dDFWFyPyz3rj4IGD8errZ+PFl07Fvft34979e/H4q7mY//JxvH56IP7D947FH373SPxyeS5+uTIXP/+7fHz40554+mA5Tp5eiBMvPItjx3vi6PGeePI4X/zk9g1E3/BwLC72xMe/nCt+fvyjF+PHP3wx7sdi/OOtu/HR7bl4/OhZLMwtx6HlXBxaycXXXzsYb711JJ715eP6vfn4/VeP487sctyefRYjR3vi3OneODAUsRL5WFnJxcqTgVh5sj/OHFmKM4eX4szZ4Tjz6rFYyO2L//b3X8V//7vbcfzoYBw/OhSrS/mYf7AUx3Mr8e9PRbx7cl8sHnkhlo4U5n0/7s7OxNO+J5E/mYv8iVzsexix72Eujr08ECe+MRhf3l+J6f/7OG78fiG+dnxf8ZM7GsXP/IN83P88H71L/fHNV88UP7cffxl35mdjuW8heg6uxNxiPq5/nI+bNyMOHe4pfvL5iJWVfORy+6N334FYjaG4cf1uXL9+N/qersTQcsTbrx2IH/7wZHz9zaG4fvdBXL/3IB7ei3h0L2L29mrc/HIl5p+uxpEDEYeHc7GykIvVp7k4fHx/nHp5OFb7Ij6+ORef33oc+x70Rt/D3vizN47E6LvH481vn4rBb5yI/JnD8dPJf46f/o9/iWMvHYhX/+BkPMmtxq8/vhtffPU4Bvf3FT/H9vfG0YHe6B+IiIGI+cWV+O1HT+I3Hz2NY0P74/jQYBw71hfHTvbGwUP56BtYjv7+ZzG0byWGe5djZbAvlvYPxO0H+fjis6WY+WI5zhweijNHhuPh/JO4/XAuVvp64+DJQ9GzfzBuzy7HV7PLMXdzPh7dfBJvnd0ff/K9w/H1V/ZHz9BS9A4uxezScnz5bCU++2Qlrv9yNZae9MRLrw/Ei6/0xXDPYvHzzZdfjO+8di7uLizG31//NP7u489i6clg8XMoIo715OO1kcPx7ttn4oUXhuK3N2/Eb27eiEeLuXi02BMDy7k4vJKLE0O98Y23B+Mbbw3GzMLq2md2MW59thD3Zp/Fk3u5WHyciwMneuPAiZ4YzC3H/pVn8eLhI/H9b7wdb7/8asw++Lz4eRC5eNgzEHceL8fs7KO4+9XjWHiwFE/vL8Wps/vj1NnBWBlYjfn8csw9fhaPfr8SD3+/En/4x8fi+z84Hsv5J/HFzdsx92Qx+oeHI/oH47czq/HbW/lYvrkSPV8sx8vHD8SP/vMr8e3vnozJn/w+Jv/qo/jmW/vjh//hcJx9sT96cvlYyffG/MpwPF4+EB9dv1X8DPX1xwvHjsbxQ8ORj4WIWIiVvojlvnzMPV6K+/cW4s5XyzH7RU/cvxPx0unVOPvCapw+3henjvXFgYN9se9A4W9AfxzK98ShfC5icCBWDgzE9dknMf2LL+OjTx7G4YGBONLfHy+fPRIvnz0ac/PzcfPLe/FofiFeeeWF4ufOwv24vXA/vpp5Gl9efxZz91Yin8vHvn35OPPCvjhT+JtwYH8MDQ/G4lI+bs3Ox6OHy/FH334n/ujbb8c//PP1+Ku//WU8XVmIt946Ea+8dCD6exaiP7cQH385X/zkFlbj0GpPjBwcjO+8+1K8++7Z+J//72b8r5/diusfzcedL57FyQOH4sc/ejP++Ptn42effRI/+/yTuH/jacx/8ixOHT8S//HH78R3/uRc3Jr9Vdya+XU8W9kf+fzhuDubj09+/Sjm7i3FG28diTfeOhwriwuxurRQ/Hu/2tcf9+dz8fN/vBcf/sP9+LMfHIr/9INDcfqFoRjYPxgLC73F38qd28vx4qv9xc+nnz+M3/zbnbhz50ksza9EX643/vxPvxZ//qevxccP78XPPvsiPvzFw/j5Bwtx+9NcfO+7J+J73z0Z+eWHsbr8KE6dXY0XX+uNEy/1xOJyLhZXcvG3fz0f//un83H2zMH4kx+dijNn++L2l/fjwb25ODB8Og4OvRAPHt2J2/e+iP37It44ezbOnjwR//ZgNn73cDa+/HQ5bt+IeDafi4G+fXH04L741rn++Oa5/jh4/HgcOn48Zu7ci48/uxn3H9yPt18/Fm+9fiw+vfksbtx6FosLS9GTX4i+/r4YOnIiVnsPxk9+eit+8te3YmR4IN46fTBGXhiMIy8NxeCpvvjoi9vx8Rd34tiRfXH29GD0967GwuOn0Z/LxZuvn403X38pfvI3n8df/c3ncWK4P77z+rH47ltH49VvDMXXvjEUNz66W/zMzffEcgzHQj5iLj8X8/n52JeP6I2IA8eG49ALB+Lps5X4+JM7cfPWgzh6bLj4WXqai/lH+Vh9EtG3mIvD/b3xxtuD8cZbQ/GLf7sTv/jd3ejpHYrjR4/H/oGhuPnVneJnaF9/DPcOxJH9+TixfzlePn0wvvmt1+Lcqy/Gv3x8q/j51189jH/91VysLC/H61/vj9e+1h8jI8PFz53bj+LmF3fjxIGB+MN3zsbLZ47GZ4+exmePFuLmZ/eLn8WlpYieiJV8Lh7P98f8k4FYioVYyi/G0aH+ePHgcPGdmX2wGPcfL8fJYyfj5LET0dP7LPK5J5HLPYu+yMf+3ojTJ3qLn5m7S/HJ7ELMPclFrmd/LCzm4sZnj+LTzx7Fv3vnWHz/7aOxsLRc/P/FrdtPYmEh4ulCxEtnhuLlM8ORzy/F3OPHsby6HIODg7Fv30B8cv1pXL/xNHr7hmJw+EDEai4WHs7H8tOFODnSFydP98fDeytxZ+ZZnHnhQLz/xyPx9hsHYm7hXjxeuBv3lvri3uK++M2v5+NX//Qobnw8H0eP9saxI70xPHQwDgwdinOvH4w3/+BQRO+z+Mdrn8e//vOXsa9vIPb1D8T83GLMPXgaRw8Nxvf+4Fy88drp+PhXd+LjX92Ob3/3a/GDH74TK6sRH354I37z65vx8OHDePjwQZx9+VCcfflgnDh1NA4eORzP8j0x/eHv4tqHv4vh4YE4MLw/Th47FCPHj8RAb2/cv/0wns4/iTffOR1vvjMSx07ui4PHcnH37uP4P3//Rfz8wy+jZ6A/evoHYnF5JRYWl2Nx4VksPl2Ovt7eOPfq8Xj11RNx89ZXxc/846VYXo5YXuqNZwuDsbw4GIPDuRgcjsj1LMVq/mnx/9FHjg3F0PBAfDkzF7MzczE41BeHj+yPXK43Hj1aifkn/5+H9/yx5MrTM5/wEdf7m96Xr6Inm2yye7p7oWlh1LJYjKAPu9jFftKftIAAfRNkFjKjMdL0aMieYdObYpHl0vu8N6+34SMW5yRnqupFFTJv1o0bcezved+TYNsGtmMQpwFh7GPaGqVSFsvWGY+mjMdTso5DNmPjzyOmQx/PjclmbbJZMYe6hHMP14+YBymKYVCoFsiVcyRJRJpGGKqOqRkoiUrsJ0TitfMJs/mEhaUia5tVqrU8uZxDGMKTbzs8edzByZtk8iZmRsOwVBQ9xfM9fN8jl8uSz2UJvZTJwCf0Iww9wRCdV0lQlBTTNLBMU37GXN7CyejMZzNmsznjkctoNEc3DKqNEqVKASfvkMlluLoc07oYyfkxm9Hl2rlUtCiVbAIvJnRjVMXA0BySVKy/Bsy9EamSkKgJrh/jugma4ZDLF3GyeYaDIcP+kExGJV8wsSwdFZU4hH53Tr8zp16rU6810NSIMBqjEJDNZshlHUJfJQwU0tRE0WxmM4+Li1O63RaVSpFKpYCu66iKiiKUqqiqQaFQkLq+bnN2fkYSR5TLBSzLZjCY0R/MKZUKlMpFea9UVUPTxXovg21n2X2xz97LA1AUSpUimqEynY1wvSn5vE0ub9+8r6qjoMCPMnUTQzdJopgwEO0AVFVB1TR0Q8cwdXQhQydOYjlmiWszSTCUBDfw8EJPDAmgizWnQyFXwtQdXnx/xMsfjtA0Rbbvar1Cc6FBrVljNB1IxWFKGivomo1t58lkipSKdakwjAnDhDRN5P5QPMMgDAmCgFwuJ2WaDrphoqQQei5xEJDJiv6U4eTshL39XebuFMsxyWRE27LIZE08d8p0NiTwZ8RxQJqG6JqKoaukikmKiWPnyOeKZOwcGSuDY2U5Pz3j7PSUIAzQdQ3dNDHtjPzcqWqCalIq16lUm/JeTicjZpMJ2WxWXtN0MmM4HOE4OZaXN6nXFtENB8PIMBqNGQ7HZHMZGs0ahqlxeXXG5eUZjYVFGs0llDTGn48J3DGRNyVwR3Q6LbqdK5I0RVFViqUi9XqdSqXE2ckx56dHLDTqbK2vkS83Sa0akZJhMh7J67NtE9sxsa2b/UMYuOzv73Kw/1K2f9kHxA0WO7o0IU3E3ylpqpGiU6uJa1vFNPOIKS2MNQqlCoViBVUTrS2hP+hwenzIZDRgbWWF1eVlWlct2ldXoCpk81mcTIZsLkcmm+Py8oqLqysMw6JcqcivqYpoZDCfz+T44NgWuUyGKAqZTiZMp1N0y0S3LOI4kV/P5fIsLS5RKpcJ/EC2nclkwmQ8RlN1MpkMlmlhGIaUIt9DYTTqc925kn1IU1M0DSxDwdQVeR3idaqioSji3hig3kgzLXTbIohCJrMJURhTLdapFhp4nofn+2i6LvutKV5rmFKk4o9CIv7+8d/y/1dV+ZnF3SeVO2rRxW/GD1WVfVlcS5qkJInYoypoqib7sOgU4tOI8T1JYjRdwzIN+f00jkmShMD35TitqAqGoRHHMbPZTF5nuVymVC4RRTG+5+P5ou+FBGEkP7sYg0gj0iQU7yKvUrQP0TfCyJfjhXjfSDwL8e84kdco3lcsfNJUQdfFfRf3QEfRFHmNWSdHzsli6gamqmEaGqYu7nXC8fE+x0cHeIFLFEdy7V0sVckXythOFtvJEcQJgXifOCKNI5Q4RBN7EcR8czPu6qaN4Thohujrqew7YehJ9bttOu0rIjGWOHlM3aJ1fSm1srLKzq075HIl2dajSLkZizUdRRHzTYQin9bNc5Bjh51j9+A5u/vPKRbzbG9tUa9Vf2xH4pXiuYm9koGh63L9dXB4yOXlJbV6Q0q032KpjGkYN88ujuR4HYViPtUwNZ2LixMODnbp9zvcubPN3Tvb7O7tsru/SyaTZ3VlQ96nIEhkXaZWq1KtVogDl2A+wXPFnDvFdV0wLBTDJk4TkjhGSSO0NJJ/i34VhhFhqhClKn7oE4p9UhzIZ2bpBnLITpBtXfYrFaIkJE4jbFPsPRQcHSkin/l4gDubEmgZfC3LbD5nOpmiGynlkiX3jsQ2JBajoVgTeLLNZHI2TtaSY4iiwdzvMvM7OIZKKZvD0R2SyCCJdFwvYu5FN59JScRTJ1FEm02Jw5A4EG0lQIkCdCJMVayBobaUpbqUpZzNUM46DK/HtE679NtjHNORc8NwHjByQ0JTR8lZJIZGFEUkUYIVapihjpsGTJUAdMhmLCxTYzzoMx72cGyTQtbBsUy5lhTPWYwRju2QxEjNXY/5zGXuusSERERsNPNsNPLMRiMuTi/lWHH7zjbrGyvMxmNm4xH7R2c83z8iVVVu399ha3sVPZlJEYn7r+HOQ0Zjl95wznFnykl3yqsPlnn1/grT4YjTowvOL66ZaDpTVefe7abU9vIGm41b2JFCa+97WocvGLo+g3kAmRx6vkiQGvRGKcNxTBzOiMIZWdOk4Iian8NiM0vGgbaYDy5b5Ko6uaoBgUI4Bn+WID6xq0QsLDRZWBRrLwh8T67BinmVQlYloypkFIXh1KMzdvHjBM0yMGyDUs6hnHd49rjDV59cMZn5lBcsKk2LSs2kUrdYaOyw0NxhOr6iffmMbueACLHvVFnbfIv1jbdRkgHzwfe0z4958cOAs5MZtx7V2XnYwPcTxsOANFTIGg5aavDkRYfvX3QIMqKApbG9VeODVze5tZijdbpH+3QXw7IwTJPJWGHQS+l04LKXctmDR2/mefRGAYsIrztj0J1z2vXouxFvv7XIW28vkcxDpl2X6dBj2J8zGnhMA5NJYNGfBPRHvmwvTi4mX1CpNfLU63mWV++zsvKAuHvJ9OgJ7f2XPD2PeXaeMAszzIIsuZxKoxpTrijkSgZOTidwIwI3JvJcIn+Obak0lgpyH3N2Ouf8ZM7tW8u8/voWhuZzfrbHaNylstKgstzE70+kvJ6HPwzwJgmRYRHqon+7pIlHtlikVF8iU7TBHhMpEw5fTDh6PsWPQmIlpLlQ4J13bnFnZ5kv/nKPL/5yn44RMyprmCWNekFnqeawtbEolZ/75OcBf/03Pf7tf77iyZHH1ltVtt6s8qjq8KiS4fpqwDdPzznujHEdHaVg8ot7JSk7r4CdEk9jonbM5DzgoxdjqQ9+scQ//RcbLNZUBhcdRr0BMyKp5cwiK9lFvvxqwP/3p4c83h2i1LNSv36ryB++VaCSmRIH12jJjIxYi6Bz1VW47EAnDukSsLi0xht3XuXR+l32PvmMvd9/DmUHc73OaTfi09+3Obuc8ODtPA/eyXNvscndxSaXB32++v0hnc6I5XtFVu4VaWSzNLIZLnYHfPfJOe7I5c6DKuvbBa4nrtRg4jOYBBhZh8pilVKjzOh8xPhsRLGuUl81KRazZIwy/szk66+7fPNNj5+9XpPSrDldt40X+WTsOlmrwedfnvHFl2eEYUipYICh0AlCZsTcf1jh/sMyC4tFGo0CeWLM0RhF1NNPRxydjRnFGjPVora8wINXb1HKF/j2L5/wzf98grFjYWzbbG5u8XD9IQVyvPjr73jx4RPKby1QfnNR1nBffH5Krzciu25R2szx3qP7vPfoAU9+t8/f/JdvueiPUZZs9GWHmhlSNUNa3ZjTViz3p6/cKbCxbEPgoQQu/YFKf6AQiLpMJmAWRBy9TDl8maKZKpqpYcravEXGUMipPo4a4Boqnq5QrGvUFjSKtoITK2TiVI7tkRIyi2EaQ+yD6Sayxp3JiDqqjZVRsLIqhqJjJCZmrFJIYgpxzH5nyl53RjeOGOspTtHk3nKJ7UZeFNBIJynPD8Y8fjlEKxjsPKqyeb/E6LrLqNPFMopknSr+LKJ73mY0mkDRQSnaZOIs2STDD/s+Hz4e052HvP8HFu//3GL3yzEvvxzjJaAL/nK7wm/+YIf3Xlnkiy+e8+UXL8hV8zTXGywt2CyWEuqZiKuXE65eTtk78nhx7DNVNeyVDPllg8VmwOJCwPZCk51mk+ujGd9/esloGLCIqWG9AAAgAElEQVT17hrb765hHg8xj0f89vMh//ajIde6wT//Pzb45a8bXHxxwsXnx7iGRlhyKDVyrC7kWK45BK0hfmvEXsvnWTsku5zhjV/UubWTRz9yMY5cPno+kX3crpvsPCqwvObQzJs08hanh11OD3sYhkqlnkFVdPoXEYN2xCiIGQcRZi6Lk8+hkZC6U/CmaDkVLauytG6xuuWwUFCoEmO4IWeHnpSykEdt5tEtMNWQ+SDg2791efyxy/33Frn30yV653Oe/m2L6Thi9fUGC3eKzIdtZsMWCwtFVtfr1ComWSvE1nz61xN6nQmKpqLbYiyPmXYCYk+lslCnuljn4mmP82d9MosWC29WqCzmKI11ymOdDz9r8+HnbfpqgLKkYJR18oZNTjNR/RjNi2kuZlleK8g1VfdySPtyzNAypbQ4xYxiRBVC1RV0U8UuKNgFWCkpLBdv2Nh4qBCnKtUNg+q6TjXWqMY61xczdveG9Gc+2aaFkjP48puAL77xeeu1Cr/+RQNlHvHDJx2+/7xLUNEIyhrn7Zij04jxJEVxdFJRiNu+o7F1W+eOY3PXsdGzJm5eJ82k5B1XynEM7IxJdxxy2nYZTkLknixR6Hdu5IsSkKaSd3SaOZ1qzuA80Dj3NSbtGfOrCUu2ytvbBR7dKtC8W6Z5t8LHP5zx8dNzXh7OOD2JmU4UylWLSsXGn3p4E490mqDMFKrFEg/eusX6nWVe7J3ycu+UpDtDG/o82s7xq18s8M5Pa/zpiyup0+fQem7IwnehEFCpRqytw+oazGcqs6mKnzqEWo7pTOX46ZCTpyP+8a+W+c0vl+nGc35/csVeZ4zvQuhCKVYoRip3bxV5+LCMrye8aI14djmk107oXcesN0zurFnkcwpBFDP3YobdhGEn4eGqzsNVjdXVPM3VErNU4z981OY/fHRNrexIiQWpN42oaSkfNBVeq+n0nSJ9u0Q0n5JMBsy1OaNcxDQXU8WiklqolYSkFtHuR7x8EtG7gK2Kw3bFIcj5hLmA6ShldKFgRBleubvBq3c3OLs+4ax9QqwH2EWdmZuy+yLk7DRiYdWkuSqKOgqRGJQjsajX8DyVk+MJp8cTmCeYHtzfyfEP/rcG9x5kORqMOB6MGPYiqXYn5eo6xXUVSnmVck5hNoilylWb1e0Celbl/HpC63pG2oKkBb95Z5l/9at1NsS9bhj0sykf/reXfPjfdqmtZ9l6vUagpeyfjLi6nmHoYGiwXrPZqDtEasLAD+hOQg4OffaPAmqOSTVjsbiQYXktQ7GikCgzUOfYYqLQIDZ1ItOgO4y5PPO4vgrYaJTZrJdpdSYcnQ8INYXySgkja3N56nJ1MicchkSDkHtbed5/u87qksl43GM86RPlLaKCxelBzLPPfdxJytYDi9VbYuIKMZOIh6t13theZJL4fHl1wWfnVwzbFoO2RU3XWHJUtlfyPHjQpN602W0ds9c64bqv0u4rlHSTjZzFckVn667G9l2NF92Yl52Ey5ZP59Jj1E7wegbxzKC57tDccEjmLsFwxkIuxwcP7/Hqzhpn7UPOrg+Y2xm8XJmrns+Lpy2uTgfkVI28qrF5tyI1Vedcznqct0dcfa3S+kblwZsaD99UyeQjkjTAMC0K1SaaXeF3X0753VcTil7CMgrrC1kevbfEyq0yf/Jf9viT/7zHm29l+fUf1VjdMEjUkKkXsn/qs3fq07n2ub72qJeKbCzVWKznCKI+QdRj4qsShovNru8GzCYJw56OO9FYaUSs1CMW6jYLtSzZgoEqDC6OSi5SycUqga4wNxXOB3OeHw24as8paFnyaoblpSLLy0X6wxnHFz36oxnLy2VWlsoMozHDcMJkEDK5TpmPEvwwIUkT6lWVelUjmzVwxBjrJZyfzSQ0+unrD3jv9Qd8/viEv/jdD3iRx737FdbWHNRkgpqMOenGnPRiVA/yicJS3uGtt9d4++01/vz3J/z5xydcns3xBgnLlQr/6BcPeff1df722XM+fvqM0YWPfxmzslTh1//7Q977BxucXTzn7OIZ14OYzkhn0FEYtyB1NdbW8lI6oZQrFmGJyvUw5vm3Q549HvHH/7TOH/+zBpVKBjcwOT8L+PrTNnvPhrz6TpXXflLj5HzAD8/aDPpzjFSh6Bj8+pdbUj+0rvno5QlffTvi6acx4yuTd99d4r33FhkP24xHbRqrsHbPorlh4AvYFER8/bHLNx/PWVnN8/6vmtQaOsf7HVrnIyqlZSrlZYbTLp3hBY6p8Wh9k42FJs/6RzzvH3OxG9J6Dnpis7SSZ3HBYaGYsFCMyZVL5Esluv0hZxctZrMJ9+80eHCnwbODMc/2x4S+i6OLwphNobQEeoX/8eE5f/HX5yw4BnfrDtWqg7GQQa2ajKZDxtOBLFgamoGeJqiRR95WubO9wp2dVX772zN++9tzVhsO77/Z4J1Xy1TKKZVKwmyqyLlqNFUYzhQ6kznnQ2Ha6dMo56WEiYGseC+f/ZcdLs5HrG0VpUb9lOvLGLcXwSSkaCq8/k6Z19+p8NXTFl/+0MIwSiw2VrCMAt89O+a7p8esLBRYWcjTyMdUHZeVZp57d++xvLbO491Dvt074vBoyvGxJyFgMRdTKcOtOwVu3yly3Z5wfDikWnB4/7U1NlarHA89joc+7Vaf61ZfFllF/4gShSAUxgiHmTdj5s0p2jpLpSw6Ghddj944Ym15kbXlJaxMgG7PCP05g9YEd+hye6vMna0S12Of4/aMziBhNtaYTGHkeoxdn9uLDncWHaIY+tOY7ihkMHbpj11WloqsLhckHJt5HlEaSyAnCnhXFzFXlxGqYWBlDKIgZijedzRnc6fC5naFi8Mp+9/12V4v8q/+1W3efLvC9/v7fL9/QGrmSM08R/s+L36YcHbsUi6bsrAniueaYrKyaXL7kY1mxjz7fsDB7gjNNGSRbz71mY7mlITx48Eq26t1vv79Jd/8/oqf/+oB/+xfvkOYJPzVb5/w5Zf7TCeieDjnD375gF/88r6szfdEEavV5cnLC75/eYFpaliWJuHv2mKNWiGDSYClx9RX89RXcgRpyjxMaLVcnjzus/dyRLkmCkYWs6nPcOAyn0cShqqqSrnuUKk7EkbMJmPcmQDEKaEvIGIeNRWA20fRfFQtkBK1fycjIJZFpz3hujXFzqjkCgaapuG7ugTIYqFsmCqKFoMaYokxO29jWmI9IkC+i2WZ2KZFFCR4boDvhtK4lkQpiS+UEEQpfpyimia5coFMIUsUC1DtY6o6lgCCio74jWgn/YHU/QcrvPH2DvmCJQF7uz3m5bMJL55PcPIqTkHDsFVUQwBgAYF8+f9apioLnZGn4U3E4kJB+KAc5wZYCBggPqeAaWKtXSwKCGT+CGkE1PGYTn0JgIuVnFS+mJe6uhxJCcAkAHA+Z1DMmxQKJnGAhLYkAlLohGHAZNZl5g2xHAPTMfECmHsJqYDE5g0MELBOPLtMVlyLjWnopIkqgXLvekb3esba6oqUpkX4fp8k8eR46Ng2s0ksFcc6aDa+H9LrXzOZDCmXcpTKOdIkIRaFe8MimxUgs4DjZMjYGQl/Dw4OiONQFuhty+Lyoie1sFCXAFUYMwRwEPCjVm1QqzX46rNv+Orzb6Rxo1gtYcuieCShhDBhaQboAlSIziBcJxLgCbOqKRVHAphFEkLpwgyradLAJWTZlpQAsH4YyGp01tDJGhrDyYjhdISqqdjZLI6TlcBDw+TFk0OePzkCJcZ0xAa5RGOpSX2xzsybMPUmqKmBhoVtCvBXkGDl7wCwhHixACOir5pEcczV1SVXrSuWllZYWlyW9yAVW2sBlzyXJAwkIBNrdgE/fnj6PUHoU2/UqDeqsg8JTSYDhoMOc3dCHHoSrNk/wk5NtAXTgVQljlIM1aRWblAv17k4v+Di4lK2W9t2pAzbkUBp6oZM5yG5vABn4rnUqFXLVCplwkBAk4BOp0e73ZEAeGPjNs3GMkmikqSqLPJLo6kKmiH2HAHdbpturyUNCrl8QTbqwJtIACw1H+N5Mwm0BcQT47UAzcJMIKDzoN9l0O+Qc2xKhTzZYg27uIRi5On1OvS6XWnoyOYcaYgREnDp7PSI09NjTEOVAC6KAjnOiO9pwiCgqtJ0E8dgWjlsR7ThErZdxMmUsRxhThHtwcZxLHq9a16+eEave83G2hqba2tcXlxwdXGJZugUKyWy+ZzsB0K9wZB+f4jtCLNqFdOy5RgnIKqAXgJCmbougWYQ+HK8mE2nZPMFMvk84/GEfr8vTQJbm9s06k0JfwXAHAwGUrZtUylXyTgZCT6FCUJ8LqF255Kj0z36/Taq6EMaVMsFamLMdBwJZmw7g2VlMa0MnndjCEKYLExTQiY/DGU7cYwMtiEIgESkP0JIXQJcAQ+lJOzVJAAW46Loh5pmyO/dgNQboiZBvGjfkggLCK1KCYglfk5+VcJp8YxudAOABem5+VnxPU0RY4Eu752QeJ1uGkThzf2ZTCcSAJcr5R/hpmifYg8s+mTy99csjENJHEo4q2kCrqaEkQDAP/ZDadxI5Ge4MXLcAPbTkzNOTs8l/K1WBMDNY1gGpmWScbJk7ZyciwRMFGOwAMCCKh4e7HJw8FKCRDHmONkMxWKFfLFMNpcnkyv8CCYhjkI5HhBH2GIM0TV8P5AyLAEO89LIdXl1Sfu6/aMRKsTQBOhXpUFSQDgBco9ODjk+OWBxeZmd7VtkskU8LyEIbsZR8SuOfeLYk9cpHpMw1pSKFUqFCt989znffPcFS4sLvPuTn7C6siIBlrj3mqrKPiUAsJjn5rM5p6dntK6vKZcrVCoVCqUyxWJJviaOAgmn53NXvlYYv8T8c352zO7uc66vr9jZ2WB7Z4OzszPOzk8xTZtqtUkmUyCOVQQtLZWK0lQkJsskcPHmwpwinv0UK5uXCuNImgSSyEdJAnQluZmrMg7ej2uJG+AfSCOkLuC6Ij6PaF8C2t8YESRsvYkESEiuEVPOOdSKWbQkZjLoMR2NCY0coZGVAQcx9mlaSK2RoVzO4ZhlHKtMuyXWSRPZ/yrVEgXxGQTQVROuewdcdw+kwawozCS2MFFm0bAJwpRQwO+/+53G8vOFkrCqsqanpfEN6E48lNhFSX1UI0HREza3FtjcXqAs+r9YmfsxfVH7uhpw0h1z0psQmRZWuSiNi4l0w4QYqjAyGPj4zFOXWMB+Vf/RiCHWZwmWGMsMUZCdy/FamHAWF0SRvIGuq3JOnk7GDAZDaRTyQ6S2lspsLpfRlIi5OyNJQrluz9gW9WJeand3n2+fPGUeBCysrdBcXiSf0chnVBLPJ5h5BG5A4EVM5hFnA5+zoc+97QZ3d5r02n32XpxxdHJNkLHwHYudnRrb2zVub9zhzuprZCKF0+/+lsvnX5NYOWIzS2rpUvNQodOFbi9h7o6YuWMWagVWF2uUshqG6qLi/73hy4v7ePEANRFgQ4RCTLrDKZ3hlLuvbHHv0RbFck4aH6LAY3QtCt59muUszUqW696I06uuNILcrBnzVIs3evpdly8/uaTbH2NkIzJlhaWVAkurBRbrmyw0NpiLUMj1Hr3uMUGSECYpq5tvsLb5JsQDZr0fuBZmixdjri58bj1clbq6HHCw1yIKQpbqRcrFDAdncw7OZlz7Pp0oYGO9zD98d4dHG0Wuz45onx3h/GhimIwSutchvV7CNM4wix1pghaKJlN6h9dcX024HEeMY5UPPljl/Q/W8EYuvYsR4/6M6dRlOgvw0xxemuWiPePkYgRKSL2psrBosb5eZX2jSj63RSG3xeziiv7+My5293jZ8qQqjVUqjRVIPdx5G8P0aSwXqDayhPOQcB7gTWfMJzMSYR7NqRgCwhsOjuFQKVaolmtMZ3MOj47ojwYsrNVortXJqSo5TaF7Mub85ZDOhYtRr2HWqhjKGF2dUMiJOnhRrhtnyYhZNKF/Df2OMIAJI6tLuerw2pubbG03+fJ/nPDV/zhm7CgEDQOjCHknplYyuX17ldu31ijMPPIzj//1UZd/859a/HDi8+gPlnjlF4us6SlrOly3Bzw7bnM2nDCzhbtc45e3q1JW3iCxNRRXQemluJcRf/HNNX/xbZt3Pmjym3+yzkJdY3g9YDwa4ymB1GZxjc3SKl992ec//td9vn7WZZ5TcfMa/+DNgtRqLaZgi9pKiCYCRyG8OAyk1KqKs6SzuiqMA6+xUb3D6Xefc/b4cyjkMBYWOGwFfPTxGYfnAx68nZO611zkbnOR0xd9Pvloj8urHkv3TJbum6xV66xVG5y+GPHZ706ZDea88rDE7Vt5xmnAKAkYTnyGIx8/VVFsWyqvaOQUjUw2JZONb/aLcYYocLgeqXRGKjtNg1tNg0SZMvB7zAMPQoc0yPBir8/L/b40FRUyujTDdKOIuQoPHtV5+FAYngoUS3mc1EWftEn7LY6PfI4PfUaxzkw1KC3kuX2vRsY2+fQvzvjkL87Y/kVJam15gZXcCqZrcPz5S44/2yX3sE7+YYOziwlPPr2g05+QWdcpb2Z478Ft3ntwh71PTvjyz5/RGoxJ6iZK06Smx9SMmKNWxPPzkELV4d23K9zddEgGE5LhlIPjhP2TFPIpxdWU1ISj5xqHz1VmUchcFAgUBUMwIlulWVRplDUKizaFBQc7q2LaCvE0wGvPCHoz8gsq+UUFRxiiczbhXGF8GTLrhtKsLYx1lWqWcjWDrmgkAYjSQFHTKGoqp6LeMRzRciM6gYqdy/DaTp07SyXGlyOpg4uAvfMQPW+zdrvE6k6eOJwQB2Ns3cYxs8Qi1NQaMJ+4pIU8SSFP0EsIejG7ZzHfHEdMEoX3Psjw3gcOX33UkzJzCqv3Mjx4UOHnD1Z4tFrli692+eLLXXKLBRq3mywuOQgeXbcTpice02Ofg7Mxu2djBmJPVC1i1W0WF1wWF12Wc3lW8gVaB3N++FJwhYRbH6xz+2drZI/nZE/m/M/P+/y/H3bo2wb/17++wz/6Jyt8+ycv+fa/vWSgxMzzGs21HA9uVXiwVcKYeFLPLud8fT6TNcu775RZW8lgHgZSAv7+7uUYZ8HizhtFVtYzVG2DqmNw1epx2eqhq1Au2ESewvGux8WJj1E00QtiTWei6ZasfWqRjxaJoFZEooesbeXZuVNkoaRTSmL0ecDl6YSrsyljS2Nk6zg5k3LRIPUVXnw+58Vnc9ZfqbPxqMHVqcvjv+0wEvXB16os3c0TzXpEsy6LSxXWNhaoVi0yZoBt+MxGUylR6zAdm8kw5OJAGMUSVreXWdle4erJNa0nYq5P0TZsrLJFI7SoBzZf7fb4erfPII2JCzqZmiPDLc1ajslJh8lxl+ZKjbXbiyhJQv+iS++qxyBrMcza+H2fsD1nPokYB5BaGmt3clIrGVjOpowGAccXLl6csvNKju1X8tTcmKqbcH4y47uXE3qzkNKyiVPV2T1O2DtKub1a4M07FcJRyIvHfZ4/6eGXkLq4EubRlMk4RbENUiejsLGtsLGlcL+Q4X4+g5HTmWc0YjvFtjypQu4mkSuKpYdXHv1RiKokqCkEcx1/rtN3Y7oibWHprJYcFkoOp4Ei5bWnhJdjNos2P3/U5JW7FfRVE2PV4NPvz/nkyRmHxx5XFwrzuUqxalGqWMzGPtOxhzpJsCYKC5UKr3xwh42Hq3z5zT5ffrNHZuJT92Nev1/ig18t8+pPG/z7T07495+e0j5MmZwZkrgXihG1WszWhsLmhngfjbmrM4ssZjiMxgonP4w5/X7MH/1yiT/65aIEwJ+cXLEvnFBi/HahKBKWEgAXePighKfFvLga8ex8xKCTSu2sZnnlVp5cVmHsebIo320F9Fohb25ZvLFtyXRfY7kkocp/+F2H//g31xRFCjFrosQKgZuwaKn8wbLJmwsWZ6nFGTZG6JIN5sw1l47t03cClqwsy3YGN+MzzrhcD0LOdxOmLY21fJb1fBY/7xLkPCbDhOG5ih5nePXBFq8+3OLw9JCD00MUI6ZQtSWkff7U5eTIZ+WWAJQWiq7KlJZYz4tN33Qac3Hmcn7qks5SNBdub2T4xc+q3L6X4Ww84Xw8YTgIGQ1CufhtX6sSHIvEndD42mfc8SlXLFa2C1hZjev+lF5vjnINtOE3P9/mX/6jezRvZbi25pxGIz7+sxM+/rNTGpsZbr1Rksnh4/MpnY4rHc46KXfXc1LzJOZ0NOdqEHBxkXBxnlAUjiNdZaHpsLKepVAVAHgKqotjaWRMnUQsrHWN/jCkdenSa/tsLtTYWqxxejrm+W6XQFWobpSw8jbnhxMJABQ3QfUSdjbzvPF6lYWGwbDTZ3jdx2jmMJs5zg4Dfvh0ymwcsfkjANZCBT1SuLuY55XVIp4W8HTc50m/R+tY5+pYo2GqrOVVtlcL3LnflO7Nw/YJB9cntDoKrY5Kw7G4V3NYbxis7KRSnx/EfHEQ0+5EzIch3iAlGurgGixvO6zsOMz7PoOLGfVMll+8vsNbd5do9c9p98+Z2Q7zXJGjc5evPz3n4nDAZsNhsyEmzTLrt8oM1Smn0w5HF0NOfm9w8nudO6/E3Hk1plYHEZorlLKU6zcA+L//ts9//+2AFUvjUdVkdTFD816JbNPhwz875sM/PebNn2T5w39cYXlTYImQ4czn6d6EZ7sT+t2UfhcalRJbq3UWG1lcr4Prd5h6OhNPFDpEoifAm6fMJgaBq7NcjViuhSzWsyw1ChIAKzlQHXCEYddPmZEyEhvpuc95dyoNLwUK5JUC9XqWWj1Huzvh4KRHdzhjY6PC5kaF7mxIdyYWChHhCPw5+MHN5qlUUKWcrIad0WQy7fzEY9hLeP+N+/z0jft88fiUP//oGV7kcu9+mfX1DKY2w9Jn7F1G7F2JkxRS8jEsFzK8//4m73+wwZ/8zYFUtx2g+yYrlQo/e3uHR7cX+f33L6TGLZ+gk7K6XOaP/vguP/vDVa46h7Suj9g/n7N7FjLoKqQTHTMyWWhmWWhkcIwEx0wYugmdWUqrF3EtDBGnHv/iN1X+xW8qZPI2vanO4f6czz+8ZPe7Pu//ao0PfrXG4UmHb747Y9ifkTdVagWLX36wwa/e3+Dr8za//eGEr78bs/8tzLumhL/vvrcoEwj9bovqigDANo11/QbozAOefe3x7CufpdWcTJiXqxpHe32uzibUyktUy8uMvD7dyaXszw9XN9loNNkdH7E3OuLiRcTlEwVLtdm4VWBx2SajBjiaT7laplQtyRRS6+paJgIe3F/i4YNFHj/r8PhphzT0qWQSirksufwSqVbhzz86488+OmMlb/LKkoAcDkHJxM/rROFYyvfB91RZYMkaIZWcztbGMlsbS3z80SUff3jJ+pLDe29XeevVEgUnpJAR5okscZplOIXOIOKiP+Goc0Vr3GOlUWC1USQ0NOaaQn/oc7zb5/pyyq2HZanWZcTRrse0HaLPIiqOxjs/q/P2BzW+eHLB599dYBplFptrmHqRz7854ItvD7mzXeHuTpWyE2InIxYqGR6+8oD1rXW+3T3g25f7tNoe3W4s3fOEHoYW8fCVIg8fFWm1Zhzsjajls7z/+hoba1X2Oy573bks4IgNokiziUKxSIm6nsHcNWRy0vU98pZGM++gJAqXPY/+NGJ9eYn1lSVyxRA7Nyfwp1yfDBl3ptzdqnNnqy4XRud9j6vrgPZlxHCYkIqNrAVLWVjOiEKjSaTaTHw4PO1zcNZna6vE1maJKEnpjzxp3srkhHNVo3cNvU6KYVvYOUsWilonPcbXE27daXDrTp3W/pjDbzvc2a7yf/7fr/LaO3U+/OIxH37xHdlykWypyPlJyMunUy5OfaqVDJWK8/eAcnHVZOe+gClwuD/m9HhKHCkyYaMID74SUspb7IjxrlLgyeddqQ9+eY9/8sdvyeLWn//pt3z22b5MqQvw9s/++btSU3fGs90jfnh5zMFFj8PL/o+wR2OxVmJjsUazLJIckZQlkp8FEzdSmPrQ6YbsvZhyfjyn1jCo1U3Goznda5GWiUVZHtXQyIhEc1HDnbp4Exd3FuO7CpGvY+h5qRSXRHGx7IRMVgRtRIrLJI41ut0pvc4Uw1LICIeoKP4HBmkkUpgKuoSrMYoWYTkaWXF6g6UShB5+4CLTnIZ5U6gPYmkacWc+85mPIpJK0Q20EckdxTTJFHLYMs0rkk8+uqpiCjexSAKrwoMuEsg3ablXXtvi3Z/elddwsH/G8eE15+c+5+cBhpMi+IZwOou1kqILyhCRKiJVmaBrKaGr4U8M1FQjn1fI5kRq7SbtJjbHIrAmkogitS8Sq+OxSHGPcd1A3mPhWM3kLLIFRyZcS9Uil+dDLi8G6KpCXpyck7fI5w0JgtNIlYqjm2KKSLlN3T6uP5JtWADSMFLxApUwUUkREE7B92ayCCvubbGUkUkcwU68eUz7csL11ZjtrQ22tzcwzIggEADYlalcAVKHfZ9RzydBPBtRQE8YDnvMZiOqlTyVaoHAE1B7im3ZEm5VK3UJWQScPT8/5+joUAKuSlUkvkxal32phYWGTMAIw4B4vSiANxeWWGgu8unffManf/uZTB4WqkWZktaNBE1PUdUERUsk8NEU48fk4g08El/TNV32F8/zJZyyHJFIEWcLpDIpJUCLSOYJziG+pmsKedOgYBl0Bz16w54EF7lCgUwmi2VkUBONvWen7D8/lckvzUgoVArUF2pUF6pynncjF0N1sHRR3BfwTySARcK8LPVjNk4myG4AcMTF5SUXlxesLK/JNJ5h/N0YEoOAPZFI1t8Ah929PZ4++0GC68XFRRaXmijiXqhiDT9kNO4zn4m5aUYizAqWIccF1bLQbIsoTKSJQkX7ewDc6/Todnuy7VqWJZO/IgGsGha94Yz+SCSuqzIBvLqyxvr6moQ9MnU6GXPd7tJqt8k4Bba377KwsCzXSUEQ3zwfTaziY9Z6om8AACAASURBVOIkIAhdBoMug2H3BjaKNJiAa94UbzZkNu7hTgcSEAhoJRFLkmCJQl0+TyabZToeMhkPJdAS6bJcoUq+vopmC5PSFe126+8BsDg9IOvYMtXZurqg3bqUznaRio7CANebS6gmktICWklYKRqFSMBiYtlFstkKuZwA7Rl0S5xIIOByhtGwz8H+LsN+j5WlRVaWljg/O+f87AzTsqg0auQLBXntAsyOxlMpAZvKAgCbpkymunP3BojGsYS/tmlKKDwcDOSYkS8WyRWLjMYjet2eTNkuL69Qq9Sk8UEAqeFwKFPY4n3KpYp8jt7clclHYeIQ0Lnba3NydkB/cC3vh6Ym1Csl6uK0CFOk9HRy2YJMOQvg77ohczciURVSTXj9hYNdGCCFPUGRpwjcQFmR3BVgTEiAuB9PApCJXk3CRMlxf+yboo9GwjAiUphK+mMS++bANDF2CpAr/s+/SwD/SIZ/TAKLJL/4nlhHxdJ4ImCs+HUDoAw5zgjJ5LCuSkgu4JtorwI8lqsVCTLFXCT6441pRwzZ4vOI672By2L8lgBYFZA4kOaFvwPQsjcmInF5k1AWP3t4cMThwbEEmrVa/QYA24aEwLbhYJkOlmbKEylkElgC4Ji9vRfs77+QJgnLNsmIEyYKRXJC+SLZfBGRwRUSCQRpCEkiCdgEBBYpStGGEOOeaeP6IVftFp1uR0JsVU1xLIOsODFAJMyzWTk+vnj5lOcvn7K8ssLt23elUcXz0x8B8A1bjyKPKHLlgxHP2tANmSDOOvkbAPz4MzkGvfv2OywtLUnDgufOZepXpK9FWxUnPriux/nFBdfXXQqFIoViUaZ/i6XKzXwUhxLUe64nx2wBgEUS/vz8hP39l1xfX7K+vsLa+jKtdotW68ckfbkuE9JJcpNcLxTzMpEsAHDsz/HduRyjRD/TbAfNyuC6czlXBWJDF7noSkq5XKJUKpNqwpysyzYu2meaxrIYLdYRon2J+yagvxj/BSQSRTMBgL3ZGHc+plEqsFyvYmkK06HYO05J7QKJnafTu5ZjkDglpVjWKZWz1MqiH69I+CtkGhaFYoFcXpyAJYxcKVftl1y2dkGJ5GkoGSdHxixi63m5zhaGFWEeiEXCSpxoEYeEwviUatIspqYxahKipgGaOFUrEYYTASc9VjZqLG/UWaqXaRbyFAyTcWvIqDXksNWX8oWxIpMXDh4JAuMwvjFZmRbhDQKWfVBBmAJv+qCYk3VpykCO1+3WGa47ZnW5ycpyU0IOkRAW+zGxbxBrstk0ZTYT5uoMjWqGbFaXpkBNiaUxVDxTcfLTSr3K5fkl+/uHTOYuZj6PXchTb5SoN8qE0zFur0/oenJOmwUpxz2Pk77P3e0F7m035ck4R7tXHJ92mZs6c0NnZaPI6kaRu9uPeLjzLrlE5eSr/8nFD58Q6EUCrYCeMzELOl4IV1cx1+0IN5zjhXPWluvc2lwkY8TMR21Cb4ydyUoNp5cMpxfSHGarRdLQ5vxiwPn5gFfe3eGVn+zQXKySz+fwp3MOvt/j8vCU9bUy66tlugIAX3bkuFlrihOAClSKBSqFAt9/2+Gz359z3R2jZUJyZZXN7Rob2zVq5QXq5QXm0w797iGD4QWpMNCoCo2luzSX7pAEQ6a9F/Rbl5wfiT1AyPqtJdZuL3F2MuDl80tCL2RlsSBPNDxr+5y2fVqeRzvw5PX9w3ducX+1zOnuESe7hzQWC9SXiswmgTSA9vshiVWUai4ZNBdN/MGY3kGHztWEq3nEJFV4991V3vvJKv5kTv9qyGgo9pZzxtOAQMkTKAXOWxOOzwaoujh5UZfG+u2tBltbdWxjFUtfY3ByRfvlC05fHnDYcznoemxs7bC+dQvXnXBxfkQUT1hYLVBbyKGKEyCiGHcyYz6eEaYhSk6RibZ6Lk89m8e2chhGju5gxsuDc/qjMZs7C2ztLFAUpxc5Gq39EQffdTk/nqI3K1IFJ6BoB+QshaypoeoRrjphns6ZT4Xx1r4x+E4n5AoW9x6tsrJW58lfX0i54nTFpgAvKY4ZUCkZN6ch3N4mMxqTGU3464+6/Nv/3ObFRcRbv16VygxnZEczaQw46Y3ohh5BXkEv6fx8s8LPN8toto4vTgDxVOyRSnSd8CdfXPInX1zw+k9q/OE/XKFe1xh1R/IkhdiMSayEzcIym4UVvv5iwH/6r/t89bTDNAuzbMovXy/wy9eLbDahng3JGuLEBVErSXh26PL8yKWwbNK87bCyvM5S8Q6NzCbnT7+VUvI5rHqDvYuAv/zdOXtnQ155t8ir7xbZKZfYqRQ5fTng07855ao1ZPmBIQHwUqHKYr7KxfGEb7+6xJ/6vCpOvtvKMcaTEidPzacJEzdlHCTMY4WlaoZFsUcTNUMrRhMnfM5U4sAkNotEZoma6VE1fBLFY5a4uGGIO0qkrjo+rY4nx0VDEUnXlEGS4OoK9x/WePBQnEpRo1isYkYz0uEpYeeUo6NYahSrzDSNUsPm1p0MGUvl478c8PFf9nnjj+q88UcNloX5QsmjjhNOHp9y8viE3O2K1On5jO++aNPuz8is6ZQ2bN69u8F7dzc4/+aaZx+e0BWnm1VV0qpKVUmkdq9CHp8FFBoZfvZ+nQfbWZL2kLQ14vFezOO9CLuus/6KiZnTeP5tyovHCYPAlxIm3JylUcxo1EQKv6RRW85QW3FwMmLuVwhGHtPzGfP2jOK6TmlNo1C0KOQtCYD75zHjTkgkjGYiRJHPSGnCABimqIlCRuyTNZWeN6HrTriaxpxPVMxMhrfvNbm3Xqa13+Vqr8NlP+FirGDkbBZXs1Ka5qHqHjlhEDcd0lnA9GqAO/aJi0WSQpHh2ZzBqctRK+F5B3zD4P2f5fnpzwp88r+u+fSvrslXdO6/lefh3RKvLVTYLOZ4/OSIb78/xl7MU7pdp7mYYaEIzYxC3I6J2wkHx32eH/XoBuAXixiinr8WSZXRpa4O5zz7dsxkDrc+WOPWz9bIH3rkDj3+6ps+/+azDqOcwf/zr+/xm9+s8vt/94KP/90LxkaIX4PlrTwPdyo82q5gTSOsSci3JxM+ORyTVg0e/rTC1mYW58iX+qsfxvz26QirYbLzWoGlNYeGY1B3dDqTMd3JWMLdoiFqHAl7uz6nZwHZikO2YqOKmojYRSYJRhyiC8OkFUltbBe5dadMPW+Q9UOUmUfnaizVThTaqUK2aNNsZDHROXvicfa9R3U9T2U9L+vojz8b0h/FNO/kqW06mPFYamlFBMiWJWOyTQ9Ldwm9GaE7w7IcOdcOugH7T/sMeyFb99fZvLdG98k1nSdtaQSZVhTI6jQ1h6Zm8/xixPOLIV0vYYaBU8qweafM6kqO8LhPeDLAKRXILdakEdIbDJkNRrQ0XSoY+CTdObNJxNBPSW2RPi+x80qZJSuRum7PeLE/YR7FvPrTMq/+tEJ5HEidHM/5dndGRwDgRQ2nonPRVaWWCw471SzhOOL0cMrx0YRpJmWWSTm7iDk+im8AsGaoaTajcGdL5bZQNcPtqljwpsz1CF+NSJRIbsSbDYNm3WAoBpPzgN7wZsMjNly25khdDQNOeqIIZLFeK7FYyf//RL1nkyTXmaX5uAqtdURqURqloUFQg63F9Mx82fmwv213Zs16hmvDJlugyQbQVNBAobTIrNQitJYe4e6x9t4Aemn2WhFFMCMjwsX1e855DjudPi86fUJDm9TY5lIuyVvXN9ncytAMddTsHLbVnJ6K0Ab9gYY/YqnpdqdqgkON1NhkNZfk2vcvsPJKkd99vMNvP95hFZcbIZ3b19K88vYSa3fy/PwPJ/yv3x9T2Z/RPfbwGx6FJYdiyWO16GOtYDGZGUymBn1Pp+vptLtzDr+2Obxn87Mfp3nvR2k62Hxz1mavPqAzmDEczIjMNCJTjYubIYV4nOoeL6tDds5H9JqoeeViitdv5QiE4Kzdotrq02249BoudzYsNWvLUfJLcUZzg1981uQfPm2ge6C76hkPz9FYjQX4s+0Eb67GeDxweCIIam9GXpsytWzKvgn14JTVcISVSJi+f0LdN6DenlI/8JhUNTJ6iKwewktO8VIzui2H+pGHPgtw4/qmmhcv99WIAydfjDObGjx+0Odgb8TKFYvVKxaWcIrk4JWb4HBKvycpLpdqxVECsDaes5L3cet6mJU1i5o9pm6PlVDcH3i0mzqNmsl0IuKvn2TMT782oFcbEo1Z5AV3G9RVUlAwLtGRQXRs8OMfX+Mv//oO/qLOTveYR5VDvvqowVcf1ilt+rl8N4IRmHNeHtNp2vg8DZ+rcfNqnJtXE7RnU55W+py1pvS7FoOuD300UZOIawrfGU1q6P4Zpt8hEQsRjwnKTkPCM92uTaM2ptuwWSlkWS1keLnb5eH9hkq9Z7cS+GN+Tl72ON3tEhCCMFBc8rN+MUQyYeG0HZy2S6AYIVCKqKTm86+aDHtjShd8FNZ8mE4Y0wmxGoPNpIsXdCmbLseew8Ezh8PnM/L+OesxWF+Js3GlRCwf5LB+yFH9kGbLoNE0WYpZXC/5Wc8bpJZcUkse//TZjH/+zEEIFkHDwO9qaEMPy/EobZoKsds8hfMXkPKH+OkbRd66kWHqjbG9MU1No6YZPH7e5w+/KXO+2+WdOzG+dztKNGsRk2uDMaHiDjmuTtj90GT3Q4PL1zU1xZJOOqWTSPuIZUPM/X5+/g8tfv6LFpezEd69kKSQ82PHPQaWw+6XDXa/aHLjNR/v/IksECyVQO0MPQ5OxkqIrp67VM49EtEIS/m4wiiNRl3Go84CX6j51Ob/aDhhNHKZjHw4U4tS0qGYcCjlopRyCYX00eMz9LCDNZCZ0XU9Wt6cjuvSn82YSepfSxLTk4RCglH0cVzu8PygTrM7Vhjm2zeX2Ts9Y+/kjHF/AgpbL3gw2ZTUCQYMQpKuCXn4g5JOcymfOPSaBm/fvsRbty/x+f0T3v/tc8azCZcvJ9jaiiySwxmdL560+eJJi2lnRkSuDYkw7713kZ/+7CK/+uMLNaOuRsJIUYgm2FiKkk35ebBzwoOdU3q1KZOmy/JShD/9T2u8+15eJcGGdoevn/f45JGgvR2CM50IJqmYX41CS0U1Km2Xg/MZlZZHXJBzwQCv3zJ447ahzBLVvs7Rkc3zzxtUdkf8+E+uqnn64oQ/fvKcVqNDOmpSTPl5884Kb9xZ5ovDOv/66JSHz/qcvtCY9i1efT3Jq68l6TQ6tJtd4vk5+S2LZFFj3JfU/ISDJy4HTwTrH+Daq2HiSYPq2Yh2bUoimlPTdzu0p3WFWtvKlFhKpqk4FSpumfNnc8r3F9iYpQsm6bzObGSrWVrKUlrKqo2YermmNn2u31rj+q1Vvr53yr1vTvDPPVZSATKxKL5Alqkb5Zf/fswvf3vE5WKM713KkUgFqBouDd1Fmw2EN81g6NIbeFjGnHR8Tjbpo1DMUyzmefJVjadf1SnmTK5fj3DtSohMSCcb1nH1MI4ept2DWnPKeXPIUadJbdAhF/eTj/vpuQ51e0arM1Xi/KDpcOXVFFdfTfFyZ8j9LzsMKg6JucVSMsjrP8jw2vczfPHgRB13uiHHWlHh/e89POHeoxNuXCuo0SdjOqc1EmGTN79/mau3Vnjw4oD7L/YZjD1mgk+T91YfKCf9jZsxNZXzES9f9EiGI7x9a5WVUopHp10en3aZM0MefRbJCEn/etTrNo2GJENl01YjbOpETZO561HvTehOXErZPMVsgVjSIZqSpMmIfqOP3R1TSicpZZIq/d8YwMn5WKVo5WfGl8IkShEi0yGR2Yh0Mk46n8M1gvz7J0f89pNjbt6JcfNunMHQY393xEAWWDmTaMKk39XodyESEwRvWiGP95+dUjmusbWdVmPXRvQOu1zeLvKf/uubbF7N8YsPP+EXH31MYSlCYTmsqgR2now4P3bJ5WNqJOkwnU7IFcIqTewPCsqwzdlZl2bZoXk+o7BksrZtkUyYhCSt6Rg0Tlw1V28t8+q7mwpd9/77z/j6q2O1WW8Yc/7uP7/L3/3n73FWqfOHTx/y+b3ntEaCT5sQjQSJRoMUUjGW5YExaoDWB23E1BGsoYE/FFTOWTGFnR6OqZYnSpgNRTQ67SG1Wk8J5T5JlIYMgnFBLc1pV6a0yzbjnqaSr95MNrYD+MRF/W36N5n2UShFFXq13/Po91za7QGdzgDdmCvBVx4b5EasuZJaFLyuwdxw8bSZEubD0aD6ezEMiHFAEmOmRD3nkgjTVRK43xvS643wicysopEGjogNlvzOgiu1lPg7cyayMyphTQxJhooILJu5YtI24PK1NW7e2lLrn68+2+XF8zOFpZ+6mtpIlcS4cFI1SxJwYhzwsIKShFJSCNPhnLEsvl2daERoEKZCGOtqk3iuRJ1AQHCyMZUCFoS3CDWSsFIbt5Jww8H0G2TySbL5pNpwOz0WMd8ik46QSQuybiEA4xrg6Extj8lohm2PsZ0+jqAPAyZWwMTTJKnnw57NGU1mjCe2LD6ZuzNiIjSrlIls5M4Z9WecH3U4O2pz8dIGFy5tEgyJoNJT1QvyEC6iWL0yolYZYvlixFN50GVtUlWJ02IhrUZSVrVKRQlPxcKSEnCnU0laOdTrdSXKCSItGJLKEZNRd8pQHoBSCZUmFcFMkoHfJYCzmTyf/fFzNd8JwP6wT+HcRYT3+3V17IjAKBvPIuiIoPadWWDuzBXiq9PsqYfVeEpEtLASfeWf+8MBg9FAYQojsYhCkEUtk5jPpNFq0mg1lGAs4psIwJKYxdU5O6pxflxVCVzZdBcnu4jTgh53NKnScQlYskGfUKKxYfgxDT+GKbjqgHJOy+8oIpYITHKMDEdyLxmRTGZIJTNouqlSXXKdND0HUzbwDcFjG5yImH4oCWTI53Nkc1m1eSJpd7WJ4tpKiOh122qjUwmppo5nooyVKpE7mytMd8gfJuSL4HyLXZWkrjwDyuv7gmF006+SR9VGl1SmQLEowu8apcKy+n7leJbk/CJR3yIajbO9fZl8fonR2FZGB/U+ZfQ5uimiik1XCDo9ETLD+Hwh3Jkk+3sMOg1q5WO6rRrZbIpsNqmwqe1OR4nxgk0WFHSv01YjKd6Q30csmSGRX8MKxRZp6vMzZbwQ9LNQESRVJUjfTrtJp91YpC8tEfo8lTyU5MF3Ape8jozrGczEqKMqcsKYVkSlf/2S4vSLqOVTAkqv02I6GROPRYlHYxwfHnF0eKRE33yxQCyRUMe20HJ6/b7C2ssxnkguRFpJbopAqUTL2UyJc/KzxqMR1UqZWrVGOB5Wx+hkKsaXkUJBi3gpCchEXNLlSYVQFRFQziERZkS863ZkA72rjpNcPo89tVXVklBQ5hKvmDtKFAwrIWbEoDdQAnCxuEKhsMLMEeqBxmw+x5EEjzJLSGbXU6K9JCgXmGdB3vuVoK/QzwsA8AL7rMR0EYQX4rASiOXqKcKtwjuLTUX+XKR//yMBLMKxpIZFZF2EgNW/s0BFfweQXuCZF6Pyxd9imBd/rwRaSS1PbXr9HpPxmLQk2DNp9XuI6Lv42f8/Pn6RfJVrvHoHKoEuIqrQC1wR0RRK/ru48uIX+y5hLdebXrevRGSVovf7lHFIMNAijInpQgxIInAvROBFAnjnxTNe7DxV9z0R/sKRsCIPCCJcpeRjUvXA4tlDuX8E6+sqcU18Sd8lgOWcG8i6V64bchz7JGmsK8ODI2uS8Ugd95l0SgmJX3/zJV/f+4L19Q2u37hJMpnDEYORpGnVZyLJbTk/psogo3D7aGqtNBk7vHj5iJ29R8pssbG+TjQSUcYqQZmLEUHwkOGwmF8iKqV+enZOrV5XaehgSOpMZGM8RyAYEKvSt6+oAOAE/X411WqZo6N9RZwoFjIUilmq1aqqFRA8djZbVAYbOVblu1MJ4GQcRwgiw65KUwoFQow2w8mMgT2l2WwpcXw06OBOh8pknkovUsmJTI5EOqfuC+pY1HVlyBAKyXf3Q0kF21IRIMeDQEU8oavtc3K0TyGVZL1UICJ0ickEb+ZgxOIY0Tj1ZoPy+TnDYRuPkSJyXNi6xvbWNfpdMfPbigQgorOcU7LmEYNHrX5EtX7EzBmhWRLkCBIPZ4mGUniumM7EmLEQgGdSKSBEBcddmA1dTaV2vdlEVdVEQhpBa67+WaqA5obH3PTU+iQt9KFUjFwsQj4aoXJep1KuK2xqd+KpKrHhFMaOGIXCyiQ014Q0MVLnjKFLtdPCjCXHu6DK5Xgdj8T4JgngAelkhExKrpURNZISl/NcBEZBAbcbQ8bOSI2kwZZX0sQjFu64y9weEPH5ifp8KlGoebLGmVCRiovRmNVLW6xe3GLaqjM4PcYZDdEMCYXMeVbu87Q84NblFW5eXsUbOTTLYgruUR5OOB/ZpEoBNVcu3uLVqz8kaVic3PsnTh/+OydNi9OWSVqIYZsJPM3g6HDA+fkYM2gpIW1zrcSljRU0Z8TZ/gt67RqZYpZMKUu/X6Y3qKB5IozHmI0sDnYbHO42uPrWCtfeWmVpPacw6oKu/ea3D9n9ZpcLV3JcvJxlOLRpNmUt75EpLKg8sVCYWDjC119U+P1vj2h1RkQzJtlSmMvXlrl8bYmQJUmpgBKAO+0zhsMGwWiIgNCBgkK1SDIV41XrhH6zqeh+kpxK5CMk8mFqlRmnhxOcyZxkTEgGQm8ac9oYM/Q5TEIOq8tZvnf5EiuRJPc+fs69T15w87UVNVJHUT2v0Wz1MeNJzFiKYGhOMOjh9WzssuCdx5THI7pzh6sXcly9mFNivz0Sc8CYs/KAamPClAi2FqXWGlKu9/AHZ6yuGqytBdhclTqIHD6jhN9YorpX5vjpCw5e7HPWn6nZ3LrI5tYl2q0OOzu7iuKXyPpJZnzEQzqJoM5sbDMZynmmESoECaYDBG1TjWCtzZBU8o14sltTadI7tzbU+DQbvzahst/h6GmHk6M+o6ip0nkbuSTruQTmbMq028PzhlgpGz0mdTQRRmMxtQ3pd7vKsLe0USKdSXN0r8bR11XsMHgZEyM6JxiYkkwGuLR9lUsXrqGVK2jnZX7/cYP/+X6Tg6bHm3+1rqb+4JzGg3N6QhySR4e4IGgDxJeDvJEP83ouhO05SswzJjrxiU9V9f3yi1M1l2/E+d4P8iSTOt1WVz2ThZIWwZTFkj+j5usvOvziV0d886zFNKFhxzXeuR7j7etxVlJz0v4pAd3FmenIo8hJY8xxY0xqJUDpQphsOkPClydMksMnLzl8/BIrGiCcTfD8ZMavPqjz4njC6z/I8/oPcpT8E0r+sQrn3L/Xo9V1WH0lytorMXy2gW9qKIpVudHF1OdcW0+yuRShMenRmHRhFsBww0pcOm0OqXZHrK6EWF0Ok0v6SEuARKgBlQH2cE44WyCcK2KM6+ijxkL4CkZwPJ1WtU272mE2t5jhU89To/aI/mhGT9ew/QaXr4a5dDVMLrtOOrGFMR4xOX9J7+QlL89cds9cup7GUId03uTqRYtoUOfTP9p88kebN94r8MbPiuRjBuGJjdMZs/esxd6zJvG1MPG1CKdlm4cPutQ6E4LLJvFli9e3s7y+laG7M+P86xE9WRckZ3gJh+RsTnIGTyoTvjydEMlHePedEq9sRtFOm2inLT7emfHxjkNmM8zd7yeJJn189lFXjaBym8aMVNJiLR8kHTbQXBtjPiUSk+cpi1TGIJXR8clypenhtj3MrI6Z07H0OZbnKkTvpG8yG8saZYZlOkxGYlBdPJ9IBYQhVSDK4eTi+qZqzntz9mpgBoK8eSvDta04e/ebvLzfpOdqDIU8EbGUUSKdMhEKuxmYk44GyYrKP7DpHjcYtMfMkwm8RILyix7lnT4nTYfDkQZRHz/8cYYf/iTDxx/V+OSjmrpO3HotxaW1MEvopJ05u0d1do8azDMhrNU4mWKQlbTOStLAPzTxDw2eP2ty/2GV8nDGOB7Anw9x/VpEjdYaobWGnO+P2H02ZGAbbLy5wsZbK4Sejwi+GPHJToef77YYpnz8H//tEj/50RK//+8v+f1/32OecQlc0ilthNksxtnKxtBqLtRcPn7e4TdPWlglPz/4mxK3bseJnw6JnQ75hy86/PLzDm5EZ+lSkHzJz2rCZCVp0tfnDHQPczojLNdDFRT1OG3I2kNqdXxqHSLGfd110CcO5swlnjVJZA1W12NsbCaICd1N1jSdEb12j16rx5ltcj61CCeClEphVZswOvEYnnh4YQcv5Cih+ekjm1rLw0wZ+JIGuYhNNmyztFxkeX2VWFz2hUaYxgCdEYasp0KyVxKjWZ3y9F6NRm3K9o11tm+u039Sp/ekTmM4pqrNmFiQjwXJxUIct7oct7ucCdW2bqpqxOWrAZY3A6yMfKyOLKoDh8OBjS2kMFMIWh7PmlOeNmwCmkfCmqv1uC3ElZDFynaC5e0EOWumpnw04PGjLuOZx1t/muGtP00Trk+J1G2OT0c8OBpSHU4VOtoMabRGPlpji5gHGXnMkLXXCLpDwefP5evl8NjmcG9Ct+sqxtk8GtJ4ZcvklS2D9VyQ9Zw8vM4YuSMm3pSxqzHxdJZKBkslk+Fwzvm5S7PlMLJFGPGUCzAXj3FYG/HspKfc6BuCbcmmeHBe5uF5maLmcMGCV5YL3L5xRWEwduwDXkwOaDWnaqoVj0p5rkQqz2fgWjrtjkOr45CY6KzMfGwWklz54SbFV/L864cv1NyOa7y3HODmtQzFG0XiF3L88g9n/OqPZ5ztjWkdCnvfYf2Cq/DPy6kAK+kAM3lg90zanqsY8YJBPfzM4+DzOT/5SYyf/CROX3N4VB6wXx/SkB62vk14BuGpxsaKjwtbAWZ4HNWnHFRsRh2NcUfj9vUi77yxjBH02DmvcFxtMel6THoed9Ysbq9brCxFyBQSjDF4/+sW/3Kvybg3UyNpC21usJWJ8Hc3lvj+ZW9jfAAAIABJREFUdoZPK10+rXbJ6i6bsrfkm3LmG1MLTFmLR1iPR2iZY871Po22TfvIZVLRiE2DxGYBtJyLnnPptGbU9mfMpz6uXt/g2vVNnj7b5+nTA0Ihk7XVDJ5r8eh+h/29AavXdFavGgSifnwBP/bUZdAb0emMaDWh1dTwRnOkmFJcPRurJpmcRp+ZmsForqbXMuk2LJyJRPmDavq1Hv1al1DYIJ2XjVydgeA2+lMKmqXmnffu8KO/fYtxeMqXLx/yxyf3efrZiKefD1ndFoeNH19wTr02pd9eCFiBmc7duynu3klRm0z56rDNSXOK5kbQ3QijWodRvUPQL6hAiCQgIEjGqE46HSOdiTMXF7cn73VCpz5m0LYpFrIU81lePOly74s6Yw9y2wkCcT/HLzqc7HSIBTViQZ1EViNZ0glHTPyDIP5hkKAIwMUw9Uqf/Sc1hv0hqWWDZMHCctP4vBQZc0DOamPE54zSIbqRAC/uD3nxYEjR77Kd9FhdiVO6tEIoF+akecBp44Bux6TbsVhLLY6vtbxOIO0SSDn8j/en/I/3bSYTi2IqSCogXcE2Qabk1z015T0fhw/9xK0QP3srybuvxgiE/Goq7ozjqc1X9zt8+Isq57sD/vpnCf7mZ/LBydOdQ8d0aOgOZ02P5782ef6vBpdfsbjyisXysk4hJ3hQjVBGw7E8/v5/tfmf/6vF7fUMf/aq9JOZvBy2OOx1GB+PGR2PuXJX59YPTKJ5i/7EpD3UqdRsynXpZHY5P3UJ+vwqSReVTjtJMAwFWb9A7gmWtt8bMxzKxrIf1zHJRR1yEVeJxsuFFNGkiZGU7usJtCfM2xM6M5eGM2csiRK/plARCT1DQk+r3STZ89k7lt7ymnrY/eG72/zg+9t88+Ql3zx+yUjEBtXNqjOX1IBh/kfawBeYYQVsphOP+ikM2xav37zAaze3+fLBKb/+3Y7qFLx4McaF7fh/pBI/+PSIDz49ZtSYEJnCWirMX/7VVf7yr67wyz8+UyN4mbX4CplQFMsQ5/aI/ZM2e8cteo0pw5ZDqRTgT/8qz7s/SakHec90+d29Nu9/3KBWmZDUIGFqJAI+EkHZRBXnuclJdcbT/Sm1Fly9mOHaxQzrhTFrhQnj+ZzyUKN8PuPsYZf+6Yz3/vxV3vvzu3zzYJ9/+/AekhoqpS2Ws35uXClx80qJT/cbvP/gjCd70l2sMZ+a3LgZ4sbNMP32os8nlJ6TWtEJp6UXfcKoM6G8N6f8ck46Z7J93U80odOqOfRbEI+kiIXTjLQePZoKCV+KZMiG4wx9bQa+NpXnGuVv5NuB/LZLNCNC/JR+02Z9rcD6ep7paEizWsdzJly/s6Xm6y/2uffFPhFd42IpTj6RwDCTjKYh/vdHB2rubuX409fWiKUC7IwGHI4HGLMxxlTuH1NaPQe/H4p5k3w2oDZ2BTNY3ulS3u2QScPGtsXWho+CuBIjAWwtiK2H6PTmNJoOlfaYk16H2rBPMqiRDGlUByOOO0Pa3RnDOrgjg+tvpbnxVpoH99r87sMqo6rHcijCVinOqz9Iq/ny/hFfPjjEI0gykQE9zMOnZR4+q3D39gqv3l5lWO/z8t6JwuP/+M+3ufPOEg9eHPFw55i5SssFVTqwctCj1xhx80ZYTeV8osTnRCDCa9dXKeQSfHPQ5P5BSyF+gyEdS0QZ02Qq3ehHbY6O2qrrTDYJRbAzZnO1ydW1beWGS0czapI5j1R+is+a4o1GzCdTYr4oUV+MsRugN/NxeDTk/r1zlURevZZl7ZUsWrMJzQaryzm2L29ihhL8/S+e8fe/eM7bP4qpaTdnPPhqqFzo6SWDRNZkNjGYTgySKenvLCm08bNv9jh6ecb2lpg1kvhHU8z2iEtbq/z4z94hs5rnf/zjv/Pf//Ejti4G2bwQpFYWAXhC+WROaSlNaSnFeNxlNOko4W91raQ6OuuNJtVah4MnYw6fjnnlToi3fxQlldLplSeqs0SbhNHGIUqbSVYvpTirDvjNr/d4+LBCPGYSi1n8zd9+j7/+23d5vnPCP/3rZ/z2k4d4Pk1NUtKYCiEeoZiIEPR7jKYNhtM2g67BoKeTysQpFFNKNBXxt1kXgX4hzrRafWr1Hq7mEU74CMVNAjGXQMyhvDdTBrxxx8CzVSk7lrh8g7Ix4mD5XYWd29zOKZGvfDamVhF026L3VqW1pL9RNv0db9GbEhDkryRuVDuQOnbC0ZDqZ5VU03AsfWiSIJRNxcWIcNrtCImkR8jSCUmPoqTTpNBSML8+UXe1hQAsm5wzB2/qorlzhayXXuRcPk4+H2NtvaD6rwW/+LsPnvHk8SnhhJ9wUpJ5M4ajmdroQzbTJUEVE+fq4oFUZiImQulHc+ZEwhbhkO/b9GRQbTrL7yB9xvm8IHMFAdmm3WorPK6mWSotL0luT3PJl9IUimmOD5scHTaIhoMUi0nVeRMJWUpc1jxTIQTHwym97lDhY9HtBYJbktSWhmYG0YyQSu51en263QHykVhyDxBiRzKqPk8h0gy6U04PWpwdtLhweZ2Ll9eJxESwE/SuYJFF9YHz0z7l0x6hSJr80gamP6D6WWUDbWUpx/JynmrljIPDfbVRvrayoZKi3Y6I/32FXhWE+MwRrvi30oJjoTmmEjukU1kECxGKBCGdSKTUfP3ZPb7+/GslAEdTMWVanDljJUhIp7T0Kov4Kyknvy+guk8FJT2VXs/JlEZNROmGuh7lShkSmcSi+9dnUqvXqDbqCi2cLeRICILbNIhYBs1Wg0azrkSteDKpEpvSIS3reDE+tesdxhNBnU4x/CbBaIBQPMjc0oTMTSSYJBZKY+pBldaWTXpH0MKepvpbRRQRHUxhbEWB+lYYU8lbXwjP05hNZdPDI6gv+tBFkJCR60ilUlGiqmwSinAhZhNJ1i6QtXPGI0EFLxDdi4Slx1SbMdUEmat82+p5RJLr8mfACqiRXtTxWBD+GpYkgA0/lXqbSr1DviDpu22WSmtkUgVSiezC0NBtq1S7pFMF53pBBOBCkeFwzEAJkgtkr+XT8PlFUnMZDNsMJOVrhLDM7wTgPp1GhcP9F9TLJwr1Kon0RrPJydmJSpJm83n1nrutlhJzFwlgi2Q6R25lm0A0yenpMaenJ0r0lpFeRXn/khgdSnfxoKc2WaWjW8QHSXfKuSxkGRF2BNks2F3pExU60nSmKyFY8OfBsKCgpe9aagQEYbpIuMlrLBKCOocHhxzuHxIIBSmUSsTVmsJUphC5FvYHIo5Jx2tS/blAgrsKSSv4XEki5jIZJaKdHJ9wdnpKIGIREJLUt12+cj1ttloKwb2yJKL86qK/VPo5RfT0UMempIUFh722ts76+pqiZEjnrRgxPFfScVNpAlc9XmLSqJxXF93169usr20r9pKH8W3/7AJ2K11R8t9m9kAJOvJ6CgkdDKnUqqQ9lUgslw53rjDsYiiQz0xEYPnfvusDlmNRiawitiq9cSEQq0SxJEAWcWwl7n73HzmeF6LrQghe9DYvBGBFvfXkO12QABwRwqaLPuDReKSQvtlsjlw2i+vNlTlFnX7fvua3L6eESDEMKebxd5L3t4lPOZal/1vp2N+K0mKSWYjAkn40kQcK9fuICUgXuXyBxFXGC/n9PNkElQ5gS5mJnj1/zLNnj1UHnhAS5JooPdyyDhMBOBoVBLRQLkQv9hSGTpPEuOCgHUclVQVjLZSbWr2l1nCS6i2UiqrrWggAklJv1irqWF1aKhCPhfnk0z/wyad/ZGt7i9t3XlViKnNJvsu1WL4beZOyeeEqsVrOGXn9WrVFvdLk+Pwlx2cv5XGIRDymzEK9rpxjQ3UtFgx5IpFQyGc5Vo9PTqlUFsKtHC/pTJZMNq+65oV4IVj8gC+wMFgIIcHy0WjUKJdPFHFCSBPpdJxarUatVlebfcXSCpFInIktFQVSsSKI74RK5PY7TWUuEcOHXC9rzQ61Vlvhsc/Ozuh1m6pzXBpRRfyVa+ny2ibL65vqGiBpX0nkhkMhInIPkO9b9SpLd7Tch2aYlpgZZAP+Hg8e3KOQTrK9skIyGsGay0ahTiCVwp9OUa831Os2m1V6/QamqXHn9mvcvvU6U9td4IqFTiKJ5cEQbe5DRz6DMxqNc0Z2jykTdR/IJEokY7mFSDwXO5pQWwT97Kg+UVutP4Q2IyCfyaLmxqcpY7WgkqUDbW5PqDYbVFtNfCGpowiztJTm9tUN7lzZYFhrMKg1qNVkc3RApWPTnEBnKuv8MKZfBFwbQxupTnHLDGBJud+3wvXMnixMakJ3sLvMvTHRsKWe7dOJOKlkXAmYoUAQfa7TPG/TKHc4qJU5rJVV0vXK5VUKmSDYXZh08SYO88mMUibLWklMZlMePn/B/tkZW7dvs33nNnb1nO7eC5xRDyPoY+jAN0dt7h22eePGFm9c3yao+Zh0p7QbY3bLbXbLHXxpsNIar1y5w9t33iMf8FN+IALwR3zzwlazejHPK3eWMH0Ge7tNTk76xLNpYrk0F9aXubK5yrjb5tHXX1Mtn7J+aYX1y6uMh1VGg5rqbdbmEcZ9k93HVXafVLnydoGrbxdY3SqyVCoyak34+J++4tHHz7h0I8/l6zmV8h4P5HiDTMFHOmsRMP3qvv35p2d89NEhveGM4lqM1a0012+u8cqNNTRZgDgzhv06/V4Fe9ojlZfnrTT2zGEydRhLtUu7yaQvpBhBis/RA3P04Jxe20e75sOZ6PjlOUFzKbeFwDdCtk+sos5qKc+tpYvEvTgf/dMTNT/9yytqmHcpnx7RajcIZjKE5NoruFAxZ/Y99O6c8XBGbTagM58o4+pyNqbIU5o2VR3O+4d9js7GTLUwthZRYlZXMPHRGWursLbqZ62UZX0pi08rYOkFzl9W2H+8w96LQ+q2S33isbl5kc3NS1QrbR4+3FFrQOlpDCd0VnJ+NfJZTcc2ZsgksRYnVoji1R01stYzoxa1rs2TvQ790Zx337jM99+8jDNu405aVI87nO8PODsf0BCqozHhxvom19c3mXUGVF6eYNttEusQXZK1RQLHTdJt9mjXm+oemMrnicRTdPbbdPZbOFIVntAxIi6B8IxEIsTFzVtc3LjFcG+f0csDPv+qwfufdKkMNd75mw3e+ZtNHvzLDvff36Fvu2hSj7YapXAtoZCqN6M+bsZ8tPsSpulgTHXyWpSIHeCXnx3xq88OWb0Q5vZrSfXcI+v4qTMlXYqQXgpTMBMUjQT3Pu/wD/94wiOpNyqYGHmT2xci3L4YoRj1SJg2lqRhJwajiUZb+mWnY3IrQYXnTcQi+L0g+sTH3pMy+4/P8UVMFSx5duTwv3/T49mxx/d+ssy7P10h4Z2RnJ9RORnz7Nmc/thi62aW7Zs5BuUBw/KAqTdl5ndUEOliPsFyKsx5t8F5p0FITxI3czRaDs9PGuyVW2xuh9jYDrOSD7OSiYAkFverjHsTchtrZDfXGVYPGdSOsHxhIqkV5nqA8vEp5eMTIskkkWSKftumdtyh3ZkwNA1mATF566xvGZQKVylkb6H1J3T2n9LYeapq/GT6Gqo3N5eDV7Y04mGNT7+AT77UFAX1nR8vkQ1M8PXqjFtdXuyNePFyrMwqyaKfcs3h8bMR9YFDsGgSL5ncXg1xeyWEdxZgsOtnMnWZxUe40RGxMcQmGg/LYz4/HRHMRXnnnVWubcTRD2pohzV+t+fw232HlasJfvQnRdJpHx/+qsJH/1imFXZpyZ5rKciNjSjpsE6v3WfQHSpssKVrFCWZv24Sl77ygYU5tphFDGYRnelozKw7YD6V9XMYy/ATCnmEQnOqZ0MqZyP1bBIJ+RWBZTgaMxhPCCUglIRqT2O3omH4A7x1J8nVrQiPP23x6NMWM8GZp/0EojoRv7dIdUd9BKI+CskQpWQIbTChuVej3xhKB4qa/QdtNeWBQ0PT8GcC/OSnRTUf/77GJ7+vks0Gee31LBtZP/5qH7024LQx4rQ5YpoO4JUiZEt+1nImmzmTmBcgPg/w+H6dLz8756w3wU5ZhEoh3rhb4PU7RXp7NXp7Vc6Ohhwc2Yxck9VXl1m9u4z/8QD/kyEPyn0+aPWZ5vz81V9u8NbdIh/934d8+H8dEdmCwls+lteDFGMhioEw0xOX2bHLBw9a/OrrBqGNIH/1f67xvXfTpKo9NX//2zb/83dtBoZHasUiWzC5WLC4WPAxjfmZxgIYwwm+epdxy+a4b3A+MDEcA8OVaiwXM+RgeI7qp7WmLqW1kJqllRjLSzH88znjyoBxQ6gwfWVIPh36OR0EiCRDLC2HSYX9WH0Tq2fSmDRpjFscl132D3UqLRhpMxzDYS0Da9k5peUipdVVwlETTRug6z2CgYmaWDhKLJJQtZgPvqhQKY/ZurnO9q01Rs9ajJ63qHVGnEvViO6RzvjIpP0qWd4c9zk8mvPyuUF/ppO9qlG8aPF2sMBbwQLf7DX48MkpQ0+0hojSKD593uGzZ10yGYvN1QCJqBgkpV7KJFGKkliKkbWmas5e9nnwVYfJ1ONH/znHj/9LHt/pBN/ZhOPzEY/LQyoDqeaYK4T8UAswIoDZtbFaIwzZM/IHcX1BKmOD8shgf3/Iy52ewktrpm7MpaP25mVLTSLmUyM3Ut2dKGSaFfSphIQWBE266cUBPfPoSRKgNqHVnrGaTbCSTXB4NuDpXge/GeTSap7VYprPdit8tlumGJxxMTHnwkqMC5dKJIoRDodVDoY1jL6BOTCoNecc1T3qAw8xVAw1lKDX6zikRfDwdDYLCS68u0n+aoHf/GaX3/zbLm9f9PO3b8RYX4vghoOM/X6e7A14vDdgf3esWOTynjbWPTZWNDaKIiRb6PhVR9fJ1OX5xOawPuXoc4fjL2b8xZ/k+Is/zVG3bf6w22K30lMP3IJTEpdfyjRJpi1SOZOJ41Fp2lQaU3S5QNk6Fy5meOV6QXXyPX1Z4/y8Q1jziOByfTPC9a0wwXQUJxKlNYOvnlT58nGVQd+h33eZjefM5eekY/y319d572qB35/V+cNZjaQ5Yy3koftmtA1bRfpzyRC5RIihOaWjywEyY+e+Q/0QCkE/RUGa5WaQc5j1XSbnkgD2U9gqUdgu8eLpGTtPT5ULfnklpdBI+/s9zs/7qoNTRjYkU/Go6ihpNofUBY07mNPpC9pwLpQg4kGDpZxFKm3gBOa4QahWHTWDlobdEVuZgSR/xB0jQrKIoJGgTjYpuECD3thViOkVB5bdOW/98A7v/sVbNKc2H3x8n1///hsl9sosXzDYvilpG41K2aXX8ogtagi4cj3BlRtJKu0Z9571Oa9PCYV9hMN+mpUhreqQoOmSTkAqAckExJM6oWSCUCqBrjCTU8Ztm+7ZjGHNJVnKkyrmeLnf5NHjMrYzJ1dKqlTT/m6Lg9026YRJOiloqTmRuEcoqBHWw4SNkEoc6T6L8XjOoOcxmUzx9DEYU2LBuJrAfITP6ysssZsOMon6efloxMvHI9aDLteSc4X5yV1eUTjp4/qemlFLZ9jWlYnj1sUQpYLFLDjHCXn86sMhv/pImPMmqUCImM8gZNoE/TahlEsw6dItGzQOTNKhED96M8ObN5OYc13NMOTRi3js7g/57DdNzvcGvHrX4u7dRVLfF/XR8abUpiP1OR9/4ePkS4trVwO8cs1PJusRitr4wx5G2IejGXz5+YivPhtxYTXNq6/klZ/7s8c1Hu02yJg2WcNm/aaPzdeCqkOg0dGotzyF4xYhYjSCsdQ2iztedQcZWJb0+Umxuk/hCL3pDGc8wR5JasaHPTHxC3pUG7O1lOTiWlZ1WepJm3lkwqA2YFAdMNE9RLOYSQpcPZz6SRgJEkaSsekxMeccH3XY32lh92f82U+2+bOfbvPx45d8/OQlvfYYyzbQxU2tCUJyISIbKi3iYFozvKnHuK7hDQX7usb21XUePz3n4y/2VLpipRhQSW/B9sj87ssn/O7Lp0xaA2VCWUkG+fF7G/zkZxv87w9O1IStGLe3N8jGQnT6LTq9Np2BrUTqdn1EuzpUSeu/+IsS3/9hlqE2ZKgP+fRel99+0qV8NsWcQtQwuZiNcSEbZ2Y6ONaM5sij0Z/Tn2jEIgaxsMmFrMGFjIEV8TEJSC/mjOrjGoOTAXd/eJ1Xf3iDrx8c8sG/P6TVaLGU0lnO+rhycZXLF1b5Yq/Gvz045uXpgH5XR3NN1peDrC+HsLSZmlDCI5zxsKJzemIkGUFt16a+a7O6HODu6zGicUMJjdJBnM/myGfkvXVoezUllsTMBGEjimuNcMwR1SOH8x1XbW6nlyXtpeMboyYiCbp0mNF0qD4/SapevbjF1UtbvHh0ys6jUwKGy1LWTyYZJxor4ulxfvGbHX7xmxe8dmmFv3jnCpG4nwf1Cs+bNZWkmI6Hi96+mUMwaJDOBJUzVxa88YCFM5jjDuekYxr5rEYxL2nPqJrTxpTT5pTZ1IdvHmYwdthrVjnpNgkHTOWyrjaHnFb7KrUqGyoBn8WNW2lu3krz+Sdtfv2PVezuXGG3rmwnuXg3xqW7MZ6+OFLjOkEiAXnYDvNwp8yjnTKv3t7ktTubDJt9Xj44xNBmvP7jdS7fzfN494THOyfMXQO/EWI+E4PTAM8esXXBx+YFi07TpXI6I+wLsbWWV+/loDrmsCqoSUH3TYjGTFIZ6XGVBLkIwB1C0vkii8oxDNqCEPbU9ygbrAE9qKawYrC0aZCIzAk5M4KOi2FFVPJq7PoZOT52dwd8/Lszjo8HXL2T5ertLFq/izbokkrHya/kcc0Q//LBAe9/cMAb78TVSKftyxdyj5syl8iMCAc+Sb+F8IWC+MJBJYbtP65QO2zx6q2kGv/ERWvNlGB65e2L+LNRfvn+fX71rw/YuBxl41KUcnnKs8cD1Sm8uZ5jcz1Pq9tSI5iatfUUoZBFqz1UOOTTnREnO0Nu3Ynw7g/jJOImtdMZjXMHZyDHjTjA46xfSVKpDfjow0N2d1pc3E5x6UKKS69c4PL1Czx+esoHHz3ky3s7hBJyn9OVSzeW8pEMx0gHkxIZolyv0u51KOWLlPIF/EGfui+LuHpyUqdcaWNqi43rdndCsz1UFbORdECJwP4QinxS2R9RPhgy7kp6ZIEilkSi4F2jCYNYwiSbi1IoxdWG+vGRXH96anNYkL3S46qwiZJMmYoaJj/XUt21gkrxdBfLL12fktI0FSq10x2opJIgV0U8kA1+SUZKf7IkIkKmRVA20cXYo8/V7y1CqCgDYhaS0VWKUlK6Hp7t4NM1bt5Z4ebdZWYzMShKMqnLjqzrqj0lSvuCUjewSK+qlJh0AEo6NCEd4cIeX4gQo4EkAAfM7JlKb/l9gjBe9IRKInM6HSmhcnk5SzYbp16rq41rEbKln1cEh4mcFNqcVCZBKpPk9KTO6UmDWCTAUklIGvH/ELNkc1Wm1x0olKb040lqWkYTIdwUKcfC8yzVmSabNpJKC4d1ImFddVDJhryIJJKskNTRqDtTk8vG1e8o/64/4GKImUi6ll2o10c06oL4TpHKrBAIRLClV8kdk4xHlLBcqUj/5UuFm11f22J5eV0hnsvllkqtCAJcNqhFrJS0o6C7dVdXna6hSERtfEmXsxIffQF8viDHR6ccH57izl38ITEsyucm34VsxQtoTYTeRXebpGolgSZisiQpReQaSndcb4RuyvotTiAUYGJP/6OnXIQjOR9CEekq9inxN+IzaHebdLot9T0mU/lv+1AXOF2V8uvIw+wUe+KoXttg2EcgbKruTdlUTUQyZOJ5tLlFX9DptrPoSzIDFEvLasStLMeUCFCS3pSR9eNkvEBWqz5k6ST2S1L32xQluhJEq9WaEpgkWRePx4jFIsRiYdrdBvV6mcGgy2w2VvhWET4lUTYRNOjcVZ+T9DL7rQB+y6+EczknRaCSZwEZOT4k/Ssmhf7QViOp3uWVDZUS9AeiKgFm2yKu2TSa8ro11f28tbVNPl9k5ogoJYhf0bcX4o7lk4f2uerdte0RxtzA8GRDXOhTU9rtGjvPHys8o4i/MoJ73d/fVwJOqVQkV8jSatZpNWsqTSzvr7C0ztWb75AtbCgTwsHRAcL7EWhuKGAQC4qQ4tFsCAazrsgFaiQh6Vv0jZ/LJnWzTrG4RqG4rnpF5fu3bY9ub0SvPyYSSxKNJVXKXzamFEZciY2iRMqKV4yrNXWeC1Y+HpeE88LMIkl8JTCC6nYVITIYiqjPW9KRIvjIZNJpSoWiEqMbdRFfqownUlnUUx3IYi6TZ9dKuaJSwstLy2pE4JT+VElpirgmifHRaPF3i37TkOqUFnOE4IwV0kaNpJ8l0TlTG/EBX1R9x8lEDns6U+eLmGfFB6M6ovQF9lglc4W9/+1/AgG/unbL8SVCtHz/Iv6q/meFdDbRdaEjyGdnKaOHpKKVWPxtP/C3kqpKMcv/Z6EWf5f2/e6VFn+pksBKhF2Iv0okFuFVgakXSWH5nAT3K0YZEe0EsZ3JSgI4q15TCAUiBKsf9C26WhkkRJCWe8Z//ALfisyqr/jbf/Xb0LD6QyGgFxholXD+NhWtfnN5G8pkoD5mtLn8fMGbL55z5HN89OgbHj78hnQ6yeraCuFIRNUaiGlAxE0ZSV+rFa68vtgopPe51aTdailBUIRKhc1GyBo+hR4XIVmZTFyXoTLhdNV5WMhniUbD3H/wNfcf3GNpucSlS5dIpbPokuKU70mT70tQyGIoEGPJokddPrdF3Uef/cMXHBy+UNjlzY0N4rGYQivLMWcIsUDXFVY5nU6p5Pu9e9+o5N36+jpr63ItkfMproRedWgpYV9T55QklUW4lc7c8vkp7U6TdCap5vTkTJEQ4ok0GxvbCiM9lvvAzFXpZnm9QbdDqyHEH1sRAOR8taU+yJ4q00q7Laj8PjN7qOgAymQcCqp7UVB6dgX5GowQFny/CPHBECJoipiVPg9XAAAgAElEQVQq1xy5/+iG3NeETDLl6dP7PH3ygFQszHI+q+pk/CL+WhbBdI5gKstZWaoQXqrvTcwecg5c2L7KhQvXVJJVzDdynZC6D1nn+AxBhgcplw+olA+xZwPmuqvqDNKJrOpiVnYqOfbUQT9XIo2k3YWcIOeZYfi+y8UrpL7fJzl5j1Gvr0aOKcmPGL4FUSMctlQ1TCEdIiFY24AYGlD35lZ3xN5plaPzJmMbRoI7ND00v4dPDMaxhDI4yUVOzBtyLEgiXDD7jis0lznZjBhcEkSCPqIhH5GgX917xZjnjGzc8ZSmdMP2h8w1G8s/IxzUSMcCxIMWo7atJh4Oq/5bwXBXmlXaQk9a2yC3usGk1aZ/XsaZDtH8cwbOjEe7LR6/bPO9167w7mtXMHWLTntCvTHivNpXMzAnDI0J165e4kdvvcN6Osrg4AHN/cd88qDGJ/dr5NfTbL+ypJKAR7s1Kqc9MqvrZFbWubiU4MpSlFq5zr/99gG7RxWuvbquxrDbmHYLqdN2bIte12PnuMbOcZ1XX1vhtdeXWVnKkE4ksQdTHt9/yf7zY2XYTiWlR92H4/iUwa1YipHLhLH7fTVfPazz8ddV5qbFtRtLXLqcZ3k5zspSHG0eUjMYntHt7WHP6qQyS6SyS+oeLONObZUSt0eyJpTvbMhEsOayXhsHmI6DuLamDAPuRKp7prQHU4KFENHVqDLeX0jnCdg+Pvz1rpr3/uSCGjypGDlRHeyhdJZgJofnjZQZYCoJ4OaMqS37WhZzEV2DYlZHPZ90hmPV11qt2NTrDjPDz0wPqMqtUEgjFnNIJyek0qj7aTabxa8X8Ot5Gic1yrv7nB4cUxlNqY6m5ArL5PMrtBoDXu6cKLrJzG9CyOTCqsX2qg+fgPZnzsJEFAmgB3zKcOCNZ/iCUrMSwnbntHuCxTe5trWtpnF2TOPshG5/zMCe0596TJwJE3fCUrpIKV1UdStiMm0OO8Q2NJIS7MiusJ5dZu95jUdfHzG2pxQ2U6qbWOvZ6L0prubiGB5a0MWKucQSQTbyF9jMX+TlgwP2Hh7y8rzPXtvBtUzefq3EO6+X+OKDQ7784JCjzpS6VEuUotx8o8CNOzmuxMJcjoU5Ozln5+UBpuZnvbRKNlHgXz96zK8/eky0pLN0Nai0gmZnynjmkij41NzMbnMzd4GvPq/z//z8CU/3mly6nebinQzFiE0hbJMMOET9Yvj2OK95VFsurmXjWDal9SDrF8KkkylCWgZrFufk+ZEa/CZWPKj6XD/8tMNhecZrb+V57e080flYzfnRgKdPegwmc669WeKVN0u0D5p0DprMdJe5PBNHTbVfnrAMDgX5Xu8SDyTJR7N0hi67lSb79TZrS1FWl6Ms54Is5wP4pxNGZw2coU1kdYno6jL90xMGZyeYVohIcgnPCHBcLnNcrpBMpJXZ3hA9ZTzAkbomIUmJ9+Lb97tx8TKXr93EmNjUnz+j/PQpJ304GaBS5YFYhELGx2ZR2Aku//xRn3/+9z7ff6/ID35WYiniEhv1mLWHPHrR4/FOn/RSjMxSjFrLZnevS3fiKDJaqhRiLaWzmtLQWyZOxVR4aicwxgtMCJuCVdZ4vm9z79kYXzzCzTdLrK1GmezX1BzYBvu2Qabg5+p2gLBP48lXPZ582WOat5jlLEUSzAU0AnMYDuR5WAg/C0Pa0rLF+oafVNQg4Hr4PSEQRfB8YZpCFaq21LN5KhwmGvJL2wpz35xR21MTMHViQr2SCoTGgEpzoCp/xKg+81vY/iCxeJirhRir0SAPv6jz6IsaPXPOWEzMcY1AbI607qylgqwnAyRCPvUsMGvb1Pfa9Fs2vkISfyHFg69aPPiqTV/WgykfiXyQ126keP1mmm8eVrn/qEouG+HurSL5kI/+8zqtFy2eVqY8Kc9IXIpSvJNkfS3AWkxT4/Pm+Nw5z593uP+wxcCZE1+KkF2JcHE1oab8uEr5SZWz5pgToXr5LDauLLF+ZQnzZRdzt0t56LArxsF0gNduJNgohfn5z8/4f39+zurNILd/GufCRpCcaZDVdAanNv1Tmz8+6/Phky7B1QA//a9F7r6WIFIeESmP+eUfe/zyj326UitRgmzR5O5WiLtbYUYGjHWYdiY41QH9jkN17Kc2sbAHLpO+w3IpwuZajExYMmMjgvMJ4VyISC5EKik0kTDOaELtqE673mbmmzHzCbXUoNM3iEZC5LMREqEA/okP/8SiMuip6Qx99MdRphIy0KeY2hRNd9D1GTEJ2RSChMMaFg5+3SEanxNNzAnqFoG5pfrXnzysc34+IrGUJrGc5vTJgNOnA4UGT28miKQtfF4H/7zLxHWYuC7nRx77zzxagzn6kqbMFLdiSW7FUuye9vhqr6E0hKVSjHQqzGfftPn0mzYbVwrcenOVpbBGuFZHG3apRQyqUZMLGYvttI/K6YAHD1pMHJef/m2Jn/7NEvPDAfOjASenA56X+9T7U/XcaFg6dsjEDomWOsfqzOl25px3oTIySBZzJAoSXGzw/1H1Xl2WnNeZ5nO89/6kz6zMyjIoVBWBggcBeoKUxGa3LrrXzNJas+ZHzczltK6mNS1KJCWBJAgQIICCLZRPb4/3/pyIOBExa39ZoEYXexXKIDNPmC++2O9+n/f+5yVa9bGs0U47GnFy6zkvt27IDeUCn4sAFhHLIOyFVDZMKhOiNjVVkLY3YJGKWyor6/HuiNMzjc2FJJsLKY5Phjx62ibk8XN9I8/GUoY/flPjvfs1CnGD7QWTlWUPuTXBZLgp90dU+mPyepiCHqY1dLDfMSiPTdqmSXtuMe3OmXYNMnOLNYfNejHK+isbpC4XeO/fDvnDu4f84I0w//WXaZJpN6c1jRPBDk5dTCcunu7NePBoopB2GwtwadHB1rKLzWUXIWeQoCPIztTgo8GEx/UZ559plD6f8V9+vqzqbDjh1/eq7JS6+Bxzgk6TfMRPLuzHFXBhBZ2MZybdnka/qxF1uYg6nSysxFncSDEYmzy836FeGrAam7MSM9neTKqahiKcO4JUJjYnByVO9kv0Rha9kYk2BGMA28k4//ubm/zs5iJ/PCvx/mmJqE9jIWri8xjMMDDkgk76iYir2W2hOUz2DuZ89IHB8Y7FRt7Hes4HWR07KxmhNt62YJJ9eAopVYdPmqrEql8oJpTjod4c0O4NicYtojGTxVyMpVxSTSXX6kPKtQEDzWQgOXuSjzyDgMdNJuIjHvPgTbrxJVwcHWgcHehM2haOsfgvHCRyTuJ5FxPJ1DJ0on4H2fBFQ7RruZiaTtZmOmtTjZdev8WrP3qVs9qM//mPX/E/f/U1dsjGlizHLQfLV50qn6RcdtJvQ8ppknSZLF+JsXIlRqVq8s1XUxoNnVTeQbogYdg65YpOwGGTj0A+DvkMCrXriCdwxJPqRcLrnaK3DUYnFqOSg9BinuBCgeNqnd2jM/UCmYmlcDv87B202TuUjDov+byPcMDE79IJ+Gxi8RDRRBh9YGEMbDyS9RaVrEmo1wS10yWbDqtNujQepFFjBxy4U36Iejl+MuXo6ZTLQYvvJG2VOZu4sowrG+aksc9J/QCjA3oHVotBblyLkSn46QFdHHzw5z7vf9xn3HYTtEOE3G7CkRmhsM7cbSiRT++B1oZcLMRrL+b4zrUUjpEJIxNX3olzyUWtqfHwkwHV4xGFFY38qk4kGSOSjNMTtNKgR7U+oX3go33g58bVEM9fCRKKzjDdPUynYKeC6GaAbs2kUzUpLCZZvZSh1bX4za8rfPJRndtbuqr81RDpq1F0j4dK3aJaNaifj6ifjdXUjEyrzw1bCbziYkirfN4QhlrqPTjngpqYYUp+x1Caqy60yUDhA68sp7i9VSCb80NCxwzNqJX61Mo9Nc3qjYp461RriW14ibkjxFxRej6TvlcW/wHVnR6uocUvf3qJ//zTS/z+8YGqblPDNXbj0AQBLZ/ZxOn3XZRLcu4M5Wx0DwVB4yV1qUhys8jBYZ2H90+ZjYZKCFzIxnn+yh1uXL3DJ/c+45NvPkPr9QnPoRj38vKbBV55M88//KbL//h1l1wyzfde2iCX8rN3VuK0WsPpcatGf6vRp17qkkt5+aufLPPd13M0adG0W3x9b8Rnn044P5kzHUHI4eW19byqynRIZTpCcwMiVDpRgoI0dK4lYlxNREkVovgXwiobr/X4nPF5i7U726y/dJkv7p/x3gdP6bY6LKVgSaaf1tdVfXVQ4/0HR5w1hhimSwkdKb+fZCBANmWTS1kEo3M8wTm2z6ZjeGnPvXR2R3T2RlxdD/G972aIRt3c/bLD46cjVpcKrCwVGDk7tM0qM1MHQ5z/QTUI5HFKDpPki8krK8SyfpIxP0WHl4LDx8xnM/NZDMwxQ2OokGeXFze4vLBBRUSfw4aaYo/HRYSJkM2v4Q9k+cd/ecQ//vYhL12/xN+8dZtg1Mvd40PunZ/QH47oj8Zq8yF5T5KtGUkI6s5HxNKImJpqTkglAk6iPotoyEUwnSSQTnJvp8nXOy38jjDLiaISP57WTjlsV3ALZsrvo14ZUT7tKZdgOOUmkfFy83Ja1Z/e6/Cr/6emEDqv3Mry/I0k+csB8lsBTs9OOT07w5wF8ZFBm4R4eFjh4VGVO7e3ePH2ZSbdAYcPj1QW2dVXFli+nubJQYmnB2VszY3XDMp+HL9rQsg3Jbtok12A2djBUJ417gDJZBx/UAYTUCW5pZVSh0zWy9pGmGTaw+lJj9PTPr6YB39MRFCb0rnJeGipISERNsyJpWplM8Dmc0EKaQ9ZICkiniuI7hJMlRfN9PLk0YDf/UuZw/0BL76c4cWXMjikyaNN8If9+ONRppaLP38mgxdVXngxzosvxhVmtVobU29o1FvS0HeQzyTJp5PMnXNm1oxeZ0plZ8igMuOHbyT5wRtJ/GK6b1sE5OXhahw95OL99854/w9nrF5NKJG2VJ3x8FFfueWvXipybbNIudmk3GoRiztYWQkQDrvp9+f0Orpaa6VeuBXhrTcTxCJeTk8tSmcW057NtGuzuBZl/WqcZnvMn94/o3w+4s3XVnjz1VUcwaiqe/fLfPKx5IGekS06yRZdiOYbTNqEvTEijqzCNe8eVKk2erz1+g3eev15JcINxmMa7TYHx0eclkp4CEryCf3RnM5AU/vGSCZAOOHH90zYrB33qB73mA0N1dSXZrZCElsusoUQmbyIZUGisaDaTx7uNyifd0ikgqoMU1NipzjVVMNnjhLOpBzC83NaeH3y+6ByjLVaPZrNnsqYlRIzljTsRXQzJKdQswm6/QSE7+S0MV0yfGVhuxzKgDIdWczGpsREExCn33yuMozd2Pzkr6/x47+5ztOnFT76aI+jUpeBECKUWPHMl6ZEsTnW/AKLKw3tRCJKPB79C9ZWHH2dbk+JLxd9WKfKR5QsVME1arqIrx7W1ooU8kkq5Srlcg2vx08oJF/HdSHGOFENe8ENVyoNqpUG8aifxUKCXCaqnoUixAbE4RoM0e60OT0/U45CyZkU0dOhhHC3ypfWdQeDwZSuRJX0JffSrRqJMcldjCVUNqu40Yf9KT6XX5VXjr9TprAlh/kiv3Fu2hiCUh4Y9AYGHk+CaLhIKBTDF5BJV0Fpi7jnoFY/4by0r9zf66tbLC6ucSQujMMa0XiQTCGG020xGHWZTca4LHCbtmq0C8JTGszjqTTo5+q/paRZLw0xEZwEuyr5mLGYODQDjCdDxuMB456ggwfKUafEUGkKW9KEMC6yPU0RFUTo8yvndbvVodXuKrFFSj6n7bAUSjXkdRL2OhmMewzGXYLBOMnUMi6Pn+6gTXfYUc5WcWBOJ3O0iYgAEAg4VdzKcDBTorqIv8XMonL+NpptBqMpgZBkCUe5vH2N7SvXSKay6nPLBddqtRQeVHC/UiJWiLgrudHSBAkH5TqRXHVL4UtliEAEbhFOxD23vrbK2voqR8d7PHj4NYNBR6HHRSxXaOi5zkyubwMlPCficaKRMOFQ+Bm2daQc2nMl/oogJ6KGbBBE8JHms4tstkBxYQlfMIphXmRMi+glTstavapyngWLvLa2Rj5fUCKeCFLqbpKBOZdcU4IIFcSsuPVMHLqJU58rVJ84hHu9Jg8ffcPx8b4Sf9c3VimXztnd3VEC1PLyAsWFPM1WVQnd40mfyWTIytoV3vzef2Ht0k12D/bYO9zDnEsG8oRE2Kvy1eV1uHJeUo5al7jX/JLNGFCuSzleD775nKODXba2bnN567YSvMWdKHmqlWqdWr1JXFDTiZQa/BNH8gXaWsRKcbtKjpmIqGMmgh6VXatbPqemhjXkOpB8qkAoTDqbU0MAoXAUTTPVNd7r9Ol1e+QzkrO8pPJ4RUDpdyU64JhK+VgJ4Bsb68qxfHZ6opCRCwtFFosLyoEtJUKv5M2JGGsLPg8Hw+FIfS3JVzVEiDaF+iBNFRGlxYU+V25sr0tcjyFczgAOfAxHA1VCdVZZnG4RfEXFFNezIHH9f8Efy9otIrCc85kIr+r7SENQ1KCLfFYRo8Th7vVJvmdYOeFNGfxQ7vgLgVd0XIWQfZbP+y2K+C9Ks5LQL9DRF4bov6jEF45VuSafOTVl8FJ+fsmBFRFU5FFBQKdSKfX9dONCAJb3AhnyUedSzqslxAhTuXMvFvZ/F5+fmbAvxOFv//zfDcrP9OpnP5P8OIKMFJu4JUMCF+KvYJSVACwDIOacr776nK+//pzFxQWuXNkmHIkyETHMhHBIhnJi6hkhYrJDOY0dKif35PiYk5Nj5byXtV0+l4ggcmzlGAnafCSDBeORckpKCSY/lUmqwZu9/afs7e8oUXVpaUF9DbcI825x3nhVXZzDb93OkpdsKferxDPs7z9lf/+Jui5feOEFlQF8MQgoKOOLIZx4IkE6nVZDEb9793d88eVXvPTSS6qikah65it2j7w8y9CAoLZNce06VYkAXK6U6PU6pDIpRQA4PJKs5WOS6Szb29fVryI6y/5AELqCFRWBt16rqeFbt1Mw8E7lKpZjLmQQGQrQ9JmK65Bs52+d3lNtilQgGCESTRGTfHElAAeYiLt50FNEAYkgUBWQgTOdvd1H7O8+VLSOdCJKRLJ6ZT/j8xNKFQimCpycHbK3+1D1B2Q4SIYtcnkZOFlhOB0pGog8b2XNFedvyBch5A1TOtujdLar9hQSoyFxBUIKkKEmNbcgJAIZRnHJ4NqUVrOpIhnEuayc2H75WfxqHVa55xP5N13azS6JVFqVXFOGoTM3ptjGAMsYcm1rQVUuHSMWCaoM7a+/ecSDhzvUGkM1oDj3ubDCXkKxMIV8Th1/ey7DY6baG0m2vAzAyJ3kD/hYXiyyvFRQOGqvy3w24OQm7L8YvpJMSYmgkWdMvVnmrLSLbU/Z3FhluVikU53QqUwUGtTnkSEcE9s5A/ccfyihajbUGHfHGOYUy6cx0sfsPOmw87TD99+4ocpyeal2JtSaY/rNiarzUZfzcZdrV5f4yVs3uSovuN0O01qT9z7b4727+0QLCRYvF9WxLO9XaFX6FLduUNx8jstZN9upOYeHFf7+N0/46qDJne9ucOetDeLWiLg1xBwZTIcW7Z7GTrfFbrfFW7fW+O6tNRYlpsIXUJEMpWabaqvNfNxThTOM7U4QjSRYWcyTT8Vonp3QPDvm3kGXzw8GhFMJ3njjMjefWyASsIiIi9eZx+EoMJyc0B0+YGack0xtkEptoE976DO5nlGZzrI+NBs1NXjUnup0JgZOhzwXwli6zazbZ9obMtYsJppFYjFNZkMifGIshv0wmvOHP57yh/dO+dH31vjh99dwWiOatYqKiggmcwQSWRVJYzNm1BvTa0xU3EK8kCGSTuCeD3DNh8pxftoY0e4ajLs2kwHM3W5Vy0thNlajJONzPO4ePp9OIJYhGM/id+UIuHKM6m2656c0SiUqwwmV0ZRwRLLtU/S7M6qlNo3ujLbtY+L2cX3LzfUtFxG3jU/RFWwxgqohB8utY7kNha4PBWMqWkLoSnKPF6Kr5KOrHDx4wv7Dp8zcFs50CFfUh3s8wz3R8Pviqp4cDPjwyzKn0vPZcJK+5OcHN66o+vzDU377j4/o9Ies3gizvB0k5fWQ8niwhWgjExceE1fSJhj3sRReYDm8wEefnqrqOwycOY9Cg7+6mOTVhSR//rDCxx9WuFeb8nhi4clH+PH31nj79WXWYwnWY3H2H+5y77N7eAIhtm/fZHnrMh/89lM++O1d5jEN75KDiRuaPRjpEE5DOAM/2n6FH195lc/vVvk//u+P2Tup887PL/HOzzdgUMExqOBzGYSCLuWUfnyocVjSCMTFBKCzshFgfStELpUn7F4iYOWpHRxQ3z9EdzqZB/ycNXS+etim3p7x3PMJVUGChAhyftLl0QOhImh85+1lVc2nVVVzr4UrH1C5tWHDwjWbs1uZsFMZk4kmWMmmGc9NDtodTrt9FpJxiqk4izkvC3k3EXuGs9XFqes4izlcxRyDkwrD4woeV4BwMo/p9nPQanLYbJGNZcnGciSjDhJhnYDTwBraaP05O5UuTytdrrxwmZfefh6PqVF58JTz+zu05w5V8nyUtVNyiAsxJ7Oxzn//5wp//89lvvdOnrffybERc5HVdKzelK+fdPnqaYfsUobMUpbucMLJWZPpfE52KUW6ECPi0wh7Nbwz8IwcyAu36ZABeA1/3Ikv7uTwkc7jLzQcviAbL2RJLwbpHDboHjSYZ4KY4hr3WiQdMzyaQbM8p1Uy8a1H8K2HcVgGdm+kzA7aNMRsFmAy09Qw0+Kin/X1IJmUTdAzI+g1cFhpnHaG43KL3dMKLgzWs2GyCT/yIwoG26V5cWteIjJ8FJUd25zdsz57Zz317q9PTSLFENntOIVsjEUrRGLq4f5XNR58WaWBTidgYSRt3BmbUMHJnVxQ4c4lLlH2X6OWTv1wqMwIkaWkqj9/2uHjTztYAReZ9TD5hSDb+ZCq3VKd3VKDfCbKzStLRG03R5+U2P+8yqdn8OmZzeZrSV58J8u1S36WvTZLPolJkX3nmP2TCU/2Jji9Xja3Uqwux8gEfWSDXg6+rHP4RYOSPqUaspjHvGysFNlYLuI4b+M47zB3etBjMQIxP4sx6WeY/F+/bfB//qbBrVdTvPOf8jy36ic9n5OQiIvymHZlwpdHEz49nOJf8PHqOymuPxfBUzbwlg3e/XTCu3cndNFxZ+Zkik7euhHnrefjDKcag9mMQXNGvzpV4mPXDNI1/LSbE1UvXC3y1ourbOZFIxsQdQ8xIwHMcEDteYJen6IaHO6dUm00sDJu7LQLc2CrivgCpIW65Q8SMH0ELB/l3pRSb4LlieKLFIgIJUaym9EodWeUu1OckQm+1JiA3yJkuwm7PCRyIth7cc8sXCODRmnE3m6H88oY0+tj7vPx4JHO/Uc6q9tF3n7nMhsbIWaNPbTGHm6nV73PNM/nnD7WqLVN+mEHWsTFVjKkqtKaclAe4fR5WViIkUxFuPtJh08/bXPjjWu8+csX2ArapB4/Zn56wke2xkfWjBc2krywnqDVmnDvSVMh93/0s2VVs4O+qvJ5n4NKn+5QxytRVj4P85SNmbJxTT14Bl6Oz0y+OJjysGzyymvbvPL6No+/POPjd3eonnVxBBwOOx5z8fKLEV6+E2FszNUi59IMAppOzOfi0naWzctZnlS7PKl0cHvnZJPSMDJ5vDfl9Fxnaymhqno+4nC3R8gfYvtSkaXFLL/7tMTvPjlnpWBza8tFYUms8igBr9E3VG24o6y7o3QmFju9GaWRTmts0RrL5IClquiAba+D1VyY9PNLhFZT3PvklG8+OeHNNzP84pdLmE6bz75q8+WDLsv5JEuFFA/2+moST5tqrKZdbORdXF5zsr3mwO/wE3D6eDqa82FH42lVo3ZvRu3rGb/42SK/eGeBs8GM396rs1fqE3AYhFwm2bCHbMgLATem38NoZtHt6gy6BnE3xDwOEpkA8UKQ8czi7EQyCjWWwyYrYYsrV4tcvVqgNndyrzHltDtlMuirl4VWf06zN0cf2lgDuJpO8L+9tcVPby3wu8MT3j08JuSZkw9D2G/hkAe8zyaSChJOB5k5DEbWjP1Dg88+NjnZsxWjfTnuwrtg4l008VsuAiMfTsPL1O9VjunTwx5nh328Hg/pbFShm/ri9pCJpohOOKKxkI+zXExhGFCpDilVh0xNi8lcXvBspuKgczqIB9xEI24iWS/hrJfdnSl7T2fMehZu7SKDL5JyEE2hpig0c04i4mYxJRPeLmpDU2W9XsFiG4vnXrjK9Tduclye8k+/esSvf/OIYOoCJZxd85C/5MVwOKjU5ox6c3Iei5zbZPFyisXLSU5Kcz6/O6Ra1VTTO1d0KxePlGtuEbRtkkFYKjoo5F04ohGISqNhimmNsHpz7IYLu+3Fk03hyaVoDPtU2k0msuE1fWhjJ2fnQ05LIwpFmbiURW2O05rgcVnKcRGJhXHObOTdw+sP4Y0lmGoWp/tVmpU26xtJNjaSKver3uwqRGcwF8ITD3LweMDhkyFXo/By1sX6RoLktSXc+RAn9UNOa4dobVsJuKuLEZ6/mSSZDXDcmXLSnfL1/Ykqfegl5Ajjd7pwu6a4PDM8EZcqvW+itedkogGFjLi5nWbaHDJrjPAveght+mn1DB7e7VI7HVNcc7CwJn2KoCoNg6lD8ixmtI4ctI5ge8PPlUs+onETl2CPbZNu30l/IJmrXpVrk1uIUlyP0Wga/NP/W+OTPzV5+46Tt++4CC97cC146c8dlCo21fKcTmVMpzwhlw+Ty4VVE3I01JnN5oQjHsIRmQZyMJg4CEl+VciF1+FmOHYxGDlUBps0ybYX49y6lCOT8+NMzjFDhhJ/qyIAe1HHRCb9dUO6dW4SnihxT5Q6MxrMaJXH9E6m+CYOfvzdFX7y3VU+PWPoS6MAACAASURBVDnl7ukp7eaUecfJfCxONgvTtvAKQj3ixyUCsGOOc44iH3gMH7GVHPGVHCcnDXaenjKRbDU/5JMxbl+/o+qLJ1+ossZDog4XuYifzatJtq4k+f0HPX7/py7ZVJbXX9giGvHycOeQ/dNzookQ0WSQZqVP+aRDNuHhb366yltv5qlZNWpWnUePDB58ZVM6Mxj2BQ3u5K3LWb57Octhp6+KkJdwKqKmhvd3WqrevpJTFUm5mYXmGKaO2dBhYBFZThNZznBwXOfh4zNm4xHFFBSSHtK5ZdLZJe4+qfOHLwRhPlDOKJk4D9sewrabhQWbhaKt8rl9YQeOgIue5adv+mnt9Gg+7fHcZoQffb9ANOLho4+bfPOwz5ognFcKjJ1tJQCP9Rna0KfQ85LxkYx5abSmlCtjhlMT2+VSuRJbkYgqLWCgBef0BDE1HSo0WjaQJRvMPsOJmVjmFNMeEQwFKC5sEo4W+O27j/jN7x7z8vNr/NX3n8MXcvPn3X2+PDxBEyFKn+P3mAR9Fv6AC4+4wHwu4rZNzLbIpSPkMhHifpuwyyDsc+JPZ/Gnsnz4ZYmPviiTDEf5ztaqciF9uXfEw9MSroAbl99Dv6PRqU8VOjeSESyUhxuX8ty4lOPPf2zz6/9ZxtJcvHy7wPXrCSJFk8iCCJ0NavUGw46H2SDKsOej0u9R7fV58dYV7tzeZtofcPTkAMMcsnYzSf5ShN2Dpqr50Ilj6lWNmGLeJpe1sD26Krc4FxE8n7glgjgcXhrtOc3WXOVYTiYjkkmPWi8FWdxojmg0x/jjXgIxH/XmXA0QjQc22bifVNSncrUxHISSEM3aZCR2IORhQab9nV4mgsolgGEH2X065IN3zznY6bK2GVWVS7rJpTwqA9V0OxnMTB7tNXm8K1joAEtLAZXxLaJit2fyZEcG3aasLiVYW0qodW6oTxn3NQZnU+zOnB+8nlXlE6TkYI7ugVnaTcue8/WXDb76qsnyZpqlzbTKqn/8qEOtPGVzJcfWapZGb0C9NyQhwz1rHgTY0ajrtJo6xtjEGFk8tx3lzq0Efq+bg8MpJyczxh1TYd3XriTZvpWl2Z7y3rsnVM7H/PVfPafqUBDwpS4Hxw1Oz0Q46pHOukhlXejWXFUsIFPOCxgzJ0/2zinX2rz56nN899XnlHNhNp/T6Xc5Oj3mvFLCaXpxyCBGb0ajO8Hhc5EohtUgmvIU2ZZaH5vlkUIHS+acOJrMmY2pWeSXYhQWowTDXtweGdbTKZ13adaHJMUZnw6iz0UUmCpnmH1hi1ICijQvFQo64FJuTBH5pH3eaQ9otwfEomHisbByIYnbUxxskm1nioNUMjoNpxIWnd45Di8XCGini9FIkK9z5f4VfH/I6yId8ZNPB/nOKyu88MoKn391wru/f8Jxuasm5223PEcvXM0KLizCgLjLnqkTInDIUN0FC9KhhI7RZKyyOUXQEuRnOBhTTSJp1gr2UATgdRGACyk1HCYlYoiIwNJElPtb5WNHIkoQqtWaqhLRAIvFBNl0VIko5lwE14DKFpWMWhn0kO8trkBxjF2IPSL4OdWxGU/mjIZTJSQkEi7iSZdqCIuAPJ3OaTR7jIYzwr4wYX8EBMk3nxEKCmpcHPyCcZc8cIvRREoElzBetyBK42owKxYLMB71GY0EAVynP6gRiYZZXlpXTkoRf48O6rg8Fv6wTLbaKr9XLh6PuOBEaJRjLLmYyhEo4r8XfW6pEoSw4L/EhSZ6kDhIpfnt93uUc0WECFPTsDRd4Xe/RfsqJLKuKUFHXFAXbkKXcnyPRhNGwwnpTIpMOqmOv4iIlinIeRcRn4uZLud0rJqFqcyyyu9tduq0e22F652bFoYmbsoLIcrjEYecuOx0JiOdUEAGO9LKxdVsd9XnCAZjBENRLm1uqxInqTidRfBSjjp5Z5iIsDxRSFsR0gTb7fMoAjmGLkhPUwkp1VpdwXPFzZ1JpykW8hSKOfZ2n3Dv68/p9lr4g5I1LBhcXQkqDk8ApyeokMTZTFqJL+LW9vt8CksuDh35HuL+dbvEaRRWLvVOZ6BqaWmVS1uXletOsMBS4vAV1Hm9IVSkihIbNje3KBSKah8n145k1YqTUHK8BQOshD3l1HTgnM9wzjUMfYymjen125Qrp7TbDYoLBRYWCgrnvL+3pwSOxcWiEoBHklk47jOZDtW5S2WXuHrtdTL5S5RqZUrVMoY2xNAHRANucvEQfreDTrujHJOWw4Pp9Khhk2gsrL7W08dfc3q8z9LSFZaXr5JK5Ugm00oo7EmW9GCoXNxOcVAHJZ81cjHAoRwPctxETJSsOxFRDLA0HJZ8tgmtlmSOXgjAvmCQZCpNJldQmNm5Kb05S2X1Dnqy3sWUgCU53YKlFqFKcN7ddkNlm+ayGbUWdtst9XfJRIJkIq7EGUGti8AnyGDJHTYEbf3MiS3XrWilbsEwmzozvadwoOLOF8ue1xPG64nidYeVGOx0+hkO+wxHfWx0HArJKdQOQTqLQzOI1xNQAz3i6BfnsQg8IkIpHLWEsirxVOROsQ/LvehVznGfCMBByd0OiY8SXUgD3/5b5aC9sNeqxHiFIv6LAiuy5n8UgJ/RGL4dwBGl9GLswEabTZXzVbJ/bRF1EURwUmXPylot99Nc3MeSByzf5ZkALHhlJQI/Q09foLcv1vz/IPw+04Uv/pmy/V5ktz5L0JVcVsOcYVg6LhHAhWIhIqchn/pieEYmVM7Ojjg9OyKTSbG0tKgw2kIYEOFVBJ9oNHExbCBYSYX21dVacZG93SUSiagKyxBRJKLQ4nJtyjGRYRVxlksOsgg8HqGdxSXXPKCydeX7Cj0g/UwU/hZXLhw6dd6e4XwvBjkuPqdc56YlQtcBhwf7FAoFbt26qe57+R6SSSw0GBGDZY2SzGX5OT/68CMePnzIrdu3uX3rtnIzKty3HDJTmOGCEzeUI1dw9lKCsRfc+3gyUs85cTWfyTDsWYlMJs/2levKuSxodSEoiAM4k0qp/GuhEsi5F0exIKaFJBIKyHNXcu4F+y5o8DEzbaKGZNRaqUglc/yBKMFQipCIih43frfEJowxphPMuYZtSx600J8kJ1rc+mWazbKY1wgKxUciIyQDOeAnHE8Riqeo1o45PXvCdDzC5wkrATgUFsE+zWg2ZjQbqWeLZBnLEETAEyDgCdJplmk3K+iGroYVhD4l0QUybKUyqsU1rVzOcu/p6rOPZC3wiDP8gvggz365erXZTA2CSOa8PAtlHZbZhAvntQx2iPt9htPWyMT9ZOIBUvEQyXgYp8Om2W7TbHWUe7LR6jM2baYOF26/n1QyQTwWu8Ac2DAcypo+YqZLsJo4031q/RIHumRGOiRb2mHgFkHdKWIwhCQmwOHBxkN/0KXVrijSSDoZIxmP4ncE8TkDygRimxrGfKbQ2Np8os6ZDCj55bi5/ejGhM6oTrvfolabUKuPee3Fm7z2wk0V/7Z7VOGk1FL9ABlkPOt2Oe/1uHKlyA/fusaVpQTObo9po80f7x7y3mcHOMIBwrm4Gq5iOlF427Wrt1m7cpuYPSQyq7O3W+LXfz7maWXA86+u8Pxrq2RdU3LuKVp/Rq89o9Wb0TQNWqbBjbUcN9byJMMB/LIndtpMmTOZz+hUarSrVQQh5/AkiUdTrC0tUEwnaFf3aVf22Sn3eFwaEYjHuH3zEpc28srg4kXc4il8wRTjWY3e6JCp1iASKhIOFbFsQfiPFILV54oq4Uky7MvlEkPdYGgY2LYPp+3DbbuVo02iWwbTmSp/OkaokCSTCLMU9qkG/Md3S3xyt8R3X1/jrdfWcJhTmvUag/6AQDJJMJFEPp2IwJ3GmOrZUJ3r5ctL5FeyDJs1RlISTTeXPTYqi3U2FtyvRNDpFJairErPLClkrAl+3xy3N6iw5H5vGr8vzawp0VU1OtUm5alGZSaZ9xJP4KNR0zg9HtIZmjiiAbzxAOsrFusrNpmQUPW8ilJ1eDrlvDbDF52rKJxIJEgsLPhPIfOkSEVjBCy36sHufnPM3v0jJuJSzPjxJYQyB3EnjAZuVQfnYx4edqmOp5BxEC76+atXr/LXr15h70GVTz/Yp90dEBYRMusmGfCSCnhxy/PIMHDJwGXShSfgwTvy4Rv5+PCrFh9+2SaY83D5xTjr61GuxuJcjSb45MNjPvnomPu1CU80CC7E+JufbfKj764QN21ic4snD0/58ot9ArE8N195la3nbvH+r/7A+7/6PXpUx73sxvA5GY0dzCSDwGfi8Jn85OYtfnLrNgc7bX712wecVTu8+uYSr7y5RK9cplcqE3Sbag2RQ//wcMx+aYo3auKJmKyuBpUIU8ymiAXThL0JOsc12idVFUE2c7tpj0zKdU2hzdMZp3rHTYVzpMN5GpU++ztnii5w5cWcqu5Ri95RC8NlYyV9uAIegnOnouCd18ecN8aKeiPCUk+fc9ofUh5PWMvGWM3FKaS85JNuIs453vHkAuGfzuLOZJk0mkwbTWYjC33qUy7B++U+90sDNi5l2djIsbroY7XgIOoymFT6DMoDHp1OeXQ24frL67z24ytE3BbdvTNaO2fUdajrNvFEkFw6rHrtIadNr63xD7/v8g9/6PCjvymoupQKkDVcOEdzds7q7JzWmUvEjMtPd2jQ7IwxsInnwyRzIRbSPlW+iYlroDOfyEDyCM2cEMoECaaDVI4Mjp9o6JaLmFD6xLVY6lMv90kshUkshRS1zx6PsQUjbgbBDOFJonD5Mqii9TX0gYk+djMbuah1dOodnStXI7zwQpxiwYPPfWHUGDY9jJoeyt0BZ92OQsqvJYOkwj76mPQcJjFXgJjbT9DtVBFlM8PgyVmPp+d9LIlywSS3EmX9eoZCIkykDe6Gxf1HHVUSb9h0m3gKbrLrfhY2/VxPOLiWEKeyD5fpZ9jUqRz16LY03IkYnkScb572+eZpD8vvILbgI5XxcSkVVtUcdWmOeqRjYTYWcgTmHiqPWxw/6vLekxl/eKKx/Vqc136W5tq6j6LLIu8Qt+tQ1WDmZDhzqf7IQsFPJuHBa6pbifKTHuUnfcq6QdlnoUeERJBhYzlDoDNRJeh5RzyEy+vGqxtM+xp//0GP//6nHs+9FOOH76S5sRGg4HaQx2bU0BjWZ3x9NOLu4RBH0sm11+KsbQTxNC1VD/bmqrqWzjyiK7z2zfUIN9ciSGiJxIC1K1PKhyParTkjfEzwKMKIRKnc3MrxynNLLEchMO3gm3Xpufz05PxFvKRjXhUB9fhpjdN6DyvlxU57CVqWqmwsSDETI+L1YbTn6IJkLxk8Lel44yHy6wnSSR9xiXsydCo9k7JEgmbmxBYNomEI2g7CTpei3kWSXlxTA8dQp1UZc3A0oFSbortcqr55ZPPNY4u1yzm+99NVNZwwqZ+qCkvERyjIQCgFB2IS0ak75/TdFpcyYS5lQtSbmoohkAzCbCFMJBHis096fPZpnzvfvcpPfvkCKx4DPrvP8PCIb2Ko+s5ShBeWIrS7E745bKHZFj/88Qo//NEqvQd1+vfr1BoTymOdkcSiBTyq1xxOewlnvDRPDMo7OrunGjttjdOxzffevMzbb1zm3qclfv+bXc6OezgCTmxpvr71Roq330wr1nW9N2E+mOIazEgEPNx5dZ2XXl3nk6fHfPLkRCFWMnGZiLTZPTQ4r5psLUfZWonQq0o245BQMMrapSVyxRz/+scj/uW9I7bXXLx6O0S6aDPzTxg5dboDJ52Bg2vRGFejMTqawdP+kPPBjHZbMMMmM00mVx2seF3cDLlZyoTwrqdx5KOUn5YoPSnx0uvL/ODnl6l15/zqNye8+8cyP3x9gx++vs7XBzXe/fJIYUoWIz5WU26ubDi4snGRqSO107P4uDFnt2rQeTRT9c5P8vz0J3nOBxq/k7Dw8pCgCMCOOcmgg1TAiSPowwr4GUp0aNtQ2bpxDyrc2Rt24ImCYcFgYGNNYcFjq7p2a43rN9fYb4343TdnHNS6RIKoqrZ1qi1duUSdEwfXMgn+7u1NfnRrgd/u7POb3QP8TouMoE/EPh6EcMRJJBshnIkyNCd0tAFHp7oSdMpHkPHaZHwQXbuokCdAUI9ga2Kh16iPZ1TKU6rliWq4SF6Emu6bSLPWJhyZEApPKBRjLCymVc5VuTqiVBmpjKG5baupt9HUxmnZhDw2kZCDZDGgMgeePJ7w+NFYido+04nf5SAYsQmGQbcs1XTIpAOsLQm+08lReUyjOeNWyM3NoIe166ss3d7ksDzjX/9ln9///oBk3kkq7yS5GCS5JDkfNpXmWCEWZZJm0WdT3Myp2j/R+dPHHeX4K+R95As+1ZwQBU6a63rPFKILaysulhbdOMM+HBEfo8mIvmSijWwiUz9hLYgdD2PHI0zRGJsXuJl2TadV15WA2WzKZjNMYVFyCgxMfYjDNtWEdTgYJux0EnE4cAeC2KGIcsns3y9TPW5y6/YCN28XqbfaHJxUhJRNvBAnlIqw87jN7qMONxIuXl+QqaAk6RtFPMUgZ9VjTmsnTFoWk5bN6kqc29/JEU36+Pqgxb39FkcnJofHJuh+otKwsZ1os7HCLCUKYZKFEJqgHZtTUmE/L90q8txmms5pnc5Jncian+S1KO2BwYO7bWqlsZrGW78cotVy0Gw5cQVtgmnZ7M2pHcyoH2qsLbpYW3KRSrkJxz1ohsXxmYhvOh5nFI8zRmYhQH7VT72u8c//UOfunzr89Q8i/PUPwlhJi37AoD60ODuHWtlk1JgybkzZ2spw+bJkc5n0uoLcm6jmqjjD6q059facdCzE5lKCeDjASInCFq16k1a9xaVChBuraTJZH86UjR02qVd61Ko9FdLmFtSoWzCUEtbuIumLkvDFOJ8OOZ8N6Tc09PqcoOHhldsLvHJrgZ1uhZ1OhVZjwrBmMu1LQ1x6FSJY+QklBesoTc45Eq/nGHlwaT6iCxlixQzn53UO9s8YSQ6jE9KxKHee/w53bnyHbw7vcf/wHg5jStLrIx0MEE9FSKTCfPVNh6+/6ZBO5bh5fVuhCr/65ik7+8cUluMUlhI0SgPO99tk4h5+8c4ab7+Vp2JWqZgVDvZc7D72UznX6XcH+GyDt6+l+N61FI8rMvzTxRuPkF3MqKbwnz+o8PH7Ff7bD1f4bz9cxROecjauMlWI/CwRV5KZ02bmgm6vT7vTUw0CGR7KJNy4A3k8wQIffV3nX/98RqXdJxAyCXgsfDPwzWyWVm2WV23iWckW9eORc2hL+ak/aVF/3Oa5rRjv/GhJCd4f/KnKV193LnI6V3NMXB26VpXBZEK/5WA2dLO6HGFlJUqrM6VUHamHdKcrCCcXt4opbhdTmBEDK2rQ0Ya0B9LIneCa+HBNfRRzSYrZJLOZuEPrYtdgaXmbWGKRP7z/hN+//4SXbi/y8x9exh1w8MGDAz7bPcXzrKHt89n4fRZOj4XtNnG7hFjgU5XPBsnngsR8c4KOqejt+JML+BJF/u1Px/zbn45Yysf50WuXCIfcvP/FAXcfn+ISp03QoXDJuqBIBMebtlVu7XPri1zfWOTuhw3+7ddnKmP5xZuLbG3FccZ6qjqdkcpyrZagXnLTbLowPXPmXpM7t65y59YVZoMBx3t7zPQuxct+koteDvYHHBwMmHZg3neSiHi4/nyQjU2fQvBUW0Pi0QC5lDgcpXHnVs/ys/OJqlDUJCh4qoiLaNCD3+dkPNVUBeIBAnG/wiXvPBkxHcCKZHano0pskMbw2Bgx0HtEvBbXM0E2kwEknW1oOzAcYebOKEcHY+6+f8q+0C2ikuvi4dbzWW7dyOD0XTQmWsMx5UaPcqMvURoqyy+bi7O8mmM6c/LnP1d5cL/F5c0Yl7fizCyD3lRDH+s4WjrBmc3bLy/y9isL+BwWpqbT0jVODI3j4YSDoz4HRz0WVvMsrOWplsfsPG4qksFyIcFKIUFf8lcnBqmMzdq6IG0NTo8n1MoaiUiAZCTA5nKc7fW46r/v7PU4OOwzauuMOhpbNws8//oyzeaMf/3VAdWzKf/L373K//p3r/Lue1/zuz/eo9HtKbSkDIzFYm7icRe12ox6VSMZTbG+uILApJ7sHVOqNrhz+zJ3bl0mGA6pSVRxm5yVTynXKliaQ1W9OaRcH+DwO8mtxIilAgp7OJ9p9Fq6qrkuzUlxLoE2MtBHOgurCRZWhDQiAzYGo5FGpz1lONCIySY+KU0ATbl0pPEu6EPJoxTEqKCWw+J0TIQULtntlWgSeQZIfuyIoP8iL1DwpeJeE5HKFtaz7WQ20JXbQ5xpgZCNV5A50vz2eFWDrz8QlImN07DJJ0O8cH2Bm1eL5Baj5JYifPTJEb959xFn1T4eye8VAdorIq9PTbFKHr00vVXOpQi8z/IWLxrglioZCBIRSBrs8msknCASSmAY0ljuEgy5WVtdoFAQdG2XTrunhEFxpiqxwGHjdjuVoCQN7nq9TaPeIh4TATipBOALoc3C7ZEcWI9qwp6dn6uhC3EASzNY3LpSli1YUdnTO5S70DAsYnHB0TrwSGSFy8NkotNq95mMdWLBi6iKuTZWeYgiACcSISWySm6UDLrMdBFFRVz2YZmS5x1jdTVPLh/n/PyM0vkpc3OEwzFVGYzFhWUymQVOjhqcHDcZjjtMtZ46t+IGFgevFzce3AqRPBxPiMZSKs8xEo0rF5Rh2spBJCUNeXGAilAubmMxloprUVCc0pwPejwqi1Wa9yJ2iuNNjo04TkUMkWtFHYtnx11croIJFefbdCpodhkqHZGQ7B6/YE8NTObE4rKfWFE45FqjSqsjaF+PasDbpjhZJadURDEd29bUcIQm2HinH6crxHQ2V8/LyUxXbl/Jj11aXmN5eR2fP6hw1yLu65qIJppyUIqLVoS/8XiMPrvImZSsT7nuxeFWrdYplcr4/X6WlpZVtms0ElJI153HD7n35We0O03VJBSUlGkZqqLxNNGEfJ4chbxkgEaV+CJOKnH8SAasDFfIsQn4Q2SyBSKRGLu7h+zuHbC5eZlb33mBfGFB3b+CQVb53qMJzVaLeqNJVN79rlynWFxkOLwQ2uUc/LujUATgC9y8lMMe4WBMv9uk3hCXUFuhq+XcisNNrqVyqczR4aESKArFAoVCHrXZQu45GQKQ8xwhGlvB408yGA/pT4ZMJz1mkx4hDyTDXgIepzquUlND3NCyZgRJJGPqe54cPqVSPiGRWCSRXFDCWzgSV45IEYEN02IoucajKfFkSrl4RXARt6+IXUqYFMfoM5HMNmbY2gRjNlHXQKffx+OTWBwf0VhcfQ3BzcrxsMWVMBRE7+iZYONXguq3sqeIU9J0ccs+1uW6QABLnrYgzAVj7fM+wz3Lnhl1jYqmJsMTghZXgnUwpBzf0WBUiSetjmB16+q+kvK4Q3jcYfy+KH5/BK839BcBWMR5zRir60ihl10uAv4gfn9QOYvlZ1d/FpQMUPcF0lnEZhWRIgMYgpEVh6IIwEH8Uur/DzC3HehKhBVksLiq3RfoeYVgluvzQgT+1okrwxGiMP0HJ+5fAoJF9BTyzMVpEMyuiG0iesn6LT+UOFLjibgSvhSmWhzvSq+6cA/L4nKRsXuB9P4W73yh//67EP0XT/Az9+//P6f4278TcWo4EgdkD49M9rt9FwLcWEREcdfJ15d1SdyrE+VGj0TCiiQhYqYIgYKWFNe5rN0yFCBoX3HTqYxYcbQIZliOpezJJG9BBEK3R/1eUNAiwl7g5S8iOmRQRkQMcadWa5LJK2uJm4jgymXa5IIlrMRnqb/cq3JcxOwqaNRna/Hp8Rknx2dk0hmuXr1GLpdVzyqF3x+Plfv4W2ey/Pf9+99weHjI9vYVtre31aCVDE7JeZFXPSWuq/Mr+HARZOV5P1MULfn9hUDvfDYk1VBUgu2r15QzX0gX4/FMUR3SyYQSQGXYQxyxIuTL8+FinQyrgUtBTMugkAjMo/FA0Unk38oxUOWPq/J4owoJ7rJlEM5U2cszceuOeuqcifgrhS2isIiaMvyh43U5iAQlb1eelxfft9s7o9HaV8NGkVCcgC+GbQVVjbWxqrkl5/1iWMEj5AqXB30i2awTprrNxHAyl+E5t9wrcjyeERbk9+res5ToLc8ThR23UFnMcu/LMZZrQJ43MmMh78KVWlntAWUNCIeDRCUOQSKlfC4m/S6TQVfF0qQSEZKJCLFEjFA0RKffo9vv0hkYSkgTF6cMFQT8AfV+LTnzsn+YTg1UnL1QAFxeopEIURnI16bM9Qmm9C20CfZ8it8rVAuhanhVyeCXUBVEcDeNKS5MLm+ssrW+iiV43cmA4bBLvSnDWR0CoYgibSwWCiwvLKqeyOHRU0rVc7XGSPP11pVb3L56i9OTBp9/+ZidvVPiqZSqUrtHqd3n8uU8b7+5zZZgeDttZvUW739+xh8/P2UoMSQ+N6Gwh5WcYHOjbD/3Its37jApibDzmN3dEz7faaje5+btBTa/s8BCwGAxOGfcGVKvDWl3ZzjEqR8Ok49JRfALntsxV67yUCqEJ+TmdP+E0/1TLDuIWwTgWJqNpSUWcikGnR0GnV3O231OWmM8wTCrq0vkMilpxinChphJZGB8ZgwYjMTkMMTjiuF1RXH6dFw+Ha8zQoAMo47B3tNdjg6P0B1zDLU2OZhrLpU1XJCc7EiEzrhHW2ImAl6scJBEJMhKRJxccP9RVdXLL6zzyovryHOwXW8+E4AjBJJCJ7i4VwSLebzXB4ePa3c2WN8ucL5/zPneEf5QgFg6prLQpT+tTU0alR71ao9EIUpuI00y4ycagqBPBc4raoMvGMcfiqO3pkzLPfq1PmXTpmJajPqSsT3n5ERjZ2fGaOagsBpWuZWZjEY2o7GUCrGSijIc2Hz0RZt7T/okcxapvK0inpKxIIsLS2xuXKOQzjHrnKN1ztm9X2fvfp2RcMji0+lgkAAAIABJREFUbvwpD0vJAIspP8cHU473p1RbGs2RQUe3GMlSG/Hyyx9c4T//4Aq9eofTXckHHzA050wtUyFrpYJum4Dbwi/mh0RADXu29/u09gZ8/Ejn48c6m88l+PkvCtx6Pk3OHSPnivPZn57w+YdPedwcs2+6iK0l+dtfXuGn31/BqNYwKnUePGryxf02kcwmL73xA27ceoX3/uFXvPc//gkjPse7GsARdivwh9D5hjNd1Y9f2uTHdzbpN8d89eUZrc6Y1aspVq+mOd2tcLpbJep1sJYLqYGuRycD9stjLNmOB2xWFkNsroRZzIdIJgPEI36GpTGD0ojR3GRkW+gquMOrhrRkyENqpbipatQdcX50wnQ6YGErxuJWjGllwKQ6ZCbrXMCDw+sjSACf6bmIw+kOFOFzots0pzrlsUZTN7i8GOPyUoxc1EMq7CbidhCwbfwuj3KWB+Jp9EkPY9qncTbgfG/E8fGEPx9ITbn1WpZbr+d4/mqEG5eCJFwarafn1PcqPD518OQMnn91iTd/uk5OzDmlLpOzLucTk/OxSTBsEo+ZeCyD+VCnXtV59zODf7ur8/O/XeRnf7vAZiZBxgwp4me5W6bSK3F0NuP4fEZ3CFNDBpidBBIOohkPz28WeX6riG80w24OmXY7aq0cT/tE82kiuRTd1pxGSfYoBjpzRsacclun0tG4tBFSJUSOdnuo+p6ZTEG9FzjsPlhCD5gzkcGAocm8r6l4xb2Syd65ycuvpvnJT3KsrQpRxok8Fs+fDDh73Kcz1+g5NfWcWQ5Ij8xDB422rVGMigs6iFf2ZdqcwUjnsQjplT7esI03AqvrCa5ez5MP+LGOxswOx3xzOOX+wZSKYdDAJLka5OrNBDduxVkMjlkMTPCbYTxGnEHToHzcpFEfM3OGVa74SXPESWOE4THxJBwqymwtHmU1ISaZqapYIEA6GMMz9zKoaSqH+p8/6/FPn/W4eifMGz9NcGXFQwaLpGlQqooI2SecipIuJonFPUQDOj6nznSgKSG3f64xOJcBFYtTuW79bkU32FiNqajUpC7vYy7cMaFi2HTLM6pnM/75qwm//mrM1q0gL38vwvNbIVajflZDPsz2nHnb5N5Rj7sHbaZ+i6WrITJFP56+A49odV0nnY6YcHQGLnH7WSzE/RTjAUIRL6Gwl9rZhL370kO/EFLnQshK2ISTNpeXU1xfzZKRQbhGE6ve5Ez3c675KGQ9rC146I8EMd5nvzbDjvmxo36yEZNcxGSlEGJjKU7E46ax26Wx2+PujsVnTy0iRQ/bL/opLjgJTud4pibNgZPW0ElqxUtx20si7iDosFQUazDkIRB04xQBeKTRbkw5Op2q+ErN6UB3OHjwxMn9J06W1+O8/laalRUfo2abUbNDOh1RZfRt+iWNZnvG2WxKy9RYz0XYyIVpNQzOz6dYsn/OBvBHfHz+2ZjP7455840t/tMvnidrzqi//zW1w2Mql4JUNoPcTPu4lfHR6o95cN5Bc9p8/+01fvD2KrVPTql9ckbn/+PqvZ8cOc88zw8SQCLhvakqlK/2nmyabnIkGlFmJI12N+bu9nT7w27s3f92F3dajZFG0nBEid60I9m+vEUVCt4mkInMvHheNDWKDcYTwSh2F4E0b775fJ/v59uzaelBRmFB3/sJpwIs5JKq7n/a4k9/qPLkYKAGG/pRjffeWOWHt1f5/ONj/vHXW2xvqZ6dz0unA3z/zTTfezNFo2dS75mMGiPc+oi0YfDWe5d4+4eX+Le7j3n/zmPsiamUepn63q2IyOKyNBNlcSbCuCYc8aFqXBSXZ0mW8iqP7k9/3OXG5Sg/eCtDvOhwOGpS6fepnQqW1M9LMyleKqXouBbPeh0OBUVXc2nXPRUCPxxrrBp+bsYDLOQjaMtpKMboHp2ouvTyEje/f5GNfYv/+//d4Lf/ss8vf36J//1nl7izc8Bv7j3ltNYhrwWYSwS4cmFa08FbH+tNj6+OXXZOHIbbY4Y7Fm+/U+CddwrsNkf86906mwddYv4J8YA4gDXycQ03pGOJbX0AjYbgGkUA9kjpLsGoSyAuOXXiltbQbB9Fz6PowsVXznLp5jmeHLT4zSfP2DqqszAfZX4+ysZun/W9PpOuQ8TycXkmxS/fPsO7L83x+41dfr++hzexiPo8koZHMuYjI826UppUKU170qM6arF7MOb5Qx/VXcj5PXKaR/5cgNw5P6GAgSY5HUM/J+2RqsrJiOPjEX4tSDweRheEQM/FNV2yeZtcziI/kyA/k1Zi776ISUc95ZyRF+iB5alsBUGNhXFUkHpxMUxhIcLDR30ePuwz7rkYnkbI58MIexiG5ERN8xUL+QgLZUEc+tjabXF60ud2KcHtUpz4fJ7gfIHn+wM+/PMBn3y8T6Hkp1DUSM5EScwksDSX01ZPTXCvRDxWIlBYLpJfLvF0e8QfP6mxdzCklA8zkw8jUTip7DRj+mTXUnl/Z5b9LC0G0AVfLfjRTo9qo0PA9Mh5EXJEmEQMJlEDR4eJ7lFvmexudjncH9Jpu7TbLqVyTInAIvJZkhc0kWkmQSaGKKfDlDNh0EP0tCC1+ojtryvUdpq88voir95aZO/4lEfP9xjjkptJk8glWH/a4PmzOi8VQry1HOXMmRTJC1m0gs7u4T67hwd4poY30ijPJzl3KYseDfLFwyqff1vl5ARkKFTHIB2OomuSYzbCnghexSCaNpgMLMXwFwfwq9fKXFrLUd08pLp5QFLyAi4n1ZTl5mPJSrJYWsmztJrn6eMeTx71SBQ0Fi+GSBV87D7psPe0zfyMj/lZjVxOV019aYDuHYw4OhK8WBTLilAoG8yuhJV4/rtfn3L30zZ//9Msf/+3WYYRi4o34LA5YW/P4/TIxetauN0xFy7kuXChwMR1aIiI1R6oKXhzZHEqG5WGTTEb48JKlkI2juUFGIl7/bDK8WGVpVyEi/MpspIBnAEv5tKo9WkKpko2kjIRL70N/0RhTUvJDDPJDBvNJhuyOapZuA1PCcAXz+S5dDZPdVLndCI5W2M6py69pstgKNlhkC4ZqsT5o8mUnC35v0F8lkEynyWRy1KVh+L+Ib12TyGFktE4t65f59b1azytPOHp8ROCnq0wyfFA6MWAjMZpdcjpqTTFc8wvLmNPNO5/vc76xh5zSwlmFxP0aia1vT6FpM6P3ylz+3aeU63GqSY5ej6efBtUea39Xlchad66mOStSymeVDo8Oe4QySaZXSzi12P88XeHfPC7I/7bz5f4b3+3TCBqstM9omtayJ1ieBlGoKrVEmeeYKPGzBTkXg8SjOTQo1k+udfgDx8dcdLoEY47hAKOcg9LXbisc/GKTGrJxjyApwcZa2EszaC23qS+3uDyWoIfvjNHLKLz4Z9PuH+/xcJykcWVIlawQ187pTMYcnro0G2gHParq2mFLKm3BhwcDtnaHGK24faZArfXCmhZG3/Gpj3qU1eZmCaBkeBCQuRySXK5hJpUPzqRTMEAc+XzJFNzfP7FMz774ik3b8zw3rtnVEbJ+3c3+PzRAalolFQkQiAkApyD67MZC1bRcymEYhRCcfI5P/l8gETQIuKNiMhLRaZMODvHb/64zW//uMXKfJqf/2CNVFLngy83+eLbfXyyjhqC2PXjWgElmsQyDsmcxvmFBVX3vjjlg3/dAzvAjUvzrK6mcKM1vFidfl8c9A77uw67Ww5Hkg9vuGhhTwmAr904z2TU5ehApsEbxIsaRtJHRTahByPcvh/fMEAmFeDcFZ351QAbO0M2d4cqs2N5MUU0oqtcH8m439nrs7M7YGZBZ2ZeV441QcDJC7nkrmtBByMexYjHOD4ZsfG8o4Tt1dkMi/k0aEE8LchRvcXucV1ROV5fTnG1HKfvevQ8D9OLMCLOwU6fh18esLfeQBOhLxzm5ZcK3Hy5gOu3acga3+pSbU5LE5Se4ydfTDG/lMcc+/js0woPv21w7myMs2fi9C2bem+Eb+yQc3zMBoIqw/yVKwWCughqFnudAXflvqn2aXRHNDtjUtmMqsaxycFWi1Z1SLmYUmSNztChPXTIFT1Wz0hz3WbjeY/KgcnKYkbVbDbGbDqmnIQiKO/sdhi2x8qJvHgxx7lXZqg3Rvzp97vUKhb/2/9xi//1l7f5p3/+jH/6zecM7SGpnGTSCuRY2tlQPRpRPRpTyOa5cGZJiYUiAB9Uqly9uMzVC8vKgaYFgwzHJtX6C1HL0/G7QU7rPSqnbTwRTWYjxFK6yryzTZNu26XXESeqNNilSS8vfiOFVS4vZVRJM1Kyeft9i4Gg7swJ8VSAWDKgxN7BUBo/KJFLZUVannKZRqI60biII9KAn6imn+CJBWMcjyVIxBIqa3skU8ySkaqk/QCDtqlKUKvSS4vEdYxYjIARodkd0ugMcWVy2fJYKCV57801bt9cUI4sy7W5++0JH9+pcNqUfNuAyiAWQUya6olYXJW4hwSlKa4taazKc1YakyJkK9CnEh5FKBUB2CEWkfsjyWQirsY2URGAl8tTAbjeolFvTbMnBS0tTW+fhz/oV8jWcDRK9aRB9WQqAEsGcCEvDmARfGQYZCqQCAL68OiIgSnPCBGOo1h/yW+VYxPEccSdKJ/dJwAU4olpoqUgT8WhLeugiKKJcIJEJKmiFKxhl2gkSCYjArDOSMTfsTiiQkxcQQQKYlJT7r2l5VmKxRTb2/ICsoUeEoeEn1wuQy4/QzpdpHLUpnLYVijHWuNADcoUilnS6aTaP4UEu6TckYL3LLJ2RnIoC4zGkj1q02y1lAAsDku/MJp9guOeui2VIKxJikGAiB5UrSJxItoTyYcWAbiv8m1F+BInm2W5as2S4yElCHup7wRgaerHXyCgZXBRhhkEAZrJilNG4+j4iNN6VYn0EWmmE1ROdrk2XGeEIzXxibaG4wVwCSgBWOICZB8TeJEBLOL4bHlBDUDIOROx6zuUskwhi1ggLjqVnTgYYCvn3jQXUpx1JydVjo6O1fdaWlxWyOVIOEQ4HGJ74zlPHn9Lp9MiaATUdSUT89Lqj6czJFJZUumMco3KEI/kzDoTR4k1w8FQuXan92eYXK6gHOlbWztsbu1QLM2wvLJKqTRHKpkmHksp13BLuc2GSphKpTLKAVwszKjMT3muTnG+0zzRaa6oXw2mijPb8waSpE2jcUKlcqBEFZWlLVng4bCiTAjOVNDpIrYK3jafzyksnJTCW0tWDSG0QAp8EUzBXdsi9Eo2d185GKIBwZu/yE/1+TBFmJCMTUPWHRkuGXN6sk+rUSUWyylXnmCKJYc6GDSU4O/zB5WbTZzAsXhSHUcR5UTskuvzxWowFchEgbTHeJJ9OTLpD4fKcefXZcAlqKITxP0rLl2F3PYEaT8dAhC/rGCyVWZyQATUwHTYxJNYFBGZPSUcSlNNRdcqYdL7Sx6zCJEilMnnEQyz4HiFHGCEDVLxFLlUVlEdTuuHNFsnf8nS9Wuyl40Q0mPKpSuoZhELhmZfOSTFcS//M10Pqc9thMSJH1L3qAht4lAVHLk4kL/L8pWBFRGAZeMt1Ahx4of0sMKxq9+jh6ZOcvEmCnVBvm9AMswF3S7fUwRgwUd/JwJ/57D9Dvs8fe4pYVYELU9TQxXqHAjuVtyoI1MJwbJ+i3gcV5nZSfXEFLelymVWzt2p+CvNdREMBf889am/cCMrxP9fC8A+da/8z0Lwv/8EdczanRP6/cYUHxqOqgGEsTliYkl+tQxcCH5Y3NUThaMX8oJEDsj6JwJwMimNQzln03MtTu92u6PyyMXpLUMaIvyJ6CvfQwYV5PyHlAAcUg5gufaUQO2T+I4AcTl/fj+N5qkqTfPQdRGOp0QOJY5b0+EhRcPwi1oxdf/KO/13IunpcYPTk4bK+ZVcXxnYmCLkHYUd73Z7ypEsP5e1a2dnl2r1hHK5TLk8r8RfeZ4KReAFVENd23JdC6ZZynXEESxr/nfDFeLkb9NsdMgXS5w5e0GtOzJwIhm6aVnX07KuD9UaKiKvfCj5vbK+igtYhpuMUFANNJgi5g66KhdYHKfyLJUyohk1UCICsCtOSFve+0Hi500ZJu+KuDyY0kckc9Id47oiuo7xhGyAS8ivqRgtud6EuNDryT23TcAvWcWFF4NiISa2zsg2lYvVU3l3EiskZCmNgFzHMvg2Gqvc3f7Yh+XIeZqKv3JaRTJXTmoZnnBdtdeS9UT2DJLtLut5xAire0rWeXEJq2G3cJDDyiGHx4eKsCBDRIlYlLAeVAMCJ4cHVA8O1GBrWlziuSSlcpGcRId5tiTE0u1OaHckmkNEe0fRUlS+d8BQg1xjS4a5JDpJyCxBNcwXDkdx5NzaYyayRkoOrS2obhlysdUQggyEBCQ2QNeV+N9r17FGfS6eW1IV0KbP3U67yc7eLkfHx2q4I5mWHMZ5VpcWscw+z58+pFLZwxcOoEX8XFp7mcurL7H1/JDPP73Pw0cbhNIpjHRq6mwdjrh4sczb37/I2mwCt3rC4OiYjx4c8dH9Q6oDm47tkUgZvHQpy42LRc6cu6CqvVvh+PEmm+uHfLt9SqU3oHAuTfF8mrO5EGdzOqPukFq1S7s7IpJME0mmsEeOKjnOIcNHLBkiP5sklg6x+WyPree7ashJnk2ZVIbyTF4RpvptGS7foy7vPZ0h+HX1/SWHOej50T2NaFojmpGr0WVkuWofJDhYb+IQjPoIqCzFKLqdYNC02N7YZn/3ANvnYvs8HNuPY/mJ6BHKhRy5VJzTTo1qp8ZI92MZIZKxCMvJBBHPz8PHFR4+Oebla4u8fH0Jn2PRqrfUHiMiQ57yzmMNsOwBtROTw10TzW9w4eVlls4WOdrc52hjn1jCIJsXQT+CFojgugEONw442DhESxroMylSxQgzKvIpSGDi4Z94BMMRgpGIIt0N9pu0j7uc+PycaH56XYt+12Jza8yjxyMGpo+Vs3EWVyOkUxaptM1sMkQ5GaHdcvjgizZ3H3UoLfgpzWuUijLYbbBYXmZt+WWF/W1XvlW1uy5D1R1M2WXH/YTSQWYyBjPZMAc7Yw52LGqt8TQ/eezQdnw4hs7fvbemegA+IQDUmjTqPXaPBxzXRypLM5OOEg+5xHQRCnWMVFTtOytPa1Se1Pjo0YSPHk649kqO//LLeV57OUvE0onYIb76cENVdeIxzCUonC3x1vfPcvP6HI3Hj6g/esyD9S531ofkypd5690f8fqrb/DRP/yKD3/9K+y0g38pSigRJCzkkLHH4fGQo2OTn3x/lR+/tYpvbHGwVaXV6mMbOpOwPsXL19tkdD9L6agSj5/sd9k47uNEfDhhWJ2Pc3FRML4iNkn0jMvw2GFwMlEGICvoQ9P9irgk7z97R032D5usrp5ndfUCPntMtyakl466vqNZDXoTFXM3cn30ZcBQD5OKZIjpUYb1GoN6jWprSKU1pmraNF1XoYfPLyRUpUKanDrielBh/8O6gWoOuzp+Y4JmTDje7rBxr8HGeo/Ptkd8vjPm6hsZrkldSnJtNUE2YNFcP6C2UeH5scbzisbV1+d580fLFKIB7KMOw/0OuwOL3b5FPO6Qyzh44zHtiknlaMyDXfh6D3748wV+9LN5iuEI/oYfhg6W1sHSunxxr8EX9xv0x5q65gMxP4HYhEgaXr+yzGtXltHlHfikwag5HXQS4oXEkEWkd9GwqFaGDHpjFW3XH0/Ya9rsNm3WFsKsLsjgts1RbcjY8VFeLKkKux3CblvFQNm2kB/B6QwZdcbsN0Ls1UNcvRbh1q0I5bIQZaK4kxBPP9vjyWf7DHWHSVojHgkyFzRI6gF6QYeuPiEf0skZQXwSAzS06fZtNmpDNmom/gQE4j6WV1NcvZSnaOjY62366x3ubIy4uzlWlLZ20GVuLcb1l3PcvJklHRiS8Q8w7CihcZJObczu3gmVky5D22BgGRx1Rhy1R5jyXBG8cDzABcl0L6cIBsboAUuRJ3UvrGir9sBHp+ny648b/I+P65x72eDNH8Y4txgg7/fIeA6nNTGSjUnmIhTmZC0TgM4QzzGxZDDKtDGrLuaJy/HQYU/oqyE/q0tp1pbTFAhQkICukKxrsqcas/Gkz7OnAz7esPh43WLpcpBrtw2unIuxlouxlokxOR0zqY55vNfl/l6HYcAhuxAimdfR7YAqiXrzRn41bNKU4WWfQ1wiGHSJUjJIJMOcHlpsPByoDHbJ1XZ1l2QRkiW4sDTHlaUFUiMLe/uQ4dYBG6afdVNjYT7MhdUIg6HDvUc91g9HWNEAlhqaclkquqzMRlmbTRPV/Gx/W2PnYY2nFV1VouTjzGWPfM7BGzg4fYdGW6PR0cgvh5m/GFFEANHvEmIyknUi6MdvOcoFLHrG1sGI48ZExZkJluXxU4/HTyFXCHP1apx83k+rNqBV6zMj1NK5ODI5MqyOqDdMttomx0OLswtJZYoVbal2LLxA0JMBfBExWY1UvXljjZ9//xLR4ZD1Dx6wu7NH+2qEztUoNzIGL2VD1FtDHuy1GPk83n1niXffXuL0k32qH+9z2rU5DQYYJYJEZwMkSkFW4gmWYwk++mOdf/qHE7brJl7ej1EOcevSDLcvlvjw4xq/+ucDtrb7Qr/TvGRS45WXQ7xyM8QYB0neGNVtRoc2KT3KD396g/d+9hK//eQ+v/nkAaPRUGEYpbFUk5wv06WQCJFPGvhaY9zaUOUkxedzBLNp7n9ywv2PT3jzdpa/+8UcweyEe0cVHh00ONj0cbjp49ZqmturaYbamPVhm+O+Sbep0Wtq9IfQH8Ca4eNVQT0Kp38tQ2A+ht2tY/fqzK0tsnTpPE82x/zqV5u8/4cD/uvfXeG//uIqXx3s8Y/fPOGg0iDcFyesj5dfkiaw4F5gbHts1T2+rcBR3YX6RNWt23lu3S6wftTnt59U2Njrkgp5iHZXzgaZy4gYodFDo9H1lADcakxIhRxV0bSPSMandv9jwb5ZkB17ZEce5167yPnXL/Fst8Xv/vSMg+MmFy9luHg5zRcPanxxv4bTs8n64Fo5xd+/tcr3Xy7z4UGdjw7q6iXF7vUIaxapiEcuqVGQbI1yjqbb43jUYO9ozOZjaB74KPmnNXslxNwVQ730dWsu/a44oHzIPvCwYqry+YLEo1H8jqacllZ3zPJKkOWVAKlCjEQuTntgsbPfZuego1Aw0qga2tC3RYRwCIurxfCYXYkwtxrhm0ddvnnYw+w66I5P4RWl6R8KekQSIdWEzWSj5PMx9Wa9v9egU+vx7oUi754v0Q+FOCbIw+0u9+6e8PX9EwpZP/msRqIYJVaMYwc8Wv0+rj3iXMLHuQSk5gok5/I82hryb5+esLs/oJAMq1pYM1hcNahVLR5/3WfUtzm3qrG6JFmGQVW19pDKaZ/ACEp+g6LfYKIHsUM6rrg+wn6qDZPnz5rs7nQVplSOaaEcVSX6oW3ZTCwHR1DAQ4/rZ3PcOJdT185BX7LC+lSf1OgfdLl5e5mbt5bZPKhy//EOpjMhX0qRzMTZ2Wqxvd3k1fkY751Ls7wSQ18MY8c9trYrbG9XSMVlKi5CthgmNxdl4oPPv6mrap1CswaRYIhCUnJJdDyfeBBcBiObwdhGkw3+ZMJMNsYrVxa4uJLneHOfk819Ugsh8hfjoPto1oZYIz/F4gKF0iJ//rdd/vz+LrOrOjffSrN0zuDx3RMe360yN6sxN6ORk0zSlDj3ArTb0kjQ2BV+/oFDYT7K0rkEnbbDB/9yyqM7Hf7+Z0X+/qdFuvqYPbuvsj32djwaxy5Rx1G1tJJkeTmpEL2NlqkmCputEc22Sb/n0ut7FDKyKYlTLMTRY4JECrG/XWFvu0I5HeLsTIx0OognFKooDLo2/Y6tJqfF9aGye4M20aiftbmSwnk8Ojrl4WGVbnWs8j71kZ/ybILyXAI7PGASHjA0XXptjU7To16TKVKXmcWwKp/fnjaAbZgMQ7hWWOUsSpO03W5wWjtWKIzhwCGsR3nj+iXeuHGJ3c4uu91dlYOUCRkEJxqbWz02N3skjSAJQ1AQSfyxLK2ey5NHB2zvnFCYC1CYCwpBCacjGc8Gr72U5erVJL1Yj160xzffjLjzucXJkYVj22q45I2zMd48F2OzMWCrOSCaSzK7UCAQjPDh+xVVv/xxmV/+aJ5I2qNqiWPWpH3i0m+AkUxjpNLs7jVYf17BmQxZXAgwX9ZJF5NkCknuftPmz5/WOKkP0SPSyPEw6x5mw+Nvvpflze9nCBgurf6I3sjGkw12KEz/oENvv8u5pShvvp4nogf49JMG337TY2GlyMJqAaJD7FCHTm/I/pZFreKwuJRW5QUm2O6I3d0+977q0KhMeOtKkbeuFAiVHIyiQ388UEMgo8GEXDhDPixYrBGDkUmrO6DRGuASplBYIx6b5dHDZzx+9JQr12Z482/WsDX4l882+ezrQ2bTSZUb45ONbHCsxF/JuZL1biaWZDYmWZs2iaRNTLOJuBI3ECCam1X1L3/e5Xd/2mVlPsXP31kjm9H57Jsd7j0/xA24uEEZmQ/gc6aOyGjaJp6FleICy8UFHt2v8dlH+/gmAS6fn2dpKYkv3kRLNLDGISwrxO6uzeambHRNhfK23TGv3VjhtZdWCfj7yo0wMJs4mosA2oYtl2HbI6qFSeoxEkkfmbkhkcyI55ueqtmZBGdXReDSFEZORCQZxJG1ePV8itXzSSaWTVvRG4aks9PBnKA4KYwk9fqYg70m7liy7DPMZ5MMbNTzZn2vzdPNJtGgj/cu57l1Lk1PXtA8l44VpGNJQ6rPzqMK9cMe0VSeaDLP6pkIa2cjWO5YCfzHDZm6bHN43CabSpJJppS4qEcFGW/z5InkEvdZXgyztBim1bc4bgwx8HE5FeViNsbSbJTl2RjBiAeGw/Nqn/cf1nmw18UX1PAFpUkqwqvOoGHRrZpM+o4S7OZmM5y2x9TaFoWv2wmcAAAgAElEQVQZH+cuBAkGJzx70lKDRdcvz3Dt8qx6yQyLS2LgcCS0ldMR1mDEeDAmWTbILIvLwuTh3SrdpsPb713lnR9e44MPvuFPf/pWrTvFuSjxZIhadaxqKNSHrs3cbIFLF5eU0PpkY5+9w1POrc5ybmVONQtNe6IE4N6gzXDUIxVNk4qmaHeGnDa7yDxwSByjQtp70fzs9Tz6PcnuFedeQIldIsiOBiblhTTlxYxq9Au+fzgQ4XDaQDaiHkZMhF5xzogAx1/y6kRckfJp0rSWLEpLZQWLmCo43UHPVq6iUqGgGue9jmCLxReu40Nn2B1h9kYEAy7RiNBNJIs7jRGPU+30OG33cJQADMuzSf72bRGA59jePmJr55C9U4+DRoDBWBCRogI4DAcDzMGQbCZDNp1RrjtpqkrTVLLzBNE7FWJFRpFb/oUTWJwqrouhC9oxhuMOsSc94jHJRZ1jdiZP9VgQ0KdMJvI3ReqZipqCb1T5vtEIx5WaygAWvPLsTJpCQTKApdH7Aqfq02i0mhyfHKscRsHCxgR1L01fhfCVzNagcgGrLFdEsPWIRlEDYvJCL8KvnAvH8SkEdNSIYfbbjPod5QDOZGIY4aASf8XFgxYBv4gXGqOhq4SbmZkMqUxUIQP39nZJJnUKhbhy1YqbV5zQzaalhqcOj3bYP1xXw1eFkmRwZjD8guWNcFQ5oXJ8TL4gOM9LZHJ5JR52uuKyGtAf9NUxFsFXnFHS0BfMrhJLgn5wxJogDixx3opI4TIej6ZuLt1QDWfZ08rQgOuIs27MyLRUlnMqlVTYT0FYW5ZJQHNVYzkam7qUxbEbjqTVtXxwuMfJ6YkSG6TRrGlyDcoxFne2CMBjdV+o4QQRkXyaOificBYMt1z/0nyVHN3Z2XklgEpWtjTwxU0pgqfcr1IiVolTUL7HxJ4KwMOB/B5TZSrWag3ltJqdnWNubp5oNKyEjdPTE5WZK0QL3QgqMVUEGzl2gZAxLRHZRCAUzJ5cz+IQDb9AhEqTz5XntghRBv6ATq8/FXLHkiEqRJBUnoW5FWZnFpVruF6vqT8v2Np0JsPszKzCvsrzUNyHIpCKwDPVn7SpqOcXwSqgHH5S7Y4MAVTV5w6/wMArFLumqe8s/38RQ+X3ipAiwuTA7CkBTc67Jnm0gQTIQNlkwtix8fvk58JXHuKN++BY6vfJ/Wx7IkiIyCADgTLUMmLUbymBIRLJEpE8ApV/DJoSYQ20YIihaamMM7mn5LuIECrOOhFC5RqdorunjjxtYuOzRngiRtu2+lxKqAsG/uKMFeFXXLoigomAozKTZbDEFSpAgFBIRNLgi32KDPQKnnt6XOTfRY8UB/r0GpweZ/lcyj0sLywiYfpkaNlW50/cv/l0Hj3gp9M9pdtvvsguFgFOnLqhabavcuBNs1KlVGaz52KEZG+bUQKDoP5lUELc45JhrXKr4+IgDr0w64qoO83ylaETGS6QAy6DD1JTYTGATzY4coz1kBoKElqVXCsqd13lBgdeCMBTKPR3tujp957iqGU4QP6bOCSm2PFpvIAQG1Su6Qvntwj1CiMcjSmRU+X/TsnNU6lXjr9CEk/F3+/o0n8t6k4/xXef4ztB+H9yBr/4q+PRkHa7Sn/QJJ1IkU6m1fUvArO6r0VYH4nALi7lnjqeIgCLAC6CqbiTJSteZUWbQ+UCFce1uO4FBS2IcsGJi0NKfRfB+b5AWX/nBm51urTaXSXEpjNpotLYlmsX6PZa9LothalWmHjNe+HYlj7HlDjwnStbhg9EMJXnlUSliFvZlOf8UHIeY2QyWSWcyveT4ykCcK/bU1h4iSmQe6PVaqv1RDDn4gwWjHWn2526VWVnItnSLygPyvUpLmBbhExLXeMSaSXrQLc7oNcdqKGh5ZU1Uqkso5FkDrtqTU+mktM1czhQOHahdsn5lPxfKRkwkVIx04jYPuTwaF/h5hPJBPFknFiqSDheJGSk1RDcZDQiqPlUyXkbDrrq2REyJL5AqHGnNJtVJQCLU1Uw65Ox5OkKzWCWdGqGXveIRnMLw4D5clmJwK5r4LkGjurYjQnqE/SQCPIuftkbyN6822PQ7WGaLqblU25aEUYli1xc7CpWQ12T4hJyGQ6nOcziuvd5gnaeDlcI4aHX6WHZY2LJMLFUWA2nCC1D7hm13ohrX41MyVDoAceC6sJRPQYhtcSTERLpCOlcknQ+iTvxYZseg55Js15XKPtIOKYiBMQ1JqLjeCLrrV+hnY1wVNU0REAGLeRdR1zT8gy3VXb6dxE78pmFdCFDAEKJMActSoWkyn5MJyMk4waDfpcnz56zu7enYhCkZmekCthmn4OtZ9RPK/gTQfzxIBeWb6raW69w/4sHfP31E+qSxelAOOInHA7w0ktrvPv2DVZLSUYHe3R39/ns8RGfPTrisG1T7TukMzH+5tUyt16aZbaUZraUwm7aDI9N9nZqfPNsn916neCMn+BsgJsrRV5ZKaq+jPQDzOFYDf1JSfTO+mYNXyBAJpcgW4hTKEaIJ3R2dg7VflWEX0GtZzNx0mmdeMzPoNll0JL4iCHdvgwQuMKVV0NG4spNxyL4DUEHWwQMcdNmFZ3EGhxjDSsEo2GCsQg+aS7JtdUxaZw21ICFvJOZtlwHYQK+KJGgQUbOvxGg0jzmuHGMZfhxYiHSyQRLqSyGG+T+14c8eHCo3nGuXZ5T+6m+DGKMx0REJE4l6PYaqvrdCYOOn0AoytxKUbnkBrWWKiGryaPEENpeqoweyrD38DF73z6mgUczpCvDyLmzCZbmEkS1KDFNekIaPt1H57BOa+uY+mGDuh6ioRtq3y1DEdu7I759NKDbd1lYjlFeEAFYzDc+4n6HODbNhs2dRyMeb9vMLOvMLIVYXgyxsmAwPzNPKXuVaDBLc/8ezf37nJ6aqibyzIvpKhIqrGuq7KGhsMFVyZkWF3PbpCd785DO29+f553vLag+QUBoNLU+3zxusb4zYGY+S6mcIR6aEA2M1XBmJJXEr+k099uq3r834P17Q65cT/Nf/nOZm9cSaP0hWs/ky49O+fLDU4ximuVbS8xfXFKZ48lYhv3PPubgs4+4v9fnq8qE8pnL/PQn7/GD793izh/+gTv/+g+MUxNYDCtiW9qvw8DH48c9Hj/q8bOfXuDnf3uBeNBmUD2hdtriwfaA+1tD4jmHeM4lGwpS8IVVRuzT/S7b1QFuwsNLeFxcznJjLU8uIeuZrNP9aa+oJiJfiFAmjG4I2XOCORjz+EmPR0/6rJw/y+r5syQjQqBsoTldTLuDOZEcUoOEP8zYC9B1NDQjrvbIuXSW/v6Oqp2THpsnQ+q2wzgs+eVBzszFWZuLYzgTAmOLuGGo2AIRgBuHTRoHLeLlKPFyjPrRmO0HHXa3Bjw6HfKwarJ0IcrixRhnFuOcK8fJBT3GJ3UGJy22m46qizeXeO2tsySDGr2tOs3NU3YGJjt9k2JBZ2nWwB06HG4MOK6MaPg8GsAbbyzxxhuLuG2Lo29qmHWT7EyMXCnO7/90xO/+XMHy+8gvRInlAnjGiFDc5fUri7x2eYlgp4dTqTPpyjF21B6JSBgvGuFQ+ilbHfXzdEriTTQ2TkzWT0xFhhVUscSqVRoWYxdK83FmFmLMxibMRifEZL/mC6NN/Ez6EyUEW6EClp4nmRiQSUk8hQynFtFI8eCPj3jwb49wEhCcN0gldGb9OmkjiJMK4qSDBAY2gf60z27JcOrY5aTrUu06jHU/45Cf+aUoVy4lmI1qeLsdzO0OHz8c8PHDPkPDwct4LJyNceWq9EWzxCRGjQnGOERI8N21AZv7x6pPNKVb+dlrOOzVHXqOyzgA8VSQ29cy3L6eQZPBTGuMbcJoqOFaEoUmprsA//BRnV9/WGftup9X3w1xbiVAKeyjZGi44xCOJf0NG59/jOWM1V5eiFaRsEQyBTCrIjp6VIc2h7In1AOsrcywtjyjTI4FLaDiSv0+Qen3+OpOk6/ud3hcdXlUdZk7r3HuJT8XxNAwk2Itl2Cw12aw12H7eMRG1WIU8EiW/CraTwhnIV3HsHyEbR9Dx6MtVBNPhs4mBHxCONWJRkO0636Od3w06y6WN8L2jQllXUIZlxvnL3Hr8kukJGrr4XOa3z7niW3xxBIzWZqrF/IK3f/wQYuN3R4dw6FrOJxdhDOLsJyLsZhKozsBnj2uKyqqHUljy8BG3CUbl7hNiaqY0O1NqJ26qtLzOqWzBsWSn2wUclEUbSUksTSOT2G1Rb9bPxhx0nKIZSLE0hHWn49UybvPTF6OgY/Kqcnx6ZD5pQQLS3EC8u7YHCjy3rOTCUcdjysXMly+mMY1HYYtm5G8axke44BD93RCp2rz8vwy3zt7DpomX3/ykHXZM1wL0L0a5LVCnNfycUXBvfO8ycD1+MF7i6o6X1bpflFl53TI86FNP+ajeNGguBpi1guq+uSjHr/9Q5vWGApnIsyei7GSDqv64PMW/9/7NbYOTIFX+r14DK5egauXfQRiAVXDqkN30yLmj/G3/+EVfvIfXuW3n9zlN5/cU5Pb8ZBMN2v0JjZDyY+TB2tIJ9y3CHVHCiWmFWK4qQg7dzts323z9g9m+I//eQk3MeGDZ7sq+3HzG9j82sdblzOqxsERm4MmJ/IC3wnQ78gEluQheKyFfLyegjNzBpELaYyVOI7VYmK3iOXmSBZXefxszG9/s8snf6rwf/3iKv/n313lzvEB//j0Cdv7NahZJDWP128neP12nHZvQqc7Ya/msV710WiDMXYxRo5aCKSe73X5l48rbO11SBs+chGNldkwq7Nh5TZqWOI8nWYaNhsTslGPbMQlntOI5/34ZGGXCbqxS3YIGdPH0isXWH71Is+32rz//nOOT1rcfK3Ay68V+OMnx/zxkxPczohS0OX6QpJfvLPGmzfn+eigw8fyEG82GXaa6K5JQnfJRn2Ulwqq6l6PI7vO3tGI7UfQPvSxZARUzV+PMH89TH9sc7Tfp9WcYDkGlhNSTfm9wwF4OglxK1jQPuoybg25dCnOxUsxhbANJgyagxF7R232jjponqHKdHwM5OXadgjbck3AwvkIC+ejfP2oy4NHsvGc4LcgKC+pIY1ISCOdj5DKi5PFUIuMZAS0qw0m/QE/vrnIj19ZZKtjc6cy5OuNFhvrLbY3W2TjPrJxjWguQqQQxQlI3scQv2dxOetXJVNLRi7D090+H92pqnzelC7TQyHOX0tw/nqCw4MxX3zWptMcKSz4uRU/2Tmd7GyQk+aI3aMh/hHM6kFmZbI0EGQS1HHDQZywroK+Hz8+ZXdb3DA+VVmFvg6rRsNo5GANHcymhdmweOfWAu/cmqfrOnxbabN/0GW008Wrjbn+2jLXX13i6d4xX3y7zdCyyecTpNMxDg467B90uL2S4idX8swvhnHz0AtYbG1W2dqosrCYYnEhTTgZgLBHd2Rz93Gbe4879OrQa0AiHGa2ECOdNPAbfulZcSTZsMcddFyiAZjJxbhxoczZhRyN/SMae4ek5nXy56KE4pIZJI0ZnbCxQthY5g///JTf/+YpK5dCvP3zIheuR/nmywrffFGhWNIoFjXS4lKP+THkGDoxzJHBvYc97j/sqc3J4lqSQd/jyz/X2XzY5Rc/nuEXPy7RCVrsjfvsnozZ3ZrQPnEoCm7U0JgpR5idiyrx+rQx5KQ2oN4UfLzJeCR5XlDIhFiej1IqxYllUuiRMFvPj9h8fsRcKshZcZAnA0yiHrbhIeYQy/Sph0hnICKhrQTgeMLP5TOCxZ7lwfaJqo5gKloegaGPVCZMOhPGSNsYKUs1C4dmgGbD43DPon46YflclKWzklkoiCrJHPQwB/KSHSIVTpGKJFUG5GBYo9MeUG/YBDB488Y5/ubGeY7tKhX7hKDfIRkM4vRd7typqbqykuHKcgY3aHBqBTk8tdh4esq+ZP7OeeTnIIZObKJTTIS5eDau8lTMlImZNrl7b8CnH/WpViz1kp2J+nl9LcLrq1H2ByYHgxHRTILSbFYJwF99UuWrT0/42RsFfv5GgUROpx/wOG2ZbD1ucLTTJycNi3KZZ8+r3L+/rxpXy8tBFpeDzM7HmJ2P8uhxj8+/bHPaHBOUTAKgXfVU/fgnZVVKqD1qKJdwSNaJqIHdGGLXh6yVw9y8nkLXNL74tMPjhwMWz5RYPFMkmLTwRQZ0+iN21kdUDmxyhRi5fIxo0iOccJQA/OEfmxxvW/zglRLv3SwRnfVUDUaCRu5ijyYs52dZLsyxc3TCzqFkI40UFgh/jER8kZCe52Bnnf3tDc5eLHLjtRUGDvz2o20+vX/EmVKOtVIWN2QzCpj0x6YSQwWxX04lmUumiMQGqmI+h4jjEfeHiAtWs1Di/U/2VS3OJvnRm8vkMjpfbxzyZK8yRW/JyKyICa408b2pAJyGucwC5fQCzx7WuPfFATh+zq/OsbCQxJ9sE0i1cSYxJpM4u3sW65t9tnf7jMW5ODR55cYCr1wXwWCE5ZzSN1s02tKAtwhYGn7bTymVopzPEo0LRr3K2N/kybMgT54FWJhLcuFcilhUNsKS7zVg73DI7sGQs5fznL2UZ9A1Odxr0W32KC/4KS8KUjWB6ybp9kaquRD0XFYKaWYzCRqDCc3+hCdbPR4+6ygkzE9uFvne5Rw9x6HvOLRGPpqmRr3ao7pVZdAYkc7Nk8kvkC9BvuRTGWqnzR5Hp90peue4q7Kjlxdn8DSXjtmj0R5yfGLRbE4oFYKqGl2LSs0kGfTzxkKKV8oJ0jE/6bhfLgeIw8ODHv/4aZW7mz0y+TDpQoR+11GDIFbLZtKZoDsaC0sFFpbz7J/0ODjuki/5uXBRHCcumxstTo6HvHRtgZevz6PJC057pFzUjZZHuyvYycm0ERab4CUd2j2To+0uYr66fGOFS9eX+fr+Dg/u7aomYWkuotyzO5sDtrfk7Uv4dA7z5TwXLi4ql8ezrSMOjuoszxdYXiio5pq46GXwwZScTMekkMqrElRtpz/EEpShIWulhCC7+MQ5MvQh0VUTS4S0gNLcrLGszUNm51LMziWV+CjHxRyK+Csvmw56REoa8fLnp2hJpbto2otmfBzLNjFHfcaWZASLWGYr5JvkcM2XZ1X2p+Bwm40GnVYb3CC4AcyBrXLLQgGPeMRHImmQlBf3VILjVluV0GIlb3ZpNslP3lri1asFPv/iqaqBm8IOzeD5DPliqmErOaGyJ5Mcznwu+wJpOnWXigNYBDMloklmsPgrJRNWIaGnGcBCBwloxhRzh0kiEVIC8Ewpx/FRleNKVWEZxRGp8KKiOfj9Kts3FDZeOIAb6sW5VEooQoFqx0p+pAgLnlAYWkqMlExAcTyJq03ERCklAIv4Kw1XyVpGk/d9wmFpdI9UHq0lw30yYCKvscGwwvuNBl3GA3EAiwAcJWQEMccTzLGNPxjHHxQXtoY1mua6JtMiAgQ5rlQ4rhyTy0WZmxNxNIlhCE40hjlAXTeHlR32DtZFmiWbzyghL6InCAcT7O8fsLd/QKFY4tKVK+TyeZrNKfpZBAJxLMlxFvSziAjK0WeJ6C8OyanI41iWEm0EpS3CjyBDpURknYpKYYyQOIGDKm+33emqHEwRC5TbTJykMiQzketvpBzKKdlf6BGFJ+wPRhweHXB6Kjms8h2z6vxJrrASorypS03TBHEcVAhazT+9NkRIEXFC3O9SxaI4p2eVsCVYZ7kbYtE4ccEB+6RZ71O/U9xUcs2J+KGGD8ypACyo0067q8TtXFYcsQUlsogoI2J5p91SDmkROERMkuECOS6SHekp8WJ6HUv1ewMGvf4LZ21eNQem6t1UwP4rzi7HJycKOx4JJ1hZPM9S+YwSgCVnU7n8slkl7MgwgjTtRYwUR7wIMeJoFsFZudReuDWVYCeDFZ6nPndXhCh7pIRrXRcnvmS5+tQ6IgKmuMrisbj6rt1u+y9/Xo6PHHNdTxAIRBWlSUTPYECyk8U918XsNXHGQ3XNiANSBGB53MvAJL6pgG8NO+r+j8UyRGNZNXAhSHVRiQQBLkhSif6QHrs4DUXgFtE7l8uRTIrANZUR5RoVYVIE4IBgftWCJxfEX9ULAVGOS6fXVS5NOWZS8nskJ1ZETXHTioO2b5r01LoTUI4YEYGV0Cw+aBHYJRv0hRCshEw5dn6/wgCHwpFpPrDgpQMhkpKTKa5iRwbD5JoaMJAbFTnmIXzqGhYSlNxHIyx7pH6XiLZxcRBnZ0gkUipHVY5do16n3qgrx/I0f3Z6DclXngqsch8I8v5FtqnKhJ6K0/KPXw8RMCT/eyoAS32HVvguP/qvc4C/QzIrYdeWHFZNObFFvHVcqakgLD9X58KZqD8nTnqhSMgxkeEJuUbk9P57Yu+L86Myi+Uovlhs5d/+yuk75Yz9uxD974LwVARW1/eLv6oQw92awlRmUmnSyYx6LxZMtqPu6R7DfptOp06nW1cCsAxAyDETBLRg/yWHWw+FGQ16jAciHMmzcqQ+e/rFWmTJwIglTUahWAh+XhDgU4ezymutNyiUiiwsLpKMxtAdF//EwRxNHd7qc5g95SSXZ5BcZyL+WmNZ06bnS9YiEQ5ljFacorFE5C/PYXEIK0T1C+S3CI4iKorrT9YUlfXr96s1Ta6F7/5st9el3Wqp7zMR0dQnIq1c934matBnOuwj51DOpRy7UFCfDgb1hooWsbi0qgTgKd0BovFplIKIyjKsJQhLWVNlnRe6h+TcynNDhmNkiEEGiWSN2tnbYXd3m2Q6pZ4LicwM0dSMcgKL+GubIgCrFCEl3suwiqwgkWiIgO6ncrRH5Whf4Z9lkGhimfRaDcz+gFx+hXx+lW73mHp9i3BYY2mhTKFQVIKcz2coWo4vINenCJEgt5FP8IquTatWp1WvMzJt2d6p9U4oAuLsHcteSYgiKlddUwMQQ1M+n4ip04EblePs+dS6JfhwGSyKpQziKclEnQ4/6EFpioYI+oNMhPph2VQrFU4qMuwrA1dyzGSQyIcRCVBemmN+aZaQZLu7Poa9PsdHFWqnp8rtLi5febyNhPIie0XZlyDPJBF2IhhCQhB8vQj+sgeStUwRKaZDU9KblPs4EpG9lMOg28Qcdl6Ian5KiraTUy77J08es7u7S3lhhvL8DKlUXOG+PWtIv15h2Gvghn0q3/HC6mtcWHmdo40K33z5gAf3HrHVHakq5sOUCmFevXmRd95+VWWDDrc3aG1vcmf9lK82quzWR0oEzuQT/PitM7z12iKRgEkkOCLkxNDtFMeHXe5/u876wQGj5AQzafPW1VXeurJCNKipoUlrNFbrQNAf4JO7e3x6dw9NN5ibL1GaSZHPyvNOY3v/hJ39E+Zm85xdLZPJhtHDIwK6hdXVsLr+v5B4JKKgPTSVWWBhLqtKxLHRpEMkMUsqc0blWg+7zzC7TwlG4gQicTXkOen1MGVoozOk15GMX42eqRELJ9WAaMwwiAV96JrLYfWAg+ohbkTDlzKU476cyaM7Ie7e2efunQMuXShw6UIRPehijQR5LxFBSSLxFLXmMfXGCZJi4POi6EaMWCZBJCmIWxu/ZeFOpq7wUDhOdvYC8WSZvQd32bt/j11zzK6rEStFuHo5zZmlDMlgmmQgI5t9fEFo7h1zun7Ayf4pzWCIpm68GFoKcFgZ8+y5RMI5pAthMgWDQkYnn9UJTYYExj06TZunuz52jn2qh5iZC3J2LcKls5JdOUcqco6gm6C2c4f69h36I4eeOcEnz+dIGH9IV/tx2W/FIlniYSHC9VnfOOa41mMo92RI57VbJV59fYZsyCXuWtRPBnz2VZ2HT3uUz5SYP1MkEXaIBUxFRosn0gS0EI3DDo2jDn980OODr7tcuZbil//LHC9dijBp1pg0anx9d8I3dyfMrBZ55YerLJxfwmaOkRln4/0/sPn+H7h/MuROG5YvX+Y//exdfvrOazz+6J949OE/Y6YmTMoGkYRBXvZAfR/fPOjz9YMeP/npNVW5yBi3ecDJYZVf/bnG//hznYuvRbj4aoRsMEi47WfYdNitDjlomUxijqrrZwvcujhLMiI57026nQbDhobZECNQgoz0PiMefrtHt9nnqzumqvkLS8yfX6ZcDFJOWkT8Q2WykMonUxSSSSw3QMt01bW9uLJMqVSkv7VOf+s528cD1k9GtGW9TOgEMiHmCxEWChH8Qnfq9YkbEUozJfVetPtwh72HO2TPF8mdL9JpeOw/HlA5NNnrD9iTQfeCTjqvUy5GWCrEyBqaEuCdvslBb6TqzLUlbtw6jz6B08cVjh4dsm+Z7I2HLJXjXFhO4w5g82FP5ZUHSj4CMz6uX1zk+qVFmjttHn60SbvSY2WtzOpqmV/9/kAVUY+VKzHSsxp2wFRu5VcvL/DqpXmCnS7OcQ23L3vwIC5BxoEA42CAre0Oz542VTzC6mJSDZM/O+jx7KBL0K8RDIihzKPadhl7kC/7lQHlwkxIVU7y7YVsNJH8Xw9rpBEtzhMplnEnNWzzQA30RRPzBPw57v3+Hnd/fxfSPkJLUTLJEKVAkGxEJ1gMEyyFGZ0MGVcHWNIf8aHc3N0BdAcypOOn7mjML4e5fi1GOQn+wy7jvQ5/ftDjTw+6aDkfiQWN+bUoq2txzqwmVa80Sgi9D4GuS6PeZb1ywlFDNCcfjq2xUXHZrLh0JFkxAMlckHdu53j3jTxOw8Rtjuh1JrT68mwPEg3G8SYG//xRnX/6uMbyVXj5LVkj/MwmNOaSQRLBDIlgmn63Tbt1SrPbpzGw1bEsFiMUS1EGJ+J6dzntW1Qsk4ke4Ozagqp8UO47g5DdxzdqcLTf4IPPmnxyr01l5Kdi+imseCycd1lbibBSTLGcjdPbbdLbbXDa9lHtSgauh5GcYCRRFIZIKkrYnBAZ2pIUoKLW1AiexFgg781+9d5odsN0a1F6bemv9RjaA7y4o+qNGxpaP9gAACAASURBVK/y3utvkR24dO495PTut3xt9fja6rN2rsjLV8s4Ax9Pvqqxsdmiqo+o6mOunQuqWohHKfoT+EyNb583ePi8yczZGVW6vE+3W6pn2XU92pbHaWXM6dGY5KxOYdWgNOOnkPRRTIKA40Kyd3Q1JQLXGg5P90ZUux7FcpLCXILD7QEH20PG/Ql+iS8TmkHD4rBpKfF3cTlOQAwInR61+pin+y4HDY3r1zNcu57BN/awOpYSgM2QDCM4GJZHyPK4GC9zPbVM/3jI51884VHlgMFVH/2rPm6VUtwuJalWxnz5bYuB7fHeT5d476eLmHcajO42eLLX5ctqn7bcx6/FWL4aIdN3yfY9Hjyw+eRLC8sfYOFsmOXzEXKBELlgiN9/1uD/+bcqGyIAy6xfLObj8kUfVy6KYCkTITF6R2OOv+0SmoT42/9wQ9WnT5/x2bPn1OtDJsJwF1TZxGToWmTCEbLhCHHLITay0HQPK+5jFIbuhkVnc8ytt4v84D+VGcUmfPj0kM8fNnh+B57f8fHu9Rzv3sgx9ptsdOtUBn1afY32QGPYlAXex1kDXk97nF/USV/LEDsXpzFo0Ri08XwpfFqejQ2bLz475em3bf77jy/x3390kW+aVf51e4ftozpWdUhM87j1/Sy3vp9hf7/H/l6fo6bDccevXB1xTRrvMDsTZrYUZvd4xBcP2wphobDLQY1LK3EursTpOhOqQ3EDWZyc2tTrE8q5IOV8gEjSRygh/R5XoZkkU27O05n1QiTPl0mcE2GkxYf/uk29Ku7PHK/czvHpV20++bKD0zHJeWOuLCT4xY8v8NorC/z6zj6//moPxxsTMWwMn40uCF+fy9qqhMoXaPh7HHpNtvaHPL3j0t33caMY5qVSmPxlg8IVg3rHZHO9Tb1uQSCMLxhha2vA1uZAOWVSybjaoPdOulhdkwvnU1y4kFL4FzfkMrAtWsMRTclqrnvKWSrTPoJ/kRfFuOWqjOSV63FWr8W497jP3Uc9uqdiE3YJeRqlvKEqVUqSLiXo//9MvdeXI2l65vcLRMB7D6TPSlu+qsu0nx4/wyaHS1Kr5ZHOXuhQ/5Eu5S72ZiVR4lLi7pJjljM97buru2yWyar0QMJ7EwgEENB5P1Q3t+a8XefkmUQBiIgvvnif9/k9fXl46GH1BkTdIzJBhw/uXOAHd9b5+rDDPz6o8OSoQ6tlqrzXkORcGjN8MS+ehB9HnIOjET5tyvVFLzcWfBCQsI8Q5/UhLwUrXTWFHsdsqLFxPc6FGwmFI/7s0wbdxoirmx4ubnrIrXrIrno5KQ95djhgNpiQc7vIeQy1AZbcFMtwMRTxtDrk6bMGxbMBbjzqf6GUTjhlKGxcqzVWOSJ2c6rqz3+5oaoyNPnDXpGT0w6RLsTHBptXFti4kmfvsMRnj4+UcyCdCBKP+imWBqre247z4c0MC4tehsEJ7dl8evT4sMbWbo6tnRxj14RKr0O10+ekNOKkZNKtuehVNRLhECuLcZJJmfTUcGRzXmxwVmioSVOPJvlnXjaX46xmQjDsqkose8lsBPGEdEa25PTodJoJ2s0kz5+UeLFXZu2imzs/jLBx0cvBXpvDvTbRuItowoXP4+DVXufvBWNoepCvHw+592SA4fcQSfgY9qe8etSicjLg/bfSvP9WCtPvUGPMWdXk4LmppmcuJPxcSAZIL4bILISptQccFcXB11HZLzLVbfZthn2bhXSQnY24EoDdQR8zXVfvV2o96+PaephITGdg2AxFmB3P8UW9wRwlImhAyfYLBl1cv5TmxqU0j46aPDpuMqjZ6L0ZbktTk9HycOwNTPAFbaYu2Yi4aDQdXj2zKBWm7F4LsXtVstLmWEpzNKXekiGUGTF3WJXHM0b3zPOMz86GTC2DH9zc4gc3tqjQpDprMZmY6LaN2bbY2+vzdK/Pu1cWeO/yosobelob8Pykx/5ei+Jxl9VNNyubBgm3TgwXmbCPjeUIi4sBWv4OTV+bx3sT7n/jUCvPp6tjPo03NyK8uRnlfNynZA+UgzoeE4dbgKODthrEuLni4caKl0jSxywaoNWb8uJ+k5OXfbLrGbJrGY5OWjx9VlYP3vk85PMusnk/2VyAV6+GPHrUpd1z8ErorUunUZnQqNr85MdL/PRHy3QGfZ69qipSguSDRuOSx2ujm2M2lvzcvBJDdzQ++6jFk4cDNq8usnllCU/YxuUfquvovGhTLtsKsWmaU9ILLhZWdc5LFn/4bZfSkcMv3sqrCmYNAlmDZrvFebHKoNNnI59jM5fnpFzmuFRhrLlwB8O4ZFPnRJmO/bTLBVX59RTrl5ZpWzN+88kpXz2scGU5yeWVFLPgBNNr0R4MqZUGmD2bTDhANuwnGDUJRkxiuovIzEPcHSKSzRLN5fj0/imfPDglHQlweydPPOLmuFGl0Kyr9XggD8COMA1diEk6kpgRiRtkw4tkwkvsP6lx/6tT5El/Yz3D4lIYT2ygyjR9mKaX47MRBycDzop9UTjQJhOuXVzg+u4iscQMwz9kYPXUIEqp3CM40wjgYmM5q5yiwciMDqfUxyUeP9B59NDF6nKEK5cEsaeLNVQJGgfHPQ5O+uTWYuRXo3RbFqXTLv2OycaWnwubfuo1VEkjyTBGRAMuVtJRsrEQVZnu69kcF4VEMVIDaR9cS3FrK0Z3OFF5usOpi4HjotPq0zitYLZHJFPioFjCF57iDzvUmiK6yrrRpdOdKkF199Kyqq7Z5+CsSKXRV+5oeyLT2Q5+r0PfnNLpO8R9Lt5a8vHGgoegZHAFNNU0mvg1Hp8O+M+fNnh8aLK4HGFpWQgHNt32BLM+wm5Y+Ga6iq+4fGudR88KPHpeIBpDoaZjcZ1ud6QclWuLedYW8pjtNu1KTTVbOn2doSVUBZ+q3rRP024rwVwenp2Ji8xyhPRKlEqhT6Uo2ZkzfAFp1EO5aqnMdV1yYiczNb28tLKoUM9H52UqjRbrS1kuLGfVBLBQInrDAY1OjW6/RdAIEnQH5q4oyUgXY35Yw+PXFIpJkw2ziH8TyVJ1YVuCiJTGofzHIpEIqMaU4KEHPY3h0FH3b2kY+0KOqslExx6LODkXdqQx6Q94VCnhqtNRDUDBVoszTEUBzjSymSSZTErhcBu1hsIoizg8NqfKPW0NpwR8Bom4VzlTQokw3nCASqulSlCG8WCQ5VyYO9eSbK4G+fSzAz777JCpO4kvtgguD5PRQDXY23Jc2h2VkSouJRGN5n/EPSANbMn8m7v1ROCzRWBQ6OHXDryZOEPd0tvB65P8XT/Ly1my6TiNWpN6vak0fml5qgxWfY7enGM8Dfp9GQoYEQgYxOI+IhGfivIQMVNlAU8dmq0m5WpFfb+C1xTXkmrY25KB68KZ6upvlVErefVBwbNKJrc4RQbKmaNrPnTNg47k5wptYAxTi1DQTTwhKFdDZZ72BiO1LuqGZFN6cc3m4orhFkFPhiB6ylUUjftIp8XdIw4+cU1LE18QuR6VAdzp15g4I9weaSR7CHjjBDwxJQCfnp0qAfjK1aukMxm60ojsycBOU+Fl5buXrFNxh82RyxNsa+6MDfkktzCshD0RikWgEOSrNZ67oASd7Hb7iUVFzPdRLlepVCQ/Mq3OK59fHI/iBrRpdaq0OzVS6SSpdEoRdGSwS7Dm4rrudDuv8bU+hUgdmyKQaHh8hhIuJQ5YkUp1B5cugrShhEuXIYNy8m8IjjtGJBKf/1zllbqUI1ceuuVzSVapEpVVNubcVTovee0ZIxEfhyM1hCAYYUGki0gozWRxkoqgJ246r1cEmfn6IJqUuMVcbsFSSyOjO3e6i5g0GCqBRoRVwfqKC0zc6JLTKH+LkCNZv+Lc6/Z7GC6PcpBIhqXkkIrII45QoZ7IOWrb8hkEaz7Pf/3O1anEPZWprc0HKUYjdK9XlSDf1TCJ5HCOTSUCqKxIhU0d0G52lGAei8bUNSkCjIj21WqJcqmohDKVvR2OKwJAJBZXjm7bkkZ7D3vYYTax1Dkk4mej26PR6RIIBchmU8ycMccHzykXTkimFlQJ5lmcl5rLwLIdJay4PRL74FfCvTwHyvUqblLJvvxO1JLsUXFpCqJQMt0EyC4ZvZL9K2QDKRH45tnikts9F8WU+84rTvU5ql1hkCV73HGYiWNbdyl3njgY5bySLFflXpS8z5Gp1iVZjwTFLcdJXnM+rJCYI+sF/d4b0Gt2lAM1nY4RiQWpVitUqlVFYggEJP83oN6HfLZWu06z1VBijpy34XCCcCipBjwUflvIJ4JbH0gOs/t7BLRkiyoEtRqYGanX8vtEWJyLu+pcVuQEOU9cuAQ/LKKtCNfyWeehvN+LxPNzX66BOfJZvrzvhhjkfJJhHBmICATjyr2tHNiv3dQK3z8VN6s4ScVdKUKXT72GOMAVWWEu3c5FeiXgvs6iVbm0rwciXv+730nG8l6U6D8nK6v/fOfiVtK2vL64BaamQox73V4lwCv3tiZrs4jS4v7uUa2KcFZUrlohE8gfGdSR+JuZI1hrcZK58as8THu+rgnyTP6N10KvuEDDkShJhW6fO5zlXlEqVzgvlcnl86yurxOVWAN7isuW4R7JrxZcfo/hsKuafnIvEby8fDlCnlA4XoWEHqs1VfK5QypLNzBv0lpCKxi/zsGeKXFdzmWFLZcYEOX4n4vI8/vdHAGv1ivJaB6aWOKSd2wlAPt9Mozsod/rMOi11Y5EuYL118L8DEVBqNea6rNubOwoJ7RCVk+EAiHud0MN+si9Q7m+Az51/s2HhuQ8k4Mm15f8jsQNyBBkW5V8flljwvGMIsz4Q3GV++tSudAyoDd97d42X7uhfQqJ3Wk3FPFJSAMucbEO+zQqJUUtya1sk1/ZptsVt/wZLiZKNJM1TpEkXB41rOP2CUlhXm5jpvDxgkcuFU7V2jS1LYXq9vu8hCNhFUUgAym2GrTQ/qUk5uD18ZNraX79oI6TrE1C/hPU9Mwlw0VCN5kRjyXJpCQbPkZf7uldGU7oMujLvmyk7o/KYy5z5h6dRDJOPJnA79bxySI3nahsa3Gqq4EP9d2KI38+lygI0Ylg4MXRrxuEgwHCQT9+yVs25JqQfGI5jyxabdmH9ZTwKzNJQpX3GJIupjG1HKajGelkhFw2rvaf56VDGo3zeW58PKYGD4V44PdAJirXjUO13aTaanL96g+4fuUDSgclHn72NY/uP6U00SlNdeJxyXl1uHlll/fefovVRITh8R7dk33uHw25fzTguNnlpNMlk4vwl7+4yY/f2qJROKBZOCAVy7OU3aRe6fPFl4/Ye3lEP4Sqn966wM9uXSDuM5iOLMbDkdrfi3P3/vMq91/UVIbx+uoS+WyMaMiF1+Owf3yuan01zZVLkk/vxtZaTLU+AT1OQE9gd0ZYrQG1ao+jckc1ma9dXefq1TWKpROK56dEUyssrl0lnV3C7r1i3HuFy2Ogud04QkgYDug2esqccH7eozXQaA81NUy6Le7cWIiQkEGcGSenpxyfnuGKuPClvcSSYTKxBNrEzbf3Cnx7r8juToqd7RQ+r2CkBY8+xSf3l0CEeqtKo1VRe0S3EcZlSC/HhWZoxHwGMa/O2Oypc8/tDZFdvkQsuUzpyWPO9x5RwaEsJqWEj7V8iHwigHvmxSNGBtm3hEN0zltURWw9rlKxJ5THE7wBL96Aj+FQenkWnYFD19EZuwzWFnXWlwwinikhiXsbaZTrXqotA9NlMnKN2JJoou0US7k8sdASbsdLef8Blf2H2K4ZYxd4/H58waAapKrUelRqXZLxLKlEhlplwMv9kvqZLXtEv4trtxe4djtP2LHxDofUzwd89W2bvZdDFrfTLO5kSIRdxAMzYpKLHI7gTHT27pd5+qDEs4rN86rNG7fi/Ld/ucCNXT/jalVVq5mi3UrjCRnEcg6hdAhPbAVNT/Dqdx9z8NtPeNiwuD/UWL18mV/94gP+5IPbHH7+nzn47D/TD00Z5ny4/TpRMZePZlSrDpWqw61bd3jj9h284ybDs8ecHpzy//yxy//9xy4//LMEP/zTJH4heB2a9Otj+oJlns1ojYe0bZPbVzL84PYSQogWjHurITFsLro1ndRKkoVtGWwU/GuVVqnJ51+YfP7FiMhqivBKkq3VANfXvGRCMxqCnK4JZcOvyrRtGr2hoossLC2qYV6zUGBYKNIZumiPPPRdHiyfwSTgJhbSiIc0dNvEZQ4JeTyk4gm8mpvTF2ecvSgQW8sTX19gMJKItnkMVGsypDUdYjgu3I5OKuFlMe8nHnLjlglDa0qp1+O812V1d4mLNy5gd2wOvirw8utTGl6busdWAwzXNtPMhjNe7TWpVAYEljwElzzsrOTZWV2ge97j6EGBbrVPKhkllYjxnz6q8p/+UMOIOmxe9xJb0BhOLEWRe+NiXpV30GfWaGH3x1i27GUNRb2UOnjV5fleU+Fzr1yS9d/HwUmTg+Mm/bGmqmPOaA0lcEUG7V2ksi5u7SS4tSNoZQ1domk6Y6U/tNpTfLEI3niEaBhiYRkWE/RxCl0P8/TjJzz9+DFDw8GOuAkFveT8XpIhL0ZSx53SVX6t0xQLhKGQ4uOZi17Lote2eNlweNmcsr4d4f3302zkDLTzNtZZm6+emXz1fEh8NcDS5RCpRYNQyCEa1sgE06QDGZyqiXXepd5sc9Zv0DAHeOXeq3l48GLEg/0RptvBl5mRzLu5cznNnSspzJM+5qlERUzoCWVm5sFLjIkV4DdfVlWtX9O59YGXrS2DXExjMaaT9sdJBeI0y01Kp2Wq7QENa6qIoTLcnc9FaBeGtIsm1faY0nCC43Fz6UqeS1cWyPgyZL1p9EEdu7FP4fScT5+YfPPSwpQBa0+QRH5KZmlMJu4i6fOQ9HiY9VVWBPY0hO3EGDtjrFkVvCbxxSTxpRSDszbDs5YixrgCXlxe4zWJzaHbs+j1x0yGfhhFGHRdFCsdFatmemcMfQ6/eP8O//oX77M0g+Gj5zQePOWzbkfV5UtZ3n1jBQYznnxe4dmLJicei2PvmB/dTPDDNxLkJQ6ipWE2bB4eNnhw2GTnRobdG1nM9pjTpw16/Qn+hQjuZICGHLfzLrF8kMyFKJmsTjI0JRWeENDF7OYwHdrYfYti2ebJ4YRKV2NtK8LaZhSzPsWsOzRLJrWi0CDHtB2NlqORToVIp8K4ZrbqATWaJvsFm/Omw6XLMS5eitKr21SPh9gSgZL3EMj5yOAhi5d1I8qmO07trMvvv9jn/nmJ0RU35mU3d/N+7uZ9VE8svv5aaAU6H/71Jn/y11uMvihhfV7im/0Ovzvu0whoXP1RnIt3IoTbDuHWjE7LS7MpVAPpf/dwhy1Ws9usZLb5+98e8L/97UOevqyr56KZOHMu7epc3jVILyfIrCRoHg85/LyGawgf/sVVPvzLqzytFnhaK3JeHFA7ndBojmjbPYaOSSYYUSUQrJhkr+gjuoZJz2XirrlUXf9Bmjd/laPvn/Lx0zKfP2zx9FONp5+5+NntDD+/k8FyDdlvlin2etRGULM0rIrOuGqw43V4OzXl8gUP2bsJYldCHLY7HLY6dBoG/bqgXSe83B9QPrP5mx/v8Dc/2uZ5r81HpRJHpSb9Uhefa8q7P83x7k/zPHpY5fHDmnLw9m3J4HIRD2skIi68rplCgQsT/GXBpt6Y4LYcxBPwxqUEb1yK07HHFPtDJU4VS5I7arO9EmJrJYgnKLmMDuLNGlljjOmMDW+IDV+YST7CNB/h6V6bL359Sqsy4O77Cd78QYKv71vce2AxaQ2J2QMur4T51a+ucvvuGv/rPzzmf/mHxwSjLlYFsyEb/u4I18jmylaGy1tpGr4Bp3qTF0dDHv1xQu9Y4yc7EVWRXQ+Ri14KtR6PH9WoVEZ4Q0G8oRAvng5USYMvJQ1RzUW/3mUyMNndTrO7lcJxW5izPhN9ogw1klG7/3zE/nNTTeXjVoNFxC3IBQy234yw81aUr570+WpvQPN8zLQhGcE62xsRtjejRBcSxBYSHB02uffZEcN6i2trOjc2fNy9u8Gduxv809dl/t2vD9gvdJRLQjCx7rGDezydu9YjbvUgaJuS3TXj1oUQtzfCmJL5ipuBOVYNqX53RKs4pnU+Zvl6muUbaQ5PTT75pEa3YXJzO8DVLT+Lm14WN7zsnw158KyrpjjSxoysVxxDKVW9mUN7YnNa6fNiX0LPR8QDQRLBIJ6wgycyUzf8YmlIu24za8KsBf/9X19UddRs83ef7nN83GHTHWHDHyG3niS7nuDhQYnPHh3TN0ekY17iYQ/lmkWpZvGDiwn+7HaWbM5NSxtRtwYUTusUzxpcvrHK5Rtr1Ad9Hh2cclptMrBmKp+5W3bRLetk4jE21tLKCenyzZjqNmenVU5Pq0xlens6UxOn2aiHbNRQyIRkYEZ62UdmLYAR1BmOHZpteP5Y58UTcVWJW3DE2o7O7i0PSxcMaicWtdMxnqCGN+RSbqnpcKg2DrlcklAkypdPRnzxZKQypeXhU0TbRrGH2Rxx+WKMy7sxpmEXfd9MoRdePmnTrYy5uhJXJYMDiXyEk0qHvZfizGyqafiA30O/NVRZj8u5CFcvZtXN0zFQWO0n9yuqdpYD3L0UUyJ1wzZpT0YwdcPETW8wpjMQ14aNZU/UBPYb16K8cT3G3nGfvZMBVmuCxwTfxIUv4lPlMSZ43XJ9OEw8qMmiJ/ctTg4m3LwT5cadKH6fNBSkYWNzUu5RrpvEtKCqZNJFIgO9/ogX+13M7owPblzghzc3qOt96oY0VzuMOh3atT7Hktt67PAndy7w4Z0NKgOTj16d882zGvuPB5wfm1y85mf3qp9sANKGQyroYSkjzowA51QpUmH/wODFMx+N2oypJWSBGXc3EtzdTFKlQ40uLk8AvyeG2xWi1x+qSmlSJuFEiGA+Rd802Pu6xeGzHgtbMfKbMc4r4iptK8RmIjEhnnBIpyRP10vxzOJgX0RaF76wYEPd1GqWqh+8vcQP3lmiXO/y7eMiB6c1cjmPKhl6kYGcC0sBrgrvfQyf/b7J4/t9Lt5aY/fWGr7wBJfXZDwZ0+g41BqSqyo46jqrW24u3QxQrzv8/jdDhS358L1FVYGUn0Daz3m5wuGrE1qVBttLGXaWspxUK5xK8zMcIrm0gOGL0GmhkLvTbkNVJBsntpKj3nf458/OefCkzhsbKW5upCAyxQyMqXeGFI56dGoj5bZOhAxCsRHhuEVS0FlaiJQvRjyXJZ7P8u3LU1UB3c16IkE4IMiiFp1ph3bfotWf54lKg1EyoWKCXE94iPsXiPsWeLVX5dE3pzi2oygBuYWgcqr74zadrotOV+ekOOSo2KdcHeLXNPwujZ21DLvrWTJ5L5G0i+HY5OmzCkcHDRIeiLvh2sUVbl3fwB+bcdbf56R1wv2vNO5/BWsrEa5fjZLLSBMVJTi9OOyyf9QlkAgQTAZoS65MYcCoP2H3UoSLl6PsP+uw/6yLzzNRQwMLWTcLyTDJSIByx1ZVa0CtCWGfl1s7cS6thmm3bVptG9vlwnHrqtHcLlWw+ybphDzYLTLRbFUn5y0OjxqcFqX5LXlnfq7fXuP6nXXOG3W+vP+UYrVDMJjC748xNiWHRVxQLiZTg1RQ487CjKu5mWo6ub1guTVMQ2fvZMRvPmvz4mTM9maS7a0UrYal8LbD8gCrNiCgGbz1syuq/vj5niq/32FrI0Yu58MXBF/ARdiTJuRJ0TgvUDp+NcfDj/3YswAXLqRUnbeqHJwXlBjonoqj1GAWmEBwgm770Sd+xpa4IW2GI5uuOVGoJq9EnkwhFIoRSWSZ6m5KzRrNQZcLSzkuLGWVM9SaQKfXU5P8lVpZbv6qvLLehnwEoz7CSS+BkGTxgEvEKwU2NBiZYA4ks3KG2yMNuimBgDg1ROA1GPbdDAYiRPRUgzkQQZUzFQHTo5ynIgFLE9zrF5F0RqPVoVqVm6qLaETyRUMq18XrEdEnpBwd/W6fWrVBvdKk1x4op4I1gPEQImE/6WyIWCqIP+rHCLiptZpUmw3SiQhL2SQL2SBrS25SMY2PPynw8ccFvOEMSYXjNTC7bYY9wel1lWNORDEpEVvmebPz5rUS6l6LEYLhVHhX21KOI+V0nOpKsA+FPURjHuLxIAsLCfXQ3u306AqWWrL5pnOnmoh06jVfax5z164geDV8Pg2fXyaxxR0nAtIc8yyiTLkydwBLI1aa1iKCiVtSCY0Tl5psFoeF6IihiKGqJ9dPR9CVGl53CMPlVzlOUj63pioS9hKL+THcGq1OX+HxZcDLZUg2aAC/N6CatZZgS62BEmuE4iiZSULfkCax4A0lZxgCMAugGQ66Wwg1pkL3itAf8CYJ+pKcnp6qyuaySgDOZLNKHBQx81y5i89VB1vQpSJqficEiBNc3GO5TJ7VpTWCgYASEsUZKEhPaXI3Gi3qtYYSt3LZJfy+IMfHp5ycnLG4mFfOcnFvinvWcWwKpUNV8l6yuZz67mSfORjI8Ial9v4KuWmLI0n2JAMlckbiEcLxsHKqSmm6uLkksy1APJ5Ujklx8kkZr2NWfB7BPgfUsIPgEVUGrMorNZnJPyx+LhVLOj/vRFRRwopQjW0ROuauTBFTlA4l+Z8KtzxW4pOIEuLKnDtDJe/Wi8fvU3vnRkPwiz3lQhIhXSF+p3Idz3GtgujOL+TV35ValUqtogQ9cfHNpAFi2Yqk8Z1OFgiECIaiaj2qyFBLb0goHFElyGwZNAsGRVAOKneqEvZlOCMaJRiNKWeOuA/FVVdvVOn12golvZBbUMevWCgpIS6ZSJJKppR7TxxpL14849HD+4xMQbanyWYko2ydpbV1Wq0G7VZTNZIda6DcdOKeFXHp6KzAUaFANpfh2rXLuGYTPv/k9zy6f4/FpXVVgurOLy4rt12nO6A7EDd/QjlwBM0rgrB8fvlO2gxCCQAAIABJREFU1ECD5PoGg1QrZaqVCs7YxMtU5YAq7LA0pbsdut0Ok6kMDsyP63fO1+8yceW4CpFLnEPiDJZrIRSJEIxE5nhWcS0q55iuDvqg31OZ18pxPZkoV3bhvKiun1x+gfzC4jx3MxDg/PSM54+fMLFGXLl2iQsXVjk4POTg4IBAUNCiaaKKXhJQ+ciCPZcS7HMus0g4nMTtjuDSPEo4tEaD753H4lb+br2UvGJBRs+Hadrq5+KUlr9FHJJBGrV2CiZbMlQNcUnP0dcyPPC9SKwEcPmZuLRlsEBWyfkfWaP7PRGJxOkt2aIhsrkL5PIX/sWJqxzZ4kCer9PyGvI9yzDCd0701ynKrxG6r0d95MC+/re+cxx/JyrLMIa8we/F+ddivhqyUOKm5Fz/y3CPVwZe3DI0JY5aQd2+/nwq11bWiyGFwhGFsyO1FuVyaXVtd0SE60uurQi+NrlMlrw4RjUNayQ0gaEaapQMbnmrIvDlJKd7Y4NkKq0EbVmrCoUCZ4WCOhcubGwQDcn+esJMYcHn2c6SDSgl+HnJ2RZCg2Dz5b6jXlt62SLWqkEDWzmAw5HgHEc9GKjrWc47uQdKw1euAzkf5LhM5b4k+HMZ+BJxRA0CyD11jqGfEzQmWBMRgB1CQb8SBhu1Cs16ReWiBgKSOe1WLm6pwlmRQuGcVCrL7s4lUqm0ctvJ9zSnVkyoVIS2UVLHPpkQ93V0jtj3uNXP5FwwRzKc21efS1koNMl9DxOORAhFEwSiCYLhKF5DRE5D5TaLmKUGUGxLrc/+oHwmyfGd/0wQ0EgOfa9FuXBKq1ljaecSS9sX6fU61KplbGuER659XTDU88EvcfRKBIRyiOuSaQ9mr4vZ73L06hnHr57hYkg8ohOL+pX7OxyNqqxcKXEAq+Ejl7hsAxhur/ruZV8gGZpyHcm9SZEkzAHdbo1ur445nChiy9LiGtsbO+Szi6/JDoL2F/FdxFT5nT6WCHnzO5OKCJChi6DPRVhcyx4dv9eDR3e9JjS0FXJXegEiAI8mDtbUYaJQ4iI4R0hIfIWI80J8cGlqvyv32lqtTa3WYeIMMdwjQkGdTDpJLBqlW5vQrdlqX5hJy5ooPbky1rj+/ZBFqdrgrFQmlQjy1hsbLOWjPH32UtWduz9XVT4859EnX/Lk4TO63ghdn+wD+gRDAy5tb/Hm9XdYioYYnT2kd/qcvYLGkwIcthscd8vkl2L8d796n5+/fZkHn/xR1caFbW688Sbd9og//vNXPHiyT8fvphNw88u31vjlW+tkgx6MyRSrN+TorMZxocaLYp8XxYG6V+6srbCQjuNzC7Z8zNOjAk8PC+qZQ8hBsbhGyzpnOGmymFpnIbWG07YYV7uKEHb/RYPW0OG9D67y/gfXePTwEY8fPSaVX2P76pusbWwy6x8zG5zgaBNmmri9JYvZpFbusbdX4/l+i3ofVTeu53nn7VVWclFCMxG24PDVKQcvT/DGNSILXiKpoBqakAHQB9+c8/CbczY34mxuJgiI89oZq7EmtyeExxum2a7R7NRUJrTPH2MmyN7BUA2ELKVDLKWDDHodmvWGIpTl1y6RyqzSePmC+v4LOn4XnXgAd8hL0ushZOhMLMHGTkhk8qp6lSG1wzrFwypnrQ5ngiaPBAhEgni9LkUN6pgOj8+nnLRmXNlycWXTRSZmqGd4cdlaozD9oY+DaoWDSoWtlQw3d1ZZyWfVc4rhwPnTp5SePkULudBCusLgC9FFPtPzgxovDmos5PIs5hdU3NrL52Vq9RYzj407OGP7xgJbNxbwyqBlvUutMOCbx32eH45YuJgiv5tU0WeZqJekwnqHGA/gv/zmgH/+7SFdXadr6Nx9M8lf/irPlU0fVqmCVa4QiV0lEr9Gf9CmWnuBrY2IrV4gEE9z8Lv7HPz2Pntdm8cTF8uXLvInP3mPn717k/K931D6+te0/VM6ST8zY4bfMvFOprgMPy63ZLu+o8quFmk8+5iDZ/v87Scj/vZTi3/zPyyqYjji8F5F9UX8qaBCOxeqHQrVNndvZvnp+yskIxqtepNGpUmzYtAsGyxs5Vi/sUjQP8ZqnFA7KfHJpxaffmoxTXlwUh6u7cb48fUk6xk/ndpQVTCsEQrLoGuPWquBDKJl0hkVA2XV2qp0I4rbl2bsDtCTXGgVq2GhuywMEXMnYkjSiftDKpatcFymeFwmnFsikl9S7tmu3DskA90wmbpNRiUHqzQjFDJIL8lznxefxGnMDGrdJtVug/x6hrXdZZXx+/D3xzz44wmjFJgpuLSR4dZ2XrkMXz6tUK31lZAZXwuynEixkkgxaphUj2r0G308MojhMvjdF11+92UXX2rKzk2dWG5GezjBchyu76S5tpPCOzbRJGahN6Evrv6RztTvY+rzcfCyx7MnLcJ+D3dvZVhZCHB6WOHsSK4ZOGtDewRDUX91SCYhlYT3bq/w/p0VwtqYsdApShIhOaRYHuEOgBGQXlGK7Qs5UukEnkBIDTodffuSo2/3aQxtWs58MDIXCagYUiM6xR2dovXEPe1i5gkwDYewNZ1+tavqy4MRXx2O2Lqa5MM/XeHiuo/ZeRPrvMXTY5u9ozErV5JcfitDMDZV0RuW2WM9vc1aeovBSZPG8yKNdoOaq89AHxP3Boj7gnxyr8sn33QV1Ta945BddbO7nFbV3mvT2euojOShF2zdi24nsIZBPrpf5aP7FTauu3njAz+b224yMVhIuFiKxFiKRCkdNjh6eq7MazUZhvIYKjZgMR+ndtJSVW1MqHRkWtTD1dtprt3JkAtskAtuMGueMjj9nLPTY+6dwl7FhT+TxpdOEYmPiUSlxzdGH01xW1NCPjdBr0E4kCccWMIaD6g1XzCaNcjtLJHfXeL4foGT+wV1342lwwTDsi+bU1FOCm1VrrGPiJFg2NNVPNvLkw4tDVV/9eEb/M2/eZcdv4vxswPaT/b5Xa3J76pNbl7O8dM3V9EHMx59fM7jZ3Wee21Vf/XuKn/13iqpEdgv+zTPenx71uDbQpO776S4+06a0rHJ57+r0+xorL25xMKVDM3zmqp4Pkb2QppU2iDmF51mpIZ2pPqtPp1al8NTi4cvHSo9g4tXI1y6FiVouQlaHk5fdnn0bYVCeYgd9TGJ+gh6Q4R8IbUfl55GozPk6Nyk0hqzsRVhYzNC8XDIy4ddHJ+b9KUYC5cSbHkiqhZsnexY4+SwwT9+dcTXhSr2JT/2pQBv5DVVtQOLbz4dMh67+fP/8ZIq65MTVZ88avMfng+o+nTe+jDNG+8n8NZmeGsOqUiSbCrHyO5SrB9Q65a4ePHnqv79393jf/qf/4mHe6fzweF4zODdt6O8+3ZMiRaC0m2fmlSfDPBNPPziz6/wy19d5stXr/ji4BXFYp9W2aHbndDHVItaBB/hmY+03yDrF4yUw8Q7xvFMCJkBQsMA+StuFu+4ablG3HvZ4P7TPi++hOdfaPzwZowf3oip3zk1O5RMk/PejFJ3xqRqMK0aXIsa/GjV4PKOj+jNCMaWn3vPa9x7UaNb1bAaBu061JsOo77GX17P8RfXs1SxeW6aVPtdhq2WWrQ3r8dVPX3U4unjFkNLoqA8uGSK0j1RIo5giqVEODity4QD+GydsKZzdSvM1c0wfc2mNrY4q5ucFUdKpLu4HuHihYjKxBuIo0CwU5MpPlxshSNshiN0IjqdsM7p4YDDr9uMuxNuvBXn5ttxPv6sx8ef99CHI5Z8Yy6vh/nBj7e5eG2Bf//rff6PX78glnZzYSOkMlHalSFm0+LWbobbOxnqvj7HRosXB0OefDRhdKbzr+4m+Yu7Key8wzjvUG4OOD7oqnxFW7ByusHx/oijFyMB7pCIBVUTYjwY4owtlhejrCxG0ETY0iwlAvqiXjS/h2/vN7n/oIk1kq4eJHVY97lYT7lZuxNm7XaYj77p89G3PRqnNrO6iOgGuztxdncTGHE/eixA4bTF82+L6OaQ966HeOtKmOxyguxKgt99U+Pv/rnAUamnHu7c+gwBVnlmDu6QjidszDOFZ+LK0rm8FuPSepxWT/ALE5yJiXs2xDWZMO4FsPt+RjFd1VllyIsXXcY9i62sm828m9yGh+yml+OSzbNDi1FXzvEJcdeMeCJNPJ6hPR5TGw45r/U5PROMnmTnxskn4uAZgbj8OiblssmgbeMZ6ngGLn754Sa//HCDF+dt/vYPrzg76XItFuViIkp2PU1mLcW95+f84etD+sMB+ZSXdMxNoWRRKI94bzfOh7dSZHNeuvqEztRUk3CCulzayKgq1E2+Ffxvqa9wSqMxjLuaqoVMgu3NHOGoT7ka2v0BuiG620w1yTv1PvrUIRsJkAl7SUVsVdlFg9yKB3/Mx1QPUm+5+cNv+3z02z4JmYJNOCxv6ixtuUnmNLqlEZ2yhS8mv+Ol1xpTOx5gzDS2dhMsLEd5dGzx6HhMqWRTLdkMOhOmA8lBm7K8LC4oH3pM8nkN6k2Lo6cd5bq9up5UJZkfvoSPw1KbvVdVTs87JGJ+krEAo+6AUXdILhlg50KSRDKANXMUdufJ/QZ795tc2Qjyzs0oiZRB2xnTFVeJCbapYckD12SiRNpue6zOuztvRLhzK8rTE5O90yFWa4pn6OCbaPhjBv6YTMY6CuvrDmn4ki66psOzhyNOD8dc2PazsRPAL+4f3VBZR6XWiHpnTMDWCdgGubybxWUPg6HN/ouuMmD/6OaGEoBPJNt71KA36GIPh/RbJmdnE1V//s4uv3r7Ike1Lv/fvVd8/axKszxl2HZY2/SyvuUj7bNJGWOyES+bK1nyuRjP2kWed4o8ewnPnrlpN8S9Z5MM6rx/Lc371zIUxk0KVoux7Uazw2hTPzN9hOMyCY1HhMcjhfzx56IMRjrP7nc5fWmyuBFl6UKMbs9Uk8bi/ktlHRIpMIwQbiOkKAyvDtpqUs7rkzxxD7blYjJy8caNHLeu5zgrt7j3uMCr0yqLOZ3FvEEyrJMI66zmJeM5qJD1T77ucfDMJLEaJbEaUeJCJKIxc7loDV3UOw4PH1R59KDKxm6Qm3djynn45ecdqmc271xLqgqmw4Qkg6Fa5+zojE69zsZiWFW13VfliGshFmei+WnVpkoA9lpjvGMLPRJCT0Spdid88U2V5/tt7l5Oc/dSmol/Sle3qDYHFA57tGsjNU2qJkpTGrGURtrnJenykfJFiKYXiKbz3Hv5im9evVIpsqvRKNGgwdg9YuQy6Q5tOgPBjkuDfaoygMNhg1DQo6a9/Xqck/0WLx9XFdJO8jbyi0GMoDxQjml1HFptGbKwOK8LQt3CPdVwT2B7LcXOWorcUpDkgmS9j3n4oMyr/TorCTcrSTfbG0l2dzK4/A4HzXNeVSo8+cZm7xubna0Id2/FyWc96C5HCVKHhRGHBVPlqM+8hlo7m9Ux46HD8nKIleUw1XKHSqmDmFtWl91kUh5CMo3t9lDtTKi2BUeoY40N1QxaTLlJR3RqJYtqaUQ0GSItiOGpRb1cxuyaxCM54pE85mzMaDbmtNDm8KhF4aynJqRFaLx6a5mrt5dpD7s8OzyiIh0NJ4pjh1ROsZQIHql0nHxMZys5ZD0+lChJXIEZw5mHvuNReSKf329wdD5ibSnJ2lJqPr3fGzFujZi2xyrj+drbF7j6zgW+/OaAr745ZDYbk0l6lDt/fTtGfjFM+dimdCwUkQEeTRzJFvWuZFRrbG5m2NrMclKosbdfVKjdrbW8wpzXhg1V+sSLPvViDTWGA0eJrf3xmP7Ywm3PMGwISo5KbJGpS6fcPqc1bLCSz7CSy+IWFK7up9Pvc3BywFnhFI809Gbi6pQsRje+oGRNeRTqTxOjkQ2hqKCGozTrJqWzDu1mn2hSJ5bS8fukkePGFNdAEwb9CeOJZN2Iy2+CIeUOqGl/mdwR8UjQvUGJfZAH9oFFtyvOP4kw8+AxBOkqOXgzUskk6WSS0XBMu9Gn0+qpBqo9HuHXw/iNEObYpjPsY2s2/qgHb9itRFkRZNMJiUkIEg0bBAMTDH3Cixd9Vd5AQgnl4gLrdzr0u505LrXbx+f3zUuEM2lsekRomwsK3wm/3+FHZbMkzj5xSYn4KvnIIt4KylGE4LTk5cWDjE2b8UgwzWL/m2dOiqAp4odcS1IiVnrcgqsTZ9tU4jGVYCENeUFjiwDc7rSo1WvKeRxLRL8XgKXhqxzAjuA2RQiW5pumsuRCEbfag7Q6PSzLUSKOTP5N5R43dgj63YT8IrhLc1kayC5qzTa1RgdD8Loeabb68Hm8Ctdo20OFiBXXqwjIgZBOOGoop5DgOft9E90lWOMwHp+GJ6Axngxpd1sq3zIayhENZecO4l5XOSRFyJYmvQhkUiLwtltt5aSTa0Hlngoidzqdi+mdHsuLy2xe2FBDA7bgkpXL0mRkmTQEf1qtKwd1KpXD6wko8aB4VmRhcYGFpTxhyS31iwtLMPFVumZNOatExJjYM8zhSLncpOkt54lCd7tEDBAXsq3EGuXw9Ik4OxdSZQ8m2GURBn2+OcJVfy38znOv/SqbcS5uCVJMhGt7jl2TPFNxqL0WR8RtKg38eDyumv7iIC8WS0p8FNetNI0FRSz3W2nwizNSBI45tVacpnNcbUSwptGoEjsEc95pt2k26iq3UV5XnOTyotKEFaFmdW1FuaSPT09UiWgjAoXPI046yRF2zxG/UxniFHe2pIqK4DxHkc7FaXETB5Wj8DvhTYQWESFEoDTElecVPKw4JgVd2qNaKdHuNFiUfGNpmjaanBfmnzceiymXl+DApcQBXCoV6Pe6SjQXhGl+eY2F5TWVTSx4YnH+erQphjxnvMZhn5VKSOXzOa5fv6qQrV99/keePrpPJrdMNrtMNrdAJit4eJ12p6+G+FLpHMm0DAbI9yRdsfkxFiemOKoFWe52i+tbBg8tHKunSBnKHfzavSnn6Fysnapj41Xnx9wdKyVYV49vLpSKO3IoTmkRFRWJYH5eyJohTmahBygEtKDCX5978t0KUUFe3yuCm1/cyYJY9tCq1SgeHzGbjLmwsUo+n+WscKYEQnECitNUzoX8Yl5lr5+Xi5yXiurY+iQrPJggGs3g90UU+l/EQxleEHFQEPbiGheHreDw5f3I+islDt3vhD91Vr4+t+X/J6Kfpv8LOnv2WnhV4rpyBMt1N79OJIf2NWgZ0xRx1JzHCRhzB7AM84ajqe/XafV7Uo4IYfNBiDmm2KOc+3Pr7neTN99lActRBdfcHvw92vt75fm1BKbw0koMnmfXqrNeCb//VU7xTNaxOV7ekbV5Mhe5RVFV3l1NhggmNGVIq1lV6GG55kQU7A9MBirLdaLQv6lEWg05KEQ2qAFBEV9loOM7kTocjigUuwwjyPcna2jj9fOk5HNnszk1dDKbOOr9jMQBbA1Vjmqv31XnbiKRIBKNKWy+lBKAFQFEjqUMi0zwi2jn96ohUFlnZf0W96wI+4Jpl4GH74alRKwWdL28x5DKXw5+L5DLdSDrnsI1WyM1PCTCXjwaVkjQbruh9pk+yewVt6I2/94ODw85PDwiEU+yvX2RRDyhvi9BHMvQqaYL6r+jHMByhGXtjEUic9qGwo+/vo+LC1rcmELI0WTddanrUc5leZ2pQqkbBH1eQn6vum6cyVgN6YxGpnrv89NHzjFZp2XiSkgaI8ajAb1WHdPsk11dJ7O2rj7nQAZAbHEJyyopOv1ceBY6hCLOi2NalaYcxy5nSr1coF6W61AEdo1gyK3WVLm+JVveskVEF5qAvJwMC/kVCvy/MrLP88DFda+iBcRpO8+dlkFC23KUwz8ZTxMOhtVAiZQa0NdlvyPHR471mJHc9yYOAb/g+OW5D9wuB4FNKES2ZM6r4aX5QJoMXMvvjGzJApa4BJjOZkRCQcKhAAGfYL3l3g69QY/+oEdbehftIS7dxh+YEgq7ScQiivRhS8xSX/DRLgI+Qf1LBEAbTesqdL58PnkeK9V7hMJeZXhIJXycHZxxdnjG1u4dNi/exmyalA9OKZ6UKZpwbs6IpsZEUxaXt3d58+rbLIaCDE++pn38mG8PJ6rKdo/GrMviSpr/5hc/5Me3r/Hkyz+oWlld4+LVG9TKI37zH7/lm/sH2Ck3dsrg52+u8Iu3lskIXcGc0a2ZfPHoXNVA0xBe31I2zpXVLIvJEG7Jr5/ZnDYanDaaLOQibK6l1TW9t1/grNzgrbeu89bb1+iflik/eUXxrMVZc4Kt+3nrrV3efvMiX957wFdf3ye9vMDV29fZ3FnF7haYdM8wXg+nqBiNkUWt0uXJXo0X+026Y5eqi7tp3riZZzEVJixcvInG6VGRk6MigZRBfMmPJyRoWaEDOdTEYVUeqkgQIcJ43LKOyr1OYjxc6G5dDTUNLYnb0JlMvUwE3Y+t1sN0xE8q7Kffbyuh2PAEWFi5QjK7RvvkGa3TZ0yiSZzMiiKM6b02036X5nBEazBidXWZlbUVleXYOClRPqly3hlT6ozxh4IEwiF1rklfpNKy+Wp/zMvyhHfueHnnjo+FtEEqajAaaLx4NuPg0KFHjy49Lm8ucvvSOqv5FJFgUA3SHN5/xtGDZ2Q3E2S2korQIZx2IWE9et7k0bMmyUSERCLK1Hbod+W5ZAT6EMM3YXEnz+JuHp9p426b1ItD7j1s8/SgT3wtTGItTDzqJhaW5+IYGws59Qz493//gv/w/+7jzXrxZL3cuB7gh2+H2RbDkhnHO4qrKLxO06LRaVLrVPCEfezeuM7qhQsU7z2icO8R90s97tUschvL/OwnN/nJe5eoffMV9W++pqKZlIOg+XRSHjcRj1BkdEUASKevkMlcpn5Y4tWXX3G0f8Zew+BJw82Pf5JQNWgN2PumSqdlk1mOq0GBg8MqBwc1blxL8v67C2ST4vbuY3Z7lM8nVM4nzPwh9FiEWERnIWwjU8d/+KitapbxMMu6uXExwU+vZ1lNeDk/bnJ+1CCzEFAlA5ij8VDti1yOhkuc5jOvimDThCssBkkbmpIXOplhTUdYE4tYeEYqOiPl9ZLSwnhtg2K9pSoczRCOZKj0bPbPWzRGJoEkBFIwbYxxGmMicTfpVR8RoQc6gsbXMcdjpRsks1FyS0napSEvvijy9KsCraBDO+hwcSPLzd0lpsMpTx6eUzxvE170ElrwsJ5Lc0EoNSObTrWjcrodoSCMHb59MeLbfQtfdMbqpk4kKbndNlMcLizGubCUwOfY6JZQfyyq0rdtT/FEQrgjIXWOtqsDvLpOPhMiEnIzkOfgTleRVIsNh95shuUB3eciE/WpQYSluI/FhJeZ7TDoynPvvzyfSewRmIowk8+miMXDarBchMXSfpHyyyLN7piWKb2tuUEtEpb7rRBMbYbVCWZtgiHX6kIC3eemV2vQqzY57E1VLa/FuHsry1LCy7jYpl/s8fTEYu9kzMJ2jJ2bQu6YqiEsezTg0tpVVbX9IiffvKA5aDOOgxPWCM90Vfee9Pn6cV9cjyR3NUUN3c5n2M5nGb7sYb7q0h2OaGsWrTG0mj4aTTcvyn32Sz3WdvxcuRFibVV6/C6ycZ1M2E8m4qNV7FI5loH0ATUhuOhCToyRX4jSVCj3NtWyQ0n0MTxsXg+rWk9fZD1zCad6Rnv/M44Pj/iqoPGg7ML2BlRd3A5z43KYIGM6hSa9cotwyk9Y4gwSC+QTK8wm0rN9SbtfZuIPMvWHmEiPcWCrCAa/0Efcc/qbVFNMKL0RxthLyAkz7Gi8OG5xcN6lq2t0dfj521f51z++zcJ0SufRPtWHz7lvm3xrm1y7mOT9mzns7pQv/1jj8cs2raxGOwt/cnOJD99YxhHi32d1ysddGsaIuj7i1tUUt6+kePV8wK//sUKhbrFyK0buYphRq4/Z7Ctj68JmhmzGTSxgkQiMCBjSf7MZdUxlFjs+s3nw0qHaM7hyPcrl6zE8XfB0NWXU2XvepNQwscNeJmEvcRnUDgZUf6Uj9DFzgml7sKYeQn6HkH/GySuT/SdDlUMd2QqS3g5zLRbhejRKbqyTHsLxSZdfPyzzba2FdsWNdsXgzkKE2wthhuUxB08kcg3e+tUKb/5qmf7nBfqfn3FcGPGspVGd6mhxN66IgV938OszdpdSXFvPw3ikntPOS1UWFrZZXNjh739/yv/+9895dij7XJ1ZJu3lzz5cUlWsVSnWanQLFubxjIge5Kd/epmffXiZ395/zO++fcxZsUe/oTE0HUxDmOsOxsCF0ddYiPlZSQeJxXQ8AQd/QCPpipPU4ugLQ7SVLuVxj6fHPZ6/NNm/By/vabxzxc+7VwIQdqhgUbVtTuoOpw2HWdUNVYPbOT8fXgxy5UoQ99UA42UPv/6oyK8/OqdfnjJtajhjg5lrjmv6YGlek5CXtjgCGTIy6ziuPuGFAJGFIC+e9FRphk48G8Ab0rGmJpYgVi0wxtAZaNT6grw2CEw9RF1edtZ87K76GLkndDSbQsNUWbHnFYsrWzFVgs0r1TsMTcU9JGAY7CRj7CRiFF0mRW1EqzShd+DgtnUu3Ypx+XaU3/6XBr/95wa+6ZjdDFzeDHPj7jIrW2n+4Q/H/Mc/HJPO+9jajajNwdlxn/q5ybsXM7x7KUvN1+fQaLJ/YPL09xOm527+7c/z/Nuf5Sn5h5T9A2qdEQ3JNBC31HhCazzl/MBWZcxk4+BXm2Vpniv0UMxPIiZNRnlwnhIWfGM+ii8e4uMvinzyeRFTQPgjWPJr3MjoXFrxkH8jxMIbQf7x0x7/9FmPxrGNVnXUpvDSlTSXr6QxvRqmFyqFDoVnNWKuKR++n+aDOwksj8bI4+KP3zb4p0+qFCsmXn2mxF55L1JecZiGXUR9GkmPi1zYy/pKmgurac7LPYrlHn4GZPwDIh4Nr7aAx5XncafDk06b89aQVnOEZtks+iEf0khveFQVGxqHhRnDro13MiYwm5BO5kglszT9reSzAAAgAElEQVSGQ0ptQRz0qQrSc6SxvphhfSHLeNZjTJd2e0ijajLqTYg4biJTN3ffW+Hu+8s8PGrzf/3mkPOzHncXYtxcjJFey5JZy/LZowK/+fQlg2GfpayHXNLgpDBS9fZOlF/eSpLP+lTm6lCzsUYiwLcIZ0KEMiEOCmO+etBTi4T92tXjskFqZSnJxYsLyu3x/GWZs2KTzd0MGztpKudNjl6V1SKfCYXJhgKk4kPS8SH5RVhcchFORTHCOapNP//nvyuqunzNw+VrbhbWdKJZl0LBjpomo8aIYDpIIB3i/HjM86/7aiN1+80Yu1cjvKxPeFm3eb43/P+petMvOc4rze+XERm570vlVjuqsBUWAiABkqIkskWpu9UzPa2W3fYHT/ufso/tM+2xTx97umfGH0byaJraKW4SQQIg1ipUFWrfct+XyFjS575Z0LQL5x6ALKAqM+qNNyLuc5/fw/o3A7oNW01mhv2SF+ghnvAQzPoJZoN0OzaHGx2GDZvrK1luXJjBiWi4YY3t4xbPtmscnXWZzYt7K4ol2MpeTzmoF0sxIhEffUFyS3boN12eP+rwxuUI370XJ5s36OLQdR0GnWlNNHG0T+h2LSonI6TJ9Pa9GG/fjbF+MOLFgakcwIYSgCeE0h7CKQ+9hod+w0Mo7SWzZGCJS/7ZkIOdEZm8l2xOVw7lgDF9iGkMHFoDB2/fxtuzmV8IcmE1xMh02VzvMmhrfHD7Ah/cXuFF/Zjn9WP10OvK9HpXUFYWp6c2P/rODX707Rs836/z9796ylfrZwqvJL8Ksz4KJYO0f0ha71NKBVm7OM/8XJYv9/e5v7/Ps5cOL9Y9dJrg80zIJX18+HaeD98usNOtqmo3Ncx2EGfkI5wyCSXHeDsmRmeEP2wQkJxTU2PrubhbJSchxvxiXDVApDEpzr9cEZIz4sxM0O8n2d1vsLVTptsdKpeK32sQ8YWJ+iIKByXkgVfHdb58csDW/hkLBQ8Lgm8u+CkVA5Rm/BQyAfSxh4ONESc7JnbYxQq5ZNNhlWctjY227afa1/jy96eqLq0lePu9nGogPXtao34mN31h1hbDRLIpotmkGqw4PTih16iwUNRZLHrpDCaqRpqPsS9Az9Spn1l0azYJj5+kx4fp89H3+zhrjXnytKFyht+9LYiTGUZem7o9VHnVR696tKpDYpEJMXmQyAfJ5EPMBH1kvDqZQIRYapZYao77W8/5auuFQkTORiMkwwZaZMIkKEhim+7AVrQJF8FMom7QApJz5wTR3CCnkmex2VZNsQsXU+TnwngMiWsYU2ta1OVGX35vOwqHrInBYSgC8DQvqbQQI7cQYWA5fH3/lJcvaqwthLi6GGRhPsjsfJCx5rBx1mbjqMPLb/psPupzYy3Ot99NU8wbCpspTfCDis1hxaFju3StCZ2uQ7ftqj00nQiTSYQZjdqYwxb5rM7KUphMWvIUNcaORw1l1VuSKypZnSIuSCaYoA9NTl71OdkZsLyS5fqtWXw+h7PTM7rtPtFQTlXXMek5psLv7+20ODrogCXdT5e120XW7hQxGXJSK1NrDBi0Q/Qafo53ehzvdlleLHJtbYG5nEEuVCUdbkjANpPIhK6gwIchdo9HPH1Z5bQ8oJBNU8ykVYaulCtDLoMJEcPgwo08KzdyfPP0RJVk0Pl1m9m5CN/6YIkr13J89osDPv35AbmUwcpSBN3rcljpUOsMuXSpoEqc7Y8enJBKRPjww6usXMqyfrDD+v4OmmOgO16GPS/9tk63N2FgD+g7A3RzgjaeEAhkVe6OremUO/u0h6eUslmK2SyRaJpAJEWnN+D5yxe82nlFxOdVr18akdLI8fp1AjEDn19XwxiyzwtSurRQ4kQQ8I/3OT4oU1oMUVySLDpxJ/rotFwqZ5aKgPBIA0uzcTxDbMTFEScazeCZyOvuqxy0eMognhRHzjQfeCx4pHNx2Oe38PnE+VQgP1PEESRV22TYk2ltC123yCcL5FN5Dk7qfP18i5NGjVDSSzCuK/RzyOcjm/KSy8gwoEN/2KM3kHsEL82mOGXihEJJlR8ogpg0jSUXVbCz8tAqolo4ElL1x1xTWzJdR6phLf9PnA/izFNZp+ZYOXAlH1nTbHTvWDl4E/GQcilrEwlqEZSluPek4Swo7IkSTBTVpD8gHIoSDsbQvBMm2vQ4GufikDygCGJXnITNZkOJrfFknGgsokQpqYkrzirJaRbMqDTfNJXtFI356fYHNNsd5SqzbXEIe5QYb40c4hE/8YjkuYVJZyKqWXdaqSFuGp8/gRFIqjwncUNJE96xTYV0F3FAhPtQWFcuY8FFSkZtuy1Y2BiGN0Yw4iMUFfzYQDk8pVGfTs6RScz+USgQ1HCz3VTCjspF1gRZKcdUHFdTgUs1Kq1pPqEIzL3ukOXFRa5cukwsFjnPm52ix9VgRbWmHKlyDBLJLD5BQB+fcXZypkSuwmxB/WxV5qwBk8BQ1WuUs4ivgs2URrrPF1QCsuBvBZMrQsI07nMq5IoYOpUCJkpk8nl9qpkvAspUOJZsVRkkCKpSOM5ul9FwdN6Ut0nEokqokIxXsVaLUN7pCFbTolSaVbW5uc2jbx4rZ1exWGJ2dl459uKJhEJoCpZZhDEZSBCBRcQxEeAErZ3NzaghBRFGZMhwf3+Pg71dLl5c5eLqqhIwZSBEhLOVlQvKBbz+coONlxtKSEwoETpJLBonFour1yCY2SkK1lHHRnI5IxH5nGQ6TpRwKQ57lSkskofKF54ic0XOk/1GRDQlAA86nJwc0mxUmC2VVDXqTeXkk3s2ERildH2iSjDEMoQgCMHK2YlaO7niPLnigsJ8S3k9DjFBzQtDVIluMhxV4bRaplQq8cbN6/i8Hh5+9QUbzx+TzhRIpQtkMjMKMSvCjCBJJZeyOLtAsbSg0KaSly7vKeAPqmMgx1JqcWmRpcUlPJMx/U516kA+FxKn4qNXCUeCRhYxMBCarifJbRWEdjgcU1m7cqyGIowNBWcuQw0y9CK5t+I89Cg38xSLPh0iee1IlQxscYXLh4hbsk8pV7GmM+y26daraBOHXF6aczHKgoAul5UrqVZrKvfolatXuHhplUq1rNzfg4EIRg7hkDT1FonHM6qJLeemuEAFey2iY0qQsEFx4k9x1OIoEKzwa8FXzg15vSKSvkZcT88YEWolr3eKPn8t8k7FdDmPXmOZX/t1PUpYluMh62gqNnrRfT50Q3DrUwF6etxFb506IKVUxIDg0F/nUcuqOA9Xnw74SM6rhlcEwXP3sHytKYZ9un5kYEfwtNIu++cC8GsheIrcnjonO/2movxMc1g15aCX7yfHQLJohS4hQroIsYlkgmwmi+41GIqbdSTPg7IH2VP3eTQ1Ff78MlwpuHURZS31858eg2mkgFxX5DjK655iuAdK+JVhF7mWiNAv11wRgIejPr1eR5WsHXGAi3NfMtP9PrmuTPd3ue6IY1velxxD2TNF3HZcyZsdKEey9EaUAByWuIApBltQ/uJ6l5+c7FMiUr/W3UUQnWLrp1nUIvBn0wkymSTDvmTAtxFpSO4JBX0sLmCpjY0NVXLtXV29pLDFrZa4mAeEJWc0FlNrU/LjZS+VwRHByb8W9BV6X9OVO3XqjpVlJIM90/NE/twbDlQzcDSWoc4QiWhYxelIqffbn+Lv1Wsfjaa4fhkGELejK8+YJq4IPa5NolBQpYaXBJEvx1Hh/qcUBVl+MgAnJYMKchzlZxoN+IgG/Yx6HVVewyIQkZxmj1oj8h4kpqEnQ0oiAjvuVAA+HyqRATMpwY7LkI1aI/JnWfPyvV1LxVHIMVCR3mroQXYOWetCsfCIxqZiLmQAQPaTblec4NY5cj+l3rcSvl0bz8TG65kosTadiCoMc1+EeSXwi8tbjtH0milu4aDCsevTewqPZKg26Q4aDPpjhn0Lvx9icXFl+5RYHAmG0d04XjfGRLDUdh9DHxGOmAQDIwbdLv1Ol1rHptpx8Aa85IoBhIzYOqrSPqqRKV0gW7qgBCGJA+u3R7w87fDytE1m1iU9N+H66hXuXn2XYihAd+f31Hce8IeXQ758OaRtjDGjNvOLRf7y/Q/59s1bbDz8NRsPfk1+tsTK1asc7g756b9/wv37exiLBr4FLx/eLfLhvSIz3gBa20P1YMRPfrevKjEbIzkb4/J8glvzSSWweCYSBWHRtIY0rQGxSJB0PEKlMuIXv9rnm6cN/uZfv8ff/A/vcfZ8nRe//YLySZOBHiWQSPPmGyu89cYFPv78AR9/8YD8Yprb717i8rUiZusUs3Wi8pVVxrIgu02LarnLs+cVXm41GE10xEKyvJzkyqUM+VSIuMdQA/LHh2V1/x/N+UkvhHGNCY2WDA2M8ekBDE0oC7J3T53dcr7LQIBHG6PpJhOPV1WvDy15VnQgEJaBSSEk+YkaARUb0uxW0P0iAN8gM7NIp/ycbuUZvswqodJtBPLW2XtJ42ifg3aPg06ftcvLrF2+gNvr0Dw8onpcptLRqXR1guGIKrmXsAYjDk5G/O7RgKd7Jn/2gyh//oMoc0UfuZSX6pnFL/+pw+efdwjkXAI5h1trC7x9fYWFfIqI38AZDHlxf4P1+xtce+8C17+9rM6BTqXJyV6dr5+0+fpJh1BIIlh0IpEA0YgMmMhu2EX3jkgu5kku5AmOJwS7FvWTAfe/qfNsq0Uw5yeUl2cQj4okWilleevKCmE9xt//wwv+/t+9oLQWorQW5spFjZurExZzCTKBd1Q9++pTnn39KSe1KjXTUgSy9z94jzfv3KD26gW1V8+5v1Xls80mqTkRbS/x/ntLtB5u03y4xaHVZc8zQI/4mEtnmElE1UCv7neIxeeIx+fZeXLKV794ysFOFWcmiTuT5ObFADcuBjk76fLgYYVOz2H5Yo58KcGLx0esPz7iylqCu+/MUCr48DLGY4/U8PbRYY/DBhw1NYVm/daNtDI5/OrXZ/zy12dQMFTdvprh+zeLzMd9bD07ZuvpEYuX0ixeThONSfQIWDLseFqnW++RyCySyCzgtjpYVXEX9ikPHU6GzjQCcWAyN+tXWaqz4TC5cZSA6ePUHHAyGhA1EkSMJOt7LT55csRRs0P+QlCV1h2g9frEswYzSxFiyYByD3ttoTz41FBzLCYxNEHaZ312H5fZflzmTLcoazYXLxS4dWVOUdMefn3I7n6NwIxOMKuzOpdlZT6j+nhjiUsYmAxaJv22yW5lwp44BUOCFNaJyHw1MhDjkk3EyCbiBPQJPlzqzQH7x10Oy32imSTRdEIJTH4ZvBCq0FjuTcDvNfF7x5xWLU5rFgNjgp0AI+KlEImrGtfbmI023QE0x378YTHmJFgqhRgPG1jDhhoOisYShCMySC3Xb5fWaYvWWUuR05qtMR7DR2ImQSgaxB5K331E9WCgKpyKkrs4owxHnWqZbq1CJ6DRDUzXxXIxSVw36B33aB31VQ/3+cGI3GKc5asSU+LSbzdxRiPevPamqv3H2zz99AFts0NgOUYgGyA4sgkOLZ5uDlR5UhNSV3Vm5oKszBRYyRZwDnrY+xJl2qNidTlqj9g+cNk7mdDBpTNxmZ+PsHIhxlxeHM1eZfRKRD2qZNhIiASy5qrDPiPNJleMkS/GaZ61aZ11KB96OD0UypeP0lWD4hWDq4s3ubp0E/f0iOrjL9je3OX3xxpfn3lomBMaI/jee4v8+E9XVX74zuNd9l/sEV+KEl+OsVyc5WJxEa8zonq6zVn5iP2qxV5VTGBJcsUkQcF4C7nMthicl617sDUN39hHaBhg0HTZPGmxW+nSNzT6hodvXb7ED65fJ9YZcfb1OoeP1tmPTNiPwNrFGHfXEnQbDh9/2uDZzgDfJR/+SwYfXCqqOnvS47OfHrP/qk1kRSO8ovHGQoY35jM8edzhP/70mK3TDqUbBrmLuuA+8QxtFck3fylPPucjGRorATjgGeH3DLF6FmbHYv/Y4Zsth2rXy/VbSW68kcQjkaVVi+OjHpsHHcqdMVbYhx0Wx7YMNgSUvlepdzFtjZhEgESS9OsterUWr7ZGvNww6engX/SRuBDkXiHO2/kE+ZFGqgt7RwN+sdHmsRgIboD/JtwrFrlbLODp2tSOBLltsXQvxdK9JM37JzS+Osbqe/D4opQ7Gl+u93i6PyBSmhAuurx3dYYPrxcIWC57WzUOtusKnR6O+PnFNyb/8YsB26f2VADO5/z86EdF/vpHRXaPBC9SoXM0xjycEPdG+OBP1/iTP1vjJ5884T998liJavbIg+V4sHwe5AfvthwmTVcJC4sFaboLEk4nnTCIG3HiRgIz2aKfqnE27PDqcMCrV2O2HqLqg9sJVU7UYd8ZcDwcc3jscnDk4tbBrXm4Nx/iX90SPGSI4bKPZsbDr39xxq9/eYbVdvCacoH0MpGAcV+AGxEP18MaidkUkfksk6DNcFxm5LaUsDj2weGuyeGeiSF5cPmAQtX2BBc8NPG7HlXt3oTTtkxWe4i4PhK6j9W5ABfnAoz9Fl19zFlnxHFlpKZlXjvF5Ca7KhMIQ+HleQl5/VzIxFhJx9ketHk1aDNsuHiqOlHNz5XbCa7cSvLRLyt89IsywcmYqyUPl5ZDXFjLkpuP8/sHFb54WCFXCrFySdxrDi83Ohzs9nn/eo73r+Wo+ru8os72zpBXn0/Q6j7+x7+cVbU+qvPCrFFrmvTrE7pth/LApNwf0y27dCouXtcgLFP2ckI70siylBMmHjPwez3q/4u7Kl1MEs5Euf/NCfcfn9IrW1h1l+WYl+9c8vPGZb9CTscv+/jZJz1+9kmX2q6DVvYQdg1WLsVZuRin7XFoYaspJbPaoxDV+P47M9y7laQ8sqiYY7560uLzB00lWEdChsKfejRbTW0FoxOFi0yHDYoBPznJvEhHiKfCHBx0ODjskgmYXM7ZFNR7KKj63V5V1VlbHqQtDNehYEzIh0QADpC5EOCkNmHnyGEoXHnNIayLUJMmFs1Q7fQ4qTfV1MtwqFrgzOVSzOVTmHaHkd2lJw9oDZOJOaEYilAMhZm9nGLucpJvtlv89LcHVE773J2LcXsuTnapyMxSgc8fHvJPH2+pyda5gpfCjHfqAD41eXM5xgdrSXI5P6ahMfZKE0Swan20qFfVlrDjH/XZPxzLQCiu7SEkeG55f/kYC0sZNUW8vl7j6KjLtdsFVWcnLV69LDNqj0n4wiT8fmbSA1WL8x6WF3WS+TS+1DxnzQj/5/+6x//xv+3y9js+7r3rIzvrwRcDb8Bh0h4z6ZiE81HChRh7mybffNLG6ju8/W6UtVshjgYejocevvmqz8PPBMXgkIx4SUZ1ogmNaNJDKOUnlPbTa1tKADab7jSX9EqJrmdAVxtwIDk2J11qjdF0Y04EwBTbs0U6ZlDMhQgKVmno0Gg7bD4fqBL0zbu3I0qYHXph4HGVU7nbtPCHDELSAO9Y7G13FV783bcTvPtOgvXDIetHA5VFoHdtAo5LuuglVdA53HFVxTJe5q8aKjf7eM+mfCp5NtK8E3Smjl9ydCYaPcvDUBxzAwutb7O4KEiQCMO+zfMnbXoN+P69Vb5/d5XHZwc8OTugIxkd4v7qj6mUbSplhz975wp/9s5Vnu60+L9+/pLHr+rEwgGiYXFyuUSjLknDJO0dMj8T5Pb1eS4sz/D7Vyeqnm2Meb7u0G5M3fX5pI8/+26BP/1OnuflCs/OKtSrLqOGcHy9ZBdABmr9A0eVq8E4oNPuORxujagd2ywspZlfSmMOBrRbXQIBi/llnXzJoNGI0GhEOS53OTpr0GqPlAPU4wqmPEYuEePySl7Vy/0qnz7cYX3niIW8h8U8LK6EWLoQIpv0kwh60SR75NihXXHo6SY9r0kmHqKQiOAVARgftZHGo4cVHj2qMj8fZW0tja67HB83GfSGLOVDLOZChFJJgskE1bMWh9sn9Bs1rl4yuHrJR284oTt06VgaLVen1Z3QOLXoVh1S3hBpPczQMOj6DMqtMesvmpwc9XjnzRzvvpWja485lb3jrM/JroiLY+YWfcwvCPxRJuog4/dSCMkka5h4ep5EZo4HO+s82NkQhYO010dSxJd8kHDaT7s3pN0fYrniApabeQh4Ba1mYA40RgO5oYRhDTV8kJ8PkZyRvOUx6Bb11oiaKptmR4QtF7sDTmfClZUEl1eSzC/HKCzFGJg2n396wvPHFa6vhLhxIcjcgkFxzqBrOXy53ufhyz71Q5PGkcnNqzHefStFbkZcjgPVGBpMwvTdCFuHbTYP27S7jhDiFQo3ZHgJiaPUN8DvH1LI+lgoSV5kQGW7SC6YiL/1pkM4GCAh2PCJQ7PdoiFY4N0RlV2TtWsz3H17Fn9QMs7LNFt9QiHJCMrSn9j0XJsDEYC3m5zud/BYLpolAvCMKlcfKxRTtyNTj2FGnQCnuwP1Mytl46wsZCjlDUozI7JZyVexGPjHlOs6J2Uvx2WTw0qb3sCmlM2pqnea1LpNMF18jk7UH2DuQor55RRPXpzy9MWZcoqEfC5z8xHufmuelctZfvP/7qlanI3xxo0s4ahOud2lORiQywkCMs6r9SZPH1Yo5JL8i391nas3czx7tcvznV36LZtey6bb0Oi1dAY9Ea7G4B/jtb3othfDF8cfSuPoHlqjMwZWg4zkA8bEBZgjksjR6Y94tv6MrVebRAwvYZ8Xr6AHdR+634svpKm8N7NlYbYtVi8vsnppkXq1y6uNE85OKqRyOqm8NPS9aB4v7aZD+UQGRFyCQvIIadgTE3simbYyuJNU169WraUadalMkFQmoMRKe3wuAIuIao3RvSZe75hivkQxV8LsudSrA0b9MaWSYJUjhPQIQW+U3aM6D17uc9xoYERdlV+cjUXJxqPkMzr5rAhxIw5Pq5yUBcEqyGTJjY0QMEKqyS3il4iwnY40rLt4xJWoeQiI2yk0xTwqkWUi2ZYDBsPh/08ANiXzeGxOxVcRd6XZpZkK4Z5UAnBIZb7KL8lWnDjTBrk0yERckAb6awE4FIxNBUm5L9KmOYriUBKnkohHIrq0Oy3VpI0nBbUbmaIexdnlakxcL4KSlvxIcWUKyluqPxzS7kiWkclIcpRNh4kE3DseIsoBbJBKT9GKXp/O8WlFlT+YUiU5iiG/ZAZPlPtL3i+uCCWChJRjJSL0+LyhP8LjCaN5woQiPsIxcYlY6j5IXMwBI0XQlyQiyLxImFanrdyGIhZIJrLK5T0XfUV8EBFYhBMlzKBNXcbdAYV8jvm5WZXzqLKYFY5b3Eqjc/Ghqxr6khFr6H4lKDZrTeWcTqQSanhO9liPMYHwGE946tCWY6dQtYJ0VoJbRIkiwUBECZ0qt1mXv8cfxU73vHEuRBC/ONFUFvK04S3oZ3EB616fclSKcNButdUwlRJLQOUXphNJJa6I6CXiTqctIoOpMKciDj1//oKvvvpa/bzn5uaZX1hSQoi49kTwFRFYhGMRV2R/VvmbumQ2pkmnMtOc2L64p1scHR5wfHRwLgCvqAGI7e0tJfSsrK5QLBbZ3N5mc2tLfY+ZfF4Jv+K2lJL3Jq41JfZaE5WZm5spqoxj5RYzLSUqKXS0EtqmAoCIX4I5Fqe6DCxMg1QdhoMu5coJrWaNbCZNNpth0OvRakgWKCpjVkqGWR1HzjURUGx63QbV8jHDYZ90bo5Mbl45+eVclsaGzNXrHvePAlmj06Lebqus9AvLS0pkWn/6kN3tlyRTM6RSM1M6UCqjXHWCQhcH8OzcIqXZRWzJUR/KsIc43XTldKvXa6oEH57P5xW+czhoMh71lFAn60hE0lBY9htHZTmLi1PtnZo4hMX1H1DiuRw/lT0sAwjqOA6U41aykVUG+UQGpqa5qLJ+BRsroqNyyCrX4jS3XO0XtmA+p25XaYi1K2d43DH5QpZkOk61UqFSrdLrj1QDJJ5IMT8/T2l2llanRbvTPBeA5fXHyc3ME4+llfgq9dqFKqKk0DTEPflajBbxV5zjSgAWt+8UtKxE1NcOdRmOmCLMp+5mtUbO3bUqs1XE2nNBUz4natk/zwJWZADlmvfgSq7razyzcv/+V1fv9MuLcDYVpf+Idv6jA3j6iuRDdhhdxFrlHJ6io1Uut3RI1Xc4F4BFpFF3eUrCnorEKvdXBHCbwahPq9tQlB//OdlBBFhB/IowqfYdhdOX59ahcgCnsxnlnDdlqGIsLsppRmsoFFWY60BQBq7ELT5Fx4v7WrlGz68j4kRVx1BtPNMcXnktQtWQdSKOVvccGTy25Jo1dfGKqCnHUXLFpXnrV/tdRF2b5XqlBozU9U/W2HRAZ5oMKPnKUyFXPkSgliGA1wK7rA+JVZAP2TvEBfxa4JcIA7W+RaQWQpltTyMf4mFGQxlUElenOIMFIT11Akvt7++r2ABZc5IdLwMUkosuGOhwLKJcfuch22pNTTOZOadIvEbnyz4se7+g8oXyIcc1pFaoeHP7g6GKTJDXJgP0Eo+gHK7aBHM4VJnorxHtIozK9V+Oo46Nrtl4ZXBLm6h823AiSyg5owTgiTMd4rDHQ+UaFpe1nPuSNW+Op05i9X4FH++Ve38xFFs4ai+10Py2wqaroQZnwtAU7PVY5erKtcUj58J5bvXrc0z2YBkMUOhyUfMnEwxNx5BoFTV0Mc02ln1F1oyscyUAy9fSdSzHVU5eyaQWTPNwOFaDL+I0lm8lr0W5PCXz3OOSScZJJ2UIyD4fYBEizEQJfYqkgRAMpuvR0DwqUkL28aHVYTjuqIEnqYB/Kv6Gw/J3Jb/dQJ8E0ScBldfnmYzwecdEwmOCfpNBR3Kj29R7UO0JkUgINUJP8mAMLHz9MX3bx8CSXOAIsYCQ93y8OmuzU24TSI0IpobcuHyV925+h7lokM7OJ1S37/O7xwM+eTIkOBsjeznJ4lKRty5e4UppjoOtbzjYekQqm6K4MMerrR4/+cdn3BV4nm8AACAASURBVP/qkOgFH9EVg/fv5PnunQIxW2LwLE52+vzsDyf87A+nLK0VWV4rspoPshrXyAZlm3FwXJu+x6TvGSundDQQVALw7z495fnLDj/6797kr/77tzh6vMnjX9yn1ezjm8mQyGe5vFBU9cn9p6qyczFu3l1k9UoGq1/F6tdUbIZcT4XkJs9MrUaf7e0au3tNRq7GSJ7fsyFK+QjJiI+Y5iE0cWk0WqqiuTDphThjHM7KTbU2ktEEyWh8eh7JsKNy7cumL03qAdAH3Y9HF5FXhGNxr4tBwEc0amBMvBgTnd6wRatfw+sPkitdJZVZYNh+xaj9ikBykfDMGv3mmOMnzzl+tcvJeMjJeMTtG1e4c+MKrlzjd/eoHp7ScgyatqEiQKS6LYvqqcQjmQp12zQ93H0rxN27ISJ+Fxn1L5+O+eyLEQ+fjIjkbaJ5mzs3lnj31iWKySgewam3uuyuH7C3vs/1by1x/b0lFStU2Suzv1Xl2eaYZy/lmqqrUoMMccHZT9DsAdrExDeTxDeTIIpOwvHQqZs83mizsdPF9kv0mEsk4SWW9HJxfoZ7l5YJa1H+93/3gr/7v9e58U6c6+/EubISUTFoxWScmH6BmHeFR198ysPPP6U56mOHg6SLOW7dvMzliwt0K6f0qqd8/aLMF08qJAoRvvO9Jb79nTlGL04ZrZ9xYDbZdVsQDFBIFkiE44ysPiO7rzLlhaCy8bDOb3+yyd5ui9z1DDPXMiymYDENx8ddHjxvUO/IsGKSdDpK86ypamklxtU3MqRTGprs8ZJ1XulzVu7z8sBmfV+GgeJ8+O4887kIv/nNEb/97SFaya/qzrkAvJDws7txxM7GEYWlhKpEIkYkFMUempzu7FA/rTCzcI3swjXG5VP6e9tq/VZNKA9dyr2RKkG9Xr+WIm8ECZ56cBsu+5bJvj1iNp2mlEqx8arFb7444KjWZflGiuUbSZxuE7vTIJ72kV2IEY76oe/gGU2IhMOKehGLRIhFwzSOemw/Ombz8QndMHTCE2ZLGS7MzTDquaw/r3F00lJIZG9c+g0JVSGfdKUdHMuiUx/Qrg85aMJBA+LJAEvzYVIJr8KtT1xJ0NXxTmQQWp7tPHT6JkflnnI+5opZZgoz+FwT3exjCnWuN1EmltlCgFLez8bLLhsve9jRCeElL9Gsj5wvrOpkq8bJZo2TtofTUZBAIszdN+LKhBPwjAki1I+JGk4XMlg66yeVMug2pAfaoVk1aVYtJoafSD5OKBHB52r4HI2j7SZHW02MmI/UckwNc487dcxOAyvqw5ZnyXCAdEiMIlA/7FM9HnLSdFSlS1FmVyRyx2XY7ap88zev3uLO1dtsPdzkq998RdvuEb2cIT4bIT62SIxtnm30ePayxzDo4pvXSZaC3FoqcWtpls5Wje52nd5oQM8Yc9w2ebpusv7Kou+Fvu5hbj6sBvpnC0HVp86cZ88HjQluz8FqS0zXkPq4y9BjkcpESWaimO0B406f+gmUD3T6A41AAYIFD29eu85b164zKVeoPnrI1sYxnx16+OrEQ9OxaNoWf/kna/zrv7xDxBrx4ovnvHywQe5mTlUxE6cUiyiaqtlrU6+0ePSswqPnVRav5VQJHclu9Bh1R1R6FtWuTTitEUnrJL0xMnZamaC+2jjl2UGNUC5IMBfk9tws784tEmr0qD7Z4uzFNpWUn3Laz0zGYDaj02rZPHg2YK9mkbgYUHUtl2BtJkFtZ8jTz2tUygMiyxBd8rCSSrKaSrG/N+SLB0K+6BMqTAhkJzB0mQwnFBYSzF9KUcgbpMM26bCF7gxVuSPJAZ5wUnZ4+sqm3tO5ej3D2vUMo+M+5nFfmXX2631qfYv+xKCHwXIpwPKsHxn4lvzfkenB8MvwegS7bWK3R+zuD9naGVJzHKykhjdn8P7FvKpk1yJUGfLqYMAvtwc87oyI3HAIX3e4V8irctsWpwdNHGwuvZfh0ntpus8q9J5V8PTBpwU5rk74+f0Wv9/oUbgeong9xBvFAG/mAhjjMadleT7uEw/4SQT8/JcHY/7h0xGbJ9Jt1phIluiP/5sMP/5xmv2jDvvHHTqHJsNDh6ge4v0P13j/w2v8w8+f8o8fPaVS6+KVh3GvhhMwcLxerNoYqz6mlA6oJrpgOYsZP6WZAH5fmIAvTD/coh2tUB50OTgesbdjsfUINh95+It3i6qGYYvnowb7nQHH2xOOX00YNy2spsU7yyF+dC/BxStBKjk4Drn84Zd1vvxlTTVuw8LG1GUCzVC5c/PuRNWFq7Os3FoimPTQH5dpmzUq/SGV/oBGfUKj5uIL6WoSxwhodHquqoihqWp0bParJr2uQ8T1ktAMLs4GVY39Y7reIfXRmFrHotVz1FRALu5XTqfuQFwFMvjrJ+ANMJ+KMp+OsF5r8KLewOm4RPpeUoEAl2+nuXI7zUc/P+WjX5wRmJhcmoXleR/F5RipfJCX2z02t7rkS1GWV1PqtX3zpMXmyy4fvpFTVdW7bNs19vZHHH0N/m6Av/3xHH/71/Pcrx7xZeWYan3MuOml14HT7oiT7ojJ0ANDD7pr4PP4YeJRk6yWYxKPacSjmsI+yANALBEhlU8QycR4sVvl+W6V9sGY/r7NxbTBD+9FuPtGEG1ugj4LP/tdn//8uz71nQlaWSdoeykt+CktBKhblipDGpMeh8Wsj7dvpbl2OcFBe8hBa8izjS5PnnUwTQ+ZZIh0MojlyGsbEYo7RFITchE/84E4GcEcSP6q4bK322d/t8dCEu6teFnMyqRhGq+W4Z9eVPgvL6qUuwOVJxTUXIo+D8WQRlaEpQshjioW2/syte4SDXqIhSRLK6ZcKpVml5NqU+UpajLl6PMxkwqTS4WmNzzjHqOeybBj43N1VnMpVvNpjLSBkfEqAfhXn5/RrA54cy7CzbkoueUSueVZPvv6kJ/9eoter81s0Usxp3FWtSnXLG7MRnhnNc5MRjIZNBVZK5OwHvH/+V1Vm3tDHnzT5/BwrFCcmiUNZUjGIJnyk8yEsGwPO9t9ymcWa3eyXLs9Q6XcY3eryaBlEXB9hD06ueyQmcyQyxe8XLnoJ1uawZdd5KwV5e/+513+7n/a4dvf9fLt7xoqT8INOKDbGD0bo28TLsWJlGK8ejnkq980MTsmd98OsPZGgJrrozbx8fD3Q/7w6z6tik0qLi5AnXjGUA9iwbhBQLIIm2MO10UAnvDGjQVuXV+gPKqoqnSG1NvSKHaIGB4igpjCgyF4uphBLhNQzrSmCAItmYoZsbdlsrpgcOuqj3RWZxz0iK5Ju27SqY+IJSOkczHabZvNZw019fveu2m+/U6K9ZMeG8d9ehJULsdKGqvLfmYv+Hn8YMzjhyaxjMbFWz71HsQ522lp6iFZss68Htm8pw+21sSLJQ89IweP6aps79XVMN22xaP7dTpVlx++d5EffnuVb04O+ebkgLbgC6UR0rdoVEXkcPnWrWW+dXuZ56/6/D+/OuLlYY9sLkA6LaqATNoPSBgWacNmsRDi7TslLl/O8uWrOn94VefZxogXL8Y0a45CgM8kDH74J3l++L0c93cqfLVTplq2Gbc1dNfLwmWfqqirE3U0+qZDdTimVh9TOzDpVR0WlvPMX8jRqHc4Pa7i8425vOZjYclHteKjWvXR7I5p9KbY4VpZMMAT5eKey8W4fnGeaxcXeL5T5jf3N3myucfCzISFHKyuRVhZi5CIGAhgVDc1nLYHuzuho4/p6iaJgI9MKIBmGLQ8OnXbw+ZWi83NFomon0JW3A3SmBVFzFIYrVJacmfiGJE4x3sNdp6f0q03eOftCG+/LdnHY5UPXRu4lIcTai2XpuDLqy4pPaxq5PfTDfiodsZsbzQoH/e4dzfHvbdyNHpD9ssdjo/6lA9GOKbLrXsJ3ribYG+/x95Bl6QXFhMGi+kIqdwcqdw8jw+2eby/hdkdEhpDMhJkdjXNzFyMRrtNo9PGtEeMHXEZQUCmqj0+hVdutyz8boQIccJhP5GUh0BUGuhTVm+9M6DRkYElm0ZrQrPuMqxPGNVdrl9NcP1KksWVGKXlqHIbf/zrA775usz11QDXVvzMLxrMLnqp9x1+/vmATx8M8Y4niqBx/VKUN28kyCSlMdpWQzuh7Czh7By/+/KAT748pNUdT9044jxwJngdl0zaJpNxVJZRLh1TTQdbsi8nXupNWwnAiWhA7bfSLN85KLN/UFVDAJ1jm+s3Mrz9bh5fwGXvoEKtOSAYyRCMZhh4UG2Fo8M2+1sNTvda09drwtqdNNdup5l4LRpdcSE7+CYxNCtM7XCsKuKdkAxMFFJm9UqEuQtBapM+9Umfnf0x21sW5foUsSzs+PnCPAuFOQ7KxxxUjkGIAXqAeDBMoRCjUIzx7MUZT9clt3JMJqExOxfm0vUZirNxPv3oRNXqUoo37xRIZvx07RF9x5y6n72w/7LD1tMms8UUf/GjNdZu5djYO2Zj94jj/R7H+13qZy69pkehoMNpiKRl2COMzxNC8/rRfH5c3cWcdLEZEPEFVcUSeWKpkrqfebr+lO1XWwS9GiGvphqp/oC47L3o/mnTvnUyoHkyYO3GkirB4VbLMsXbwhsYYPiH2OI2FWG3blM5EVeSRnImTCwdVKKf6xE3rzgoI1imQ61cp9tsq+x6wVtL/3E8EhFJEH7TbESPZwSeEbP5EqV8Se3lR/tNJQC/+eYCb741T7dm0q2P1dDQ1lmLqriI/CZ6wGEum2I+k6KYk7wdTbmdnm0cs7VbxfBJjmgWn+bHp/nU/ZFqco7HtCSPvd1hLGKiLUK0OIXFDS3Y0Km4MhD8qFAQfAaRiDgSNdUoVs14PYCm+9G0MR7NJBDQSKUiJGIhPBNduYBVNp8MKXjEBSYDcExdxaPRudAYUQhoafR6dGnmT51przNmJcNPMK8iRsSl2RGR82aaTSsIaBm+EAFYhihVJmBA8pY15VQSF7A06sTJI64+n+5Xjo3XGcAiAOfySZWzKsMWhydnBEJpguE00XBEDSJ5NZSIKO4y3eObllccf5ZqXqtcR5X16VO5z68FYEEOilAiDtvxUMca6iSSUyG202lxfHKk3M0KFeiduhrFrSGuKHk4E7EnGoqoHGLl1O70latCRANB76lrskwxj8QF21f/TrCr0uAXZKUIsIOeIE8HysUm61yJUSLuaA5OaIwdGmPoAbx6QIko4m6S6Vp57pH1K01vEQqm4s3UPaYQhoLcdsfKlS1Idb9I/edYURH5fD5xGgfFAzkVGHoDJbiKy3nqGPZOEccytR+Q/E3BeLsqT1dcoIKSFsf5+vMXPHzwUIkxpbkF5uYXlOMuJEhC5L5EHF2yFiyVt/haDIhEZJ1MXXCCIJXjUxMqQrXM4sIcCwvzNBp1trY2lbvywsoKhWKR/YND9vYPlAA9OzeHPxA6FyYF66gjUyKyxkRkF/Eym80pIVjWspRyIIsLVLk8RUSbCkhTnHEAjxuYqm4eEa/7yv3b6TaJhkNqXct+YJljvJpOUJDsfp8ShoYqS9pUDS/5725HkOhjUtlZUtmScr+LkD8SnGm3hT0eqQxpEc/6o5EqEWMlH9QZyz3kOqdHe0r0FfE3kcwovLY0p5UA3DcpzS5MBWBxAKtsVhGwLGxrmukrwrY4fJXoibjj+9iCF1TI6yGxaFQ5IOVD1rOcz/Lvx7Y7HSwIhglHxIEZV27x13nTljXEkjyT81xoEYlseRiduGqtBAK+aX7u5PxcsSwlygjqWEodcMnuEkfv4S5inZqbL5CdSSnxt1Kp4DUEFy34XsnCjCgRb4p9FdT71OkdDEo+dJ5IOKm+v4ja033L/GNO9etM6nMusvrtn6ORRYyU83qqSSs5eCoUnIt0ii6gEPCWuoeQvUAWtZzXigAg57Rjn1MnhBgiKGyv+vcyNGcJgle+5rno/cc/T6HL0+EDOXnPPxSFYWpIPycyKHOvcsWotacEYBkKmYq6r92Rr0Wy17+LYCafV3nDahBlzGAkLtK2uieNRkT8jCvErpRkf0/3K5v+QHKcu2ovT6mM64ASfYUkIWtY8uKNgDz3iLNO3E3yfjnHjku+9Tl9QEQjydKVc+xcbFc54vIeRWhTDlcNVzsXgZ3pfiVCk7w/WbfqHkCJoVElAgupQpX6iq/x3ba6N9A0cTJLxq84lU11jgcER+8P/JHsINcIEYHlQxrhMgTx2setxGlbBpFMzP5ANbcDAclzNhgO2oyGsj/2GVsSDzFS90dSkh8uJW9b0OZK1D4ftPEHJet8SiQRwVD2QaEdyGCRvDbZR4UqNx1iEaKDDBRHiUSTKt/7tUApQ0eS2SyvzbEGSrANB7yEAoYSeyW6YCD0BtdV7ttWq0Gr1VQ4+YAPAj4PIf/07xvBLL5gZrqG7CGW2cMUPPzEIRbLKEe9TxzXgYgahp8wYjIZ4Iz7OOMeCLbUkoFSC8djYkt2tBoGs9UAjlRI9veY7Bu6OidlAOr1epRBNhmokjU5HPTUuRv0BVW5jsQ4jBQiX3C9ohPLEJVcAySj1aPLPiTitCDDxZU+OqdinA+cCBJW1qOsBVlDHle5pRPRiNqT1PCWnEsTcVz/1xLxNyBZ3EoUFzy7heUOVWyIkFSskdwz6tOoGBmIkuutLCJBwTsTgj4Q82rA5xD0ifN0hNlvq6r1vVQGfhzDIJLyEo+LoSBIIRBifeuUF1tnBP0RlastLrXT5oCzxoCxt4HlrXPjyhrfe/t7LCZDdHZ+S2XrC351f8Qv749YfnOZO9+/wtLSDIVgiJTXS6NyQr18TDgWIpFNsLnR5Cf/YZ0HD49IrfhJy3D6zZwq78CmfdjjYLvNJ8+bfPKiybU3L3D9zRVmYx5ykx4RV4YDXNVfGHlNVUHDIOwL0G5bPH7R5OB0wAffv8T737/E/uNDHv9qQw0DZFZnmJnPUowmKEYS/P7JFr9/vE2qEOLyjQLLKwlcq4VrNdWwhtw7+Dw6huth2B1xfNTg9LTFYOyhb03XsESDhA2Iem1CHouRDI1YQ6K5OInZtMocPT2t0++OyCbTzCTT57nkQviYYvIlDge3x8SZCsATXQawPbS6AqzVSaWCxGMBJjJTOJ7QH3Xojpro/gCZmVWS6VnsYRlrdIY/nCUQK9E47bP15Qb7m/s0DZumz+He7ZvcvX0Tp96i8nKbyv4h/YDBQGJqvCECRpDTwyGb6y3aXZtEPkqqEKU062V21mDQ6ipXXrlisXnoZb+iEUoNCaUGvHlzmffuXCEdCtKrtulWWupZpl6uc/F2gUu3i/RaXQ63TtnbrLN3pLN/7GUm71cVioIRcNE9NtpojCbnRjSIEwuQ8vuY8RuYfZfN/QGvDoc0+1IDYjN+MqUQF+ez3Fmcxe8E+Df//iX/5h9f8t6fpFWtXSyyUpplJhJDG1noI5vHXz3n8f0XOH6N+EJW5WfOZCKKAmn1x4z7Fo+fVbj/4JREPsC735vjW98twV4L9tocmXX2nBq2ESAVnMWnxajUG6ouX85z6XKeFw9b/Of/sK/IaKvvZFh9N8OMd8iMMeLorM83213KMuDtDxISYpLfJeZ3KC7EmVtJEgy42L0uZrdLvWPSaI95sWPxZGua3S4Ox4VCnM9+t8+nn+xjzAUx5kLnDuA8S4KA3j/jdP+USDZIdCZEPJYlESniDm1Otp5RP9knt3KHmdU3GR7t0Hn5Dc1GnZbtpWZpnHaHqi5dznDrdoGkrTN81qW112PTGrNljblxKcf1izn2djp8/PERZ9UBV+4VuHo3T795Rr95SjhukC3JezKm0VBdi3hKDExREtGUqsp+l+df7vL86320goGnYChMcioew+zD8f6QWm0AIakh8UBI9RYiATkPPWgTl1atr+KQduqw24B8Ic7NtTSFmSC27J2mGF8kVq5PNKKRShiYjk2tNaQ5sJhfKLGwUMRqtRmcVRVuvy63l4aPG1ez3FjL8vlnVb74rIqWhtKdINk5wWJ7Vb181GDzmybblQk7fT++ZJD33gpx740Qpfi0DvbabGzW1XPk0oUEC2I46DTpt1s0y2Mapw6O10+gGFfaQzYYIxuIs7NeZvdFBcdnEcjrGNEJ+riLbvVwQyHccFANz/nxMOpanBz0KJ8MMR0vpquTLETIzkfQfS6jwYCJ5fDGhTXeWLnG8wdbfPGbB7TtIYlrWdILMfJikMHl6bO20iXqMogU9xDNBXn/1hzfvTXPyZMDjh8fMpaho6SXWt/lwaMBT16MaE+gBcwvBli9GGS2GFAIeRGAddtFEwqS6UEzNYa2ScvpMdTGhCJyrx/G61gY9phO1aF2KMQ+l4G4lwMO37l7he+8dQW93qL2aIPNF1U+3dO4f+Khb5gMfCZ/9b1b/O2//BahwYgnv3vA+h+esPjeMkvfWibitwlMBoQ8morKGrQmfPbpNp99+oqlt2ZYfGsGXZ6Xj2UwtM9u1WWn6lBc9lBc8jAfL7DoX6Zb9fLz32/xh+eHLF5Pq7qeSXIzmSTU6NDZ2qO5c0AjG1PlyF5vjah3xuxXHJpjD5nFIJmFIOmA0CsNRdxsnJoMB2O8GQs9Y5H3x8gF4oz6EyriEh+OGejSvbJVL9juuuTmQ8yuRCgWdLJRl0zEwTVHqqZkVI1KzWV9z6TR17h0JcfFyzla+y3aey2qnT6V0ZD60Kbe8VJvG1y/EuDGlYCil8hwULfj0u2hIs2iBIkS4Kg84NVxl+OBSVObMArq/ODOEj+4vUS43kM7rLGx0+MX2xZPumNia5aqu7kU93IpBlWT7c0m0iG598MSd39YwtppMt5tMmlYTPqwfzzmo0cdvtwZcuVbOa6+m6OkDSmMOjAe0LRNuq5NIZgiH0rxnz7r8W8/air3+7kArPOjH0f50Y8jHJ+MOT41lQN4dDQmqgd574M1vv3BGn//0+f8/U+e02j3iIQ1jKAXy/BhaQbj+gizblJKGizlAlycDXOhFObCbBTb61XVC7ToBmvUBn1OzsYc7tlsPEDVf/u9Ff7mwwu0AiO+bJ/ystam/BzKzydqykDqnUtBfvytBMsX/eyGbHYZs/VFn+3P+/h9E4WLHWuoTak1mBDvOiQ6DjdvL/HWexdJF3wq0Lo1qrN72mDnrMFgqNMfaUoAjiQ1NMNDq6nRanpIRcWJ6FUXmJ0zyXi1CNsacXQuSXN2LozlN+l4+yo7tCcZASYEZfJfJoulaaIerry4dgCfJ0hBkKTpME8Pqzw9qqENXTITH7lYkKt3ZrhyZ4aPPjrmo58fY0xGrJRgtqiRyPkIJw3addnIBaMaZ24ppUTBPzxo8ORZm++/meUHd2ao0eXVsM7ZiUnzpU7UCvE3f13ib/56lo939vh4d49K2WJc99HvaJx0Rpx2TcIydSqTzq7BRJpwY0GWSdaNSSw2ISbOTmlQOV6isTDJXIxYNspho62quW3SfjnmUtbHX30vzr23goxTY8y0xUefDPno0yHVVx44M/CZOtmCR1VtZFGXKfKgh/mkzoVSiLWrSRYWo2yd9tg667G3O2R/d4BX86lck/xMlE6/qyZq4xmHdNElL4KIN0XME6ThDGjYA/Z3pIZcyHr5ztUgK4UgXi2GocX4yaMaP3lUVVNcIljKzWrJr1OMeJlZDjGzHObwdMTWbk9NMqdSPpJJyTCaIheqjR7lWkt9LhIMKYu9ckpHvEynpEeMBS/QFuewwZ1LRe5cLlBzTaruiGevWnz5TYN+y+RmKcjaXJiZxaKqz78+4aNfv1IZS8WCh7yw8LsT2t0Jq5kgN4sRMik/WtiLxy8ZatOm4tBrM/RaaqrkybMep8djDNuDYXkoFHQKeZ1gxIPmh+FwwsmhQ6sOF67FubAWp141OToYMGjZ6KYHnwPFvEUhZ7G26ufmpSDZUhYtM8dxM8q//V/2Vb3/gaYqnLEVklqySMPDCRGZZpuPE1lIsP1ywP1f1xm0h9x5U4LWDdp6QNWDz0y++OVACcCZlId0WiM14yOV9RGI6soV1pam/YsuoxbcvnWBW7eXOWjucdjaoyvr1J5mGHrFvWGPMTSZFPaTjPvIpMVFo1Np2FTqDmdHtqqFgsaVZZ1k2oMbkYEWVCZrszYkLXkUs1k6bZtnj6p0GgPeu5fhvbczbFY6bFW6dCpDnNpYOYCvrEW5fC3Kb3/b5ePf9tRQwrU7BvlZcYGJ08hPpzOm0x2rGzJD3CWC29IlS9CHazkqP1hyjy8sh+g1TR79oUan4vAX373IX3z3khJ/Hx8f0u51mAg+dDCmXZPXPOH62qyq59smP/1ljb2zEfMXAuRLMujRpt9pEdMd0n5YLoX47rtFblzP8NVun692ezx93ufZsz718lg5FEUA/pd/nuMv/zzHx08qfPy0TOXUxOq4+DWdi2+EuXgzTCYg2cJBqo0Rm0ddTk76mBULtwNzqyXmVmY5OWmwvXWC1zvi5k0/q6s+ahWPqqGjY6JTro55tdmh3RizNBdhaS7Kncur3L58kcdbZ3z0xQu+fr7NQhYWsxMu34lz5XYcvyFYalmvGgktQFjz0fSMaDAiqnlIqYBrnaZXpzGBw6Muh8cddEcjoAY3wB9ykF54JhoiLY5Sf5RJIMLBVoutJ6cK5/HB95J88CcJuv2REkMkI2i/aVGp2/QqDmZjQsqIkTaiDHw+On5D3cwcbNVpnPW4fTfH7bfynFZ6bO80OD0aqvUuTfzv/CDLt/80yxdflPni92fEPC6rGR+rcmNammOmOMf/x9SbPslx32een8rKqqz7PvvuBvrADRAERFIkJUqybFke22PHjCc2djwb+2q9+2L3n5l9MRMT4d2Ztde3R7Ili5JoihIp8QBA3GgAfaK77vvMrMqs3Pj+CpCXEd+Qgmg26sj8ZebveZ7P8+D0iAcnRww7A5U6T4QCrJ8rsriRVsjA7lC67MeMp4KQ8xDwikvboFYbUa2NWEgU2citEg4ZTLU+ShvogAAAIABJREFUtjZW6WeZpjxI9QfqvTSbLo26qwRgmUvnY2rEfbu0EWM4nvLhT4+483mFc+s+dtb9qmN6ddOg2pnx1z8c8OOfj8iEdbJhLxfOxrm8nSQVk03ROj4R2nZ2WNo5x1/+98f81feeKAE4HJbuS4mPmsIZZHVFY3XFSyISJOCLqo03LRhQDtCWCMAdh2wiyFI+zGhocuveEQ8elpj1NNyexuXLSW6+kUb3O+wf1am1RhjxDEYsg8hgA9fl9EWPk702taMehunBb3m49HqKS9dT4JsqYd2ZuiSCCSJ6lG55Rrfs4Bn28I47pDM+zt9cYPVSluNhm6NRh0cPBzz4ckC7Z6OHPUSSITZWNthYWefJ4R6PD/YUATIWFIx3lHRc8D8hnjyv8mSvSijosiJo88Ug2YUQoaifz/+5yWcfNFU32RtvLJFbCGP7bSaaTafVp93u03gxpnFksrCQ4J1vr7O+k2LvqMn+UZOjgy5HBz3q5Qm9hqNMFkmVxNUJBxOEg0nRM5m6U2aajeZ30Hziatfxu14i8aJCkUuC7fGzJxwc7aEzw+fOFPpR0mc+w6fww6ZpUTvsUTvsc+HKChcur2LIw60lYs2Yid1kMm2p68945NKqT6mXJsxmOvmVJJmFmNoYRBN0pi4xS8yRRb1Up9vski9IqlCw8i6WKe5mSS/NBWARTiTlt5jPq5Eb8+ppD2fi8tW3z/L225vs71Y52K1S6U5oTKHvSv+Zicc/ZSOfZr2QZlEE4Lymkqef3zni/pMqoYiIVAX8HoHqC4ZZw/VoSgSeo5iHjATxPR7NBStNUIgaPtUFLOnNef+kbOKLKCUb7Aq7a5l4fUElpmheSV9aBINeUskI8XgIz2yOgJYeYEEAy4Z8OBRUIoYpOEzLxO8ToTCk+tmE5CodfK86Q18JwPLZj82REi1icRFtQnNx2JINZhEMRNIQE4aI1n71MKz5pLfUUsKXIPqlZ88c20RCcaKhmErUaEyVWF0oppU4+uKkzPFJGSOUVAngZDxONhVTyEbpfRTcsCSApW9bFwHYJ8hhec2yW6thmh4s00NIyBVxg2D4VZeyRrs+VtfmQjGvRnqND4/2aXda+PxzfOCrf16hmAWrnE3nSMSSdLs9ep2+MssJDlg6Yed4Wej1O/MksSa/R8SAkBLYJGFpT+ZC+fy+TgRESZHO1LliGRMmhkXQiBLwR+d9nq4kVwRLH5oLw0Il0sWhKhubkgCUjlIhgAgS1VR9ibI5ERCOzMu0suB9DYWODr8UGLxKABazgWy0R0JyzxlWiNaYdBIbxrxzeiZCoyBcBRcs6e4Ze8+fKxFYnknyxQXyCwsKk+v3GWhKDFMuwjlS9yXSVoQSQzo9/UF1nyJCouC7e4qK0Cafz6oREePw8FC9puWVFbLZHKflKqVyhXy+yOrqGl7doNsb0u0PX6ZXhTgw/90icCWS0kEaeXk8W0ocEFFUPi/Z0BahbJ6gnKHNwmiu9JWKeDlVIudw2MEc95VgIaNwvNKzLAkwSYz5vPTV624hwqggxydi0DQ7ynyQSC8STy0QCEQJBCL0u11q5VPGw/7L7tLAnM7xUvCT9Jk57FMvHdNuVInG5kJKIpEmmUz/WgCWBMXCwgrFhZW5sGw5KnUoKXQxGsw7mpMKZSs489nMUlQO2fgWwcgyx6qnWtLuIljKIi3nbLcrvZdjgirhKedygnA0rj5nlbAWRK3CnYrIKgKYVwmS49FQCToiiAcDxjxRK31tco6PxJTjqLSoSmNK2lT30q6VKR08V4LW8nKebC5JXQTgRp1USs7DFSVCiSCtzCQiWKlE4lz4k+NXenYliSod2LYIZC/RwHKMiSFg3ts7R+yqLuDZTN2vi3Ap65W8ZtXN9xIFrbDgrvbrFKscnnMBypqjwZVhZG4CsKVnXTD4cs6ImB6JqG5pWYdFHJrY8owrmFEvHmWsmSNwlcNG1nj5KTknVAfs/D2pDmGFnJ9fB9Q5rz7zf+lLlfVX1om52DvH4woKWf27l8lgJcqLAKxE44l6HbKeyzXEnExIxJPE47KGJknGU2rNF6qBvE9JWctIB7oIwNIZLuKvQvgrw4ikO6U/89UaJ+YYh0Gvp/qv5f8rE4uI6y/TynPuAOp4kfvSlx4AZh459r04HhHe5VyU9XP+e0UAlrVN9dD7pbdbOtwlJSsCnFxPxPDxEr8tKHIlLM67hmXNkM9Tro8yygTo9SoxT3rH5Z+giK+G8RIHP88Bq3S4dKBLIl595/NSeRFIJ5ZQ1wSTP8CajFQKWAnOLzvTxbAlpAERQGWdF7OD+ox8mko3RsIhdZ9yfHREpVJWYldYIbRlvQqoa0LoJXI9mcorfL3wv8SQoG6iBBE9tRn2Wwx7LUUsiwT96r0KhUOuS5ruUz8vuPRarYrh9xAJ6QQNSQ2LQOnFZ+TxBXLY0zETq68qUcyxEDxsMulFMplF4gkxneTUPa6rDXGcLqN+k1G/gcf2ozkixE4xnXliW8RnSeTqcvz7/ApXn83nFRpaEtdCQBCTzzzZLV3luqIIiPAha0dY3ruQLDwTNI+F3+eq5ycRghVy3prIXSEz5O8VCJc7x0wLdnwqCa8+o2EPfzhAKBZW67Lm2govH/TpCrmvNiVVRYIQWET8FcJMAE0MZ0ZQCfLS2yuVDvJ7Xdke9UzVuS7nuKSUg9KPrnrA5fo3F9BloiGNWERXYZGQ3yGgT5mMOkyGXSp9jdO+n6kkzNJ+MpkI5ws5zudzfPjRLT782W38gTBLq2tk8gV6Y5vuyKY1PKE5OuXK+fP81td+kzPZCN29n1J7+jE//nTC+59a3PiN6/z2//AOy8sJ7FoZu1n/df2Gz5D9DS+PHtX5/t895e69MovbYRZ3wlzdSnNlK4PVHFLea3DwvMXDssWjisVrb1zg+pvnyfimGN0q2rCt7g9lDXHDtpqgrhPU/VgWlBqmqpo6dzGr5vh+i4e/qOB6dVavFilupIlMdKJTnS92j9UkcgFFIBIhRtPGeLSRus+Q60fAaxD0GEoQrJzWqVVbimQmwEPpQpdCAUmKhbQxQa8Jug26QySfJr6Yx7QdTk/qDLojcok02UR6vm55ZETgFXqLxWw6wBUhR/ZIhIIy0RiY8nygk0qEiUeDTEYOlqC5JwOG064ifqUzGyQTCzjTFs6khVfuj40YrdMhzz4/5sVejUHYZhh2uPnaVW5cu4Zdb1N5+FQJwNOkwSRpqD0Cw+PneH/EvS876rO89FqanQvyzCP39xqVoybHz+oqoFEahmlID2ZiQCTR5/Wrm7x94zJRr4/aXolWqY4l5/TUZOFMXIV7uo0ep3t1Xux3aXbCNDshsgVDGfhDsRm+oJwjU9zulFnfZmRojAwPaTGxRw1l9jmuTjmpTahUJBE7IF4Mkt2IcmYxxaV8Fq/p4z/99XP+898851/97oKaC5tnWMlsE/WHGdUfMa4/Zu9pQ40/GSa/VSCUCmCNB0ytMQFDjIZxnj2qc//OKfGMwWvvLvD6V4volT56uUd12ubUbWG5fgIUcawIpxWpZ5MO3wJXrhS4+0Wfv/p/Tjg4HHHzN3Pc/K0s/n4bf79FqTHiaW2iBGB75EFzvJzbiHDuTIRMMUqiEFGd6YNmh36jpfb62yMRwG0e79vqfurtN6SeKcbnvzpSE1qLEVqPcWUrybvn0qwmfbTrNVr1OlrIiycshMtlsrFtMF1On3xO4+QZ+e2b5LZuMD55Rm/3CzpiCnJ0WraXytCkMjA5dyHP9esrGH2H05+XOX7Q4KnrqHnzep43ruepHo/47OdVWs0pl7+6zOW3lmlWX9CoHhMI6aQLKYQANKj2sDojkrmomlQ8RzJWpHrY494vn/Pgi33imyHiZ4PMPH6c6UvCW19IWDNcYyRIPrwzTdFIogGdRMSPVGq36wNajQHPmy7PGy4rq0neeD2v6GpinpiObcondcov6sSiGpm0D9c7ozeeMrZnnNlY5uzGMr3TOvXdF7TaQ9quhjcW4ivXlvnKa8v84/dP+YfvnRBZ0rn67RQrWwYR0yJqWnz5WZ+7n/V5WHJ53NHxJf2893aId2+G2Mym2cykuH+vzMefHOL1e7hwOc/5yxkm446a+osplQMHy+PHvxgjVkyyns6zkcnz/P6pmrG0oqdl38UmrE3VeEMxvKG4MpGb/SGt5pAXKtVpKnOZSlun/YSzPsTXLfeZUmuwU1znXHGdO18c8NEH92k5JqmLaXIbcTZDPjV3bjW5favJyWhCQ8xF2SC/8/Yqv/P2GrufPWP382fKUB9djNC3vHx5e8SDhyYNW3qkPeRXvKye0VkszjvEMzEvmLKRP8Pn6Phn0ilr03KGDMUQL/dCgQCJgEvCALM9UZS9VntKaWKr+c13t9Took/cOmD3QZuP9ryqB9hNm8xSJr//3g3++Dtfx+iPufOTT7n/yW22v7HN9ns7eGhjD0pEdAkyruOMQrz/D/f48T/eY+OdLGfezuGaJp3nNRqnAx6XXR6XYeuixuZFjfXEEiv6Nt2Kj+999JiP7x9y7Z0Cr71d5HwizDm5x+r0sV6UGJ6WqSejNJJRWj25z+jS7E9omB5Mj3deiVcMikVZ3SMYHg9BZUp0mfjGTPQxMT1KzBvF8AmlxcV0HMrdKbWOzbgzY9yeUVz1q2NRTP2ZsEs67OBMbDVzCKKHVtvhoDShO/aq4NLaeoHaQZP6QYuWOaDrMelYNqWSrubNmxE1Ac1l2JiohHqpOqbdnLIYzbAYTVPpDjmsdzjujSmbDl1X45s3NvnWjbN4q22svVMe7w/44MDh4cAhvj0hvjXhK/momkHd4smTngDXeef313j399fwVPp4KgOm5RFmeczh8YgPng64XZ1y45sbany1KvazQ2y7j53U8KR8LPtzLPuy/MVPO/yff1/j/r7sBflws1kP3/ltg9/6jp9GE+pNMGs2Tm1C3Bfgra/t8Oa7O/z5D5/w5z98rLAAibgfzafTNjW6Yw/OcIIzmLAY8bAW1zi/Igt2kq0zCWpTk9rEZBYZo8VN+lOLcs3m6MDh7scOX37s8B++e47/6bvnqPmH/KR6yP1Sk9a9Gc37gjSSB8YJN7eC/O6bUVbXfBxhcupMcSo6s6qON+BFj3qpDCyeng55/mJIoDcj0HPZPJvi/MUchaUAobiLq084rjR5UWnRs6BribnMS1BOPjn8K4L0nKmLr0zPnPCiMaTbsfANPYRsL5fW41xajzENmvT0AQN3phAxo6mO3Tex+xaad4bml6SAxnTsU9gYQaNkc2GeHHV4ctxBN2dkNS/FZIjLbyxy+c0lfviDI/7ph8d4HJPVImQzHvyRuUhtuDoBVyeVSZDNJzkuT/jk8zq377V472ZajbhFjnsdRl0HXydAxgjz1fdSfPUbKT45KPHLgxKnxxM6Lzx0Gy7tsa3K1WNhjXhEUwjWqakzFYKuNXcox6JzhKx0NJoDjVA4SGYhTKoQpmOatGWD8NCk98xiPa3zzbcjXLpqYMUmaj7+YsLHtyZUnmuMT3xoY52FZQ/FJY2+5TCwbML6jGxoxkLOYH1bkm1Rnhx0ebzfUZvEsnEdCQVYXIqRL0Qon3TUiOvkzEUv2bCfUC+Az/IxMmaMDBE4TcovTLIh2Cl6WUz4iIQiqhfm/XsdfnxfEkATZrpDyOehGPSxEBEkR4DcSoBSecz+fl+xq7LFEOlsiHprqqbbs+j3zDlmLhggHPQTCsvGpeCv5s+ko9aEXnlMWPPx3psrvPfWKk9bXXZbHZ6/GPB8b4g9dtgqBDhTCBAvxokXE9y62+SjX5SVwJ3JzkhnXRxXku0+FgM+VkM+0jG/wiNrAS+N1pBma4Qb9qsp1+V192g3LIKOl+DMy9pGlLUzUXWRG9sTlUYYtAVvPcMf92DEPQr92mw4TEczDNclrLmsLvtYXdLZWjbYWTIIJyMMA3EOmz7+9s9a/M2ft/jq2y5vvz1Dj0/oziZYtk1y4iE18RDbSBA7k+DowOL2xx3GvTGXL2uc3dKoTaBmebj/uc2dj+T1uGSyXtIZL4mUdPB5CMV0AhGdbnPKwaMhw47GlStrXL66Trl7SLlzpB78NFfwJRp+bAzXxpxoauKJsMJeS+pk73jA0cmQYd/DsA/LWR+biz7iKQ9uzMUJOUoA7jRMYgqtlqbfc3j6qMGwPebG5RQ3rqQ4Hgw4Hg7o1U0m9SlhR+Pm61lu3sjyj+83+McfN/CHpmydk2PcTzAUxusLUKlYVKoWfs0l5PcQ8OsEZCNUNxiaU4bmhGLex6rg5fsWBw9bTLsu33hzi/fe2OZR7ZSH1RKDkXSWmtgiANehW/OwsbPImXOL3H044u+/X+GoNGTjvMHiunx2fTUR74ykH84uh/nmu0tcfy3PlydjvnxhcudOhztfdKidmszGDoWUn3/zB0v82z9c5Ae/qvLDX1WplEY4A1v1cG9cDLJxMcB6Ps56LsHx6ZBP79Y5ORjg73sITr0Ut4ssbBc5KQkmso7mMTm3BWfWxDksnaQ+ZnqEmT/KaWXM3btlyqUOKwt+VhYM3rx4mbcuXuHOboXvfXSfX917xnrWw1rGw4U30lz4Skr1Ph0/7aGZHi6t5NgoJqlMe5QnPcIzl5Sgqrw6Xb9B2+PlxWmT49MGs7GL19SISp9DwSCV8RMxvEQMjak3zNQbonTc4+RpjXG3x42vRLl5M4Jliat9xoumxdOqqdYCbQQ+MbWE0+TCGdozl6otfbpj6kcdBs0BO9cKbF8r8OKwy+MHdTqNKfrMIJkM8No7EV57N8yHH9bVRGYzzqZ9SgAurCxQWFnk4WmJR6UyZn+AYVmEfRrxTJxYOoIv5OAPOvMOMoXFcwl4Qur3n5aHlMpDzq+f5cb5C6pD7rh6RHvQIBYPEI8ZVLstap22MmZVayIAg2fixWN5WV/xKwrF8kqMxdWESiHeuX3Ksyc1lrIaS1kvW+eS7FzK0BrC3/yoyY9/3iasu2ourGe5ulUkHZ/i2CX8IZOVc2dZPneW//oXz/i//+IZ/aGtcF7xmE7QM+/nWF/R1YiBqtOUjaCAMh1FUxFlhmkPXHKJCMvZGN32mJ/9Yo9bt04oxoIUYyG2dqLsXIgizJ/jF3WaXRMjkVNz2htw2utTPhnQOBnRLVsELJ2AqfPam3muvZnD9phU6nW1sZSNxYgHIgyq0K+B3xwSnPRJprwsX82S3krwuNrkcbXF7oMhu3el69clnNVJL0TZPLPO2TMb3Hv8lLuPd5UOFA/PBeCQ7lf1EJVml3JDEKN+ts9KKs7HTDMVhePhpwMefNZnZyvHzRuL5BbDOAFXCcAHe3U1fle6s4NE436iWa/svnB8YPLiwMQX8OML+Oi1TVq1Ad3WSCXfpfOosJihsCiihUuvJ1QNGyME/qAHfebF63oxghmMcA5zKl2Yp1QbFaajAZPRgHgsTiqVURuoY3ukOvTa5ZFKAS+tplhalX4l2RgWBKVs/HZxZh3lmBz0XZpVEXclveAlv5IgvRCfp9D8PpVms6ZThv0RrXKbYXvAwlKK4mJSXXdl41w2iyVJZI0FqTjfhMympDM6QiaRJBFNkIhKkkojEvby5GGVJw+qDMQ0FTVwpRvBkNoCjWIioCab1MgkJS014v7jCk/3Wuj+BD5fAsPnJ6BLX+5M9dKKkCMpK3/AUJ138nrlO5MNUdl8lRSw/LmIvZKyEcFAPgsRgF8JG5J0kX5rv5hRgpLs04hGDWUqE/yz5uqMR6b6HETQEgytJOIVSnUwRNcD+JSI/P8TgFVSSrpWRTCQ1KBs/spNv6sEYNnoFiFG0Mq21BTacvcr/aBzsVKS+rJpJ5vlYgSUPlMRgKcTl0wyRyaVU6kkGRGqCy8TwEcnJSUAu1oYtBDZdIaVhRyxcEgJWqPhmGa9S6PWU+uPJLolvaVQk65gtaXXdUYsHial+tu9SiyQzc1u01Sztb31sm+0wt37X1KplgmEDCWsvxIR5O+RXmGBoBULi6STGRr1Jo16SwltHo+tsGCJuOCwQ1SrZbXhL2Y6QZMLPlUEvXAoNt+std256NLtqI1r+W9E8La0MZZnpEwqhk+IEoJFl5JGuX+GqegTL7s8Z4IfZqoEdt0XwqtQ4oL1tRT2PmJIstxV6cipPZt3/xqCAJaOzJjawJcUmySkJOmQSqVUUnbeCzrvbRSBRr7ruVA97xWV1PCr9FswHFb3IyKyyYgAJx2QSoB7ie+cw6VFOJR7E9l8FyyjiFuvBOCW6k+Ox8NzbO143uUpKVARVUrlKqeCe09lKBaXCAaDirIjAqPKGbqaOl79vjCBYESh3kXsnhs+5onDuQAnL0NUwpdimyQxZ360mV+JepY1ZGrLPfgcgSqvT2YuAEuCeo4Ble9rNOgqofhVAtg0pf+zrv77WHKBWLJIKJwkFE4wHgzV5qA5GuI3dPU7ZFPZGwioe0359+Nhj3GvgznozlOZ2KTTObK5ojqXW+0enZ4g+hfJ5RfVeSVJbkFBi+lChFqVxDUCLxOjtkotTqciBIvRY456fyXUyZohSUQR+IU2IJ3jXj2AVwQLSQDHBAMueNU5LtUVrJ8k0eckZ/W5yPknr//V756Ld7pCPovRQ/rC58/bU2XsicSiTMRoW6+qZGE4Ih3nGq1Oi1a7RTqzwEJxjWAogaMEGxlJGL5MwToTfNLPGI0TEDLTy5SeHAeSDpYXJueaHHuSApY6gV8jg5VQOEd9y6acpOpVH6kux7gosfNEsLwX6URXhls1YqqRxKSkAl+OJI8tS2HvlQAs1xfv/O+VY1HIByKK+QxDJUNVianqn553rSpR+lVHsLxu+SZfovhF+/0XNPRcLBYjhcIIqy5LOYjnaVv5LhWiXsRXJQrL75on2191ACsDhsLxirjqV/27oWCESDiixFQlbEsnd6dOq91QPd7ZXHaOBJ5KelK1Js/fk+7i1efdwfJaRPAdCoZ40P815nnOIRLh2MYaz9cNISNIR/38+JB7LzBfXtukFkqoBZKylvNqjtIW/Lz8/NzIJP2FCpHsE/OFCLveXye0X6G65dot67p8PiLwGn5j3vUtorwyJom4h/ozOY/nHbz/ksIWysNMGQqkPqCvUPBCs5G1YCav0RFTmfwOwW076jqt1p+XqV9Z8wR/LN3O6juS2hTVMSsEiimt9jwBrN6DLtfFed+vel/+IIFQ9CX6Pat6gWWE1qF+0cxVPd4TSWFIv68Y61RCXcRorzJFyPEm6d92p63E30RMyAYWHUmG9Ttk8qtqhHAw6LUYDqXrvqPO43A4QyScIRhOEgyl8PqE+iHY6yFTs8tk3MVjB/DYhkrFT+whY2uo1gy5hgTlvjMcIZcrki8uqvS1mECkpqLRqNNs1AiHgwovLujpRqNGv9dT54wYpFKJEKlkUOFop5I4noo4OL+GjC2XsWDIbaFcyPqlIrjq+2i1RASpksolKS7lCYXlPU9xbUlzD7BGA3UsyTpgTV16AzF2C+o3RzyeVTSKSDim0rwTMX2b5rxTWkwccs20LLV5LyKwJL5EBBajgiDHPUyVcK17LKIhD4V0mEzcz6hbY9St86xs8qhkKQE4v5JiaSnNuUKenXyeW59+xq3PPsPRAkRzi4RSBaaOYK51aq0Daq1DLpw7x7e/8ZtsZKN0dn9G/elnfP7c5vNnDlfevs7XfuerikZWun+b1v4u6UKBdDEvgCB1zD550uBH7++rLt2dyyl2Lgs+NshCKkS93GLvWZmDoyZD12AwM7hwZYvzV7aIyH1ap8G4UadWqSmxPr7gJ75gEDV8KnwgyHJLIMUeL4GQUBkcqgc2p09s9GCUlUsL5JaS6J0xetfk9v4htw4OyBajnD+3wNnNHF5Dw2sIu3sATh9DkzqVHMO2w5P7T9l/doAW9KIFNWJy7IRDCkXuswfoM0nwTlU9SbSQI7awwFgJwGU6zQ4Bz1xMDkdjhGJRNN3FVUYoi5k1nI8IwJqfCV6s2fyZPhIMEPT7FaXJGs8Y2z1GTk8RRwq5LTLJJfrdQwa9I1yPOBUi2GMfk5bLqGvTsjtqNjfPsrV5lkmzTfP5Aa1yFTsRUyN9p7Kn1Gu51MqC3vcQS3iIxuW5yMAIBlSoQTpjS7UJd49mPK86FJfHFFdMXr9ylTevvUkIjcrTJ7TLLyA4wxNw0XyOMtuKiG52p4y6M4YTg6FlqGuymH3S+SDLGzHChof+cYdBpc8k6GUSkvcP8aCIVjNKrSk12c/rehn3vARyfsKLfoqpCJvhhDJG/5fvHfJfvn/If/j32/zx/7jD5soKUf8CmuVS3/+Mxv7nzLw+JbQT8OKGNPqmw9HRgHptwtntRc5sL9KqdijtV4gmgpy9tMyZc0WmJ0dMXhwx8E7pB1zGtobd9zEdS22TmFCmrC/mWV8q8OknTf7sv+1xeDLkm3+wxLf+cJnm3qma7tikr0F/MmPUdpmNPVzcSXNxO6NwyaG47E9LWKRNs9Sm3PJQanroWR76U9kzDLN5JkM8YrB7v8yTB2Wy2zky23nOFIPspL1kAmKEatDvN3DlfQa9JGNr5JMX0Syd0u5tJQAnl8+RXDmHp1vDqR3SbbepD2yqA6mQcujPZpw5k+H8+SJ2Y8KTfz5l/1GTelSnHvVx7mxIjQRqjp6NmFga564tsnNtgdL+MaWDI0W7iWUS6trWqwp9sU8kFSSaDJJOZcmm8rQrI3bvvuD5I6EDBEltBilVXA4OZtiWRirqJyH7wTFDjTvrM5v18bsaQdfAM/XQbo5pt8Y8r0/VFBYMrl6KsrocJRSI49dDNGtNmrUGhu4QDsn6bdM3J8qssbqSZ2UlR++4Q+1xDXM6RcsGCeVCrBVSrOaT/N33yvzt9yssb8f5zh+tsnMhxLRSYlot8eCRw8OHDrtll+ctl0AyyHvvSaAmRVL26WYuT580+PJeDSOssXMlybnLCXyM8XnGPH9o8ui2SW84OzyUAAAgAElEQVTqw1iIk1hMcLaYZLOY5ODhKQePTnH9NuGij1DCS1hIkFJ7GBb6TIFeu0fl5IRqvUltMKFtzkjHUqSjKdyghR0YoAWkdzhAUBDygQgFI8IXX1T58KMT6hOT8KZBYT3EG4tpvrKY5uMPS3zyYYkTy6SbgGgxyHdurPHbN9Z5fHuPJ3f2hL9BMBPCdv1UTqBa9tCwNRqOhjdiY0TF6DcjE4Ns1ENYc4hokgL24Jloilp5JMlXoZAmdKJJnWJSo5j0MO3YtF5MaLdsSrIG2DO+++45vvvOeWbVDgcfP+XBnQY/f65x+9RD+IxN5KzNd9+6yr9990283TG3fnabe7+6y/r1RdavL2AYFhp9YkaYfHgVpx/kRz98wI9++JCtd3NsvptjNhrTelqjWepzMICDPmxtBtk8G0IfhBgfhCkfz3hwWuew0+X89QQXrid4bbHAjfwCqbHN9KTG8KTCQ9vikWOqNV/2xDt9m71Ti1rXmdc/psSQpRFOaWQCkPPNEEZc15wqbS6dSZDOzKsjBt2+umfoSAh06CrNqNt0OLMd4sJrURZyHsJy/ffOn0tkX2bSNTFbUlFo0+hKHaOfTD5FJpemWe7TKvXpTIZ0PWM61pRKWaNS0nj37QLvvF3AHYwoPa7RKPXpTzxYjkYxGqEYi1IbDDlud1WX+hCp6/SxvZhlazGLU+0zlIBGacQXVYd90yG6Mp+3lqJqhAhaq4/Fkcm5t1Y4/9YKWr2Pp9HHPO4x3O+pwNXDrsXRdMaltzbUdA4qlO4cSLRZIdEz6zESQx+Jgc6f/6TDf/xei/sHpqpUcFMp+PrX4b33xAXvp9c3cLoO3vaUZMDg5tubfOXtLf7qJ7v89U+eMrIcMqkwrubjRd2h3LTxiPV0arNkOKwGbC6txbhyIcf5nQxPeg0e9+oEEy6JrMZk5lJpOhweOHz606maP/mDS/zJH17mROvxd8dPuXVUoXfHpvelgy28cc3h+rbBd26GWV7QeDEaUbcmrEYyrEQyuCE/VsjHk3KfX96v8csva3i64OnAQk5ndVlneTXC0mqSaMJPudKkXG3Smji0pjNc6eQMSlLXQ+PQpnlkU1gLU1yLMHanVDpDeh2LWRv8I43rWyle20phB8f09D5Dj4blhhhPA3RO27RP2wrbEYrNHaGWIu9Jf2pIiaZ7BwP2Dob4Jw5Zv4fFTIjr76xz/d0NfvAP+/zwH/eZTccs5iEaBVvSMLokZMOsJELE4/LAn2Dv2OTnn1b5/G6dt99IqBlMxpRbPXRbY8EfYSkdYe1agLVrQW4dNLh92OTg6ZjSrk2rMvu1ay+Z8pBKyQ2exnikKbFX0asceQ0O0YhNrwOtumxS+sgtBsktBXDEzSsuiBcmw70RxYSmejHOnpfvxMIKT7j7yObeI4fScy+tAz+zkZflNY2VNXH7umpTUW60IoJtTeoUNjNEi4LFbKixh2KM95JNiwMzRr4Y4Zk4rR402Lrs4/q7QVJBDet4xrTjYZYy1NTLFo3KhIBrkzYcEkHIJKQ3NMTPHw34xaOhSiA7unQFaRTDAYoRwRz71VRLQ472e3j9OsXVOJnFCHvHXfaOOpgjcaHOe3HCgqAK6PhCLv6Q5GgCavoVi/pej7Dm5fe+e5bf/+4mv9yv8Kv9Ki8qkmZx0BxYyfhZzPgJpHxqHj4acOvznkIvRhOCBLFVR1FQOkFtSFgOybCfVDGMN6DxbL/B8/0GRjKOkUrQHVrUKl1GPZMoOjF8bF/Mq7G1GfXOgMHIRLMdZlObeq9PrddnOPIyGul4HA9hfUrccNnciHFWyuEzBmspPx6/RsWBZ7UZP/3BlA9+aHPz5oSbXxHnqUV9YjGypuRtLwVHJ7GVJLGd5LQ05f4XPZXmP7cNK6suJ12LF12L3S9dnnwO476XbEEnk9WJxQR15RCO6YRifjqtGc8ejum3NS5eXuXilVXq3SM1XntCSNMJaxpB74yg7lLvOtR7MyXkLq1kmc683H1U58nzFppHNuB9LKUMVrOGuqEnYeNEJFFrKRFY0hWxeJJ+f8bhXptx1+TyZpwrmwmq7pAaI3oNC7NiE5n5+NY7K3zr3RX+8gcn/NUPT3A9Y9ZXZywu6qRyUSLxEPsHJnv7JkGfh2REIxo0iMsGqBGkORzTGI7JpDQWcj4006J13EW3PLzx2hZvvrbN02aFp62qwhd6pL9gZNGryo2jRn5rQc2t2wP+7q9OOD7tsX1NnE9eWtURzcqQkGz++2BrNcJvfWuVN24WeVid8LAy4fNfNfn0FzXKh0OckUMhHeCP//2amr/+aZm/+aBC5WTAbGwR8Nqs7PhZOWdwcTPLpc0cT5/3+dEHJxzu9sjYfjLeALnzOTUvSkOePevgzkZsrkxYW3Dwzgw0x0APZfFG8hyWhnz8q+fs7ZfVurdUgK9f+QrvXXmDW48r/PU/f8kv7uyykfGykdW59HaWS2/nKJeGfPHzMp6Rh++8dYa3ri1xOGhw0K8TnjqkBKei+egFwnS8Bi9KJY5Lp1jiMO1CWh5itpIsLoXRPTY+j83QDTByAzQqAxovWmoT9PyFoJqZI5twOgc1k/vHA5rtCXFNJ6H7WUguqN6b8sjkoNun2R4wrHSZ9kYsXyyyfLHA/pMW9z4tI5S2fDrJ0nKU7Ruamvd/1OD995sEpy5nUjqbhTCL6wUWN4o8KjV4VG7gjPuEZyOFzJeqA4/PT3ElTHE5RG80otHqM7Vcgp4gXsfg+GSg5s2rV/jOu2+oBMFnd+9weHqkOnYWF1OcNiuUWlWOTyxKJZdmXSPkNwgbBtnkjFxqxkIhqn5WNssOD6qUThvEAxAPuFy6ssS1m2v0LC9/+/4pP/5FBc2ZoNkTLqwu8drWGpmYbL4dYoT7rJ5fY/XCGv/pT/f5z396wGDkkMlJD4hOMjgmGTI5s+LnzKpgwh2FJh+NfaxvZVhcSdEzNXpjD/lEnOVMkkZlzD/8YJdffnLE6+eTXD+fYGU9SHE1gOOaCj/e7lsYqQJGqsijkzKPTirUyiN6dRtTupEtg7AV4Ma7i9x8dxFrJmaRE8zxiIV0lExUXNIaw7qmulPisyGxpEbifAJjJcytvbqaZ/dN9u4Kck8jvRqguBFn+9w6O+c2+Pz2Iz6//VhtYKViUeKhiLquaROdkWMycixWV6NcuZgnkfBQqZWUmLL/YMreg4kSgF9/vUhuMQJhcUna3PnihDufn7C6lOLS+SJ4HfZKJQ5O2pT3vFT2dM5dLXL+WlElO6qlGrVyE7NnY/Uczl7MsXkpp7oDKyVJf0yJxHTCEX2ePnUEYZzA40sqVP3AGtAf9+g2amoSyQS5XF51/3YHIuz2GbYsZX6S7ioZuUFPpSXNJH15fTXtlkOnPaNZMamXhgrxm5ME8GJcJcpkhuMhvWGPfndAt9LD7I5ZXsuytCqdhyICTFUvZr8rm6Rjhv0po8FU0UriMbh+dZs3Xr/M2Y1Vnj89Yu/ZEXe/rHDvbgU3qJNcSxDOiYEihD8kXeIzNfHwjHhIEsomz/c6HB3La5bHDnk4FDSwocQMQVpLoqewUKS4UFT4XMeVCpG+6tsdjEVAkjSpocRf2WSVXW3ZnFSbzi97K8eSDLRsgkKiiQq2VlMisNyT6B4/usfHQBKU7Z5KKa2sLpFMJuh0ukrknPfESqpHEl8CPBDBUlDEIowIWlTSUZIKHam0ayw2TwArZKX6c1d1cIsjVEQ/SXNJmnvmmagk2siyFPWg0xmphNlScZml4gqDXlNtTkejfvL5hPr7RQA+OiljTryYE51iPs/2mTVyqYQSHUSo3318wJPH+ywsZDi7tUQsFlKiiGzQ9wc2/b70HcUoFJNKi5HPU46Bfsui37Z4/cZ1btx4nePTY37+8c84PD4gGouokXSfTEce+MtV1UW5vLRGLlOgfFqlfFphao/V5mIqFWNpaYF8IcvBwR77+3vq85BjMRpNUMgvkEhkVA+o3MeXK3OROBIJUlzIKxHYtAdY9hDDG8HQBfcsIoJXpZRkw6XXGWPLhvhEko0TZq48fAaVaKaEM9fCmVlEI2LGCakH2Va7w3BozpNa/gDZbEFt1ou5odlqqc+pWCyysFBkqhKOIvbOu0bn2Nl5361CQjqOMhwYkvgU04GYJiZTlRKWDmlFghWbgSClBRfr9887YT2ygT7HWqukoybHlJge50lan18SYpoSCqLRqBKLBG8sNIbTcp3TUl19hplUnmg8ghH0YgQkiSqPii4+XVLrkgKTbmQ55uZYVUEGi8YmCT2F2n3ZB/xKrJQYrqxLklSTihR5n1JrEAiISWKgUrteJQDPxV/pRpZEoyQCJSUspACQ99+h3TlVwkgkUSSaKBKJZohGJXUwodeWLt6xEhxF7ArFYoRjcZXia9ZrjPpddOl3tSe0u3U1mVxBIZ8FW9poSid9n0ymQDpTUEK3iPki/qukk+qxnXfYvhIQldgzlPc0IRqRDvCwSlh3O22F8k4l5Xzw0ml3VS+3iE6O61Eo2lgipdLLImCKSPMqba7ERmUGmafwJDGpkPmS9g0I3jag0q1yXAiqtd5o0Gg0VU+q9Df75U+lS9gcMLEHmJM+vX5PYYqz2SUWF84QiaTBIz/pV/Qf2Ti0VE+siNRyjAgK3WAiCTVTBMS52UMdZ5IS9fpUGl3O21ddwEoXfdlR+wpLqyuXv3x2ksCXqguh6MiPzfvFZQb9Dv1+RwmCInirUUKwNU/MqwTwXACWY8TrDaPLuRsMERCjpu5X6TIRI+XrEUFWBHEx98iGvKC7X/Upi/g8t0ow7wn2iags72k+c/SymFvmx7K8t3ky+JXwK2u1HF//0i8sgqk8ewhmWFDfcs5L/69K68trknPalqqVKvVGlWQqob4rEa+ldkqu47OXorbXK4hmwa7PjzE5FiRtPh5JAt1W86pSQETPTkc+u74yGan+1JfXLnm9/aGkzvtMhYIwNRWm0TBE+BUC1bwrWVKaci3yqzTwHJ0sx5d83krwRgxJE2XekHVJjn/5nORn5O9Sqf6ZJMlF5JbzVOothMgg39O/9DarQ0MEV0HpW5YSLJvNGoYh4qqc77JuiJFHjNPzFLYjgvFMBHH5TqQ728Drm6Og5e+VkX5sMdMo04FKnQsafK7fK2OC1AsoY4r0bwdJJqXzO/sSXfsqzS58EA+uPZYiXpUEHg3a6tcoE0cwrBDCYuqZJ/8HJGJBZVoThPXu4zscHz/nzNY5NrZ2GA57NBsVteaOJK1qSao/gu4VoSyKV4/h9blouhiLLGb2ENcZwTSIxxYc/gTbGTAy+2rdGAxHirgQT6SVOWdhcVmlnOX9y/dyfHTA0dGBMhgtLhSVoUjMUZ32/Loj39v6apGNtSK2NaDdrDAadF6alKK0e2M6ykgol0wx84iRSAHsKZUOKZ0esLK+wM6FswpjKuKvbY2pnp5QOT1RQrvQN4Q0VBZBxHJZWj7D0srZOWEhkVE9xtZojDkaqzVazB5iXpBxhR09k95lSQLP06piPBQvydTqYI1bxMJedtYLrC4k6TVL9Bqn3HrW4Fe7Tab+AGd2ljl7dpGtQoHtQoGnX37C07u/ZCDPftECRPLoehifHqZUekap/Ixz53b41re+zWo2RufRJzSe3uJ5C541Yef6a9z82lt4Zxb3fvID9m9/wvkb1zj/+jWVbLLHA3Z3G/zzL044Oh1w4/UFbt5YwDdDzfPDEg+eHnNYbpDOZsnksmxsrrOxtYEuXY3tDo3TEk8fPeX0+JjVcwk1yaBBTBczW4hIJok/GqZSLlEul+jVQ/TrccLxHEvnl0jlYtilOk65wZ2TPTXFpSRXLqxybmcFXySKPxpl3D/EHBzi9ySJ+DZpV2f86mefcvfWPWI5H7Gc3POlWCxkCEt9x6iLa/XUZrTrmRDJF4ktLDO2bU5OTqhXa9i9KXbfJlsskFsoKPOpK4YG18QZS0/jmJkmhlgxjPtwJSnu1fF7hEmoYVmy/s8YOz3MWZdgKMJK4QK55Ar16n3q1XtqY94mRCSUpZBYIeSPUG6cUGmekCnkyRbzWO02vRen9JttnHiWWTyHb9bF53bRXANtlsAyvcpM1+8NCERiBMIxlbD0ujNOqhY/+aLL57s9ts9P1Vy//FVuXvkNArZL6fFndKrPMLI+jJyfWkWS03VVqRX2hQn6wjiCpvf6ODpoc3TQYXktzY2vrpOOG1Tun1B/XmUW9eNEfOi+CX6fmCSm1HtTWgMXY5rCP0niSXkhC8mgnyU3hFWHP/3RCX/6/gn/+/96g//jf7vBSqGIM4owag45uvsBx/c+YPXCKqsXVzFdqTFq8uygw2efjXi6Z/O1b+/wtW9vo8k9b6uu1o3s0hqpfJHu4R26B3eYhQw8ySRja0anLAY5k2g6RDQdJhnIkwrk+ehnFf6v//qIo1KPf/3HZ/mDPz7LA0m4/vI5U80ivODH1aFTnWL2XK5eXOLKxUVCURefMWHY69Eotakct9k70dUEk34SBT/xtEEsJqVgUDpoUjposXJpldXLq+QikJ4NCM6EDtHCmraw/RqO30syfpbF9DX0SYDSs7s0jp8TkaqqzBKhmUXQ7tPr9DhpDDiRwnBj3he+tJRkfTVDt2Ty+U+O2X3Uwl6K4CxFKGYdFrKyx6thDcRUFeDMdoGz2wUOHhypEbNgKBFX9xrteoNBu4MR82FEfeQyafK5HKPOhKOnVV4c1sluBsluBrj9pcVHPxvj2hoXdkJsnYmp54RsroDlnDBxTmDkovWD2AO5Z7TodCY8r47VJLMztrc9rK3GyOXWSCUK9LoteoKEdCy8rtzzCP1JBGBbkcUWinE6h0Nqj7pofo3sxRjJlQgBx0fQ8fP/fq/GX3yvzqXrRf7n/+US165Gqe3ep/b0AU8O/eweGexXZhzWp4RSYb757TXeeLOAW2moOTzo8XyvRzDhZfNKhJ2rkV8/k9/5dMjPfzqg3tcJLsRJLsXZXg2zsxrm+Mkpx7un+MNesmsx4pkQUdV/bpCOrJGOrFM9rbL74D4vqqf0dJexX1NUPJn+rEFreqLMK/GXNS7GaIwxHPPpFwM++GRIZTzGtzKhuO7jty9s8N2LG/z4+/v85Pv7lOwxo0WILwX5zcsbah7e2+fR/X1MMdTHgsoc57HCzKwg9ZlO3dFpW306VhefbpKOOOSiDvno/H+FwjgVSmfNw4NjjXLPQ7oAmSJsLHg5s6Dj9Bzax1O1l1JyoDSD33vnEr/37iXMF00efvCQ25+V+eSpxt2SRuF11Hz7+nl+9/VruG2TLz6+z5efP2BJCH9nY4QTGsEwJENxcsYSdifAP73/mB+9/5idr+U497UczmBM/XGVpvRDAxVgazmppvzY5PaP2xw8HzM0wI5onDlvqPnq1iZfO3uehZkPp9Sif1zjw8oJH5ZPyAk5eCWu9ttv3evy/HiMwrJKIG9TxmAtMeOsYRObOVQbM2oNl8LZJIWzKXr9AScHUk80wLR9jC0vjZpNozbl0tU4X3knxUJGQj8DfJMR8XSaWDpNr9KmeVxj0Jli2bLHEyQQjhKIROk0Lboti+50SM8zpDuZUCt7qFU8fOO9M3zjG2cYlto8+WiX6lELceR4I0HyMT+5mJ/GeMhpv89ITJZBP3rQIIRBED/D2oheSdYSi6d9m6ozI5SFcBbeWY+qiQc0ZRqU/y53donc5hJaq4fW7jHca9F51KRVH1A3HPoxqZzcYPPaBs/vlbnzi318AS/bry+wfaWAftLH+6LHf/txj//4j13uHcrzk665mbTGN78Z4FvfCtDsTGl0Jnj6LsGRq7ppL15d5uK1Zd7/4pj3Pz9iNIF4NIw983LUGFNqWSo16nG8LHkmrHksLq8nuHZtmZ2LRX754ohPXhwTjc8o5rwqOdwxdU5K8Mn7Q375/og/+YML/Mm/vsCJ1udvj/e4fVSjd29C//5EiYu2Bpc3DL5xNcRqTqMjWOjJlM2VDGdX0tRMl8O+uK+G3Nntcne3hzHTMVwfsZBLIjJTm8sLS0HSaT8zSQ87U8qCPTAdRlNxLLpMJH1wMmN4OiO9EiC1GsT0OEqcscY2oYlObDbfmJeZhSeMAiZdWxJJ0hesMWqMGTfGRBNeUiLkaKgeWHlISiwE1eztjni+O0S3HNI+cSMaXLxZ4MJXCvziwyo//7CqHtrzGdmIlZ5QQQq6bKQNzqT8RKMpQtEMz4/G/PzzEp/dK/86oWaOJzQb0vepc74YZ6UQxLNg41m0OaxbHNYnqv/04MGEThWF+5LxSg+eYamuruHAZWq6CiUhUJ541Kt6gCW102rO5FmfeEYjnvWq5Iv058yaJnZlSCrsYW0rSH7FjxO21ew+s9h9bnHyzEPlmY491Fg7q7F+VjofZbwqLRbzSx+zh2nCjxnwsv90yP7uSCG14wFduU5T0hMYD3LyrMfJsy7r5yUNqJMKe6HuxR3q2HEDJ2FQq4yoVYY45hTdsYkGvGyuJthaTXLr6ZBbz4actqXDWdyzDvmwj0LUx+KSwcJygHbdpHIyUu9vYT1JajHGg90693dr2BMPXldXn49w4H2CFIyALwy6K/jVMOOaSfe4R8Tr4be+vcZv/cYqH+5W+dluRfUwC+Ik4NEpJH1kkj68EQctYrO/Z/Pkoc3InBCOT4mmBFMnBfARfB0brW6SDPtY2kgoNPjBizoHJ3UsbxDLG1K9tc3aaC7khQMUBBe7nWJ9J6lcM4enXfoDi5ihE/Bp1PpDNdIl0O25GD4PKwWd5YJOKqqRjmksx8KsxSLKLFGe2TyrTfngn0z++Udjvv71AF//usFIG7Pf6Kvk44bPyxm/TnwnTmInwdGxxa1fdRl1LM5v+1lf06mZE2rmlOf3bXa/sBl0IBzzKgGikNMoZDWiSZ96j+22zdOHgjFx2diUXpoiY7PKyKwS82qk/UGFIw4HPEQCHp6VemqMSITiUoHJTOfeoyq7e9IxIekQL+mgn1zITzSuYeRn6KnZvAO4Jc5mSSMEVIJH0keaMyMf0SlEfNgZj5pxb4JZNQlNNN66WuStqwv83c+q/P2HNWbumJWCw9KSn6X1BMlsmC+/7HHnyx6JiJeFrEEqGiApWC09wEmvx2mvRzKmUcz4CMlmSNcmNNPYXM+xuZbjdNThZNRl6vTR3TGuOaFf9tKv6MTPLqp5cH/Mj79f5eS0y+KWTWZlSrc+oVObIKdI3ID1xSDvvFHg2pUMpYnO6UTnk39u8OEPqtSOh0pAX1vy80d/tMS/+3fL/MX7Ff7y/Qql4xGz4byvO7uukVvTuHYxzdWLKY6OR/zskzon+yOyrk5W0Js7OXLbOQ6Oejx+1EBzLC5u6Wyt6UwtHXuiM3SDDD0hKu0xB0dVmvUOUQ9ENfjNN9/g22+8wa3dMn/x09t8+MUTliKaIk1c/cYCV94rUj4Z8umHJZXC/VdfO8s7ry/yrF3mabtEfAYFhTXVaek+2h6NZrdNs9eC0QzvGOKhAPlCTPUJ+aS72julOdRpjrwKPSsPn96ZSTzmkohLImHe5/iiZfHgRZ9mxyTu9ZDUdRYyOYrpHJXRlMPOiG5vgtue4BnZBBYDBJcM1WFRPxip3ol0Iko2F6CwCcVNl49/2eLjX7aJuhpnkkHOCAoonyKZT3PQ7rHf7oM9IOYZ4JlYdHoexpbGxk6EMztROoMRlXofc2Sj215cS+O0ZHFStnjn9ct89+s31CbPBx/fZv/FCefPL3DhQpGjygsOqy84qZhUa9Bqa6o/WPpOC2mXQgYKWXFVx5DmPel8qle7JIJeNRvbcbYuJBk6Xj66NeKze0PVaySztZDj0voi+aSsK3XCUZPcmTz5jQJ/9ten/PlfzTvp/ZJolpvFRakB0Nha19nc0KnWbO49MOn2PSwuRcnmw/QmOv2Jl2Iqy2q2SKM85r//3QM+/mifb7yV470386SLXiIZsKZDGpWGSrdq4RyecJZH5ZqaasmkX5sxbXsUxjxnBNm8nGXrcpaJZ0ClVVZ9hjERJwjSOnVonTisxrzsZHWSkrRd9mKl4bNHXT571KFz6mFUlq4+DV0oBsUQF6+sc/Hy+v/H03s2yZFeWZqPe3h4uIfWmRkpkEiBhC6gNEWTRbKbbDZbDMfm4+4PmBV/aL+tre1Mr/XMrs204FgXm6KqyCqiBFDQIrWODK08PFzF2n0DVSxegxkSmRmuX7/nnufwh0+e8skfniLdsVIuRVZNj0eqrIKOldeUAHx1s0A2A432BfWLJq8eemw/9Lm6VeLdd+coVMQFMKHjjtl+0VF1ebXAjZtVBZh9vt9k/2hI78ykd26ytG6ztJFkGvkqy9zpeUzHcaZOnOycTmZOJRrijfWZUDV1VcMuI0MwySxTLUNABl+El3CMMxnSOD1VlS8IkaOMZkzpDrpKVDJ8k5ifUAJipE0oV/LML1QolTMqB9oPepyfTDg7nTDqz8gis0lom3TBUoKQblgKzykYR8lg7Z0NcDoOi5cK1FbE+SLTulMmY2+2UG+59Nsug47L6pqt6vbNFW5cv0y5UOSzj3b49ONdlcN0LlOVSY1k1SCRt4nbaRKp1Gvnr04mASn52Y7H8VGfs7Mhvm/iBYLlTZBMJhSCsN/u4o5chQYUB2OhnKNQyikHsAgkIlyqSf7wm7xPfSY8CF5VXJWvnV9dwSsPHJKpGNmcSTIZmwnApk4MQxLOGQ3HDHtD1SxfWJhT6F9BGkulUpLtnUXcWSIiiZNQXDTSTH2tMSlxRBrO4qiU7xXhTuXkqtxCcY1GaLKeETHOkLw1QfaJm9lnrFxWEwYDEbANlmorSgDutut02nVSQlGo5pRbst5oU2+2GTpThg7MVSpcubxCMZ9VDVoR1UUU7XVcLFvEK0GVSm7lrLk88XQ8oYeUBfVdUIK24LVF6K4fdagft7lz9zZ37r5Bs33Bg0cPaDQvKFfLVColhSAXB638HmfoKn27YJoAACAASURBVEdRMV9R+6dx3uKi3vrWASwO1nKlRLGYVy6nRuNC7RMRjcUBXCxUFN5cBCrZn5J322o3lbgm2bAytRxqIwJtRNLMYidySkSIaZFyJLUaQ/qdsXLwSclxGU+GCN5ZUHq2nVdZy6Ydw4rHFAJTRKaBZA67IuDOBL5ZxmpGuXXFjSjHVeUg50VUF8F3ljkqooXsRxFrRfRRmb6B//qcTSqSjfydCFrqT5VTOnM5mglLZVPLn+JWF4S0beVIJnJKpJKA0yiUQYCOKhFbEqZ8HhGdZmKziD+yv51xwHgcqPcU2Ydyro9dabqNlSgsjlUZJJDGrYgps6xjoQTMskS1mGB4BQUp2svsv2/zVpXTToQwua7EJSS5rzPM6zc4W3EvWqZFXAYtXqOjBRUtJQKwfM/IERfrMaNxHzszh52pks3NkctVFfJ71BcHn2SKi9N0ip3OYqczyj3ZvBABuE9sGqJH0igb4Pp95VDLCspSj+O6QqGJlLAtJdjYVDqnHIShiCPfCKBKaJwJUEIE8CazzyiitYhRIgA5wwHJpE2xKC5fwcnPcK7OeIIz9jDtlPr5ImqJc1T2neDQxcmpHJcKMyznhxz3mXNORFH7tQAsjutQsLph+BrDLQ7PuBoKSJlxsqapRIqjk1ecnh/giZgcyLDSFlc23yCbrRKGgjOX514kfj8m3oixN1TvVTOnqOSMS3anHMuZw1vWZXItiLP1G2TwN5jlb0TTb3KgRTz8NqJXGcPF+as0YiX0zY6rDI+IS7+tBP/ZNss+dZVI9A2yeQYSlu+T/SRCThI7LWjftHJUiyioMqpV/q3kdM/c8sp1GgkMXASmmUNb4Z7UNssnnIHK1WdXWcRyP5UewAxzrXzA8nO+Fb9ngrb8O7VPhGwq3ydCdyymkNqScS+0CREvZ3bK2ZCHDD/IsEA6m6ZQLCinrReIW3pKKPeNUMOW9ztTBNoZSU3uBbOJD/kA4uqf4avld4ow2+50GA4GZLNZspnsjAgg7nHBNbuOwgGPx0Oc8UAN+ygBWFEHZgLwVLr2MkwiDmARrdUwjqnet751or/OPBZChjt21fnyjUisRNrX+e0iTsv/ZN/I/e6bAZDZc3PmtJYpEckAVoMf44F6p5N7koh90ndRNARf1hCTmZgfocQhye0VIVblkct9JhLH/AxpHZd7j8zBR5KJHahjK9eQHEMR+WXSTXmmxakat5TzWrZZTcAp2UH+lPNzMnPITkZKKJ1lccswnZzzJpq43V/vi2xGooosxqMOL54/4Ohwm0ura6ysrs/cxBMZnHAQaoE83x03ZOwGaHoGPZZR9JWYEakICaKxKkFASwnxwAsH6tkzywCO1GcWEbxYlDVZlYzc2+yk2sfHR4ccHR1SKRVZXqqp66vTbqpBlL4jQ+kD5soF5spF5cTrd9o4g4Fy1Aj9QQwenuDQFfhC1nW6GogSEVjcv7JeKFfKLC7VSCUt5R4OJg6DbodBTwaLhOSRVj9DxORJIGuBmip1D01liWmGIiGIO3nUv2A0uCD0IkIvJB7TVP9CjqPsbxkcEIdb0spzsPuKF88eYsd9vvv2Gndu1JgM27iDNl+8bPDJkwtF85tfzrG6Osfb126r2n/wW/Yf/IaOJzmLZZx4icA3VcX1PnF9wOW1y9y68za5hMHFg0+4eHafjm7R1mxWr97g2q27aL7L9h8/5OTpl2zcfVOVvBOHow67+3U+e3DCaXPMW7dXefvWZdr1Czr1C/bOW+w2ujSdCavzc1xamKO6sEBlYUE92+XOMug22X/1iLOjbcpLaWVWKCSS5A3JUU1g5hLKoXt+1uL8rIkzSOA6KdLFeZa21sgVsnRfbNN98YrdYZvdYYu5+QJbl2usS4ZsoYRVKNE+fULn9AmpeJZqcZNRT+OzPzzk6wfPsUs6dinGylKFy8sLZO0YmtMFV6g/LlHkYhfLpCtzivx3cFSnedEh5oXEfBn2L5DMFrCFNJGU+2CIPxJEdxctbqPFLTRxWFgSUSABNQFTP+DkZKwqlddUtE2hkGYuX6OQKtBtbtNpbDOZxvH0FMn0ItXSFWwzz8XxEy5OnpCbL5BbKOCPXJxGD3cwhkxKlS2uaS2G0/HonDq0mmMaQ5e+57OyWlAl5CEZ0DypT/jyxYRXJz7XbiW4dsvi+sZ3uL7+E6bDIXv3P6R+9ACtEEdQbLFpIEwQ8GMg/SZPx5HM7cCj3QhoN0NWLpe5+/4K1Vyc7vYJ/cMGWs5Gy1oEjPGDEV7kIxyUSaRDLwW9NG4ywsn6mNGUQk8n6mh8fhbx+XnEX/90Q5XENIWDMb5kzjd3GTZ2SRdypApZGr2A3eMBO4djdvYnXLTh/Z+s852frMG4jdM8JZvKUFvdpLqwwsWrx9RfPsE3IcxY6tmY8EM1QGakDIxUnLSWIU2WBw9b/I/f7lHvOvzgZyuq7v3+iM8/OsKwYHEzTTIbY9RzVK736qV5VlfmsO1AiWXD7pCL4z4n+wNeHKKqvCgxVBap/GzdKOt4tztSSOXK2jzVtQVyuk5q7BGXYTG/xyToYhUt7JJFJlkml5jHCA2cdp3JoIOdKWOly2iTMTgD2q0Bp80hZ22HbDFLtiSxL6IFTxl0fE72xtRbPk7OwMkbLOV1lnI6QyfgpDFR2OYbtze5eWuDo8fPOXryjGbbp+1aBJrQ6HxymZBCLkUhn8Y2JYM6htNzaJy2aV10Sc5lSM2l2TsLeL4n72May0KwyyYYDWycgc3c6oS5Sx5xiZvoSl5ypN7HRuMprm8wCeRZ5pKw+qTSGpn8HOlsUa2XhJ7hj0eK7iUDy4LUlSfxYq1CbbFK77BH/UVDoc/nbxTJVFO0jh2aRw5fvnT54oXL9dsV/t3fXebKms3J01ecPHvFaS/Bac9i/zxk52iiXI233ypy/UaOynRKBYnk6rGz1yae0Vm5luPy9RyV1JRqcsrTxwM+/7zHeQ/CdApLorUWLdYWJVt7wOiij6aHyj1sJDTVpyYeY2NhnfWFNXqnTXa+fsZ5o4WbSeEmU7jDGdF0Eh/hJQYkkhq5lEUuaaP1A+j7PBFypcRbxiJSqzGW15P81fVl/urGEr/7x31+90/7HPlj+vMaiYrJ+0sV3lsq0+wIlXOk4gmEuiB95OaJTusixsjO4iQzdMYdOsMLEvEJc9kY81mdhDZRFZe1qW4gLb/9i4DGMMTKo+rKssmVJZNpH3oHAYMe9JIW3aTNB7eqfHBrjsFul8f/ts/zx212BiC7PHlFI3UFvrO1zAdba1heyOHeCSeHZ+RzcVUS4uCEAflUno3qJaxpmo8/3ebjT3dYuJph4WoWXc6L0z5Oz+Uipqu6ubLAjeUFjp8P+OzfDnn5qscwHlM6zvyy0N1ifPfqFT64foOS5LVvH9PePuRh2OdR1ONSrciNlTl8J+TZ8wt2D7uoQxBA7VqWhesZMpFPojlEH3qMQ+lF6axulli9UqTVHPLicZ0zISToGpOpRq8f0u9FvPVehR/8aJ5KLmLSbOJ3u1SWqlSWKrTFKPGyzqgrQ6VJpppNJKSdmK6OmVC8Gj2Xk86I9lAG4uUagu9/sM73f7hO1OhyfO8VZ7ttmp5NP7KoFmPMlQwczaMrQ98xfTZcLT2tToDfCel2XdqdMfVewHF/ylDXuXQtoepmJaYqqYWEY5+YGad8ZYXSlWXizR7xZp/2qy4nTyW2aoJRM4jPxUkk02qI9cV2n68ft4inE1y5Jca/Kun2gFR7yD/8dsD/8T/6PDn0ZB1tTMtlg5/9tMBf/jTPWbPNWauDMZ6SD+IULZu1zQprV8p89qrOp6/qCquatNK4vsZ+s6d2jEYKpkmWfZfL3pA31kq89d4GW3dW+OfHz/inJ88oZiLW5gzstIUbS1NvxfjkV11V//GXV/mPv7zGsTbk/z3c58vDJsMnLoMnLqGuEcR0rq0k+O41m8uFGFF/QtwLuH6nzI03Sjw+d/jjqx5fvBrxbG/CiwOfbMYik7HRBcHjjcmlQhbmdOaqBpVikkrRZn/oszcS67egdzzGchKcT4nqkF42SS2beLGQ/sRT06YV06SSSDCfNFSRjvDTAc1xwMmFz/G5ZDRMiQYRlQWL2oosqqcq51WagLlli9ySxavHDtuPxujjkGJckHoGm3dybNzJ8eDzIfe/kJw0nbI8nGwDL5SXzoitis5WOaYmrhOpOV4dOHz8xRF/enTCG+/Y3H7XVojWYd1jMZfgO9fzrF5KcBTrcmR06I9NVfsvA17en9BvaCzOlVmslhkEXYZBT2Vc9gc+gSt+F105K+XlRKZUBdXZ7gaEukciHWDnQoWAzOVyJMYuxmCInZiSrljY4hZNR+ipKfsHI/YPHA5fRhw+izEZ6mxe1di4KpZ8kxQJcokYOVsnMCL2fZfDscv5zpT6TkQ5E2OxGiefT2ClZqiu5sGY1uGYpSsRG3cF52BgDixivoWfSeAL2vS8p6rX9XCGAXYizru35njv9hzP9hxV22cD9hp9HNelnNbUjXh1xVYl6I523SOZsVlYL1FczHHv61P+9PUJWmBgx21iMs0uuZV4GGkdI6MRi9Kq/NbsRpkxpvzoRzU++GCRf310rqo/CNUkSMY0KWZNcukYQWJIYI44P4lxvGsqDJKVnZAqBCr3eX4xi3fiMNoZUEiaXLlZoThvcXRR56h+QWMYozE0lFtW8Ae6r7FeTrNRSVNbT7G4kabednj8QlwcnsqjLmYtLoZjVc3OhGZL3Ac6d2+nubFlqyBxJg41K8dKskgUMziZTnjVGPO7D4f87l+H/NXPy/zi5xVansP9vRYn5z1uZQ1u5wxy17LkrmfZ2XP57KMOg7bPza0U62s2vSigNw3YeeLy6itBL0docR3TMlhbSnBZrpdynHQpTrs74fnTHo0LwZeUmauV0GUyM+qxkLRZSudYymRf5zDH+PzlKZ+/OgUrRbW2gBvGefT8XLmlraSuKq0ZZIiTyuhkV3SS8zDoeKrazYhmI1JNomJJcpx0tIGPJmHtV9Nkt9JEEx+3PiIxDrmzXuHOepV/vtfhn++1lTOlVgxYWTK5cqNEdSnD7z9qqqoWTTYvpZjL2xTMFMlYgp12W5WIYNW8oULvc1OTvBGnkI9TzJm0p2M6kTQlHYVFERFweGYyPDVJrC1irS3y8oXPpx+2OT3uklvqk6wOGDanDJpTNVAlLvjlOZM3b+a5sZXHSWdx0hl+9y8tfvX3Z7RORlSLsLVh8st/P88v//0C/+lX5/znX9U53h8T9SM0PyS7MCW7EPH2mzneeTPH2YXHZ1/0uTieUNF1qqZBebNKZbPKznaHR/fPiUUB79zKcmMzrcQBiYM8H4WcOCE9lV/k4DuyUoJpS+Ovf/wef/3j9/nixSl//+uv+PVnTykbUInDWz9d5s2fLXN6NOLTXx+jOxq//PMNPnh/kaf1A55cHFDWYywLkk6P0ZhOaU0jlYc1DsYkwilJafQbpsr4sm3JRJRM3oDjZsRRM1KY3EJG8qIk02uMM3AUFq1QyHHS83hyPKDdH5NTaG2NxWqJWqWotulA7jkjGaSKY3o6g5TDMOmAGyM2iJOMmeQz4j43sCshyUrEgyddvn7cJa+brBcyrBazWJkMiUyGM3eiytCG5I0B4cjh8Cig1Z5y880sN9/M0ek7HJ8PGEq2gRsSjELO6hFn9Sk/fO8mf/vnb+GMJvzTh1/xcu+E731vne99b43t4x22j3Y5aYxpdjW6PR3COIQmi1XZLp1qIaHoCdLeatT7dNuOmjDPJxPMr+jULutMNIOneybPD2KcHjc5PWqwWslzbbnCYilGLu2Qy4dka1myizn++68a/OOvGhweuoxHIVZM491bGd69neXqhs7Whq6Q6V8+EmezkEdM8nmTQRBnEBoslpa4PLdK82TCf/37+/zhdy/5u58v8bc/X8YuhES2q9zyvUaLYc8lNEoEsSJPL5o8qTepn3r06xANYlyuJLlcTVFZyVFdyeEZQ3qTOuOJg+5aRMM4ZzsTznZd3lzN8cObRSo1g27B4SLh8Nl9h0/vjzDGSXLhDDk/jgUkCiZ33lnlztur/PZfn/KbD58ynXhUCxbpRJwLQSCfT1jYSKp79KVLKdZWRKCb0u61lZPsxYMJL+57XL9W4N33KmQKMc66Xc47fepnnqrL63lu3C7J4CiPXw7ZO5gQ9C38gU22OlElgoIexNGDBKafxfQyOFobR28pzGLayqkGfbvdYDjqU6suqAqmKVzfxos0fHGF+mNO9g853j+iUEwxXysq53Fn2FGOpaJdpmCVafebdPpNynN5Ll1aYH4hjzvp4LoyITpUFYUieGawkwk1/CUoZsl9C6eGygITrOPEcenKC0fbYX45y8JyRiHYMhnJxg1pnfsqu7x7MaJzMeLuu0XefLfI1asVVldKGMT57//lFf/4Dy+J4nFVWjIklvGIpQziVh4rmWVhwWRBEFJxHUuXR5+vKADthsPYjTF2deKCbU1ZRL7PsN1l1BMXT4DjhGxcXWXz6iqRFtEf9Oj0uvT6fXr9HmmV5ZlW7irV1Faih/SXp9RbXVXiui4UEqRSBrYVUwKw4IOV41EEzcFYNdRLpQJJ21Y/u98fUCpWFX5WjlmzWaff75BMplR9g0RWOZ+jgWpmpzPyNUu5olSjZBzgjkVAEXH6NQJanGPxGYJbBGARtBxHHGMJlhdXWK5dolE/5qJ+TNKOUanmsGxT5byKmN3t+3T7AZVSic3VZXLplHKHC5o5ZeVJ2nnlwhyMGgrlO8vHFCVBsnItipUclfm8ymcUt2q33WPvxRF7L4+5cfMaN25dZ+QM2D3YZTQesry8xNLyEheNBvWLhkLVC4pUMnjlxUuoH21xZbZ6MA0VplkQlIIyzoiTdyKI7vFMz5lqJMwkaRErU1k19CP5g0NxIg/7DF+X548gMUIzHdJWQWVpK1E/EDf6iMZ5n357zPx8TbmJxW3aH7TVcIgpgrGdI1dMky+liIkbTpot/gy7Lft87Po48rYp4oKmY9sp0tksdlKE0pmrVwkU4qxTCE9x0ofqa4KiFuFDsLjy7+XcEzftTATwlVSl5CRxJYZT9W8KxZLaViV0t9pkMxWy6aoSqcRtL05lcaE5Tk/ltVuJmMKYiqNIhPdMtkgmUyAhecgJIaiUyOXK6twV51HjosHKyqoqcZQ3233lCBbnqoi/s0xOcSELclmyJOWzzTJlZbuU+I2m8LvxuOTviUAV4k8cAnElKtHUIGklSclQq6bNXJvien2NrpUhGMEjD0ctmu1DBqMu8WQFM1kmX1igUFggCiTjd6T2qfrdUYAlL9epFMOB4BAvcASJOpXPExCL++hxyZF9LWgqNLNkelsqakWuG9kvhUJZbZ/gveVcV6KWEoLEoStZ5tHrmjl2FbZ54iiXWzqd/Pa6FyeeDG60uz3agjmX8zxhK+equoQ0TblupZQ4Ka5ThVGe4YPlPuCMZsMkKo9cBE8lTsVmQo5pqsGSbr9HISUxC1U8Z8AX9z/h8dMvX7tdda5de5M37nyXQn5B4Q2lpiLGiiPXHzKe9PHDMaHsc0kHjRmqqSUuTIWTVUMqkjn+jSNarh6l+quBJEVP/hYDLsLmDJ+sC6oeET5E5BFhTYTCWUlGdafTVPtN3pklG1bEXykZanDHgtmWOAppa2oqOzdh2qQyGYW9Fse9ZLSKE1h9zm8Qwa/xxPJxxDVrSAauOJQlQzcKcANxykgOvThbZ59fhpq+3U79NWpYfs5r8VuOvUJfy+9QaPSZaMnrIQUx9ct5ogYyRo5q0MowgojAgr71w4nKqBYSgXxWNTAirthAQ4yQGTtJJplUAuJo5KiGrjw3bMmQV+KsNcOtgxqaabVb6h5drQrKfE6JsyIcy3lIMGEqjU6Vld7FiMu+e41lnhnZ1e9UZG+1SpwJ2zKIINek/jozWAYC5FxwZKhH8sx9f3a/ipuEwcypqzDZCrU9y4YXEU++LiWinriZ1dCEGtaZIZ7lWMv6Ru4LiiAv7l9BXiuXrZAO5Hs0crkSlTlx++eVg179fSiC4uyZHBP3sBoqkA2Z5Y/L8U1YJgnbfp1TPcOuup7cqyUPWXJqxdkvgxRK5SemyWCKrxDH+lQGVeSzitM+ZDwRh7yIGTPEdjptkk3HcUZtXioB+BWLtWVqtWVSlkQLzK5jXzJOnT4XrSaNVgu0tCo59rOsZ/kErngiIdTRAl3RLibBQGWqKtdzTPKIJc8+UuuubCZHVkgNpYoSgk9Ojjk9OaZaKXFpeQlT5afLOqZDvX2uKm0nSVk23mjCqDdgLC9zSvyW9Zs4XUTg1pjqIjbHyKQT2Fac8XCgCA2pZJpcpqCGpXzPUQJwFEje6wQrKcMyaUUYHPsRgbDUUnmslAw5WBimXK+WQnNr04BOe4dua0cZUGSbk5ZBNiPDL3LvD+RRTz5zSdUfP/kD//qrXxGbDvjrn93gx9/fUP2NqTfm3vM6v3t0TssZkSlOWV4u8aPv/gU//t5fcHL/Xzh98C/URy4to0BrmmPQ11RtLCfZWEpSW1qkvHRZGMEc/+kTzp/cR68W0aoF5hc3WFq+CmOH4wcf0dp5yMrtt1i5/Ta65NsOGhydnvFg95Rm3+Xu1lXe3Nri+aMnPH/0mAMZfgsjJnGTm0s1bizWsDN5rEyeVD5HqpjD8/sc735J/eQxdtYmmbMoxDMUY9lZtnIyJIz71M8G1E8HeIFBSIJspcbi5jU1vHT8+eccf/EFLSOkKZFs5QKXqhWWFxawqzWS1QVOn33OyfN75JIpLq9s4nsGn/3pBQ8e7xHPQTynsXZ5ga2NJUWpizkdtLGQciQ+xFHvsnahSNeJ2Dts02gM1GB6KibY5yTTmK2GWrIFWaPGcId13ME5RiJDLJEmZmfRk3l1zuuRgzce8fDrLg8fdFhey3P9ToUFyYq1bdKGwah9osrVErhGBiu7Srl6BytepLnzKa2dT7Hnk9gLSSK5XgYRgZhfUqhKGxVSRoWLnRbb93fY329wPoG+rvPWO2XeertMR5yh8r5bn7AnDrGeofrSN++UWa19h5X5H+JcNHjxp3/gcPsTvLSJlzFZmkuzOJchcmMM2hG9jkd32FXluzaea7O6XuH2WzXmCwbu0RmTeoN4IYNRkFzRId1hh0ALMDImMSuBf27gncdp6xOapoi7ExJHHlpfZ1ydYzw3z9XLJa6uFbGjLmH3AM1tY5mRKnc0xXUido4CHm177J0GdEcRk2mMtz5Y4c0fLhMO64zOD8hnslxau0ZteZ3DJy85evICR5vg21N1P1vJJSmlTAJjqvq65sQg7sbZO+5x/1Wdrjvhxt0Fbt6Z53e/vuB3H9YVMerGG0WqC3E8r08YjtW6qVAokRDHs+4waI04P3I42h3xWPIz9wJWr1jcfDOJnZ0q2pcMx6X0iJQWkZkTobKofr/RmaINAyYyFBMMKF/KUF7NqgFMwwcjAlPXMEW0kaHEeAp34DDqDtW5enYxotF1WV6ZY/lSlUG3S6t+gTOOiPQ0XsyiYwR0jYCVZILlpMQ7OXx91GYUGbz99l3efutNzp58xdnjL3mxO+DRvs5Ej3PzlsW1a0kWi4J/LxFKHvugh9PrMRoM1SA0dl5VL5rSkQiFGGQtHZnZfvK1z9OvPd7+cZa3f5wjFffxWwP80YRJKDpCnHImTyWbZzTscnZxxMh1iKcymKkMtrzbWgn1+watNuOJq8RfWVgtLS2yuLRI96RF/dUpCVtn+VoVK5fk63tnqnpanK4WZ+tqgR+8V6VWMth/dMjB4yMGusVQszg8C3m57TJyQxYuGSyuxLk5V+RGtcDFeZfdgwZaUqe6XqC2WWAphTJ87Ox3efS8zUknpBeZRKap+pgr8yZmAIlAIxTai5B+/Al9Ta7RKW9f2eSdrU3csw4HX76k1RoSzS3gZos8fXbBs+cNpqkIs6STTk/JmRGZWITf1pQx4KAfstMP8bNxCusZLm/m+Pm1Kn91fY6P/+mQT/75gAOhkFQ0tFyMrWSCq0kLQ969k/K+75GIDxi0HXVsdl5FTCtVqFTpOk3a3WOSxoTFvE0tl2A8GqlB7ZTQG9JJNQjV6Dt0JW7KgjAB1y7ZXFux0fsa/f0IdxjDnyvgVwvcWYY7yxrt530e/7rJwd6QYSrCyUwJ5zTCeY0btRxv14rkEzFcoWe4LoYMT3kh590Jxx1XPZ/vbqyr8+X+4wO+enKIXTBIFuOYYUh8KM/rkJZpqHpz+TJ3V9Y4eNnkd795ytNXDfp6HMeIky5AOj/l/ZtX+OCNm2SdCc1Hr1Te+klpymlpytZyjbuXLhHzAg52jzg4vOC46atauV1m+VYZr+XSeNhU7tl4NoGRNbl6paSMEecnI766d87hcZ/AivDj0es4Cvju92v8+c9WKSR92vun9E7qLG4usLgpOb9tDh+f4XRkeCwjoSMM/QlDT/plCdVDODn3ebY9otHxMLMRicyUd3+wxns/WCcuFLYHO5xud3hWtzjoJqhWNapzGiKLhrZQC0xswyYxTdDYHahqjjwankdrNKXVi6GZcd76s6yqRdtjKTkhPnEJe0KhMihsXVKVqHdJ1Hucv+rz8vGAsReyfDNNdc2ifjTi4tDh2YnPo9OQeC7NxlaZra0S5cmQ0mTEf/tkwP/54YBnRxKXottKAP7Ln2b5+U+z1JsdLlpddC8kHcXIJRIsrQimssDX+y2+PmjheILlSTL2NI4bI87bE9U0khemJd9n1fO4vVHhje9ssHF3hf/y6WNVS0W4fckinU/QNxOcdHT+8Ks+f/xVn//lbzf5X//uCkfakP96cMAXR02GzyaqBH1MXGd9weDu5QTrlbhyW+WtOOWtLKUrGT5/MuA3n3Z5vD2k3vG46HlkUnIBJciYOtm45G0GxK0xyUxIbS7DwnyGo5GnqtX36PV9nG6IfzolOI2wF+PYtThhC/lVXAAAIABJREFUXEQDH4n1KsQTFOImlWSMSlJHz2hMMxoXXY/9/TH7+y4JmaafagrJubieQohC/bpD4AWU1i1KazZPH4x4ct+BsQyCGRRzBitXLZav2jx7Mub5E0fhTebLglGK0ZMMtyDgiti8Mzr5Uo1U6RI7xw4f3dvjTw/2uH43zo07cYUa0YcRi0WLW9cLVBZMnnfaqvREgphpcX40E92GHY3FWklVpz+k2x/S7o1p9+SFOSSp66SNmHLHifu2349oNkMmMnWf9DHTIeWs4DEzVFIRVVumhUIa45ARUwrVOMVKnIODAQf7MrEVcbqrqVyIyxsxVjdjJH0pnUJWMnbTTOJTHrU6PG/06R1M6R7AQsnk0mKCTNZgGteINHAbIW4joLIYUtsIKEn2IWkMzaYb1+nEdc72+pzuDZRbR5oDxVycd26WefdWmZ3TSNWz/R6Pd5uqcTmf1VjIx1i9ZLO6auMOffqticL3Lq2VKdYKfPTFMR99eaym9kS4s+TlVJPp29lNx4uHTF0T3ATWJCLteZRTMW69WeHWWxU+vH/Or++fMxGMs22Qt03ytkXGjhNYY4KEy/ERHGzrqomZywcUyxHFpTSFpQztHZf6wxFV2+L9t8qsriU5GnQ5GnbZO/LYO/QYtEK8QaTE+1tXytzaLBMaAYHh0xyM1XU78SR3IKkckEPPZTiZKJG13REcoc7dW1mubiYVxq7VGXAlW+J2cQHdNNgLRjy7GPLJb6QG/OVfVlS1Jw4P91qcX/R5o2zxRiVBbt0iu2bxcsfljx/16DUDbm0m2Vy16BMw0AJ2dwNePg/oXISEoymxQOPmtRQ3r6aJ5WIEKY36hcerh0N6FyFXr1XZulal1W3Q7DZJTw3K8RQLCv0TZ3neZOe8x855n7E0mrIZ+pOI7d0Wh0e9b5sJCclhC6dkshrzazFKkkndD1Udn3gcHU0U/m95KUEpH8PrTJh0JuQ3suQ3cphRgNZ3sLyAxYUUtYU0Hz8e8/Fjl6nnsZAMWF4wWL8polKST//Y5Y9/7FLJJ1hbEgHYoiRYCCPOs/qAp+cDklZEMSNTb3FqdpKSJagyXSFXeuGYbuhiGB62KVnHU4KLOMGFibZchOUSr3Y9vvxDl5PjPlZ+RCI1ZjqYQh+ygvbITRVZYP2yoETTUKwyLVb53T83+Of/dITTdrmyaXHzRpIf/FmeP/t+nv/+ybmq4z0XtxkxdaA4H1P15jt53nw3x/H5mI/vNTk/dpk3TeZSCYqX0hQuZdSD6sFnHSxN54PvVnj3boH+yKfv+Dw7HvFwf8AojCiUDMyYRnfbpbM95j/8/H1VD7bP+H8+vM+/ffaUnDElb8B3fnGZ7/5ijebJgC9+vaeGbn78ww3evLvIo6MDHh4dspCIsZFJKpRqVw/oSUNHGhOCFW149M5clRdYLIm7xqKcjqlr9dWxw8sjoTgIPtQgk9F48WzIi+dDLq9kWVvJyq2bs6FPb+QyFbRq4FEt5qiUcrRHAacy9OPHyOgZElObvU6bvU6LrJmkksqSjIvDJMBIhKTzGqkCHJwO2D8dYEZximaSgiXC9Kw8U8MTpFY4RPNbKjOr04kYu7C6leTy1SSdnsf5mcuw7xG6Ad4ooHEecVGP+OG7V/ibn9xWeVOfffWco/Mm126ucO3GMjvHu6rqrQndgUG7q9PvQK+jqQybqxsp8pJDH4tUI3nYd5Q7upq3lZCZKWukKxEjX2P70GD3SKfTFOFsqM71pUqahaIgmz11/umZDLFMht9/1uP3n3VpNV0lqKVNjdubGW5vZrmyZrB1Oa7WFw9ejLhoemRMyWiWfNsUwtovlmpUK0sq5/3/+78f8Om/veSXv1jk3/+ihlWM8C2PwXhI66JDpyO5vDbOJElT8pkDn7PDCfXdCW474vqVDNc308QyJnpaREIfXxNBxQdHV9FXjeMJjSOP9VqK2+tZMiWdnj2kFRvz9GXI05cR+jiBFdiqaRlZU1JFi6s3Vrh6fYXP/vCUT5UD2KeYtUmZhhIX240xl7byqiSPulwUd0mosDbtzojdp66qtbUUN29nSeditIcTOgNPDa51Oz5zS2lW1nOMPXjxasjxkUc0togcGzs/wc5J7qmmmhwxLPKJEnmrzEX3lHrvDFsc0IWqyhFttOv0hx1q1Rq1uQU8P47jSHNTx7AMJXDuvNxj59WuymldXC6hGZHKhhQBuJQuU85UuOg0aHQail6xuChN5Ry+L03fHkd7Aw73h2jYyhEo57hhauhxcT2KuUdJaUhGgieoe4k06A4pz6UozaUplS1Vnhtwfiwu7xGj3kTFHnz3B8t874fLFGUIDcmBGfOH357zx9+eEUubxFKmygsKYhM1cJSw8tipLPO1mKps0iRtmfhuQP14QON8RBAY+L6BIVhMK0EkyNT+kFFvSLsl074OlzcWubyxhJ2KM9VDXG/MeV1c3BcUCkVV0sRWDib1f0GhhnRkurTjYJo6yZS4jAWLOUNAK/dTbEYjEBewNIzzuZlgPlGZlxNy2aJyqnY6XU7PT1U+Z1byLjNp4koEnWWmisApvy9hxYnLcZThtWjKaCho34lq3NtWSgloktcmpXKCfUGH+gyHE9Uor83VWJhbpNdt0O02SGfizM2JK1sEYGcmAvcDtaYuFwusX6qpzOvRQHJIIyqlecqleU7P9tjdf6pE0RkGV0TOvHLHprIWqaypJqiHzoBep8fpfpPT/RZXr15h69omY3fE4fGBEjrX1tdY21jj8PBYlWD/87mSEndkHTWZCA6qRaPRwrZMRTGaOdhmcZ8KnRyJWBSqjFYRQguFAql0RuX/iig4EwFMRqMhrVaLkdMj1AdE+oCknSVl55RjS8RIcbcNui4TJ6BcrlIpz+EHIuyOVO7ozGmdVNEzMvCmiXCkELMz3Kw4rwUBKwKDXA8i7JXKFRaXZ8jOvoj/vT6ZXI50Njdz8HueEkRU9qEuGdO++p0ioogYozI0ZT/rGkbcUDnb4l4Rgd20LMrlMpadVAJwu93+1jkl55yguMVh6XmOcnfGYhGGHik06Pn5qfo5gssWgSWTkdzvMql0nlS6oET/i7rkPzapLS5Rqy0yHDq0OpJpKftVjkVy5kxTotTsM4p7T3KrBV0sbjwR/wzJXkVyQyV2RRyvEePRUOHt5R4mJbm6UuIVFKFPiasKGyyZozM0rDPu0eqcqXMrkSyQSEq8QQJdn31v0rLVvXDsSG7mUL2EC+JXIgEG/Z4SZeXV1NAijISPYUoOsWSBipA6y+QWkoGr3HohVkIE2YwSkGbObBmmmOXzyjET8VfEOGlsy1+q3NvAm7mawwDblizdGeJ8JraFtNuyDV00ucZFuIzFZwKqRKEI/lQNCEzVz1f4WsGs+yJIS5Np+C2ieHZuiDBrKPFXxJVvhDOhQMyVqviuy9PHX7Pz6jlGPMKIT1ldv8aVrTuks3NqreP5khcrgwKBEn4lX1lEyiCaqHu5qXJhpakyc3XOShDJ+mvhb+a0FJFvpv5+Y6edeWtnQyIi6s6GYmYOP8F9y/ks57imhiBGw77ad8p1Ks5mtS99dY6KGPqNAPxNFrFg1pIpcYdJJrUMV0j2tpyLM3H2NQX4248jAvA3pURpEeQjHy8UR70cgdmBnaGgYzNhUW3Xa/KD+n4ZXnj9NZWRGyrssdyHNH3mOn8ddaxEa4Vt9mVqX8ROweXP9qu6DpIzEV+0UHH/ihAchTNEu5kQYd5X4reIlpl0TpU4PgUzrRJIQ8F/j9VAkYjN6n5VqX6Lv5btE7c7oa8GmyQbVygDss+/EWPl58g5pOnx1ybj2fbLOmi2H+Q+K9e1ZCOLFuYwHPTV+SgUMXkuynGQ+takLHh0GYyRUpnLMyLAzAUdqmewXDdynKRUDvprB68cAnnWyXbLNsk5I85dcf+WKvMKsy2CtZTSesUBrHKnZ9sk2zdzEc8GbMTBISWucIlWkM85FjzmxJsNMajzeJZ5O8NJizAcogmqHA85OCKoy+CGiO3yPBJSgeCtxSErxA/X6Sn370X9iFwuSz6XUwSFUkGyYqVZ6yj3dbPTodWRLHuTqZQaOJB0dbn3Bxh6ONumUI6tp4Zep1qkMOySKa1iH1RPZDYEIOeBUCYkm1jwtp1ul2q5qBDQphFTAyPDQY/uoEFv0FADtTEtRiDb78gzTgZsZjnLs5uiRFFIrrY82+Q+barzVNzacg4nEylFlpH7a+A5ygUc0yVXW+YGXtMfBMUeS0BchmlSxIQSYch9NaHWM3IPkX07Gh4xGhwR1+PENUOR2Mx4qKgQ4upmGidlL5C0F/j9bz/mn/7xn4iCHn/5k2t88P0NStkkxWyKrx/v84d7LzjrtCAVUK5l+ckPfsiPf/ADei/v0X35J/bqffb6OkdDg0C3VL2xuaCqXEgrR7MIJ0/+8CV7j54xd32Rues1KsUFKtl5lZ14tvOQztk+i1ffZfHae/iDc5yLVzRa5xx0ejjBlGuLq1xfWuXxk0c8efKIk+6ITqATxpNcW57n2tICcUHZp1OkCnkypSJROKK+8xWtk+cY2TRGLkU+nqRoJImLw18LVR/ztN7m9LwtlzJEBqXaOmu3vkOuWOXo849UdQ3oGLLeKLBULVObq2CmspjpHPuPH7L/5JEamru0tgpGghfbR+wenqoINKmFapHlubIaDk5OA6zIxxn1cIY9NDuBnk4qkmSnJYh0n4QeYeoiAFugJzASJqYlAyRCUZ856PV4DC0ew5TzNFtU63CiWea70BRfvRixfCnP1vUy5ZJNMiaxcgFur4nbbdCfGvS1BInsMtXqTVKJAp3D+3QOvsIqZrCLWXXv9sbigoxIZJNYGRtbT2NpaXafnPPVJ684Ou4IHxWzlOTKZoorm0nqzS77RzLsGuKHGaZ6hsuX86xezlMp3KKYvUvj8JwvPvpv7G5/QXo5TXopw0I+parVDNg/HnPecDFtH9MO0EdxNMegupBWOO9SySI+BmMyZWr6RKbH0BVHfkf1NFLFAlYqTWvbobU9wknAOKcRjQNiZy6RuMxyOYb5LGu1NOuLKZKGi+Rg6dEYCYKwgd29Ebt7DoOJga8n6Y01jk+H6l3zze8v8+b3lgnHF4wu9sll0yxf3mJ+6TL7j7c5eLxNYEwgNSWXjbMkBodUnIlQUmSQztWJJjH6o5DWQJ6XEdmsxL0ZfPZ5X1WpYnP3rZKKTvMDyap3SSerCt1t6h6moFjbQ05PHWUser4f8Gw/ZOVKgut3RV8Ax5HhuZCiZVK0TboTjZ4nOHJdRTgmIk3FBMmyOT1nkJ43sIXKI4SnaUw5ek1DQ7PyaIk844sGzukJjYsu9a5LcxiwslZjeW2Bdr3D2cGZGngdT5O4MQsvo+FldC5ZJqt2QjmpP3nSoO3Cu9/Z4r33t3COD3GODnj2vMcXj8e4Wox3vp/nzjs58laKvJBwHJdwMBuQCSIXP5LBHgsim7ENo9RUvb8mMXC7U778Y48v/9jnjR9VufOjKvnUlPhoTOi4tIeCCPcpZXOUcnki32E0aKgBIbmWDFkz27Za/3QbPRpnLaUDdMVLMI1x62aN2zdreJ0h/ZOOelfLzOXwNYOv7p1w/94JU4l4yqVYvZzm1tUU5YzOxX6Ti4MW4WuE+/6Rz+OnLq1+QG5OkMYx3tuo8v5GRcX2HJ81mCYM8ktFiktFyvFA1Vmjz8Fpj+54ShizwZAB2AArEZC3chSsHMF4wrDXU32Ts77L6cB9jQ9fImwPOX96jCPGq6UVtHyVhw8OeXj/CE8gHkWTQsGklpXeZZwLJaaNOBuFnLoRet6iup5j9XKOd1aSvHMpxbN7bZ7e63DueXQyEUECytMY5alOQvqO2ST5LCr+LJz47L2YcLTvM9JTjLQUbjRiEvTIpDTmixmq+RSuI701h3RKcp0tBqMJu4dtztsDtBzoObi6kOZqLc2kNeX05YT+UMNcLRC/VODOnM6dqs758z6f/6bB4YmDvmAQmzdICPGsGmM1n2AzlyBrSv9Bhlw9/FGINwzpDALldBVTjGR2Z5Mpdneb7O41MbMxElkh64LpCX1lyoU3peFNWastsF6rUT/u8fWDQw6OOgxDHWeqEbNFaoSbGyu8dXWdrO/T3z2id3jMYM5gUDVYq1W4sTiPFUUqg71x0eaw43LQHrOyPqeqczRk+94pnfqI7FKK7GKaWslisWhzeODwxf0OR3UHPRWqnPXRZIr4iX70wQp/89cbVFMiAB/SPz2lurlIdbNGSzDxj07p1Se4E1vhoyf6FFeG14SCqJnsHU948HRIo+8xf1lnfjXGzVtL3Ly9SNIdER6dcrHb46tn8PwAistxCssGfixiPA1J2nFKuSRFcWnvDunujmgMPC4cn8YoouVo6CmT9z8o8p0fFsn6I3K+g+G54Lmq55a/skjhyhKW9PWP+uzv9HnwcsBE17n97jzrV/OcPDzj+OEp9/dD7h2Bl7CZX8qwtJKhlglZzIT89t6Q//bbAbvHIgDH8woB/fO/SPCXf2HRaY9otx3ViBBRyzZjLFRzzFfzPD/s8Pygy1DWsrE4I1dXzeV2OyJhTTETU5amGiuRxvXNeW58b51Ld5b4z//6mL//10dsLRj84FqKVNng1Jyy2wn50/9wVf1vv1jjf//FGocM+IeDfb44bjF87jN64WMmwLQ0lssaVxZiXFm0FfZ5aTlPvxinV4rzh98P+M0/9lRWWxgbM42NScVipGM6l+cKbC4WicUDLoYNRtGQ6lxaVWM8USU4EsebMh5EDA5CBocRdtXAmjPQE/ICEKDLSR/FsYhTzceo5GKYgq9Lx5U4tf1syN6LEbk05NNQW0uxtJFBl0mdA3G2+dSuJaldT/HVlwO+/HJI5BjqRp/PJqheilFdjbGzO2J3xyFr6qxW5SUeThzBPXqsxWKsGTEqS+uULl9j78zlo09f8NkXL9i6rrF1XWfOgrKuUa0kmVvLY2QTPNkWcbxHsWpQmjPodQJODgSRJzfgDOWFLN16QPc8oNF2Oe+KG8IjY2hkEpp6KJcqFrI2rp9MGQcRWirESEfMJRNU7QRbl22ub9p0HI9PnrTZb4zZXM9wZSPD3m6X/d0uF2cB7QsZcI5RWzFZXElgDHyMQUCpmmdhYx7XMlQG9KPDBu5pxPgkZLEijtwUVlrDZYIbTYiPNIyhTiYXkCuFFPMJytk8cTvJ/sRjz/M4fuhw/Mgha8OllRiXlkxuKYEhw2Hb5rBj8/Bll8+/PlV4j5WCznLZYHnVZnlVmssuw95IZRcuX65Sni/w4b1TPrx3QuTKgilG1k5QzKWV+0UcsG3PwetOVS0kDbZKJosVi8pqjvJqno++POf3X9SJIhGMoJSOkzPSZOK2mkSapiO2dyY8fTJRudqL5anKQzUXk8SXbI4eh+x8FrCctPib7xZ541qaI83jCI9H9zs8vN9h3J5gSv5pJsF77y/z7vvLPH5V58nLcwYyyZ2EmBnD1k0SmkyfizjgMRx69Ps+aTvG1fUMy4tJtusDts8HvLcwz08vXyKRNHg67vLovM+fPhqp+uAneX70kwLDwGH7qEO763Crlub2YobM3JTsvIgSLh9/7MwE4LUEmysGg6mvaqeh8/IsRut8in/oobdC3nsvp6qXkGyDiKNDj717E4KWzo9+tMiPf7zIvRcH3Hu5z6jlE3cNiobJ3a0Ed69Y+CqPzKQdhVxEE+qDMeenA5p1WfSmhSOisOBG6FLIRaxfibG8ElML3r6jsXvo8mrPUU6hjdU4cyXJ8fBxhwHpuSypapacEZEJXFKah5YHCvB4V+Pxro4xDpnTfWpFjeXrFqXlOI8fTnjyyFUvRotlm3I2TkUyjhM6Xx8GPDiUzC6XjD1mIR1jLZ+ikrLV5KAzNei4QzqTIQlTxFyDjGFgdU0S3TjeXBx/zlTC5Zf3ewqJJE1auY/nvamqYnFKaW5KvqQpPH2+ahEvrWCWVvj9r874l7/fVefc+98p8+ZbOTZXTTYvm3z8/IxPnp1xuDumfzLF7+ks1tJK9L79XpFb7xXYPu7x4ceHHB+OWMykmc+mkLikzPyU51/6fPU7n7Rh87c/r/HjH1bpj0cMXIdP7rf4tz81mKCzca1MIW+x92WD3a8a/M9/9z7/09+9z9O9Ov/111/zmz89J2VGqn7y77b4yS+3GJ51efzrF3iCFn9nk5WtRR68OubB9jEr2Rg35hLkMhpj02eSkGZtStWj+z0+/2NTNS7WrlisryXZqqS5Usnw8FVbVamms3XTJluI8eGvR/z630a8cyvJO7dSKmuGpMnI8zk7bdJqdsln0uqlaDiaKDeu4C0LuTkSiQL3vjrjT1+ds1DJcWWtqp5r7UEbL3CoFEwqhTj9yZi+IG8dDdcxiPwEOSupqlBNU6ymVeO60TzDGfdJJES8ipGuGmSqMfrtKa3zCEemmMVlMA5oyz33zOfP3l7lrz7YpFjQOW+e0XeG2PmyqoOTfQ5PD2h1AwZOglYrxt7uhL0dj+++V+V7781hmb7K1xPcnmRB6vgs15Is11JqYlMmEzvDiO3tCQeHPvi6hMNj2WCnpswVQi6VA0oZjVGYZRRkefDK4cEroV1MyKcCKtmpWszVijYby1JJtVB6cjjgoinUDxnY0CkUixSLRcximXipwv6+wz/+X4+49+EOv/xZhX/3swrJqk6YmdKZjDk973N+MaLZjGi1pmTKOTKVHCc7Y7YfdOicjtUQg1RHFvO+J0GtWHYCU9OJex664Na7IYOOuEF0RQ3QEjLw4+JqPo1mQtWoN8Xpz5wPQi+QY7ZUk6zERZ49f87zZ88UvjSbsrHjcdz+iEnPYWWjzMpGhVRWmmeSoyiCm0e/N+F0b8zpnkN1PsbymkE6YxJNkwShydAZq1w3OydCfIrRSLA+Ay5OBV+eUJVIoUqyfAQZGhFjcX6exfkFDg9PODg6JWWlWZpbwrJM2oM6A7dDpVClUqwycSLlKtcwyOUlo9fiydNXqkrVDCuXqwqHKw4iaQjm0wUK6TzNfodGr00qLdEbRfK5FBFDptMRjfqIxoUce5tkokhCpvsl688wJJFSOVYESzprykwYNDuM+wMV/5DN28zP51hYzKuG/tF+nYt6V9mPBNP5wU+u8aM/v8ZwOGLnxTHbL87+f6be88mS+0rTe/Lmzbzeu7rlq7raN4BuAIQhHMkZ0A9nOLMraXdjdz9vSPp/Vgrpy+wXaWeGXIW0u0OCBEgCIGyjfXVXVZd3t+p6n/am4vxuN2c64gQQXdXXpPll5nnP+7zUjlxqRx5aQkNLhHAn4sRxCET0FPFO8qxmJqoKhQTFfArXnnCw0+HksI8ekixUyfIRB6+h3scVDGtvyNlZl/OzLsVKmmI5TbGSIV9KqibW3sER+weHFAtl1VgXYVIapcpZyFTUsgYyeT9tfEsvV1xIsj7I+R1LmETjgusT/K5k+Ao2OUo8YSoXlugTIjZJvpSglw+Pa6pBLGtRVjJxQxFVsh2l+SxNccK+hJYpRKO4BbttGUIYqEzMXCZDLiM4aRdXolK8aVNeRGJ5PnCsiXILlfIltXa53ohsPk51Lq/Q2DIwJo6Ift9nMPAp5DMsL1TIpjI4I4OJF2Vmpkp1Zob1J9/w1e0/qDxLEQBEeMkXquTyM2hhnwkWY6dHbyDOtC6D5oR+w+fipVUuXlxVDuCDw30c1+HylStcvnqF7ad7qgQjOTe3qAYL+v2BEktPTk85PTmhJNnrs1UlGImrV0oa6OJOG/YFMTdS7sjKXFm5pSWWoFXvsry6xMqFZSUg1RtN5YQbO21GTlsJ5zERzmUoS1xzviC1lV9V4Z/lc4gYIiKfEoJkdD8IMRpLU3/ERPDNnrhznalzV+GZn6FnxfGmaSwsLnP1+g2Fan7yaIMn609YunCJxQuXlJtL2QHk3wiSWV7vWca04H5FBBFXlnJ9xmMqAzqeiCsxR85bOe8EzTn9uz59QRwr/LgMo0wFFkEzT9GoLr5r4bnidO7S67RU5rE4yURgEYxyOlvCjKYwIgnl8hv2e0p0TGfSquTzSJ6uHO8i/kaiIroJSj2ufl8GD8Rp3e21lAgsgyDiyAsHGoY0WAQVGo2p7S37VwSlZCKlRNYpdneKuP1TSqsSckQckPgPU+GoZWBlbI8VVjSeyNBotGg02hQLBdZWV5UII6K1EBFESJFMUEHkqaGg545DcQyGHTRDMLOyfcT9KDnK4lYUccZQ2HQROQVbrFy4attJFu80q1nchiJKy3CuIbnwxrPM1CBQIonCAkvGrAi1krmqXidQ55k0zWT42oxOHdTTTN0wurxeaOqiFF1F5Q3LES5OsmdT/9MhFBG9pm5Nea/ntlsRwkS8FHFeZVU70Dpp0j1rIXkbWmhErjRDobqoBPRJEMEPDOXyct3hM2emeDNlKNhTBkFTpuDFGf3PcnKfo5HFrSfuyKkr8hkSWfaYCLhyHCv88RSwPBV0HSXQmWFBDU/3t6yNIlYq9+jzbOXnuGD1/eXbTn/nOe660Wqr9VKu9YLETqrBGTmOxCUrAp2grUVwncY4ySDGVBCe5oI/v0apv1H7UfT354j/6aDP86NQtu9UCBaE+fS7PWdGiwtjOBio64IZNTGELTnVOpVrW7nRxYkrGdaTZ7Qcd6TwyuKglWNd0OKCflYTjoGOrQ1UlIVsV2nWaRikUwUyqQKJWJJELKVcsjIYpAgItq0GE7LZHNlsXk3GyHVD/qXkasvnGQwHar0UYVQNLzy7Rsv2n1Inkv+ErFY6+PQMVCB3EXJ1OV/EnelgizA78dXwibgkXPmukykqWd5Pk41tOyCDLfLcKnmxExs/cBT2XgRFee1IPEFEguueT/PIZ1Xi7XQtFpF5imYOKeE3IQKSEcP2JjjehPDERZ84SgCWY0jW6Ckee/pf2alyTonI/nybyLZ21XEhyP3peSmvL6LjNBPaVzXxLYV3+/FtAAAgAElEQVS/FSe6qLJy7CkctyuOE2N6vIdE9wwUor7TbtDvNQmFfEK6z0x1TmXYKzS/NWaostsF/z7NlpfhJulTKHS8axEJhxRJR8ndgpWfBNiSXyyrUlhXzjY1cPLMqS5riVpPCOEJ4eWZCC/3axLfIC5doQWo/HSvT+ANnqGrp9SC6TVrmlUtDvOxbTOyJSPaJC7Ek6hEeshwyXNEtkY6niQbTylh0vcstaYKvlvy2ofWmN5gRKAbxFI5zFhKIfUDzSRmyj1zTFIs1PVGHRNBR1XMlJ8LRleygbtqaEbh98OC+k4op/THn3zGr379AY7T5duvr/L6q6tcv3yBa5cvsPnNA27/7jMOa8f0Ih7RcpzvvHOD9955Ab9Wwzur8Wijzu2NFhu1Man5Isn5IrcurXHr4hp508Vw6pztH/Lx7za4f/+IF99b48V3L1CMJchoESXEnJ4f0+71qK5+m+rqW/TONqjvfU6vf8ZYXPKmyWK6oGpjb4ON/U3Om2P6Q0G5x1haKLM8X8bMRolkZUgurTKlsce0tx/SPdpBK+RVScRXVoY0fI3eWKM7mHBQP+KwfsRk5KNbIWYXb3DtrZ9Rmb/A8d1fc3L317T8CW3fJ1/OMTdXpFLKqtgamZZ4ur7P1voB0XSC6tockUyEdl/w4B0iYZ+I4ZMQqlbYJG3GKCWz6vlVjutuu4GlT7AjMuynY/om4UloSnaQIRNTHN7Rfxr8coR4FRUPOBNtqOI24hKdUxQCouQ1iuDq021pSKpTPh9nZiahaG3hyZiQN8bpd3H6HRrehDNPw0wK8fACGXFRnu/QO98hFi8RjxfxJo5CA8uzRyo/Rzo/R8iX17F4eK/G7z/cp962uPhSmZWreRIRT9HBTuod9k9ailpULc8xU66QTZqqYuYsEWOR7c1zfvub37O1s8nl10pcea1Mwg2R9HQe7/T5aqPNbmOs3JNXruaING0iTYdoakK0qpEuZyhmL5BNVhmODxiO9rFtIS51lbM/W1wgliixc+eQ7TsHhPNxkgs5Rd3Quw7jrs1u32KnZ3F1OcrVpSiZQgpDhrFleKU1hJYYitr84csO5fkMb7yzQDxp8PWXx2xutnj19UVefWORwKkz6h6RTMeoLC1TrM6zv77DwaNt9KhPPKuRktjAeJhoWPtTrMTI0xl54SkdRlzcgU7r9FzV+oHD+qFLdT7Oq6/IcRfGcYb4rkPCnCVhzmHiYARD2t0+R+cDdk4EUS1I4QmVFYPlGyb5go6pTYjrYQrJNMVEmq/Xm9xebyhnc0I3VF/02uU8167kmEQG+JEBST1NXpshIdzLSQ+wcVOzuOk5nL0t7M17tM/OOB9PaHkalZUqMyuztM/7nMlg6ulIkePajk5iKUliOcVKNKzq8UaPX31W57Rr8/o7RV57p0TcgpilsfOky1df17GDCa/9eZkXv53HH3sK/Rr3dJKuUG0CgpgLpvTKfVVWRmNUlEVdhOsYVgNuf1rnm08bzN+aYeFWlUrWpCgDV7bN08M6T4/qGNEEZiyuNIpiyicdE1KSRBNJ30HW6qiiBBwftNk9sdhrTjgba/zgeyW+/2dlYp5G0PGxxyH6Xlihwtcf1Vh/WMOQ46mQplI1WJwPkU0F2H0Lp29jeAGGBzs7Dt/ctzlpeUSKkKmE+M4LJd67UcKyBupebGIaxAsF4vk8EXeoqj8a0RmO1TVYnk+FpFXvt6n3OszkFqnkFlUMQF+oOK0eW7stnu62WH0xoyqwbHqHXRWLUFpcIVmYYfPOvqp2KKAXDyvk/bXFCmuVPOsPDll/eMBZ16E5nhDNxJhbyTE3n2A241HNeHROA9o16HseA93FDnz80TSFIRwJCJsBczNx1pYyZOMmg5ZDt+FwcDBWFY6FiWVNMsUk+UKWfCEtQfXgOaRimiJZHJ90+eyLI7b2m6TmUXUxn+FSPsv5scPDh33qIqZfTpO9nOJbxTSvFVPsb3T56A/H7NVHJJdTpJelDxVhbjZCKRJQDAdENYmbGeL5AzpDje5Q8j6m96sSySbDyXID267ZqiRnW0pRfDyhrwUc1ywVHZcoSs58guFA+o0jlZ0rBCuhnbhhHSesM1cpsDJbJi3DFYMeSExLzmCSN6mWEixVkiRlcK83VLTFI2fIkT1kIT+j6nS7y/3P96k3+pSv5ihdyWEMbcJDW2Hqbz+xOe14xLMTjGRAdzShO5zwo++t8D/+5WUWsx7Dkz1G50ckV+ZJrSzQ26/TWj/ibH/A0VlIxf+FsjH0XBzdDhFydEXa/fJxl9bY5dorMa6/GmepklOVCbnE3R6tgz5ffjLk4b0xiYtx4mtxOgObusTBJsVUGGd5Lo5/7OCfODTqkrHuUht5nMq9WCbMG2+VePOtEnq9j94YEA4cwlGfiOC510pk18pEt/vEtgds7PX57KCLFY/y9ruXuPnCHGdfbnL+xRYfP3b48MmEmq0TzRikiiYrF6OsrEW5f2/EJx/3OD2RwUQjF5SKIX7yfZMff99UuVzdlqWmxiW/zQhrlLJpitk0eycD9k77dK2JatYPhiGatRC9JsQTLrGEw4JushyKcOXyDJfeXKb64ix/+w8P+dtfPOTWssmPX02RrOjshF02Wg5f/crh6185/C8/XuZ//dESR9qQfzg85OvDFt0nLp3HrsrEzEsupggpRY21pQQvvFBl+VKJ+yObeyOHr38/5Mt/7NM6HxFNWcSSY6KCFvPgxkqZly/PEo5MOOye0bJ7pPLS1I/SGlm0RyIoTvA1DSH5tnY9VaZcSPK6OpF1bTpRGdg6oUlYOeikIspNYnBec3j6YMDe4wHFokapCJUlYfEnwA1ob4/VDdfqK2kuvJLi8y+6fPZ5RwXDp4wkyUSE4rxGYU5Tws3RyYh8TGOtYihhfadvURvYXApFuBiKkF9cI33hCrunYz79dIMvv3rC5SsBl6/AatFgRXKCs1GCbJwROtubA7Y3h1QWQlQWJHtrosKxLRExcxF1Ug/PQqoabZdaV27kXcUgTxgiGkUpVGK0zgNODwLGbkAoqanM27ymIeC7V25lefPNAucDm1/87phHOz1uXc/z8o08uzst9nZbdDuCG5zmBGVzJpm8QagzRu+MKc6VWLixjBU1+ePGIXefnkDTR2v6CtldnUkSiQc42ghfG5MiokqwrYbhkpXJnVIGIx7lUXekqnbfVlXKaFy+YrK6bHJ1OcG15QR1K0PdzvD1gza//3Rf4SdWygbLFYO55QizS6aa8h/0BmQyMZaWRADO88FXNX7zdQ136GJ6AblkgtlKgUQqznG/q8pqeIybHhcKEb51IcVSNU64ECecT/Dl3Tpf3G0QCtnMVgKKyTDJIEFci2OI8ytnsP5kwJ07XTTHYbWssTIbYjIbYTIbZevOhMd/mLCSiPNvvlvk9ZdS7Okeu7rHvc/r3P38HK9rk9ImVAoxXntvhdffW+HDj3f46OMdbN0jNx8hJi43S0NzNBJRn0REGkMyqekSi4RYno1TLER5dDpg/XTIu4tz/OWlVaJxnQfDJvdrHe5+MVL15jsZvv12mpFrsX/cod8bc2Mpw/UlCZV3SWQ9hf3442cW/Zbgkg0uLep0PI+u57PZ0Hl8btA+h/ChTbzt8+qbGV59I8Oh67PesdjfcTm762P0DX78kwV+8uN5Prizrer81MLvCYhe5+WLBrcuGsxUSlQrRRqexWa3yWGrR+Pcol13mNhpfCuN5tqE3BGFbMCNqxEuXDDoONC1A7b2LB4/HWPoE66shpkth5R7ybZ8woJQi0nmcMCMhNJHXdoRKY+9Y4O9YxNjOKHguZTTE2YvTyeCDvcnHO5NSArGM2GSS4YpZjTiMY3b2xO+3pEp7jFxY8hMKsTFfIJyKkY/iKhqDLs0h12VbZeMRsmZMcqTCJVJhE7SpZ302DoZc399yPGxfE8Ie7AsAxAxjUJRI1fWiKfBTAZqgCVaXCFaWuGTXx3z3//vLWJGiD//4SKvvV4km7DIJmzuHZ9x9/icoz2b9iF4HYPV+SyrCzku3kqzdivN1lGL3/xxj6PjEXOZLJV0CjNtY6YtHn/pc+d3E1JGgr/66Rx//r0yrqCCNJvffFrj//3ghNEkxPWbMxSLCba+PmXr9in//uev8+9+/gaPd8755Qf3+ejLTRKxCclYwPt/eYX3//Iqbr3N00/WGXfGVK+ukl6ocvfxqaqVQoiXFkyKeR1SASQ0JnqcSSjGZ590+O0H58o1dfl6mOtXYryyWODVpSJ3Ns+4s3mu1uSrL0aJZwz+7hcj/u4fxnzv9QTfeyNBpRrDTEUZuS67B2ec1Nrks3Fy2bgSa/q9EZoeIVOsokfz/P7DY37/4QnLi1leenGGSCyg1q7TH/fJRiOKBKAlRKDyaPV8zs59Br0QM6k0lVSKSmVazU6bp/tHKndweTHC7JyJFRY8mGDfQ3RrYayhPKsL7tGjfWzTPnF4++U5fvjeKvNVQ2Xf2JMxY5KqDk+PODo9otsPsKwYzWaYhw+GPLw/5LvvzfLdd+fQdYt6/YzRqKcm7OOxgJXlJKtLKUYEdJwJ9ZbD7vaQk0NL5cemYkm8wMaejChlPK4vigs4zFk7Tq0T58mhxeMjwc14LFUD5gsBph/G9HWuXshwbS3Led/m/n5XCcBCi0gGBuVSlkoxi5dOY6XS7OyN+PX/tcHdjw74+ffz/Pz7BWIVg0kmxNnAYnNPJrT7NOsOzYbD6tosqxdnOd+z2PimSeNowLWXE1x/OcFRZ8BRZ4gp53c+RzpqYkqmqiO5os8QWYGnRF8HFy9wlZjo2ClcJ0W9blOrDZX7Rh5mZ6oZirkqxXyVg8MN9g83FIJWXJZRERIlZ3JsMbtUVKXLOuyPVUNtPILhYEKrNqJ5NiKTl2iJgEQygh7KE9LSDMZdVbogzFNxhR0/Px7RPrOx+5JxoxFVIqKhsqX64zHSI15YqLKwWGV744SdzWOSsTTL80tKXOxaDUZel1yqQC5dYNyTfN0+4ZAgkquk01nuPnzM3QePldA5v1xWOa7i0rTH9nTfx5M0eh1VZsQknUqRTou7Shyogtfv0Wz01JCDEcqih+IqV081XsOequeOOsdyGLanAnA0FlZVnc0zP19U5+/+3jHNRotkwiCVNPnW65f51utXqJ00uXdni/WHh1hDXZUuEQ1JVF7iaCh4VHG2R5WrtzIbUJ4LKFdSlMtZXDtgZ6PN4V6PsB4lrD8TgMXxI21e31XNVxGfpeIpk0TSoFzNUpnNk0xHODw+5ei4ptyomUxeiUSWLQKXM3VxiWvM0vEtaYaCNwmUC0leS9zA4iaOJgz6gyGdTl8JDCKCp9IRopIdKyQazVB11uhydFan2e6RjMVIxWJK/I1oU9fxRJr10jbTPHzNxwukJgxl/3bGRMNRijJckc1OXYLjoRKaBJMp6Ph287kAXKRUKKl8bccbUiilWViqkEhF1cO3OBOHAxGAJ2TTCeaqWdLJDLhpdHLMzs0wN1fl7v3P+eSPv6beqCnxV0TbYnmOYmlWOQhHTofhuEV/2FTZk5NxjGAcY3FxloXFOYW8Pjo6UNvywtoaq2sX2d4SAXifbLbA2sUrKsuy2RJhr8Fp7YTT02NmZ6qsLi2rpke7LcjYlhJ/BbPZ7wzotiTTUPZjQYnvteM6teNzrr94g+svXFe5zrXTM9qdNsNRh8G4TTKRJJFMKCFARHMlnkWiSqgMaVOHpbgfxcEpPxMxRYQqQe32Oj3lZBFhUARgef4SgWqahaup95NaXJYs8ZukUhke3Vvn0f11li9dZfniNbK5onJwSWNfGq3DXls51iKRiPp+km8swkY2l6VQzKv8YMkRPjsTbNaBcgnPzs2qAY9+v69QsNJoV+47aSLKpIHE8YjwopyONoEcv/YY1xqr35vSKpIk00WSqQIhadaHo0pEEvFUBE/JhJQSMUOOMeX6VhEMSWLxNNF4Sq19liUDMFMBWJxviCtSn6D7ASFvQsSQrMiEOjb7vYHKxU2IuPPMZavkvmcijuwThYwVAdiUQYOIctj2B5KN6f4Jz76/t8/e3j6VcoUXbtygVCzSbjdVPc8QVi5ikVO0ac6yyggO24TE+aJkF0O5LwXDO/FluETQeuIiF1S1o4QvEX89byqg++7omSt5QjgaIyxZvuLmFUFTibBTIVZ5/EQvVCKkOIQDNeDS74+m5048pdCoz521ge8iNc1eneJZVbapiGLPMqAl11aOQRGARRgX4U3uG2RARbaRlDQFJX9RyBFex8LryT601P2AkUxjpgpoZpJJyGSiGXiSeeoMng05GJJkhKe5MuuAqct6NP1uU8f/tGTfyDouQpI4ImUf/fOfybkgvyN/J39k27nuWInm8vsioolALDV15j4TWp+7iZ9Jv+KiFDFKzj1xjtqOQ73Z4LzZnKKKDYNUKkE2k1aI/OlnCHCUyCUCnuwLGVASGsbUaSv/L9cpcYwqF6O4kUUsfIZWnubBTgVpEYBlzXkuQovoMQ0GhvF46oh1fY9IPKqiBqZytfYn5+TkmQAs553rijN+qLDnIoCL5CcGTEVEFrEzCNN1z+k652rtCCa6ElMy6RLZdIlUPE0ynlbngRANRACWc1u2s5xXIuTK8SzHmggEgkAXl/loNGI4FGS/DCzJgNYU2SzHmERBZdKS7z0V2J/vs+e/J78r+cZCNBKSjCf3PgREY9Pv6wbgyJojzmhxSMsXGlsE1hjfHuI7Q+WEklJYcU8c/RpmTHoDCUUoUQnNinLwbJhBhgHEXS9rsOTqRRJEJU9dj2AJGcKdEPIt9Ik1dRk/G3yY5j+LS1vW4GeYCDlWhduhzsFnXmR1XMo1eCq8izNdDVWEfUIiAKvPKt/TU8eIHHcy7CDrga4Q5oKfmO44GSxR1wBF9hjgOn1mZufUui8CcH8g2d9yzzB1IIu4LcMB9nCINRqotTgujmIJ3BVkhdyXCkJcDj9NIxLWiMj3Y6JKXkOGAxThw/EYu4IUNVT+9dR9LPdlGvZYCHbjqQMvJMfeNE96OlQib/NPTutuv0/vWSawxBXIYI8YcdW5I+dF2FD4YEHLR1S0gIcmkQzKwR+iMxjQ7HSZhAySGcngFLqFxIFI5FaUmFxPHMmktpTYGw6P0A2JlTBIKGrLUGUJyzaOmAkMI6kGU/zA5O79h3z+5VfYTp+rlytcuzLLKzev8fJL16k9uM/WJ5+we7DHvpwLqTDvffci3/nOJfSej971uHPnmE+/2mV9r8n8zQXmbi5wffka15evkvAa+M1HHGxt8eHHx9xZb/POT27x9o9fJumN0dtNrH6f+mBA14WFte8wv/Ydmkd3OXryIZZ1hpGJE43HSPth0hOD0+4Jtc4pzaZNtyUUdoO5pRJzS0XihQzxgtBSTIWvnQwH9A92GZ2dopfLhCtlYuEJiZCLJ/2+Voh6e8Jh55DD7hHBwMEY+iws3+TWd/8H5leucvboV5w/+jWnQ4eauAVnciytlKmUU4wbLaxGk6PjPsfHA0ISn1HNE82aBOEx6BbRkEdU99HtAG0McT1KWfC9iQz1xjmN5jmW7uNGUISKQjSuIpgkfm1o2SqXW85jue/s9eXeaoihyaBACi/o4U26JHMJ8pWiEoCHMnggQ0NaBiOUIWZCPBJgaC4hOedEAB70cAZ96o5HzQ0wE1kWSgvk4il67Rrd9ilxs6LKF3uJ32KiO2QLa2SLFwisOhO7zoP75/z+4zO6Q5+br81w5UaecbfPqNvntNXnqNVX+PIXr17g6oUlzGchBb5r4Dkm27sN/vjFJkfndW68UVLlndmq7m31+PJpl4OuwyuvzPDyyzOYtSGR0wHhuINe9UnNFpide4Vi8SKd5iM6zYd4TpuJN1TDk8nsHJFogYP1Uw4enWDm4qTmsuq6xshTNJqH+w0eHDR56bLJi5ek5zxDrLKEHk4w3Kkz2q7zj591+Mc/drlxa5Z//W+uU61G+PijJzy4e8DNlxdVaUEHZ3SunimzlQqJXIHDzX2ONvaJp0LkS1Hi8RCGDO1NPEZDceq7DNDpo1PMllitLCgz1ea9p6qOLY3jcYjZhTgv3UgxUw6rYTLf9UiacySNOUKuheYIiWBArTfmoDnm6b7L032P8nKEpWsxymWDdEQjEzUoxLMUEzl++/kBH35+oKINzXCYUiHOO28u8O6bi4z8hqqElqOkLxGdRHGGp9hOh6C4TFBcwT/cwn96l16jTsue0HQ0tGROlTv2cQc2Z2cjtvf7nPddRQfMrGW5kDC4kDB5/KTPrz6pc9we8/JbMV5+K04xnKcUznOw0eHrzw+xJw6vvD/LtTeLtM47tM875IhRDss9bRgtPSGU9DE7Fmbboh+b0EkJr1oiFJM4HY17X5yrKl6pUrhcpZKLUo1o6K7Dk50aT3ZrEgSAo0mkYoQr0ucW6l4okLhcNRjua2FOj0bqmffJvs3jkwkHPfibn5X565+VSGth9L7GoBdQ6/qc1C2eCh59u0U4lyCcFTqXQbUcIp0IpoOorkNqEiI90TjYd7j7yOK07WHmQqRKYd68kuGNqxkRWBjaQwlTZBJJMjGSGJ6NIffMOHiaQyIWnvYW9RBbx3U2T84p5ZcoFpYIfI3RYEivM2R/r8vBXofSlTDlKwaa52LVxxhBhHJ1nkymxN79E/bunVCbBNTNEDNzBV6+OMf1pQrf3Nnm9p0d+qMJjh8mnoxRqabI5SVeZ4Cpy7OwgWsZ6pnd1yT+I8C2wliWkFDGqmZKMVYXspREVJR7VMfn6OmQw6cDfDFfyUBuLkmqmCZdTCu9RSop9LgIHB12+OSLE54etJhZM6isGcyaUWbNGIf7Fl/f76pjrvJCnMqNBC8mUryUSLMpx9zHNXabFtkLaYpraW5eynLrUoa0ZhP1hgTjPta4x3jYo+MbdDyDVNQgHzfUvUN3LPd6Dv4ghN/XCSenpe65Q6KPwO52n92dAZOUrsp1QzgD6WcIvUWIVC59FwauRj6bplLIkYzIgI5FGFthnMNCECtHmavESAr5pmtjDyyOJyNVl4pVLhWqnOzIubLHeaPPzI0iMzcKjI/6jI977Bw6PDj0ORtMMGOB6qOJVtkdT/jZ+8v827+5xIWCh322j9M6wVxawFycZ3zQoP/4iOPtHpsHPicdnXAhj1HM4fc9VTsnY+7tD+hNPG68GuP6t+IsZFIsCP02oZGLuQxqQ25/0ODhl11YTag6b1qcHg2VAHxhLcHaaoJIxyfS9jk9ctjfd+j4AU4hRGzG5NqltCr3dKgqpLuYGZ94waR0cYbSpRnMzTbmRofHBz0+Oeljp+N853vX+NbLi3Q/36TzxSafPLb47YbPbidQbuZJVGPxRlLVzqMxDz7r0zxVCOh4UC6H+aufJPmrnyZpN0d0WmM1wedMbIXrySbSqs46NmciEI99+k5ApxcoN2e/BYmkPES7rEajXIzEuXS5zPJr8+Svlvg//3ad/+Nv13njisFfv5siPWvwNPB5XHf5+oMxtz8Y8z//eFFVTbf5/07P+eaoy8k9i9N7FmvVKBdnI1RLOqVCiIWlOJdfLDGznOa/fVNXtb8lebEyUephxGSiVKbbAsJWwLWlHC9dKpLN64xDI+yQw8QI4Yc1Gl2LenesMouM6LQB19x3aR64hFIh9JSunC1ysxx4Ab4lTb8QczNRZqsRwnEdohr1M5f9jRFHT8eUirqqlGT1lkJMxgGDA5ewF+KFd4q88G6RTz6p8+nHdbotmT41iUXDlOdNKgsmzYatmtT5RMByWUc3J2y3bWp9n5upNLeSafTiDF55jqeHA776bIf7t3e4dh2uX4MrqymurGQULuWo7XDWcRm2bAZth0xFJslkylMWcE3hQ8UPZEtDY2SoGo41OlagsGWaPUb3XQqCXZyJ0zxzOTm0cXxNTSVEk4aaLpN6440S33l/hubY5b98eMj6dpdXr5d49XqRg8MG+0eCm9AJG0mFLJOmkExPm4MhxnCk3BYL1y4wMkw+ebDL7Y0jkp5P0pVmj+C44sRjkIg5pJMeuXSKXCpFEMhkvkUyikLq6maYew2Le3WL4YHNYN9WiIXKXJjqTITrixmuLWWw9QyWnuXzbxr8119tc3jU4cJ8VOXOzszJxUBT2WXSGJUs6cXFIqVKjk8fNvj0YR2r54ilikw8zly1QDwV56jT4bDbwW752M0JF0pRXrmYZGEmyiRuEiRMHm71eLjVVcL1bBHycR3TNTADg+RskmQ1waNHXW5/2SQYW6yURYzVcWdM3JkIT2+7rP/eYS2d5N/9YI7Xb2V5bA14bPV5er/N1j3JXPHIGSF1o3P9tUWuf2uRjz7d5Xef7iqkueCIVb5K18EbuuSyJtmMqSZ7ZYrXNALKeZkWD7HdtNhp2LxeneX7y0sKKfaw32C93mbz0ZiNRxavvJrj5VeyajL54LBDvzvm2mqK66spjKSLkfTY2bO4+42FM5zw6lWTaxcMzkdQH8L9XbjzFIUxWSBg0YSl60kWryXYOBvz9U6f0wMX+zgghck771VV/fHRIZ8+OqLd9AjGkk0QZjbrU834vPzCLLdemKU3sXhSr7Nz3uG0ZqkM4YkjD5HSTBa8q00xG+bmixkuX0nQ9saqnu46bGw46qH56qrB/IwgaSTDCZWf5LgBlVTAQj4gn4Yzf1oyRXRc09GGPinLJpcImF0zKcwb9PuaKnk4iCsRVyefliw9jdtbY1XStIvqLuV4iJVMlHI6xiQWZxJLUOu3Oeu3cK2QyrpO63FuVJJcn0my5w7ZVQ5sh80tj9qxhzOwCTkuL62avLQiSEyZyhZcoPR2xOUYEC3NEykv8OkHx3zw99tKNPjJX17htTfKhPxTNP+Ux/Ue6/UuZycT+icaDCNcXs1zeTVHeUVXtX/e5ev1MxoNh1IqTz6exglsha3ZvDvm0ReWQl1/990C334jT7oojsUIf/j8jP/6we+J/iMAACAASURBVDGdocfCikwzG5xvdzjbbvOv/uJb/KuffosHm+f83T8+4MMvnlJQA0Ea775/iXffv0gwaHPyYINxf0RmYV45Qh+sn3F//YyVYoiXliLMlCMkywnMXJSzrq1KJrXufDXCdxyWFjwurYR540qZN66UeHRQ5+HBOenihMWVMCEjxN//wuHv/8Hm/bfzvP+WoEF1+o6vENCSw9cfjliYjzM/H8MeT+h3RRw0MZJ5fC3F53884YtPT1leSPHSjSKpTIi+1WcoiLqhTNlrpOfC6vrY7kxvHEZdn7VqhYvVGSWwCR73+KTNxuYpujbmrdeTvPhCnOORpapzbtKrRXDGYjsRt59D68imdWTx1stz/ODdVWYrBmOnw9gfYWlRxqEIB8enHJ7UFOZ34sfpdgzu3e1z/+6AN14v8OYbRXTdVlhQQQZlZB9kDVaXM6wsZdQg1VF7wFljzMmRTfPco1jIKqddtzuiXu8ykwt484UoS9UIO6cauycaD3fHPNyTm2SN65fCLFdCdI48usceb75R4c03ZzhpWnxyp0694bKQSzMnqLVYiHgsxDASpWfG1TTlp/9tn80vz/jrH5b5mx+ViBZN3KTObm3Il3fOeLzZVhOLrjXh8rUqV65VGbYmnDwdKIE1UwxUnXRGHLdHZAoJlpYLFLMxDMdV2SRCCJFyRPzVHYW1kozOsS0N0BRaSDLUBuztdZUZb24hSXVWtsOMqqOjLY6Ot5QDI2rGiUommxcQ9gLylaSqQPdVxq5kxLmOjmNpDLqCNrLI5icUK4HC0E78HJ6boN0/pzM4Vw2ReDaNNBz6zQmdukuzJmjkAalMnGRWBh8k+8hW/WFx+xVKRXYe19h5cko6mWZFslpzcYYyIBAMySRyZJI5+m3J1m0rhOfKyorCQ959+IC7Dx+SSMcoViSfTfCogvKeEBNBwoxRb7dpdNoql09yCrPZBMViilIpxfFRnZOjOuOh9AAF06tjizPG89VwkgifUyefodwyg06fUX+ApruEdIdyJcfsbFENORwe1FQ25+JSmsWljHLwSXXafU5Pzjk5btBquLQbDrGcQTwnqFR9mlupKDvi7pqwdCHG0mqMgkzk5pPY44CdzQ6Huz0l5kiJ01Y5Fs0wUVMecjy63QFdGRqI6grnm0iaxFMRlVE6UohdSzkCZeWXa4fk7YpTxrZlP9vILplI00ycoXqYeCKmppFFWJVsZU33lTOxVmsqB1W5IjnkcYVi1Q3JPpSc2xjd4Zhmr0+7N0TzpIEeJhLSMWViV5xNStGTbD5dNWUFfyuIdGlZS8M9GUup/Z2KZ2i2z2m2zqdIU03HdSaMFP4nzNzsPLNVyds95qx+pD7n2uVFsrm0EqnFmSju30HfIypO+LTkSycx9RIxs8zsbIVqdYaNzbvcvvsJ7U4DU7L9BA2ZKZJKF3Akq93pYjl9bG+KdDWD6difvE8un6E/6Cr8sLhJC8WiQiQfHJ5yeHDKzMwcL7xwU2WHifgr1Ww3abYaVEtVluZW1PEs4oe42pSjzHeVC0+G/sQ9K+eZ9PXbrS6dVk+JzFIivO3vH9BoNrCVEDOiWChSKBSJRqaCrxy7IgCL4KvUL3nckuaJEhWm4abiApziOD2VVS75uq64mkQRUjm3cq02aLU7tNpt8sUSq6sXSWeyyvnZbgsCuqBKBOB8vqjEvd3tJ5wc71MqlVRJRu/u7q7KeBWRd2FxgeKzn+3s7vDw0UPl8r169Soz1Ypa56Wi4i4w5VwJlNNGjtXBsEt/2CMpmPRERKHyRBKTvN3p95M8SkF2SoheRCEdpfn/PI9VcM5S/cFACc1yfmfSOZUfnEzmSKbyUyejuAGVE1gEHxF6FKcVX3LJLLlHlezwhBK+ZH+Mx4LDlXNzim5+7v5VEsVzoUoyhJ9hacXFLA4ToTsJ7kwIAIfP8OGZdIblpRVy2dyzPFJR1WQ4T8RTcWhPs2QHw74aTNANB90QYVRyYyO47oSRDBZbHqWSDLXNKOFHIX59EeOm2aLSHJEG6fNjT8SXkIi44oYXFLM5RbeLSK3ygVVms4jp0+zuaZ6zp/IbZRvKd38u9oqwKyKTkhCVCjwdJpg6aKfOxeei6VQAnrpIZZhCocRVrquI/yGF3xRXgtNtMRn0VB5xMhljEsngmzk8PYIn2GrBa0vmqTgqlQM6hi95wJqlnMCG3A9NpuLucxF4unumArCUai4Zzx29/xwx/MxNqon7WRzAtlLDle5GoFDdIqKKM1XONvWdBOGsi/gv23sqDk8NndP3V2Ky6yuBdCqUa8RkcCY5detLTq1yWj6jIMiARTyRJhQSXPH0GJ3uc1MdR3JMyevIv5VS4u/Ufq3U+ynGWL6TzIBNMcYKk/xsu6t8Yvks4RCavMYzp7RC54qrX2zYIuwF4kIX97iFYUhDTgRnXblPFf5ZVYhG/4jm4FgNVEw8WeMjZNPFqQCcSKtrvhxfMmgha6gIwDIAIGKprPkKdezJ/UaC8uwc+WJZCcDyu1NHtojxUweo/BHxN5PJqr+T+ud/ngvG8nklV9aT/T0SHP5EiV6RWFRAybgirAYyqaDJi6tnYBGAA29aE9WxkPfz/4SGFsd8KBxRSFEp2cDP0dOyLqmSvGkZwokm1JCJDKbIEJg4gOW8FDF1mjUsKGm5Dk+FXyVeP7dpP/N+T2XP6UDJdCdPj53QRAwCOqFAji9BeftoIclwF/F3MkVYC4Zd3dtNUbMysKPyvhXeWwYaZHgBJWQ61ohsLk+xVJEwZBXRJc/YItBKiQtW4cfFASzxDoJXFvdURJqz0+zwkeswEGpDCBIR+ZlQHaa4ZdWDedaHEfe1NxEH+UQ1tBMSS5WMY+iael1xnhuCRRRyiJpEeX4+ynEn55817ZcM+mqwRhy/sURcYaCVg19ykSVKIBwmFY9OCTgRQx0LkqetBp9cR90viRgowyRmPI0ZlYzjCGG5x5H9p0nT3cIayPfrE9IHhMIDoiJ8yyCErKeuuIplzZZzUNzHcTWMdF5vclKrqfOmkBfDQIxLF+a5tDaPfbxHd2udp9v7fL1zRnvi8ec/eYH3f3yDUD+M1gtz//Yun33+hO2DU669dYGrb1+gmr9ENXcJv3/A4PQz9p8+4fM7TTb3Hb7z0/f5zk+/j3O2RfPxF/Qap3QkN1qLcvnWD7h884e0ju9z9OQjHOuMeC6mBiRGZyNG50PC0WlEULNtc1azGI5EOC6wsFYkV75AtryG5lu4g1PsXp1Rp6uGAVIzFVLVCrpno9kDhn2b03OfWtPlzG5z5rRVHnHYslhausrLb/+MpeXLtLc+prX1MRu1IU9qQypzBa5dnWO+mqK+c0B99wBB0wRmRAlF3kSC12UAQ5ruE6KGlE9orBEaCqlDJxmXIbgw5+0mZ62GyoeWjOJ0MkouGVX9FUGOtztd4qkciVRePbfKgLNcn5/Fj+MLdSRwSeUyFGZKKjOx1mjT7o+pFFeoFFfB7eON6uCPVQa0xDOMhVrV79BxNdq+TjyRY6E4RzaepNU6pd2W+JsSsWiRiebiBn0VBJvNLZLJL+IP6/jDc3a3Ozx8JDQan9mlBMVylEatO62xQ9N2yRQyfOuVy7x44wKRSVSJib1OnXb7mI7clw98NeBSWIhRnI9Re9yk9qTJYc3hpAsDT2dpJanKP7LxjyzSlRCl6wal5RKFwjUyqUW6jSd06o/xPaEp2QrvHsgQVMggNIgTGsYZazZjY/oc6fWh23J5vN9W9fLNKK+8FGVmaYZ0ZUnF8Jze2ePk7j6fbbqqXnz5Av/Tv3yVhdkId7/6mq2NJ1y8Mc/a9QUiEp3jDtQ6FTKEnxvm5PCU04Ma2VyKymyBqCmZrH2csUQLBPTE8KeDFdYoZ4usFheIBibrD7ZZf7jDMGoyjBkURTCbi5FLST64rPku6WSFTKKM2+tgtc4ZjSyGvk7bCnF/a8iDrSHz0vd+Kc/MTJREJFBRURkjTjoc5/aTE1XSnxgMJZ84zve/s8oPvruK5bZVRSYSIDhDMAqon+/Q7Z2SnV8mO7eENu4RdM4Ydwf0hy7Ntsv9TY8Hmx6VmQyrq3nVtzvaq9Ho9AiXI4QrUS7mk1wsJNk7HPHpvSZnPYsrN+NcvhmnZORUHT5t8c1Xe4w9mxfemWX1ZoGT/TonB+cUjRjziQyplCD/BBML5shVddIfs98bMdHFRJJCnxg8edjmyaMWlUsVypcqahumQw4hx6Z2LnFEY3pDh/7IZb5qcuNSksWqSVxoU2aA5XtYvs/5sc3pvsPWgcuT04DDXoif/WSOn/10DlOu2w2J2bDpWh7NvsPB0YiD4zG2EVJVyiVZrmSUA3w4aDMYtqkkUswkUzRbLtv7Q3pDj3Q2qoxgi4WQKnGdCqVI4vrO+w6NoU8ukSYnVJ+YTyjmEtEnyF2/uKQ3DlpsHrQJC00inlT3LHJfJbO8Ez9M4Oskyr6qQKJrmgM0J1BxT2E9wdGTAUePB5z5PmdhKM8meGktx9XFNI+e1Fl/UldDRJlMjqgMZ8rnC01wghFuMGQ48hRxTW714hGdqFAvjCwxM0eg9QmQoXkXUxcyAsTjBtGIQciOodkxdnb7PNnsMJxMiBUjpCpRZovTiocEYe/T6Vrsng7p2h5La3mW13Logx6hfp/D/THrGxYda8L8zQhzNyOUx1C2ULTJX38yYufcJ7VoUFqN8v67i3z/nUWSDAiNGvTP2zSOBzROhvipOF4yRlkIfAXpYYpA2aFRHxEJRYiGzGk2riuDOmGFp5ZB101xoz4dMgnr+HqY8TjMsC9DZDqFckA659NpCz3MJp/OMVMoKcS6UDgkt96I60pHW5xPsbqUxfAmtPclV3vAiety4nq89cIsb79YpXnS584Xh5zVBxRWCxRW84yPLUbHY06aNvsdh1rfVWv0YDzBluFNDX72oyr/9l8uslbxcOs1vHYdY2EOY3GO8X6b4ZNTajt9nh56nLR0vFgJL1ak1+rRb/doDD3O7QA7DKXFgNJCwNVqnqvVHDO5CPlUCKcxZuMPp2zfrtMpmnQKJs22R/PcIRozqC4kmZ1LkPQ9Ur7HxobNvYcWZjrKi28XWLuSIu66xCSiRwyYoi+FbfSUTbIY5cL1S6zduEyweUCwdcDmfo+vRItLxXjjzxa5+WoF5/4Z7v1zHh5ZfFNz2Gn5NMRAYgdkl0yyiwb7jx02vhzTPlOjkuFgpmLwL/4qx7/4q7zKMpMpf3GJjDxLCXRxI0nMSClMslR76NMSm3fHp90I6HcmZNIe6ZTHpWSca6kkFy4Vmb1VIXEhx3/8357wH//3Dd570eRf/zBFds5gww14dObxzW8G3P7tgP/w43n+w08WaBgeH5x3uXM0YOfrETtfjXj9YpLXLkpmr6Ey94rzUZaupUlVY/ynX+7xn/7LHoOuK3Qwhe+RJrksItowgOGES/NJbqylqM5GSRZ09KRGx3ZpW65S6M9aFno4IClibxBQP3JUIcHqUXlYCxSKaOIGqoEs9pmF+YRq9hMNcMMT5Sw63bU523cpFcIUiwZG3CcU9/CHE6yTgHgowms/rPL6D6r87sNTfv/RKfWaTNCDEZbJpxizizGGPU9VPgWLM5rK1ts4d6h1J7xVKfF2pcRQBPlogie7fR58ccjG3SNefEGb1osFXnipzNAK+PJek+29HqlwoMrIgpGR9VHwGqYSgJs9i2Z/TIwIMS2C65uMpcY+dm+APx5RqKTIz6RonI85OegrVJBM4onjwz4Z4pwMeOOdCn/20wW1bf+f3xzyZKvH6zdKvH69zEm9zsl5Hc2IkMjk0PQY7bYICg5Re0DMHlCuVpi/tMYoZPKHe9t88+SQSmxCORpg2YK6jKiw+4VCwFJZIzeTIz+TZSyY5sGAaMinmp5mun1zYnH71EbZOTuuDEkRzUxdx9cXclwTNEoyi5nK8skX5/znXz5lZ6/NhdUEKyvSfA2oVAP6XUvlU0q2y8JigfJMlnvbHe5udxi0LWxx2sZjzM8WVSP8oN3moNXGaQc4rYDVSoRbl5PMliM4egg7pLNzOmL3ZERc8BAFydnW0CxpnGgUlvMUlnM8vN/iy0/PYGyzOhNmec5gXAxjFcNsfW3x5Hcj1nJp/v1frPDarTzfNBvcaTaobfepPR0Q8aAg3Pl8nMXrsyzemOUPn+/z8ed7aCbMLiWVgDKoD7B7Y4olQVcKQlBy8CTT2yMZn2CaE077HqcDj5uFGd6eXVTbd713zlazrXImjw8drl/Nc+1qXjl/D/a69Nojrl1MqExNhS6JuRwfu2w+dgi5E169bnD1gsFpT+e0H+brBx6f35aHfXht3uDmvEFsIUJ83uTOkz5/vN2mcWoTtTWK8Qg3Xy3x0qtl7m6dcXfrnH5PPnoUzTPQ3RG6N+IH7y3yw/cWsEI2m2cNnp502D0ac3wqzRC5UQgT9H2Cvkc5E+XlV8pcvZGl5XdoTdpsq1xin5iuc/2CyeKsoSbU3UBj0BnT74yVqLU6p1Mo6Bz2dA76OucNOGtAMPSI2Q6ZWEBlyaQ0ZxKEBCGmE/I10ecUriudkIaIxt2tHnee9gicCaLP5iM6CwmDcjpCrJQhVsxw3G1w3G0q6sK4GVHO8fdeyvHezRz3mh3uNTps7/vsP9Won3gKL6t5Fm+/Fuftb8VVrp3c7MsDu+9Is8wlUqkSqczw+YenfPTLXbKJFH/x1zd59fUK1mCD8WCTrY7F045N8wxGdZ2wHeXGlSI3LheI5iyiOZuzXp+tox69YUA2lidupJ+d4zb7mwP21gdIfOutl1K89GKKhQt55lcLfP71Ob/+7TH11phsUTB8GqPmiGFzxN/84GX+5gevcPdxnf/8j4/46PNtypkw5WyYN99d5c13Vgl7XVqH2yo3I5wt4ccyPHxU59HDBqsVnZdWIszPJijOF0kUMzw+OOfxoTzQTbeT4OVmciNWqwFv3ayo2qo3eVpvYiYciiWh0AX84pcev/ilz/ffLfODdysqF2z/pKcy0wUdJRP/Fy/GuHgphmNr9LsalhPGCSUYOAb375xz/5szVhcSvHQtRz5vIB7Swdhj/8jj4NCjfDFBZS2u3MNnh22cnsuLq0u8uLpIdzhSAs/OdpP1R3WSEZef/yTLe++keFjr87A2oHkaoXsax3d0InEf3XA53x9R3x/x7VviAF6hWjYZ2T1G3pCRpjHSQhwcNzg8qePYBmEtyaBvcud2l7vf9Lh1K8WtlwUT5dLp9tFwKZVEVI+yupRjZTnHSbPL1lGDWmNMu+EhdJdKVR7G8pwdD9h/2lJr3fffyXJpJc6D7TEPn46m/90Zs7xo8vrNOBdmDbbvDnh6Z8gPfrzI93+0xN7piP/+0QmNhsety7NcWykQIKrhkHag0wgMDo8t7n98ztGjDn/9owo//2EFI2cwjug83uvx0e+PefCoOUXgGWGu36hw7UZF5bj36i7dusXIHjCyBuohTQYEStUEl64KBk9QMIJREpxRgDMQurWDbzqMXZd2x6E/mBBLZIjFM+zudXiyUVfNwbmFFLNzWYr5MsVChdOTbU5OdqYZUyIkGjGi2hTDn8iYJLImbuAwskfYrmTcidAbVg1D33HJ5CYUyuKiMRkN0wyHUdqDU9qDE6KJOOlsVp3fVi9Mr+VztFvnaK9BrpgiX0wRlvigkEtIJuUTKeLJNHtP6qoy6TSrF+bJFuJYQR9XsxSmKxPP0mlKJlCDqBnl0qXLKsPz/vo97j26jxE1SGfTqnEqzhjBnAra0AyZ1Fst6q22yvJKJiPk8ymWl2dZWp5jf+eYvd1jem2H8VAcph6D4VDl42XzIvKlFD5QsKYyWTvojRUWyJ2IE6BHoZChUi7iuxNqp01c1+b6C0Wu3SgyHoQY9UNqmMlxBTU75OxkQO1kQLoQVSVNRdm+ggVrN3uMhiMuX89x6bpk9cbV0Jc19NnZnOYVO3aAYwuuVnJGJe9NBDAN0wym+ENLXIDichGBVfa+NH/BkOxA5ZyS7E1xWzkMJc9XMI6j8bSZ7k4IHHHBmMq1mculWV6dY3ah/CxLc8zJ6TkHhzV0XWNurkChJA+8rhrkkYdU04wrpOXAkQd8m1HHZyS4ckGZh8V5pqkcVxEBBfMljppmu05DMnwTUXIZEX+zKhstaiQ5PT+iVj9CXIKSGi0mJaFTCcZ1ZfkCKysX2Hq6ztOn6+RLKa5cu0ChlFP5S11BOA0nDIdilfIwdEc5NpPRWVLxWWZnZ1Tt7q/zcP0r5fKUTFz5DnIOSbm+heX2cScj/GCsBMBEOEMyLE1hQ9VgIDh8aQgNn2V2RqjVGpyeNlhcXOGVV1+nVKpQr9eVANwb9FSGZTk/y3xlmZiZUE1nEb3k+JES3LCISSLyiZgqAq3cY1pjm2p1jtnqnBJjd7Z3qDcaKj9JKADiKq7OVJUD9bnTV8RfEXFFmFGuMcGpPmueP1MNpm63kM5g2KIvmVyuDN6KS1YGAQS/m+Dw+Jijo2N17JXLM8pJHkskiSVSOI7kSk7I54oqX1f+/b27X7K1tc7S0pKqvb091h89UiLvyuoqFy9dYqZaVSjuR+vrfPn1V8rt+corr7K0tMjZ2Tnn5+ekUwmVlSyikGCqZWCg3jxTju1SMasqnYyRFPqAriscqefKYGcYL5CscFPSM9V3mTb6odcXPLg4e3t0u1MBWLKDs9kS2WyZbLbyp8a9OKCVUKj08yli1xK3ouTXyvYRAViTnF5LRdbI+0zzZafimXJZK2eoOBJFaJ0KgVPhRgQXcbIKzUIcyAlOjk85OTnFNGIKc55OTbNSpURIlPeU81zWqW63Q6NRp91pYgiaz5S4Ijl/Y8rhL87u4XDM/MKSKtEBxZUmQq78mTpV1TwG7v9P1ns4R3KfaZpPVpb3FlXwrgG0YXs6iaITRY3cyIy5m5mY2IiLu9j/6i52L+J2I27MjeY0I41ZUSJFiupuNpvtATQ8UN5XZVVWVmXmxfcrtGb2lowvSAJosNL9MvN7v/d5BfltCc5UvjDF4IdCQSVGitty6riUISMR9s6HBgR/q9RFcV4mlfgvDmDlTJTnO1vyj6fq1Mt8bdmfsjPl+y/FX/mnuIblXJWfEwywlKydkm+qCXbbK7jVPlbnDHvQIJudJZuZxdITGG5c5dfJUJT8HfBo+JXoFsKjhVEgd00aZhbesRd9LOLi/ygAq7XashT+WeGoz0VUhU3/d25h5RhWWcAifk0R+uKY73badDqtaYau6yhhVNxx8s+pwC6i9vT4yxoq54ncs8KhMBEZsFTniTjEJbM0pETyRl3c320l9IqeFE9kSKVyCh8s+ubEFlR/UB1zRQKxp8MbKotWOUinrmsRf5UbVh33cwFY8aSd36O9lZAnQq9ghWXb5Pd45JrRzx3A4ri3pihhV8RDU+HD5bqSzyzHUDVA3akTWITbWutEldxjBAHtwfdvAnA0SiwSVUKkIJ0lQ1u5v2UI2Jq6Qi1LcoltIrEEyxc2mVtaxpS10DT/OwFY/lu2TwTgeDzxewFYDRCcC+0vBWC5HwVEABZcsNFXx0+w8+J6VgKwwpRL5rr0XCZTQoqg2cTRJ0gjTbLpRTh3EN+ziLuOoKrxYI4njESM1qbIdHWMvdPrVv5dhnL8MrwlmHUZ1LCFBCKv2ZLnK89VPkVsEKFSZQF7NIXklnqJUJd1SM1RyDDVuRCsDqwcL0dHd7zoorbKvVmTSB8RdeWcUPG26twVosl4JIM/03NexH3JjRcUtELzh/yMB6YqyWSU5zRBMwv61BiO1POElKIayLUuSHRrOkwSliZ0wD9F7osYaw3oiwvZI+SkgHLJTpHT07VBOZoVp1xXbvbp9S8oaWloe/GJyONO5AlgugaeO6RFTFe4eU0c9dNh+aF6rhGRWtwrcm341D/HjoUtv0Oej7weIuEA0WhQbWdYYlZ8Pvo9yRnuTbHayrHsA29IEQjkuSDgD6vsd3FNW/Lc1O8zGnTBMy1x9vnleOsaPjlArqPu3bLm+wNRfMGoakpPj5WNRzPxe8fMzyZUhQZNfK0SuzvH/OvvXnDSNvj2j2/w4Y9u4PZD0Avx7ME+D+484axY4tY3N7j5/gZh3zoh/zq92g6Vw3/l6OApT/eGnNa9vP/9P+X97/8Jlacfs/PJ/03tbJ8BPtxgghtv/YDrb/0h7dJjzrZ/xcSsKGqfDBodbVc42i6ztJBicTFJuz3i+KRDqzdiYTPFwlaamdk3yM+9gdWr0Ty5R791qjDegs7OzGTJzOQYD3oMOy3arQGnJYuzukVLG6nSbYPApM/y0jq3Xv+Q5cU1uvv36Bzc5f5Rly8Pu8wvZbl1bYmVuSiHj55z8Gib/HqBmQsFIU7TKA2whjbRpI9IXMQNl2DAwTPwoPWkx+Gq92LXM6bSbVPutBVhIZMUd7kMhEq0hKOeN8qVGvFEjlhiRg2oa7qg3ocY3d75QJ5EH+jEkikyhbwaONo7KlKutdm8cJPN9VuY3RKdyi4Tq3f+7uBlIE7iXouh7WNAkEgoxUJ6hngwRKNVod6qEIqkCYVTKhZloo3QvBqJRIF4osCkW8XuVamWDE5PZXDNIRQVioHG0UGDw/0GXRv6Hg/Z+Qxf/8Zlbr+6QWgSIzSJUi494fjkLq7HJDs7TyyTwZV9In3du2c8v3tGv6/heCJ4AmEVNyU1PB0zOBVna5D1N2PMbQi1YZmwf4ZOfZ9ubR/bHqoVc+yY9MZdTHvEQmyT+fgGtX6d484JrY6B2dFpNx32T/scnPW4dTvI7VeDzK/Mkims4I79PP/4KdsfP+Npy8uzlpebt67wJ3/4DVbmA+w++zWnx/cprM8ze0FwzF5C4iyTZ+P+SL2bVasNqtUmuZkcC0vz+HUNQwhnrR7Ntk6jreMEwQ5BIZ5hNTmnIhUfPz/i8bNj3HQANxNUEWCzyQBRvwzmDtXapiJnMjkGtQqdsyNG5hh8UUxC5PEysQAAIABJREFU/O5JhzuP26xvZbh1e5aCkNl8NgF559R8RDU/u2cVdotVTsoDitWxeo7+wYebqqxRh7HVwTMO4J+kMERwO3xOuXbM0uoiy6uL03XM62EynKieTKM05G//vqzqlVtLvP8HWyRiLtWDA1r1ClZUYxzV2CykVZUbI77cbdIYjFjeirC8GSHrT6g626/z8MsDDMvkwmtzzG9lONw9U5UPRViVjG8R28IablgjaEsMFrw47vJ0r6X6kbOzMfWsc3jY5+Cgz9xmTlU4MEEf95AXV8v0Yw19irpVb3SZK/i5ejnO8kKAWBhCQZe+vCuPTepFm9qJw/6Jw07J4bSr853vrPLd76zg9Dt0ilUGsv5KhN9oQrHqUKo69N0JPVf6qWku5GZJBALUW2eqJCN2dXZWvQOflVrquWMmHVXO2KA4UjVzOsAZDFHrmeyVJEayy+zMInMzi4TiLv64RDWMoDfEaA7YPuopFK7ldVTJ0Jw4U0OBoKI/FvJZPP4Bmn+AM+wz6fVwh/KM5mEy9lDaFQOAS82xqXttMgUvl1eCbCz42Tsasn80YCYjyP0F1a/p9Ucqk7czHtIdDxWtQioS0MnFQqSjUWYSs8wkZxnbbSZ2h77RpiuDk+6YRDpEMhUlH8szEy/w209L/PM/H1BsdfFnNSJ5nfXFuCrJwtVHEyauy9Cj4YuG2Lgwx8b6HO3iMe0zidsbcHDoMJhorNzysnzTi1Yx0MoGDx+4fPS5zkEFQgWb7IrOn/7wMn/6o8uE3RZ254zKXp3DJ4YyL4YWk4QXEyzMhlkqhOk1TdWzPD3uk0lFyKSiFOstSrU2oYhOPh9W+/vJC4OnLwbTfrrtwxj4aff8+EI+li96mF2ClmSIFw0ysTSz6byKt+gO6/TM+tRg6XO5sJrl0mYed2hz+KjM8UGL6lijOvHwvXcLfPfdAkbT4OH9ItXqgPhsilghTf9sTP90oki+DcdUBNqz0ylB0ZGY+IDLj36Q5S//TIw0Nnajgd1po88X0OdnGR13MbfrVA/6Khf3rO6h587Qc3PqHbharTGSObJ4GCIetPAQT3jIq2tZbq9mWZBovmRIuZaLn59y9lWZk4CHY7+HTt+l33bVQG80FSaekTi/CcnQhIdPTH53b8jcYoI/+4tVvvZaivrTGvVnVXqCMpd4D59w4gfEsiFu3brJrdu3sF48x9rbZne/x/39CVYkyO1vz/DK6ym8uwb6rsGx9Ot7Ji+qYw4qNkc1B39Ow5fVOH0+Yf+LMZ2qg+bXPG5+xscf/yTNH/04o7LA5GGhb5kMHJPhxMbs+Rj2fWg+L5rfq0KiZUFrtkWolGdzjWwKsmmNjaiPi1E/86sJkpcyeObj/J//xyH/+X8/4INXw/yHH6RJzHt51Ld4WBzx4Jd9vvylwX/8wRz/8QfztHw2H5W7PDg1eHHX5MW9Id+6mubDq2lm5nT0rIMn5aog7JHX4deftvj1b5oKyyrPdSJYyySjYG+EyCWN21mZMMkFWFqQHNcoiayfyqCvqtF2aHYc9cCYEJSeCMDiEiybuH4Nx3/euLFc5QCWvoG8GMzPxVUNXYu2ZdBqjWlVHLpVRyGrk3FdWdDxO7img9t0SAQDvPmded74zjz/+ouiKpnqk6aJTJbMzoWYmwsxNiSQ21KN+o0LYYmR5Eux2RdHfHt9nm+vzXPqaDwe2cple/CgTvFpnZvXvdy8rnPpZpKLN9OU6xN+/osGz5/2uLSkc3nJqzIwRwGXke3BsjwqXqcznNA1x8o96bN9ShgejAIMhy6W0VXYpdRMjFQ+Rr0y5Oy4r15+o7EQsViAmOAdxhab1+NceTNNsTnmZ/9YZXdnwNuvpnjn1TSDcZ/hpM9g7GU4DmOYOu2ORbs7ImQNCY+HxJIJEvlZDNfHw/0Ke2cNFpJe5pM6nS5UGi6FWJCbq1FurkUZRzSsCHR6klvdJe7T2MzFifh9fHbQ5bPDDn7Tq0r322jRMZE4bM6G2JoNEYwmCUUTfHa3w1/99Iy94y6raz6WV/0szItoFKR0NmB/t6emMheXo8wuRDmp2xw3JtTKA5qlPpFQgLXVrGqcnzRanDTbDOq2qqUZP9cvhijM+DEdDyNXp9gS/MWIuAh8yaD63OJokG5Nbi2t6tGDNnc+rhBE4/pWiqsXE9QCE6r+MQdfdHnxSYfVRJQ/+c4yr1xO8NlJmd+elJi0xqqimpdMKEAsHiK6kCSykOL+wyL3H5UQDVIekiJBD1Z3iC3IzlSMWDKGXzJSZV95BB83DYcfCpTYhY1YlquJvMJGPW9UOe50GI48mJbOYiHGwmycRnXA4V6LTtNQSN0rW2GswISxXyalvPQafry2xnxyxEzcQlLmOujcuTfhN59Y+Cc+vvdqmneuJehGJ3SjY776qs/dz7u0KyNiHodM3MuFyxkuXMmyfdhk+0BQQTJkL+g9HWsgk+UW33ojw4dvZAgnoO9YHNeH3HnU5eG2gGgEg6XhG9n4BjYz6SDXbubZuJSiYjWpjhscvHDYe6YR8Wlc29JYnofhOU7LmepPzKR15md1YnEPuxWbF2WbRlPKIah5yIamDt/kDMQy0kzwYts6umDVZIJaXuBl4npiU2wOKLaGOJYHz8RLFE3lNOSiPvKCYVrLcdyR/V7lTHDYex50I8QP3p/lD98v8EW5zv1KXU0W7T1yVJ53wCfu9wmvvxpX1e+4VEpjJvLS5rdVzkR0MU90cYYHn9X59B9PFaLv9bdWufRKmlCgRDhQ5lltwPPagHrZwahp+O0gr17P8+qNAhO9g6136VomDRE5LPHkhBTadX9nqGosJ9AYlc2zuDC9vvILQWYWgnz1VYdPP2vQ6dmkJUci4mXU72MZfb779jW+9841nh60+NknL/jk3jGBiUPQdnj3gxXe/eYqsZDk29RV416GR9pjnScPmjx50OLicoDXrkRZmI0QTiXwhMM8O63x9LRGtWhTL3sIOGMWkiZrBZfbrwiyPkV5ZFKRJpfHVPtQJth+/k8OP/8nl3feyPHOmzk6XYuHTzu0uiYzBS+FWV0h5tdXxB3ixRh6affhrC6YnDGVs66qzaUkNzazSvBr22PqxoijvQHHewaRlE+ViEpewe8HvCzn8yzPFH7/sHl01GL7eYNwyOZ730nz9a/FeHTS4dFxm+KBTuXAh06QhdWYym5/8ajG7sMa37g9zw8+WFP3QcEyDydDamaP+qjPWamncnKxgwS9MUzDz717Lb641+batSjXrsfw+my6fXnhnJBK6GTSPlaX46wsxTmpdtk+bNAWtpkjmYc+5RoSJ0u7bNE4MbmwGONHf7CoMuF/fa/Ix3eLnNQnnNYnbF2I8ubNJBfmAmx/0eD5vQZvf7DEO99aZufA4O//8ZR20+b9N1d448acmq506FIaTDg1HM5KIw4f9mkcDfngraQq0zOmZo3YP+vz8FmXk7MhUWk8RfwsL6ZZWcrgk4GngUcNXJWrNcq1GragkLwaYRkYkhgIn4dx18UeaAppFvGGcH02tn9MbziieDag0RgzO1+gMF/g4LDO06dFrIlFrjB1k8aiKeKxFMXTIqXTompcBwLSMPET9YeJ+iOE4j7CMR/D8ZBWr6MaffZYhDcvkfC0JOornpxSCIpFjVpNsn1H+KPTlxppkIj4KQMi3YZNt2WoYRzJpM3OJPGHZaBMMmClvTx1hdWKPWrFLsl4iuXlBTXU1RrU6Ftd8ukCM6k8nWaXWqmmhN2VlVXy+Tzb+zvs7G+r4xyKhFQD2pHOnSOT95Jr56XR7NBsdRQ1Ih4PkM3GWV5aYGlpkXKxRqVUp1Hr0mz06XVNRiNbNa6T6SQpuV698hmnmMLBQEqa7F2sibjQBGcZVQ1e2Z9en0s2FyA3E8DoCtZ4mh8sA3wiYooLQqaWJV9RhBpNC+A6AUxjQr3SUM7Pq7fzXL2VJxoT96ZH5R4fKAdwTzlQBAOt63684tSTBrA7xqNJ1p+IqtPGvtjPbEEri9PPReUbSsNBtkuE7Ha7T73RpivZz9IEHktzVfzIcjhE7NCJJ2IsLReYnc8p9+/UAdykXGkgCNpEcoqADgQ1AiHp5Eqshk89+44cF8Mc06z0aFX6xMMR4pHotFEuDkh9ityVzMV2t6XEV2nAhoIBQgFxpYcJ+MJY9ki5xY2+oEkNhsZIkQ1kaGFr8xJbW5fY3nmsSs7bpZUC8WSU4dBSIr7PK0MBCYWONIcNbMk81DKEAzkubKyzcWGd5zsPuPfFx1SqZVxXGspy/ObI5ebU4KOtCSZbhiH6WJaJPfRgDyR/O6QciCLSdnptJZzINoWVi7OoHMCzc0vcuHlbuaeUw6TVpt6oqcoms8zNzCtssxoaFUytIEknYyUmiYgq++pl0/+cdKkENmlSyEBBvdFQwokQESa2STQydZEGz12/LwUZESilWS4Oa4U2HsrvniKip+KWPIl4GMoAyqCLOZSmqqWE4fz8HIWFOc7OSqpkEMTr0VV+59zyCvPLK3QkB7bTU27VxcUldR4eH7+gXDlVnycSiVAsTh3A8tmXlpZZWVsjlUqrLHXJp97Z2VVu082ti8oxLA3ZSqVCKpFVJYKkoMMFxVyunlGunOHziiDgKidwMhpW0+9ToVvEGBF+fdj4xfepxMWwEjT9v88bleEHccZb4lCxJcoszOLimipx84qgq5x8gowV4UBEC11T58FYyETK4SmYXHmPEazy5FzkkX09zfIUsW+a9/rS4SnOABGCRRkd4/VYahvk94gA3my0VIlbMBIVdHNY7Rf5vsqWFfFGkKuWCKSmwljL5/F6RXA8d8vqXpXfLNsmoqa4tUUUU+KDEqTd32ekyrGU7VBOwHOnveQGi4v6pbNT/j8iDougLY1IWWNkW6fn63TbZEhGzrtpDqx8zcEjmHrBuQpK96Xj9dwZrajD5+K4OACnArBffUZxoCp3sTg9REyTNUMT3Kw440uMhi0KM8sU8ktMCKlhYVlzxpL0q03UuS5rv2RHS8l6ZTuSbWuhueKGFwT6VNifOmRlXZL4makYphyx5+KvCMEvf/Yl/vnccDndAIXhnQr8w6GBKTgJlX08PVdksFqGBoS0IIh1yX1W68hkeg7I745HI8Si0XP09LnzWNNUg1IGFIQsMcU8i3CVICq5pAGJKxCXg/z81I15Htc7tfy+zL5VIv/0PJwe35eZuNOvyecXp6msyfL9ac6wo3C907zi89jj3yOCpxj1sWXQbFRoNMoqq1juleJQUc5QwTieu4CHI3lH6ypMsDid5XuJeFrd6+UNSD6b7Au13rkiRgt1Q671KfpZxF8RggVJnszmiKXS0/N/JLjz6V/i9FXkD8dV2cmxWFydg1MH8Hmm7vkxlp/xaS5+OYdlyEDhP1xC0X9zAIsI/BJ1Lsq7JoMO6jxUmAxJ/VROPRHCdZWzLvtLTTYpkVRKhpxE9JVryCtIbrUWTPs3giAWUVGOnwjAY0fD9viUo1EGsGRgR4m/50L9FJM+Hb546chWrvhzHLm6ps8zqpU86U4dwOIIlwr4PepZQrnlhGAwmTA0BozUPjvP4nUmCv8szxSShSvnrTzkiftNl2MijktHYyi0CNvF55dhKUHrT4cWVDi1GjBwCci66NVVvvLIlMGLMROhAWnimBaJ0JkODZxfW8rljKZcv3LdyzCVDJx4HHkuEZu7hSNOPHuM7pN9JJQHEdRlyGZKtJB9IOeAlFx3L/O4VWy0bLNsH5Ppde31EJJ7ZSyq1hxxIsvnNgeCsR6oz6FyiWWYQZPsX0F3Tx3uAa9XOX01uU4ELToxcT0SD2CowUMZolfuf7W+yTkodDgZKZgOCMi67lXrIuiaDE/YKlpsdjZCdDIibA4oHp9y9+Ezio0aV26vcOXVZSYGjAeuGvrvNyWqwWFmPUNuLUs4tEoktEan9ILyzq8oFQ8pD0J03TQ333yPm2++y9H9j3n0r39L/ewI2x/GF8tw7a0PufbWtxg0n9I4/A3jQUU5+S3TZne7zO52hSuXFrhyaRGj1edkv0yt1iQ8FyI8F2Rl4wOWNz6gVz3j4KuPGHbPyC3Nkp7NoY9ddMul0+/Q7LZodi2qTSEeagx1h4HXIR1zmIm7LMwtsrL+KsnYDMXndyk9u8tZ3+Gs77K0kOTqRpa5dIDtJzvsPN5h7mKB+UsFzP6Y2mGLsbj0knGSCRGhPARlytu0cQwhXAjNYILrnWCMTQzB9sv7getRvcPsrODYNSX+Vqo1RVeIROPTOANxfnu89LsSZ9H4/WBMMJIgnprBsj0cnhWpNtpsrl9jY+2qcusarQNGw56iFFoy4CEEGauL5o3iCSQJeUPE5H4ng/yjAb3RUA3vhqNJNHmXkEgHn6aoGvIM4PTauP029UqPYlFQ+RrpXEZh5B9/dcSjr45omDZtWyMzl+atdy/y6msXiDlBom6Q/b3nPH32lcLXzi3Pks4n1eCm9NhK+z2K+30VLSRAeHxeIvEg4XhQYZuFIpeeCzJ7MU6qECPkieGTe267zaDdYmL3mLjGNGZJrjBNI6llSXoyVHstFXnY6EqMnRi+Pdh6QNXszJjZ/JjC3AL5+UvYVoi7P7/HvX/8glbEp+ratat85xtvs5Dzc3r03yhX7hDKZVWlIhnSoTSuOabXqNOuVam1u9Q6XXL5BAtLGXTXpVtp06oZVLsatY6mhIx4NqwysWd8UTxjjd2TpooPKxqOqvnZCNc3k6SjHirllnovvHzlMpcvX2HSPqJfesKg22Y09tIydD7+0uDjLwdcvZ7mnXfzpNI67baBNRyTkxincIijaotDcTv2J3REU4lEePe1Dd59fRNnXMUZ1+RGAGOJwRxxcFTirNwgt5AkJwPc0QSZUIKAJ4pty/O/xm8/ecZnnzxlbn2Bi7c31fNw5XCPdrOMltRUrWbE6ZylWJ3w5Y7Et1ksbYZZ3gyT8vlVlU86PH9SoT+ymb80Q2Y5qXoEpZMi+VCC5cSMWmPboyH9iUkuHiGXCFOuDTk+M+gPhIglWfYuZ1XJo7ZZvjzDyuUZtMmAXrWiBOC52Sxzcxnlauy2uoSCE9JpSMbFvQrBgAy2exhrGs3SmPrJSBkT9ioOxa7O2+8t8fZ7ywzbDRonpyoiRmgbvaHLadFRFZsNEy9EFF497UviszVq7VPq7VOuX9zixtam6oHdu7tHv93h0kaUjeUwcb9OzKdT74wpNS0a1hjDM1brVDKYIhFIquc8GSK0xyPsoUm/K87YoapYJkA8I0PxLo2q9K51VtayrKxKrncP2+7j02zx9BHy6cqJK/ev4+0ex9t9LBEKExqplJeFhM5MVOeoMuSwMlDPSoXcDLoeVO5xMWx0RiYda4ghdIVRj1jITz4RIx6I4HVCqjrdHp1uXxFpY2kPsaSHRNRHJOSj29Dp1r0cn444ODHpS/RJ1MEXswlIVIoMjsvAleOo3kkg6iWWDLBQEIE2ybDfwTQ61OtDSiWhLDqsXAqycimAv23j79icnnp4duCj0nPQY0OiGZtvvrXF+1/fJEgbZ1DieLvO43s9th8NWLxWYPHaLKmYQ9xvqYH5+1+0KZ2NWF1NqTo+bnF80kLzO8SzXoHhsns8YvdoRDQQJBYMMcHPYOLD9rkEExbByITgyE/A9DGTCDGbDuMTDcoZMrAHtLp92r0eG0tzXN1Yxu5PeHb/gJOjBsSiEItxed2vTFimYXB60qDTt9CFhBuLUzowKR+MGEq0jThxZYit62Eo1IPxgI414LvfzvHnfzzPhVkbp13H6TaZSIRcJoVbsuBgSPVwyM6ByWHJpjkO05iEKJUNSpU+blAnmA3ij3vwREz0sMlr60leW08xk5FnmRCevoP5qIWx02Xf42Ff11QkiUSCKCJkb6wc43rcgzfhod926NQc1uZifPhOgUvrYU52y5zsljAm0LdhIEQy2yKaCvLOu5d4991LOCdFnJMSD79q86s7Bj3dx9d/uMCtd2cIHLUJHLY5qBlsNwc8PrZ4fujy4swlt+Ynt+7jeHvCzv0R7ZqDFtFw83kfP/lJhp/8OKscfIJvlYXGYKSEwbNjh+KJTSIVIZEO0+5OOC4NFAZBEHrywj+X8zM742MjBpsSLj4fxreaxMxG+Ov/XFT1B19L8L/8JEdsTud+a8CXxwMefmTw1UcG/9sPC/yvP5yl7XX4pNTj4cmQ7bsmO/dG/PFref7otQKZRQ9WdkQnMOC03+G03eNw21ElL7Gaz8WcyILkKPu3X5oKMrXrh0QQ1haj3Lg2ozIGjvtNTnoiOnhVhTweUgGZ3nSo1gfU6oJWULQ75N1jMpxmL/l9EAx5lLNptpChMexRbDeVmDnq64z7HoUijoaEA+XieFzlePQPXHKxAG9+d4E3v7vIz//+jF/89IxSWRwtIgBrzM6EKORDeEwTzTRZWYnyyvU0Ypv79H6d53t9fnx1lR9fW+VRt88vK02e7rSpPTPo7hm8etPHazd9XHg1xtqrCXYOLP6v/1Tn0d0e334jyIdvBmk4Dg3XYSgI2xGMJi5D22Vggy7Ck+XBHAQwBkGGA3E8t1XGRGImRnImRq085Oyor7As4oBJRgOsplxWki7ZVT/pdT/7J2P+4addDrZHfPCNON/6RoxgzCEQtal3NY6KHqpNl64gJPojwrZFxLbw+oJ4QnGFQTmuGdS7Jiv5IKuFAJWaxcHJiNVMjG9fm+WDazOcuh1OnS6VRptKtU02EODVhTzpUISPtqv8crtKjDgxYrj+MaNQF39kxHrOw1pOIxZJEI0k+PwLk7/+WZMXJwZLa7C0prG6mGJlMcnOsz5f3m1Jah5LK36VDdyfhDAmwt/vcbTXJhz0celijmw+wqkIwI0W3cqEXmXC/IzOlUsBZnJezLHOcKzTGlq0hmNSwSDL8ZgKRDcHXSb2kPyFLPkLGR7fb/P5RxVSoTBvv77I116bZ3/UVXV0v8HxZ3UW4yG+980lVtdj/HL7hF9uH5PSdJJyLvuDpMNh1dQ1YwFGUT/bew129urKhZFNB4kGNbTRCM9kgl8aIJEYkZimRHIXS928jMGAQMRHICq5AwkWfSmGgzE71SplmXxKRlQlgiE1UVk+kazpJq16n1cuB3nlcoCB12bgs/FJloWeISBT0oM62qiNHdeZxHU+/43Fr34hAm+E//D9Zb7/XoHdSZvdSYeHdwwefDJgUDdJhcekUxqFtRQFuSGd9jk57TOw5FrT1ct8RxbWtsM3rwd5/3qIhYUg8VyQUmfCP/y6wa/vthXi2ud1idhTxLhkJV++XmBlK8XZsM7ZsKbcoYdPvcQDLjcujxUmuC/ry8QhNA4TtiQj2U8u78UXhif7Q1XttkW7PSYdC7IyGyeXFVT6GF94inQdW/JCi5rCFvSjPHD2uiP1ki5ZaY7lxzGD+MaueinNRHQuXF1g49oCB90Sh50yzx8M2LlrM64F+PM/XuEv/niFu6dl7pyWefJwwM4di15tzMyMzdw83LiVUbW/2+erL5oKX76Q8jKfDZBaz5Fez/H0Xpt7v6wwGXlYvpBlaTXC/NyA+TmDx8U+j4sG1dIEo+4QcAN8480FvvHmPB2jRteoMfbYOEGdMTrGQKPddrn/2YAvfmswkwmxshwlnRLRC5Ufm8i5JHMOO8+HfHVf8H06uVxc4W7sSRdn0uW91y7x3muXeXHW56P7J3z+4AyzOsKsmnz7O8uqsllpeo1U/nSpN+CsOeDJ3S6P73a4thnj7deTzM1G1TS5hY9nxTpPz2r0Oi5mTyOuO6wkJGvb5fLFCJcvRjH8OgO/znBkYBpdymcGv/oYfvUJvHYzw+s3Msp1+slnTfUwcv1mjKvXIqzMe1iel5dIP+YkSLkx4atnLZ696EjXVt1MLi9luLFewBcNcDaecNoZcvysydGz1tQp4rjMzoZYWg6ztBhXDsxEJEm711UPSsenbfb22oTCLh98K83t1+M83Gvy8EWTw+c2R081QoEYt95YYn0rx71PjvjikyPefm2On3x3jTWJB/CC6Yw4ap1x3CpSqVpUqiO8hIkFE4yHfu7caXDnTpMrV6NceSWK1w/GUJopQgdwScQ0VpaiLC9GOCr2eLbXYjB0SCfiCh1Xa/eodXoM62BWPVzbKPA//9FFNreS/N0/P+Xv/uUJvbFGf+zh6sU0b93OsTEX5vHvznh8p8irby/z2tvLPH7W42/+9khN0v34u1t8+O4KjtbG9nQ4bBjs1kSUsKgf2QxrLq9dC/Ha1RA1o8tBvcFJzaRYc+gNNJXPLNN6uWScXCJGOBDF6wmrafadvSN2XhyRmgmRzofAazGaGMrV0K3DqKMzn00xn02jB10c/4R2b8SLnQ6losnFK6tcvLLG4VGZR48PMIYGiYyfaFwcDFECvgil4ybFk6ZCf/oDmsqzSUYTJCMJFacQjHrpDvoqk1AGm+QerZ6v5sRJHCca0whFXPUw+fRpn6OjIUsXoiytxzAMIWoMaVQsNcErAvC0kyo0i5RyZMvvl0gJR5uotV05bvuS+26RSmRUM8gX8FKsn9Hq11maXWJpbknl/9aKNSVKzc3NkcmkOS6dcFw8VoKnV/hGAnmdOMq5I45RaTB32n0leIZCOslkkFwuwdLCEosLSwphK1UpCQpaUGx9JXajiQN2Kk5JOMXYNhTqdDps5DIad1VJkzTg9ylhOZ0JE49LrIS4vCxFhBEEu8ouFAeuCL6SIaqJs0iEasnIC6C5QYaGvOxU6Hc73P76oqpgSFqiFp32kP3tJqdHPeLxqYgvbhdxKI1MU+UNSYMxnogSS0SUe0NeVOXzCnpNfk4mmgOh8DRbUNep1VucnBTV0JroUCKaBfyaigFwxLVnizs7zPziDLNzGQKS8xv00u32FArYUjmqLv6gpibD44mgcoFaluQQ6TgeL0PLpnRcpXhcI5fKkk1lp86ZkQheHhLJqHppkQxdETFVY1xcU+fiTcAnbvSYHdMjAAAgAElEQVQE0WSCumATz0oKgTw0ZKgoxNVXrqt6tv2QZ88f4vHZiiASjgZVc1SQqbncMjO5JYbiGq0c0ut2ccdRlfd8/cY1rl+/xsNHd/nkN//M0fGRQky7jpeV1Q1W1jYIyEu6X/oyJoNhR/15EbSbFUM5pJPpuNrXkl0pMlAsnlDZ1Pt7RxzsHZPLz3Hl6k0lAAshRl7Ii6UziqWicjsXsjnVuBSnZTAUOHeIimghDk0RZqZ5kCIkSD60iKdG36BvDKauLZWDKCKZwXgsTrZpBunU7RpQLl4RXRzbVf8t+1SEY3GGSqPdJ419ydVVMo8gMEeMxiOMrkG33hWrPpuvXGTjlYsKY14qVWjXmvSbgmL388rt27xy61VKpZIqyd8Ut280FqFntOgP2kpsFnderVZXoq6IRPPziywsLk3dxRHBILaoVqp4vX7l7Jemp4i/5XKFbGqJbGpR5YH6Q14mtsVp8Ziz0hH9XoN+r66QoplEjGg4fJ6zKU17wT4HmCD5WD7loI3Ho2pgQzlxHck0lga9rZ4zpQEsAxKXL11V1VSCfUcdXxE9ZQBTlWDGnLH68ypnU2XjyjUzxRkrB5gIG0pok3vpVCh1JhN8Iqz4vOqYifNOc8f4dAe/dyqAyu8eGJJLLOeTpo6Nyj7Wpy5MEXsFMSzCluPa6rDJn5meI1NnnIjkIgbJ55EsV6np4T1H0HplSHHq4JVrxKeGSfxK3BAh0av5VU6ruOoUrl3ObBFPHBkY8iuxb+polQzRsTq2sg7Jfvy9g1SdlxP8kqcYikxzN5WLeipqndsX1fCPvDeLdqS2X8QYEaOntGL1O0UMFnVes8W1aNDqljHMLvNzF1iYu6AGLkey9ohofP63pgdVvqoMN8pAtSBKNWFQipCkh7H18P8g6r4UgEVYfImGVvv93An8/8dFq5TV89zVc61U4ZHF6asLklxypj0qQV45fw2jx2DQw5D1Tv37S1y0TSoxFS8E+xyNRdXzl8pVVej+IaY5miKRPV6FqA8Go0qcENevxBLJGq+owx6/ijaSz6Wcmb9H5J4LwIKrPhe85V9e/sx0AEUksKkrW/6S4yHnhIiFgvkVkUwQ/pIBbI1EoOsoYWFv/xmpVFLRFER4FRS1iNJyjxInsMSGiCAn54YMDcjXJRNdaB/mOX1CHKnyuUSMi8Ykb1CQuyKS+dU5Kvcx9cm9Plxx+f87vLMcFxlgEuFPhg5k2CQalWt8mgGshl/OxdSXWcFex8Yr568McpxnAIeiUwewyMqW7Dtl+ZeBfElAkNxvGcaRPLkRE9dS5BxX0GmWpc7Nc7SF+pxSct4I6UXhlNVw1RTdPpa1QPaN4K1dfeqUlmFc2eZwVAnA06EDcVKfO2TFjSw9GrlGXpaIyIIWn94qlDgl2z9V/sVlKkMNct2Oz12ugp+W2QTJAR8pp+uwP1BDLer4izwpiHuVQz/NovdqrkLry8eQvGm1T2ToQERMv0RihdT/0xaMuNrP07VIVkQ5XxQ2fCxUBBdvQM6vsXJciygs+ashcQLLtipEulCOxmpAqdeVe22biTlQ2MyxKcO4XZVN7PH78fh9+M73g6x5CmnuCqVtuhZJdrCUGqpS1+T5einbKD/v9ahc33AsrdYm5X4+r/HIPHckTwcQ5Ngo9/35vSIWCqghzqCst/Lc6XFwPCPlrpxYDrbwdVXm83TdFIe8DGfJOjkcCi5dcMQyNCjPOhNFOMvngwobm9B9JDQv7WqRnZ2vqNROSOXjJPMJ5Y6X4adkLE0hXSCVzDHy6orqFomuEIku0z49oPj4NzQbVcaJBUgvsbJxhZXNV9j+9GPu/8PfUT87xRdNEU7neeWtb6iy+9v0y79l3KvgWEKOsni8XeHJdpmvvXZJldVqc7azT+nkFDPmMoy5XLr5I1XVw30efvT3jIwSV79xgwvXN+gfVOkdVCl1mpz22jQHE1r9EN1BENev4/h1VhaDbK6KU65AIrmurJm7D+6qmgTD2IEIK3MxLs5HyEXg4dMXPHr6guWrBZauFTA7AyrbFSbdiRoSlVxXOadkyMuWYR5FCZC4vYnqv8k7p/Roh+0BRt1QES+F1SSRlH8qAFdqKnIjEAoQj80Tiy4SDKQwukX6HRmoHary+mIEwzOYYw+n5RKNdpuNlUtcWL2EZjUZ904ZGF3qvQnNvgyLDHC0IdFomlgsj1/iOHo9HBne8gihy0s4FiccTajz25XhJMGXy3O3DFeKu8AY0Kq3KZda2I6PuaV1EskCn336lM9+84Ryx6JuoYiE33h/i9feWCOpeUni5fHjF9y5+0QSTFnaKJCfj6v8S901MToS7yNmnAkTyTTXpE8awx+JEg44hAM28UyIZCFOKOpHt8Z4BB9vaEwMjZFE9dgNNXiFPwx6EN/Ag2+gUe52Oem2qXcFwSwdTDFmzTG/Mg9WE8YtlZs6v3QTexThl3/1Cf/trz4muBUgsBXg6uVrvHXlbWYTPmr1f6HZ/oyRP4YViDGTWGM+uQGGRat4QP10j/rQpDEckp0NsrAURps4NE8MaiXpyziUug5Ly1mWVjIkvV4ilo1tTjhpjTluj/niucH9Zwbrq3G+/U6BfFpn53mZSqnPu998n3e/+R6asYNZ/pxeo0hHxMLqhH+5M1b1+hspvve9LOGww+5ug0ZtwEI6ymIqSqllUGwNMOStLiC0rTi3Ni6o0u1TPM6ZMjpZownN5oi9I3HMm0RmdCI5nbXULBuJRZLReQhmmWhRDh5/xsHjTwlmCyRXNhmNJ0oA7rSKBLMagZzGQnyGxcQMZ2WHL5/3lQC9vBliaTNE3GsT9znUiwP2dnv0TY3UUppoPkajXqJZLzETyrIUn2dkuJxUhLDWYm0lx9pKlr7h0GxY1Bt96s0O9daAmuGnZvjYvJ5n81qeYafNyfahWKn5+lurfO2tNYadLma7i2lO36MFIS5RRgG5VwajeEJRWmWTxnGfkzNLuQfLXQ+33lzk5tcW6dTKlA4O6LanQxY9A46PXI6OHbZuzbJ1q0DUF0br+xjLkEjnlFrnhLdff5V3XnuV3ScVfvY392iWi7z1eoTXb0RJh2KkwzEe7rb57eMaLc0mthgkthjGZ3nxjXwYHRnIGzEQg8/YpD+0OG2MOW1MWF1LqKpXLJ4+lPuXzcVXsqok31b660IpyqZjZDMRMtkQ0YjO/tMKe08rhFIeUvN+EmGdmC3ASoeTzlCVvPskYjK0EVSmjr4JbRGAJXbB6alKRkIUkmnC3iDduvSLRpRKQ6Xv5BajbN3KsrgifXLwubYSVr+812LiiaJHpJ8kRAELVxPzYY9aqasGF2WoPRn3ks8FmMkKatirDFCuzHt7NfrGkFZrGmOzuhJmdTVCxPSpGph+WqafvgyJetp4A0Oubq5zdWudAB0YV9l9UuPzTzo8uGdw8701br67hpcuzqDK4V6bu3cNymWXGzfzXL85w/52i/2dJiNJaU45jDw2h6UJR6UJs+kYc6kY3rCfccDDkDHtQZfhaMhKOM9KJM9sEmbTEvGFugdZmsveUVnVxvwyty5cwupYPLjzjNPjKrmlPLnlPFG/QSTQZ2IbitRnijGVCKYWYXfH4MXOACfoJzofJRIPE3YD+Gydk0ad00adD9/P86c/WuJCwcHt1nD6dYxoECMWxFfTCYiZ4nDMsx2D3WOTkmlTHjqcllxOyy7eqJf0nJ9IxoMeHuGNWLwuZOILMdKpCHoohH+oE94fox+P2XU1dhwPwYiXRMyneha7TxrsPG9hZgOYuSAzES9zYR8X82FuryeZTersHJyyc3jGwPUwcDy0DJda1yYcC/L9Hyzzg++v4KkaeKp9fvebFj/9hzrNsc67f7bGm38wT6RYI1qs8aLUVVTIL3YsvnoOT/c1LtwIs3EjwtELi6f3RzRrNppQBUQA/vGPM/zkJ1l67QH9zoAhE0wVoizTaCYvtkcU8jHyhTiNpqXsx/XmFLkV8HnJpzzMJDW2UhqXUpCYjTCZTdKNRfnZfy3xs/9S4sM3E/zlj2aIzHq43+7y4LjP01+PePJri7/4bpo//14GM+ThQctiu2Tx7Ld9nn/e53/6ekFVcsWLkZtQdAweHtR5dtRWbjSj5lEPx4JoMCybVn9MpzcmoGmqBFUR9jiszsd47VqB+YUw+90a+50axkDECi8xr5+CPHyII6ZjUm2bjCYTLHussM8iAMtUeTwp7gyfelGMCc9+2KfSb9Ppj7EMnclAcj01JQJPHHkxFrEEkpqHuWyImx/kuflBgX/6aZl/+vsKxfKAkS2oTo35fIT5mQi6aaCbA9bWo1x/PYsb0Pn15zWePuvx4xvL/OTGMl+0uvz8tMrTnS7tnRGj4zFvvRHmrdfDzF/zk7/q49nuiP/6n9o8vTvgO18P8J2v+6lMPMpSLw5pmaAVXNhIA9MDw6bDsOXQaei0Gz7VfA6FTELhMbF0nGg6Rqk45Gi/y8R0iEteQ9zHtRUP11Z0wrM6ekHn+QuLX/w/fQ63x3z4XpRvvxclFHeUCCwu3t0jl3LVUSiFvmERdCYEBc3l8TLWAwwk26E7USL+bMpHIelTN/tqbcRGPsaHNwu8d22GnUGLbaNJTRAjjR6FYJDX5wvkwhF+vV/n13s1wlqYiCeM5UgOjoE3YHFxWefSsmSTpIhFUnx+Z8Rf/7TN7qHBwuqE+RWbuUKY+UKYcmnC4YFkbGhkZ3ykZ3z0TK+qs1ODk+MuoYDOxoU0mWyQs2aX02aXURtGbZdCzsuFDT/ptIe+TJAORGx3GDoOCd3PbCBIVPa/JYHwJoX1DPn1DHtPOzz6XY1MJMqbt1e4dWOBB+Wyqt5Bl9GLHuu5BO+/s87ccpJ/fHDAz786IO2FtA6ZcIBsJKJcDS1do61rlGs9StWemmWPhbyEJL7FnqDLdLkviOYLkcj4SOW8uNqEWr1Hu2sQT3iJJ3Ry/jg5b4JBb8JesUGtbyhhNZETNHeMWCBK6XjAi522EoCvXQ5x7VKYgX/CwDdhNPAzaofwjgXj3CcZHmJHvThRL1/8dsSn/2IS90b5yx+v8wffnOPLdokvOyWe3h3y/FMLp+Mwm4WZrJdoPkwkH+bkzODk1FBoZj2kqxyCdmeaT3591sP1WY3NtRhrm0l6E/h/f1Ploy/qytUn2XVxxyY+mZBLCWN/hrn1FGdmneKwwcmey8lzXT2kXd2yWZy31VSOVGwSUDVTCDGzGMQX1fniUY/7j3rYY48qv6CuAh4iEY1Y0iYaky7RFNOm3D8eD0bfVhiPatUkldVVuWONsanhtVzCE4dM2M/W9XkuXp9nt3nGbvOU3ccDjr6SaaYAf/SjFf7oh6v8ZvuU32yf8eyrAftfTnAGcPFygM2LAQrzflUnRwbbz7qMemPyYZ2ZuI/8+iz5CwXO9i1ePOrTbY/RAy6xpMvWFmxtujw+M3h8OqBatqYCMF6+/sasqma7SavdVK5If2yard4ZOIqucP/TIfc/NZmfi7J1MaGQT2oqWJsQTU3UftnfHfHsKxN7HGBuLkUyJbjUJoNBi/de3+L91y5yXDf57FmZO48qNPf7qr7/vUV+8P1FZmYDaH5XPZC9KLbYP+tw8nzI6fMh1y6leOv1HImEn1JtRLk5UhiexlCQa9PmfEKyuKNjltMumxfCbG5EMAM6w4CXwdBS2NlyccidLyaqrlxM8sqllBKAP73TpGdYXL8e4eorIRbzHhZnJAsvyNAOKwH4wbM2z/Y6+F2ZjZtwaS7D9ZU83qifM3fEcWfA3qMu+w+7eGwXfeJwYTnBpa0MF9YkWzWAzx+gYtSpGA0OZchi1yTo9/DNd5Pcuhnl2WGL50dN9p/aHDyR4ZwEb39zk1euz/Hbj3b57Je7vHkjx/c/WGJjPU0wElCC/YvqiapyxaRcESyYn4gvopBQLw5MXhyaFAo+Fb/gajaDkbyk2kRCLvEYLM+HWZoPU6wO2DvuqabawlyOTCrB872aKt2E8ETn1qUFfvi96ywvZfgvf3dfVTjrVbW5EuPKSpz5ZIATcVzutFm9mmHtaoZnTw1+8bOKur/+5PtbfPjeMo7exdF77Fd7bIt7uWRSPbTo12yub4W5fjGMpbt0nAl1w6LcNGn1ZTZw6qtJBIKqwsGIwudObA/7RyX2j8oK2zy/GFcv5O1en0bDpFqc0Gs6XFiMq0pkI0QzEZotizuflXj+pM2N22tcf3WNWqPB/tGZykJzRXT0iFAhuZQhei2TXmukGrkyBR4KeliYm2VxroAlgoEzptPv0ug2phjdvuD9NDa3smxezKrs24kzoNUasrs75PTMYnkjyfKFlIorqJcNmtWxmu4Tt79qII9tZpQAnCIU8+ILSIfQVmJUTwRgY6QE4HQyq4RZEUtFAG52m8zNzDGbm1MYr4bkz+IhXyiQzqTV91vdJpYtn2kq5ojLU11XgoEdi3N3musWCvmUYzcWCavhhKA/RiQcUtVutyienlGrteh3bcwBJJIpEqkUeExsra8y5CauoKDlmhR3dEe5DSJhnxJAM5mIyqUR8kSnZajGqLhrvF7BC0rTT64hTZWszZKHKLgi1xEslq0cztIYvXJzRpXulYzJId22yclBn9KpqRyKgoadOudEAB4x6A9VozudiZHKxNT2StNTmubSTJAGs2QbBoNBovEIsXiERqPF4eGJcgFLho44pkUH9PmmGaqa5iMYDJBMR0imwkQiAZUpLA1acUaKACw5iJL9K9+XwUwlAI+kyePB9ugKhSnI7mq5RiqaJRWTiXxBiUoOoQwReFVzS6GPrRHDgYXRt1RjOJ1OkMvKuZIkHEtyeHDCzvNdGvU2E8lPCkS4uHWJi1uXOTrZ4+jkBbpvQiIlQrePsaBDxw6F/CqzhVXVjKuUD+h2RAAO4/XE2draVLX74jFffvm5cqiappxDmsruzc8uEI4GCIS9jAS11WkobLBtutimoFijxEVwl4wfyU9UwqtMdfvUwEG71VfZq2sbF0kmMwzMKQb85PSY49Nj4pEwubTgiyMEgn4lrimkrCPXq4gm08a8cn0JCjMgbuvAOf5U7h0iYk4doXKeSKbgSwF4iqudNtXlWpiKc+Iik6zJiRL/5HsiXkrz/aXTb2AKYrmvfrdmexRyLJPPk8nPqKEK0Tlq5Sqnh0eMhiOW19dZvnBBZRhLSdNd8n3D4RC9QZeBvEcoYVOGB2QQo60+lwhF4kgNhqd4adkv7VZHvcvJ4IW615QrlCsVCtk18tl1Ja4rcd+x2D/YYf9wF2cywLEHKhdScvzk/Ug5gNHxSpPdF0OXARt/FMlOFZxxKBic7lflyJsKjb1en0q1rtzwi4srLC2uKOepcp8KblWpubL9U+FXtunldolbT8QrcYDLWqcQpcpVK4KrmFdFBJHjZSnigpQIMyKeCkJXsgJxRXSciifKoW0Kilmxeqco7nNhRdyZImYoSUYxYM8zQN1p/vHUdTwd8pD1SgnAIqCKICj7RnxurkcJrlJyPOX5QzRiQVmLq1vEYN31oanMaEe52FR2svipfeIklOMp8qe8v9lKcJFS6GBxr5/n6IpI5wuG8IckV1tc6yLIa78X3eXdVMRfJQ7r4jaWrOnAlOJwflwUSlr2g9gkzakA3BnUGY57ZDMrqnksU9JjGb4UB6Rg7wULKdhvyf8Vt6E7RrdNdHmBdsZMvCHGXjkHptm+L0vEUNkGqZdfe+kE/vcO4JcYYbmHi+ilXJhK7J86/kTMlPNFROApoUGuu7EiBVjKBSwuY3Fmm0qwEhx3MCiI7xCRSJhwOKx+z0s073S/yvOq4JzFvSiiWWAqwPmmJY5FOZbquV7Wb3nDUs5k91x0P3efnifJTlOYz88eEcjPc4nV19QOn553Sqw/d3fKn9HV9ghCXM7pIWdnh5ydHRCLRcnm0uoYCnpcBGlB5kqmuuSHyyCDrD3KCem4U9JDMHjuEB0qR7x8GrnvywBNNBpTHkoZ43qJvpaPYUtmrIiR58MWKlva41HinAj3cs+V80zudS//UiL9+bF+uT56JRJAnK9yzUq2rOTeBnzoAR+m3FdFVRVnqaJseARWokoEYBGUJljKCSQ4bI84xv87AVjE0unardYAFd8lSHB5LpE1YuoGVRgsydCV7dS8uIJTVqLquQNY1ubzyQLl/Fd5sjLQIJez/F7Zrun5K1fjFP2hwO7nbvF/Ox8Dfl1loIoLWURgGUYZGoba/7IWTQX4cwFYZeVOvyb5peK8l3ubuJqlx6UGDMTV75kKwdO83qk4LThzWevVSnPujle/V/eoHF7lkh+IAGxOhx0k31fczl6f+vwi9st6JT8jQrFtGtgi/koTVygblokvEscfTqhrSy3LEnMhpVz+sqZa+M4HZqbXpAzdCW5dsPb6lH7gCrUmQSCawisPo3L+yVopkQtynSrCgqz9mhpKEcykdU5B8OuuQrvKuoI9dYErlJY4pjxCaAmgyT1oIsNkIvbLfVlyteUeIEM/Ag0X17EcC1vlXi4tx1lejqMNJtitEZbRwRzVGU86uPoEvJLlbKpn0XgkrkTgSCTFwPUxxEs8vkI8tkJlb4/dOx/TaFYIrCwRXl5hefk6SyvXePTRr/j07/6WVrlEej5PbmmOjZvX2bx1HQZFxo1dhu2iwhW3mm32JALvtMftW1u8enOTYbnF2Vf7nL44oRl2aIUdbr/1LVX9WoW9e59gDTqsXX+F+dUVKg92qTx4QU+3MKISmOOj3Q/THYQwLRtz7LB1Ic61K0kK+RmC/nn6XY3ffvQpv/3lp6xeWWT18gLLuQCzESFuGTzc2efh9gG59QTZ9QTa2MGsD/GaHtKBFMmAiP7S2/DQFcFU6CgSCRBzCcaEiihZmlHapRbVo6pygc2up4jPBDEGks06UM8gcj6Gwxki4Zx6NxsOyphGiU5nQLc7xKNLTEiaseOl0ujQNUZcWLuoyiPHrXNEt93kqDJQ732RpIdoSghEaeKxHF6553aaTAYDHF8U2xf7PS1DYncGkpeuOeRnI+Rnw9j9kapeu6coMkKqyeYXCUcyfHFvm3t3n2O6gvWOksol2bo8z/p6Du/QwDcwuPdliU8+P0WPBLj99jKblzJ4h318wz7NtkWjY6meeqsl0T8ayXyKRCFJPqcxMwOJVJpYYlatOcPmKaNWGWfkxTFFCOrjert4gh78kSx6IMGo2sWsdDlr9Dlq9mn0x/QtF08gwIXLy2xcXsIx6rj9BpFwmmRmlUHPzz//zVf8y988ZOP9JBv/H11vwhzJeZ1rPpVZ+74DKBR2oBu9792USIoSJVqSLVmSfa/s8L0x88vuRExMhD1j2VeLTc/YEklxZ3Nt9t5oNNDYCrXvlZVVlVk5cb5ES/JEjCJOKBiigEQuX3553vM+7+tJVhfnWU0tqd7scfkOtcYT9HgSXfaZ2WUWcqvYPYPK7jbl3S0Gmk1fs8nlQ2rgfioiyl6X46MBR11H1fnNWc6fmSXi2NjtDkbHZL815aA9pdLzUO15WCjEuXYmTcTv8PjREcelLt/67iu8+voraP1tzOPPMSQHeOChVnd48+Mhb35i8PLLM/zsJ0WSCYcdyeKtdIjqOjFdp9Qcc9wcMZQ1PxQimoxxcX1elXdaxmuXsUZ9RS+S67B/NKHStMksxUgvRykGEix540R9KfAnsQhzvP+A4737+ONpotl59X7sdmsMzQ66zI+HPMxE46r2jkw+f9BWAvDpCylOXUjjs3p47R7d5phaWYxrHogEsQNeel2Jg2kyG82ymJwDS6cp3zW9Abm0fLtIdA0MTYdGY0DpqEWpOuB4oHHc19m8lmfzah6r36W6dYg2HnL1pQJXbxWYdAaqLNlPe2RQccLIkIgIm1R+iVR+kbZ8Oz4/YP+gy77gndsam5fnOH1pjl6rRu3w0I1c8QspyqdiAEti0Do/z+r5AoOOw+HjAZ2mgS/Wxh/r8OrVa3zrynWePznmt29+Sqt2zPUrcS6fi5MOhEkHIrz7RYN/+aBCW7OZPRumcDaM35yqapYtqkcTBkOLqW4pUttYDzHWgqRjPtJx6ckb3L/fptuzOHU+rcoj+4SpEHQcRVqNRLxk0iEScT/91kiVzHUncx4C0gtvjrHqI0q9MSVxmsoAeSTsDlZbMnSB26uRoTQZOJ+O0ByJfZB8LRmSnSrS13F5xHFlRHEpypUbWVYWQ4TF+T8a8+EHLT74sE04lyS/micYlZ6E5J33VOauDC/Ie83r95BJBlmajTGbCuKbTvBNLdpjD+2JrLOCpB/g9VqcPxPi/GaYhJMi7qRptW32qwbmdEymMCU3p1GcWVDlMSpYneccHjR5/GzM7qHD+UsrnL+0Sq9WpbK7x1HJYL8qe7Igl86nuXghzf0vyqr6DCFrMQlAs+1XFZWhDiFY2A5dSzSOMRPNUBn2t9bWuLm2SlwbELTFAGGqYb+BbXNQb6sqZmdZLyxiDSyePtpTGsLC0goLi6vonhpeaowmHYxhX0WvDadhzGmYB4+GqiZ+nchcgHA8QAQfQY+XoT7E1IaqB/z9bxUoJiZYjQqTdhUrE8XKRvHVp/hKFsdPx3x1b8LDnTGl4URVpQXVJsQzXubX/GRnJYLAIZaYspzSWU7qRBNRvLEEYTtEuqQRPIYvqj0+r/bJ5qOsLCbVPfbkbo1H9+t0Ux56SQ+FmSjLszFOzUU5PxcmH3J4vn/I830RgL2qqi2bw6qFN+zljR8V+N6PC8TaGtG2h88/avDrNw9pTjx8+29P8dL3Fwk+rxDaK3P3WZdPn3W593zM8zKUWhrnrsVVPXpocvujPuXjCZ4gfxSAf6oE4D691oCJD+y4n87Y4d6dHne/7rFUTLBcTFKpjLn3UHBqI6JxmdbykgnbZCI2Z3Iezs9oRPNR+ukU1UCct/7pmN/90zHfuZHkb36cJzTr8FW7ydeHPbben/LkfYeffC/KT74Xw0n4eD7W2ataPNPm3+EAACAASURBVHi/zYP3W/zNt2b429dmiK8G6MzAtmHw7mcVPrtbJ2h7CQpSVfMrtE/PtKm3TYW9kNwzmRT0Sx7QdMrKbJSb5+YoFsJstStsdcqYpq4qEwixFIsQ9fqoDibU+mP6A1NNWIwNG8twCPp1ZgoBMjOCDvQp5GxrbFAXNJZhMR5IRoAIwOIC9iicoVi+I7pGMRZguRBi85U0m6+k+O1vGvzuN3WOykOGU0HreFiYibM4E8drdPEOe6ydjnD55bwSgN95r8q9u11+crXIT68WuV3v8Ju9Co+e9hk8m+KU4DuvJFRlTk+JrI95sGXyz//HgCdfjvn+LS9/9pKXYyvA8SSoGtNBr5tbOfZ5VFX3Tar7I6qHDtVDt0laKHqYKWgEYwmC8QQH+wN2tttYhnDMdWaTXl6+5Ofliz5IaxgxD/cfjfn3fxau/ITvfy/K978bUe7fQNTNCniybXNckXMzxhiM8DmOKknkGno0TMH4jkRE04kLOjIggpiFaUzYLEb5zpUcL1/McKfR4k69RbszUBkU86EQLxVmyIcjfHjQ5IODJgHdS0DzMjAmNNsmXt3m8jk/l875iIYzxMJZPv54wj/9c4enz3rMLZnMLY5Jpz2qxhMfQzOg7i2ZWPSH5UVs0+xYVGSDWR4o5M3yYoxkMkCpPVDTZphisfOSy3lZXPERjXsUHlXcoVNdUCweYmhkbJ2gYOUY4ngnzKxmmFnJqI3T3sMGmUiMKxeWOXO6yLuPdnjv0Q6BjknGsDmzmOebL58hXcjyy0+e8svb26T0CUnvhFwkQD7uIpbKE5uKbGxNk4FMs9vyPAhiwsVxyWewuDQksy0zG2RmIcRUm1I6liGPgUK7Z1MaSX+UhDeumvTPDwQtZJCc1UjMaiRDKRKhNKV9UzniWvUhl89EuHImwjAwYRiwOD6w2HtgqWbS2VPC/BfirJ9pwMe9z0Z8/vshiWCU//rTDb79nSIflJ7x4dEztr8Y8/z2lIDpZbUoE6sBiOkQ19g/GLB3MFC49nDSjx720ulDu+9Q8FgUsLiwmeTWrVnlTv3XT0u8c7dKwOtT90ZiapGcTkgn/BQ3smSXExybLVVHuzalLTc7+8yqw/ysRIprDKY6CVtTNbcYobARwxv38fEnbT76pEUkGCEaiDAcSmZqHxiRzWpkMh6CYS+hsDSTxCngp9WyefSgx8HekI1TEU6dFgfChLGgtEQAtmVtDbN5cU7Vo+o+D2v77D81qG5P0QdBvv/9JX7wgyV+9/keb32+z9Y9g6P7U0J6gG++lubqzTg2Q6a4QnO5bCpsUxxI+uTFtkBxrcig66VZhUq5x2GlqlCr165J9kCI+4dDHhwMqVZGGA2LgKNz80aWmzdyNOo9mvUumt8ikvbg+B1apkWta/H1x2NVCwtxzp5PEY/71CS2IBQjcYtwzGb/6Zin90Sckwm2HOlMiEazpvIpX791itdvnabcn/DFToMvHtU4vN/m8F6bn/1oXtXMQhgnrFEfmNzdqvFou8GgbDEo21w8m+PWzYJyc31+p8T9JzUC4RCBiDR7BG03Jh6YkA1aFBIOa8sh1lbCjHw6pl9nMJxi9G2qlQn3Hw2592jI6kqc1ZWYmhD97OuWmkQ8txngzIafQsbDvKwbhDDsCOWWw72tDlvPewgcRWpzNs35Yh5vzEtJG7DfG/LkqyGPvzIJ2VOCU4cLazmunZtjcz3HRDbpHpt9s8SeWWJnb8T2Ywh4/HznpThXL4TYKbV4Vmqz88jm2X1IxNK88RdnuXZzifd/+4D3fvuQK2cSfO/VAqfWMyQzCRy/xuOjfR4f7VEqD9UwEmNNZdJqUz+9kZfuyCdpKQoFJ8NQgqCT4ZBI2CEedViYC7MwG6LeHnNYlensIKfWiszMZPno9gEf3j4k5XdYSOhcO7fMG9+5Tjab53/7h9v8j7+/zeolH2sXfRTzfmaEKKHrDJpTBk2b2LyPWMHH08cmH73VxTMO8pMfrvPdby/i+AZMfQOelbs83u+oQZDStkH72OTsuiBjosRmkgQzSQbYlFsNKq02jfqAZt0g7AikXFeZ2CKEiFXmsNzmqNJmbSWtSnLwyjWDUklyzU3q1THnNwKcOxVgcWWO+dV56jWbf/vVMz55/5ib31zhxjdXVNRBo9Og2e7Q6vTp9SW3z0VfSkacJh8JCmM6IBDwcO7MGmfPrlFrdBTOrNNv0zPkv+UDylZ50levF7hyfR5zJEjlKrW6DB9NqNYdiqtp5lfT9BpjaocDug2LYd+jxGNxL5vGiNxsQuXXS06XOEc171Q5gAcDg0HfpN8zyaSyCg8rTpxyo0Kr2yKTyCpcbr/Vp1ltKgE4n8+TyqQVWlAEof5QXJF9JZyIwCXZdvI75XcHQx6FKZamsyBKpUHeaYxoN8acObOqajQyOD4+5PioSuWwT6M2JJpIEhMXid/E4+0r94Dmi4IWUsjfbrdNNCqCVYBEUqIOXFHhaLfL4fMOoaiHUFTDLw1OLYjPKwKe66R1bMHui/CiKyewGPPHkinlTFnZiLFyKqaahqY5UG6M6pHEPYgoIM4wcZa4zXvBY8rfKE37XD5ONpdQxABB0YuYJSKo9I2VwBgKMDuXVdWS/NjdPeo1yat0CTqakGI0adyHCAakMevF55d/hlhC3JOC9xSxUPIdxZku2EOLVDZCKiM5ju6xSUqJtPNleLHdbNJutYj6U0T8SeUuFByRNIg17xhNn/wBlVuv9akct4nHYqxvFNnYWMLrj+MNxLh//wlffHaHWrUh0p6aiFYZwMtrNNsVWq2KitiQe8vnFxyv637+owDco1J+Tk9yPOwwuidGsVhgfr5AubzPzu5j6jVB+FuMTIdoLEEkmlAO5XBMRA2Daq2iXLzJaJyEoPkiQcKRkHSC1aCGOLuModxzJv6TPORMdpa5uQWFFBShW+7353u7qsLBAGkhAITcvEdxcrqOPMGgSn6ki/MWYUv+WwRi2Uu5/444/lyHmwhIgrgV55YrAYjbzo10UO6sExdlryuI875q1Au603Wuuv9xQa8edV83uw2FYc1lZ4jHkkwUNnzKTG6Omfwsx6Uy9+/dp1atEYvHicVj6tikBAObzWWUiNGR/EfTJJvNqRIhS5ytCpUsLn0RgpQAHFXPrTRgpVEvWbhyOOL+rVTKzM9uUpw9TTKVUZPVggV/9Pgejx/fU1ENMkUvGE7JYhyZQ/VMiOYZlkw9cdzEc0QTOQIBQW27Lld5JkWYetEsNgyTRlPoEabK3BWBOiT0mlBIHYsICzJYIU71fr9LOCyubcEzi6AcUkKMOLzEWSdDdQr56hVXrqYECcFFi3tNMtLEoSST9fIQC0Z3aDSYjPpK1BGxSURnuZdEdFFinAg84iY9uUcEfyruINcpK2hhERPHeGRwQOXHyjoTVC5EwUCLM1ZhmHXfSaaqDN2KqCz3kgwADlVOcCadI5PO4tdFEFE3nhIiRbR5sTaIQ1COXdcd5TaWv1PETBFH5JhF4HIFYMmyHuMNBNDF1SlZrzFxy6N+l0JTj8eYk4nKF5USN6sIxXKsIgy7WOiTAQWJMOpbjCViY9LCnA6IhiXruqAaXur2F0HMJ6UzOcl/1pwxmmPitUf4ZODJkW9NPyNxx/+J+PsCBf0CG/ynAvCfoqLlWXnhIlU5ukoEfiEAu8+lypxVucquQC/X2cUvi4PUxfiq51ohiuU6y0ou3/J+gjIAHpRve/nfRq5YKKLyH4RccWCq1fNEDBaHuJwvcXu6kbAKan2CGnYTFlzn9Ytj+8PQwImz073HTmJJT86JOmyXVuw6O5WSJvesrahBfp+Imw6ddo12p67uaxHzZI2r19tqHRSxQ3LCZT8mYrWctxdOeIXH1gTvLIMDIyWQy2CFrG/JREqhT+XdJUNF6i+SYRZZ16Rpf4LFd8+zex7UYMtk4tIP5J5RQxOuo/6FAPzi2imXvvRjRJiUZqu8IOX66B5k5mF4MhythHY5dnHFC0hckMCOCNgiKYkD2BUAfYJI/hMBWAYv1DVVLloXQetYY7UOOOJEteV50lX+ryYuZ3FMe/2MHZ2Ro6nnNyjDYsp57oq8ch+oe2Ui+G35OSIGi2DrPiNC1HBx0+LXdZ2rUu41ExHXdeQKlllcySIRy1olbtcXz69y/Yq8/kIAVqhmd1BW4dhlkE/ueEFiiIgh2GpxyKrhg5PsYmlU+2So7cV7zCUXuOuPX4n5Ei8ga0MqmSSZTKqhD3E9y3WUIRUl9Aticzw6EYB7jPptjG5DrS2hxCyh5JxLWlGCr6ChTTVEo+siRE/p97oMJGtR3qWy3vsld1XeU2FGI0vtjbyhBP5YykVZy/kTGpas0yNDrfGSEy/CdSwRU3sn0+wxMvtMJwZTcYIK4tfsqXMo11KoA4lYRpXsUeyxoLXHOBjAEE0TEdfCGjmMZebHlvvXVtSV05t5Tm/m6By1Od6qyP+buWKMeFKj06nS7lSIRC2iMculS2gBHE8Q0wmrDNJUcoVUYpX9h1t89fbb1Jol0pcWyZxfYal4g+X563z+H+/w1v/1C7rNMivnFlk5t8TCqWUWTq3gHRnQaTFoHFCvPaVWP6La8VDpeDh3foWz51cZ7DQ4uL3L3v0DjsMOxyGHV793k1e/dwNtMqD+7CmT4YR0YZ1IfJbd977k+Xtf4hVc9GaaaSxGuxeh3QvSahq0GwbnzmS5eX2W2XxOOlFUjyf8+hdv86tfvMUPf3qFH/z0MgspCJltxq0K93b2uPtsj0DOSzDnIxIMENVDxAgRtUKELZdEI3uAw06XvVabiTZRhoKMRPDNzbE0O0fleZnnj3ZBnzC3liAzH1XvDXmvTqeyD5PnRIaWZB8s61SV8aRK+cikfDgELUBE3mcS99S1GI511tY3Wds4jTYoY7We0ajWeLzbYa88oLAap7ASI5kQB3AafWIxbtewjSEEsniCWUZDoRhYKrKmJpQd22TzQp4z53OMuhNVQ8NgOJR+jkY0lsbnjfLw4S4PH+4QTabJzhVUdE0yGSMaCWBUDxnWDvjwsx5vfWQQn83w53+zyc1vzOFvdvC32hw0mhw2GzzbMdndtWm0vBROZVXe79qGl/V1H6lEkUhwA9twqD3/jNbRPRzLB5YXf3RMMG4SjIWJZhYJhPPUtvepbR+wXzbYrZo0h1NGksedEMrdEmcvL6F166o8sroGojTqDv/xqyP+/VdHfPe/F/juf59nJuPFL7E79T67exWOyy1ShSzpQo5iocBSYZ5xp8vB4yccbG0xjWtMYxq5TIxCJs5oYLG/02T/sMthBw468M0rRV6+WsQ7NmgeHdOsddhreNivozI943NJ8skos7EIU2PM48cHlEotXvr2NVWe7nOGR/eYdDrYoyDdrp9fftjiVx+2ee3bi/z8r08xm/eo70m5B4YdE1OyOSWGq24zEsUjHCGajHL+VJLzp1L47IYqGXAz+iPVpy3XprT7GsXzBRbOF8jakBlMCFhijgkxmfrUoEddhj2CYSLRJHrQix2wsXUZhIbp2CEd9pEOe3m21+Xjrys0+haXbxa5fKPIuF9h3CszMhzMYYD+UKNuWDQNGUI0VM0lMixnZwjLoNkJBUGCVaRnqwYLNV05lg922xwc9dnr2ez3bM7czHH2Zl4ZyQbPy3jHQ9YvJFRNuyNVkkvqj0UUBbRy1KTTGrKyfo3Vjau0SjuUtr9ib6/KfmXKcVNj4XSWxdM5jF6bdrWmfn8snUH3RxQuuFrqM7tSYHa5wNMnPd7/3SHlUpuNS7B+EV4+e4WXz12m/PyYTz74lE6rwpnNDKfWkqS8flJeH7/5fYP//V8rtHSL9Rth1q8FCY5HBCWSbdfm4OkUY+igRSGYDJCZnyE7P4PVG2J1h+ztdXmw1aZrTFg9m2TtbIp4SCMR0tT5bPa6ah+RSgRJJUIkhIYSi5GIT4nHx9gyZLI7oLXTpyp9v77EF+pMw14mXunkWtji0td0/B4Nn+NR1WlJjrnFwHSIZAKEMwEqdUvVymJExZutFXz4JwZ21+Dtd/u8816P/EaaUzdniMQdxv0mw26T/sCmJy4jGWIMaMyko5yay6hnwmj0MJo9duqw0/DQ7I8YDE3CYZtvXA+oSvmWSPuX2D/o8fWDA0wMLt+Kc/ZykkhwhmhwhnF1l+HRAxU11pj66Wph1maXWJ9bYvf+Afc/2aLesXCSM0TyGc6uRzi7EeHTd/e4/fs9WvSZzlpMoxrWOI09SjPqm4x7I+pNk1LdZGiPieVs8vNefvzqBX70ykU8nQqDgx26rSbd4Zj2cEzDmlC3JurbPpeQn2VTK7eYDGGteJ61hXNMpwc40wOMQUPtDcSYY05DmHaIO/dH3LlvMpT+iYj4UY2goxH26qQWfaqunMlw63yetDbELJcw62V8xTS+hTR63UQ/6rH/aMzHn3m482TK0XDMkTmmM5SIVJiZ93L6rI/ikpfZnE+Vb2SqUsSGbI6EN8lcM0Sk6uWtuwf87t4Bq5ITfLmINXTYutfg0cMarYhJKzxibjnD0toM64UYpzI+cj6L8sEhlcNDDMeP4QQ4qlnsHJjYPg8v/yinasaIMzNM8PWnVf71/3lG25ry2s/PcuuNFbxbJbxPSnxyr8vbX/fYrozpWY4ilVy+kebS9TSffdnnt2+12T8YuQJwfsbHX/4kw49/mqHfFAG4hyUg8nSI7sTDV192+erLDuuLKVW16pgHIgA3x8TiPmIxL0n/WNWZGQ8XCzqhbIx2PMWxnuC9Xx/z3q+O+daNJH/9ozyB/JTPm3XuHnTZ+URj92ONN74V4I1XA+hJHxXHR7k15elHbZ5+3OHnr8/w8+/OEljwc5yAR22D9z+t8fnXTSKORzVz5YNakEV906bRNWn1xCGlE/TLZIaNbtksZiJc38hRmAmz06+zM6gzHHowhx5mwmHWJQfV7+e4N1Yl+D8pZzxVuaXS7JidD5Ce8ak8BcPQ6Ngm7anBwJyeCMCayrmMBT0YA5tub6L49uvZIKuLYVZuxlm+Geftf2mqKlVMDMmy8WlK/F3MJwiOugTHPVZPhzn3jSxTv8a779V48HWPv7xeVPVhucUvt0o8ejpg+Bw8FY3vfSulKrE+IbA45MHTIb/++yFbdya8ccvPGzd9HJgBDkYBdJ9NMjQmGLAw/WD64GjH5GhnRGVvSmXPo5qFy+teiss+vKE4vnCM/f0Bz56KADwhHdQopHRefynE67dCGEGHKjb3H4/58D+GlHdtvvNaXJU3OMIbMilXLZ7uWpQrtkI0CqoxHNJVmQ50bBtjLIP5uppyi8jEjjRc7Akea8LmUphXrma4cTHFpwctPjts0ZGXfH/EYjTMy4t5CvEIHx21+eioc5K7A/2WRaM8UR8aL90KcuslcWQl0LU4n3w04Tf/s8vO7oDi8oi5xZGa8IgnbDSvBJ1H3Q8vQbxpHpqSUaBKGleGcpMWZiSTzkulO6LSNfFP/aoyWT9zi36Vc1KvG9QbBsJg9vg04o5OVhYqmX4XjJHfJj0fJ1OM06sPaBx0SUeinFotslCc4Z27u7xzb4fc1GLN5+Hs8hyXb54lnM3wj+9v8Yv3t0j5x6R9Y7LRAPlERDXajo0JJUMavg4efYojDi1zimYLMk8mZ0EincZjyTAJMbsk006S6zBQKPRCTqOQ14j4w4T1CN2Wzd7zHq22SXoe0gWIB9PEQxlKhybb211adYPL6xEubYSZhG0mIZuD5yO2vhrCyObaVR/nzvqZeCRzQmP7nsXjz8ZEgzHe+MEa174xy4f7T/ng4Cm7X4w5+BQiVpBza3GKhRDj4JRxUITogSoJTohmAvhjPjqGQ9eYEuuNVF3eTPPqK/MEkj5+9+CYj7dqeGR8zPaScEQAHisBeP5UhvRSnNKgzdGgTXnPorJjE9Xh9JLGXF7DcHQMydGyHZL2lMJKlPnNJHo8wDtvNXjn7QZzuQSFfJK+MaRUbSlsYEzWhIhOJu8nk5MPcvmIDFCrWdz9qsPO9oCLF+OqdE2aTwba2ME/8pEMhDl1foZT5/I8KB/wsHJA7WjEoOwhaAd56RvzvPTNAm/d3uftTw44fDZhUPIRDwS5dCPGmQthxpahqtEyqTVGbgbw1CGue1laWWJxdQnbCjEcejk4avPgyXM6vTq3bsa4eSPKwyOTh4cigo0wmpbKz7lyJcXVy2lqlQG1cp9AeEo6r6NFpjRGJtXemEdfWDz6wmZ2NsraRoJIRFeDNeZIhoek2Q+lXUuhi32eEEuCB0oFqdZqVOsiAG/wnVsbVI0JX+01+fJJncN7LQ7utfnrvyjy13+xQG4hhB3xUOoa3P6yzNf36/jHku8M588WuHZ1QU09v/XeNp9+ecj8TIrCTJpwwiYYGxPwjghNTVLBKWc24pzZiCnRcIBs6DSFpq7Xpzx80uPh4y4Li1EWFqJUWmMePO2prNaVos5KUWMx7zqAjUmQphGi0nbY3jdUZELQtgjaE+UAvrg4gzemc8SAve6A+1+aqmIeR+YauLSW5/rZec6s5hl5bCT5bHuwx9PBc7Z3xzx7qBMgwLdvRrl2LshBo8dho+e61rc8xKJJXn19gwuXC9x+7wm3333CBYXDnmF9NU0ik1BBI48Oj3h0eEi1NqRSl4xNR6FTvPglKEdVt2moLFlxl4xUppNNLCIis4fibJiFmTAN+ciqDfEFgmyeKjI3m+XdDw5498MDCjGdzUKAy2eWeOn6ZSLRDP/jH24rEfjSyyFVuZi4hKcEZaDf9ikB2ok7EHfYeWJy54MBPivEj7+/yuuvLeAERuAf8eSgxb3tOodHfeqHBv3GmPXFOOtLMZKzGWIzaYYem+N2jUqzSaXap1oZEEFXJZmevkBIfVJV6l3KjZ5ySJ9aTTOeCKnC5PBoyM7OgEp5yOaKT9XKRoGlUws0G1P+7Zc7fPLeMZevF1U53hGG1aXb79NoSQ6MydiUbC8ffs1PQJOszBHTyVDtKS5dPs3lK6d5tnPMs50yPaPDBBESR+rDYmx6uHpjjqvXZ+n1m5Srx0oAPj6WhoGH2YUMM4tp+o0JzSOTXlMcJpL5NMUYmGrIKjcTJz+TIJrwEwwLLcWh0+mrEgHIHI7JZrIsLi0px2q5XqXRaZOJZ5QI3Jfp41pTISTT6TSJVBJvUNzEXpqdFrVGTWXFiuNRBOBBT/DIQ+JJH/GUIGClORnAsTWq8l457nPu3Abnzm8o92StVqJaaVA7NmjVTNdhFQiiB0boAZki1fCHEupjs9vt0O10SKR85PJBolFpYrpC7vH+gOO9AeG4RBl4VFNbcnuVs04cQco9J2lwrrN6MvaoOAtxtopwsLaZYP10AssSYaanHMDlA5tKSRpAgsoWUcB1bdmCxxy5okImGyGdiSinmThWTXPCyBQHoIhCIoz6KBSzzM1nlBApON9Wq6saZtZEnGIiAIvQKA7piGqea7qF12sTDvsJR0SgCCknpTTijVGXqWesxN9UNqp+l3LQSkPYg2oY97tdldMU0KME9RheXGehNP8lY1wyqxTOc2LR7che1yCVTLC2vsDq2iJjS1c5W1tbOzy495hOu4ffGyASjjE3O6/KGLYxzA5e/5RQREP3y9CcILBtspki2cwC5rBPo35Ev9vHsYIqHz6TyZDNpmm1JGv2QLlAxQymTJ/ibtJ86m8OxwKY46F6HxiDgcK1CmJexN9wRHIcRQB2s0pFSBQhMxHPEE9kSKXyZLJ5QiFx+Ntq6Oi4XOK4fOzSOULS6BeRwhVilZtXCW6ug0yJNdLE98i5crMPleNLuaXEyStubxcZLY6rF3hXEVddMeuPjl/JEZW/UZzoIrKKW0t+jhKIRFDyuAKwDI6IgJvPC9I1qZzZct8tLS6zvLhCtVrn0cNHCvksrlYRJZKpBIlUnERCSrLafSoDWrIi5+eLCusszi7DEAdNTzmxxfWbSmdIpjMK4SprjfxHfrcIOoKAllqcP6MqnkgRiPiV+3xboWcfE4v5iEtcw9hQTSGjJz9XGlcTkukCqcwc8WSeWCKvxJwXwvMLR6q4zwQ7LetPs9lW104EGKlkKqXcyHIdBNksDsN2R/b6LTWAINdUuWbDso/XXResuAEVKlfJ8C7+V+WlDpX7KxIOKje9ctZOxT3bVw2Fkdn7gxgt118Ed9fBeYJuVvneLgbcHxCSgLgERfib0lOidJ+xym02lNCaTKXRfQHlthXnnnLs6eLgtzFNyQXXlPNNGt2CnBZRNp3KkEqm1YCAY8mAiuv+dUVLyYsWcUj+v5KxK0hxTYnAkm0rJcKWDCMoNLS4ngXbLPnSuq7E9EhY1o0TAVjOlRpMsF2HcFCcouJmDShHsELknmCIFSJ2PEWTPMLJkKnWYqoN0LUcmpbFtgNMbJ8aoNL9OnpAsLqC5BaVVZwXJppgmcXlKN85Pp8q99T+0QH8Igf4xdqqvJR/4hJ+4Y59IQAr9+lJhq0i4/4JUlk5IF+Iqie5qK6cKp9ernj/4tkW4XZii2tDnm8XES5inGCj3XMva/PJsWoi7jnY6t5Q6q5yyrqOaY/CXSvk9YkQ/f8rACu094sjctce9ye65+MPGrIYYU8GE5SYOBVsvEQFiEDiYWB0MIyOoh8LFlyeI8GmD+X5S2ZV6eK29gVc4VxETNWZlvtI3tNuLrKIpLLGiXs3EU+5AzMyxDMSUdJ1PjtK1HQJCS+O2M3IdbOLX1wXuX5K5FXPsaDN3bXtPwnAknN7gmXW1KDFFFscuoLznzoMZfhAqDc+ebZ96IJoPsnUlWtjifzrsdAkRsOy8SrHsCzagod3HbEKO2y7jlQRAtVL/kSQVVh3r/RA3JJve2Ms71Q5bhkSCSoh1cW7y3tecP9CypAhE8mPFvFTcNq2En9FKJZ3vMRRKNf0SSSve83kfpC1yFGZu5KTLiK+ciNPxmpYTOVWq0GjE+S7coHLuRfnsojz7pqkRoxEFYf5JwAAIABJREFUcH/hzJ4KZc4d1pA136WcCP7bHUJQxy/7CE1EY7kHJGZAkMy2En+lJFvYFYC9Cn2rBH/520ToH7sOYGlKdxsVN888t6xKES9sORcuBUIcPRKrJFWrlKlWK+o9IlEFkXCUZDJHLJpSw4aDgYkejOONJN3BExHGdQ/WaIg1MtQ5EaFNjt0VgGVouMNw2GUyEtG3h9FrMOi1MAY9hebEEyKbmSObnsXvDaohGnFn2XaX6bSvHFJe7wTLdBgbLp1GBGx53C9eLnLx0jzlp0dsf76NV3NYPTtPrhBn0G+r3xONDImGXce2PBejiYexFmGiR0gnl8mkltkR1O9vf0+9XWXu1ipzV9cops9SzJzl9n98wG//6V9UbMLZ6yucvrLM3PIihaUFfKMRnl6PfvOAWvUJ9cYhraFO09A5tbnBxuY6zUdVdt99wvaXzynFPKq+/d0zqsKaRb9Sw7F0Ytl1fIE8T3/3IU9/9xGBhRjJi3N4UgkGoyhdI8DxQZvjwzZXLhV59eV1CjNZnEmQ0kGfX/z9O/zj37/Dz//XW/zN//IShfgUrV1jUD3i4fMDHu4dYEen2BGHRDzGTDxNyhslONTxDTUGg4kiyew0ujyptxhpFjMFP3OFMKcXipxaKFLdEwH4OdZ0RGo+QmouTjwj36QZxmowYqQGuITWIXvUyaTGZFzjaN+kdCBifkgNiEr/pNoY0zc8bJ67wOb5CzjdfUblBzSqFZ7u9zmsmcyvxymuxUmlsyQSWYWUFwHYGppogRn04Aw91ffuc1xrUK43Macml6/Ncun6HIPWhEF7otZLyxqoNTkcSuL1RtjdPWRn55BkOs3s3BzReEJ958hwTONgl8b+DrfvjXn/jk12ucjP/tt1vvHNIs7BPs7hAfWxqerBoz73vhZCjcXC2ZyqzTNBzpwNqHsr6j/DpGtz9PhdKrufqXvc5w0SiFgElAgsAnCRQDRH49kB9Z1Ddo/6PDsyack3RkgjlAmzeX6e0+eL+Ptd/IMulqzz9pRafcIH73RUvfF3y/zZ3y0RDZgYpQqt4zal4zH1pk1iJk4iH2d5YY6VxXlGnS67D7Z4/mQLX86PL+djJhWnkEow7Fvs7tbZO+xS6msc9Ty8ernAq5fmYdRTYket2qbU1JRDTSLdZlbSCqcb1/yMe2MlQAri+NKtC6q0folx5SlWt4cz8tPr6vzyoxa//LjFa99e42//y3kKM6jImUb1mFZNvieHHFVtDmvCjgiihaNEEyHWV0KsLQeJek2iuqw9I4YDk15vTKtjMRh5KJ5boXhulcRoRKzTwzcSqoDGxPJwVO2qikYjZFJxIvEA3qiIdjr22KcqpJmEdJPdg5YyL3TMKVdurnDlxjLdxj69xj72RN77MfpDnQNx8TaHJ7EhDjPxOIWEiJjyDetRsQBmf6BKk28SGfbsTDh83uegZPC8N2K3O+bszRlVEWfEtNLAZw3JL/rIL/lwulPo2SoeJJxOMnE8lEsN2k2T1fVvsrb+TdqlB5S33+fw4JhS3UO5rZGeT6j+tOxzB52eokrEsym8wRD1Y8EW9whncoTTeZ486fDRu0K56nH15TBXXo5wdWmdK0sb1A4r3Pnya3rdBqtrOZYX08oMFUfjzQ/a/MO/N2h7LJYv+1m97CPijIlOR9QPppSfCaXCRygVIpoJk8glSObjGDWDYd3NRH6yP6BjTsgvhphZCiqC6EzCp/Y6jW5XDUsKOSwWcWlXMjibSkIqYWPLd/DzPq1nfaodi5poFB4Y6B5GXhtLtxTGXiIPpfxTMRh6VQTY02d92saE7FKEzLJEoFnU2xYbxTCvXIqznNGx2n36tQGf35nw2VcT8utJ1q7lCMcszF5LvWsntkeVLdQjIBMLs5ZPkw0GaR11aZW6bDcctuswFJKUD5JJD9cverlxQcdjzuEZzrK33+H+1j5a0OS1H+S59WoOL1m8To7+3lM623cxpn0mmRhOLkkxNMd8cJatL/f58oMn9CYaybVlMkszLOQ8LGQ1Pv/wgM8/OKQ+NRjnplgRL1hJsFP0mwOlH1akZ1YxGdkW6YLD/LKfn//gCj///hWsaonm0yfUj2u0uiPqPZOO16GrOyo2LhWLKXqHELyskc586hTzqdPAMQ4lRqO2inIR93l/6Gdg+rjzcMzXD8fKxBid1fGFJLLVRps6zJ8JUTwT4uqZPDfPzBCfDunvH2Aclwiv5oms5tHqfThs8uz+iA8+0fjiEZQti2OhoVgOhuWwvBrg6jUxKPnJxTxkYx7M1oBRy2AaCEMiQyKYZG0aI2f6ef/OPu99vU9hLsXZ9VlMw8PWkzaPt1r0IkNV86dmWDtTpJgLM+OzidhDGqWKKluGNv1BSiIAPzexNLjxgxQ3f5imaGdZsLPc/7zKv/37EzqWxWt/c5ab31vB+6SC/qTCu5+2+bdP2hx2J/jiGtGcXyG8L16Z4fcfNvnnfynxbHeAJ+jByeV9/PAvM/z5jzP06h36jQ52SMeTjdCb6tz5qsfXX/U5vZhiczFFvysH1afVFgydfMxCzGMSZciZWQ8X53UCmRitaJqSJ8FHbx7z0ZtlXr2V5Cc/mkHL2HxcqnJH8BBf+zi+4+Olax5euurBm4CWmoafUn8won5/xM9+MMvPvj+HmdS5PxrzoD7k0VaP7Wc97L6N1ZeNsjtpO5o4SgQejGS6z0cg6HURMxOLuZif84UEc+kgVWeoqtez6Pds5qJBNmckxNvHTm3ATl1eHIJStAj7BW/tJ5PWSWTcxmKnA522B4GcDPQxhiD4Bh4mQ414UFOCj/zsZnNCKqRzthhgYzXE7MUIsxej/P7NlqpybYypTfH6dYrZOMVMnKRnQNJjsLARZPVqAkv38PEHDZ4+6POjl5b50a0l3n1e4x/v7PHwSR/zEDx1ne++kuS7ryZIrdqEFkY82h7yL78w2L5r8/rNiKrtroftjodQaMJ8SpoissA59DxTjvctSgcW9UNoHmkKGbi4KnkXPpWf6fGGOTjos7PTYSrThkEP80mdP/tWnDe+laAyGvG4YbD9fMTuQwujrXH1cpYrl7M4WgtHb1NvjSiVbWo1m3ppSv1oSmEpopyUhjalYgxpdSeYDYdJR4TFADFBdTIihMmp1SDXr6U4dzHBR49bfPSoRbc9Zty3WEtHeH0zx1IuykelLh+Xem42z9SmX5nS2XMIaTqv/zDOd34Qp9kWfIGHzz42efvNAeXSiLUNh6XVKeH4lHBMPkRDePQIEzS1URpOLNotm3bbUgjr7sDEpzmkooJC12jIAMJQXN8BVelsiNx8CG9QptI6HJc7atJWOlU5f4AFeZH4dSzvhKnPJhD3Eox78Qh2zJwQC4RIJ1NEInFuP66oWgpOuZDSOL2UZ/XcBtNokn94e4v/8+0tMhGLbNgiGxM8t+skKvfHVPpjhS6Px2U6dsqwI1mzgkCS6WUPo4HNWFzdswEyC0Fsj4ejI5NGY8Jq0cdK0ac+ijWPj1bd4vn2gHZzxMyCRn5BI+xPEA4kOCoNebbboSUTpsWAKj0OegzqtQn722M1DX35cojN0wGFXJFMh9q+TmVHEH0xlSNR2Exxp7TLV6Vddj+fsHfbIeGEuXY2y+pSBNM3xvSPFXb22UEfx+8lkgrij8gQyIS+TBk3xngbI86vpXjlGwVi+QB3yg0eVNr0mjbdpoigFgJ0yab9LJ5Lk1+J87zR4Xm9Q700oXloE/N6WCv6mcl6ZZaYoUcE4IkqmSyd20xBJMCbv6rx5i9rnD+X5Ny5JLZnRKXdptEY0q85THoaa6fDarBD9wdUJku1OlFZENtPuly4IBjhKJHIBJ8430YO066mhL6VjZSqR5Uqj8sVNTXon/hJ+EMsraRYXk3y0edlPvysjGX4SAfSRIN+fKEhgbCphnSE1FBtDTmq9LGkSeSFTNDP8sIyK4vLTLUQo6mPvaMWX93dpd6sc+1KmOtXw2wdj9kqj2jWJwzbE3wOnD0T58yZOOUDg/LBgFhCZ2ElRDDpUBt3qQz67D2GvScOkbDkegbVu2JoigvJIp32k0oHaB5D+bkQTwLkZwTDp1NriKjU5Ns31njt+hrl3ojPd2t8tVWjttOlttPjr/5shb96Y4V00YcZHrNb7fLWOxU++7xOMeNjPuNj89QCZzaX6fQt3vztIz76dI8Ly3lViTyEc9II7dOqthRe5RvXCnzzWoHaoE6938AYe5nYUZodL3fv1rl7t8H8ouRzRhhMHI4aE9Vwi/snpMMWm2u6qmpbZ6+sU21Bo2fT7lt4jYmqC8s5rp0q4It52TP7bNcH3LnT486dPpmQR9X55SwX12bZWMwz1QPYeoBHtac8rG8p9O+zhx78jo9v3wpx/WKQukzSieO8ptOpSjMozPJ6iplClO0HJbYfHnN2Nc6tS1mK8zGCURm+cNgqNVT1BhM1NSmkC6G7CIYykosTzifY226yt91iOBrjSPZoyEMirpNKeFmci7E4G6VS77NXaqsp7o31PLMzSW5/XuX2FxWWMxEuLaXYXCmwtrqMo4X5h19/qer6q0lVcb/FtNNHM8cko5K5EmGgTxloDntPh2x92iPk+Pnh95Z57eV5PGHp+TjcfVLh068PKVfkg1AGvcSpn2B+JoEeDuAEffQmYyqdDo1en/5Asm8t5arPSD6iE2BsSV4KCicmDtyN1TgbawnV2G12xkoE3t3tUSoZ6mNiTmopSWElRX/g8Nn7VR593WFhKcXCUho9ZIHPxPKMFV5pOLJo1VDlsT1IXFM44BANTcnnw1y8fJqLV07x5RfP+OKLbeXuDMWl1+dRTl7JWTy1meDUZpzeoK0GI2TwqFK1abU9pPJpUvkUZtuhVxNUtZt/O+hLppuURW4mpjJaE8kg4agIbA6lUoOjIzcTXhqd+XyOhcUF1RQ8qlSoNdvMpGeYycww6PRp1VrK0RiJysRzhHgyTiwVp1Q5Znf/uYv4lQ+X8RSja2L0RiTzflIzroCpGsJ4GbQFT22TSadVlrDgLLu9hpqwF+qHNdboSzxE30TzTfAFLQIhyelKKrf2YDBgYAheJ0hhPqwahUKlGPQcxExhDsS1Z6F5X+wB5eNZhvZExB0rZ63P56jMUVOm44eCnZY9JFy9VeTqzaLKjhMnS702YPdJj/0dwYNNMFUG9h9dm9L4FwEqEvMSiUpOpNuLlveaHL/8TnElyr+TyoVJ5SIKTypNWxHd222DXk+c87KPFseOXzV25L0dDHqUQxzJO3SkqZ8incnh0T30h22sqUkyE1Go6G5XxD1DNb9lbyGN8EFP/oYRPo9PuX8FXyk3dSgQJJfNqAaeOEqlwuEgqVSUlDgYEi4GtFRpUSo36XXFlSMIV025k8NBcRQmiEeTKp/Zsg0lAAfCgpp03U/SbA6H04RDGdU4H8h0szFkYkr+sk997MVkotno0BEcn1BJ9BCaRIAYkvM0Uj9Lrru4P7s9Of9DJX6J80pQgoKBlk9kU9CR9h8xrdFIkkhE8oDTJJJphXhVwoS4PgVJrhxhLmZT/luEXxHMXmBhldtL5byeNOVlu6aEGDenU5rrMtQl4p84T5VYp5xxbuNdRA8R8gTvKwMYksOrgLBCuvH5XJeo38XyClrajYPQGZgG3WFPuXMFLatQs1pADTDMzRaU4C5Zm5Ll26jXqRwdUC4dksqmSGdTShRXTuVASGGX/cEEc3NzqjEpTn9xnouoWy2XaTabrK6vs7K2oe4VybcVcUsEPzkX1VqVWrXK8uIZlhfO4A/KkIzF2DJptWuqfF4RQCwc2x1mGfS6VCs12u0excUN5hfXCUVS6jhkLVVi5VhE3iD+QFDdS8FARH3M1+sten3DFY58AbK5HLmsoNi9SrAQV2unI/dKB69XXNqOyhoUEVjEeXW9JM7kBE0qGFPJexXXqhJs5PlJxNR9I/8sbmVxlo+GA4UHVdmeXp+L3VV4VxG+3HxMEal1dd0ky12uW1CJpnJcjVabZqNBvXqgaq4wz8rKOtF4Sgk1U0cEQvFryHl1BxxE+JWfLc5KF1U/xed1RWW5f17cm2qwQOXCCvp24gpCAq0VlJ0gt9U6M1ACknI+i0tZOTDde1UiXwVF52aZitlSIolExJOmkTgs/a5MrhY01+npYo5PULInDs8QU6LTKTHfkHi0SSTcY2gkMIwEvUmMrhXHEjdlELSg4yKjJ4L4tVTJ/aX8jcpN7cUjwbR/wB3/ZyH4/ysMv/jnPzjvT/DDqkMqoqtym7pOzRdCpAvbPtEET0Rm9/l0cbRqUOPkHMn1tqd+bMd/Ism6z7wrup8IyScCs8p1VeuIK7opPLJyELuuT5W9ejII4qKc1SGe4IHd5//E7O8K4CfiqLs2uMKqe3yCjHapAHLx5O96gfWVd7VyAHsdDKOrRGAZkBBh10V2y/nwqfUvGk2ozFg84v6UtU4EYNcNK2UMOgz6XfXuF2yz4K+jkoUZjqroAoUoP8GVu2vbyTGdSMAvrMvu8brCr7jhRSgUDL3kfr9wd/8nAVj3yLyuGFyUYC7XRuHSRVyTnHqR9mXt88mwkDQYxZbqrvtybWxtiq1Z6M6UkCOOYlzxUvKJFdrcdTvLcy5/p+ZYLo5cIZg9J5nYPjxen/o94qjt9g26/aFaP8Mhec79yq0rQpQSzpUAPGRsusMkcs7lOVUoZBkskExacTDKkIDK7HVRz5LfrMRdR9DFXkIBEYCFTOBi6Iemm0Xt3q8nz+4JIl+Q6W5cjgwKifArj5UI3HKd3bvcjbt1Ue6yZ1C55Wq/obzo7nDTyUCVyiZWzm0PYckYjcpexEVKvxCW5We6OHtZbkyYGPRaVaqH+xgDyTM8TX5xE9sS8VdEYBkgGOI4phLrfF6Hw4N9VTJYJmu55CfOF5bIZufodHp02n00fxRvOOEK/Zqb0TydmEzHI/x+2fsIJcKL7pM8ZVvFfshewbYG2JMB3XaVVrNCp9XEskSQ0ZjJzZPPzxMNxwn6wmpgZmhUMYd1dN1E10x38FtRX6aYhqH+nRu31rhxc43D+494+MFnihaR35gnuzSrKBzxWArvpIzXOmbQa9Pr9BX1yZF9RTBMJj2vaufxPp+88xnNfp+Vb5xl6eppMnpU1afv3uWt//s2xsjgwktLSgQuzG8wX9hAG7WY9o8wOmW6nbLaD7WMCa2Bxcqpy6yeuszRl/vc/7fPeXD7EdW8j1rOz6u35njl1hxxv0c54LzeOKn5cwRjRbZ++xZPfvs2JEL4FvLoiTiOP8IYP0+3KjzdKvPSzfP84M9eYnEuzXQo3/AVfvM/b/PrX97mp393k5/8t1vMRh087QZm7ZidgyNVHX1CW7dU5EQxkyct13IwxTOwaHdM2u0RTyp9HpT6KiNyruijuBDk7FKec0t5+pUu1ec1RaKwg14CqThLG+dY2jjLoHegyu+bEg7LXsCDadRU1cpDqseyf0iqATNz7OPJlsToDbjxyje4/vI3GNUe0975hHajTKPnoauQyjqJGY3MTIFMfhG/pjPpNpkOx3h8eTR/XiFvW8d1Ks0O1V6fsTbhwuUMF65k6NRHqiZjuV8G+H26QkmHggkq5aoqGehScUIy0BAUWo+Xg2eH7G8fslW2eFxxKKyd4s//8rtcOrdE4+6HNO59SLiwSHh+gbv36nz03i6PHlYobKSZ28hwajOsaia7SCpySvW59++9T3n7C1KZBOl0EkebYDsiZOv4Ewl84TCWEDybfZ4ddHjyvENbKCRJiVoKUFxKq4paHmITjbExpDfo02wNebYzUsPlF19eVeWYHerPntGV6JdpgAl+193qtVhZWODU6iqjnsGzB9vsbD0jVgwSmw8yl4oxn4hjDiY8O2iyX+nTGPlojH3cWE1zYy2FPepzXCnTbPVoD3Q6A51Q0kso4SUa8BIVmsjUQ79nMZ7oLJ/eZPnUaXzjNvRKWL0Ok8GIVsPkXz/r8+ZnfV751mn+y88uMZtxqB09oVE+oNMW6qLFXnnEfmXEBJ/C+YYi0s93yGQc5tIRCukI+tRhYsjgruwNuyprPl3cIFXcIDwZERp08FqGGsqR/eiX93t8eb/LXCHDxqk58tkgEd+EkF/D48+AP824d8iod0S53uF5ZSDBPZy5sMzZi8tUS8+oHe/Iy0tlXQ/HXiXal+pDd6BTnOR+H1Hdp85HJOAQ1G0a9ZaK41FDiYEAgwFUKxbHtTF7A4O9/pAzV4qcvVIkE54SnnQJOAZaYKzK0/OqCkbCRLJRNL+mhpLHY4dc9ha53C26pS9oPP8djWqZluGnZQTwBL14AvL9JpQIF08cTGqqJ1QtGVSOB/StCH1borFG1Ktd9Q1++VZW1WI0xmIsRvWozoMHu2rgc2klx7w4MUcO/rHDV09GfHhvpKK7EvNT0vNTkmFIhmSNm2K2pgR9cbL5AqFojGa7pmpq6Mo0Vu3AfhtaQq3xm6qWsh6WcpqKapR3vTu45r4bVXTV1CaXCzI7F0bCK6zWiFHdpFI2qFaG1AY2NSEBMmXqn+IPSeRpmtlUGq+jK6rb/l6He49qNHtD5jbDFDbDtAcj2saIM/MhXjubYC6kc7jTpbQ3oN0PKhpDKB0llo/h8Uts0oDJpI8vqOOTDF0ZpumNCOAhFwkSQlMmh8bBkJrlqErOxFhay1AQEl/Gppi2eXzX5tFdi3JtQMvokl/w8Od/lee17+XxjrN4xxnqT3Y4vveAiW9EcCNNeD1DehIlM4mw86jEw6+fY3sDzJ9fJ1vMow07aEaXp1sdtre61K0pvaCOoeuMRjKAq2H2h2o96HQk/g/GzpRoxiJf0JX4+1+/fxmnUaH9bId6qUG9NaHWHtH1WXS9torxmhMniOOodUF0Rm2cQh+n8AVM/IEhuldII27/uF61lI70eMfmyc7/S9WbPrlxpteePyR2JPalClUo1L6wuFOkNlK71JLc7e3a7mvfmPmr5sN8mRszn9oxvra7bd/bllpuLd1qqaUWxZ2sImvfABT2fctE5sTzoqj2MOIJhqgiq4BMZL75nnN+x8Ib8Svag9OrcXLcVGj0zDkXmXUXb9yY5d0Xl4hZfarP9mjsHxJZmyayOoVdajI6KPPsYY/ffGtx5xnU3JoaQ9amlsXFi2HeejPFyrwPR6cBnQbdmkG3btAwNCqMKTw3MhHOJXQOjmvsH9UwBes+dCni7dOjPk9P+jhiIxzxEUvr05y7PKv0wkGlTK9Uo1bqUC91CaX8hFIB6nWL433ZP3DwwjsRrr8dYc6TZM6T4vGdIh9/tEnTHPLm367w0gdzePaaePZa/Po3JX7x6Sl1c0Rmxc/ChRBra/OsnZvjXz/e5//++w2ePK3i8GrY0m36o5/Eef/HCdqlGp1SHUt3oU0EaeHiwb0O9+93OZ+NcWE2ijmAUmlAvTmkJ4kPwyRET83aBFzIOPHEQlT9MU7sMN99csofPilw69UYf/bnaUbhEV/sFbi706D6zEPtmZeL50w1nuCIriYP/DajYwfWscYHH0zy/oeTlDT4Kt/jUb7HaWGgcKSN4oBGSbp8xg9JsiA2xOloaXh8btw+uWBJD55BwquxHPGTDnnoBTS6AQf1Wp9arU8m4uXSTJiQz8XjowaPj+rUClAr2EzEvKwu6kxNuvDowoQ3qJQdaqT3oO8Rp8BzAdihkANhv5NGXXpUDRK6xtUlL2vLXiKrfiJrfr78qM5vP6pTqpoKLeDyupiKBZmKhkj7h0z5h6QX3IqDP3BY3P2mzsFmlz+5tcSf3Fzks808f//1Lo83mwzyDrSGk7dfDfHWzTDJBZtgdsTWXp9f/qLDzhOT16/HeONGlCclgyelIZHgkNXpIdGwSW1kUjNHFPJwmodqXqORFziIk5kFN1MzLkxbHpLdHB932D9oYSsBGLIxjQ/eSfDhOwm2ih2+3apzfDqg37Rx2V4W5idZXJjEsE4xrCJNKS1vWtQqNrltm9wWrL4QZ/VanLZmcFBrcVrq0smZ9IuSUtaJ+APEVbK1x9Kym/UXIsxfCPLlnRpffl+nUzcZdWzW0jrvX02xmNH5Jt/h97mOEi0EW9o5tulsa0RcHj78r3E+/K8Jnu22eLbX5t63Pb77vE+7OuL8eRfLqy7cAQt3QBLAY+FbnCCt/viC3mlCu8X43zb6Co+qyyY6UDehZkBUOvx8PqLxANHJILgdHB1X1DzHe03rAVYiYRK6l5HHYuQeYTkNtagLBzRiASc+eUDDq1DUD3ZaPNhtsR6Hl6edLM0mSC4u0HGF+NmvnvGzT54xEbWYiFgkwtKJIBvfGqfNIcXGQN0kZMyBRb08YNgf4fOJm1xTbjujNVBOkUhGFnsOTo4N6hWLtUUf5xZ8Kt0jeZfyqcHeRpd62WB63kVmzoXHpas5Oe2xc1inVulwbsLN+oQbPeYkEHfS6oxRutJldv6CzuKij069RafWYtgIMmxEcLhDeDNhtKSfrdIRW8Uj9r432Pu9TcIZ4ubVSdaWwvRcPTXPDltqRpJ0CPtx+z30zQF9QZuVDEYlg7VshJeuTqh084nZ4bjf5WS/y8leF78sNKS3JOVl8UqMqeUQW8ctto6aNMsGnYpsfEmq00c8Kp0/DjVRe6BmSgTg9Tgjn4+f/+yUf/7ZKbdej3HrtTiaf0ipXSd30mX/vkVpH668FFYjvRKmpA5PDe7drioB+Py6l/PnfcTjgiNRRRN0S8LzdDIzHyIzH+Rpvs7TQk1tJqRCAVJhHW9AEuYe7j+s8eBhlYg/zNr8NAGPi8PcCcVKibmZKLOC76912c83MAZDkj5IBdwsZhZYzCwKq5SB083ecY0/fL9LvlDi2mUfVy/72S0a7JYMGlVD9QdLJ9fioq56yo93OhzvdkkkvKyuhwmloGRWKQ0alI41hZMXl6N0XSoUnerRE6xlkMlUiHbVRa3gxGG5CIWduNwW5UpTzRvXF3jz+gK5Zo/vdk65t12knu/cD3CgAAAgAElEQVSo+eu3V/irt1cIpR20vE02jmv88n8V+fqrKlfO+7i87mNxfpa5+UV1nf3Xjx7zu2/2eOPcNG+cmyKedaJnbGrtBs828gw6Az54a5kP31zmpLSnpmt6GGkJai0fd28XuHM7T2ZeZ2Y+wMjtpDmQTVgTqy0J1T7Xrrh54Yqbw7zN460RpTrKPGJaco020ZomV1cmeOlyBpfuZrfe4Wmhze0HNb5/UGcyrDER1ljPxlmfTbE4PQGukHJQPMlt8vjkKbs7PQ6eSgLYxc0bbq5cdNKyoW3ZmAMfdj+AhhPZA5EFeLXQVnNuLsy19TgTKZ/qTO6NTLbzbTWGPPyIQNKxMFuSZHGRmI0Sn4vx8PsCD78/pTcwcOsagZCLSMRNIiq1BlEWMhFOCjW29otKkFlcijE5GeTBoxr3H9VZTctDX5q5qRRhwQkPHPzbp4/4t18/4qXXU7z8WgqP3aN9WsVqd5meijA9FaU0sCj1R+R2uxw/aBLW3Pzorawyczh1D1rQzXf3jvjt73eV0zQedBIPeYhFQyop2Bfjz3BItd3ntNGl1hkoZJKlOckm4mSTcZXKrdVsyhWTaqNOtV5naVFnaUFXYYhWV7BgA4WYPj3tKfS5z3IST3tIZj0qJby32edkb6hMDiqpKZ1XYQtvULrONEzbwcmewfGeiTUYTyLiIj3hYX4uyoUrK2o+//QhX3z2UF3/01mdYMjHsOfAMp1k5z1k57y0Og2FS63Ve5Sr0nXuwBeM4A9GMNoa8nzcrhsK89ZqDs76aCxSE0ElAEfFORuUPkiLvb1T9nYFbydpSxcTkykymYwSB45ypwpJPZWaUh3ASgAuVxkOhmqz0+PzkJ6eZHI6zd7BPo82n1Ct1dEE4WY66DWH9FtDZSZKzvgJBGWD0onT4cQaSmrQo64J4xSupNgE+Sepgig+v07upETuuITDOVKdxb6Ah3BMsMBBha2USaV9TM/4lbCSPxas9AiPa9zTKwhPEXakF1gP+pUwUil11HgDNj5xiZqWwr5JqrfTGKg15JvvneON984pAViQxYVcgyf3S2xvVDGk09j4zwmosZAjAoT0mXm8Fn6/T410KjfOqinkuie6YSCs4Y84CUeDCsEoW8enhZq6znm8kqaW3kFBrgsmV8g6HlUX0DtLek1MTDI9M6uE4kZbupe7qv83Eg+oPmEZMbyp9KrtoNexVRJc5dTkj0Q8MQ3CwRDLCyukJ6Z4/HCDR482mJtPceHSPNFoBNMQ6oHF1s4+z7YPFOJMkmFBPYzfF8TrDiiUt1xjBCMtaEWXz8Lrd6g1wvP+SKemo2m62uw2h1117gx6kvSRBLIL6UYUQVASwpI+DAZjBPwRdR5VxJ3nGCmhQ4RYSRWPO5Cb9LotYjFJWoalvEIlhiSdJqlQwRr7vEH1cwYCITUi2o17uAUpGSQUFuxxT4kf/Z7ggQVZLT3YYiwQQa1PT4RdSQO7zsQlhZIdixUiGIv4W6tVlRnhec+2CIIisomQFxB8sRjtmz2FCfcHfPgDXiWwCgZZdUJLglXXf+izFSSvrFuEKCFoYNlkiUmSLzLGA8djSSUUy8Nvs1Fn8+F9NWL+iEsHqJQjqi5PMQXMEIvPqL5uGRFOi8Uihwf7HOzvc5rPce3Gi7xw44ZKNMrrFuFEPidyDpXKJTVz2VU1IjD05BiKmIqYIAQ53MIYthWq1O2QqoQWh0fHlEsVFpfPs7B8Xom/Dqdfvb/tjqR860qgFtS5oJwD/pBKVMmGVqsl6Zpxj2o6PUU6Pa0E4XGXskmz2VQJZps2OCRN7UIPiMlRhFNVEopgkkWUqdXKVEpF1Wcpm/zyZ+L2l256EX7F3CGC/7jPFNwieqpEsoifMnKspB9TZpySEyFeUPJiKBiLZBanpbIS1Q8PHnO0/5iFpWUuXb5KIjmFQ5PrrPSWy3sqeEtJ14ogPO5XlY0o+V4i3BjDcf+t4N3/c/pUdBzT6Kvrmay+RZRUJgglSooI2FavUa4X0t8t3eFeEa88HrUukeubVG6IUUGEfekRldekB0ME9BA9Sb0MxBQxRufK1ULOTYWxPsMQh5wWCfeICb3DVKJMMtSgXg9Sq+mUh0lKowl6gmH1WWg+E9dwgHM4VCg3Q8hYtsZARHpVx+NUlTzPu3yfC6UqWX/Wt/w8GfyDzniGfn4uMo7/7liMlPNlnNTUlBHjeVer6mtVPbDSEyyBRhHcxiKwXE+eC+ZOST465DhJQl02lozxe6w6pOXfH5s/zvLgqsVXYXJlrXXW9SbHUkae/6SBVbEDzjqAzzKdP6Rmx3Wx491HMRfIa1aobyUAP7cWjTvEVcOq4Nrlmj6upFaiv+CfNU0qlMYCsJgAuj3pgROD7xjhLAZAoUmMLDnfpHdajC5jAVg6y02zT6tRU12Dkl6VTnAx/UhaXK73qqvaHn9/uabJ+y33Jod0MZwJ1T8gt6X3WkRNy1JkAUnEj7HjIZW2fv51z4+5x+VQBAYRgOWTIB/AgSG1BiamXN+kS1khmn3K2G8NLCzprlfHRMNyigBsqfoiHalCEXy04DBFzB8ntGV9IEKtvF75OhEZVa2CoGbVMRdhUcwIAqN2Um/IOV1XnxuhCoyR/2J6FsT9uDtYJabV9M9EYENhzeXnF1yxnFOWJuFTacW1MYciHMvXSMB6nAD2SyeznKuqQkCoHZJ4lVSjmDfc475xuUfI+yZpbek1dwtBxKPOu/5gqEwc43NIzp2xAKyMG/IzKBS1XFOkH3hsfpevE6LGD73p8jWSRFb9upLeHyeXZZ0qphWP9KhLclgl+AfUSwUOd7YUTSS7cpmZ5ctj8VfGkvtkX9UcCf7ZqVns7+2yv7+r7vdup1vdw5aW1pjJzFIpN6hU6jjcAUWVE7OJpgRyE2vYxzIGxGNRJlJJtX8nz4piOhKzQ7cnad4u9qhLoyYmqAK1SklRFaQ+YiI5RSo1RTScIKRHxZZBs3FCu1VAc7TQHG1lhhPSlDkY0aw3VLL71uvr3Hr9PIf3vufBZ5/RbDfwZ6eIzc+ysnKZlZUrGOWnGJWn1Ip5qpUajXYLTfeiBX0kk5NqdrcFbfqYRn/E2s1rLF09h95pEeg0uf3tPl/8dochFldvzXPx5XmmEmukk2tYvRyD1jZGr6ruA3KtrrYbCs85u/wa2aVb7Hy9w+1ffMHd392hPO2nkvHx2pUQr10JEg940EwXfn2CxOwVArFZnv3Hr3j664/pOdwY4ThaKISe0NH8Hh49PuLhoyNev/Uqf/aTD5ifijBq5ygeHfDJrx7wya8e8sHf3OCDv75OShoh6lUGpSK5XEFNfjRQI7j4+Ylp1d1Ju4/ZFLpYV83mSZ9Hx336DpvpWSezcx4uLya4vJDArPdo5oWMNKRhyMI4yvq1m5y/dpNG7QHN2gM8bkOZBGWN2G2W6DTL1Cs96tUeXl+SeHyOVtvJd7d32d4t8cYH7/Hmh+/Ryt2j8OTXdOqnWC4dyx3Arfdw6X0SU7OkZlbwuv1YnRb2cITmTKA5k5T2jyntC3q7RWUwZOSF85ektipCtdijUpRzs4PL0cHvcxGNpFWFXKNeUzUrKlFuio/CpSoVxHQhYu7mk1OKhk3V6WBu9QrvvvUXrGYX2f7yH9n58p9YeukmSy/e4tHjAl98co/732+TyIZIZMMsrQbVTE3MkIouMuoM2b3zNYWt+8zMT5JdmFAGX1k3mfYIZ9CJM6CpSkSZ7YMaT3ZKNEZDvCk3/pSHeNynTPcJV5SEO8qw3aNWKSsSVLVjUe2MSM8vMrWwSLdaJf9sk36zQSgWwx8KUevWqHZqzGdmOLe4TL89ZGtzj93tA5ILQRILOplokGwoSLdrsCUCcLlDV/PTcfi4NBHgUirAcNAmVy1R73QZjYSm4sawBph2H4/LQvegaAludwiPN0J8YoHYxDw+u4d71GDUrtMTU3exzq/u9vjVnS43Xz/Pf/nL60xETUr7D6nkDlQdXKPjYD/fYS/fVT2u8jzo9cs9RjqneyzPZljOZtBdbnVOYHYQlqXD2cIfOU8geh7PSHCvVZyjJk469Lstfv1lk//4bZOltQw3XllkbsJHzGorYqA7Nos7nqV6ukG1sEGt1aTWs3C4JcyRZWE5S/5km9zxlnreCwYTDIZudo5anJT7TGUmmMpMIru/Qi/VnSPCXpOASwJUFTWC1xcDab/noliBYsMiN+iQH3Q4d2GOtQtzTMU14hICcXRpdxq0O00cTR+0xAjuJzQZUIEjJNnqdBHw3SDgfZFO/huahx/RauTpWkE6ZoBO31ThGs0hFTZ+NI+Fw9/BoEc+N6CQH3BYdHBUAs3jIBpzkJr0cuFKWo0uFJ7hgNN8g529Mj3DZmZugvRUHEMS9g2DXMXBUcVJR569/APcwSHxmJt41IPPMcI7GhEPJpmaXMPrCvP40T2ePLqPEyFcBakOA+R7PkrSjdwsUW6WWM/KfppGMiLEoIgya0h/b39oUKpWVdAklQ4zM5cgFvQhHka31CYeNSkeNTkqGRyVTVpCznTb+HQvmck0M+m0oqRqlsb+QY0HTwpUW21mznvJXPDQkfuW0eNixs+7qzHkjnT3+zqbG20iCenejmPiYzCSCgpLBQYsl0E4Kj2zLtq1HvXTjtJa/E4Lhhal4yHlY4O+7N95LJbOT/LiK/PMz8cIWAMC1pBf/s8Tfvlvxwqx7E9orF0O8Od/k+Dd9xO4OuM5fnjA7u1NCFkkr08ycW0SX9VWc3xQZHcvp/DgK1dWSaQTnG4fU9w+oVizKNZsSn0XZdNLw3DQ6vVoi4FYAiL9Id2edBO7FYnMHzZJTmr89XuX+esfXYJaldbBEcWjGoXikFxpQC9g0tdNJlMBZtJBRWgqV9uUKz2lv9UKltr/8QXcqpYhGlPWN472uuMpODg6dRBLRVhcSykj4INHRXYOKkytwdSagw9fX+G/vHWBuD3k9OEW5Wf7JC9kSV3MYuTr9HYKbD5s85vvRtzdtemEvLRDYgqV9ZPJyzdS/NmHc6zNB6juHlLdO6IrOnBd0PYm23UDX8TFuy/FePVSBLM9xGgPOd5qs7fRYnN/yGbR5llFQkcOAimN9UsZrrwwB6Mhe4/3Od45pdNCTXo2oKbXguKBqDEOrr0WUrMQnlCzcfeUT/59k5bZ442/W+TlD7P4jgd4j4d88mmBn//7MUO3xaWXIly9lWRubo3Z2VV+9vMn/B//1zfce1TA4dKw40kX73wY450PowwrbQbVFpbfiZXy07IdPHzY5eGjDmuTYdYmQ/jd8mAhDgaTg+MqpVKD5UkHyxMOZiMOsmENh+6l6tMp2H7uf1bi3mclbr45yZ/+dI6+3+Cj+4d887hC+9BD+8jLypzB6pyJHpbSNEkDaMRMndgowNJ5n5rDwYg/nAx4mhtQKQ6oloZ0mg7aTcEVS0+hbE7IgtjJyHYp8yvSZSz4HMMm6tTIej1MBj14JgJ4J/ycFusUi3Uy0QCX5pPoXg+3n5a4vVmiW7XpVmF2OsylC0mmplyY1DGsJo26l2bdQ9sxpO3sKYTQoANmVyMadBHVXQrNUCkPSQRFAPaxvOjFk3XjmXXz7Wctvv20RbUxYuQVdJ6mRMOY38tCws1C0k1iRiM8C33LYOdBk9LBkDdeWVLz+f08//DFDptPG4yqDlxdjReveHnpipfMipv0kpvDnMF/fNJi59lIMdBl7h81uX/UIp2yeHHdyaSINb0Bpf5QPdBXazqlY5NTiYePDOaWnUzNSu+cbDxpHB0O2dvtK4yvLA5nExqv34ry2q0oj/a7fHm/ofpxIwGNcMCjUh6y4eZwNdHcDUzZzDOdSkA92TA53jRZuRFVIyz4zVyTQqGHWbKxajYBh1vN/KTGyoym0siRrBtfysmd+y2+vycLOXkI1FhO69xajzGT9nOn1OVuqaOcSLXaAPPUQss5iHs9vPHnCd74i4QSXGR2NwacPDVxWxpXrwVZXffR6vZpSkeIPJC5PfSk2Lw/pNkXPJIf2/LT7Xdpd1u4MUmIA8/poNCzKfQh4fcQ93sIhn34o34sJ0okOSnU1UOtbBekPB6ykoyUBbzuRAtoKNirPSAS0khEnLg0N8O+k07HybNDETx7XEg5eHXOyXw2TnBmhjoB/sfHO/zjr3ZITzqZSjsJBzV0n6b2FEq1oXLbZGf8ZGcCmEOLWnnIsG8REDSMONYEZSmp+bgX36SPnglHZ72X55f9nF/y4w64pciIYmHA1sMm1dM+2Xkvs3PS6SVdbH6OZaF1JC7ZLi/M67ywoBOKutX0DBFjeqo7MhLWCEmPAwO8dh8vE3iZpjfSORrYnAwMip0CpU6ew/sW+985SLp0bl5JcG4liOk3GQVGbB402dxv0hZ+uOrE0HC4bDW65VSTCjqZjLuIJjy4UjqW7mbjYYknD0o4RyYBp83EpIdzN6Jk14IK8yvjtF2qe8OrOXDLpqc9oj2wkUrPtG6SDo7ILOlMrUax/V4++ucK//7zCi++nOTFV1KYzj65aoXccZuTDZv6MZx/IcCFazoOt5OhJRsPNgd7QwoFg5lpi5npEamkk2TciUNMB0UTqVianNHVSN+pTDDgJjsZJBn10WybNNsjOj2Tdk9yxV5C7oBCCVYa0lHbZj6TYn4mSaVpcFLpK5dj0NEl4jFYnVlkZWaBoctLCznPqnz73S65XImrFwNcvRDgsDpQ02mZjOR7ODSy2RAz2TA7G012N5rEIk5WVgPEpzT6gR59t4gybuplN/WKQa0smzJiOhgR8EMiFiQR0+k1PTTLbuyRU/WFSsdsqdSkVG7y1vUl3r6xSLk34P5RiYf7JYonLYrHbX76zgo/fXsFV2jIce+Uh/tlPv9c6go6XL3k4colL6lUkkh8knLV4jdfn/DoUYX31id473yK8LQTdxrytSb37uVp1Qf85L0V/vS9FYq1HYq1bZoDjd4oTLHq4e63Ne58U+X8lSTnryaUgHpYalKtSK/HELdp8sqrfl59xUe+YvH0wKRUteh2Rwx7kmB3E7HcrC9HuXQ+xsjj4WnZYPNEuoVLPNwoE3JpynBwLhvnwmKCheko/YGgIy1KzYoawwijWRm1URufqBGK1am0upTbXdyE8DmiaiN3YLbpG1269QHd2pD1hai6B0xO+BAqXNc0eXbU4elxW/WamLLYGWo4ekJ/cOFLevGnfGzer7L5oKYQfcGER4l58mAeCng4t5RifSnJ3lGRBxvH6iFuaTFMOu1XhI6t7SZr0zGuL6VIRhIYdpRyU+N3957y1f1nrF8Ic+5CRKWv+9WOWkCmkmFSqTCFTo/TTp9abkDrcEDK5+O9N7K8+tIUBKTLx8sfvj/mN1/uqpTi4myQ2ekAQut3CSJxYNLqDSmUB+yf9ClWDdXT4/Q5ubQ6y8W1WcqnfTY3Kuzt1VSnqvRSZTM62RnB+RqUKh26fXG7SodlgHalS7vcwRs20ZMjRraTRsFPs+T9AamoRy3CSQjFPOhRXaW/djc77D7t4HGYeLQR6YSf6Ykgc7MJFtbmWFib5aNf3ufjXz5AD7u4/MIU4YiX3FGNWrnN6nqQ1XNBOt0WlZqk5Qw6PTftnpumPOS2bey+htZ3MuhatFqG6r0XcUtwvOmpKOlp6deUvtBx56ygriQhqpChlkE4IinhlBIISuLMbvVIqg7gBM1qk/JpiZ48sMvDmdPB0uoSiyuL7Ozvcf/hI5XiU6v+kdoFVTO1EGFqMYLmkiRyRyHeNCugpt0w1UgPnnTu+gMupqaSxBJh8rkiuZNT1SU7Ggni0EUwLKnPwBgrHZW0raSehCBh0aiijFkiKFuC/xNcqjxeSXJYF/yzUyGuZIRCICN/Jg+9cj9s16VbbqTE39ffW1MCsIhs+eMGj+4W2dmo/dC5KiKCOZKNuqHCGcp7rIfOUsB6kKAuyVapEGkr5KGIDJIw1Dw2To9g73Uikaj680ZjnAC2NRFnTNxOwRL78Lrd+PwaHq/NcNBR752gtwUNLFHeWrNC3+wQivoJR/0/CMCSKpbkqWUKWtiL8CPke0tKUjoQBWEZDgZZW1phOj3FowcPefjwIdnsFOfOL6m+QFkTn57WVNpINpt1Pai6WeXnEoT3yDzrlu4NlegrPc+CFfcFRRC21XvS6fbRAwmVAhYU5KDfwRwKBtaLw5aFuQAtR6rLuVarKNRnWNDN4fi462okqTAR8ftqM9zrHaeVVGeiIZ1HYraQdYckoiThKQLKeFPcIWv/53KMwrTKOkhEHU115KZSCXqDNu12Tf1b46SdpDPHnxeFxTbHQroIAqrbUUXgxmlNEZsFpSkComCgRRCQ81oSyrJ5K+eVbMzI8ZVz11ZpaL9KlqlkqSSs1DEZi38i9oiA0h+adAdi3mhweiLJpSGzc4vKwKSSpx4RJrxKnBDk8bONRzzdeKy6kmVEUBAxSOolorFZ4onsGAGdke5wQds1lQC8/fSZSmi9cus1XnntFt1eT4m98rmWYy2vW5DbpVJJJV3CoQklFvp16RMVzOpQTaddU8luMUD6pEdkZNJqt1V6WxcxPxgnEIqjhxJK2K7WTlVnqQi/uh76QaSSYyXGChEqVUK5WCSbnSWbzaqfR94nOUaCuJV0oTjAXU7Bd447vuX9lOMhWFURyEQoEzRoW1IiRl/JcyKaCrkgqPvHaPdGXR1H6SVX2NSzXyqNLYhY+byKOCEpYEkNaC6MgVyrRkrAFrFMtiHq9Sa1ep1G7Zh69ZgJ2RjKLqhOOJX8tYW2IAYEP7Y0t0ln7ljOOzvuIgSOO2LlHFXd0mIyEJFSkH9OMc1Jv+pYxBZ6sfyuMNaCw5VkoiFI2rEALueeiMEiABlCpRqIgDdOZ44zqQ51zZPuTzmn+kM5jyVFNE6yyrkof1fEoeeGBpfZwmvW8VoFvBzgpYDbncHtytB1TdFyTtNzehhKQ5pjoFKZPnnOkx74zoCRvIfBEE6/jjS6iggzFt7PPk9nWGHVpyoJ4edduP9JAf7PgvEYEy2fI5cyRCiRV4RBhf0VoXP8+xihPe7oVilO1fk7/n+iykkSUj53Yj6Ra9vz//f8d/m7igQvAqNK/p51HUtaXP6OSrLLcR0LwIpCJr//UOo7FoKVQHeWODkrCv//JYDHr00kw/Gv8d+Xc+SPqWZJjbpFMFbHXt47ub/XlalC0kjS/+vz+onFkir5K+caYjRQaVG5Bj0XgGUNLj2wPYVHF5FUmQekB9ojfejjc34o6wbZDFfHQt5fESGDuFz+H47Kc0FejpccN/lvhZhvNpX4Gw6H/5MAPH4v5JdKzYrI7pCfciwAC5ZRNmUtlwtLPnua4Mi9Kh2FiESmreob5FibDmERjHA5LAJKABZvqYivIgCPE7Lj68G431gEZ690YIqg65FNPcdY7LQ1bIdLdem22nU18v/FvDM2UQiCVkgO4ySvEoIF3XzWJSwirgi7cvN4no22XA5sIXxIumhoqJFjJyPpYxG95evHaexxOl7udZLaFtPJmAxwds8Ss405VNc/1T8vMqsyiZylguU1nyG0nyfhZZ0kaH352RX9TH0O5L0fn+vSQ6xMPkqAFvKcF5cgDCUVOZI6hT/SLjxKZLdoVE452H6majfmVi8wv3pxLIAbA/XZkvu40AkEGy0qmOCfS6WiMkeJCKwHgywtLZPJZBXqv1qt4XTruP3hMQ1Dfiah0EkvYK2GrovhLIzHJ0gBOUa2MvPJSHWKoJ2t0UChvUWIlmu8/CzjeL2814LwloIXqfloYJl1LLOCPSrjFPy+7VFrEUnyinnr1hsXufXGBU43n7D19declks0RSBPpLh+7Zaa2t4d6rt3aNdrSmzuDg26DOjSJ5OZIpOZ5uS4xL07mzT7BosvrDN7bgF/o63m0UaBPzzIY3vdvHBrlYvXF/E7/Eiuq1HNUSntK9F9Ip1Vwky5/FRNeuE9pubfY/f3+9z9ly+585vvOQjCQdDBj9+O8ZO346TjEVx2BK87SSAo1+UIB999zf53X1HsmpQE0a/rJGeShFJhTvNFCrlTLp+/ys2XXiMZ8zHoHFAuHvD99/vcubPP9VeXuX5zhbDLxG5UGNaqVKSWTARex4CyNiAaCpONpwk5/fRqbYUALZR6FIpdTioWJ1VboSvjk+MOxRuXZ3jx0gzNXJnC1jHG0MYXjxNKJUllZtS0Wwe02wdKBAxKEt8lAnBTTac1pNsSw6EXj0+n0RqxsVHm5GTAq+/+iFffeZ9W4R6Fp79m0CniC8fwBnUsRxNLa+IJT+CPzuDzhfFpYkYS9HlQTW5zh/zmDuVOl7osB3UXq6tB1lZD1Mt96pUBDnlGcfUJeJz4vXHcWoh8oaxG1mahQBCvz4PT51Bm6m9ul/jmuxKG34kz6WX13FXefOUvmUvOc+/T/5f7n/4D85fXmL+yqiiUuYM6xXwdUyrAtAHT836m5/ykJlKk4jOMOga7d+9T2NpmaX2WxfUs3VaXaknW6gaeiBtvyK1Myl7Lye5Bg6c7NRrGEHfCjTsiKUhLTXYqzezUJM6hh17Folbs8eBJnodPCsTm4sTn4wRcFt5BD2HV+QNulXwcaDYDzVLP/nHdS7vZ5eiorEhBydk4ydkYmXCAGd1Pvdrl7tNT9got3LEQnniYBb+bBb+Hbr/FcaNMx+gTC4eIhsOqDkMQzPI8KilbuY4F9Ti6LpjhEG4Z+njEACgifc+iWTP5+HaNj7+r8trby/z1Ty+TCo3Ib25S3D+m0bNpdCFXHZKvDPGFfEymI/h1J812nWanwWw6yaw8d+o6QY8Pl2PAwDxRe/2JiRskUtdxD1s426cwrGHZXUWg+u03NX77TZX5cwtce2WdqaADX+kI77CFey6LZzbLqFXGbFXUc165OZRtcxITOonJIMO+GKqrynA7MgK0Ohr5yoBSfajeazHATMRipOWe7rTQBg0cgzotMYCasl/txGu7OC0aPNrqcGJGWEMAACAASURBVFjq4UyBK2Uzl5lkNjOJXxpP7B6aY4DPaeB3GTRyQ5q5IdF4kOxSklDSS18Kz6R+zPsSYe/LdHO3aRx+QrOZpz3y0bF8OM5IK5YtdQJelZAe2A3avQ4nOQcnOY1iZ0ipY5Ce0jm/FmUmI7h2m1DUZlgdYVSEWtal1GypGsT5xTQTEzEOnjTZf9xEVuum14U3LIZvj9pDcTmk9mSExxrgsfq4bNlrnsA2/bQap7TrBdz41eydwr2DEYcVg+6oQ9fq8PbLk7z1yiSukUkp31SGIT3mxRty0WzVabZqigYitVOJaJjpZESF8Zq1Bq1qQwmV+VPZCxpSbQ5UVYRPD6qRSkhbczAcSsfwuILCqbdxBdo4PAaa1+TKfJR3zk/hN5x89usC331bJpaWfdIAra6bWsNNX2pfXCZ4TIJRJ3pUU4l0zRgRcEoCWtY5No2mPDNbdHqGqvmJJf1kF6JMTgSZCAWYDOp8+vkRn35+jFt3sXghweqlABcvw+qaht6OEWjF2d84ZvPBDs6Im+yLM2SvzjDMdTFyXWrNmqIf+nUvszPT6F6d3Uc5dh/n6TrddFweCjU4KIyoCoHXazDymLhND27TS7M1oljvI5jIzKKHhWWdd19Y5t3rSzgaXTr5KjtPyzx8XGFju8b0hQDT5wPoQmwbmXSbUicnXcJCz5PnPlQ/dqfrIJl2sriqEQjA3maP/c0+tqCHnH7civjrpNMdsbXf5vi0R3zORXzOyY/fWuBvPlglYQ/I39umtHnIzI0FZm4s0twpUbpzyNPHTW4/G7GRt6n73TQCss9p4fXavPxCmj/9kQSlAhw/3uX48R72wK0w9M/yJrf3+zh0J3/yfow3b4bxyN5Id0A1b1I8Ntg5HPDsTLtsuR203HDxSoqXXk5j9k0efJPnaKdGIOJEj7hwyXOY5qTZsCifjhRp+cbbYTUrsWlW4xm27xb47H89VtfQ1/52jRc/nMWZa+DKN7h3r8o331cwnTazyzoL52Ikps4RT5/jH37xiP/zv/9eXesVvSeecPHGj8Jq7Hofu95TnQFm3E3DhscbHR496bAc1VmJBkjFEkRik2rT8Q939ni2lePWJZ1bl4JM+BxEZPHrdlLzuilaGk9+W+PJb6vcej/LT/73ZRoug59/uc2XdwoMih76RQ/zkwZzk4IVsdCDFtGQm+VkkuVUAjs4wA4N2KoNuXNkspMf0iz2aVYM+sOAGqc9wE1HPYoJ8sh2uDEdBoZmjjuJTBGDNCYdGpMBL6mFOBOLMY5PChznCkzHg1xeyig83pffn/DbOyeM2mC1YWUxyUsvzZKedtPsHNPqlui2g3RbOk27S4MWHUEtth2YPY24Sl96aIoAXBkoAfjasp+FOQ+jlINR0sG933W5+7sujY6N7XOiuR3KyepzoFLW52djhCcstESfvtmltN2lc2py/cVlrr+4wuff5finX22xvSU2BA2P4eDCMpxfsVk+p7O4HlZujd/8rsnOrsny3AQrsylubxW5vVViYdbJu6/ozGfd5Bpd8s0enf4E7d4EhYMuh5unjAYtFtYcZBZA1teyYDvct9jZtlQ/aToM8xMa166H1NzZ6PLp71v0hxYrC17SKZfcp+kPwacP8epyY3Pi9vkw+hqHD/scPRqw/FKYpZci5HtD7m43yOUGuBsOXE0HroGNc2hzdV3n5WthotNOeh4lw7PxqMvmwx4+KfsOuVmcCnB1MaxQHI9rHR7Xu+ROeuRP+jgrI8J1mNQ9XH8/wfUPEnzxVYUvvq5SORliN20mIj5efCXB+sUwB4d19o8aWLLp4tXojywl/raGFro/rjY2ZTO+0azgcxhM6W78LicHLZuDtqWSlRO6W7lWxHUp1oR8uUm+LJl6Fy7brQwJKZeDiN+FL+bHE/Ziml3MUY9YVCOZlGSDRqupjDMc5kwO8yZXpjRuLjqZmYngmkxTNnz8y8d7/MtHe2TmfGTmpR9P3OLS7zdSGOdK2WB+Vs5Bv+pKlD+TzaGQ34HuceC3HfgEYxb1oSX8tPo2e9ttirkeF1cDXFjV8Ud8aLqPYqHPkztlyrkO83M685KGtLwKo3aSbyv0Qa/d49aFGK9diBGNeIlEvBhan4bVpNnvqHTaoDtgOmIxHRmRjMyTjK5Q6fj5fLPGNztVhnaZAWVOHsPhHRdJT4CbV0KcXw2gRTQcEY2NvSZP9iUtKqkZ2bQQdLdLYU6nYjrpmI5mSjl9UyE6ly/NMTk3wbdf76uRB3qhTE1kPFx+NcrCus6D7xvcv10nEQ8zO5NQTmJxGlYqbeoti3rbYiFtM5+G7IpOejmkjvHnv2zwxb83uCLdMdfT9EZdDgoFTo5alHZs2gVYveRl5ZJX8c/ES9AbOGk0BXvpJhRoEdLFnOElk9bRRg5qpz2GvRHxdIBEOsDGdpPN7SbxmJelhRCJmJedXfmMN0lP60xmdMSQ3TwVc8yQnuAZHRYL02kWM2kaPYdyCvZ7XZxmET8t1rMLrM8u0NY8lEfynlb4/bc76oH2yrquPnuSwM01egykO9oAr9OlFtKT6TBP7tXYuFcjEoTlJQ+Ts048ElyNSw+6j27Xx+Fuh91nTQwR+BKQjDmIihAS0hl0vXQb0pmnqY7qoWlQFExUscm7N5Z578VlhbnYOK3w+KTM8UGL48Mmf/fOCn/7zgqG1uJxYY97WyW++XbI5qbB1Wturl114Q3oOFxBylV48Lireqh/fCHOTy7ECaSd2CnYPW3x1TcFda3+yw9X+YsPV6m1nlFrblHrjWj0/eRO3dz5qqPmlTdmeOXNLI1eh4dbx5wc1zHqtqzdePPdIG+9E6TUHLGbMxQBolEZ0muYzOhhZoIhlhYDLK/66WpuHuc0nhwPebqd59lWAZeh4Ro6WZ2Ncmk1znxGp1apUK9U1AajbOpNpZdZXLxOIBqk1H9GsbtN7lRcoWWC3hjxYFoFosq1U6qNijofrL7N+cU4L5xPMpkS9yZ0DZONgw4b+x1sp9AHRrhGLrWQk2uUHbCw/RbbGx12Ntqq4y8+7SMQ8qiUp5wDVy9OcfXiNE93cvzh3g79YUe9vqkpr0q+n5x0WcuEub6cwOeOUqiGOSo52DzeY+N4n8yUj8y0H5ds2rUNtdkXjehEokFyjSa5ZpNh3cRRh2xU5+1bM7xyfYqRL6Dm2z8c88XnkjYY8III82sRukaLntGm1Rkqc8Th8ZCNp0NO8oLYdyrH62s313n95nl2nlX47efPeHD3iFjSQzzlZTKlMzmh02x1OTquKozi8toSmZkZDrZO2X9WYORqQrCt+tW0fga7l1Bo1eJpnkjCIjmtEZ8MEk0mVLpo436NzQdVwoERoYBJdjJCNh1nLjvJxNwkk7NpfvHP9/iXf7pLejrMO++vEk94uX9nh/3tHJevxbhyLaaEK0lIiiFgRIiB4ePZdp2t7Tqa6STg8GBJArdvjY0DqsvPYCabIJMVJK+ITYJu5QzBGqBWb1CrN3F7PYSjETS3h5b03Q4tIoEw4UCYWqlK8eRUYZ7F+GRhcfnaJS5fvcjW7h537j6keFpWLniHJQLYGJU6tzbB3FqKoSnJD0Hc1XBrYTxamFK+pzp/JfWgOQwiMR/Lq2mmZ2KqIzefk+83pCWdRTgJhrxEon4WVqIsrkSV4Hx0VKRRMzD6XgY917hjrj1QHcfSjejzSwembHpqNKW2oSFuyvFeoT8gD6dBtQhuVVvqXvDae2tqpOOuUa+TP6rx4HaR3c06cwtZZheyWLa8pz3qtQaFfEUlnqIJP9G4XwmlkqYS1HS90VY9yNIbKshf05INX1OlrJSg6vaqTXbpW+wbHbXO80ky0hscdxC6ZWN4NMYtjvqEpV80Gse0TSqNEt1hi1DEq0xmkv4VZHdH3VdNRoam3M6CQxQknRwPeX2DXpewHmB9dYXs1BQPH9zl4f17SiRcPbdGuzvk8cYuz7YOyGQzzMxOq+8b1ENKyGy3JDkmG4E1lYSR7x+O+NBDbmVckGR5sVihVKoSj0+TSEyrfeFup62EaZ8npBLE0sckye9isUAhn1PHNxaRZIeIjQE13X5HudZFrJJ+v1A4proiZUQIc4lxXeHLZUt9RK8nIqyYmwyGKvko3dYDJdLKRrkIajOZDDMz0/SGDRrtksLrykaTjEKDnfXxSoJaiQGSiPN6zxKA4/SgiG1igFDpNqRne5zCfC5+yLklwuRYrBXUsY+AP4AuqWAlJklgdSzKjTs1x/JBbyCoyxH5EzEcbNNutLl49aoaOU+Moan6xsQIIBf4re2nbG1tqgoPQQIL8rhaLSuzZjQ2RyI5z+zsrBr5FiKKiAD85NEj9nZ2efO9d3jz3XcVGvrgcF9tXkg3s/zcp8WiEmKtkQiBbhKJFNMzGdXJqDbjR31qlTGG0+UYEfR58Um6TdWEOGl2BrTaAyLxCZKTM0oALpxK13xOdTRHInGVphXkuc8naeCgErEe3L/H/Qf3WFxcVBOLRVWyW0TJ8Xsm55CG13OGcxUxZzRS+HglvgviVRDogvoWcV96OlVq0qE22EVwbz03HbicCkEvhgx5b0SEep5EFTyvEn5Vym6M5G3UmzQaTSX+CQJdRDG1admTHswWttVWr0OS7JrTp0jIciw83rAauY+IKKx6VZ/3p44LO5UoI0lWERkV4lXSpNLzqzqqxyhoeW2qw9wxxkQrIfNMfJIkuwj5cm6qNLPCYo8xvmKukHSoGCnGJonno6lrj/Rni3Ai6aUx9lrWYSLKj1PJRucUo3lIv75Nt/IYo33A9NQ609PnITSHoc8i1rP2oEN32FEmtrDbSa8lqFbZ6POipybwR2JolkcZQMbi8njEcKEw2Kp39axn+wxh+1xtfJ4i/aNQ71avayzQy7ES/UmE8jHiXSVAlcApqd4Bo+f/LSlfQSArJPTY5BHwCb5TkubjPloRVIUQIIYC9UuSsKrXW0RIQWcLrSBCJJpQ81wAFpCtmM/F0CDEgee9xnLO/jFJPBYAlW541lP8x+vAcwn47AZ1dq2Q7y/nrVeuUdJrPRJxs38mWtbORD5bmSqSqTTBYFRtckonvBjjJV0popl0noqxaTjsKJypx+NUJAa3CNrSUy1I8rNkc7fbU4hGlSgVMVS66QMJvP7ID0Lu8+M3FtHd6jVJilZoAyL+RiKRMwFYeRP+KByLgC3XcLHGyXsgRoYzMRRJ8wtOXLDFDjlXxAirbisKxyx1D4bcfy1DGU8CjrEAPBKUt3SzKxHTUsdOGSNGBj6PE59bTERyPfaOcfRC81D4ZBFDodur0e3XlPDr9wlFZGz8kfdGPlPqOi2UuTMAyBjUPU72qiOq4vI2ttuB7ZGUsj1O9Q8MfNLP63arLmARN8ZmBEn6S02FYKglnSviu0+ZGkZCSpJrzlA2XQbq5xgL13I9kWM4OkOYj3vrFalCxGW5hrjlmI4JAPLvy/sqCXL5OyIri6Am1xFVo9Hp4JEeSD2kksADqUE46z+X1yKmHhG7GpUSe1ubNBp1ltbOsXju3BmxYKjSzQrzrSgNQyV4C02i2+2or6/WawrlvLS8SGYmo+411VoNlzuAzx9RNIWg34vXqZE/PlYj5htlSPDKpq6QxyShf0YgV6YOk5DuJxLWCeoebKuDPWpTLBeVaWnQH2GPpPbCgd8jGOohRv8Eo59DOqcF2SkJ4HZTutMtbr55mVtvXqaxv8PxvXvsHx6zVW/Rdwd5640PePv1Dzm6/yXH979k0OmhuQKKalDsFCm2T1lcnFFTrlTZeLJNZzhkZn2e6fkM3koHb7nN9kmTR0d1XKEQN167yMWrS/QrJQaVEscnOQ4PjwknpnjhpTeYmc1QOPmC05MvSGb/jOTsn7H/zTH3/+0r7nx2m8dmn8ejPv/tbyb4b38zyezUFB7HFG47jmb4sHpQePaQ02cP2Cm12Kr0Mf1+ZlezpOcnGQ1qjPp15qfXWJ2/pry07d4OtcYB+wcV9g8rzM1PMD8/gdfqMWpWGDYatFtOOm0XdXefumdAJBgiE07hszxUSw3KxQYnhb6aVsdJt+dBbnf+6IjopMatV1e4dXOF4s4hO3ee4NKcLJxfIT0/hcM1wuEWE1idXr+uTBsB6bTWRADu021I/7aF0bfHxkC7S70x4PBgSLXq5sbrH6hpFu+T3/oUyyiRSKeIJML0emV6/TKGM4zhTqjrWCKaJBw4Q+Tj5vD+YzXVwYC2z6PQ2UtzAZbmdJr1Aa3aEI9jSNg7xC9JezuIZXjZ2T9l96BIPBonMzWNHvJie/t0Rj0+/qLCx19UCaa9TK0EuXThBW5e/gumgnN89dHP+N2//z2z5xJk1xKqDifokxZUF7n8CbnCCbEpD7EpN4mJKIlkklF3xN7dbU6385y7tsL6tRWalQanRwWGxoBA3Ic/4lXmfA9ODg7byoDdHJo4oxIwsbHNNhgd1i/NsX55Dp0kVKOUDkw+/vgeH310n8CspmZuOsrqVIp0RLrYBzilRzsSVjhxs1/DaEvdR4OSUDTbJslMmuRMmmndR8bvpphv8Lvvj9k6qZNaSDAhe+4jTU2j2+SoXWKgGSzPTrA8l6JR6tEod+l2+/QGYvx0k4hPKmNoX+7JQ6mP6+MRnLvtQjN1eh0fH3+T46Pf53njR3P89H87R1IfcXR3l8JWnnrfoiFp0I5FpW2RmAyztJwgEHJzeFLk8LhIOhkaT0LE1jg+74hm74DBqMLMzOtkZ17H1a1B7RCzV2FgSTiozbd3Snx7p8zsuVUuvXKVuDbEfnofrZHHe2EGz4UZgqNxCEVqCgXJK8Eil2+oJhyCcEhITQ7KJQe1uk1dzMxdk1a3pWZlfpHL59YJOaFXytGtFCAiTOSA2ivy9BzKaP/pN6c8zTVZuOZn4VqACT1CSo8yMC2qUq1km2TjbrIJF4dPyxw9qzAxGebilSzx6QDNUY2uPSTheYW49xW6+Xs0Dj6l3szTtNy08RAJ+giHhGjjpm+46fR6NNtlqvUOhyd+NS27Q5Muly4m+NHr8yzN6lQaOar1HMUDh6IgtmXN6RwoEXZpKc1EKs7Xn5zy1X8UCMQ1UkIdnY0wlU4yORGjI9VdzTZOs43HatNrWRTLsvZ2EQ85iIfAK2hv2829pz1+9Ycmm0d98Nvgt/i7v7rI3/3VBVqlKt99+UQ9uwpmfWIuxLAvJKAGFcER10akEgkunZvl0toMhlHHHNaong4pnQw5Ouiys9PiON+lLcQ9ued5ROuCZHKC2emsMq2USgeUioeEYzahGFxfneTtywtoXTc//x97/PrXxyRnNRKzGuWyk+NjJ92BwIJGOP0WgYhGIOogFvaQCHuZCDsVGVCooD1s1fvbKvRpnvbU843HbxMKeVnMZFjKzPDVd4d8/d0h6YUoN99dZOW8TiBQRvc0ibUiRJtRtrYLPNw4xBPXWX1xieVr81R2K2oGWhvD3yHo05gUSkdPUwTAB7dP0dIhHOkgR3mDzcdtipUB7pSNOwVBO4FuJ6k1ehwWK2gBk0s34ly+luDGwhTXF6ZwtC365QH375zy2W8P+Pr2Ca//JM3rP05jNxt0jooUT7oc5kVEtnH4NfA5OTgacXBkkVlwcv1VL4mkg+37A7buD8lmo8zMxhj0hpRPG5yKAalsU5Itugkf+qSXn7yX5W//dIGE3ePkzi7FjSOWX1tl+fVVCvdz7H2xw7ONGpsFi92GTcWjqZGQWjgo9bTT/PjtZeYmAjz97hlPbz/Dr+kEHEHu75p8cqfD0OfgL34a50d/EiY+GBAbDBg0NDoNF0fHfbYOmmzstdjuwE4HrrwQ5rVbMQatEV//us7+Vof5Cx41zZxJI2dSrVhUGpYS8196P8zL70c4n5zjQmqW/bsFvvyfD+kO+9z62wtc/2AB+7SAXciTO2lzeNRVtTuxhI9YKoQ3vq7mH3/xiP/+/3zN4438WACOJVy8/l6Y138UxlEb4KgPGHpsumGoWRZPd/psbg+Y83qY83mYSqWYzGRo9Rx8+fs9NjZyfHgrwQc3E0QEtSMbMA6Ltg/qDpuDO20O7ra5cDPNK386S9E0+NffHPL13SJGXcOoO5lLjNRMJZ1MSvo1Ih2mXvUBGHgt+j6b3eqQxydDDgtDOhWDTm1E1/DRHXrxaWM8gsclZka3cjl3RyKAGPTFRTDQ8I8cJEUE1j0srKdYOJckl8+TKxRU8fzC9CSaw8NXd0/56m6RmNdL1OsjMxVmfiFKJC6YnDIDs0Gz5qFZ9zJwDzD8PSUAd+o2vSakYj419ZpsevRI6E5eWNFZmPMyiNhqtu4bbN8fUm/ZSAZB/L9OeSiyRpyfS7A+l8QXNTD0JiNZ4FakPxKml2fU/P52mY8/O+J4r41zOL7WXVpzcmlNY3ktyOJqiNPaiE9/V2NzZ0gmFSMzEeOw2uGw0mZm2sGNCx4mkpCrdclVe1RacarNOJW8FK5XcdpdFlYhM2+PF159i+MjSSzaOEcwFdWYm3Cyct7PyvkAD58O+eq78UJtacbJVGpc9OMQB65u4dVtlXy0nG76XSht9yhu9chcDpC5rHPSNLn3rMvx4RBHzcbZgKhmq7n2YoyXX0uq7sfdQput/4+p93CS6z7PdJ8TOuc4OWMGmQBBUmKSrWTZ8rVUdtm76/V66/53e2/dW1u11xtqLckiRUqkSIIAASIDk0P3dI6n++Rb368HtMn6OEXMoKf7hN8553u/93lPh3TPPXp1n5RkcOd0lipxthazSnA8nNgcThxO98cK9RsbhpRdnUraZPOdNBvvpHn4dMjDpyOcsU6aGMVsjOX1KOWqyf6upSqWMsmWonjimJq6DG2PSDSFGU0qt8V41CcXga1CilTU5FFjwqPGlOVcnKWcuAs0PD1gEvg0+7aqwNYJpho5yV2Maio/OFGU7NQYEcPDNH1iCZ940leNfBF/W03oD6RCbi1FeG8zysJSFtmBLS/KP//LIf/7X46ozEeoLJhC80V2kmAuBY3Zb/ssL8VYWYrj+xq9fqBQ0OlIQDYaqtwOqaEe0gp9Na12djCm25iytRZjaz1KRBw3iRjttsPBiwHDtsPWWpqttQzDicFwYlI/G1M77eNPbD54M8sHd3KUcpJjnKQzHrPX7NCdSGYgarKmbPqUIx6V4iLl0hr1vsn/+LLBR4/apAtTUvkpZ8989r8OyOkR7lxJcGkjhpYzVK7JgQjOtTGdjkyH+tjTkFjKIJ4yWSgnWayk8CaCiR+QjJvcuLnC5laVo6M2h0dtavUxtYZkburcfjfL9vUUxy8sjl5YlCWTe1mEfpdnT5ucng4xLnKWynmPSt5nfi3B3FoaMxHl3h8G3PtswPJGkeX1AnYo+7tHpzVmcBowaYfMr0SYWxY6QYinidgpeZdRNT0Wj09IxCzmSykWq1mFLhsPRqoJly4mSRVSvHxhqSoWTba24pQrJidHY5XNXV5IUl5IMWz51F5OmQ49smWdbMmglM1SzGQYTQ06Y105wUy3RSIUNPAWV1a3OJ967PUnPDlo8+Dbmnqgu7md5o3tNG3boiOYD18eoEUANmZZoJkE+89H7D8bk0mGrK2YLKyISz9Gohql2ZK4AI3jA4uj/RGB7TJf1lgo6VTLMqyRwXESSiQejjy6gzH9wZjBYKJc5H96c50fvrGGbQQcjoa8bPZ59qKn6j/9ZIt/+MkmU3/ANwf7PD3scnhi0OiYXLoUVbh439CV0C55qY8fTjjbd/nrtyqq9AJMUh77jTHfPOiqrJgf/WCZH/3JMhPnhIlzTNdy6FoGtYbOywcBL78JuPPuAm++u0CjO+DuwyOOjrpgoTI6Pvxhjh/8MEd3Ku5gydC26dds7I7H1cUyV5fKzC9HqS4bdJyQB4cuj/anPH/R4/mLLroFuhVya7vM92/PcWMnx2Qq+bs9heCXvDpNL2AYZXRBfqbb+PE2Rydtjk7bRMiSjhbRQo2x08aye0I0Utm+W0sprq2nWVrIqAdjYeuK+/f58YixbSlhL65HyRhJ4kaMSehjhT4nBwNO9gfEUxEqK2k1addruhIPxvvvLqt6cXDGV9/sMrHHrK0nWZiPK1xXvz1hay7H9bUSkOGwkeDgPGC/ccxe45hqIU2lkCYijXbpmAeByn0STHxzJPkrE0LLJzaF1WKSD99Z4K1b87ixJG40yR8/P+Gj3+zh2Q7fe7vCjes5BlaP/kTyiKVZm+D41OOruz32Di0yRYN0Uef2rW1u39rhxeM2n/x2lycPz9jYSrOxlVEY8mxOJgktmpK1Y8TY3Npmbm6Zxw9PePLgBCM9IVl1lINBm84RWnnOz5qcn7WIJV3EBVxeTLO8XlVY2qcPe8pFHdMdYrrNznqJ6zsLrK9VGPqhwnff/fKMu1/UWNso88Of7KiBlc8+fsrTbw/44E+rfPgnFab2kHa7w9QJ0Yw8jpfim4dNHjxoYoY62ai4PgWtq2G7oXKMiJN5aaXE8nIJTZM1cqwEpPnqHPPVeY5Ozjg6PVM5l/liXhEv+mMba+qRS+fJp3OMeyN6rQ4DyXAbDBSy8ebta6oOj0/49vFTWs0ugbh1Al01UROxJCvbBZa3RbiWPN2GElESkTyJaIHOuaDVLKaWuDgmJFMGa+tF5hazjIZD5SbstGzaTVthYavzBaoLWUpVyfMyqJ/1ONht4zimEpUSiawabhKHaiCwvdAlGpN1VdCuJtbIxxpJN1nctr5y/gnqVHq41sBSMSE33lrk5lsL2LZFrysO4B6P77VUDvDq2iorayszhFgsynDY4+j4gE6nqdyoybQIAxmFSpamv3LWeUI8SCqR67VXKBaNKWFRHKIzp5XL1JswdScKXx2PppTzzHPHeJ64aMQBPCJfKKpcVJH+270GYyUAx0nn43QF0d0bqQbKQAgPI490Jk06myKRSCsRzZ7YjLoD1Qzf2lxiaaFEQ7Kez+sUS3MsLK2p4b3T2jmn9cYMJxuXTPWaxgAAIABJREFUZvIsl1U5pfuS9SoZWY5yZFbm8lTnckTjIYE+c+wKTk4qk6moEvqO4JVF7JuvLiskZKtVp9WsK4SeNIpFNBTBOpMuKGKM1Mga0Ou3lTOqdCEAB5qHLyiwmKEoBOI41nVp0HvYrx2i2kwc8oXKI3hb11X4axHOcjm5P8wqfLZlD5SYrxyfSkiS4YiL0maYWhGnXCVQSYam5F9L01ma03JMiaAm2bY29tRR2GgRIeWhSo43acKrvFhZIy7kj5kbbybGyvaboXlneFqV1ajujW16rR6+67O0usry2hquK25PaWZH1OCCOEDb7SatVmMmdAluTO5HhR9FhFx+hXxhSYnFSjAWLGngq7za05MTmucNtq9cZvvKFXWeSeNcfqZQKCiRRFytIub4vrjMdJUNWiyX1e92lBvLUXmI41FPubdSMcGWm+jKvQaDkc1gNCVXqlKZW1KOO3F+Cb7ec0OVwZjLFRTaWnJ8ZXuJo3p374WqxcV5VSJ4i4AuQtRF/DIR5Yy9yEtVBkJxEIpr21UijcL8XmSeinAq+oQ4aUUcEUFVsMnihhaBTr2+WgNmblGVn6vPoipmCFURk2au8Bka3FbncjaXVwMcr485QhsC6eLInjZVhqrrSbNaHPIyhCG4U3E1irAkQpQ0Vc0LB7mIPCKez9zg4maU4+S1gCPvXWHmLwRsERflWJTPKKKPDCKMJcN0KCJ0+N3QgQiSMjAmwq44ZZWY/R3MeDZ04Hq+2nYieIsLUVCysxxkQfM7Shx2p23cyTnOuI4zqOFNupSKC5SK82iJEn6sKABYBGEu15ukaZCQ/Cw5vq2JEhCzxSLxdAZHcgddwWHPRDV1frki3Equ8wxf+50I/2+cwK8FYIW+VaZclbirjrdZRqpi3KsnaSWQXojAM3fgTPyUNUI5YQW5rIZxZvmsUUMibGbnssqYVaK0iIeSBzxz4ircsyeDHyKkRxRaPp3Jk87mFS5ZIZOlmfLaMSskoovjSK4FMoAk+0mJv8q1OTtOX3+umatZfr9s+wtZX5ytYuwOwtlASSSqrgszR7NNf9hhIFmWIj5qkEykyeflfMqqa7/EaOmhqzJwZTJLsO2ErnJPilCuBgrkvFAxBkJNENLXjJhmy753HHRxZ6pnHnH/Z5Vz898inZUYqb0WgIUqMlT1GgEt6+lr8fe1s1sGeGQfyBYTB7AIwGqgQTDAKqJD9qkMkpjokrEng8kSoSJIbkNmBD0cRAAOSciwjQjACpA+y8SV/N0ZxUH2u09cMmVFhFVCdlR9xqkM1Mju1wUBrePYQxznAqUen6H6Beks21sNhwjS/CLTVzl/Z/7si1zh2TGoMuJ1uQ7KeJyIkIEqQT+LACyTUK+zg+U4U3tZxG7BMGtRhYsX48Ist9mUoEUkB1jOfbnWzNDi8qZf5xnLsXHx/yqnXoY9ZPBgNlKkRHWhfvghjtz26DrJeFTFBw2HfUaDgcoCzuTyygksQrgMn8y2nUfcFDqYwWTUp1E7ZTIeUV1cZG5xUQ2WCyVDCeFCsJC9KWtvEKrroGCt5T6x0++ogZKV1WWq81UGowGD4YBoVO6JMmrwSg0ByLWp2aTbaqk8dIkBMWNxNHFFKwz/TChX50wQEI9LzEJM5TrqjDDCEf1hl/6gqwRgz5GJkJCY4RHRbTz7GM8+QRdSoGj5bsjUkvNC5813dlSN6qc0X72g2erQnIR4kQRXLm1zZXub3tEL+kcvmY4d3CCinHwDr6MqnyuSz5cYj/s0zk9xApvcXJlsqUB6GJIahhy0LJ41R0TzGb7/4XUVt3Hy9BUnz14pnLmWiFAoFlmaX6WQlefhZ0zGT0nP/Zj03E84vnvMi1/9kce//5oXzoTnjsXP/495fv5XcyzPrZDSVzHcFHa/z7TXYyLxB61zvj3u8vVhj2kkxvq1DVa3F8nHbPJxm0wkTzpawXamNIZHdMdNdZ32Al2ZEvJiXnAt/MkAz5Kojgj2NEpXm9DTpuTSKZbzRZKG0BBneOb9gxH7+yNFn4nJfWxEI4haRNIe124uce3mMtrUw+1N1WBGUYiSmQj9oQzkDUgkdRJJQcS/zlSfZSjiRhgJLUdqNFLimDixxXigmzm2r7+rqtd6Qu34c8KgT3WxQr6Uo9s8ods4hXgBPTNPKlehkCuSTspQ4+w6dPTgmaqOPWUsz9XZGOtLaVW2AA+nYAQOCX2qiHBRPY0eJqi3x5y3xiSiCbKpNNGEjpZwmATT7wTgwnKC9esZrl+5xls7P6SanOPup/+drz/9J1J56eskmVuYZ2F+kUK+xGg8ZTS2sYMadlCnVMmzsraB7uvs3X/O2Ytj5tarzK3PYcrK58pAk/A3XHzdJ5vMk0sWePKkw72753SGU6IFk3hOI5eZkMtM2bp6VVXETjI99TnfH/Lxx8/43e+eUbpiUrxssrKYY6NSVGRKeyL55w62kD70qOpTpRKy1k84qTvUmj7lpTKlpTIb1XkuVeZp1vt88odveXV4xvJORVXW9ci5PpY/peVP8Eyf+WJamTW8UYA7lPzPCfXWUKHp19eWWZiv0O026PWaathT6AZ6GCHwooyHOr/9osFvvzjnR3+xxr//x8tKAD66/5LTZ2e0hoIClsGcFJgpRQAz4xp6xMczRvj6kEo+QzWfISrrrxtRz4ZBbIiRcFlduMLq/FXMSQ96ZwTTkaInWLbHvWdd7j3tsrq5zc03bpENbSYvv8Hr14hfXSZ+dYVw4MLAZSzD6LJPPVdFSJoxj3RCJ5UwlHt0ODAYT3QmnoHlQKvTVnji7c013rh6hRQ+w9NjhrVT9HIOvZQnHIcEPZ9nz4f86osm+60J7/+syHs/KxL3AuKuRJB5HDRdhVveWUiwvZCgcz6g3RhSLqTZ3KySKkRouR2Ggc1y/j2W8+/SfPmA44cfMRg3CbIzwVkitgppg5EF3WGoBuxnIrBDo63RbOmkqilSlRQLZRGbdTJxn4HVZWj1ON0PONsPCcVwVNUpzsdZXsqTy6T5/NdtPv9Vm+JyhLUbceaXkuQEUR2Pq5znXnuqHOnZeECn4/LoxZROL1D9sRvbOQzJJHbg+YHDl09sds8dLPlXs/j5n2/x8z/fZNjo8eAPr+h2Bszv5Civp8EZgjukNzBo9yMqxrBSyKq+VDzjkEi7s/VnEqF+YvHs6TkHRz0VuTYMw1kkoAaVyhwbK+uk4wlqx/uqtrbTXNpOc20tzRvLgsmHj/+lx1dfDoiXQuIlQR1Dra4xtHx8zVNGjEQuQiIfYWkhxepShnIKRWuMhA4jH8aeRsSSkkE2m1EwxohprK0ssba6zN2vT/nq3plyu29crrC4HqNQHVMsTVl0Syw5RV7snfPNs2Pi+QTX76xz+foKzx/VefGoTqqiU96IqujSoi8Z8A4PH/Z5+LBHW4/SMSIqUk/y2K2pT2IuQrIaxevHcfsJ+krnGJAqwNsfFJV2s1ZIsFaIE4xD7J7H2YnN7uGU47rNlTsZrr6VxpV7klqL08MRz1+5nDVClesbyyfUMTeyQirzAZvbgRqe6BybdI4jVEsJ5spxnKkQ3gac1iye7trsnXnEy1HilQi/+Pkq//A3W+SDCXuf73HyzTHXfnJJVfvJOce/3+PgZZ/dVsBuFw4s2Lc0ikWNYknjykaOO1eqVLNRzk/PaZzVqcbSqu6/8Pjvn1tMYiZ/8w9z/MVfFShYAwpWn+lQYzgwGY4jDJ2I6iUft/uctAdE4jqplIllSYSZ0LNkDdUoLUq8rE2rZdNsSMyQmBBN3v+zPO//NM/NhU1uLm5Se3zGl7++x8S2ePuXN7jxJxtYx4dMjg+YjMXkZahemBBa5N5PK26iFzf57//rkP/yfz3m+YvOhQBcNvnwp1k+/GkOo+NgSLix7tJPubR9n90jCXP3WAg05kOdlYUqK1srjB2Tjz894NHjc/72Z4v87Z8vEJcHuq6FE9pM4x6W6dHedWi9cli8XmDj3SrHI4//9UmdL7/pEFghwThgrRCq2pyPs72coVyQ5v1E1SQSYxKJc9xzeVmzqAs3vBsy7YcMHZORY5KJhuTjIcmYRkQaQxGd/tSlP3VmB89YI+JqFANYSMW4frvK9VtVzs/rnDfqRM0ohWwBxzX58mGXLx722FnOs7NcIJuNYMYgkvCIJ22MqCCoQ1V6JsAs+Uwcj27DZdAJlPA0X0nSatqcnI4pJg3e2smwsZrASvqMk3LBDanvh3T7Ab1JoLKUJVw59G0ur1W5vFpFT04Z6210bUwFKIrjoFgiLBS5f2/A55+2aZ1MiIYBGTPkzRsx3rweZ0ss35spztoO//v3bR4+tyhmMxQyaXxTQzBFlXLIyqKgWD3OmmPOWhYnzTQnrQyjro/Tm5CMOmzsBCytBrhWgCt447OQk1Nx92ssFAxWqgaLGzEWNmK8eBXwzUMfzwpYLgUsFCFdMsmUTaJJXZUd6IwcmUANGJ1ZDE8tipeiFC9FOG4HPHjmcXzg4TZ8tK7PmriMs/Dmn1Z5+2dLdKc+n/2xqSqp6SR1g3Q2IF3wKeZjVPNpUqk4nTCgi8/JsxEnz8ckHViMysSQQW7TILtlcN72qLcFi5Giks2TikcIDAvXn3Dw0ufwhU+xmmRxPY2e0BhNbIZTefSUh1BNiWjOxKKajHBjvkAuHuMP+x0+2++yVU6zWcmg6x5jd8zYdenIhXOiMekFTHq+EoDn0xqlrEmyFCdVjJEVwTltoABDwZhOz6XZgEZDpo0NCExuL8d5dyNBdTGDX83TCk0++fSETz89JpNDlRkLCQ2Zhg4ZdmDUCZmbizI/J1lCusKNSLZSGod8RC6ki1zfXuJAcEXnbU6bIzq1KeOOzcKczuKcjiaZPJEIw1FAs27jT0J2VrOq6h1NVfPUons2wnAd3vt+ivfeTVPNy0U1zd7pkC++PadlTVjeSrG4Eic1cUhZkvNQpFStctIJ+X8/rvFrmazbjLKyFeXsuc3e1xPiXsiVNZOVpQjkTFXN/pRWf8Kw5zMdgjMBXW7wYhoLcwkWqgnskUuzNiZhRrhzdY5r22UkxFYw0V9/2+YPXzUk0Y43v5flyo0U05bHpOVTLKWV4FA/t/n9Z3Xlsl1aSrO4JA6tKRHTpjgXo7KQIpaIsPd0xN6TEdFMgmgmqVBlqrFvOdhdH28gwr5OLGlgxDy0mKf2z9gSfIjgPgUv6Kmb0cVCjnhU0FfiQp9iplJEUin2n7nsP3MoFDXWLwkyCrptWwklyUKMRCFG48Bj794U3wrZeSPFxk5c5RFKWU6E8VTyN12ibpcUE3bWtrm8ts3L1oD7xw2eHnbYPZAGgc31jYwquZkaa5bK2JOGiwh2kp0lzZPGiUfj1EWiReU4mV+KMb+VIbuYZHdvyqs9m/rphPNTC933WSzpLJVNVlfyKpvYC5NYToJac8LufoNarTtrirsuH2wv8f72IiR1WqHD4WDM3YcdVf/5p+v845+tY00HfP38gIPGEE/LEEbSlCtxStW4wmN0JzKUMOHRVxa1lx7/7gfz/PsfLOAmPFpMOWlNefVqqtakW7fFaZkHvUOodehPprQFadIOae7HaOzHuXyzxJWbRQ5rPT776pijgy4RHzJRnXc/LPH9D4sMPYf6YKxuXvuHU9yWz/euLfK9awtkyjrRQqhc1fdfDXnwcszTpzZPnzpoAw9t4PP+zTl++v4K771dRYuP0OJjxn5UZRIfHo15/qzDxLXZuBZnbt1k77DD/pFMdscx/MwMbyh/z7SwBwF2P2CxaChiw9pKibXNFdL5Iq/qswzgRqtDo90mHYlRTefIxlIqD6gz8midd2mfd0nlYsytytS0ycHzMZ26y09/usJPf7rK7nGdr7/dw7ItllfEQRvHm0zxLJuVUo6tuTKOl+Rl3WC34XLSPuOkc0YhUaCQKBKLSBMyUHkb4k6RUtO7Ex/TE5x7wGo5wfduz/HG1Qp2NIkdSfL5pyd89M8zAfjd71W4eTNHZ9RWVaqUlbPxrObx0cdnPHnWpjCnUZSoirU11tbWeP6wx2cfH7H3tKUctrfuFDBiDmbMwRZ89sQiEomzOL9FLj3P3a8O+eqrAzLVkLlNyd2KE1pZ3GGK5umA5ukQX0a6TJvqcoqrN+cplLO8eDRQ5U/GBBOL29fneP9762xulLj77FhVt63TbWts7yzx/g+2VHP21//jIfe/fMVf/nKRn/9ikak9mLkcHDCiZTw/wx+/qPHHL86IaQYFwbQaJq5v4EqMuOeqh86l5TJLS2Ul/rZbHTzH4fL2Npe3L/H42UuePHuJHjEoVUsK/9kZiPtySjFXopQtKef+dDhmOBypBtnIsrh+c4drb+xQq5/zcm+PTruH70iDTlBjKRLRFAsbaRY2UljTEa1Gh0HPIpMok06U6HemDDoTlS03Gg0wDI/qfIqSONSVEAPN+oTa8SwjdnNnidWNCqHRJzR6nB2NOHw1JhrNcGlnnaUVyQwVfGMS2xniuEMlHInYIiKiNAbtiVjiHEJd8IXSUJ0hjUUclSb00lpC1Xg0Uije2smApw866vcsLi6zuLDMwuI8CwtzTOw+e/uPqJ0fKYFFmt0iZokLUIQMafirPNikiLBJJYAaxixnVFx6IsYo8dCxsX1XlWnEiJoJtfaNBm1Gg9Z3qM9KucLC4jKaHioBWBzAacl0LiQYjSRj1aZ1OqB1LMNZE3W+pvIiNmdJprJY/Qntelu5wpaXs8wvZIiZUSXuJpJFkumyEiGnnoj/E3WctZpNJRKJaGkLdqonRApP4RmjsTir6/Osrs0TaBPlqB1PBheuZp9IJEs0ksWVLPvxhFQyy9XLN1hdWefVy6e8fPlUZSoqR63CZAv6OqlQ5NlcWqG52t2m+l4+PzfD6sq+M1x1j5dOC1JZGngi7kgmrZRHPltQDT4RlQN35n4S4Uc1y+UiKE4sBRGVIYELN55CZM5EYIXjNCIqz1JcsCJcvhaqFhdnuEcRQkXUUcKqpymn5YzCK2jZWSam4ENFTBUxQV5LHFcyQCUHnjjsRIQUR6ngmUVIFME+l88r7LGInspFr7azRI6I+1icnzPxSpzI4gYUC5agSyW3UFyP8r1IJEE2u0A6U73IR53ldsotwOuMQTnuxFkdicWUyCcCtgy3ZdLiVo0pnLU4SmcuxVANhcg+F4FQ4VrFwSYZm+JQMyAm7jwRYpSg56nhEWmSZYsVStUFdEOa2oIvczg5rnFyUmN5aZntS9tKLBK092Qyottv0u01yeVSigQhgxbi+pNtqrx2SjeZbUMlCF8gc5ULTRyA6hgQNPyFY0/hZmdCl+R/iptO3DLi4Jd9Ia8rueTiLpTYoe9EJneG9BZRWuIy5Odnrl0RjTPk8yKUx9X2lN+njq3AYzyR5q3keooTVUQmyRtPE09klBNf9mUqKUNGOaKR+GzQZSDrmwjDkZnQIbmkQchoLJhy+Z4MEwgGNqL2jcpBFbS45IqKqCXEhuGIbrevbHKy/iiUtxFVWaozqLC4Ci9Q0LLtLsRVETZFCJX9Ksf8LJN2tnlFmBUR0PPFvT8glCwSyTmUAcCIuLANQiXYzbKNZ3mzM9qCvEeVj+p7xGMm+WxarRd9wTZOZu9d/nntMpZzVM4TJbxdZOPKe3kt+P7brGD5M/nrcs7N/pm5bRUeW8yIIu5eiMAqr9VzlLArpfDDSlgVd+TMTSl44VDcvXLNUZnB/5r9+xrZLohylaGsfJSm2o+xREoJVTIgoRybWkgobm01cCBu6tkgwczdLCKzoMZfn8Mier7OLJ7NDcyczDP3sMTGy/mq8N1KRBQBUxzzQimYYa17vbaq1xmwkvmbSudUBrof6Gp4w5DcaGkAaYINlq8+hpSsmxcYbnUOyPuV9VKtY/IbZuL07HyQN2cSECMg+l1+8+yzyXb9VwS0ZVlqnZNsc7nuzQTgC/j4BXLbv8hhVk8QMnQhwxev1/CLhHGRf+Tdy38jFyXRB7IPPTz1vCafISHis5z3kvsrp7x6LhEhW8gZEtsTkIhEVfauOseiUTWYIWuTDGcogVE+m7jEvakSR2MxuXarA0kJ1TLoPbFkEEsISFMCfxY5IFtpNpQxQ5eLUC5rgIjz4jxW21WuA7rEQ8nQw+x7cvCKK1ZoCaFCPpt4YQQvmAnBhggVhuCPX+83wWbLMS7NvGCGzhYChix5Kj9XhFgZVpATV+6fZw54hZiWrENfU8KCZkTJytBuPMqw11M0lmwmQ1GoDzKgJvsKbXZPYjtEhaAS0VUu73Q0UJhlOd5loHF2XMp+lbVZjlkRzGXtMlWuuAw2DUbSWO/Lj1CZEzGuoGgJMmgq54+8lhzNjhKXZBDQwh5bs4x1Wb/MuJL5AyEYxCTa5V+vg3JNEpHbkEgVTaJVJAd1ih9KHEOAPZFoPV+RAXXfwneP8J1jjNDBVIuHtNvkXI+wc22FnavLTPstevUTHHHOR2TYIU4i6pKIOGjTCZo9VQOEIytQ8TJ+1MKPjnHtGI4dI/DHhKE8N9pquFb2YcFLkvdSHA9sXvQnJEoZ3vvwCteuLXH/d99w/3f3Wb68zNXvXyWfjRP0+0jwXzw1UWXk3sbIv039wRFHn37J3lffcGhbqt7+4Txv/+k8C+U1svom2sSgX3vBsLGvEMBRX+fLVy0+enLOUIuweWNrhg6uGmxVDaaSxdsYU2t12W836LkTFlaqLCzPEcowkZQtGa2Sfys0OekbRGl7Fh3XUgLNSjlPNpbAmYZqAP/Zky7PnnaVGLpQkcECGHo9hZitLmeZW86ysrjG6uI6qYREZLSxxi0Oj885OqmzulZhda1MxAjxHbnehKQjRdJmkfN6k0atRaPZo9UeqmGbhZUyCytzVKo7qtq9PWqNh4S6xfxSlbzEybza42x3l1i+QmZhjUyxSjadJxGPqzx0351w9O0uRw936UwtLAHvpUxW53OszmcJtbgazkCuI84IuXNPCkY6mlbn1dQTR7lEY7kqRshM+9i6w69+1+FXn7SprCa5dDPL1e0Nrq+9QTmR4+nD3/H0209UXuZkIj2TFdYvbbK6vkk8USSRKLK//xn7+3+gWCly5cYt4maCvfuPOH72Ci0VQUuZLM5l1PuUPuNZs0FnMGC+sqHqy89r/PZXu5y3RiQLEQpzBptbPpubPkubb7G48TZu16Xz8pTabp3790+4/80Ja28nWHsrwdxckrIM5/kGveaEbnNKa+jQGsjzpMbWlq4EoBe7DnsHHsWlHIWlLNc2b/DG1m16jR6/+5eP2d19zvq1BTauzRN3LVWeaGpxgyCiExfENAHxIK6qVrd4tt/D10xuvbHOpUtz1E93OT95hR5JEUsWCEOJg/Hp9x0+/6rDZ191+MnP1/n7//MK5bTL4f3nHD05odaEWjOkMrdAeW5eieEHp00sb8zaVVi9CuW0iGwZui2Xg/0xo6lPZjFOfiHJajnPailHRJxdgxY4QpCKqBjDbw/HfHs4Ym1pi5tb10n4Nr39b5mM6iQurZDYXqF73KV33FHrqYjz0nOMxjViCVm/dUy5WZDB/lD6sjF8PYYTmNTqDc7q52ysLXLt6iYJz6F/cMjg+AS9XEKrlJh2fCbnNo+fDfnN3T5nI4+/+U9L/M0/LOK0GritJrvHNg8OYGCZ3FhNc2M1NYsZCSWmMU4ll1FmlJrdphfY7Cy9x87S++x//YBvf/cxY6dHaj1PdjNHOeFTSnq0ug4nDUcRYGWYT4bRR9ZUicGXb+5w+cYO3rhPa2+XoRCJ9BBfD1Vf/2TfI1mKsnAlSXU1oQiGiUiEux8PufvRiMVLcS6/k6ZY1jFcj3Dq0joPaNUDirkkC+UUpw2bj75sctqc8rMfLPGzP1kmHDqEI4n70tg/1znretStJvVxk7ffKfP298pYzTF792qK/FC4lKawkiAqrmJvjGVnGE6LjIYaVl+uQ1OqqzGqa+LALVBJF+g3LR5/e8DeQYOxpmFpOn1HU1UsVFldWiURjVPb3+dsf5/3P1jigw+W2Kx6zEV7BAOHF0+j7O2ZOKaHHfFUBGiz4ysRXRzuU9dTkZGJfJytrQJXdorkYy5B9xxn0KM30ehNNZbiaZZiaUaOxcmozUT3WFydY3F1ngf3Gzy411AoZrm/SJd11m5orO+YbEeqbJsVXuw1+Pr5MclMjNtvLHNlZ4HPvjjiD18cs3a1yM33FlnOa2T7PfzGgEcvbL59MeXxmc/jM8mCnt1zCKUoW02RqaSpHzicHzgqWkzylUsLJu//sMid72VI6hMSmoU3DnDEOo0g3cvEUiVSBY9k0ce2BPXf52BvxIP7E+X4zVQKqiT7N5PXSaekjzAibgSYdhHTkQGkWUa23MPJ4P7x6YhPvxpy7/GISNkgWjb561+s8Y9/v03asXny8R67Xx1x++eb3Pr5BuPdBs0vjzg9GHLYgVcteHAc8s1xSHVBo7KgUc0ZzCUjpOOin7kEEZetVJJL6RT3nnn8108njCJx/vY/r/LzX1bJD+rkhnXG/ZBeX7LZS2TmlkmX5+idHdE7PeTRkxHfPJowcnRy1QSpvOSSzWLomhOL5mTCWd3n9EiG90z+5MdFfvDjArdXd7i1ukN795gHn36B7Yy48eMbXHp7g/ar53RePVc59+lUHm8S0G/16XfHBKVF/PICv/5tj//vv9XZ27PU0GdYKBq89+M07/0oQ6znE+0HTAyPXsqjE3jsnjrsnbhUbKg4GiuLFdYvr2K5Jh99esy3j5v8u79Y4O/+YhHTnjJpDnHDKUHKI0gI913DbeuY1TiR1TivWi7/8lmXB49HaJIL5vpslw22KyaXqjEuzScoZk3GUZtxxKHvG6rqA0/lVwob3JJsxR4MXZ2Rq5E2NfJRyKZ0khlDiSyNvkOzZzMQAXgiwd6QDzQWUlHeeKPMzTcqs4eofkchvsQtJKzx+09G3H865s7lKneuzCn+UKs/JNAdKvM62bxG7WQrAuD4AAAgAElEQVTK2bFNogK5FQ3HlxwFj37Tp1pMUC3GaTRsjk8siskIb1/JsbGSpG/YDEyHXl2jX9do9wLaA5/RVHJm5KbdZmOxxMZSCT1uM9Y6JKITtrMRljMRGkaShp7k8f0JDz4fMWrYysVZTIbcvBzlxuUI2zJ5spXhpO3wv37f5usnI5KxGMlonEI5SaEiE+w+2cwETbdptqc02xNencV4dRpjMgoxbJ9MwmdxJWBuPsQMDMxAp9kMqdV9lXcrQs5yRSddjZCuRHj5Er59EEhoMRulgJVqSHExQmkpoiYYpAZ2oDICRmNfTUdJxec1Egsah+cB3z6RcO8AWzJ7ByFvb+i8vW6w8f0Sqx9UOWp4/Pafm3z6mzZLRYOlokmmFJIsCjrcIBmPqwexYRgwFPFTJitOPVI+lGOacgtT9AhL0pwxcQMTPUgQCZOqweMbY+xwQm0/oH4QXAjAGcyErpj7I3F6+C4TeWCVsVrHYykT582lIvlEjI9fNfnoVYutUprNoggxDiNnxNh16DlR+m4UZ+BjD3wkHbIogwtpg3Q1QbYcJ5fSyKd0bLll9oXHLwhng3bLQJOJdD/g9kqG9zazCgs8zEdpeAH3v27wzd0GyWRAMumrgeIgoqmH4lFbY9TRKJUjlMviTtDUQIScdwXNYS4ecvuNNd68ucbjWpc/vDrj+HzApOviDD0qJQ0hmYby8GxEFa5CsDgyar2zmGVnKcvLQ4+XRx7OQHJDQgpxuHbL5Pptg3w8Sj4RZfdkxB8fdejYLhvXc6xspjCaNkZzqjIqlzfKnPV9/p9fn/Krrxosb6aVUNzcnXL0cETECVidN6iUTYKMSZgxGU6nSph3rFDlb/u2TihMsBgUsibFnIE8R/S7AXFMdioplRW9tDmrj75o8t/++ZSR7fLO93PcvJnGGIfo44BsLkGulGL/ZMJvPqrz/NWAS5uC8E2jRzw1RZgrmpTK4vQxONu3VFmBwSQw0GIaUWGUyUN4W3AQ0mTV0E2NeEYnmZVp25Bu12XQ99RkYiSmUUzJjbfkLoYksiPMhGRtxJkGcQ6feBw+dqnOG2xfN1nekMxPH2ccMJTMYA9aRx71pw7R0ODWWzl2bqS+y2UcWjojyyR0PdLBiJzhsr15ie2Nbe4ftvndk2OeH/dU3oVry/6VqUHB7U7w4xaxGCQjs0wraxIyVheYkF4LMnGdxYrJ/GKc+c0M2WqCe98MuPdgoETqUd9RuLYlGRwpR7m8U1Jlh1H60wj7x0MePqopZ3Y8hsoveWelyjsrc5hpk0E04MSy+cO9lqp/+NEq//DDFVxvwuP9MxrDCZFMBjOdnsU+ahqT0GYcTDk/m/LosxG1py5//9NlVSPd5nQy5Kxtc34mDjKNzSsJNq8m0PQxmm4xtKf0Jc9zEDBtZ5i2MsyvxJlfSXDSGPLNoxanJwOwPeJayNvvVXjr3TI9e8JJp69yhcOWT3Ss8f3rc3zvxjxGRlPi8259zB8ftHnwdESjjqo8UVVvXa0oB/DVq1n6QY9+0KU9MGn3TY6Oerx6WUczXO68X2H7ZpbHL1o8ed5UuBF3mFDN0HTBJpF1CKcRwkmEUsKhmrFZWRSE7hbZUoW98x67531q5x3q511K6TQb1TKFZJa9ozH7RxaOLejuIaW5FMtbFVzX5P5nLQ5fjPjFX6+rOjg7596jA8ZTi7m5BOVKTGUiR3yPhVyO5UJBidcvWj4vz6e8Oj5n97hBOVVUJW7XeCpEj7gMuoKOHGN5gaqkoVGI6qyUE9y6UmRnI89IizLSYnz1WZ3f/+ZYNQp+8MEit2+XOKqfclg7Y2V9jstX12l3fD763RHPXrQoVUTkNMgX5xSedPfxkG8+P+dsf8Cdt/O8+VYBLWqjxRz8cKJw/BEjSj69RNQo89XXx9z9+oj8ksnylTjJZBy7n2Dai9I+s2ifjfHEYaM7zK+kuXFngXI1y5MHHYVJ15xZI+l7by7zww+3WN8o8j8+ecz//OQJETNPxCywvl7h2s2qcgB+8uuXPL5/zM9/WeIvfiEuasnyHOJ6BroponqGr+81+fpeg9CWbG5pUctgRgSBLDq+ZOt5zM3lmZsvKGGzdd5SwsXNa9e4cf0qDx495eGjJ4qlW54rYcaidPpDRpMp1UKVSrGCN3EU0lPEChkWGI4mXHvjEtdubnPePGfv4FAJpuISlZzYRCytUMbz6zFVw6HF+Vmffkfy7avk01VG/dnrjUQAVu41h3TWJJONkJa8zkySTmtC42ykmqUb2/MsrBQZjJr0hy0lDjfObLK5EtdvbrO6vvydg9MPJniBNcvfjcRUo891BcsYYAhaOSLoZRfLclXWqjOZiTivBWBxrMrnqZ8Oef6ox9HumGKhQrFQZn5hTrkTAyY0mvt0unXsqWChfeV8jicSJBIx5TyWryL+Shl6FEOXP4+TTElzXNCTw5lzU+4tbHGqinPFuMjrHeE5Y+X6tqdDCsWSygAW81tfHvqcEbG0STQtolaI7QQMGhP6Z2PGnSnRlEE0KQjamYg4HozpnHcIPZtKJU6lkqIiDs1yhWgshxHJ4IW6wvWOJhPqtRr1Wl0JECIQ2ZYMOI6UCyaeSBJPJtm6tMKl7VXG0x5HZ/v0B51Zbm40iueaaq2QgQCpQk7W+6ssL62y++oZr149Uw+R4mpVzWNpfutR5bBOpYUIIQjJlhIkEomCwpDKpI1kJaVSMVWSJSmuNhFERNAQx1UqkSKdSCtnm0rkFOFBpBtB514IwSLWKKeWclrKn0uTXdyPMwFY3o+Ituf1hkJWvnZFzc/PMTc3E1Zn6FoRJWaurZl4NXNbvs4XnSFtpck3YWIJsksESV012cejsRL4xIEpQlgmkyZfyCp8aiabVQ1KcR2KmPFaSBLhVUQtESBicXGwR1UUiTh/pakj4pY4TaPRrMrsnDmOxRE/y4FUIqbC62oXyOqRcjfKdhBBU/DlItzM/GnyYzMRQq6lYr+TP1OioYinyvM4GwOTEmeaZGWKUCZZxiKypLJ5ssUykUgG3xfSicaLF3u8fLHLxvomN2/cVHmhlnL0yNopa640nUWQEZHaVNvhO0S3JtjiWe6tiJoimKos5egs59sazwSomagl7teZI04heMVJKwKnynKWY2UmEmkKmyzuU9n3MyFx5tC2ELTyaDQbUJGMVTl3M2nJN80prLtsh5mQJ+KOx1SyoO2p+qrcs56rsmJFaBdhVw2kxJNkUhklAE8Ed2hJDqvsM3EzzUKMRbiRLFUZEogJXjsWm7nllEtY3HYzkVY5zGNxrPGUwUCcV+Kgmg2haEYCjPh3mbQz9PhM2Ju5MWeZqSLIvRYB5asailAo4Jkz3UdiRKZKYDLChMrQlEw5KeW2VvnB4m69cDJeEIwNEWUl1iiqk4rPRPbBVEhKr3+/ZDfPROYZon0mpM3yTGdZ2f9WAFaC5IUorDQc9VleS8AX2aXKIjvL1JV9MnNcyjF8IbLKsaActnLOz0RY+YyBKwLa7GdeOy7l/c7O6ZmgKMe1zG/IeiSEMbmumGZcib+K5C7KuDET4hRaTUTJC4y2uE9lHyohT7mAX/9+cXBefIYLF6m8wdfZcmqOIQhnObBCNBFBVllBPQbDvspQl+0v57Os8clkTuWlKzE+UL5M9AvhV1DiMjAjlDTRKmVYRpEHLlycs5vmi/zZGd9YlepRK4LATOT/t67lmbg7y5f9joZg298dl7OBgovsXyVwvz7mxJ0sDmBZOy4cyqGLG/g4Clstv1revyZRcpji9Jc1XtZvQ/Ly5HiBuCbQVHnODVVUcKjJUIIMJMy2r7xOXLDOsj4IGt0wcTzJ0PNwAw0jmlCkGM2fqhKBXbLF5eOL+CsiqgyATG2JLJjl3s7ypWf7WX7+9XGiBGARhwU970tG+QwhLeeANPpn6G5bxRXMcrbFfWwSCG1CkjZDEX2FdiACcFJhpAMles+c6UrkVc5pn6ipEzPlbJ81YsUprNzt/kUmvTO9wEMHTDyNkYSx6hGyqQSpWARr1Mca9slnc5TLpRkFQZ37zDKlbUe9ttAd1GvL574Q1P81g1tcyRfHi2DPJbvZEIS1ZJmLyD5laI3VsZMrils+g6OIGpLvKRSVlBpYcW0ZKhMReKIiKuKxmQAsrgsRgD0hekQS6JHExX69cNGLCBy4RMMxsXA8G+ozZAjKIPSihG5IYI8JnCGhd0TgHqMHE3RxVgsq3DEUjn59a561rTlCZ4wz6irncMRMyTQB/V6NfveMcj5DOZdVdLuRRCtNHMxkgJH0qdWn1GoTIrGAQhliccle9/GdkAJ5VUdDRwnAkVyCO28us71V5OndZzy9+5StW5d580/fJiXExL1nTNsnpAsm6YKBlrmClr7CYK9F59FLmpJVaw+oTwds3Vng0luL5FNVkm6VYOjSrT1n2D4gE82Qjmb4er/DJ8/q9HyD+c0VljcWubqcVtU/b1A7PGH/pMmzWp+e63NF0MA317DqbVWyX1zZ/2qQQnqIMeqDkRpuTiYizBXT5GQYTvLGXY29Fz32X3TJZ9LMV/JK7Bp7QybhmEjaUM/xV67d4eatD9SxdbL7kNrJK/qjmQN4bb2iKmr6eLalnOH5eIVcvMrJ0RknRzVazaFyicr5s75dZWW9SiY1Tzo5R617ykHjJUQDNnfWmF8oc/jwiapMdY7S+ha5ckUReFROtjvEc4bUX5xz/qLByJniRkPVQ8olDXIpEzORI5LIzYgAglw1NDVUImu6iJSeZjIdWEx7YzWIGElpuEbAH++1VYmQuLwt/d95tubWKcQS7L96wMHuA3qdgF7XJ5quki4vUlxcY319mbW1ZU4OvlJVKOXY3LlGRIvy8v4jjp6/REtH0DJRJf5uLRXUPfDu8TG1Voe1lRusr1zn/t1jPvntE9odcePFKM5FubQtdLQI6dIW6fIWbs9jfNykc9bm5W5NVXU7pqpQjKuephZodFtTOq0pLekVt6asrEW5dDnO2IKnz22e7zrkFhLkFuK8ceUN3rr6DlZ7wOcff8LR/ksuvbHC9s1l+vU2/fM2E2kTx6JocZNyVlMV9yLE3SgndYml6hIYBm/dWePq5SqNkwOaJwfKLBCaBZxAV/dYMqS8u2+zt+fw/Q8W+NlfrpFLeNSeHnG+26DR8mm2AwpFiZepUGuPeHpQwwpGvPFekpvvJchHYxSicQ72LO7d79HoexTWM5RXM1yaiylNIuyPsBs93Kk4NSM4YYTzccj5OGClvM72wjZR26az/4zxoIG5Mk9kZZ7mcYvWSVM9K4gpRVx/SelTp2U4VZDccrsi16sYSO59NK4G6oTCdFY7Z3m5ys6lVZJCMj09ZVqrQ6GIVigw7Dj0RSzfHfPZkzFdB/7279f42/+wyuD0kOHZAS+PbB4eCXI7wvWVrCotqqNHNSToKx6YakD8xO7QDW3uXHmXNy+/y+6XT7j3qz8wdAdkdvLkL+eoxBzKUZuT+pTd4ykdMc9Knnogw34qZ4w337rKm29do33S5MHvv+X8tEFuPkVuIcXus7GqWD7K/HaaykqCgjjTYwZP7lo8uTtm43KSm9/Pkk0H2F2LcXPM8QkcH4fMz+XYWM/THLj8/psm9bbNj99d5MfvLeL0pzg9m/NGyFFdp9b1qA3b1EYt1QO9fSdHMJjQfNpRz/r5zRyZ5SSmNcSwhgzsFL1plt4gZCB55sMx2UqMbCXKQrnAcqWkeiAnh2c0Gh2mgfQWodkPafQhlckxPzdHXOh4jRrd8zo/+dEaP/7ROotCi7NqOD2Lk7MUZ40EU+kRhzqt3oRme0x3MFXP/5brk68mlCB4abPEla0SSc1mcHrCuN3F1cRYlKIcmKoG/pizoKdiMSsrJSrLRQ6fWBw8GdOqS0zVBDMTsvFOnPWbCdbJsK5lODrv8fSkQTwRVWbD1bkin9w9VXX97RU+/LMdlpIh2sEJ0+MWBx1D1f2XY+6/tPB1nVwxRiI1uz+WId29lxb7r8QkZFDIx1lejXPzVoxLl01sccNaPXTR2TSTdKpEPjdPNjenjrGRO5AQJ0JtytnJhG/vTzg6DEgWs6QKOZZXIqysSJTGhNDtYYY++YRcFypEfBszcAjk2dh1qZ1P+fqbMd8+FVeuzzTq88tf7PCP//Em8anD/V895+kfdrnzVyu8+Vcr+Kddxt/WqB+M2G34PD8L+Ho34Os9yc+NsbodI45HOJiqgbPMalTVtXica4kEXz92+L8/HtPVovzyP6zws7+sULXbVKYt6qcuh0c+YaJAaWOZyvoCiUmb5LTN3a+a/O73LTrjkKwM42fjKoJLaAF2zMWJeZzWXfZ2hXSh88EP87z/wzzvrG/x9volRrUaL+5/g+NabL9zlZVrK3QPXtHdf6n6b0Jfm4oGetSgcdJiWsir+vTzKf/8qzFHx67qBYSCNn77wxjv/CBOemSQGhu4MY1RDjr4vDoZ8/LYojzRKE90lhYqrF1ewvIjfPz7Mx4/afHLn5T55Y/LGBM5aXuEmkMkB9GcRpok6TBJM3Q5Dac8Ppry+b2JwkpHZIqZkFsrCW4tJ1nLaSwmfdJJjWkhiV1McdYfU+uPlRupNw7o930ltPY7PpanMfZ14kFIMgwo5AyK1SjZkslxzebozGbshEx9iAQiAMNcIsK1nQLXdvJq4zmepQRcwbrI6z95Zav63vVFvn9jif5wwpPdBlN/yvbltHIu7r8cqMqvaMxfNmdNuVbIsBUqF6fcPDSbLienkgEc550rRdaXE7SCMW1/xLitMW7rdLoBzX7ASHLbAsmFEURqhoVSBjPp4UVHFDM+t+djbJViPJvoPJ8YPP/G4cUXU/yeTykTMJ8P2ViGzRW4cjnLtat5Tjse//Rpmy8eD4lgEtEM1tZyrK3niadcNHOIF4gDx1X1+FDn0aGBIzjTMCQVDcnlBdWmUU6nKGfSdHse9ZZDPOKzWNFYrKIyjIOYybPHAQ++Doi4ITdXQrZXNEpLBuVlU01xhoIOsGxOejJl5ZLGJCMQqLRPkPE5PPV59FimhEKcluQbGPzi3Rh/9W6UyGYCey3Bkz2Pz/73iLv/MlKvv72qkanoJEs6ZkJQYDIJPMtR6Fke2SBFzk+rzxPTHNAdhpEpo4hNMpFR0/jtesDBK1uFh+eWNJJlGDYcBk2bdC6uFmTdNJnagQqAt4IpVmBj+Bqmr7OWS3JnKaeE/o/2WqpW0klVkm049S2m0tDxE/T9BKYXYCpkhYfhOCRjurpJzAuvPuKSijr4ZogbCdWQxXgUZziIYPWHWL0hb64V+HBnjlQpQi0y4XRisf9swMEzwRyHJIQHLtkEUR3H1xi0dPpNHRn0yBelWRzQE8HR9VhJiMta5+aNFW7cWOHecZuPnpxy0hgRWrOsZ3GbCgohjCTxjDRTeYC2xipbarOcUm7nu48m3P3WohRPcXUhx+XlFKWVCcWVCabrYnoOpy2b52dTRugsbGUVrtg9nuAeWWxfLnP9zjxdO+C//uaIX39RJ1OeTRb1T6a0Xo0wnZBKPkImE8FNGrgJQ7m1JY9O83R0L4IuN1MypSNiKh6RUCbfZYWRaS+DrOVQIuDOh2VV//x5i//yT2cq3/n994vcuZ0jJsjZsU8sGSGWifHqyOI3nzR5tjtkczXGxmqcWEa+FyUnWbb5kJgZUDtwqO3btMaBqkQ2Snk+QUSH3umIYcNSgrD0sQvllMojkcyq48MBtZoIvSaRhEnKMMloJpUqLF/yyVYCzjs65x2Ng4cehw9dVjdi3Pp+kitvJFSmkeBfH+2NebQ7Ztzy0AdQSsW4diPPxqU0XXGIDAQT6tPu+miOR8mwqcZDtra3uLS9ye+fNvifXxzy6nSE7RkYms5KzmQla2Dmpxi5KZmMTi4lODpTrQXdvseoB6OeoMxjLM/FmZ9PUFqMq6zVjz9t8/HvO9gT2Q8BmajGci7GainOrdsVbt2qMHTgfODzfLfPV/fqHBz2qJRF6De4XSlzu1LCTEcZxzVOpw6/u9fgk3tN/u69Zf7u3WWi0YBar69ygnXJhIqa1JoD6o0BWsogkovSbXo8+njA2SOb/yiToj/foOuN2O22Oe9MGbaF0KYzv2kyvyUOHBc/EPekzUThBMGws5h2jkjSJZrw6AxdzpquQnWMWiN8y+bWOxVVZ90hL447OCOXqhFlMRbj5maem1s5nJjGwAh4tPv/M/UePJak15nmE+Z6b/OmN1VZWd4Xu5qmuzkSSXFELiRgRpqF5jfs/qMFdrECBjPSakQ5DiVKbMNm2/JVXSa9vXm9jxtxI24szhdZTRE4KKIrK6+JiC++OO95n3fAv37U4NnzHsmwQTJicmV+jqsL8ywtpChVwpiJKQ/3Dniwd8DhLhzuictdGv0Ocwth7n9Q4eLNLJ89OOSzB0e0qxqDpggYGvlZh1xJJqhzpMw8SaNH0mhRysdYWFohnsmyVauzfVqn1hDH34ilUpGrq/MUUxk+//JUVSo5IZ2asLhS4JxMylsmv/77fZ582eDP/+Ic/+Uv1tirNnjwfJ/eUFAzIXJZk6Suk9Q1ivEU5WSa4RS2BiNeVgd89XWLrx60WCxlWChlKMggUWGKGfOoH7nUj11cQcrqtkKRVTJxFotx1hcTLFTitBxoTnyefNXm608aRIwIf/jDde7emePh81c8eP6atfUCN24tMBx7fPH1Idu7bQqFKIV8DCOcxIgkOdiy2HrapX1icfVakqvXk5hxTd1LMCRxRdY5IV7kmTpJnryoqcoumMxvxAMBph5mUDNoV0e0qiM03cWITJlbSnP5xjzZQpJHnx/x8ItjUiFfIfffvbPM+99fZ2Exz3/75RNV+dyMqkIhTL6Iykh/8aCl8Nvv/UGI9/4wRCIhooY02yVTNsPYTrK5NVTVOu3Sa3SVA0LcE4LQciVfTzbL2Ti5bBxraNFudfBdnyuXLqp6+uIlT5+/FH4g+XIeIxKm0+8zsh1mixVmSxVG/SHdRlshnButPqOxw9Ub57l6Y51q7ZSt7R1arY5qkImAGY+kiEdTzK6GmFsL0W6NONjp0Tx1KWQrqoaDNsN+W+WR29ZYCShy/5Y800JRcq+yip7Q647EgERhJkkyG6FabXN60lHirYiu+UKRjY11Kgox2FF4w3BEJxyWLEtpuAc5ngEeWpCsIfXgMxxatJpdet0h9jDARV66UebydUFtW3TbPU5PBmy+6LK3NSAi7uJITGFj02k59iJUiIvMod0e0GkPzhrf4qgV8Vfcv2Hl4hScsoi70pwUzO7sbEW9h/6gqUTTRmdMs20xGjrqM8vam8/GyKTE5SrIR6G1JFTOo/Tox5MBtghlukyWy74myEyU/LfpwFdkHfGrecpJ5iokpSVCoThMPIdMKkY2nWBudo75uTnCUcH1xen0x5zUWhyfNpQjR7JVY/KZE0mcsUuj1lbDGUoVQGPj0iobF1dptGo8ff6cZqtOsZSlWM7Sasm5ZikUoIi/hXyZSjnA3NVqRwqXKKKbEvjEiUUIQwsRihiEwjpDSzDgHdVMnU4lA9FUg12aNC/CcnzFeSZuOxF3zxQxQW+PxoyH8rCmn6FT5cHRJBIOBaJ8NKwcdur7UdmeIuAFbqbA0SSSgqDZXIbi5rQkpCVw94ojVa55EXQFXS2T/aYIfCER4qQpKKL0mXilRITApho4xOX9iBMtpAQimcRXkQriHjMka1NcniJEBk5IeThTYqdkSYrr1psozLGUNGSFdCSlcokV/lYcwYFgZDsynS/iTeBofCtSyXsTB7qIf9VqnZPTmsJLS+M/EU9SKBQValwGFuIx8WXYqpRgrly4Io0ETX9T5U5q+JKrKlN2kmmpBDoZMhszGNmYkj+dkNiAFKbCx4Z5owTgbVZXz3P92g3lQhMss7iAxSRphnyOjvY5PtpXwwTFoqDEU8qhapph+uKMHfbV51CO+5hci+LyD9FsNGk1W0oQliavCPUqUffMzSfflXL7KqS0CH8jfE9wuJKNKY2MIE9ZIaCFnjC2abdatFotUkLGSKYVTl0GPQRVqpC9ImKIaCLvPyzu0LAS423HUnhNhV3W5Jg4qtSwsXwWyY8/Q93KuiLChy+I82mwpxUxWxyV4jaX4yHHTo6TiiNVqGsRgCWjOoYruGlb1k/JAJXomcBX4/pCUwg+W4CnPhPszsTVt65g5aBVGdhyrgTOzrf/8/Upnkymyy1xGsKYiqhlY2jyWURLEfer2G+Fy20E15MIuiLcaBHl1DTMsbovyuDSxD0T53VdNUb/vQD8Vvh9K/QGbt/fO5ff4qHPjL/fipEqf/XMIR4MfJyJqmcfIxAtAze7EhcVYeJM6FPY4CBXWTLaA2S4YI0lN1auVxE+RSgPRGBxdsv1pB76xTWrxEkRjv0gj1x+7kzYVgMJo5EaTJbrSVDAcu4pYVQE7DOH8NuMWRGG5VeLrd5XbmRxqIuT9Gy45EwMlPNZDSjYo0Cc9sQNHiOVyim0rtA/ZM+qxEMREdXaEDh/RTyUmA05Tkr8PqMXyI1FsncD1+4ZxlhWSVlbFXk7yDf+vQD87SmihPoAWx5kOsu1KPXv/xc4nHU19Crrrrh/Q5rkAAeuZIE4y8CaIyLq2YSD5vnoghpWgyUSFTHGiOiYcVMJtbKSyqrtiAAsb1Mw5rK+qZGfwFUtAnD0bF2W5qTEHMjAlQjAEuUk+GNzOlAVECICh/rb7FzZF8jxCYTYs+zfsyGHt07UIDNcU4KkPnUUdvvbtV6GhHxxkMtQraWeK9QQjh5AsD1M9JA4XtNoRhw0yYqP4hg6zhmSXtZa5WwXcXk6UehjwTMbmgjogftFxGXJhlb5whPnLS4By/UZOL66TuMSiSHHXt7HeEQ+m6ZUyKt1duIF57bsw4RAIg1V+b2yPoqjWZzAQpCRCqINxBkpa6UcT7k+gvtd+Gw9dn2wnIlyFseTKaIJGSwKMOmGnsAQjK6sEVvjn6oAACAASURBVGfCdr/bYdDtKDJFJB5X7mwRf13pHUl+usQ6yGupAZaAMqBypB2JQRvg+kNchipGIx7JY2BiD/pMRrLf3QdvX+E+mVh4jqtcwlPPYGG5zOJymWhI6FaySXRwRVzqDdjZPWRn94iLG4tsXFxEdilOf8zUcgjHgr3AszdHPH19RDIfY22jQi4XYzIY4o3GpMiSJMtux+GbloVsY9aWYixUwgzaLYadFrNr66xcuY7pW7Q2HzCsbxJO6USSOqHUgipftm2nI2wRP8cNWlaD8vo8M+vzhKZhpi0Puz2g161iDZokI2mS0RSvTns8PmwqcSicyZHI5dmYL3JhvkC/eUztaJvt/QbPd0e0LI3rt5e4fmeJ3kmH3nFHCWwj2ThrQmCKqtqp9tit9vB1jVQyQjoeIRMNkTAMOtUBnWpf7ZWTCXF5mWiRiXLfDD2Hgeuwfu0HXLv3U/rtMZ/98z+z/c1jZmSoeiEa5BXmYyq3WUSlkOaRCguqOsfB7hEHe8f0e3IflWH5KOW5jBqwTZgpEqEkm7VTnh8doicj3PrOdUUG2vnyATtffE22UqFy4RzpojjeZX2SNVKc7X36xw6DY9lX+TKDgW9OsPptrEGbaK5MNDdDPJ0nmc4QE0KAb6FPxzj+BEdc9z2LSdvCd6cYsr80dHYOmuwcNDBTceKlNKV8ngVxIRshjvd2Od7fYdB3GQ4mHLVD7HejWEaK+/fneeedOXS7he601SBstljCHjm8evgN+292yS2XyC8VKSWjlGJh7PGIrcMDjptt1s/dYX3tDnu7u3zz7BmDUVfFxGTycSqVFJWZFLYGtqzobpioHcMdehyd7nN4us/U0PAMTeVri5Cj9uJjm6HlMGxL9OKEXDFCeTZKu+fz8tWY11tjEhWdxIzG9QvnuXf5Cl5vzNMvHlM7OWXj5iobN9Z4+Pm+qmrLpusaqod2926We3eyeB0Hrz3hpNlnu9lFj+rcvDarRLBBrcOw1qUz0ulYIQaOhzOxFAIXEkg24MpKhgvrGTWI3z/qM6gJdScgI3kTE29iUB+MOJRok+iE6+9mufFuloTvqXr5jcVvPxtwUJ+QXAiTWwhzfTnBjaUkw5Mh9c0ebcE5i/vT0ElmkyRzCWYyC8yml9H7Dv3NLYaNBpNihkkhTbctQ8+dIOJR9vdRg3TOIJMTUcxVvRx7LAOhMgQUIhQLK7RDtV7jtFZjplxUwwASgxhqtzB7baaJpKpOV0T5IbvVEd8cWIww+NEfLPOjP1ihfbxD52ibfaHqNXRGkxDnylnOz2TxTAPPNJUb0xX3aX/MvtOhbTi8d+8u79+7x+6DTR7/+iEdu0d4LUHsXIKS4VA0bHb2bV5s2dS6U2zZK4gYaPoqCvHatQWuX1vkaKvN5/+6RaPW4+J3Smx8p6j6RU+/auD4EC8FImdxJkIqa3KwPeBgZ8jGRpzbd1MkTZ/e8YDG3pAXW1Oeb01ZWElz8Yq8f9g6GtIfelxaynBxKcOgbTPo2Ozs2Lx46XB44iice9sZc/97WVXxyZjxbgfd88muzZCay+E0Wjj1Fid9n8OBxsgL4lbk9iymPNkn5DIxyoWEossa0+B+aAtlwvY4PHY5OJ6gR8Kki/Kso6NNRzAd8d73FlWVJD+7fsqoMWS/ZXLUCTH1s0ynGWq1thL66/0RPSGTiEFmJaKoqquVLKvlPNrY5nT3hEFnSL48p8raaWJtNxmGLYYlMbRp5CopcpUk48MQ44Mw3eqQVr2FFpsweyfBzKU42cGETN+l7djUHFsNOhdDKVLE+eJNiy9eN7n9znn+4CdXKUw9mp+/ovPmlGEyzSCR5uVWl5dbHUKpGOXlAtF4iOZhi9Zhk829iar52Rx3bs6yvhonnxmRiI+otXqctvtk0lHKxaQa0A6RBC/GfqPJfqNBJO2RLkCvO2X7pUv1SGUNokUNzq3EObcSIyw9wVFPDacV8zmKhRyGxGRMJbJE9nU+3a5P/QROq1P22n122wN++tOb/MWffxd94PDFPz7m8YfPuPWziqpwcwDbLU62B7zYsXm+4/Bkf8rj/SmX7+a5dCev7uX1raZ6zqvId3knyVVCXCHMl49H/L+/6XLqwB/+cYkPPsizGnZYCzk8ezzis88GNB2d6HyCzHKSawsZrs2n2d8+4fmzPQ5Ox7TGcdqjiCK+Sl+9OCdk0QgnjTEvXg0YuS5330tx5/0U311ZUOV2ehxs7ar95NLFVWZXKoxrR9j1Q3w/AXqeXn1EfVvyt6v0Eib9RIjPHnl8+LsJRyfBYL+fzmjcuG9y450QqXGElBVGSxq4RYO+7vHyoM+rgz75vkGur7MwV2D54ixjP8RHn1cVWvHH38vyo+9m0aVpVO8RCk1IFTWyZZNUNEUqkmanM+SbepdHWyO+fjJhZ98lFfFJReDWcpKbSykWkj6FkEMkqtHPZOlns1SbLU5abSXSCHKj1/NpHDu0apJ7oDH2dcLeVHHvC1mT0nyYXDnM9q5wxm3G8qBjiNAMyak4QQ0uLadUKTdIeMrQmdAa2rR6LgcnHvtVj+sbs1zbmOO0NuDrJ8cqbPnKrRzL55JsfdNh65s2pRWdpWuCqNHpNn1kgDAZ1kiEJdjd5fhkQj4Z4/ZGkcW5GDW7R82WnA6NcTcIfm90PAajoBkkDz7ZdFhVNDkllAoyM28vxThfjvKgPuHrusvOM5eDRx76aMpMDuYKMJt3qeQ8rl1Jc/NmjuPulP/5UZtPnw5Uw1dcUpeU8J1TAsbY72G7Y6yhx3jo8nwPnu2CO9aI6xpx6bdFfOJxjYVijvlilk7P4bRhEYt6LM3JMIBG0/JpjX1ePZvy4oHcTOHOOZ3LazrFBZ3SooHjm6qqfYv9Zo+B7VBOxiklEgwNh6HusLcnweIetX0ffRASSAB//pM4f/bjGJ2MznZY49Ezl69+ZfP0NzZXL8C1C5CaMYgWQvjhKWPJJrOlITtRF9P5XJnzuZKsI3juCGticToeULWGlAo5tSnb3xnz4IuWQluU12Lk5iMq88QdjVSzOCZsW81gMpFcRbDEn6vQQgamG2IlG+XuUpJiyuR3By0+PWxTMKMUQlEMXRrwY5kfwdKSWFqKqO4T1cHtjxm1RgrpVJqPk5+RBc4irI2RH/BjISZTQVfGGA/D9Joteq0mN5eLfHdjHjMNW06LvV6H5p5Da98hGYdUQsMLgWVqakBCRKF2VadQNCkWQyoTUjYP4tA7n4LzOZNLVxa5eGWRzzbr/NPDffZP+xgTjdBUI5vRVcZyKJ7GiGbwpJk16WEwZiEVZzEd56Mvenz0ZY/1Sp4f3pjn3pU8brKFl2rhdft4vT6t4ZQTS1eTf7m5OMlchMFrS9WNWzO8+8Eiljblb3+zy798eczUiOEbMaymg1UfKzpCKirN+xCTiAypSPPFYuqPMKY65jRMyIhgpk3MdAirM2DUHajGiOBuTVvH2mpjNgf80Z8s8Ed/Ms8vP2/wf//iiPbI5f47BW5fy5KwPRL2FN/QcMMGb/YsPvpdk82dAUvzJssLBolCikQ+RSbrk0k7hHTJTHZVHTUmHDUn5AoxVs9niEcNGgddOqcDQlFf6FBU5nMsLBdUo+bVqzq7Ox1C8RCheJiQ6xOyfYXZuXzPpLyks3PosXswZfeRw+7jCesXEtx/P82Nu2mFMJRH4Y8+b/PRF21kvLISC7FQinFuPa2QvI1eX9Vp1eb0ZIJme8zGp8ynddYuLnFuY5F/fXjK//fhHtsnFoZgQcMhKnGNWRGts5IjYwcu8lyMeCzMcc3mpG4zGRo4A4NCKspiJU65FCFVEAc0/OrXDf75Xxuq2SSuXhmMWUhHWS7FuHevzHfulRXq97Dl8PRlh09/V2Vnt8viSpillTCXk1kuJ3KEU2HGcYOqO+HjR6d8/KjGz2/N8bPbc2QyJpY2Yei7DFxfof939mrs7NZIlOPklzOMuvDiN12qz8b82c/W+M8/W+W42+Xp/imtjoPhhFUWXGLeJzHnM7Ykf1tJBOimq5pmmXBeVXvQoj1oIxFSMgk66Hk09rsMWyNu3S9z850ym4cdHr6o4Y5dLpXSXCylWJsNs1aJMDIN2rrOgxcD/uEfarx41uPicpSNlRh31le4fX5FTddpsSlNZ8C/PN7mXx5vsfvSY/cbj2TUYGEuzKUrad79YJZL13P85rN9fvO7fZonU4YNERSgOOdSqGgUUzMUkhUi0xamWyWTDFGeXSCcSLJdPWW7KlmcHt2Oy4WlOW5fWqGUzvHLX27zy/+1zcqyyepSiLWNMucvLSl6wD/+9RYPPj3hf/+v51UdNJo8fHmkBg1keEvybYrxCMVYhFwsTjaaYITH7njAN9UeH/5bm9/8a4dlyTmpJKksGuTmfSJJn4MtONzy0SIj9MiQUi7GQlGE4iRzcv5lTE56E056DlvfDHj9pE8mluInf3iFu3eW+PTL53z61TMWV5NcuVHC8TyevhKkUp9CNkEhF2fsmdieSeNoQm3XYdx2WVsLsbYWVplMUlpozNTvBs3cYZRRz2Rzv8fmXpfsXJjZ84HoICSPblUIUWNVEvcWjWvMLWW5dG2edCbBl7/d5ctP9pgthJjNh7l7c5Hv3FmjWMrwl//whL/8x6fMz84xNzdHNOICHSVitY81rC5cuTPm6m2bfCGm8lFNI4HjpLHGCaqnDtWaw95Wnd3XVayRS0TQXZHImQA8JRYziUdDynHW7w7VJOaVy+tcuXxB4Z+lxAGSzufQwyF6gwGW4zA/M8v8zBy9dod6tUa33actiCRnyrWb57l2c51avcb27o5yzIoALG7PeDSpBODKskFlxVTT4/vbIxonHtlUkUyqiDVsMhq1VFNTORzPmuvSuS2Vs5TKGdV0FeePNKAE2y9N+NNji+rxSP1/zfAolQqsrZ4jl89xUj3k5PSQTDqpMMIieCgXliNungDXm0jEVQ0GFo1Gi067j9WXDM8pt99d5M67i8oF0+v0adSG7G0OON4ffYvHVI3nsK4QxLmcxAGY1E471GodYnFxhceIxU31sB+NClJSCBGRbwXocrnE6uqSwhi326cKcyx7qtOm5Kj16Xb6KrNweanCwnyZeMxUx08QxZomqYlTPM1h4lsKAz2a9AlHEoTDCcK+3D9C6K6hBMAAd9nDsvtMBL3mDNV+Q7KKUvEkMzMVlQUtTXPP16m3+xwe1zk4rgcyn68pR2ouk2PiuJyeNlXOzlvRdH1jhfMXlqmenvLw0VMazQaLyzMsLJU5rXaoVjskYmlmy/MU8iU1cCdOysFA8mNFqJcsv5gS0/AFVSzDlPJgMsVxxwq969jirhbnqQzJG+gRERnF2SbOTckE05Vgo96vptE4rdOoNZQqI6475QCLiPAbIZ1OqnNDznXlnfpWIBJboIh5InBIsz0YGlCCjCLmBo5JEV/FHdpqtzg9PVUu3tAZDlu9lnJ6BvKT/Ds5r+XPtwKQ5MeK20rEXhEdRaB86+IMxBJxVP4+H1U5h63gXFd5tGcisMqrlZw8cYKp80vEyMC1JsK1CLCWZX+LLRY9RZrnQTax7EtNjk+qHB2fqp+XvxPXaLE0o3J5xeEqmGLZXwkJQV5fcMbyvYlzVQRvuScKAnVsDRh0Wkp4EEFWPk9/aKkS0VhuRtF4mmQyTySSZmtzh83NHZaWVrh08TLpVFrl64rgIlnaMjzxzYtnvHjxVLl0KpWKQi6rLO1InHa/q9Ci4ogVYfgtMlscfiIAN+sN5cKXdVLE9UDIcRX6WY6dXIsiqorz0LP7TF1xZgcal8K5hkSs15RQKD/fbrUVBjyVkM+QJiJ5qGeYcHG8iUgnaFhxCiaScdLZpHKm2xOLsTNUQ71y3AajIf3BUJEHRK+XazkWlQxiQX6LABzDm9qMJ91gMFmJyk6Qpx4TUUhchHIOiCAq56UMQshQSvxMBpPGVeDCE7fxZBrH8UQ4lv2AYFrP8nLPxN+3op1y9J2BotUZeCZMyqCRckyLsdEIsNHyzCN7bRF/DV0Q6uIa1M8E4MBe+zYfVIm/ImZJLi99eQJSQx6aH2Ce5T3JEIQMOMi5rRxWgjg+u9aU5qgyb+U9vRXhzvJW5fgEVtjATfvW6T49Q7CLk18EfbVmitj69jsL+NZy7ckghhJiz6QyEfCdSeB0VkMCgrkWAVgNWQQYeaFpSG67vN+3wu/bfy/DEJJP7SvXqCDER8plLy7ueFT2zJLvLvnPYSUCv0WKy31PibHi9FeYacks1NEUaUe+pyCfNwB5Byq3CI/KoS3vSd03ZSBEBOCCwo0L7UIAVQHCXf4UdVREecFRG4QF7XuG8ZXhAcnklvXvLcVAfd/iuBVxUa2UASFBodjPBFL1a8/CzQOXbyCcBg7Rt/jut0MHZ0MwhpzDwbGQ0QwhloR0cXaLS3uqxF+hHIjoKmuc0JN8IWOoTGKh0cgQbUjl24XFsS/fiQxgiGNdxBvJ1FUDLsEQjpwDcr2LWy9Q1nWV/ysOYHEuCVpYoaHpEab3LRb79+K4DF8JGUC+m0DUVjnxZyfn2yznt0K3iLGG7yphO8B+CwHDVeeEEmidUeBKP3POC6VFRGDJVw5Hs2i6uFxl3xZmbIRV5qZyxMt5qty9wcBKPBrs5+R4mpqIy7aKpBIBWF5PNivKba6GxaZKMHGnUyLSB5Pve+qgeY4aAitk00EGuxpaEBdx0IeSoR4pEYIRc8JEEMhtRoOOQnwnlaArecsT5bxR5TqkMhnSmYygKNRxkcEQGZISoV3oGnJ8kAaln8LUI+pzSOZrvyMRIS00GYgKR/DNMBPJUxcRWP70VeKpGr4wzgapRBjXrAGaNWTktBnZbZKJDKXCAjEzjt3vKlev5+wwtbeZOh2mtrg+ZbhHTi+T2fmyqkwqRCqu4zsjRh2Jvanz8s0RLzePuHpzjWs318iEDczxmNDEJRJJEg0n+OL5a758/oZMOcvlWxcolzNMul28/pCYnyJGkp2OyzfNMTYulbxPOTtVPbRo1KNQWaE4v45v9Whtfsmg9kb0LIhrRBM5Isk8MVLE3DiGI3mRdfqjGqmFFZLzq7j9EaODIwb1Br2hDGdapCRmIJHkuDtip9mjNZ5iaTE8M8GF+RnW5yoMu8c0azts7jV5/GpMc2Bw991F7t1fon3YpXPYo9236Mr1p3tcWoxxcSHKphCo9rrYQs6ImSTjIcrpCPlYCLdn4fbEBRbBDMVVNFYibRBJarStMR1rzML6u5y/9odq8P3v/9vf8+rpY+6/N6cqbEyCCjmYoQlh0yemJ4jqCfb3Ttjfr6pnDxkEk3u4PFulUsH3IvWq1uJptUE4n+G7P3yHazc32Pzkc9588gWF+TKLl86RKQlNRu6RQgTqMHG6TDpR3Lbc1zUiUdlhj6geH3ByckCiNEeiPE9Whhdn5hTVxx02ca0WrmbhYjHp2rgtW2Yz8I2IohAMrB5Dq4sXjuLHUsQicXKy/k+hUW2qkqFKGXB8tjfh6x3B1uq894Mi771XYFaQtxnJyhZyiKGevV4/2+Zw55iFjSVVcppEhGQ06LPXOKHe77O+eof1lds0W3scHD5lMu2TyiXVvkRiDnPpPPVeVVXUTFNMLBLSIzTaOzTbOxwduRwfeSQSYeakT5c1cU0ZyHbx+poquTeGYprC125v22zv28TKHrHylMtrs9xYX8IYe+y+OGDYHrF+7RzrV8/xz//0il/902t2joaqbyyo25/+xwV++h/n6R916B12qPUGHI+GGHGdyxcKnFvMKqey4KrFnXvSdRk6DsgexJxSLBQpqmcLIUCKqK0xHWhBvKQr65dNqzaiXR/SGlu0PDEzaFy/X+T6O0V0IcYMB7x6NeazrxwOGi6RMqQrOrfX0qpqW0O2H4uI5TCIgBM3OLda5PxqiUykQNzII1MW1n5VGeB68gwdCmN7Y1Vyw5D9aSRqki8Y5Asmw57FsDtmMJC4DwPXF2JTSDmFG80WjWabbD5LeaZM3tRJjockxRUfj6HHo7TE0drqU+1aHPfFNBTi/u1lVfWDbRoH29T6DrVJiIkWZiGVZCGdYiIUDCNEvzGhvWfRaI+o+iNG0Sl/8N2r/IfvXeXwyQHPfvOChjXAX4hiLEYo6i5FzWX/aMLrHYfaQNYUeWTTqcTCVOJhzq2kOLea4mBrwOcf1+h2J9z/8Rzv/miOLz4+5IuPDmn1XbxQmGg2QmUhRr4cot2RCJMBl9bj3LmREmmQ7r7F6abFoy2PR5selaUE5y4liaRMumPZB2uUE2FKyQj1U4tazWJne8zrNxYnVUdFa0q998OcqpwMSp92CWOQWZ4nOVNkcFRXtdcesdUdY5smKbnmkjFOjgecHMlQt0EyFSKfDVEuhlSMpBBJpLbeWGxtjphoPpGcTiQFicSUeNLj/p1ZVUnbYbLXpN8YcWLr1O0QuGU0b4aT4xqHB/s0BgMGmoYdNli5EGZlPcJcOkUlkcbp2RzsVBV5YuXcGivnznH49S4HX+3hpCaY6yah+RDpfJhULozZTGM2U4yaI3rNJlrUYeZ6isL5KM5BG+ewxTShMy3IMGeIUD+E3zJ5eNTj0WGf+/cv8NMf3yA2mPDyn55R/eaE1MYs6Y0KW5s1tjbrJIpZli+vEIlF2Pxqk60v3/DydMqrU59rl5f4kx9d4dJKAqt9QL9zzGHH4qBjUS4nWJxPEQtFmYx0Rn2fnZM2O8dt4gUhxmo4jkZ136dZ94NorKnLlYtpLm+kiBkTJsMhhu+RKyXIl8RG6CreXbcP8tg/GMi+MMp0YvLmuKvq/fdu86c//wGT1phP/v5rvvq3x9z53yrc/XmFRG9E6KDL4Zs+X70Y8uiNxebplDenU279YIZbP6io3u7Wg6oyDSy9n1W1YcHFscaDpyP++yddTidT3v8POb733QznEzrrCY3PPunyv37ZZqc1xstPCc0ZvHdjjfdurjLu12jWdjk8HrF9FGL/xKDRklxoj8WFpCoxJz1/02boTbj9w6Sq+/N53pkvwHBM7bipBu8qy7OUZosY46Ey4Tp2CNuO0jrqcrp1SHX7kF5coxfT+OK5xydfuxyfyj7dwE+kNC7eCHPxeghzEsKQTN2cTm5OYxqZ8mLf4sX+iFRLI9UUBHSW81dLeGGDz5/WeLnb5juXs9y7kiE09nC7DvmkfAifuTmojg1V3YFOf6Dzasfh00cDhVZdKbsslz2WslEWczFmSwnKlSR61OSbms3Lmk1Yc9Rk3mCq0fB06p0ptZ0RzUPhOstTu0bCFAw0ZNLBhSBB2ru7E3b3JviGixmTzBjZ+Ep0qM71mSg3ZmLEcwbxnE574Kow+05PHnqCpo+eSmGkU7TqFsfbbVzfZe5KkvxKnMarEfVXFvkFjdkNk2lYctk8Ol2PcsykFA3RkmmmukMiHuXCSoFyKUZr3KclDTmJ+uhoitPe6buMLV9NY5mTCNH4hGjcJVf0Kc5AZdZU7uFiIcLjbUvV6Z5Hc2+qRLFsSiOf0iiFfcohn9t3k7zzvQynI5//+XGfT56MFPZgMna5ei7K1XMx4iISaoJb8ugOHYU5rdZNqjUDdwyG56uHhURCI57QSZ0hGeunDseHYzIpQ03rrK7FeL7X5/negOqOR33bJ2caXFsJcWE5pMQrqZHaUk1pdmzqdUGkSWZvnFwuQcOzaYpDdNfl4LmL0/CZTeksFUx+8P043/9+nIZvsD3UefpkwuOPbF5+ZnPlksbVyxrJokYkp+Ea0BcM4sijWXdpNSZcmStxda5IJKxje5Lha7NX66u80IK4MAuSNWdzdNRTrlhPkyn8KIaap7IUvkwm/hS6SqaCZcpZxGTDxxr6jHo+c1mD71yIqDzk3e5I1dSL4k2jqkkpjRJ5gIxGs0QiOdXAleo0BpwedJg6DrOzgmQMS6hN0IeU59UQCl9stTXGHXFz2Gi6w4XFLFfXSkzDU151muy3+gyPfUbHUC6alEshLH1KTXKHhx71wyn1Q5/zy3HOL0lDSHKxh4SmLksxk6V0jIuXV9m4tMZvHh/y1x+/4c1Bm4kjGyhIxWSII6QwzXPzOZIyXDIVV7lNNhwlG4rxyYMWv33YZn02xwc35rh5MUddb6oy2gNMcX1j0ooksBMh4tkJ4eiE1jOP9nOX79xZ4Id/uIoXhX94uM2/PT2ge2rQOw3wkdLsUeidsKZyiUxpzERCDO0RQ0ccZOKAEGdFmKXVgqqD3ToHuzXVZC7NZNAmOsfPO1gnI/7iP63wF/9pmU9e1vjvn+xSH4w5v5pmbSFJWtdJ6Tq9iU9jAnv7Fi8f9qkfW1QWdCVWpbIp0jlBNkIm42IaE3Zkvdl1qValPErFGBcvZMhlDYUUEaTkeOBjDabMLiZYPpdSgwEvXrfZ3u8Rixqq2e9bPt7QY3bO4Np9ydcOqWmdo+qUnac2u09tLp9P8N73ssq1eNQec9y2efzI4tEji5ShK2zNsmTxLkdUFkNrNKY1sqnu+hxv+sgI6HxBY2HGZG0jz9pGgY8f1fm7jw7ZPR6pG0NcEEuFGMuFGH5oqGq2EmNxPk06E+Xl8YCXRwNidoSoHaWQCDFT1MlkNfSkz8Rw+eKLAV9+2VfId0GvxSI6c4UQS5Uo794qcP9Wkb4jWCmTp897fPzhPpvbTeYuxpm/FGfdT7BOnFgqwjRn0tFdHn9TVfXDqzN8cLVCcTaKltOoDVy+/HrI06dDJlaHidWlcC7GzOWUENnY/WpAe9vmj3+6pOrFZlsNMI37GsuFAsVcAithYSVGNBsWzfqYeFgjnzEp5+JU8hVVj94c8Pj1IZIGHs8YKmuqtTVk3HR4/ydzvP/jWR6/avGvnx0zHky5sVTgynyGQtKhkJzgJeLY8RQPX474218c8+JZnzuXi6qigqzzNZK5MIliBC/q82Svqur0wOP00CMhAwQlnbXVuBqcWFnL8tuvanz6VQ3X8glL/lNII572SKR84rEkpvMJkgAAIABJREFUiVgSYzpAczsk42EKpTJmJMHuQYOd/YawfPAduLC2wLUrq2RSOX7xi1eq7l5LqZpfzZCfzzGwXL78RHJz6/z0j9b46U/W2O+0eXxwTKM9wLCnhF2NRUFGzyTIJ6JkYhEsX+PImvC6avHhRzU++rBOLhUhl4oyuyzYcLlvm7x+4fDmhUMsMSKetCgVYsyXcswU4+Szhron7R/a7B3a9Joj+m0RiZO8/90L3Li6wPOXe7x4uYseg3g2RG/sqb1GqzdRuHYZghmOfBULIfdgu2PIwCbpuEsqNmFpbZbF1Qq+OaZrBU0Vua8LeaTddWh3HLXHyFdkfdeVu7zXdBnLINXAU9mIch0vLOS4dHmWbCrOg08P+frTI3XMVldjLC7kqZQLyrn5q082Vc3MlqjMltQ042TYwZz65BIFMqkMkWyXaK5LKqupYRzJifWdPO44TaMzoNkZ8OZVh1fP2tiC4C8mSKQjCrnniIPmrMEvDtNh31IN+Bu3lrlxa4Wt7X02t/ZxJyJYZlVDsj/oqyy32ZkZJRB22m1q1VN63T5DRSvRuHbtPFevn6fbbXNycqKQpSISiqNIxAxxiGRmDDJlQ+Vrt2ouncaUyVhT5VhDnPFAYSnNUOC8UzjFkGBMg8rmEyqL3Z34HB50qZ4M8H2T6dRUjWKZAk+nkszPLygx6PjkmJPqMaVikWKxqAQUec/9vuSvKpMiYYXOlSiEqcoFFgT0eCRZtC433pnl5juzjMcO7eZQIdx7LY9+x0Xi+wSLHxUxMRZRLmNpQAiWstUa0m6PKFdylGfzSjRQArUgUM+yXLWpuA5N8lmZws8pB1O91qBRb6us657l0en0aLc7qrkt+K+52SLxeIS4NJ1cmTqW/FdX4d8Fyyri7sgWx0WKSCSF7+h4omeJ6ULlioYVJrTX74jnVGV3xqMRciLwJVMBttUPHsCbrQ6WY6OJ2GMooxFTcUyLYBaNqWxXeW+SXysinyBrS+U8xVKBXn/AweEx1nisnNhyHne7I1XyOJYIiytHMm3jypU7sgYKfa0a65KFKO9OsIyer1zbYiaUppcInIHIFuQLqvNE6CZnLiURjCQfU4RU5eI0dHpCg+h2lHgXKLyBKCRiSiwuzta4EgZF4JLPoAQCybc9c7YGWFhhugpuVYQE2ZAFzwTqdV1PYaFPT2sqe/VMHQkEJ8nLDJI+VQNeEMYiBCix1xD8r4jEUXX9vRWJv/3zLDs4yGdFuX473bZyGscTceJJQbu6yn2sPpuoEJqmzvtUWhDLklcpDjNfuaAEBR3gPG0ltImoIu9FjqW8DxGIJat2bIuTfqLEE8kQjcl09pmLVBh1MgQlmY6S+y1Cci5XUiUfQarZPOHgcAvHsZiZmSOfLzIYjOkPbOzJmIlnk0oXmJlZpVBYYG9vm739HbKZLDPlihoKkOtC8N8idEptb79ie/u1InEoJLg0e9M50qksXUvWZVvtyd+KaYEfXbJcA/Sv/Hdx3cuRkO9AkNuStSyfI0CwxwPnnNXDs4dBdrA7UQMcsZhgWEUEDlDB8t/FFaec1iIwnmW1/j6jVsMbu7iWq677SETc25KtK8Kmc/bzOvZEBhlERJTfo6yZ6twXlKVCwoYEmS7o6WGQ5yzC9fRtNm6QKR44ZN+KcKhGuJTs15RAKyKdcqCbTPwkrp9Uf/ftez0Trt4KdG8Ryr+3+wZO93+PifZ1PyADy1sWl6igxGUwThOxUpyfgasvsEiK9hQ4dgMnvQx1qLRzle4aoH0D9+1bPLDCccvztog532Kfz5TFt1eTErwFOX6maMo1qdTHQCH+Nh/6beKxcmqe/T51ZgRCshIt1WsFYrNcoyKiyTiIrEeS9yoCcJDrKj8TOGhFtBOR7dtJgbdvTx3G4HVCkvcq70tEehHFbMG5DVQFYvRZVqwgy0OS5yzUgNhZnPVbR64Iyy6+Lq67SeD+VcjvgFIg59/Zp1DDGMpxLTn2Qi4ICZY/gxlJBpnMMkzzNh9W5QDLM6Rgi4O1cuppqiQGWdY7xUBQqPQzMVdlyspIijhYFXD9jKahANqBq/jbkn8jwy5BBdp9sI4FiGgRY4PzV5dzQwRgQSMrt41KNVYlCGgheAXisgzgCErXUSXfv8qhjYaIJURgknTggEZw5nH+PeL+7H3IkZc1WIa0RHSWkqEoISS4nrx2WN1XQoZEfQjpQXGk1c+9HWSQdfutM12tzWrBf5tr/Hv0uJwHCnv+liUhsy+SC+1JXJKNJjUVN22At1cZxYEnXaHEBXMsecCS3SyobdtIYetp5dII8qTFBS24dC8gRYRlzQxIDDKgEAxJnIn1Z+5n+W4dz1cisJxDkusrgrvm26qkLxKsV5pqqE9UlLmcE3Kdy3UhJ4A4gSUrdcRkPGBiy5BnkDMua22Qkz7CtiWuYkQyGSGZknuc3H6DI6sc7uKCUxQHISxFmU5jmEaEdEL2NyE8x8KVUi5fDXsqA+w6tqDHtSieFmCgpUIKvy6CsqGEacmLrbeOaLSO1LPL8vwa+VQWQxoo4x6D5lP6zad4doPppBO477W4ir0oVOZUifibFPHPsunXBnTrXdrdhsqlj58NhRYSBoWoRlYG0fQ4mh5nc/9AVSIbZ3FtTu1H7b6DO3AUmTA6hYOBxmZfxzUNZsshZgoGEcMmbNrk8wU1eKVbIwa7mwwbJ0wEI5zQ1B5a3LSxcJx4KKbwmUK/kErO3SA5d5NJ+5TB9te0D3c4qQ9p9GRQNEq+GKUjAlBrTGfs0/YjjM0oF+fzbIj7TdCn7Ravdrt8+rxPrQ8/fH+ZH36wTGenTXunrZ4tWtaYse8wV4oyX4xyfNLj+LiHI/j2hE40YZJNxUhFw8rU4PbGRIwQ0bAMQ4bJ5KOkczHMWBQzHiNkCM0jzTdvWvzdr1+we9TgZz8/x89+tgadOn63hmn6mImw6vP4YwNsg4NqR5W4iZNZSCdluDhD0kxSOxhQOxxQHY+oTkak57K8+8NbXL5xjucfPuTZh4+YWcizemWRQqVALJpUePaJ1cIZtZgM4zjDeHCPMoTA0afdatJqNUkXiqpSxQKpYlHdYwcndUbNlhpYlhr3JgzEqGBNGXkGY99AZraiIkhGI+gS+ir3c8kSH4zo9kZ0ehaa5H5PQ7StEDXLZOgbLMyijDVL8zlVUVPDtx363T5Hh3UajR7l8jwzM/O4Qk/qthURaKhbTEyPSnJVVbVxxO7xG1zTITeXJS+krVRCVb3ZpC6klFiKbHFOiZPN4y1ax9s8fjpVVSnHuXszw/JaDC3joyd0RUHTnQyDXotut0qjOaLehGZHI1XRSc1ozBQTzBZTmK7GqG6rYze3MM/s/By/++wVv/vsJYfNAe2JTzQd5f3vLSmnZHXnhNOdKo2epf5OC4eYK2co5oLrSaorRBZ7TDimUcxHlRkh5Kcx/ZSipthuXw3fxcyIOgdFDJZq1zu061269piePyGUNrhyt8CVu3naBx06Bx1aDXm+1xl5OloKwmmNC3Mp1meTbD7v8ujzpoowjM9GSUv/rpxnqZwHS6LvxJkoQzKuGsA+bbgKPx3Lh4gWgucWuRfKoEspbVBKm3QaPdqNHt2hS0+ehzHUQIUeMuj2Jirf2IjFCacTRPGJ2JZysRZLKUrFFO32kOpph9bYpm9MMdIRrm7McXVjnuNXexy/3GOkh3BzeYxYjJznkBeaQygMgnKv2uxs95XpTc+EiBVj3Lkyo+rw+QkvfrfLaX+EkwszyUeUcU5KyCKW7TOcSL63jPfplBIxVRFzTMS0qbVcto9k6Mjk3s0y926U+Py3u3z+6S6HDZu2RFjFQswvRihXJFPZUs/y55YiXFmPkzEiuE0Dq2ayXZuoktfRDF2hwR3ZB4dMiqkwhZQMjLZV2WKeiZvqPra3N1L1/gd53v9hnkTIxWoM0Kc66WKJRCaLVW8wqjU5ao/Ya9sMMTEknikaY9AaMmwPsW0dZ2ISjenkiz6VisnGapaLqzleP2nx+nEb29MIZWR90zAiI4zokKsXsly9kMHvT2hu9xh2PabxJNNIirGVwR5lOK02OD46wbKHaEKtTOqU5+PMzMdJSGynGWbUszg5qjEcWOoaqszPcrrV5nSzg5mFzPkoibJJIjIlHvYZNAxVMhTo6y7pjM7aWoxKOcTrr2q8+apOdi3K7I2Ueg2tqWFXpzw47PL1YZfv3lnm5x9s4LYm/NsvXrP7usWt95e4+d4SL58dqMoXZ7l447rqKz7/6BEvPnzIE8vniQV3rl7lv37wA87nk7x+9jnbm4/px3R6MZ2EoPXDMjSqBfGttg6OocrThGg2YDSe0O2JNuYrKqvUvXez3LufpaRQ8Y7SLjRTolggIcMRIYOdTZevv3Y4bUFqLkKyLLyOIDLlyoVlbl05p+4Tv/nlCz77eJMf/Ol53vvTc0SaPaZbVZVd/y9PBny5adEdevSGU258N8f17+UYNm22H7QUKXfuO1lVlZatamvX5dM3PpNohD/4UZ7vfy9NzrPJTW0eftnlt5+0eXNi09ZgENZZXsqyvJghl/HJJF00z2UkJM2eiNiBHmiPTMaWQb014ahuqV7mez/L8f7Pc6xEDVaiOk7Lpn40VCay/FKW3HyeXHKeXGIOTaI3em2aB0cc7hyq+AQvl2Gaz/LxgwH/65M2e0dinzXwY3EJiI6wuhHB8XQmns7sjMb6CsTiU57tOzzbnxA98YlWYXk+ycWbOfSkxsPtBpvHPdbn06qikxD6SGe5AFfPeZxfnvBx1ebj6ljhM9Nunr39Kf/2oMXeSY/b6za31x3imklCNyktzzB3ZYlJNMavP9nj17/d53wpompomhx4BodNl5OXPRo7A4VTlcomdXKJYFIjHA+rm8f+/pT9PY9w1CGZsdFCnqzVxHSNuxmTe1mTnGBHFqKctjxeb9oqi3OuYjBfMfimD98MJEPVwa/ZGKZPdD1KeD6MvTnF3vTIzugUV3XssEe1Z9McTFhORFlKROj2J1RbY5X/NDubJ5ON0xsP6NniTPRVDYcyrT/BtTWidoaYI9zsrqq5OZ9za2FmlyIk52KYmQjPn/R4/rhHvzWVfa16gI3JhSWLkx3U/e/Hee/HCRou/M3HYz5+PGY4kOnNMdeX4caKbJ5kUjbKBJ262NutMZNBRJWICJ4dCObptE4iZTANmXghk+M9m4PXY4qFGLfuFNi4muXXX5zy6y+qWDUP2lCOhdhYiCtc7syyTmVFp8c4qPaEQdVTInO6HCc9k+BAsNAjm9qOS/O5R9yacus8XN/QOHc7wdqtBNWOyfahzouHLi++GLP1aMzlawaXrxokCz7htIetaQpj0+prNE9cmlWPO+cKqiIxk+HUozV0FGr29VaPXDFErhRGDzu4yLT2lOO9JPWTKAkRH+IjooYW5Awp2tdUNUclI9EIh2k0HU6qNqXslHeuGVxY0ZSg7vhTqqMI1ZEgkiBmegrvWkmXqGRKDOWCn3ocHrbZel1n3B+yWDKVO8wOxbDNmMqn840J447N8GTMuG6TnQmRKYdYXEixvJBmNHX55qTF/ukQrx5iWhfXUIyVpRhdf8J2b6TEwZPdCdVdl7uXMty7lCUWdbAnXUJMqITjzCZSXLh0gQsX1/mnT3f4y394ytPtOn3BXU+mJPQICS3ClYs5bl0vMl/SiGsDooKB86KY0yi/e1Ljd0/qnJ/L8MHNOS6vZ3ltNVTFW0PirRFOPMmwXGCSFRdPE3/aofZQ5/Shxve/s8of/+QCelbjV1ubfPhmj8OHLocPJ0TSMZJzSWIJnZDuKgd1OhJR1egPaQxGtLsTen0RYiO8c3eV+/fWePhwl4eP9tQmfGk5rR5snz3oUtsb83/+l/P8H39+ngcnx/zd801OegPy4uhKSEXIJiIc9j02Oy4n+zbtVxZ2wyG/qJNf0pWLKJtJKTx2NuOpTOBXuxNe702oHUxVzRXjXL+UZrZiMjEs7OmY2p5HbddjbjnMuUsRXN3j6VaPzYMh6ahOKqJh96dYHY+ZWZMb342zcC5CveFTb/psP7fYfmFxYzXFj+7nuXQ+xmfbLT7fabHzwmf3hc9sOszN9ThryyHSc1NipSldZ0rHmXL0jcnhExPGpspVWFgOcW4jytoFOYYNfvnJCftHIySWKxE2ubCQY2Mxh6VcZD2WFhJcPF8gV07wxV5bVdlNUvZSFOKQF2E/McEOOQx8hzcvJ7z+xqHWdGl1XIVylYGWxYUw37+W4/tXs4y8LPVBlifPevzmV1u82qxRuZVi9laa5X6IlX6IZCaMORPGjnlsbx2zs33C3Qsl7m2UqJxLklyNsFOb8P/8Xw3+/q9bVNJjKmmL+RtRFu5JZjPUX46wqhM++PEcH/x4lk8/bfG3f3uCZkX5/pUVzi3lOXBbHHht9na67O92KSXDnJtNsrFUYGVpkdXlJX7x4Sv+7sNXuOaQ+SWNiDal/drGrU/5+Z8t8vP/vMBvHzb4m18e0O9Nubc+y/XVvIw/YNLEkA15YYYnrx3+6m/2ef68z/t3l3n/3gpbr3bZfrWnBphKy1mS5TjVbp/T3oBe26XXFgHYo5D1mK9EWF8pUSln+OJJjy8e9xBYQTkjCF5x43iq4aeHUSXOAZmGFQRqNpfDMKLsbXXY2+6SNjXSIZ31jSUuXj1PPJXjr/7HU/7qfzzjx98r8ZPvlyjNxyAd5G7vbR7TqrZ59/YK92+vsD/q8LRRpdYcYJ+4+B2fC+czXDifJp8Ok46FGPsmp0OD7eqEj357xMe/PVbikDQ15teSLF3MkChEefxwwJOHQ3JZi3xuTLkYZ7acJ5+PEUvLZ5my9WLM1guLkCnT7mMWZhN85+YKly/McXTU4vCwyWm3r/Kqaj2PWiekcPqlCqo67Qnd9gTdjRLR4so1aXd72L0eN29d4ObtDSaGzXH7mJNWnZNWn3pnqJz2IhQlY2GFP5NGoQh/3Z6ggXSmrk48EiERi7A0J7SNMtlEnMefVXn82SmXrgsWOk04JuKMTqM14eHTY1XFSpZSJct0ZDM67ZCJhLl7a52NjQUO23UOWjViKYts3iYqDTB7BsY5elaTrtXk+bMhTx5YCrG5sJxQmK5A3JEBMymP4XDCaCjDNwa3789x5/4cB/unHO6fMh5JwzjDxDaUa0kae+JWLZVLtNtNqtUTJaQq7UkPcfXKea5cOacEi05L3LyCcZ2oJqQ0uFWldMJpcU6aOJZBvzPl5KDFyWEbz54wdVyFUk6kQsRTkv0r7jzJkRviTgcsr5W5sCHYcfjso0OePqhTmsmrEgSm4J5F7CmVSkqUPD6ucnJSZX52gfm5BQaDEdVqjUa9FTiPBClpintyqlwm4XBcCRiSPScTEFfvlbhyr4Q1nNCsj7BH4lQyEfHWHk5ViUCVkpxxzWU07igxs9936Q9c1jbmOLcxpwa5RkMb23GVc1Gcfqa4IvQIqXiIbNpUmXrVww710x6ObmJrBp1uR+FmBU83O1+kUimQENEyHjvL+ZScVHFHCO5VBLyeqkg4TSQsD5Uw7AtqUkgywT2qWW/SarQUfjSXTVPIZSkVC8rleVrtUz3pBUMAm7uYYV+h3heWight0rFU+14Jm87EUdEP4jzLZrOqlIAVCitxWs41EZsKhRLFQkl9dnEUuSJKjkb4rqecrxKnEQhyghcOkKfi0h+fIXJ1U/IEZS8vWatpEqmkwvlGRXQ3JG7BZzSyVXaqCF2Cjw7cWSK2hlSWrJwbIuYIQlfOY3G4yfEP3KtB3qq4wiR3N5PJkM2K2zwQciQb03WcQNQJSbasqQSSt8Kw/J52u0vttE6328MR95U09D3JqAyccyJcyCBDMiV5rNLsDhx+gtoUwVkEaXGZiag+Vm5BQeSKiBO8nnzfIgDX6lVq9VNmKjNUZitKEJRBCxHalQMRFAJd0M1y7XU6HSU/lMWtkivS653lhIqrzp8oR6OIqTLQGY0llCBvKaFKmp7yT4V2E1JuaxnyCADqOv1en2YzuIYWFlZZXFxTIqfsifcOXvP0xVeMxn3On7+o/m44sBn0bQajDoNRi3y+wrnVGywvXeH4ZJujk+2zhliIqDipIjli0SzRSELV0dEOx8e76tyeTm31XRaLklctmVGokmFMgagqZ6bkInsOOTnn0+LKD/J8RVAVUVxygUeWpc4HcWGLmC45Uv8/a+/5JFl+Xmc+N69L701llq9q3z1+AAwcAVACIYogsSRBkRGM/bBf9t+S1oRWkASA4AoSCIAAB8AMeqbHte/q7uryJiu9z5vX5Mb7u1WDIbRfVrEz8Ua7cnnz2t855znzcR9/MlBpTRkR0tPpFKYkhIwIuqmr90/S+kqM73fU/q/Sp6pLVnjMc6lmFzRQmFyUmydNkLFhT+lFwjtQxhXVyqpGSUjKbBEaLmQxYzZ1mY4cZaQRfU8EnFBUE8SvqcRp2c8v/gvF3hC7/bvkbIgn9kmrCZHdn4lrngunythwLtWdk8o/FUmVnP5ZdfhCb/30O/8P/EYEXDGvKFz5Rar+s6Jv+HcX/118/9//NTRYiHAmUlv48Z/tC/793uCLr3fx9xcfq1DRIvbiYmmeupYMhn0llIppVN47MVwEgpcTkcuZqP3QkhSg9MSGFF9lUpF9zZwbWHMdqSUPj3cxa0iPtKQ+pY84jOQqDLtpkUxJL2o2RGdLb21w0a/tMA8GCiN4LnGrxKLsE3LOCPPaetiLakQVJSmIRNHMOJqVJGIl1HEsCF0RHAVLfEFMUGK13MNI76wnInD4fUNSgdwvyn4nGOyLhPV5L7A4AAKDuXICyFlH3kN5PZ4yA4ToZPkaoWEkVLXDrucwwRomvhWBQATMwFfnuYiYfyIGM18wzvJVBQQt3zu8BsgxLtg9MUSESVpXGbDExCTGB/lc2ddV57oy6oQ/h6TuJbkq5zx5z0TQV++BQlSLFiOiuqRqxUwRwbR9DEtet4jj4TZR1y5XDBjhteXiHH7Rx36RFBdiwEVvtJgeVJ+9LFafb3u8MfhjzPkMW7ZtIGndEb6kuc6la9neCr0tZw9XkN7g6iVmkRJzoX4Ialm2uhgB1OGtq6SsulaoNLnsQ+FxH6brQ8x42LmMMp3ICceKCF1czjxiZhDyioMXOKGxHUFTmvieieeZ2IaIeKphGW82JPCGKBec7ygBWGohvJlch4eMR9LxF048JnUCAn6Q7SmGQAdHzH6OiOymEt68wMLzxaBmk03HyCRFPBCBRMSFGaPpjOFUTHEBI1cW/VMERgo7lsWO5zCthBLNhXTgBCGGd3fvGbv7zynk8lzfvM5SsUxC87H9MWd7tznbvY07PSHw2uqQsxJF7GSZdGmFVGmZRFQjaXl4A5fuocO4NcG0+lh2n9N+n3q/TzlrsLkQY7EQxwukhiWmai/anSZWzCRbSKsk/nSo4Y7B9vpqjp0o+06CIBpjsZpkoRzFnI8w5iPyKYtiRvooHZyDNtPOgFFSY5wSXoJq8yKetElkophSOTN0GQ09Egt/QGLha8wazxlu/Zj69j2e7U85bDhUlg3KSwbuOGDUDuhN4TQw6UdMbiwlubGYJHDmjIc+j3ZH/OMnHU4GPn/6R2v86bfW6W416T5tUW/1qE+G9Fypf7JJp2w6jQGdxhBP94lIVXNSKHliKoviDxw1ccMgaZukk1GKgj8uZ6guVVlYqtLa3+do6wnvPWzwXz6ZcuTY/C9/e1ONs72Fs/0UzdAxcjm0WJJJx2XSdTlsTznsOFgZh+KSQzFrUowUiM9S3PvolLsfnjKxfPwMlDfyfOHrN7j28gof/eKRmupKmssvyX1UmWS8QNSIMRs0cQdNnFlCzcwf4/odpl5X3ROJ2TGXTZHPpYnnUtj5FJ4T0Ng6o7ffprAg3bq2uv9vNz26Q5/GOGDgaSzVMmpiMUtdT6Rzu364rwglIw9F57P1FLaRJppKEc0k0WMG02EbZ9Rm88oCl64uYCPp1x6j/pCuII0nPjm7StZaoNtqcHZ2wEwbE69axAo2yWmGxDTDwdkZz+sHQlmlslGmtJSjlDTVNE76NE77KuSUXK6g2Trt7ed0tp/z87dRc3k9zXf+qMBrb6SwawbRknRhLqk52HnK9tbHNJtdHNfGDaLka0L2s9SzSUR3sTWLhCDQI1lS8RzpRJ77W094sPWE+nBAT0TNpM2bt1b53EtrbD95wYutHbpDj0kgKeoYMTuBbUSVWXE8mTJhxEQbUanEuLZR5OpaiWHDVtPoNqj3TohYPoVySt0HRr0YMT9Ou3FGp9lg5Dpym4aVNpSGcf3VPM8/abB9t6F62oulhAobeOLVtTSquQQL2Tgff9jiV2/XcXWN1VtZNl8uUEtmqSaydE+OqO+9YCr4/0IGR4uyd3+oZuFqjuq1vBKs8WZYBCzEDTVnxw3OjqUDdEbHg6kYosSMI88wI5uxTCSiSI5yLxFxHGzf5fpajmurOTrNAccHLbXONi/qxCpR1pbKrC1V2PvokL2PD4lksqSvrRHPJ7GbJ9jNU0UGM6JRXhxP+HirR3dCiMFfKbC5FFFz+KTJkw9POek4DCRoE7VUDWQhEaeYNykWDPWMK21AM08nl0qQT8na+SGN00N6c4OhncVOpnitmuO1ap7bt5+reXo8Yq8PnhFhZdlisWZiRmcYtsPygslGVcTmFPY0iznJ0pzOaEwd9vdEsHYYOhp6OoadFiOzqdaXfvPrY37z6xNyCxavfSlPJm9y706b+3fafO3rBTWWHSh6medGSMezJKwkTq+F020pnea45dCVdQorwcyIo0/HRKZjmg2py9HxIwGpksPqhsmf/It1/uRfrvP49jGPb4uAq6Mn0orc6eltPKPNWtVkvSrkTped51PGY6HTVhTOvd+z6fVszlSdVQPmEwSakc1FSOdSKmCk7rCCOf3+UBnF5dklW8ySK+ZCs0IzIFWwWdxMqHrHqDtRc9Bw1DWAhEWef3yKAAAgAElEQVSqkqBWjvFy2WI5qvHTHx+r2fhChje/XaaQtfFPfEb7M+4cdrhz2OarL1X5zpdW6dY9/v1/3uXJ9pDv/ptLfPevL3HvzjPu33nOQmmdN978CulYjo9+8hs+/slvuGPCByZ86aUv8r9+5c9ZNZL84ic/5L3f/pzIZgptI6lw1vRH9B2PZqAhKsRGeoH1lIQMWtTPjuiLqYWIOj/22wH9TsDX/rjA1/51gfUFk5LocIFPtz9SRppc1CYfjfLhb2f8/feHPD/xWPicTfXVGNeXslxbzFKW/TMR5+njDj/92S7v3D7hX333Vb713VfQ600mj/f44F6D//TRgHe3x0Q1n1jE5+ZbcW69lWDYdNn5SMImAeWXspRfymEfdoke9Wi1Dfa7KVLlNN/64wJf/XKKoNsn6PZ4dL/Dxx91ebI7Y7+nsd/XIDlXKOIbNwq8/nKF5aJOKhhge2NGU4+x43P/E5cHd12VBh67c6X7/Mlfl/mTv6kQG/WJjfsMT6Tf18NxNRLLUTLLWVZXv8bK6teIDY4wGg9p7j9jZ++A3cNTYrUVNT+73eCHP91je3+IFjGMeTSmsbimq5EbcceDpUWdG1cMEim4f+Bw/2BK9CRC9DTCxnKaW6/nieYNnhxJmnLIQiyicKF2YKjF1JWKyc3LBqvLEf7+gy4/utNlJZfm1eUC7a7Pzz9us3XcZ23JZ33Jp2pY1AybTC1HYr3I0DD4p9+e8PbtE26uJLm1kqSHxtOBx37DofViTO9o8qkAnBMniGCTY1IKFj6aHB34HB962AmPVN5DMyVSHiGp6Xw1a/KVjEVswSS2YLDbcvnk+YT2IGC9Gme9Fud+Y8K9xlQMkGTnOqatMc37TJM+keMI2nGEdClCblnDMTwaQ4fOaMZizGYxbtMduAoZYdk2i7U86UyM5qBHa9hjOgBnOFdpHXGt+IIwGdroI5tYZqpmoaqxumxSWbRJVZMY6Sh3P+ryyUcdFZ/XXBNLjxCz5sTMgPhgTmwY8KWvp/nGn2Y4m8353s/6/OojEXTmaNL7tww3luckkiLoWgqh3ZyIADyhd6TTOzYoxuNsVFMUCjYkBYMbsCcn7eMh84mP7syV0C6dtfGczcOtPg+e9vH7AcYYijGT1XKM5ZpNdW2uRgRyKeMe9jz69ZlaXIxmEsQySQ6GLgcDj159xuRwRnau8dpmnBtrMfRKgFEJ6I4itDoR9rY8Xnwy5fChw5XrJlevmQodYGbmTGUxvj+nN5gzHaISupsLcTYqcZUq6c98dXOxfzRh/3DCgiQka5K4ludp6cUNeP4EDnbnJNMzkmmHhGkSF6epONs1j0CTB8UIuqXTH0CnDYX0nFcuzdlc1pT7SDAez+sRNdL5ZTDFjszJ2EkyVtihO/V8ztoTDutD9WC7WbVZLll4hoknfcOBxzRwGLV9RqfgNCTmr7OwIgusJrmcRc/x2TqVr+EQac3RWnM21hKsr8aZmC7HsxGNkaNSg/WDgDevLfLG1SVsQ1zpR5jBhMVYlloyT21jhdr6Cr/4aIcf/PIhj3eb9IfivgmIR8ScoXPlUoobNzPk0hBMRqqbKW1nSdsZdo4bvDg+Y72S4Y1LVZarGe52TtXkBgHZQYAXjzLIp5ilpa95qPo19+647L3v8catMt/4So1k2eKZ0+dpt8/dXw3VRNM22cUEYqJE8C24JKPygGGofpqJ5zIY+gyHkjowuX61xo0rizzZOlZjGAHlUhQpRDzYmTBoevzlHyzyF39QoxOZsDPt0nbG6sFTHr4LqTTFZJqd5oTHJ0OOD6b0Xszwh3OWr8ZYvhZVCD/BqgtyO5OStBUctecct+Yc77lqJP34+s08y0tRsFy8ucv2/SHP7w9Zu5pR/QJze86D52c83WthRzSFBjfGc4zRXAmlV9+0yS+ZbO/5arSRBiO4up7klRsZqjWLj140+HinwcH2nMMXUE3HeWUzQ23BgriDZzu0Ji7ticfwVGN8rGMFUWqVDIvVlLqhWd0w+PBZi7c/PuPgZELg6NiazkrRZrVoMZrKAuqI9dUUN64VKVQSvLvd4J3nTUpeTE05LelzjXQOIokAzwzYeu6qaZ56dM/krDwnXw5F4C/eKquZ60mGXpy797v8+MfPufeoTvlWnMrNOLWOxqL0C5fiJFZlY0d48eyUF09P+cKtqppU1cTP+zw9mPCDf9/hl/+tz40NgxvrBtlLEZKXBN82xzt10ftzrn9+mRufW+GffnHCD//TNrZv8MdfWefqpSyf1E+5e3qi3JcyxbjJStbm0kKWKxubXN3Y4PtvP+QHv3rE2JtQKBkKl+83PKJTjT/6ziLf+s4i73xU5+/+YY9Oa8a1hRyb0lNkjombY5K1EsnlKo92pnz/73b56MM2G7U8G9U8reMWreM21ZUEl18uUVpLst/qqJEkf/NwTlz3Kec8NlfjvPb6IuuXivzTe8f88vYJqZhFrZAkGZcF7HCBfuqOmXoTJThJBDKbTrG4XFOdos+enKipZtNUM2lW1yosri+IbZnv/8fH/OA/PuY731rjf/rWOmbS42TQpt3vMOn3CWYOL11b5uXry9TdES+GHdr9Ic7ZiHnPYXO1wKXVPOm4oXrOp75OYxzhoOXzyYM2dx90mE18ZpNAicu1Swl1Pbl/d8T9u0OKhYBSwSefM8jnbJJJeVDQ1WLY4YsJhztjErEZ+YxHrZzg2uYK60sVOt0B3e5AOdfFHXvUcNg+cGkNPBaqESpVSb6IKGMTTDWVmPRHHu5wiDcc8ooIwK9dYTqfcNA84KTdojVw6AwdgpmG7wr+V2oaomp/7g+kj0ZQUzaBa6lrhRkJWFnM8sYrqxTSKX790z01X/56lS9/o6rEsYP9AXsHA+odR41kanxBrM5dYsGUaj7BSzcuc2lTBOBjNbGUrx4SYpLQ8/JosyT1lvRYt3jxfMjzJyOFeL10rahIKt3uiG53yKDvqO4swZoL2UFSH1dfynPtVp664Ivr0t9ro5PDdXW1ED6ZjsnmsuSyWSUISxemCFWyOCqLlWtrS6ytLoZJD99TItHZmWCfeirNJnjYVDFFqpjE8yJMRgGDrkv7bEirMcSdyH3ATImdUvlhxyJY0m0XNymW4xRKIlCFnaDivHyxNeFozyWTTZLJpRiNBvR6bbXQLGkUWajtd/v0egMlXJcrJSWwDcQ8IfulM8OZzpT4bUVl4ThcBBYhRBb14wmdtatx1q7FFa55MhDBWMfSoxiaxWQovWDS7WeoLlnRKjwRn8T1LWnyyZxMwSZdsJVTWZJGs5l07wqOd4JClPg6C5U8mxsVtZ88fbzPzvMTXHFqawZThY0dYpoa+YKIrOkQARuNKYTtdDpRuMxoTBZ6pb+pr94b05Ae3RjeTMOZBuo9Vkkk1c0oFyufQi6nMOOCc5b+UXnt+3vH7O2dMBiK83YsaA/sqE4sISJ1ilxG0hphAkkWn0UEFtODiODRWDxEbYqgcN5BrOuCNxU8pwhmQ3r9AZHAVykGQQZfJG9DXKS43Pt0el2Fp5T7ZCsaxY5JUjiqxGURjOX3gpyUDl8CWYAWzKW8LhEWwl7YEPUaCkGCcZVtdZHqlIV/6bkVkTpMJIoAI5hJQyU+5WtLIvSij1P17IrNXSUFQ5So0jMCFKpa9rOppIQGch8lwuFAmR9EBIqIUC6L4ipJKHSQlOqMVh2+rqvSp5JClu8laVTZN2RbyL+p2kvBksrCe0w8/4EyXUiivVqrqZFkqqTaJb2uRICIOPJDLK2I1dJPa5m2EnhCDKq8ZvnhJWXpqWNS9l0xTYgmEOoCgvAVNctEi9jqVyWtziNqu4X49LAXNsQWp4jF0udd2ianZ/s8e3GfwahHqVgllyujR2LKYNTrN2l3Tkmni2ys3WJl+Tr1s33qZ3tK1BFRPGYnyWYXSCUKYdI7YjIadRiPurTaIoCfqOTb8tIqy8ur9CdT+lPp1g2EPkfgzxgP+6pfs1zMUymKuSlMqYoALGYDZQIQDKvvh53LpvT4icoj5/Tw32Vkf1N4bkltS6pcJdRDVLfCACt0q6Dow6Rj2L8coLkemisp6/P+UJU2DBPDynAgvR8K3x6KfdJVKuKFmCEEiXqRBBQRfzaZKBPCpyHX89iqCDvy/omo81kBOMQYn7OSRXpSiFqdQJMO51j43n7mP/nYUAz93fyu8TdMbP4zAVj98Z9/xP+A/BvKtiIyigh8nhhWX/ozv/+UKaxU3otkb/i9PxWCz0XrsLP7vxeA/9lr/b2I82fFX/V95T2dTZi7Ypyaqf1FxF05PmQzi7FDemdlX5WR5KUcP7J/KfFfodnD5KVKvUkFjZwz1M8bnGO8w/1cJvxx5DxhEI0nicVTaLqh9gmVYlUVtBLDdJjPZ582bivx0nXPE8Dh+xMxBDdvKYHQl2NWXH66CMLh30kvs1gNdCXEBioZFerr56lZEXQDQd6rqHv4HmsiFst9+vmf5+d5ViX8novBgpM+F4E11d17IQiHIrISks/fvwsB+LMisHgTZdR1RTcVJl7WQBxfEsDhKFz5hSDqiZgr5+PwOqaQ/lF5f0RIDDuoFe5Y/R92PCshWhAWWqCu7TK/E4ClFkJoDjKyzSVpKaK/oGWlf91S75NQEUR0Dw05In6H+2B4zJ+TJc7P+SpVLYlxObbFMCY0h7l3Po7qCxWjgR3xPxWAPcE5n5MZwnOJ3G+EpiChJTnzGNN5TBbp1HkiNApICspAF6OQSsHKr3IvItc1cWlcHP8hmj5MDocLyfKemBcJYE2WWOWe0z0feUclmSvir4HnGhiSaBck+1wICFIjNiLiywwVil/uSYS44Kqe+qlKCHvuBNuSbS4WF3nP5HNDCoWYqkT8FXz+LNCYik8mEiERlYoGEZwNbAkayHVH0r8zlAAstW+GiL7xHJoSfaNqm6jrW0QS8HKm11RSt9trYJsWuWSWvHTax0xSukd99zane7/F0PrEbEdtSo84fiSBlSphp8rKPFRMx0TRoHfWY9IbYOlDTH1Eoz/ibDAiFTWopG0KSVul7uVVjkctRqM2buDhaXJvESUdz5C0E2iTHpFJj92uy1YnUOjWWzfKXNnIK9R04EzIJiyKqRhIbcJhnelgjLGQR6/mGTY6DM7a6lqbyiWIJ6PqXkHMCcmFt0hU32LWOKC/9UtaB085luqzcUB1JUltOUnjuMvBdpPu2GcaT+InE6wU4izn40z7Qi5y2KuPeHA6kGUF/uVX1/jmV9bZ/fiI3Y+PVXdjz5swmc9IJHSF2fXGobjtai6u5eAbkjSTfdBEdw01cVMnEZWPj5DJaWQLlrp2r6yssvNkn0d3nnB3u8nHZy7jaIK//e7r/O1fvs7w6V2GW3cx7Bixcg1dBLZ6k+5pg9O+xulAmMcOsdyQbEqnFq2Qi2TZenjK1oMTtIyBVY1SXM1y7aUVltaK3P/tFg9ub1FbLnDl1hKFUhZLTINy3yNF0M6Eet2hXp8pyqNuBmjGjKk7YOr2KRTLytBoJy30mBgEXQYnIybtiaL5yBwf99h50VLpa0nxuobJ5lpBjW6IKWxGX0yDBw1V80IsihaLMuqHFMGZGCJ0SQqbZNLyjO6xshGS7BLi5R5OGHdHHJ11qLdHJPUMCSOD541wZl0iUY3EQoF4Pos9imAPI7w4qvNk75BA1vevlFhYyZJPaOQTMOyM1QRWAi1dINANnFaTaavJnXtTNWvVFN/4XImV5Rgdb8YQn3KpoCp3jg6PeLH9nOFAUPcFbCtPMuuQyE6VmCXEgLkrJcsp5l4C17dwA4tuf0BvMJC2dzQzUMbfSxtFNSfbRxxvH6mawcFMbCemqrgQs9R4OlWTzNtkyzHSKZ2kGWATsL9tqJmbQ4xkn2ROI1dIkkklsH0T27PU+clzpowcj/5MeppNrl4vc+V6iScf7vH4gz1sO8LicoZsIaFqkMSIKjV3sn57euKyf+CiS+/0cpqFFemd1tWMug36reOw2sOI4fgm9bqrqpli5SyxcoaoPNcSENchH9UpxCI0z85oNc7UeW4m5/rAYuJpTNwIU9dk6pkMXIe+GyKd4sacrK1xeSmtpn44YPdZm4E/I1I2iJctViopNftbXQ62OujJDLn1JaLJOF69jls/I5vPkMtn2D0d8cGjBp1JwNJGWR0rSvuoxjl9Vmf77gEnktTWIvR1CdhZ5OJyzxHeG2imhm5FVO3JWmWF1YUVtp88ZvvJI8ZyuSrmiafjrErAMBbh/qM2Dx611HHcmcfwrQjZjEs265JKBaRTPtWixWLJIqXb6GObYGRy3PHUDEcG05FslwhT6bAOAhy1fuTxYmfI9osRxZrFjddTFIo2vYOA7oFPpRZQqfkYsQAvItdvTWknkjoNpF5nMuK07XHQ9BnJNSVlE0lamI6H5fi0egH1jnQ4zymX56wu2Xz+ZpUv3Khy7/069+7U6Q0DAtPGjOtUllzKix4LRYtKwWLQFrqpGKB0SrUKmVKBZieg0RWKqKMMnyYBSTtMyLqahxvxmGk+bkS6rn1coa45cl8UPjeoe4W56DCCExdjqFCIZvhTl/3mjL3GjHQhyupGRiHUb5SLLEYTvPPTF/zmH7ZJrJtU3ogz1yN0Dj06xy6zeMAs7vNyNccXFos0Tmb8/dtH7J5O+e53LvPdP7vCoztbPPrgKbl8heuvvkosmua9X37C+7/8hHYlQXtBOm43+aPVl0iMNH72j7d594O7mOsJjPUE85HLvO0w9l361pxpPMLlbJVL2Sr1sxa7B0d0RhNmmsnU1eh3PQYdj698M8eXv5nn6nKU1ZRJbO6zv9dmf6/DYi7LYj7Dk/sOP/9pm639KZR17KrBrZspNUulDIv5LIfPh7z7i0M+vF3n5X+xokZv9vC2T9naGvJPjzzuHnqKMjG3XF55Ncarr0ga3Of5gyndTkB6JUpqxcZqOVitKWgWfjRBvprk1qtprlxNMB+MCQZjjrf76lg8PHGoD+BkCI7okMac2mqe9UslZBlRG/SIOGN020CP6gpH//TpBKk4l3OH7M+vfzXP61/NUUua1JIGnd0ezz8SCsOIoGJg1UQT+Aqv3PwKVmsP9u9xsrvLs8M2L+oDqleWqV5Z4Se/avJ//eiQZztDqf6Kza0oVGpzyjWUMCUC1eqKySu3BN2hc+9gwr3DMfaJSfTE4PJqmlc/XyBdibLbdDhuT4lPh2pszcDWo6wsxrl+JcHiUpR/94NT/t0PT3nreoq/+GoBd+7zD3fb3D3okyloZIpw3Y5xTS764qyrJmjO4Td3mrxzp8kbV3O8cTVPy/W5Wx+r0vPBkcP4bIadACsOhUyMUjaBYQnyxmXsuJwde9SPXaLpOeniXLH1Z55BJmLwzYzNv8zYaEVNzeOWw7vPR5wN5wqRcm0pz4f7bT466KguzLViBjsR4STo0fRGxLo2sZ50XWqkqnIucWmNHIVSXhBcbtRSUe5611ULWMu1PKl0lJN2m5NOh5ncQElXuDjChcMt2J1OgN+Zk6/OyS9ApRKhVpHUUpRUNYWZjvPB+y0+vNMm4lkkTMHCRLB1SUW6aK1wvvzNHN/8yyKnjs///n83efvOkKRhkTJsrizOuboYYCUjzAxDlY63phOa0yknj+acPIKbyyW+9aUVNi5nGUQDmri8+9tD3vntIeVUhEsLNoYNXSegNfFonHo0T10MF6I+5KImlbzgvE1qax6L6z5zYc4ndeVe7DccpiJyRcXxlmK/F3DQk0Szo250SpbBq+tFrixmOfJ6aqYuuLMIrX2P40dTGs8cNi/ZaqIFTaEQBHPUbnmMBoJdDhdK8knIJzUcT0RkX52oG02PRstndS3G2nqUZMpWiz7tTsC9T4Y83RqTzvtk8pLcjZE0E8pcKwKeF8zQLRSGcDoxGY8sdVN1ZcllrSZCVZJ8OcnHz10+2fbo90fMvYFyA9viEA90tTgrheWy/ZpTX4ka15ZibFSFFyNVTBp9d0pXcCVNjdFpFLdls3ZFY+2y9MIE6JZPaxjw9BROzgKsroPVcdhcS7K5nsBPuHQiI7quQ+NkTuMUXr9ylTeuXMWYd+l1nmB6A1aSZZbSFVK1MqnFCu883OEf3nvE0/0W3Y7PsB+oG9BERGNtI8rm1bjqhe61JvhTjWq2QjVXYTyTG5kzlgtprlYFe5ri9vERt0+OqDgWlamFFzXpZ0xm4mxNuMw1lye/HbH17pjr6wneei1NeTmOX4gysAx+8V+b/OOPm0RTFqWlOKYdKOd04E9Cl3FUUy40DI2pEyjBfx4YLFYLLFWL7O031cgDbDohiyGoBKU70fjCpRxfuJQlu2wTWzQZaw7bxw2OG33K6ZKa50c97u00OdyX882cyEzn2usZrr2epd3o0zkbYEUC0nFdnaT7M4O+a6hO6b2dCSsLKT7/Son11SRWbK7MAx+/01Rz+eUKb3x9RTlo7z/bY2vnWAJlRLw5mZlGbgbVBZ3VV0yiZZ2PH7p88tBlsxRns5RgZTWhMNKxbISHO3Uevjjl5BBOjqCazfDyepFC1qI3G9CZDjkbOjSG0nU7JzrTSJnibKyxkC+ztKKxtAIPDjvcftrgWAwaY3mYi1BJepSTHsOJICAdNjcyvHyzSKma4O0np7z9pE7BNdVUczZLi1GKFZNkXsdIaDzZddW0Djz6h75KgSVF1KtE+PyNRb5wcwkrLotWJh8/aPGffvCU9+6eUrpqU7piU2r4lBsB5cUk+WsZbOl2f3LGi8dnfPG1Jd56fRk9M6elDXn8YsBPvt/jztsjvvq5PF/5fA6z4uEVphiGR3oCmcCgcGmdwuV1fvbfdvnP/+dDUgb8m2+vceNGhl8+3OMXUoauFltC5E01prOeS/HSlavcunyV7/3qHv/h7bt0x+KEj5I0TJLenIKl8/V/VVUY6Hc/PuFHP33B2cmYxUScWiJGNjYnF59TulShdG0xFKx/tM27755iSRdHYOKfo8NuvFTgjS8vsHYjzbOzBs/rDQ6foCau+dSyPtevJvmDb65z87UF/ss/PefHv3xGOi4PAEXSqSiGPUczPFq9Fu1ei8D1ifhzKqUCV69tkM2kefhgh0f3X3CpVuNStUalliNbTjBy5vzwPz7jh997yt/85S3+5i9uMfY6fPzkMafNE5LRgEwywsbKIhurNXrajLo/ZjAeMm22mQ+GrNXKrFfLJGxdpfYmvpiNNE57ATsHUzVd6T1tTcmWTCpr4uo0ePhgrNKslZLOQkknnQ5IJj2hFolnGN8XB/OIxsmQXDpgoQTlfIIlwWIVyucC0JSh7zP0A3aOR3zyqMtRfUStZlBb1EkmiiSTBZyhy6A9ZNQeEgjidDLhlVcv88prlxl7Q16c7HPaaTOYBgync5zRHNHJZPvmciJyCEp6oNJlgZsgcCUVMcGfjVhbyfHlL1yllM3xX7+/pebbf3GJb//5JRrNPh/eOeDRkwZ6Iqnm5HSgJhX1WCppbCxmuXb5MqvLSxx19zjq7RNPGmRzIRLOErynG2PvqMn+YYvjgwHHh0OymSQvv7ZKbSnL6UlbTas1oi0UBkcEilAEWlqPs7wep9OZ0O3IQ3scI1LA9wz6ox7j6Yh4IqH6cqeSohOBXBZipfZH1ykWCxSLedWrKknKTrvL1tZTjo7EdBPinOWBp1hbUIutw8GUQXfCsDdj1J+pjuPpWJIokrKRtJykc1Emvpsvratptc84ONin3Zow7MaZDGMKiSzCnaTx2u2mWlxUqF6RfETom/nkimlyhbS6BxDRZ+a4CsEvKP64IGVlIc0LECS2oICLghorpyguzinWBE9pMffCxG7cTqrez6Es7vSn6joiRBCFJhbBTDOVaO7OdNz5UI0s1MrivCvUhaMjjo+OcKdz3MmcS5dW+PznbxC1TD547yEP7j7Dk4cIzUIzPXTLxbQleSi4YhE+BactqFCXYD7FsgX7K/3TEdW73Gn3P4NUlVRXBE8QXcMR48GIfC5FPp9kdXmFS5uXyaTyCm0t2OpnT5/y9NlTYgmLbCGlxIxur6/cxleuLHLlSk0Jr2HfZpi8U3BPtfgqyVhJU8kCuiAhsxi6uPXDxPnJ6Rmnpw2FmSzmJTEkaF3BTYbviQhyB4eH7OzsqeRTvlSkVC6TkFRCUjCmguv01KK8iLQivM8mfTWCTpVtIulf1SsoSSfB/woy1HeVY15+VCWOBfPwIVp6EKUX2Q1Uv6Z0CUuNhKRyZUT8kRHcb5jmDQU8tdZ/nrBMJlIkRbSRpJonfbsO/X6bQa+NHRXssKVS0mKWkPRgPp9TidJQYHRUb52gt0WMkCSvjEKTzuXexlc1LZJOTmfSar88Pjrk6PiI2uKiwpxH41LhISKAdJgKBtVm/+CQg/1DMtkcG5uXSCRSqgu33+spAVpGbpNEZNAjclyGHbeD4Zj+cIQVFbx0SiWXNEkO6tb5ArvgJqWjbKKSwpl0Tv1sQhAYjWZkMpKeTtDp1dk/fq6OR1OPqS7qXK5CPleh1TnjtL5HIp5hbeUGy4tXabWP1AyHfYXHjcVSVCurZLOl857sOaYgIM05h4e7PH7yQJkcLl++ypXL1+gNu2rkvCFdpr7r0Os0mYwHLNUqaiTZKZ3EIbpXBHM3RP7qkvgL08PyG6kEkgSvGBuki9ZT+4+vPk4hZhVeNUSYJpJJtV/K4pcI+rL/hl28PpH5VCFVJZ4n51c5Tc4cMWKIqGSrapIQ5SpCkYUhC5tqcTOOYSVC7Ksv55CZ6gmVfVjRjmWhTaUbP9U6zzG1oWansNCC8xVsaiBiv6RR5f0VAdAMRWcxMHxWUP1UQP2sCPyZhLA6vj8rGktK//9HAViyDUqwC7/nxa8XSd5PBdzPCMD/7z9/eM7//QTwxef/swTz+V/+fgpYBLjpqI8zGiixX0aS1oIPl31o6kxwzt8PufbJ8S04fjmO5PiWfevCPCDXiIRC3Eu/d4g2lvOIOi8pA/UD4cYAACAASURBVIVgwUMjhbxu045jiatVGQLOU5yfwVpf9FLLKwwuzmkKr3wueIowKAKYsjqIDBuioAOBm6t9XB4nBSEd7j+Cdpb9SYgXIatbxF8RLENseCgAh6neUOQUwTXsZQ9F4wv89gVWP0y5KwFYicLy8eeGiAs9+ZyqcIFNl+0SNSLExAykUr4i+Gnq2d3xfPWcLjQI2WdVqlV1PIei8gXoWa6bkgKWn2c6ky7AEA2uxP1P8+7hzyP3FGJ2i9pS+SDXHDlnizB/MYKChpitEbPBtOVaYIcC8FR6h8WIIUaa0Aik8Osi/at9MxTUZVQKXMgV6mcOBWDVBywdvQruGabMLaHyBDM8Z6QMK+padW44EuFXrndiCBKD4MSV9IcYVgQTL+cMW507dCGXSHexLecPMUrJCqJE1iRBHJo/QhB1yG9QcG5VZP87ATgi/Zma9GgKbjzc3pL+DeZyHYyoexl5x+UrSgJi7o+YByMMv4cR9NR1V8xQaotfnEvF2CGgzojQ40SAFySqXE/FWO2pfmsR0o2IyUQoaP5MHQ8iNMtEzaiaiBFDM2Nqob8/DpgGBslcmWSupHro5f2WmoOQjCAv00aLWArfO9fEVOgwGzlENY1aNkUhpnOy+1tOd39LKuFSyEn9Q4SeGBKF3GCmJRJIpVhmqVJBmob73TOmoxYWUywmNPtTmoMphqaTNGzippxXZdt5BG6HwOvQGYyodybKmLG5uszKQhlv0MXvd3hy0uXuURc7ZfPVL67zxquLOMMp0+FUkX6kJscfjWgdHTEdT8lf2SR/eZO9hy/Ye7CtOlezxTTpnJjuQpNGcuF1NdPmKb2n79Or79FTScKIIrjIPH+8z907z+gMp0QrRWKlPLl4VAk5/bMpraOxIqg1pPIspfOVN9b46uvrfPybHT759Q6Nbh9Hc1UHbCw6VxPVUmpmc4dh0GfsSRWJhjMziOtpYpEMcaH6RAWB7BFNjUllPNbXLrOxdpn7H+zzzi8f8/SoTV0PiC5k+Ktvf5G/+vaX6Dy8TffRbex4htTiJax0kfreM+r7z2mOYjTHMSTDGZhSZRRhLbvIQqzA3vMTRaWKLSTIbWbJ1TJUF3NkcnGe3n3O1r1tFpcrXLmxRiabUOYQLfAwggjmPMLWkxOePDlRx08inSSWlN7UNq7WoVxeplRZRsi5gTZQKPqZ9MtONXKxIrloga2tYz6594KzzhBfzIvJGNevVLhxpUIwHzJxunSaQp/rM+i5JMtZUpUsB7tdDnZ7NLsB/YnO3JBQS4Kr1+IsLKXVZCI6CaHxtYds7Zywe9jE0iysiEU0HhBL+MTSKZKVVRL5GpHeUM2zF6fcf3bCPKqxeqNEbS1NNu6TjXv4kxn+xGHqR5mQwZ3b6L6L7ns8PejydL9LNZ/kzcsVEpbF452Oqs7buJFg40ac+lmHFztn+G6SXGaFfHoJy2qocZ0+s9EQgSqNxgl6I4t6d0a955JKpkknU2QSIigGZFMRCgsxigsxOvsNuvsNOt0JnZHH1NeICKLWNBgr8XbCxqUFrt1awYz4dE5OOd074ZOPND75WKOw6LNy1aeyaJLNJUklo1i+julHiNpCM5Agw1x10IqQdmmzxuXNKvduP+b+e49V1eH61QLlhYzqazYNWRM+ptM5RovIs0uauPz8qSSpdBzPH+P5ch7vMptK5dgMf6Qzm0bozmUkGJbCMVMqSJQzdVJGhHRUI21ryhgpMw/ENFvAceOcdQKaYgiI6Go6w65av5GKuXzapJKz2FhIsFlNcLDd58m9DoOZi7lgkqyYLOZ1lvIGhwczDvZdrHiGQrWiKDTd46YaqRZaWiqxfzbkzoNjFQ5ZulxWIvBKOcdqJUfjxTEHD3c4OevS9ALafkAmLslZXQXbmt1wHby8YLFUy/Hy5mu8tPEqH713m49v38aT9aH1Aqm8TXrWIz3rs3MwZ/dA8itJ/ISEX+Q5poNh9qnkI1QKGqWsRTFnY8/FlO/j9Dx2TgJ2T3yidoZMMq+6ktvDCWedEfu7Qw52h0o0n8w0yks2m9ejLIhJwE2RdtN0hid0hqcqlBIryhq7xrAxY9yeKXNyxA84bsN+U96vCLFShLgg+qUSy9Vpj10aY4doDFYXLNbKMTbyOTbyeT78oMmHHzRodh2cAOLpCK++KXRUeV4KiQmjzpTG4QDf00IBuJhTyOmj9ghdM4jK9UQziWFg+XDaa1DvN5gYMxzLVc8OcS2F7oVrEGLkT+UglddIyDlZD4jM5wpZ3B/P2WnM2G241JYSvP5yjluXFrhS2qAWLfPxLx7w0S8eMkzMcKtwNvHY3xOzgsf111Jq1owYK550IE/4xwdnnI5c/uqPrvHdb11l685jnnzwmKSERW5eIhKN8+67z3nn3W2yNypq1pIprhBjcjzhJ7/e5Td3T7BXY1hrceZ9H//MZaZ5OBmPID/nWmGRq4VF9o+aPNk+otGf4mo2jqcz7DkMuzPe+nqWt76W5aXNJNekunU+58EnJ9z/5ITLiwtcWlxgf2fCb2/XefR8QH0yZ6DBq1+O8epX4mwuF9hYKNPZdbj/q1MevndG8bU0xddT6O0R2mGXk12P+zsmL84ijOMzxjGHN65GeeOqzbAb8OypJHI9rCyYWQlpgT5GBSVra3HKS3FylbgS3hm7asYnA0aHPbpth844oDUK6PnQ9yFRypJZKCoX9vC0jT8ak60kyFUS7OwP2TkYEDd0FvNRysUotY2UmpubZW5uVqhvnfDRTx/yYueUXlbDL8f42hfeUmMev8Dd+piDnWMeHTs8b/tcf32Ja68v8+Oft/nfvnfMk2djMWDac1lYLS/MKS0EEpLDj8xZXjK4fsUikdG4f+rw4NTB2DPR9y0uraR5/fN5UiWLnbMxR40x0clIjTi/YlGTleUk167JRTjJv/3eCf/2e8f8i1sp/uc/LGAlNX59MOLB2SjE9PgzPrdU4s2lEkEUThhzNJzy8OmIB1tDXr1a4NUrBY6HM27vdNk+GjFr+LhdHzsJdkIjl46Sz0hEUIx0Dv3RTMW1B20fW3oQ83MipiDBdHIRk28XYvxJIY5f0vGLOncbY/7paZeTns/NxRI3a0XunrS4d9xSnTPiIDCjEY4mHRrjIfGRrSZZiJCsaLiSxpjMGE1cynGLStym1XU5bgg62qBWkUUtk7OBdG0M8ScR/KncnAtDSgRgcNszZi2X8rIeTilCqSDceYtkJa1uKj54v82H77cwAoOUJaKCSTauK2fQ7GyEezbmzW9k+YM/L3E09vk/fnTGr+8MKNgJCra4ewI2aj5aDIZyIpxDayzitctof854P+DWWpk//NIaC8tJ9ocjdnsDnm231ZSzOqtVKZgO2D2eKo54IIgeN4LlB0R9j0xcOk6SlIomheKUQmmCmTcw8yYTx6PXEWyQCGJJAhIc9X2OeiIOBcTnULANVnMJSsko272+Gknwivt63JSeYYfensuVVZvLK1Hsok6koDOYehwfTBj1PMp5i3LBRjc9hXbqDT0abY/+UB785GZVY2nRZHFRHvZN9SDcbAU8fDhm+8WEfFlTScWYbmNL94wsJEYCAl3ADPKg4TEd60zGFtlYhM2FOasLEQqVGPmFGO89mPHeQ4ehuHsiU0zNw5QUeSCIdZ+Z7ylBoTfRVP/NrfUEl5fkZmzGVJvRdTw6U59hM8L0VCdom1y5qXPlpoEXESySx0nb54WkAhs+OW9G3nO5fCWjJoj7tOYjlYI72vM43PdYLy+zXl4hkxgRtY7IRB2qiQqFWJGpbjHRLZ7Wmzw8qnNYH3B27NAV7HEsQiGuU1s1Wd4Up3lA42yKM4qwXFxipbiERp0IdSqpGEuZvEJrvnt0xrvHZ1Rdm+rMQkuYOHkDPx1BT/j4msfTD6c8/XCiMAjX10xqS3Hy6znMXJK/+9EZP/q7OtGUwcJiVGG6JhMRIaTHba7QzoIPtWM6zlQWvGXBLUIuI4mSJK3mSAkfskodNeeqQ1iSQpZuspSOspSKsXYpyerVJPOoz/OmYFZ7mEEKy0+ze9LnqaBkTxz6dSHqmlx7JcXVV9J0myM6zZHq6ZQOAsuQzqYITkRnd3vK7osJS+UEb97Kc2kjTTYv6Sad++81uP9+g8p6ls1Xyqrj9cnBES9O6miC25xA1TRYtiVNq5Nb04ikYGsn4OlOwOVagssihhYNJf5qUZ+T7oDTbp9G3aZxahHDUh3ktik3WxOGwZT2ZKYmKv0Xc5O0ITiXEqV0nuUVjeUVeFzvcGe3yf6RQ/9MZz7WWavAWlmj3ZvS6Tmsr6V4+VaeUi3Gr7fq/GqrTnYaUVMtRFlZjlOtxSiUbOIpg7s7I+7ujvAaJpG2jSa9FNEhdmrGmy8t8sZLS8Rj0sMV4eHTLn//s13ef9DAyuuYBYOynA/bLtW1FJVbWRKLMQ6ftzl63ua1lxZ59aUarh1wNOnz5HmPd3/SY+uDMX/0h0t86xvLuKkhHaOF709JjjQSrkFsaZXo8gq33z7g5z96QjGp81ff2VDp9p9/tMM/fvQCTTCdgvIFUn6gRNwvvHydt165zvfeucd/+M1dzjpTjLlNUjepxA0Wsxaf+4Mcb341x72nTX713gmnR3JtNIi7BrW8QS1nULlSpXJ9ma2DMf/577b49W+OwA27MCxXw55p3Hw5x2tvFVm5lmDr9Iwn9TOOHmocPtJIaXNWC3Nu3cjwjT++zM3PV/nBzx/xw589wtRsioksqVSUVE5X18dmp02j3VYUCN3XVPfstesr5HIpnj7Z4enjXa4sLXN1aZlMPq56SLrDGf/wowP+4Uf7/PVfv6ym2W3w9rufcFw/YaFksFAWwb/EYq3E1AzoR2ZMnLFC6gSjAdVsnlquQNzWiZoaM3kommnIIXnc8NScHPY5ORiQyGqUli3slM6zZw7PnzlkUhH1gJjLBWTzHvG4LEcl8T2bZr1H66xHIaNRregUs0nK2SqFVBF0YRTP6IxnNEcOuycTnmwPOJPOjorBwoIg8gQhl1CoEMEQB9MZ3mio5tZLm2r60wHPDnc5aXbUA4Yscgx7IcVCuusrlaQS4yazseqXHA10xgOD2XSKO50oAfirX7xMpZDl5//lmZo/+8sb/Nlf3OD4uMtv33nB/YenJEt5Nfv7LfYP2uSSGpdWYqzWMiyUREjJ0fc69P0OdkwjLkloScfMDLxJhEbL4azpqO3RPuuRy8W58dIyC9Uc9dMu9dOeStD2+5JoCfGHgkQsLwpdxKTXdej1JMEhvZgZJbAPpxMms+mnvZPhQmy4GCvChyy+qQfhVIpcVhC6WdqtNvcfPOJg/0Bhz2SxvLK4THlxWeHUBGPUbnZCIXR67n4dS9elPJBLakQjmbJIZ6OsrFVYXVvg5LjOi+19uh3B+CYI/Jha0LVs6cuU5N5YLcTKw7qkSwS9KMmXZDpOIiVdceFirCy6S2pzOpkSjdtEY5ZK6I7HIgzp5AopsvkoVrKPneijzWW1J4auxYiK2K5HcSRFMZaUn6BMRSSSJKF03dnMBVk2t5jMempkQVX6BT1vTuOsrjC+c0kAezrLyxVu3FjD0DU++fAJjx++YG5YBJKejc6xYr7qFxZ0tHQpS62BpGplYVWLzFQ6OBqVVFJEoXZlwqycyLOS0hIBylfY53azRa1WZnGxRD5XICtPjmKgOE9hD4YdZJLpKFnpWvalh1j66iesr5fUiNAcLnZfiEth36jcu04nrhrpEjYNWZw08VwRRzXVO3NwcKzE6uWVCumMJMGlP1rwyIKONtnd3WXr6TO1kFupVqguLpLP58kXCrRbHeqnp2rxOpPNKgzv3BOU9Ej1msfjSfVwrMQLlZ4T8U7ECxGCZVuFIoP8WyhUhwnb0HQJwXm36QV1VvXlzqahxH1Ooj1velT7lNwDhmlseZ3hPiXfbzrpM530VK+uZVvKkDAcDtWziKClk6mkEvYkuSu9jYKAls8TkX0kaOzzbtnp2FUpcxHvRPCW/VI66GSSqQyptHwteY5IYctqhOp9jXB4eKwmkUyxuLisvn6reUa/16FQyFHIZ9W2EZSqvEYRuWVB3rTFJBTDFdOv46rO4FgqSzyZJZ5IEY+naHU6akRszmRyKvkl5xAROCW4KEaPybRHb9RQ2G3pk9Y1+dgS2UyJVqfO6em+EnmXF6+xVL1Mf9hkMGgyGPZUil9SHqWidCfmVGJeRNNYzCAWMzk9PeTpsycKZb1YW1avT7p1Aym5Pu83lQ7IyWiA64wp5DMU8mklmLlixBEhVQlU8/M+aUGiimgUYmolOSiHjoh0F6YEEfaVrnDevSrvkaAgy+Uy5XJF3as4si1dMRqcpz9t6QYP9y/Byso2chwxngi6OUwAi5CkjASfJoBF0JE+6oQiJMhI768IJ+q1hTXBSkiUn1METdXlfJ5qVcLTeT9puC+eCyLnWUgxCai08LkA/N/1/X4mAXyuop6bOy5MHhemj1Dsuug9/f+a/v0d1jlsag0To2ESNhR/f+/351rzee43rGU9t5+Evz8/zwlm91Oc9fnXUH8+N22cf85nX/cFJeDi8+RcPpuOmE3GYTeuoSujiYi4IpYKSUD1MavtLil7ER/l32SfERNAmN6X41uS+9Jvbio0b2iyUIKoGEnOE8wXQr2IsJLclN5t2R/UsawMAudJWyFTKNZvuHmEEiV92PL1Ls5PKvUq30LOZefvjqS9lZinTCWqXRZtLgaeMAUs19lzve4c6RyKlgqfrL6wCMBh0j3czgKhlQn3PwWgVqYE2a1EAL5o3z1PBSsE88VZ81yoPhdOlQisSao0RBGHRhZDCdfSU6uIGerZ+FzQvUi6n39NEeTlSiTPWpLoVdUNbqDwxhcJ4N+J5hcIdjkupXvdPE9hy/O/r45N51wElmt0LCrVHZoiLwgiXl7VdCrivht2XCssdfjzh4aKcPuGe+M87KA35P40REqr9zciRrIAQ3MxCMVfMQxHxEjuTgnUfiWIZF8JvyIAy7lHzkNyTlad4coAFdYs6LJPKmqA/Fk6g+X8IYkgET+Vc1z9qnDwqqrkPMl/3oGtkNXnvcQiAEckhSfrGeKCUYhpEYDD9K/nytebqx5gqcYgkL5Sed7tYvjdUGSWffYzO5+8XnmPdF1ML3KvKKKvq+7vVMe09D5HxBxh4ARSgxUabmTxWrwHlrqHk3ugJFY0pQTg9mDGxNfJFhfIFKuKdCHvX9hpH+7LihqBUBsCdCPAFbLGQJDbPuVUTK2NNY8/pHn8ETFzSko8PBrqfn7i6nhaDD8SI51IkU1JlYacV6QcbYrhjjA8QVa69KcuhhYlqifQ5wb9QZveoM181lIz8acMfJdkJsvNqzfZXFqjKcLlwTbbZ22enfWJpmy++OYyr92qEZnraHODpB6GM6b9EafHx4xnU2o3rlC7cZknd+6zdec+phGhuJAjX0wrMUjXXRKVl4hXXqK9f8zeB3fo1AX5amHloiwvllhZLLKzfcij+8/ojxwSpRLRfEFRaGTGbYdhY6pqqLSCLEibXFpIsVlN88n7p3z8fp2J62IkIghVPmpI9Yxc2CyY2Sot60YmTLyZEurHE7D1DLaeJZUQ8UPoLDO8oIFmDNlcv8zmxiU+ev+IX/58i4N2l6AIxY0sf/qHb6lpP3qf9qP3sKIJUtU1zGSexvEBjaMDWpMorbFNzxkxcDpELY0rCzWWs0VVR9Q+bWMWdGI1k1QpTrlSUOtA9cMTzg5OKJSKLK4sK9KQ43RVSjVmJInpSe7f2+PBvV1lJsjm8sRTMSZBk0nQYGl1ncWVNWVSdaddde+m6Sn0SJJ4YJLwDV68OObh1i7N/hjPiqLF42wKUnclj+v3GE3O6LfGdE48ZmOhRuZUb+PO8w672x12Dx2OGwFTP8Krb6R57Y00pYU05WqKvIj/YjbsDXm6W1cCsBYIdkknm9fJl8UgIenf68TSa0T6bbR+m/sP93n/7g5ENa68VmP1Upak5ZCypmiui+bOmM5shrMUY8dkOJqo+/7BbKpmsZDi5nKRuRPhnffOuPekzeU3LK68bjF2ZnQ6kvaNk4gVSMbyGNoEQxMKwAjPETqOR3cQod2fc9YRGqZLNp0nk86TFMONMSOdhJV16RnOMD5tM6q3Vc1QbzLBkfO6UH8MeR4NGE19llYX2Li8qM6dp7sH7G8fsrsXZW8/qgJsa5tz8iLeRcXIY2KJ0UruAAMxbGmKNhEY0s+cYH1xlY2lNR7/P3y9h5Mk+Xme+WRlVlWW91Vd7e34md0BdnYXdgGCXgAoiWcUoQjF/VXSmThFKOJ0Eo8QjwYkBZJwBHax3ox37V1577LSXXy/7N4FTdxufDEzbaqr0/7ye7/3eT/5hCeffkosrbFytaQydsOeITAMarUOtXqHTH6RUnVDkQo8u49v9wmZ4iS+uO9J9F9/wrDWp9+Z0nB16o6OY0ZxTJNCMs5yJqnMUUKCkBpP2kymbXRMTKPIeGzy8nDGwfmcUCKMljQYzwYMRjJY6ZNJxShm46yXTTZKJo3zAUf7Haaui1mMEc9KX88jbfj0piFVIS2KGY6rY6Xfm9HrzShkYxSyJrX2lCeHXfpzl+JqQSHCy9kMlUwau9Njct6k3uxz0ptwPpyRTRrkkga17pyjxhQzCVtXolzZynFj+TY3l2/z4JNPefjJp3hRj/RKTuWD02mrenkYYvdIxw6niBayhFM6oUiXiDlkY9Fgc9FQOk46EcOfu4w7E/rtCY2BQXNgqLzZXCoFoSjjmU6jI5jccx58VsMzDFzdoFwNs7YRpVqOsZAoqOp063R6NWzmCj3i+j7TkbiHPTXILXCNwxOPF/uCbheaKEQzkAwbpAyDwcyhPZ6TTsHOaoTNaozlZJ7lVI6nT/s8edqjPRBXqwy7aLxyN8GrdxMI00XYPrORDKhO1b01mysRT2VpjMSUMyIRi5NLpWESYlyf0zufcTbscDboQtpFz6PiLtJ+nKgbYTidMZxaLC2aLEksqD9nPhqrYbWJE2CTTwcOZ0ObSiXOzStZrq+WuFJYZtHMc/+Xz1WdOha1sM/51KPRcRnMQnz7rSW+/a0l/LMZw6cDOr0ZDRnMT0f51o0lvn1zmcP7Tzh88ARLMwgVK0xCEZ4dtnh60GT9ziIbryxSdCBTm9DeH/HzB33e2x3Dgo5fMWDo4bc93JCDk3Eh77NTKLJTKHB6NuDZfpv+xAEZeJd1wthmPrHZ2DZZ345yezvNl7azSpN4+viMp4/PKWWylDI5jo4sPv6kx+7RhL7lMdN81l+NsPFKhC9d3+D1q1eZnVp89pNd7v9yD65FVBU8jfJMY3AKjx977J669BIzuvEZN1ei3FwWAdhnd99hOPGorGksrEkfNkY6ZBKWdakMZUnMXiJCKBEhHY+QTkSIz1ziii4otDaX7sDmrD/ibDDCS6QJZfJMpy69kw6z/ph4LkYiZ6qI0InrkovpLKfDZGIGfkTHixrcu7vA63erNF+2+OhHz9g/ajGthtGWE3zn3j1+49497BfP6HzwHoeHZ+wNXU5snbtvbHP3jR3+/K/r/J//aZ/HTyXuRteVAFyp+pQV+TGEYYZYqIRYXwsRTfg8bjk8adl4LyOqtpbS3L2XVS6v5yc9DmtDErZNcu6o7A8Zkl5dS3HlWp7qUpb//IMz/q8fnPNb11L8L98oki5F+NRyeC6h7ic9eic93rq3zVuvbTFwxjw4PeKg0eGs4am6sSWZHgWFZP3Z4xYvDkf4wtIeg5lCNbkl0zYjWBZxeg7n9PqWcig6M3EbekRTnnJX2nONoh7mX1WS/MuFBE7ZxClH+ag+5G+eNDnt2tyqlrhdLfG00+FZu0MoEqIgdyod6pMBbZlan0YxpxG1DZIlyciVG5TwuF3KySjlpEm9OePoXBo84lCKKnxKdz6nN7fwZ2E8K8AQyoO673pY7ZmqhbUw1fUwhYJGPg2ZXJhEMaXwMR9/2OHjD7sq2F6CryvpOEv5JIuZGONaT9Wtr2e49y+KCqv8f/95k7c/GFE2k1RiSVYWXFYqrprQ6Wo+A0cmoqQgPvKIj3y214q8+sqSQp58tlfn6VFLTYDLWj+ZCpHJhmg35zx/MuHls5ly0EpJPkHYtsgmwlQqKQp5QTUNiUVHxCs6iQVZ+HsMhrZaLFpWjJkVpz6yqQ0FDxQhZ8ZJhw1i0iR0HfZaU7XfzaROOhfBGft0T2wmNZsbVZPrC1GiFRlFiqj85ZfPJR/Z4sZmnBsbMaaazSw0V2HaZ2eCChbhUFdN5KJMHBXkOUdjOtVotjxe7NqcnDpUFnXKi7pa6DO/yNoxdXV+zOdT7PmEyVhjPNTImAZblTArZYNsWSdXNnj7kxm//FQabh7pBArtEBF3vBbG0ixV0zGMeyHSkQiv7MTZWTdpuyM63oieFaI/M5i2wa65aD2PG3ei3LwTpW9r1AY+xzWbwwOLQWvOStxlNe5x9ZbkMhdxoh4Na0yjP+PF0ykvn05JGmmSeprVJY/t7QnLCwY5s0hMz3JYH6ks4b7nMgx5dAdzjvdGtE4nLBUiLOXDlFd1ymsCdnI5q82YjnTWi2usldaIajWiWp28nCtmQh6J+dX5gF/VhizYOgu2gZmJEKpEIRcC01N4i71HNvuP5+RNj6Wsx2LVZPNamWw5y3/50zr/9U9rxJIa1aUI4YjDZDpRTRmhFghVLym53wlpRPsM+56aOpTGoSDCJPNSGvbS+dV9l5gpuIwYuUyMyDxExA5xRSZqbqTVDf/E6nM2HdKva/QbIc5bE87aQ9otm0Fbw3cNtq/GlQt6OnZUfo7u+EQ9jbA0hIQyHYW9lzOV+bBYMLl7PchBrS6mlTDz8mGLFw/ahNMysRdnGnLY77Q56fYIiXFspLGRjXKlaFIQF23WxY34NDuaqqVKnOVynEjMwdVnOIYgmERX8Om203RaacbNOdNWX02Yk/Lx4h5D22HgJdu9lQAAIABJREFU2MTdKGkvTlKTB+MkuUSC9XWNtY0QT5tdPjpq8fJgyvku2ANdHZd3dmLqWlZvWqytxrl1M01xMco7L5v86mWD5BgSY1/9vqtrSZaXElTLcVLpCO/vdnlvt0tylqbiFNX2GjgN7FCfu3erfOnVReKCXPRlcTjkpx/W+Ph5R2XoSM7fwnDOwsBieTtF9ZUcmdU4reMBraMBV64scPVqhZHvctgf8vxln4d/3+Xk8ZTv/d4O3/v9HYZGm5PZiWo0G23QhzqGoDSrizz9pM6nvzxgMR/lX31vm2vXs/zs4z1+9tEefjSGJ+6MiYs2tCiEI3znzZt8580b/PG79/l/3rvPaW2CMwmTDEVYK5psVE1uvBblxpdNDmsjHr7oUzuxGB972E3YWowq1HtlZ5nS1VWeHI75oz95xN+/faSuM5I1mvIjpPwwV6+muHk3TWUjrMTfp/Um509CnD3WyOshtkoh7tzM8c3fv8r11xf547+5r2o+QuG9k4momobMlsO0uwNa3SEhR8PwdColGRJZUA7Ww71TDnZPuLK8rMpMhnF0mfCc8vbfNnnn75r84f98iz/8N7c4PW/yo7/9jJPTGmsrUVZWYixUsywsZtVxb4U9bGeGNergTYbkoylVCVOQpoYiXYxdnb6l0ei6quQBWCqadCku6pipEEcnLkfHLhHJ4gtBsQTVFRFTomhkcZ0krUaTVqNFIWNQrZgU0ykKgnFL5jGigmqac9Yaqf1w3Jhx2goWbyUZKigajMeCt3eIR0wyyTiJsM582MMa9Lh2Y5Pr1zfojvs8PdjntNlVSKbpTKffmatpvnI5xfJyVqFybddiNrdo1i1adUvlODqWrQTgr76xzmI5zXt/f8C7Pz/g9753h9/73isXAvBLHj6uka4ITSXP8XFLVTEb4epmnmoxSUQy80TEjGuq9Ggw0CQuxelABCPJEI0ytWSR2mfYbZNOR9i+UqVYyqgc23ZrwnyuKwSRCBJCoJCGcL4izYMQg/5MPRza8wi4KSUABySYILdQSkSleCwYsJNcQxHKBAMslUmnyWWyKiP0wYOHnJycKlewOARL1TXK1TX1uaPDA87OzlTzQmo2njObiENEBBePeMJQ18nyQkoNZckxUzvrc3zQZjicK6yl4GkjERGwBRctYlqQi5kUjG9MHKGCnhZscESVNOyl4SjNZpXh6omzUFO5gOJcnc+lt60rUV3E9bl3huWd4TkGnh1D86OEZfpbM/FsHdcWh604uoKcROXMERdqSJyZcSxniGWPlPtKFoyiM8nQkiCBw7pJxIiRk2GFckq5Y54/PWB/7wwtEgFxoprehQAsg5SBACxCsmqc6uKSFmFTxKEAGquyDEU4Us4y+XiQhSiiRKNWp16vsba6xNraEr4rSKWJGlxqnA/pdSYUSinypRRmXFeNMcl4FQevRJMUC3EKRRmB8dQxIL+vQuSGg3WriALDwUQh0EW8lKa6NFoi4YRygR4dnHC0f0KukGXr6jrZXFqhpgVjncqIoJkOBOBnz1UzfWFhgaWlJSrVBSoLC+y/2OPR/UcqRqNYKSlHd9RwVIn4m4gn1Xa5zDj9HNErjWclDl5kSarmeODMEoeyCOq2CD/SVBP3leCZBb07n2HNhRYhAoM0LwMB7dK9FuRDXrjl/EuRRQYCRYC31LEnovaloCjOZRmQELy0HOOXgxOy76SBLeew+pjsO99jMrQZ9cURJj0vEZmEbBI4h8X1JAjrdDZLubygxF5phIuzudPp0en2lXAsjnE5LkajlhKmxYEsJdtc3Lb9fk8h2ifjMWubW6xtbFGvNznYP1TOwWJ1mWJlkWKpQrG0wHnjnPN6TQlYsZgcjyKAi0MizWjcYzTq4/ozQoYdiEzKURhVnzejadV8qTdPMKMplhauUF3YxrIGzOaCzQ7Q2ZJXmU7nMc0kc8tR2NVYXHDWEbq9NqenxwyHQ5KJNIlEmlQqQSqZUCKprHEc4WSJ0Os7qnkfjYiTdoo1k2cvB93QLvCscqprSmCRbR8MNQTOOBG3lMB1IZxdbu+ZNDo7XTrdLqsrq6ysrinRVT4ugr6U7MtMJkY6G5OpAjXpb0u0jzi6bU+dwzLMocQ9TRpQMvTt44oAoAnO1AwEYDuQbHSZCQ5orhcZqkGOqohyl870S5TxZQaoiCsqx9Px1LEmwnSArr4Q9gKi8ufC6xci7q+5gD8XUy8R0cHPVxLXhSD4z4m/v57b+///+UvQ9Rdu4os5i1+3N1+8xAX+Wf4V2H9/7f1fir3BNehS1L38e/B7XmKj/+H3/roAHKDdfTzBr9syeBEgc8WlKo7OS+etXFcvJVYR/+Xz8m+V9y3n78X2CZADwfU3uGYESOIv5G1xWV4cYwoqEDh/1RC4lDo+RLgTrrk0+AMXttoDCgt9McwgIvoF2l0EN+W+lfuBypENsnvVkIDCBArOWARC2ZcOvhbgi4PSFQJafp5yfKudIeQE+X0vHbVyHZLvlwa65JsHeOcvRGDlL70Q9QNOvrz2pSNXtuIX2O3g54Qk5VcNUAUOYPmdHXVOaApV7LiB611hoC9+/wtQvRKADbnvKgS3pnDRgoHWlKtZ/gyC0QNxOqCKyBpBRHt1zXUlxiAQgOdKBPbVdTUhArCUUDficXXyiQA8m9nqXFXvSVE9ggiSIH/9YijO99HDgu4XTLzQLcRxqynxNxCAHQzNVa41ybAXn7ZkGSsX4sVgRXC9kfcXnMfqOiTlXgx5yP1AnP5yzF7gsYOBkqCkhyE/U46jzzPBv4Biq96N/GcoaJaS3NEQ+kkQExP8ToYqV3Kh5aFSsNEXx13Itwj5E3QRgL2eel8qO1rerwyeuL46fKWEyiDDfOraekHRUKQEacHJOkYTT7Qgrl2F0g8ms1wlKsu5FY3LeiStcKiN7oTxHArlJfKlpUC8l4FNuYgq3LeUGvsjpItbOhCdXcsm7HtkoiHius2g9Zhh+xG+2yekYMeyqWIKk++I65lIgFf3XBLxGPmSZJaaaNOeKoFlW5pHWE8RC+fw7DAHh/scHuzjTpq40yZGwiUqJKOVJV699gabS9d4/tk7PPvsHc57fWpji3gywu2rZW5slUlnsmQyWWJelKjgXntjjs/rjGyL1VubrN3a5NE7H/LoVx8SlV7fUolSJUvYsFXFStdVHTw65pO/fYfW+Sn5zTTF9RSrCwVWKnkajTqHh8fKeGGmiwql3e27dPse7sjFGzskMgbFraTKzzTdqarHjyc8ejJFjxjkSjGyBYMIIyLaiGFbtqcQKnyMmJzNHv3RnJE8K2spQloQHVIQ/B4iFB4zmbTZ3Nxkc2uTjz485yc/3qU5GZDaCLFyNcNvf+U1fvvN1+g8/Zj204/V+iderGDEM/TbfXqtPq1piNZUp9Ef0eh2lHhzY7XK5kIRezjDHs1wYhOc5IRYNkJ1cUFRiubjAfZ4oAbbUtmywtyPJmc49oikWVT14NN9HnyyTyhkksuXSKQS9GYN+rM6m9c22bq6iaF5TAddNeAVTS8RiZUwRn30UY/zc6Gg1OhOLCYhE9swqeZTKo5pbncYzepM+nOm7Si+Y1JcT1PYSHO0P+Bwb8CzlxOeH1j0xh6vvZHm3htpCpU0RakIFP053mjEwVmHk1pP5Zg6cxkKiFBZiZLOLxBNvUI0tkNo1CQ0bPHBx8/5+btPlOh15801tq8ViIXGmLoMNcyV49eyRExLKKF2/6StKpkzSOUNhRLeqeaY9nz++kdn/Or9JjuvG+zcM4jEBDF/Qa2Qi4sfwvDjqnxfMsWniorVFeNAz6I38Oj3fcyYRNpk1OCL9FATcY27r0ofqMq822Pe7apIlbE9xvZtQvKsoYcZTiKMJhHS+SzFco7ZZELt6JTzo3PmXp65m6eYh2pRnKLguMH1MCrGj7BPqzul3Z0qmmChmqBYzLFa2mG1uMPe8w/Yf/6+6gFWtkukMnGk+eT0pWfscn7msrByk/UrX0bXpvTq9xm0HpKupFRFjARhLcG43aexu8fZSZ2Dgc7+UCecC2HkQqxUMuxUSxQTJs5sjDMb4blDXG9IRIaM9Ty9rlDw+jzZHRMTA0UpiutJ/ESwRjZjSVKJFOuFMOuFCONxX62PZZA1lpGhUBNvbONNbPxEFD9p4kw95r051thj7EQYO2F0b4rhzegOLc67NhNfJ1FKkSgkScdiqpJyHXRt2q0BL0977J/1KWZNJRyfdiz26hMSBbjzpSg3r2XYzGywmd3kYHeP/d19NWNiFlJqWHJ80lb16CU8eiE90hiZhRSJopxHY1K5KTfXw9zciJBOJoibSabiMj7vqZxqK5RgHkqoPPpERGJQkvihEr2+wfu/eqnKiYRwwyEKRYOVpQgLpRiLpRKL5RLzaR971mc0HKnnX7kW+tI8lmE9SeeLwYunNg8/ndPsObhiwzU9clmDfFZnMvHoDx1yGbi+IwTcGMvpoqqz8zFnZxN60zkjz0aP+excMVU5gzFuf6yGyISq62vyXFQgbGQY2JKrPiaXSVPJFxjUHV5+1uH5p23q1kxVvGqQXYuQiRuk5yFMB6a6rerqal6VM53QOJeB2rESwT09TNtx6NgSlRVjZSHFRinNVYl/isR58MExDz845nnP5eUEGrbG1A+hxaJ8/zev8v3vXOXl+2e891fPmfkOS68VWbue53oixbVEmsbLJzRePOW073A8j9N0DLrujJ5rcf3OItfvLBHvzPAeN6i9HPLhic/9hssk7TFJS4Shh9738UM+bspDy8B6Ps5GPkG9MePweMJETDAyvG9G0WwPbMHMu4TDHre2M3zt1RKLxQhHJzWOjwMHve+G2T90uP/Q4rxhK1y3EYPkcojUks5vvHaX7775Jl59yoc/+oT3f/IJg02d/qbOTi7LnVQe6xwevD/i2e6IZnxKMz5hvWCyXggE4MMjR61TX3k9qmopnVHVPhnz4mGDs8aIsfQR4zKEkGNVKh5nRUhPU41hz6XdnvHy7IyXZ6eM9DjTWC4Qhk+6DNsj/LCBF9bJLsbILMUoJXQqhq/MlWeduaqvf63E179apns05LOfnnHaHBPajhG/kuXbr3xZVefjBxz+5BccnZxyHvLpxsLc+8orvP6VO/zpnx/zv/8fj3n0qKMGBf2oCMALmqpoUlxDOqUSLFVlI/o863uqZo/CWI/CrC0kePVLKRJZeHbc4/BsQEIszY5GJuORzXmsbiTZvlKgspjlB39e5wd/Vuc3NhL829dyFBZj7Jo6x7bL4GWPwW6PL391R1V73OXTZ085PG8ynhiMp2G21nJsred5ejLmRx/XeLY3IjTRMawQZhpiGUjEDZIxmb536fRk0WGh+zqGr6PHPIy4NBl9XAtKusEfrqT5H1bTzIoxZqU4nzaH/PRZg7OuxbVCjuuFPLvjHnujHq6uETdNNTnSHo3ojadErTARSyavwiSLYcXDl4aSLORLKZNiyuSsNmHvaKSwhMWsZMyFGLouQ2n4WBF8K2heSVNCFsqOiNYDi4W1CAvrUXJZn3TcVZx3MxeHqOQj9njwWZ+QTMmHYDWf5spSme2FPJ2TBp2TOpv3ktz4To6jgcMf/2WL9z8csxBLqaqWXVXTsEvTd+nOfTptjU4nxHpCYz2psSCLjpUiU9fn0wenvNhtsrgsmSIJxBhj6x4nhzOefzZh9+GMcjVBpRrH9OdE7CmZpEzipMlkZVKwB3af/KpBYU3ET4/exGYoeJBRlMkoSnsSuBPD4TjZWJaIzMuOhswGQ44ajqpsMUplKaac0v2GLKRsXilEeaVoElkwYTHGWW/Ow886Ck/8zVfTfONumqYzUyUM9oP9OeORT7kSpVKJkow7pGLi4BDXi6ChfU5q4pjTKC8E00TYkhEpeUthwskIRjzMZDQMaizYYY9kOMxK1mSxIKKLTmlJ52fvj/nZ+yM1cJDPREjFwsQluygSwQpPmRlTrL7PrBEiHzb58o0UV7djHM/aHE/bDGyZzEtg9Ty8xhSjP+PWnTi3XklQH2nsNuHs3KV1ZmEPbDYyPhtZj63bBbZvF5hqHme9CWfNKc8ejVV54jifhrh+PczXvhZleztB2BBBJc4n989VRXNJsis5ZnPYf9yldjBgYynKxmKUwlKI7BLqxnBaF9eFwUZpk43SFoZ1imGdkY34FATpi8EvTseqqk6IqlwbilGSKzGMgs48LAsPh6Ndn8NdH9O1SGkWyyWT1760wtpqkf/4p6f8xz89w4z5yuUXjrhMrZlCvOtRDSOqkUlqyiU4G3v0Oh5DwX9LLpOhEZIpPmlIqrA7RwnFMphSXYgz7mpMOrBdjXFrPUG6qDPJ2PSjNs8eDHn6YEhvYDGazRkMPXpdwbnprK5GVMlUvMwWapZPaOahCTYw6aElXfaeW+y9sChnwtzejnF9J8P2jriwcpzu91QJtmXiu/TdObX5hJZkUbR8VdeX47y6kySdEhFUMD1ukPdlREkkxB0k8+QTZvZIicDJokmqaNJu5ug0cpzvDTh5dsZoNCRW0ZVDXiaKxp5L3ImTmqdIaibZWJR8IsLaugzswPNOl49PWzx5PmX3vgykGHz9tTzfeK3A4cmEo+OJQvrfupmkuBjm3b0m7+22iI9dEiOPhYLJyqo4fZKslAUNZPLufktV2SuyqVeJeNCanDH22ty4U+DmHXkokdygEGcti/tHAx4djlVm696xzbrrqFraiVO5nSGzFmfSmDJpTllak4neIq2JzdPzPvu7fc4eDJiczPn+927wB9+9SdM543n7uWqS2+c+djuE3Nz8YomzF12O7tdZr6b53vdvcPV6gbc/fMrbHzzDjSVx40lGHYtBbUTCDfG9b93ku9+6yf/78SP+5ONHHB6PGLc04lqEa2tJrq4nWL7msXLVozOaK/pD/cTm9L5Nd9/lzlaCO9tJytsrCkP9cH/If/nBp/z87QPlOJHKh0wKIZPNzRhb12LkFjWe1Js8rbeoPw1RfxaiHDG4Xg3z6u0iX/2da1x5bYk/+tEn/NHffEK3bmH3Q4oqsHIlSWUlRrs7od2T6X2DGFEKuTjLq2nSGYN2vaXqysoKV1dW8A2XwXxIrTng8fsTVb/3h1dV7e03+Ys/u8/JUZOdnQSbm3Fy5Rj5cgxdModNyY2cM592caZD4l6UhCvZvTEVf6CFw1i+zsQO0RkFQ0ePHzR5fL9BOG5TWtSIZ6He1FRJ7okzdalUQ2xeCVMsxdH8PJ6TUA63VrNBPi05KwnyqRSFZIlsMouZcjCTDs/3uzx41uK0ZTGype1mkM8YSjSuNwc0GgNFC1iulijlEkx7Haa9Nteub3Lt2iatQY+HL3c5qXWYzSNMpjqd5oxOc0p1McPGZp5kRh7SpKloc3ba5/ysx2wsKFeflaUMb7y2xHI1yfOHklFV45vfvsNb336Fo6Mu777zkkdPzsktFlSdnjY4PW1Szqe4sbNIMZdQD7riLkqV0iRLadBnCkM2m07otgcMelMMQ3KmCjjTEda4S9yEUllwVSa9rk2/KzZnE3xTIi+x5AEIj5yiXGjK/dvvCbY6guYJlcNE/A+y9haXopSgT8XNKI1tua5MJ5PP0bmJeFwJsOLYfPL0GfV6QzkPi4Uc6eyiqvNajb2955ydHhHRIyqDy5raWPKweoEnTGdirG8WWFxKMxpNGAsSr2HRrEn2rQthF82QhwHB2GoqHzefl5zcDBlxRyZFeAwmvy/67koM/tyBd+FEUthDTVxOItAG+ZvKGcWc0fSQ0ewQe24oR7RMNoj4K1PaId9E881AzHMEw+djRAJUbPjCUW67U6QU5lMa7Mo9JNvbVg+2UuJIEnqFiHDi0Dg9qRNOxlSZcQ0z7isRK3jfglkMGi3isFHOGnEQuXMlyoigrLJ/FT4yQHDK7yKutU6nSafdYmV5SVW3M2Lv5QknRy2Vwzwe2Fy9sc6VG2vohoiSM9WAlvuc5wUkHxHh5XedW5J1I25GETkF4xyIUpKtLDUcjBn0x8rxnErlSKXyHB+ccnJwRr6UZ+fGNul8im5XRMORcvhKHR8f8/z5CyUwi/O3XCqztLLE8vIyTx8+5aN3P2Q2s1hYqVKq5IMB05imxN94IqmaUEFzWXmyLoSZQABWXW/lhjLQQyLSRzGjsv2lKecxteYXQp44yQP3r1TkYqhABN1LUehSBA6E3ADpKttKtndIFxe5rfIYJYc3qLDCromYILm/ItwFDf5AcFY5mep4vMyU9BgPHYZ9aYwFjkHVzlcZsTqtZptmq0MuX2Bjc4tMNs94PFPO+ulUMocFXx0ICCKI2vM+njtW520qmWQk4u+gT6ctjuKO2gfXb91RJeLvg/sPlRNvdXOHpbVNygtVypVFTmvHnNSO1f4RF3DMTFDMV1XV6qfU66doukMyJQ2qiHJIiQNYQ9ZIUfr9Fu3OOdFoikppi0pxE1cahJ7FRBp9k4GSKcSRIa+vspptybgWATiqhk16va66BolQI8fXQqVKtVJVz0yT8VANUki+tEzye47krc6wZlMsSxr9cr2QXEYRRmSDBq5tcdv5As4VAUS5IwPR7lI8sea22q7jyZRWq0O72WZtfYP19Y0gA/oiTzwQ513yxSy5YlY1Ql3BjIs4rwRgV4nykvscSHkoApCIGIIzRYQHhBQgebOayo+NhHXCKt9ZDt9A1JOSQYHA4X4BYpdhD4WAFkRvYBWV64C4AWRoQsRwcUp+7mZXWuQX4m4gjV5KsJdi6hdI5Us88xcC8D+Vdy9f+0I9/Adf8I8/F0h2/9xX/uPX/cdi7z8VgL9w/v5DsfrylX4d//x5drDKwv11QfJSNPynEcfBgM3FFpLvu9gXgR05EMQVIl5h1QN0tCMDCcopLDrwpftVacLB8SVCnfhr1bVKLk8BAUzJ4upapamPKXyvCLPSRf3ceS3ZySLMBhVk714IqeIqVRW4WQRPrURZGQjwo3hCp5CfEpLvDY4fT+RLQUCL0Pw58lu+ygmydi8GfCTiQFxEcm2QnHZH7i+icwdq6+cCtVJdL92/ajtfiL0XWOYAzxwIlJ6ggUX8VIKq3EtEVA3yVJUGpwTc4P7yuds5YDyoM0j5bAPjPo4In2qCIxCBAxEvEKRlH14KwBFT7hPBPlPnphISxQ0s1wOfWARVsoYQwoIM+0xntiIjyDk8dy5Q0Hrg4pcfo8YC1PBO4ACWEhFbzmt55Ax9LgALCloEYF85uUSADfZlcOwoVPiFyBwMjl0co55GSOXc62o7iUjrqH0aOLHVr3rhjld/qr8HAwhq2168ziUbRDaT5EEHR9wczb8QgA3Z4JKlLO9fhqXEyiIElCDjWvNkNThH96fo/gDDGyjN1nUkTiG4Xst98XKYRtYNMrwjwyeXV5dLwVjEX7lny9VXrULVMSNqsgwXBNhxM5Emnsowmfuct4aMLI9CaZlieTkgRFiBm1gdI3KuXTiVg/vwxTkhg36+S1SbY3hTZsNdVdNxgHaWLRWP54nGMliORITJoN5MiVYymLaytkapkMUftfHHLTwjhBcOqX6JwrVOQjx6+JCHjx7ApI0/6ZBbMli4nmbj6ia3N7/OWvkaH7z9V6q60wkTX46vKDsrObZW8mrQrVxdwJhF0AZC+5hw2GypTM+NW8ts3Fzi6fsf8ez9j4iGQ5TlOUVIhIZNJGwTLexgFrZ5+P4hP/1vb1M/O2fjyyXW7xRZK2ZYLWWVS7nZriljih7O4WspjuoOh3WHiCs8JY2FxQSbt4oUFqJ0T49V7Z9F2DsTAmSC6mKccjlMxB0Q8QY0z4eq5LgUyo6cv73RjOFEZP24qmwmRT6XQegc52eHdNt1lleWWVld5tP7TX7xzomik1VvGGzdzPK1Wzf5+q0btJ49oP3sgUpgMjMZjFiCQc+l33VpTj1V550Rp42eGpK6uVFiZzlP2PExXLD0LpNwW0XcVRYW1XrSDNvEDMn2TaGHs8ztMYPxIfN5n2SsSipe5enDI549PCYkg/GZEpFYnLPOuao793a4fW+HiOYyabVVTnaiuIOZWcZtHqrq9du0ez36M5uuE2bkhSkkYhTiMeZOm4lVwxbq4ShLWEuRX4+TX49xtD/ieH/Eg6cjHj8X1LjDG1/N8sZXMxTKOfLlLMWwS1FiZSZDFVFWl3NiKJE6PosbCTaupckUlzCiX8LQr+IPTvH6p3z06Qt++eEzNFPjzhurbF3JExZ8uzcgIueGJPFaESaTOM2ux8ePT/noySlbOxm2trOsLaZYLSXpNW1++Gdn/P0vGyzdgaVXUAOspUJGDR/JEKA8rxleFd2rEpLntPAMyx4zHAwZDyfy1pmOZFYlgabHGc/mdIZDzFiIt95c45tvrmH1u8wHXVxvhKdPISTnc3DP6A6S9AZJhYbXTVOtX9u1Ot1Gi2x5gWypSj4O+WjQ6xuO5NotQ3DyjAb7x132T7qUFhPcfLXC2mqFSnybSnyHk6N3OTl8l3DGJ7dVIhqLMGsMmTamNGoxGvUYy5tfYvvmmzhWm+PnP+f84BesXFtk+WqVRLRATATcWoe9hw/Y3z1ivx/moB8mWphjFmw2Vwvc3lymkk0w6nUY9zqE9TmGbhENxYhqMqwN730sPYsBueUkuZUEaHN8Z6qiWYxIBjOWZSUTUqUZE9zQWAzSxKKmGqru1GZ061My61my61nG7TH1Z036rRmzaJpZNIMzauGM2szmPhM7ylyLyguADE1HhNYWopqMspI2GfVnvDzssXfUV+KrxHmdD+cc9i2yVfjSmxFuXkuwZFRYDFc4P29wdt6QlQnhRBBt0j3o0jno8mjX5+GuTygeobgUI13RiGUnpAsWd3dM7m5HScXTRMIZOq0ZR3stjg87JEp54qW8ilEIuTMiRhYztsFklOSdXzzmnV88wY1peGZI9XiFoJbPRFXm9+JqkUTEIRkRmuaA1nGXkThLEnG0hElIhuoTGruPLR5/bFEhpTqQAAAgAElEQVSXXoNQXRBDgkGhGsaewXTgk8/A1SuwuRpmIZmnksgzlGe2gdA653QsC6IeWztxtrZjTE9bTM+aak3oRcM4RJlPUzhWHM+cqaoUciyVS7QO53zyyxof/qJGw3Gouy7pZZPCplBeQ6QnrqKrOmkPO+1xe6XCnZUyk8GQg/0zepJXn4gQTUQY6y4Tw1UxWdlUksVUnO1khKoe4tOPmnz6YZOH5x6PWhqjcIR4KUJxJcX3vnqd737tOj/76xf80X/6CD2l8Xv/7hpvfnOZXM8j2/MZHj9ncPKCB8cT3j2Cg7GGltNV3XttiXtfXiR8PmL43gnHTwd81jZ42NPpRud0oxa65ROd+Erz8mKgp0KslyOslyK06g4nxxaWI7pejGg8ooxVopJ1W1NV4mj+zterrK9KX7NJp9ui1bFpdSUH2uPJM59eX0yTkMoCaR0/HeL7X/sK//Y730FrjHnnL9/mFz96h9oaqu6tV/nO+ipeTePDHzd5+LBLIzGhnpxSikcpxk2GPZ/zM6FmafzW95L81vdSbOcLql5+3OEnP9znk/ttzhyPfjjEnTeWuPP6EtcLGa6mUpiWwaDt0GmIAHzIy9MDmk6Ytp+gIwNZp336TRl28xlZPjuvFdj5cp5SXCMr0URDi4e7Ax7tDXnrrTzfeitP72zOZ7/o0xy6ZMUs9GqBb1y9yzeuvsrJO5/w+C9/wkn9lH5GY16O8cabb/Lmm1/hT/7bc/7Df/iAhw/qgsLX/WhURD+dyoI4HAVr4FIua6yuhIikNF6OPV6OfQafaPQ/1lgqhLl5O0Iqp3HamlPr2IRmPtoMikWNhYUQa+sm6xsJSuUYf/m3XX74dz3ulgx+e1syV3UObI2hryuFfC0Wo2NqdARj7M/w5iKcWYzFYTmW95FlZSXLo8MR//29Go9fDNFGIUIzjVjOx8z6JBNhkrGoyvgS1GF/YOM7IZWta6gpj6BZ485cikaIP9hJ8wfbGXqJCL14hKPxnL3WiMHYpmIYVIwwzydDnk9G2JqGGY6o9XB/JFmYc4x5CH0eIpmNksrLJIlMTwYPt2mZ2IjrnJ1POTgYqwexatkklTJoTS1aMwtnIvhGabTJg6A8FEBC8kVCBvmqQX4hTCrlkojOlQCmJ4LJgMO9MQd7E3zBF9g+68UCdzZXuLFc5Xj3mJOXRyzcjrL+tRSnQ5u/+kmX+/enFCJxCpEE5ZJPuegzNXwarkdn4tE8cWidOtzdiXN3J6as5k1LYzD1sEc23tQml9PJ5UK0Zg6nozn12pz2kU331CWdi5HOx8kaDhldsB46qUJCuUr88UC5wZauxli6Glei37m4UMS5NDFUCTph7LpMJ2GmQ1OhsWUmMyQTSF2HdteluJBgaS2lHq5q52N69Sn3ilFeL5iYi3FYSnDatfj04zbD9ozf/VqB3/lagcPRmMPxmL2jKbsvZ0zGPptbCTa3koRDcyK6iMIu3Y5Hr+/TH4cYz0LEYjpx08CQBzBBcckDgKnjRGDUGzPujtTDnzwMS8ZE3NEpJk1uv1bizmsl/u6dGn/79jndjo3u6UR1g1zWJJuNYYn4a8yYdF0m5z7FaIyv361w51qWl61zVSPBSYaSOBMPvzvBGE25uhPn2k6c2tBjrzHHsiMkIikShknctojNZ2RXDTIrunJDH5xMOT+3aJzMaZ7aKrdG3JY3rpu8/pU4S6sxxo5Jd2zwyYd1Pv6oQa6SZXmrrB7w9h43OT/osLpksLZkkKvqZKuCoHZp96c4TpjN0g4bpSucv9yj9mKftZLJnR1x6yT44aM6P3zcYAlYQqNSNSltxwkXQvScMe3ZhP192N+DkNzgLJvNSprf/cYOd64v8b/+xQv+tx++VA/zxaRgP1HYaF8yDyK6yvDLJnxVE5miaboM+r6aWlV14aoU96/OHDGNLC5HKJejeHYGd54mZs1JWBNyBYOV14pktpL85KdH/Phnx8pFJYaeqQXtDgodvlDUWSjoJLNpVcw87MEM17IIp11Ve0/nqnIxuLqsc+NKmjuvrrBztUKzPqXVmNLsTGn2pgzmc4Yhh77r0HgxVXXrapzXX0sSjXgcH48YjW3WtnKsb+Zodcc0O7KSFreLTywB8YJGvBBi72WYvRdhBjUbqyMoyzmxik+04DO0fUY2GJMo5tgkG4mzVk2zItOQZYtS2eJZt8sn5x2ePJ3x4iOfeTvCd76+wG9+vcKTZwOePOsrAfjOnTSlJYO3n9X45bM6OSF5SL5FLkp5IUa1EmelkKCQivKkM1UVG0TJDRKYcpE0x+jJCeU1ncqaju4YMNYZWTqNucZh2+G9Dwe899GA18sm98oxSmtRoithIqUQoYmNNrHJlQvkKnn26xM+eFLn5HCA3nVJ2Trf/tZVfuNbV6jNDnnWfEyz3WFUg2lbR0vnCKVynD8fcPxZm42VRf7l//R1btxe5P133+X9d3+Flsug5bM0mjNOD3pqP3/vm9f5/lvX+e+Pd1UdHA3UTTgeMrh9Jce1bZkItUhX5gymM4XNbp7bHD/w6B7AV+9k+eorWcqb6+TWt7i/1+c//+ADfv7OS5UhHTMNslqErBZldSXG6qZJqhziaa3Ns/M2jZcazRcaS6kIr2xEefVOmXtvXWfj5go/+PFH/ODvPqJ9bjHtCCI2wvJ2WmVnN9tjmu2Ruk5kzQQJISCYLpGI5KoF+WQ3Nze5sbHB1Blz3j3ntNaifajTPjD40luLfOlbizx73uSv/uwp58ddrl5NsrWdIJKESApiySgxmZgXNP60gz0dYEx1VcVihnI1RyQmzjvUZH9vrNOb6Hz03jkfvn9OPGWzvKmrbOhW16fZhUnPYdpzKVcNtq+bFEomztzEFlzVoKcqEY2SEYxOMkU5X6Scz5HMoeqDT+r8/O1TFVEh7tlwXCcn2b3JqDqHmu2hcv8ulLPkBPnV6zHpdXn17k1evXuDVr/HZ0+esX/SUOSI4dCn27TpNG2WVpJs7mRIpgXnGmJuy+dHDIYj5eIb9WzKhQR3bpdZWUox7EwYdCZs72yys73BixdNfvWrlzx9fk5lNU95NU+t1qJ23qZczHFjZ51SPqtEUmmwXaJhXG2MQ1+JJ522uPnGRKMFImZRZVmFPXDm0sgaqIfyvmRL9bwLrJ+IedKA9ghHNBZXoyytikgzVQKwIM2SsTKRaBJPD6k4EBF6RXwRYVWELGlWqjw3VzDFUaIRcRiJC8RlMBjSbMrg3pRCPkehkGc8gdEYJTp12g2Gg656rWg4rAbjJJdasLmJRIxMNk6xlFQZxzLRKhmltmVgW7KNPRzGuEyVoCMuVMlWFfR0Ii7CbyCWiiNOmreD/lDlq4rQnEgklQMvEG7FdTJTJQIwvrw2WPMpc2dC2BypkqcTz0miawlikTRRyYnzoqqU+CcOQs0hZEhjWNaWInpF1QCEJ24ZJdiKeBti7oxV00mcp/IxQSILQnw6GfPwwXN2dw/JLxTIL+QRETyZMpXIrRytgjIOWrkXrqoLGUl+dkim2yOqrJmn3N2SVxk4kMWhbSgRNxZNYJoJRgObdkOaMhaOiIyeRjafUnlZ8vuPZa0rB4gf5C/GYykScXGaisAov4MId7YSWlXDOywCd9B4FnFORDURwMTJGTOTtJtd2q0u8WSc0mIRM24qlK6IZjKtLrjNRr3B2emZ2lciMsp/i9VFqouL9Ds96ud1lQFcWayQF2yY7hI2XOJxcXyLwyTI4g2yNWV7yd8FlyqYcnlvgaAiIoYeMonKtogI6jrIApbvD3JU5RwWAdgiHBFCjBzXnnqvkvcaOOZkDTBnbkmmbCACC055POyqSqXEnZpW54mImeo4j8rfwypDezqdBg5D6VwibvQAVX0p8sjmm9uBcyH4OnFlB0jSw6NjlfVbLJW5ceMmxWI5yOcVAXgi57t1gR0VB6701Kf4klWnsm1F6JYhCnETXAhAIlpETJUn2esNabU7xJMZNravsLC0jKbc9jqdbpN2r6Hej4i0ss0Lku+brdBVD+BNHGeMFrKU2JiIZ4mZKVxHhNCQug5NJl0lAOdza+Ryq/j+XA1E9PsdOr2W2rbqHBXCwIUAovB9kcC1N5+LU2XOUAYNhmNKpSVKRVlRakroFdyzuAJFmxFXndr3cpxeOMGDLFNxugUONTnOZG0n7yEUEpymr/aRCPci7qr9NZurnzWVZzUZrrBdcrm8EuDl3JbtKDhSlRssCL54kmhM2unyo8SJK8KR5A/LOi1Ag4vIJ8KQHHtSov8q/G9I8LQBnUDyWhVCWIl4AV72EvWrNF714UuXYCCEBAJUkGUt58J0IsfaTGV3y7DJFw7dQH799X9/IQBfSLNfqLafO1cv8c9f+Ha/EGz/OQH4H73E55Lvr3mN/6mSrLTWL37CP/1Zn3Ogg/elrLwXf17++x+96q8Lv5ef+scZwIGO+es+5EvHcyCbXSTfquNffe9F9uulw1a+Rol4cr/0RSANhKzLV7yMTpZ7ksJx/wMsrwi+F65gda0K/i3/y/C6UHHkGhScFF9k7UrOaiA/2mjiktIkd1XERB9DHKbyQ9W9Q8hH8hwk9AgZJpFhlcBNHIhtIgBfun8DzL8ruawqbzgQRkUA1kOC44tgaVFsdU/7ApF/ee0Ktoc0M4L9qFzQFwNXlznNwT4QB7yjSonCMuggwrhS2C/vJ1+I9MobfYHBvpDKA9fnBZQ8kFEv7o2fC8AX20s5gAnWCwoZHQj2MkRi2+L8lXMxMKDq/gwdSw3LpDMZhVaW/F/lFp4L2U0cjwGy+lIAVnvk4lxU9xBBQMsAiDhjJX9ZIasFTy1O4CAPWP4u9bmYLahwXf+c8CDfJ8eKwnKL61gIzUokFgEYJcLLcaZE4IuMbGXA++KIuxCVAzy68qBfZoCrY10Q1CJAB8eOIKBlMEANpoh24kkeb0zt88BNLYMH8rUzxAVsSASFZqn7g5QSx4WGYIlTOkCiy/pGhj5ljSbD2HJsqHxjW/bWBapauZxlW6Dc3HJLlKE1uf9G4wliqTTjuUetPWQ4dcnlF8jmqwr04DkXrl9Nw9DEae0qd+blIJZku8pO1RzJeJyiOTIYechsfMh4UGM4aKjrayFfJZ0uMp7OGE8sjHCMSDQYAMhk08TjBtq0CdMGNgnmWhzHNvGciMpifLn3iN29xyQ1j0TIo7qZZO2VHCtriyynrpHTq3z06U/56NOfMJVzygiTzSa4ulpma6VEMpsilU3hdDXmdZ92d8bJcMhYs1nbTrO+naZzfKxK9z3V0Be6WdhwAhE4u0U4t8n994758Q/ep1FrsfXGElt3q6yXEqwXE0oAbrTrjMeWGvAUWtBJX+e4Z5CLGVTTOosLSVbW8qo/WTvY4/xgn9a8TNMqYSZ0MlmbbNImKhnojuRTW2qfG7rkqspgk854MmdiSYNBMltlLSzCvIct0TgyWDsaYsp+jcc5PJ3yfH+gRJuFawlWdzLcXF7g1nKFxrOn1J89QQ95xHNJQhFB3brUay71saOqO7XoT+T+FmJrOc1aOYFmOYRmLpGsTaRgE0uFVWxGMpEkFpYIMIdIJE04ksPFYubUsJ0hBhl0srTrYzqNMb4bIWokmM1DPNg958HLM771uzf49u/eIBmzmXZryv1upNcwYhWc1ilu84Rhf8SgP6EzsjgZzWlNPar5DNVcFo8ec7eJ5miEnQJRXRC4PtGi0OIG7L8YsndocVxzFcb13hsl7r1RpLxQoVStkPRmmOMGjoj53YF6bj07tjg9mbNzu8CrX61Sqi6jha7ju6v0Tp7QO35CczBWdEVDxPC1GLliCMMaoFsDYmGdeESIRoaKsZM+64ePz/jwyTnXr5ZUSY5qIaszGsz56D2J9+nhJOc4qTlL1Qzri3m1Bm40+9QbY0KhCppWwYg5hGMW4bBcKxxCEpPSd5lJ/mdIom6ijFyHnj0jbGq8dq2sqllr0DhvEBX3ZVmeCTVCzhR/bnPeiHHWiDPxwkxDYSx7ij3pK60gX86Tl16QqZOT2RVXDEZjFcfozMPYdpij8y5HZz22rlT4xjd3uLK5RNLKkpjnONz7RFUo7ZPezBOKhxk0hwzbY3W+WLMouUKFUmWR0WDE/otdzo4PufXlCre/vEBScuMxaJwNePTZCQdHXUik8eMpZn6fmddneTHDjSvLlLMJxp2WqqjmEVWRAIYaLhbh6tnuhMMzm+JKnuJKTj2T9bpdXC1MJClo8hxl06YcdUik08TTOcIy9GK1FHnt+HzESW3E+s0V1m+s0jnr8+yDA86Pe0xiUVWZiK1KJ4bnZ5nZJr2pr8SneNolnnJZSIZZTEbQ/QjjaYT+QOf0xTknL2vMomCnw+RWQmxc91lbCVOhwIJWYP+4zv5RDdsXbHxK3SNm7QnTzoTGSKcxFHEvTKESwUx7zOkrPPzNNZNbayapWAYznFPkvCcPGrx42mbxeonFayVmkzHDjuStxwlHlrGmKZ48OFVlpCPoqSjTyZxhe6L6EaWlGMXFOBtrSdbXk8SFMjGcYQ3mtAc23ZHLOGwwChuMBx6jrsNsYONKLNXcIbUYJ1WNo3lh/JlB0nQpFqZkUzYRV/J6w0zGISYjTZlXpA/phzW++e0y3/xWBev4HOukFlAuEia9mc7evstp3aO44VNa91kqZlnJ57E7Ic6eTzh6NuJ40udo0mdmhLCFuOWHSNkQkwGwnIabC7GVjbOVizGfTGk0e0xnM1IJnXTSYB7xsCMusVSKTKZIIZFg0dBIzz1+9tMGP/9pk92my1FfI7kU48rdNDdfy7KZTrOZTvHLX9X4y789IltJ8j/+u9t88+vL6M0RIRkarx0zOj/m/qHFL3Y1XrRl6MbD0n1+5/dXVeVGc5z7TY4f9fjpkym/2rfoJ2AQR1E5oq6HgohJNFwqzI3tAje2itT3B+w9aCmX7FTTxHun1m+yNuj1HHo9m9u3Mvzmd8psbcYYdoeMekMazbmqw0OHvRcuvYEcx2ImCZFYTJCsJvjd127yr998ldnpiJ/+xcf8+EcfM9zRGO1ofGUzx29v5Zkew09+2OOjj4eM83PGubky7MUjUUZ9j1bdJp7U+P6/yapa9RKs+gkOH01495ctPn7U51FzyvHM4fW3lnn9m8uUxWgxsXD6Dt2uR1d6cYatSvKXa3I/61mMWhbjrpApJDcdtu9lVaXk2bRvYfVm7DbGqt68l+bN11LUjlx+9fMJnYnG1jfS7Hwlz73l29xbucXpB5/x9Cc/p9GvYRUNWEpx95VvcvfOW/zgjz/j3//7n/LgwYncqyO+4FoWFiJUF+TiPMXTZ8oNvLkRIZYLsWfB/hya7zo03xXEsc/V6x7pfIjeJExvYmANfWYDj+qiwdpamPX1MMtLOoV8iB+/PVG1HnO5W/II+z4nXQ/NiPHd17f47htb/NeHu/zRo12ipsatlYxy0Y6Hrsr1XFgUhGqGz3aH/NXbNR49GwQI6CnECh6xvEcyHiEhzkNXRGNX5Q8Ebhch60lDXByBLs5kTiEC/+JWVtU5IVUynSf2bt92CY+nhCdTnkhNZ8x8jYhk1bga07EdYGWFxmRDKhNVAqhMrMtDQFiXwHkx6/qcn045PBirvL61paRyxJ4OxqqsIVgjySYLcHCCzVnKpVnKp0nkdVWx2FxllhjhOX7YV9mv0nwW/LIz9PDGHlvlBV6/tsOrm2s8e/SSp49ekt7RWPiSydnY5hfvDHj6dEZGj6mSCJBCUWMS0mjY0B661F9MqL+Y8htv5fjOW3nORhZ//7hDq+9wpZhlI5fCjFhEIxbPGjM+O53QartookNNNCJxk0jMpJzwWYx7pJKh/4+9NwuS7EzP856zZJ7c98zKrL26uqqrN6AbG9EAZiFnONJQHI4lWhZHoi2FFV5uHGHfOcI3vvGlfaEIhXXhG4WojSKHmiE5CzUcAgPMAINuoPeu6tr3JTMr9+WckyfzOL4/q4GxRd8ofAkgvkCgqysr68+z/Od7v/d9MGJBxVz2Gh0Vg3D55YSq1shlu9Ki0hROoqZqaPiMTBF2YWcT2k2NVFQnFtaxOyPsjkRwJJmTk3Q4ZPewyelxi3dyFu9kLSJTMbSZOAc1l0/uVpUA/Hd+s8jv/maJZ+ctVs9byta/vibNbJ+bL6d46VaK0cDG92xaTY/a+UideCN9HFU6dAw8Wyek60QCMv0JfXNEVx/SqvRoVbqELJ+IJNH1oXcyIh6I8I1vLfM3vnWFH7y7zg/f22B/r0u3Js/rhpq0LE1GsY0+jmHTOR/QOR5SCEf5zTfnef16gae7+zzd3aNnBhlEYuN4pU4Xs99jcSqi6rTpsFvpEYknuLGywFQ+R+u4Teu4wyDexkt0ODju83zN5vTIw2uD14F81lJ1/XqMV1+PkS6FOOrC3vmQ+x9W+fTDClPTea5cn1It562nxxztVJieRlV6IkiyYEnGLF2nj64HWCiscKlwlbt/ucrdn65xczHNb/36AovLWf7lL7ZVzRg+MybMzYeZuxYjmIGjTp3DZpOtXU2VV/fRWj4rxSy//82X+Mqr8/yTHz7mn/zgkXIBxtXDho4ZQcUOETTRLJNU2CMV8ejWPaplD0EnGCELUwqDAOZF9JZDLDakMCGRsiYBa1ptImrrZSqP9slmAnz9925w4ytz/MEfPeRf/NFDNa2dzwbVQ7FMSPZ6kAlDNgITcwWK8xMMbY9upY3T6RJKDQmnh2w9c9l+NiChe8znh1xfivPmlxZ5+ZVZWhcsgMODNru7LTUxOpIIawNWP27w7JcNXn4lzDtfj6vIt0d3a4rD/OXfmFJ199ER9x4dqQffQjpKIWdhZQaEMh6f3rW5f8/B65jqXJcNQbjoEsx4tPqa4k37zQBG3SQXi3HzWp6VpSTRRItIvMXzWoOH5TrPVl3WPwK3EuK3vj7N3/rNGe7dr/LJfeFJWtx+JUVhOsB7T49UFQ2DommSTgaUU1+E4JlUWF3Dj4caR57G8MiDfY/wyCc3pZMpaeipNnpSBkQMRs0gmhnDyCY5dwL82Q9O+fMfnvFbL+X5Wy/nSZYM+vEBw5inGLgJcaMl0liJNI+26vz0owPODlvMR8NcTsd4/bVFXnvtEkedTZ6fPuDkvErtTKd5bmBaCYxgnLO1LoePmiwuLPN3fv93uPnKJe5/8APu//wHBEpZgpM5dk67rD2vKvHk21+6wre/tMJ724eqdncbVPa6hHWdV17KqSgc3+rhB7uKC9u1+9TOPHYfQ31f5xtv5fnGnTwTC5dITC/zYLPOv/ijX/DeL1aJRnSisoHDJEGAYjHM5EyIcNrg+XGd9ZM61W1UzeeCvH4twu2Xirz0xnWmL8/w7//qHn/yV3cpHwnXSe55QaYWU2SnYpQrHc4qbdKRGBPJFIbv0WpVGQ67FCfClIphXl5a5uXlK9TbVTaONjg4PsbopTH7aaZuxJm6keDpkwo/+v4W5cM2164llAA8MPu4Rp9EPKJiv0xjRN+uY/ca+E0YNX11TZlbnCSaCKvIU0eGtGyLtm3x/rsHvP/uIfH0gKVrAUpzBrXWiHrbp3Hm0TwbUpgMsnwzSiYfxO742D1pLPRwnR5BP4RFhEQkzlQpy2QxTSpvqvrLvzrkT763zVGlRaKIcvknI1GS0Sjn9a5yRUejFvlMTDE7uo0WvUaLN++8wp07r1JtNPjk8VM2to+o1V1VjYpPozJiei7C4kpUOZsHXgDPEweLrapx3uf81CYRs1i+nGFuJkE0JAklJpFQjkg4z5MnJ3z40QbrG8dML6aZWZS4thrlcp1irsC15SXymYLaw0jTK5QYx2N7tHBGNTr9JtXaOc1mm0g0TziaIxlKkbLS1CsNnq2usr19SKsh91Ow+2Db48ak9KGjcYPF5TiLVxI0GiIUSxxXlkJujngigx6Uzpy4IvpKAJamrmrq6LqKoxLBQWKhpSSetV6vK4FJokdlHyRuzmw2y8b6ERsbxyp+SZrL0rwW/IJEPL9o5Kqo6HyaZCqmGlxBy6Al0cKtHiErRTSWU++571ZxvIY6tkWkiccSJBJJJfKqOELVKx/HaR4eHKkKBkKkkhklMCkGsC0Tpi3cYVtFAusI03REs9VQ0WOFSYtCycLU4jBMqLimRCxPNJJRbmDfk0FAaY4P8TWXkdZV8b/CzBt6EqcpjW3Zz4kwG1EuiW6/Rq9f/4xDK67l0lReuRs//uWnPHu2ztzlaWYvT5PNZZSoLU6uXr+JY8v7fKEBjPmiMhVvBsTZKHGLBlbQVDgJwR+0OzX+2f/2vb9eYPniT79YgS9W4IsV+GIFvliB/4QV+F//zz/EkUGoi39eiNzj6PQL9u/FEPzYAf2C0TyOsn4hyHsM1b9qGOHCda+iry947Rce2AupXAS+seP4RRy0iJgiNo/zHi74vC/iji+ihuUrSmxVqRmS0vG5mK4CoSQiVJiQviAdJBmuhec0VWR/OpUmELSUKCt8YRXh6AiCQrLZxTGtZF01qDMeE5BZmbGQK1974XP/3N8tbm1xyL5wJl+8a+VQNpW7V/2swTj5QTcEW2Go+EPNld9hnE4gv68wc1WU9YUIPE59Hk+GjOPNpWFqKJ7154MSF9RtpYuLo1d+vjhlJcVEFGYR5AXfIoMpYAVl+DimDN6aqF3CWxchFUlaEMSDIDhCam8lbmppPsvAiQyRSck+LpWKq+htWXsZNpBBGrWGF/s0TYnbI0zpr4RkeMWg1+8qJEAgHCYUi9FTAnCLVs8jkciTSBZkAhyGOoYM2GnSb9OUABI0ZQhinMQhG2aJdPcHkmrTZuQ2ce0jnP4hrfop9doJAdNgujRHPldUSASpdEZSLxZUsojCbPh9dPcMfXBGb5Ch72XodDR6LUkYrHN4ssrR6RrFeJJiIsnCSlY5d0qlHNFeDqMV4v76R6pGJgQiYXKZFFfnJ1mcmUC3ZIjdoHvi0d51qdZdTgYOfdNjdkZjdm2pbuYAACAASURBVFbHGNiYnggSLp4rPOWB+n1lCM5IzGMm5rn/4TE/+aNPODtrsfzOJZZen+FS3uJSzqLVOlcCcFNMC8J6rPsc2zGO7BjTBYvlKUuldU1kUliGxu7GOnsb69jxJZz4skLpWOY5Ib1JeGAQ8Uws4QHL4K8gTYjiDw3llBdetRE2MUIm7VaLZq2uBApdhidcj67EpPZd1Ydo2hpWNkphOUNpLsl0zGQ6FuB4bZOT55sYukcsbaGZQfZ2huzvjjiRyNqOS0/23wbqeVl+h4l0AL/r4HccslMWEwsRIoIb08bnUTjoEVKVxLIyaOaQoVFjSBe3J648C31kYcgwqDvu+4mg8O7dY967d8zv/oOXVWVTDk5rH0+OrVCJUSDLsHKKVzmlLwzQlqf6muuVBgfNHnPFgioj0GaonWPpwnsuEDLjeKEuw1CP9dUmG6stTqtDml0DLRjmlddKvPr6JMXJGUqTMwTk2lTZo187o9lucV5vs/qkzbPHbW6/NcNXfnuRybkZRsN53F6e/We/ZO/pLwllUyRnprBSJlht0Npo3RZ6t00sIv2hsPrs3L7Oed3l7uop91ZPlflCKiss3YgM39kc7fU5POyxVemomp9Mc30xz9AZsbPbZHtP2FN5/ECeYExYqLaKzC0mAyqGXWKIVRSxrqvq6COa+lAh9a4V41wrxdnYOmRz64hkNsTSSoFCNoDRrzPqtNnas1RVbI2qDEnqHuGgQzTskhc3ciFOMhQgaZr4Q4dWv0G7a9NuROg0oxyeNZRr/PatS3z7W6/z0tIsnHlQHrK1/ozt9Wf4CZ/oQopR1KBSbVFXw9XynGuq64tlDKiUB2xuuRweD3nnKwXe+XKeuDUgMOxxeNjl7v0O+ycj5i4XmL9c4LR8oqpQiLGyMk0uHaZbrdCrVgijq5L5RJmN6XR9zs59Gh2diZkSE9NFzio19g+OsX2DcDpHNJMlqXVJ0KUwsczE1E2C2DiV+zTKz3l+3GT9pMmt169z643rHG/X+PgnT9jaPKUTgW4UFibCLBTDJEJZgnqRfnc8lCFM4ETeJp63ycd0ipEA2XiORHwaU8vx0+/f4y+/d4/wZIj89TTZBYmqdUhnfPLDpKrVrRPWtiWW28CKyvOzxPjKMM4QPxJQjNR4WvCLJlrApVKv0O41uFIKsVwKEQ9liASz7G05fPLhKY8eVLj2dlFVrVrncPeUbsfAMCYYuHFODzqcHXYIp6OEM1EO9js8vn9GpdwhWYRUEV5/c4rX70ypON+iOE8bDutr52xttTjBUhWLa6TTmhpw0eo2entAcCpFcDJJyJB00wgBHDRqjLwG3bqtyu4GcXqWYjc/fN5WfOnv/P5lVYO9A1XSktATUY4aPu9+dM79tSbX71hcu2Mxn08wm0gSHUQYNk3smsZm44iN+iH7lSEHFRj0DGKYhCQeOBtglAtSNDxKpgzQD+j0ZTB7SC6uk4/r+MKlDo0IJzPEM1MkwnGSgnBqOnz/+2W+9/0yx+dDajYs3Yrztd/J8+vfzGIftOjvt/joWY/3nnSZWSzyX//+bb729gydozO6x2X6lQr9SpX72x7vruk8O/ZpdF2aPZfv/MMFvvOPLjGrQ2Cjxd7DGt99v8yPP63RTVh0EpY6j8KGDMUKTkoQSWFeu73Aq7cXOJaUvPd32ds556TjULcHyv6rBaDZhlYHXrod5xu/lWN5OYwj15PmgNNTm9NTh6M9l4MdMX8OMWOauu4Vl3JMXM7ytZszfPPmLPXdFj/6/io//NEa/nUd/5rGl5ZDfHMpRHNnxJ/8YZcPf2nDxFDVSA/gG0G6rSHNikMqrfNf/OMsf+8f5yhWDIoVk+MNj8dPXe6tdvlgs8HTSo8vf2OWL39jBvP8HHf3kMZph2pTjC8m04t5phbzlCXhtlKlUe/jtkFaPYIU7bZ1Fl+Ps/hGgqD0S0966lg77tkc921uXwur2t7y+elPPZquyRvfTPDar6e5mbnKjcxVjh8+YuMXH9BwKjBlEZxPcf3yN7h2+Tf5wz/8iH/6T/+UR4930ALBoHIAl0oWpVKQod5XVSzpLF6yVAN6o+upat1HuYBnckFeuh0mnjE4OBtwVB47XrrNAQvzEVZW4szOmGQyI6KRIR/e7fLRx13mMzovzwZI6L4Sv4Kaxa1XL3Prtcv84c82+Lc/W1dOvLdfzTNdCFE7a6maXpxg+tIED9ZbfO+nhzx+2oCujuZoRHM+kaxwliQ6y1QTrY6tjRunnjTl9DH3RqYE9SEhbUg+Aq9fCqva6/rsdXzlSClELRLCcvFcAp7LJ+Uu98pdHM0nKhsbUGKk05NpzvEm1AoZKibPErh70FQRebruYRgDzs9cykcu8VCYK4t5UpkwqydV1k6qeF2NQVdXzUeJowuaBvMTaRaKabSQhxb2iIRd4hEXy5LpQZmeGqpJFamAZ2CNDOYzE1yfneNyYZJHD9d59PA5qeUgk6/GqNpDPv6kxeZGn7BmEtEDan2F59Hx4Kwj2fZD3PIAtzLg1p0Ut++kOTjr8f7H57SbQ26tZLkyn6RWa1GrNTmuuxw2ZDMnzw06uoqpGj+azecslooh9YxUaY0nAgvRkaq5lQRzVxOUu32e7dc4qfXUjU+VQrQJg1fjYE+j29JIWJL3L1wscUC5lMStOJumNxixfdjk+LTNm/kobxZiBHMGw5xBrTNkb12g6D6/9kpM1eZ5m81ai91Dl/1dT0U+LV2zWL5q4Tmeqr4A2HsG7kAytGS22qd64FM5GDFXTLKykEaLwJnT5Vi4ZXWHXs0mZI0Ix3yG3RHtoxFhzeJLX5/hS1+f5ZePzvjlwzOODvo0yx5D1yeTC5LJBfDMIZ4xpN/26FVc8pEwX351mltXcjzbOObZxgmDkIGekg3pCPfcRms5vLQS5+UrMTW1VPV1BWKXB0ivr1Pe7lPeskktjEjND9WGbmfd4fx0CJLe2NcoFcKU8mF1Xl9ZCRJJa+x3B+zVB6w+6rEmTvFMnJnptHr4E+fj+VmL4hRMTEEsqRGN6VhhcUyI6z7C3MRV5iau8Rffe6zqxqUE3/r6HFdW0vyrn2/zrz7YZjESYjFisbAQZP56ADM9ZLfeYve8w+6Rr8qpgnfus5xP8/tfu8avvzLLv7y7xh/cW6N+5jGoywOfTjilY8UNNEtXLuBcYkQuOaJZGXJyMKRyNmQoD52GRioSICkxEobwhVwiYY98TiObNYkm5okl5tl7eML6h9vk0kH+7j+8zTt/4/KYp/rjR/Q7A/SRpniIrf44XlEm4ybiQTIzaTIzGbotm/OjuppGimd8VQfrGgfrkDZHXMp73FhOcOcry9y8PcPeUZO94wYt+ey7IxyJIxQXuuew9rjL2qMO125Y/NpbUYLmiJ31Pp32iKu3cqzcyrK6dsLq6immoZMV130mRCAyUpzzZ0+6PHvSIzAIUojEySRDRPMGZgLWt9tsbHeISwKyZVDKxFi6VGJ+LkfAamGGWmx3mqw1G6ytuqx9AG45xO98c45vf3OO939xpGpqOsLrbxQozkX4y/t7/OTBPvPxkKpkPEA4YRCLaGSDPilLZ5RK4qeTlJ92Ob7XIjgcsnJdOM8BhjGXUcyhUXapHbgEQmGKlwoMjDB/+qMT/uxHp/zO69N8+41pgskBFa1JR++QDhiqrGQGK5nm/vM6f/H+HudnPV6dzXF7NsvyYpalS1nKtsTxbFBptqifWzRrQVxbZyBx6I0hNAYq1vHON77EzOIUa59+yNqnv8BPWoySFuWmx0lZJp4Nfm1lhjevzvLexh4/29zj8LBN68QhaRm89lpa3fckoum4ItFGBolkAKc3Yn+9S/3Y4au3cnz1do7C/GWS08s82W3wr//0I3720aqKOhEaXMIMqpqaiTC5EFaDQM+2a6zu1GifanROdWbzFjeXI1y5nGbm0qRy7X/4eItfPN6iXpZhCNTGOz+dIpGLcnTc4PC4zkQ6xtxEGhNJPDhXbJli0aJYCnLz8hVuXl7mvHHO+u4Gx2dlirFpVW7MZhBz1IPek/s1Ok2X+TmLqSlxhQxxdI+ArmEJI9QcYYVdAqbDoCbnraeiMXNTOaIxiQcVd5TGecug2jL5+KMyH39YITfhc/3lILOXTaotl2prQKsMrTPIl0Jcvh4lmTXoNB16beGRDdF9D7ejYzcNQqalJtnlPjE5n2ByLsm7753wve/tclqTSCWI5zSCeoCALkwhl1bPIWwJdyZMOBig2+jSq/d46+1Xefvt1zirnvPRpw/Z3j/G80wcx6Be6asYl4nJELOXoljhAF1BAdj+OL43qlOv9qie9JTou3gpzfRkjJgI/GED17ZwnRDrz+s8fXrG0XGL+ctpFi5naHdadNotouEIuUyWgB6lXhE2KExfCjNzKYIz6tB1WnTtNq1uWw0ZBK0UlgilgRixgERMddjb3+fsTKZlo6q0iyhHwxCXm6l4r6nskGROIkN95SC1gjIxnycYlBg3Tzk6xgJwfxw9Ohw3I5UAawaU800E/W6nq9zP4niTfYCIs+L+zWSyVKvCUO8oV6m4hUWsVPGVqhkqU3QeyURECcCRaFgJq/K68n5sR5q34iSJqMbmYNTB83vj/YY4bCQ63jAV99Luu6r6XakBjXqDZr2pnDziOlB8pOE4AlJeY+j3GXkavhdA3rbt9hhpAy4tpVlcStNpjdTDvj+0yKQKJOJZxQUeegHl8IxEwjiDHuf1Y5qtGp4Nnu0TjgQIRQJYwZBqkIkYPvQ7KtZMeILC1y1M5Lm0OKdcq/fuPuTZ6jp54UOVcsp5Kp+PNEQlhcSyXjCHh7RbfcUwCpjCOhLGsjjuJYVkyHnF5rzSV47kH/zB3f+E9v4X3/LFCnyxAl+swBcr8MUK/PUr8D//k3/FKJT6nLn8wqatUpcv3L8voutfOIB/JfT7M/awuELlmf8zUvNFVP9F7LRKvLgQkn81AnosAo/dv4o1fOGDviAOj9nJF4kU6u8pt62IrBfpABffp+KbR+JMFVF47Dr27AYDu6EioIXLKgLwOE3ax3bHArDydQuLW4m8Y6H3MwFaqa8yNi3vYey8HTuXFT35M/FXSdZKqL2IMFbpE4YSmsVtLC5wxfUWAXjoog+dcZyzxGQrAfiF+3c8zKe44soxfOHuv4iAHseNj13zyiF8odZLXLIM3gkQxVAivCSZDJSw/CKWfoxJiKPo0CK0Dx2GkioytNVaStpCSGLtQxLxOXb3yvrYTg/b6ROPR4gJw096YcoBPEIi9cVRLW5RWXfT9zBHImZqhEOSJGPS7fbo9noYAYtAKIrt+dRathKCo7E00VhK4a6Vw1z2fzLCp4sgPRalNWnQS2Tq0FWC6VAE4IEgApo4/RMc+4ShK0i2nnpeiYXjhK0Idk+QKm3iqQky+VnFug/I+shkv1dFG1SwR0X6o5Lq13mODEyWWd9+wvrWExZKReaLE8xcijO9JLGbYaiGGVRNds8P2KkeYkQMIskQmXSMhcm84vNqRgDJb63tdimvd1QqUXnUZWC5LC0EVQV1A0sGIwYuI6fP0Oni+11Gox5m6hKB5CVWH5T54AePODltU7gxQ+naJNemI1ybDtOsnSs+bb3aVoPkDUnU06Kc6zGWZjO8fDlHKRkiLNHi3R7b2/vsbO+jFa6iTVzFDPYIaCdKBB+cD1WZcSkPXRBYbhh/IMlCF47ukI9h+eozkAQSY+Rh+SNM31fpJlKHZYfdY4dgOsLC7QnmljJMRTSmIjq1o2Nqh0eqMRgMBfBGGjs7Njs7fc6dkSpHMmhMX5mFcvEAmaiJfuEAzk2GmZiLEo6ZalBCjpV4JEAiEsA0xNkeQrKiR0qUlSScIN4gSFjYzmaCfktMBD0qlTZb1QZb1To3bkxy42aJXNogLGKfZeIHUvh6hH7ljH75FLsxwGn4nNVcHh022an1uXFtihtXJ9H0Fq5XxfQhqiewdAtb62NrNmdHXcrHPexhED8YJRSPMzeXYm42STZXJJMt4vdb2NV9uvWyGraVxJbN1R6bq31WbhV47cvTlGZKBIKz+MMMmw8+YePBJwwjQTVQnyzFmZiJEhekmLAnj47JT6TJTaRVSmav6XFes3myU+HJTpWVhRxXF/IEQwbOaEDPdmnWHZoNh0rfpWK7TObiXCqm6TSHrK03Wd9sEc0kiKTjROM6sZj01CEoQzKuT73s0Kg4ZKbCZKZCEDKVsUpwMjOZEDPpMGubh6xtHFEoxXn5lRmmCkH81gl2rcKTNYOnazpNLUzfCqMHR4RMm1jIZXI2xdRMipjEuksigeCROg0ljPl+Ft/PsLpZUbW0VOBrv7HC9aUpksMMiWGGZw/uquqaDkYpxjBqKjyMxKaHzZAqGTiXa0Sv79F1JTNNEFxxbt2Io9mecugdnvR4utvmvDvi6tUSK9eKlMsVVTJoXizmiEeDjOy6qsgoQMQX7JKgC6DdHXF46lBpjMhPlchPl1Si1uHhIQNNdI4MsWyauDkiYfhkU3Nks0tKOWocfUr1eJ3tistOxeHajSlV7ZrN1tNTjk9aVEYuZX/AfCnOwmScRChCSI8wsE3KVUFnStKYoXqsCUsnaeqkYhHi8aRKkdp5eMbOgzMankPH9IgWfaZXBJeoY7V1gm2DndMG28Ko1oJYkQRmIIjvybXAJZwJEclICpMMjwzU3dMZjlNu5gswPyG46jDGKMKJICYf19haazB1M8/kjRzlswZ7O2VsRyecyKMbcVoVh2bFJhBJEIjG2d9v8ujREdXzNrnJELmSxY1X8tyQvltIIyaM7pMuTx81WF/v0E1FVMUTQ9LJAflwgLwZJaWH2Trrq5IEkWgkQDqukUsNiQRdmuUOrUqHZs+k2Tc4OPHY3HcIhoL8l9+5wu9/Z5nWxi6tzV3OmwMqgwBnfVR8dn0g6KUgy9eCTMYsJoJBTDdIvy2DMxrbjQo7zQojI4oRTCpUZGOvSafRY5Ax8LIG0+koM+kobs+hWm4wdF1mChFVPadL3+kSisdI5QsEjBC9875ymR4fBVS1Ox4de0BpPsSN1xMs3Yzy6OdnqvyIQTBnMTsf5+WVNItTCXRHrrEm20/22Hqyx+axx0Y9xGlHpzMY0PVcvvU7E/z2twsUJH1mp8XRWpd3H9h89NyhE9bphCVFCuIhSUeR4TpB8Gi8fGOGl25Ocyai/C+P2d9rcdwcUuvL1y+wX2GTYMTk2s0Qd96JMjsdoHc2pHs6ot4aUGsNlNGh29BxXdBCikCEK9i5gMnN2SyvL+bp1/s8uH/E09Uyl99cZPHOJfLDOpnOCUfbLT6477ImaanFEdHSiGoFqmUxQoxUr2uiFOD3/uEUf++/miK81yey12PzmcPdBy4Ptmyennc4tF3efLvEnXdKWM0W/tE59UqP49aIsy4kChESExLvLj02GYoz0Efj87B21lF4rtJShNJyVHHa3WoPp+vSCYzoBHyuzcW5Nhvj+XOPH/20R90Z8fY3o7z5lTjL0SmuRCZp7B9zurFFU/Y+aQ0/F+Jy7te4nH+DP/r+I/7ZP3+Px2tHYwE4JALwpKXcXQOtj6f1KE0aLAlYOKWz2nRYa9jYz0xVl6eTvHEno/i3zzabPN+RaS9b1dUrKW7fyjI1ZSoHq270efSgo0pYojeXo0wEIFDuE/YD5G8tk7u9zL/7k1X+8N+vMT1j8VvfnGJxIcTx9gknOyfMXZtj/vosn662+OMf7vLwUR2tp6MPdGIFn3h+vMlXCU0jXTXqRp5w4CQPIoA9GNDzbCxhKURhIqUxV9SZL+psnA5YP/MoRsLcEpExEcI0RCwe8bPtFu9vCYRcuMa6mpBzW0MGPYlQDBCwAsqZoqL4JDYuHCQUlk2LrXhq3eqQVnlEPpnipeszZPJxPt7Y5+7mAcOezqhv4PSleSyxdgGuzOZYns3TH3Xoj7pEIi7ZpEc44uEZHp4cMI6mOMZxcbZYYWaSBRYyk5RiOe5+ssa9T1ZJL4WZfj1Ny/N5+KjF7k5PdE1VyUyIRCZEu+9zcj5QLuuoC1HXZ+7VpKqdnS4//0kFuz3i7XcmuHkzrU6Yp6tnysHYd+W5QmJ2A2p6ddBzcXsuV+eS3FrO4DojHq7WqNa6vLwc4tZyiNJCnNJCgoNah0+eVzgstzH1MaNHefxV3JzGyYlOv60TNUwiioNlg25TyseYKaXoOiM2j1ocnHZ5rZjk1WISIz7AjdrYjkavImd9kOk5jak52Ku12T8XpuWIcllXE66zl0eqnJ6GYMI8cfX4YcUhEn6FN/JY/9Rl41OXN16a5je/vDAW0WoVnlfKuK0BTtMjZA0Jx4YMOkMaByPMocFrb+d47Z08G/t9Ng7EgetQO7Zxuh7RpIio6qkF35TJuwF2yyEbtbjzUpFrl9KsPquw+qwKcZ9QwcDrj+gdDRhVh7z1elKVXkzg5BKcdhyeb52xtVFj/+mQ/aceS69aXH5NojBGHG25tCpDAip6RmNmIspMMcr0pK743npkwG63z07TZm9LY3dLU3EmmYRkLUP93FFRR9lJyE2Kq90jaHgkojr5dICJXIrp4jWmS9f5t39wn3/7L+9zfSHC3/4bM1y/muRff7DNv35/h5VUipVkksuLBgs3hhhJl41Kj41yj8PykAO5kJ+BfQqX0yn+wZeX+frtKX6wu6Vqf9PjbENj5BkkCiaRjIER1BQHuJjRKGVRQvfe1pDDfQ8bD9sfMJmzKGUtLFM4TS6h4JBMSqKfAqQLi2Tyizz55RF3/8M6uWSI/+a/e4Pf/s9W+LMPH/OnHz7m5LBPQ95bd6A2wqYBM6kIM6kosak4samYEjiOtqvUzxoqYied1zjbtjjdtsgFfC7nPV66kuTOV69w/fYs91cPeLB6qKa8o8Kh0Ef0B006vRbPNxyebzosLQV59bZFJGRwXvbVhic3FyM7F2d/64yDrTJGQCeZiRBLhdVDtpTECW1vtYjpIWYzKSYySWLZCHooyAe/OOKDnx8xmfVYmdOYLcWZmZylNDHBSG8zNNocOk12+k3W11yevQfOWZjf/daCqr/46TY//sstxY69c2eayYUEP/p4mx/d3WalEFcVjxloYQjoA8KDHhFtwMTSNBNLM6z9os69H5xhuAPe+VKMV96I4oTACcP+VoPt1RqRSIgbt6cJJ+N8/8cn/OlfnPB33r7E775ziaHVZadzTNk+pxCxyIeDYwE4leXe03P+/Ke7tOou37g1x1duTFJImxTSBjXvjBPnkFrPodGI0qiHaZ3JUEafQijATCLIzPw0cy/dIF7Isbe2yv7qKn3TxTZcOp5JzxXec5S5XE5F7v/s+baqs9MuTnVENhHgjTcTXLka4d6DOp88aFAqJrmylJdTnYO9Mo1KnbeuZFUV5pdIzaywetjk3/34I97/eA2/P2TUH5IIWaqmF6JML0WVAPxkrcqT1XMGLQOvZTCZC3FlUc7jCPGkpC+YbJ3U2DqVQYQRdlOOB4tUPkk4EWV3r8ruXoXpiThX5tIEtJFiGtp2l4mSJBOYXL90hRuLVyhXz1nb3KRSPefGwhVuXLrCevWA5+eHlIXDUZHumUYhr5HJaPR9XZXX76sGgpxjwk5PZ3XsqoNdcbDiESLycBi1iMqCjHROzuGkqvHwfpOH91tMzejcek0GA0zKTZtyq0+7bNKuGOQnwly6Jsc6NGttOs0uoYChYqzqpx7lfU81hooTFqWpMJevTnL5aokPPijz/e8fKPE/O+cTz/l4Mhjm+tgiGnoSRWMqEdjUDLoNiWFxeeed11WdlMt88Mt77B2eEpIHDDPC+VlTVSZvUZqJKNZ4rW7Tag/I5KNkchHFKikftQgFDebnkkwWo2N2aVSjfOJSPh2wu9tnb8+m2RxyeTnN0lJGObKHQ4kvkqhCjU4DDrc9tea33khz+9dS2J5Noy0icB9HWJe+i2HEMM2YaiyE9SB2z1bcym7HIRwqEJGKJolGJJ5W4pJDmJLOoVXxqKIzZnbqujhWo2oP5crrO+PYWomYlehbiU2VCGiJpBURuClT/u0WvW5POUCkCSzNy1DIUuKviMAi9ktEdiKWIJVKE4/GGEh816CPLw02bJLJsBKAZU/VaEjMq60ilYWNqZq0qtkq3c4xu1fex8D1lJtXcTo7PVoSwVbvUKu0qJXbKqJZorMVQ9PUMYQDagq/VuIm5QnBxXN8Bj1JYZFDckQwrPPS7SlVRwd1NWhj9yUFYoJMOoc30BkMZPAmS76QU/zS9c01Dg/38YT73PVIZROkstJYDGPqlnKaBCwHM+jQavVptvpMTk1x/eZVJU5/+uljnq1uEk3EiMRlbQbKSS0R7lNTBQqFtHJ+iLh+clzlcP+MkBVgcbFEcSKl9pne0OZgt87+bp1MLsTj94+/0DC+WIEvVuCLFfhiBb5Ygf/fVuB//N//OWYs+xlHWd2SFb9Y+i4vBOBxfLOSQpUgepHqLnfwi3hoAuJ0M8cOXrXXGWdKv4gsfiEAj53An3Ojx3HQF2HHF1HcioWrhFYDod5ewJXHAquKT5cY6/F/x5T48ft4gQdAou59jUG/htuvEY1JqktCISVE0JVXEXGz7wra4XNu84uvfc5wHv9oiRMXbq8i8CqRd8wuVtzmF5L3i+hyia1XfF+JlB/iCJf8QgCWAV/N76GPemMGuCEJMxKf/YL7K+K1cJID4xh59btfcLzHq3/BPFZwZCW4K3azen9gKuyYfGYDJIhzMBx8JnpEwgkioYSKoxcZeTTo4/RbDAa9z1zG0WiCWDSh1kii6yUOv2/36Nt9IpGg2usbstdXqek+A8FvDOU3GEdHBzUXC0eCvAiHxE0coNsZM+3RJA0qxGCo07GHuCONcCRKSEXsj10D4wFQidaW3psIyBb4EnFjjznwA4k8Fm58B2/QwrbPcJwzQgGNqCVoLxhKbLUr4oRE//aIJPPEMpNErDCWPyQgrzes4Xs1HGZxZhtJCwAAIABJREFUtFnwPXS/Rbd1zIMnD7j/5CFXF+e4ujhPacoiMzEkyIjevk/n2KfOuMKpIImMRTodZjKXoJCJ48se17c4Xm9w8KTK2Xmdc62JH7W5cTnKjaUI4dD4s9BlwrDfZthvYLs1bKdOIH2ZQHqJ7dVzPnlP3MhtgtNFYjMTvHo5rqpePudo74TqaUuhp2o1h040SicW4eUrc7x5Y4GcZTKontM6rbK1d8b2Xpnw/E3C8zcIBNsY3i5eZ5/z3T7VnR4kbFXSjxl2Q/iOpPmMmed60EULDoiFNBJhnUhQJ2ZqRFQ8ugxVWKxutnnwrE4gGeH6W9NcuZFnMuwzGfLpNuoKwyN4GDm2+r0hWzstNndbtIc6rZGGJ4h0c6TYp3HBTpiG4hkHPMgXIxRn4lgRXeFQPM8lk0yQSSTUOTE2nHiMLJuRKagQSfQJkAznSIVyNCsdTg8r6vnXjTu4MYfAyCA4MslmE0xOZ0ikE2CMueits1Na5TPc2ohBXeO4PODudpv1isNbb81y5605oEW3V0EfukQ0iwA6HUEcClql42C3XcLJJPFClmQ+QywsOMMgsViWaDyroo7b5wd06hW67TZtGfDdcNndcJhfSnPtdp7idI5oYgrTTPHs7gOefvyQtjakHzYpXCrw0quLajj65NlzjlfXmF4sMbNYYjTQFHuydt5j86SuegiLxQSXSgl1/pVFEO97jDyJePdwDXBMn1w8SjERV7GoDx83ebrWZGI2SGE2SCpukYgG8QXzWB9Srw44OnY4OrK5/lqC668nVUS8DNfKMHYqapKOmjx5fsjj9SNm5zO89fZl5iaDuNVdOieH3H0wUuWEk2jZDMGIDJz3iIcc5i9nmV/KEbZdAs0evWaLiiCinAHRuCSPTfLxp8d8fP9IpTD+2puTrCxNMpu6wkzqCp/+/F0++cW7nA86uKkQw1gAI6hjyLGlxYgQp16rUymXVfphohAjOxnj8lRAVefMo7ovRrgeu80mfX3EK7emeeXlaSoV+T6JgBTEVwQrYBA0Olhmh8gwpCrgG+q6LNzi7cMux1WX7GRJ1fn5GSdHu8r8Fc0niOdTxIIh4sEQqXCJVHQap1njZPsTTg42OKzrqi4vRlm6FFOYn2bdo9by2Gt12Wv1mJtOqUqGdMKap7L/Wy2dbtcgGEsQiCWwNA3L94mFNWX8Ub29RgCtHmRtp8LDzWPM5ICV1yNMzZs4Zz3ssx5HLYejlsvIDKueiRGQdDQZIO+TKwkKKCoNGJx2W+E5Q+EskUiSybxNKWfLYznDHpwf2Rxvdzjd7xETcX8mzdFJk+3tKq6vkypmCcdiDNqC4BOhMIlmpNg9qPHo6R7nDTEupShOJ1mUtLprcaJDB136N1stHtxrs7bWR5+PY8xJ5L9NKt5jcSLB1dIMs8kif/ajbVWaNSSZ15ieDLE8H6OQMqkfN6ifNCj3NM76Gmc1n9PyiEQsyj/6e1dVnT3d5OzpFuv7PZ6c+Jz7OonZAKmZAJemgqqyhk9ahroEudkzOe9o7LVa7LWaTE2VWFyYpV91efr+DjvrpzgZDScNC3OTzM9O0mt0OdoWvnifpbkMy3MZauUK55UqoYjcj9IMRibb202Ojx2mSvNMFudF9FCDEvLZ5mdDRFImf/xvdvjjf7PLa++k+O2/W1IJFMN2E931ScfnSCXm+OAnz3j/J085bYzom3EcI4irDXD0AV/5UpSvfjlK3HMZ7Lc42x3wcDvI6kGAdmBI2/RUOmwmbirMSLPTo+c4XFspcu1KkfJWi70Hwn22OW5Areuj6QNVk3MhJudDLF8zuPGS6A8a7T1o7Wl0vJEqAYcG9ZDaU/n6CHc0ZOO4p6qYCrFQjCk80Gm1Tbvn8Te/8XX+5je+RvXpKps/+znrOyesdUaUfUmplCEMn+ePBqw/GuAOh1hxn5lLYb7z9xf5zj9YxF09w31W5smDLu9/MuDxnsvxyKEVHPLa7ZyqSNfBqHTVgM1e22O/M1BmQi3ik09ZFDMhkrEk4XBOXQ9Pdo853j1RSauJgrjnBwyaPWXAMLIB9GyAxVyaxWyKR08dvv+TumJPf/VvWrz9lRALRpx5Pc6g7dBr9GiNbFpBh34IZgJXmTFX+O5fbPJ/ffdTnm5V0EzT9AXEPjsfZnYurBiAPa9HsaixvGgRTelstAdstgc4qzrOM4NL00lefTNHKG5y72mNJ+sNhv2BqpWlGC/fTJLN64xMF3fkcLjpcrjhslAMcGPRYjKqE3dHmFqAcmqCSmqC++/u8+DdPS4tRfmNb00xe8niePOIk40jpq/PMnN9jk+ftfnjP9/j0cM69HUMTyNZ1EmVJErIVzwkicjzJW9lFEAbBdH9AG3HodnvY1lDSlnheOpM5EwKeZPVXZvVHZuZSIg3pxMspEPolqbqg7Um7681GRhD1dCOhDV0Zyw8q86+KEKyoxgNCQT1sfMjEmAwtHGH4oAa4VZ9iuksL780Tyqf4L0nO7z3eAd9YKC54gga0esPCRgmSzM5VS2nSdNpkYh7FAs+icRIbVZ8Y4g/0PFdTd0EElaYQihJ0cqQ1uM8Xd3jydoeicUIE7dSSgBefdZif683jlv0R6SFsZeL0mgO2T/oY3eHzKZDagpLz5ho2QCNssPpehtjBEsvJSktRLn/pK5q0PcwxAlk6OhWEE1Yfraj6spsmpuXc4qpe/dBlXK1w5u3wty5FSE/E6UwE+Gg6vDpWlu5jGWyVOI6AiEDM2zQbmuUKxKxoymubmAkaz5QNZGLMplP0HFHbJ+1Oar2uJZJqjKiDl5YmLwGdGMwsAhEHMyoQ63X47zXVxwD24kq5lBusqeq04ROUx5OAvjSBBfnjbCitRGrHzmsfujy1TcX+NvfvIofHXF3d597u/sYro/uiuvcx4rA0PbplmXjb/DS61lVGzIZstejeT7EacnDxggMG0wHle9oBjCFxeh5aoLx0lyKYiHC5maDjY06ZtAnEtcVXzTiCqkkyI0bUa7fjNBPmNQiJtvnPZ6sVll/3uRsc0R50+flO1FeflMayR7H+z3atQEBP4jpB9VmWUqOfxGBzajHQb/HYcfmcF/jcE8nGhhvxuQhUaKx5diMFyCR9wkFhlj6gExUp5SxKGaTFArLFApLfPe7T/junzzm2kKMb39tlmsrSf74F1v88YfbTOsxpowYV6+FePlOgEBmyCebDR7JtFx7SFVu4nUTr24yG43zW9cnuLOU5emgxVOvxdP7HZ78skOvNyRdMolnZGBgPGo+XTRU1aoj9nYGlMs+kVSYSDpExHBVab5s9IUTJ4kEspkJUigtUJhc4PG9Iz58d4NsPKDiLr71t5a5u33A3Z1Dnj2usfqwSb3Wh6A48iV+N8pCNoKRC6FnQ5xXu5zu1mlWO2TypnJ4n2wZHG+b5INwZcLn1tUsb331OldfmuOnH67y0w/XSGdizM3nCQRRHLxa/ZxyxVHRQ/MzYa4uxYjFLXquie0ZauMt1SjXaFbqGCGIpIOEUxZB3VQR9QcHbSRaOhmIMJfOUkgniSSjAsHi7r1DPr53yFTWZ2XOUAMVmVSJVDKHb/ZUHXst9t0m66s2j/9yiHsW4u//51dU/dmPV/mzv1ilNJXkzp15JudS/PlHm/zgw01WilFWJqLE4gG0kDQfBugdcfvaXL6xwOUb8zz+sMEHPzhFdx2+/KUIb7wRZpQY15NHZT758JhoOMhbb8mgTILv/fhI1e997Sq/97UVenqD1eoOB80T8uEouXAEIxrGjIR4tNHkr355Rq894ivXp7mzMkEh6ZNPyqNXneqoRtv16LVjdFsh2lVXVT4kaASd0kye4solgqkUm6t7bKzt0fd6qgJWmHAkQTKeopBOMJFJ8MOPt/jhx9s0zm1Cnk4pbylBe2HZ4mc/r6uamUxxY6VAJOxzVhmzT29Ppbg9maI4f43swss8P23x3Z98wPt3n+LJYFFzqGKDE1GL6cUos8tRojmDx0+qPH5yDnYQrW9RyFrMy8NWPqg4n3LvqbRtqp0+1dMBtRNxVprkpxNqAGBvp87ubo3piSjLcyn1cO7YPTzF4JGJ5gFX5hdYWVjgvNpka2tfCWpvvnyDO7ducndnk3s7m5yUe+OIdU2nVAqQy5l0PY3eUMNudbDrLfX7LlyOMz0dxam7uHWX/gh6mkz6B5lIhgkZAXaObHaPHJ497fPsqc38pSCvvxlRU5GnzR5nwseuQKuskS1YzF0RsVun0+xjd2zVxIlYpoqIrh4N8Bzhgo5IJg1WXpph5eYMH31c5cc/OqDW6VJYMEjkNNVQ6Hc9eu6QnuAeRAAOBRWmwW57qq6uXGZlZYnyeY2HT9ep1Jokkimi0TiNaoNGpUksaaq4c1/3qTdsOsKkziZIZ+O0Gz3Oyy2sgFxnY+SzYYIBSfkYcXbqqCqfDTk/l3u/TiEXYSIXJpPRyWYlccChrl7D5fQQOnWd1+5keO3NtBKA680OHbtPV+LiPBFloxh6hIBuEtAMRoOREkZHQ4NYdJJ4dBJp2AnPNRgMY0gsky4CeFmVaUQIGBE0wkAYzx1ecE0bypXR63XV/UR4lop5LxOrpkmnK3zyrnq/EpMojT75c3EAv4iHVpxdTDKpDPlsnmQirqKWpWQaNBzxCYV0rJCpGpbNpk277aLrYVWuO1SvLTGCMuQiE6PC5BTWpQilIk6rWGdb0BwO7UaXdlNYDrIfFO7n+HukGSkl7FpDsRDFyeHjdH28ga9SYoJhg1uvzqjaXD/lk3u7dNoDCvk8mXSW4dBgODRJZ9Lk81kVWbizt8Px8TGDjovbdVX8oZQu/hpXkjJMZheSzM4nFSurXG4QTyaZmp5RQ29b2/vsH5xiiageiqgIxX6/o5JkJiZyiqU88oQ5PKJ2XqN8VlVpN7OzeXLZGLbdwXa6ajpfKleI8pN/t/ZZ0//3/ofXCQTGAwK6IbF4hlrPer2hGNGpZIFUMk+71aN+Ln/WwnG66qE9lUmqSialEopdK0K03bdpNBo0mg3S6TTpdEo9dIlzW9hwzUZTlQjlmWxOPXR1uk1cV7j0F1zCC6ZuLBpV3EVxVYtb2tTHkZxyLMhQpAwaiOtcji1pIPddj740ypWDSybnxwKEpo0/WylpeIv7S4YW5DxQ7EHl9BJPkzByAxcR/W0cxTUWhxZK1JeqN2qcnp2oP48nYpiBgIp8lCaQHPvCihW2rxWSSCuL0ChIyJfI0ItzREWlG+p8EWe8HKe5bJZsLqfOD8XHvOCGKs6vFVI8bQk1lXhUaaQLE7ln9z7ji8rxLxVLxFS0eiQafeGFo9cThmFfuUOazRbDgUfMChGxZNAjqKpWb1Ku1tRARSyeIJZIEQpHlJNLzt9uX35mm3qjoVz4MzMzzMzM0qrLZyksbWFXJ5TrK2CGCBhhfF84uq5yIw1HbTXUIcxycUkJB1hcZLK/CQiTaqTTdU36rkS8y+8r3y+fs5zHPdrdphJJ5uZnmZ2fU8dju91T578YeURkGLN7PSrnVcrnVaKxGMViSb2vsQglrzdmYypx6v/Bdh1/JsJrVWY436fdkvPxmF63TT6fI5/Lq/uBuFIUx/fi8xxf3xzFrBaxYnxtExaqNuYhusIblmEVGThWQa1jJqsxUkiE8ZAwiiX9gsE85nKKQDJ2DsrPlJLGt2s7Y7awNy4576TGCVNBNdQyZlE7Y9dct0ckHCEmjTvLUr/n2DFoMFKi0Pifz7i6alJ6LK9dEMU///oL1O7/G8L7Amb7Iv73Pwb9/gpb+K/XHD8j7f51MOH/D5nyc17x+C98xvB9QRb+HN/7H7/CBSN1zO29+P7xi4yPgTFQGV/ZTceOzDHn93Mc8Vi0/HwBPxMp5fwVgVPXxkx4Ebd0qbF1VV3llBN0zG9XvYmx0vn5O1E/Sl28XoRaqP//zMt5IZ7J8TxmEF+85Qtx84VAKgKnxCSLu1QxsNVxOz52gqMB1kjiY7s4bgfPs9XgesCSa1hElVxH5X4qP0fMhgpLrY+Hu/+X//a//2xd/6f/4w8gJFy/z/myv/LGx+fchRN1zP+9WOcLtrPiGctnIQA480IAvliXF+v6WXT0xQE7Fk3Hq/aCB/yr3uGR+uxerLMoQ+PPa+wcls/0wqcrKXC/+q/cO4QPfyEAjwZy3WyN0z2iUbWHkdeVty7irzDUX7h95XxVvGL13zFyQmEhlDNVxxARVwnALz5uiRN+wXL+zCKtXl9dk0QA9mSwTT4DTcU3q3uh5mDo9pilrCKgNXUPFBFY3fsUz1tMCC8E4ItVujju5B4q70v2qPJA/7kArBOQaGx1/Mn1WwRgl57sowbynBsnHI4TENyHXJUHNnavycDpqAE8uU7LIKGUocs6Scyz8OsHijkvaXhSY2T2+HqsuMgjeb9y/5V9qkNQt7EMn5BlKQHYsd3xXm8kYreJK88Vwmr2DYKhMFZI9qi/IgArCU4eb0MEAmMBWPMdJQCPBi5DT5Akspfp4rpVVeGATtQStuUIr9djaIs5oo+p9bBiOULJSTUQGtVsAn4Xt1/Htev0RlP0/Gk0zSFADbt/wurGOqubGyxfKnFlcZLJUpxcPkRIM+kfDmmfDNnr9Nnr2iTzUYpTSfK5OKX8+FnSF67YKMDe6jmbD8+oingU6hNIOFyeGrI4PSIWLxFLFNGdHn67wqB1RqtbVRWfeoXE1Ctsr51x96efsLtfwZN7WDHPl25m+dJLOdrlKkc7x5wd19nfb3NStjEn4xhTCW4uL/H6ylWSjOjsbVPZ32dtp87qbp308g0ySzcIhdoEvH289gHHm22ONtsY2SFGdqSQI60zDbcjMe26wt+lspDK/N+MvWeMJGma3/eLzMiI9D6zsnxVV7X3PbOzMzs7s7fmyD1H3tGKBIkjQVCAJEASQEjQB0Ff9E1fJECQIBAyAKETj9SRu9S625l1Y7bH9cxOe1NV3eW6qrKy0pvIiAwjPG9U9c4dj5Rm8KAbXVVZYV/z/J2ovCLKwS8eFSGWFipBNVPJsh5t9Ln7qEOylOalr53iwuUKRSwKiMNNXxE5Ze0ei0ZxHJ+NrR5Pt3pYEU2VOLyhbMijpGMG6ZiOKTTWQCOb08kWJOJL3naHAJeYZii3SUXG1CNoho9vTAiMQFlMy7pYwN98vKL2dge7BzTbR+jVCHo1yqhhM2qMKVcKLJ2ZUSRP5VQk2eD9PmNZd+3ZdHcd9g8d7tUdtgc+11+ucv1LVfUOO06PqGQo+xpRD4a2p8gNrjXGHY/JSj9mrkhhKoehRVQFWlyoA+Db4PdxRn26zY7qNbUOI7QbESrTKeaWMxQreXLFGvFEjs17Gzy7t8Hz/ojnY4fK4hSvvXmFxYUSm7fv8OzzO8yfmWL+TA2Jy+4eDum2R+x3uxx0e8zkMszmM3T6AU/lvCyXVCpCMqWB9EeTAcVUhmoqT6/t8/RZn83dIVNzJapzJaWyt4dtbGusxEDDkU+jKeu2CQun4yyuxskL4dXIkoglSMdjpM0Ydx5tc+fRFguLBV7/6ooCgO3GJt39HW7e8rl5y8Mol8kvTRGXfOBJlxgDpuazVBdyxO0Ao+8xHo7ojDqMJg5GoogRL/Bsp8uz3S5TUwWuXFpkabZKJVGmmixx79OPuffZR3S8MZNcAsc0sJRTVIRyMqdK1sCHzSZ6HEq1jAIy8+aEgunQeu5S33TpjjxsMyCW01k+VWRppcBRo8PRUYfxUGIGdDVP5wpjckWbkpmnZBYwBE8Yu8rF6d5al7XdEelqgVS1QCQYoLltZHgzs2niuQzpZJZUIkcmmiEdyWB1mjzfuc/h4Q5DN87AjVPMaZSyMLEj9LpROgOf/XGfPXtApZxWlRNFbNRHVrK+Z+B7McYksIO4cj7UXUhKvzQXIZ/XKZJVdefBc27+6hmxTMBLb9SYX0rw/PE+e0/2aYq7mxfBDnT8iKHiCaK6QzQ2oVI1qFZNfNth0BqhawbV2ixTtQrF7IhSdkR0EoNxnH7d5mi3TeN5h2EsxsiI0WiPqDcGymY5Xc1ippJM+q4CgP0gjeenGY5dusMRbjAhl5f88ijl2YTKAzYdB+1oSH2jz8cf9rj3YEjmTDqshEM6NmKmmGWxNkutMMWD+3Xu36tjTQa4kRHVsqGyamdKSXr1Eb3DIZtNS1XXkr1NkmIhw+//5XlV7fVntDeecW9twEePPepuhMq5OLWzCc6LinMxS2JoEWn1GQ9cenaEjh2h7Tl0PIfaVJWl2VkGR2PufrTB07UD7HQEOxUhly+Sy5fUHqDb7qBrLpdOV7h8ukL3sEXvsKVmRz2Rom/B+rMu+/UxZ88ucvbMIr5EMnQkw9PDSOv4MY2bH7e4+XGTV18t8ru/XaOQE0FVnWF3zNLUEku1Jf70+4/40x885rDv4qeTaGkDM4+qL19KqvI7I/Yet9ndstlumjzvGFhawCjiU8hGFYA+8Sc0ukO6ls35lSrnVyvsrvV5/KsmR0fiKhjHj+qkEjbJuMPiqSRLp5LML2rMLYj632Xv3oTndycc2gGNsaxzDOKxBNl0jGo5QjoFtx50+fR+R/WXCnmDTFbHTEaVG+/rVy7z+pUrPPxgjZs//IxH2w329QijtMbifMDiQsDmmsvWExc9YVCYTzC3mOKbXyrxjVdKPP+0zu6ndZ4+HfNkz2ez43MQuHT1gNPLSVaXkyQsl1hnQm/gUh97HNgeruGqEiHPYiXsf6BnFPEtGA3wR7JWdxlPXETOrDu2IutFCnGixTizhQxzhSz3Ho750c9b9CY2X/8tAYANFv0Yi0FMxRhIb9GKathpDTcZpdqvUO2V+Vfv7PBP//Qx97c7EruiBclUlNUzaVbOpukMB3SGfaqVgDPLOplChG0LdsYB4/sB4wc+87UMF2+U0OJRfvl5k9sPu2QNyBkaq4s651ZiJHIaAzx6ro99oGHXI5wqapyfgbmyTimfwNYN3t6N8PbzCNGnHfSnXVYvZrjxO9NUl0wO1vaor+0xdX6O2rk5Pn0w4Ls/2OXO7Q6ahQKAS3MxSnOyYxFrSV9lAEuzR/NEVi0gsGQUjzkSdVLCY25aY3pKgJqEUuvcezjg/qMBc6bOa7MploomWlKHVIyP7nf56EFXqW/zFY1cRhYcAiwZjP0AS1a1rqsyR6TRIS+SkdIVm1IW1EErgKOA2WKJK9dOkS5leeuzp/z406cYsqgNoqpZMrY8tehfqhVYni7QGnVpj7oUCj6Lc1FKJYjEfSIxn8ARAFjUyDHiYhdKnJwbJ2Ub7Oy32Dlok1hMkDuXpTvxWXvSY3dnpDagEpJXquUoT+dUjvD6ox6O5XH9UpEbl4s827N4tm8RD3xmEnK+ESLFCE5K484Th9tPHCJjm6Q3RpeZTDZJuq4yJSO+WEvkWZkr0ev5fHq7yVFzwOsvx3n9pTilaZPijMFeU+PeesDugaiPuwwGXdL5KKl8FGus0WqFoKw7DAhsqBZQbI9KUWwxUwxdj532kL2OxWIiqyqWHKOlBoolq3sZfMegM+ir51hU027EU7mf8UQZM2mSyLVJ5js0D2XS9RiLKiwQVWlUNfYlL+jxhxMef+jwrddP87f+yiXG+oSf3Fnj53fXyBoamZgoYnWMuC5jKN7AJ2HoXLhW5sK1CvceNVW5lk46llYbwv5Qcik6BLqhSixyp0yxKo5gZCTTNsL28wFbz/sYE0j5ERYLac7MFji/UKQ0G6E0p7FlD3g0kKyHEWtPHXa2XMZiU1AP+NJrOV5+NYfvj9nfb9PriS1ShkgkzbAhNhAWlUKUU4txUnmNQ9ficDzm+U7A7o5P1ohSyYjduUZ/6DGyfcxcOMCnYh5p3aOUiDCdM6jkMuSKC+SKi7z9zhpvv7vOheUcv/3mIudX8/zgkw1+8Mk6ZkvHbOtcu5Hj679XJl7R+OkndW7eOcL2A1VRJ4Fup5mKmVwrGZwvGzjTGeyZDB+8X+enP9xRoEh5NkqmqKnmuthjLywYLC5I1o3L7nOH/kjn9MV5Tl+Yp3NwQHdfrJ9CdZpsd2UzLZvNmdl5Vfcf7PPJJxuKrfp3fucs3/6NZerOhLrt8O67u7z9p5scHHSV1Xc+r3FqKsFKLc44qWMno3SaNu39IVbXUeorGVc21yZq0qjGI1yc0blxYYrXv3aVsxdP8Sc/vMWf/PATlk6VeOmlRRKpKFu7++wdHBLxLDR3zEwlx2KtRCqfwU/FGQYamzs9Nrd7BJMhwWRANO0Ry2uYuQhpwyQVMzmsW9TrI3J6moV8hVImRyxhKoX9+mad9Wd1pjIRFqsmhVQS0yhgGBmiiQnRhMuB12N30uHxgyGf/9jGOTD5R3//Cv/o713mOz+6o6pay/HlV04xNVfghzfX+MHNdVYrMU5XDAVYR9NxgsBj0u4QGVtcvrbM5avL3P2sz/s/OwRnzOuv6Lx0PYZZK2FOlfjg/ef89EfPSBpRvvWNRWZmMnznRzt890fb/P3fvcLf/52r9IIjPn/+mI3GLgUzS9HM4kcc/KjN+t6Yz5+IRU+EK/MlLs3mFdA9U5bcbotuRCyWJMYqgTuKMx5GGA81UsGYDGPKU2mmz82j5zP86s4Bn9/dZyyTsDVUKurFmQqLcxVKUwnKU0n++Q+e8sc/2FCq/ulsnOWFOBevm8ye0vnpL7r85BcdZqspLkq+chq6oxa20+dMJsXZTJqZU9epnX6VtcMe3/n5z3n/1m3stqdYxFlhz2ZM5k+nmD+XIi0A8N0j7t1tEnVT6JMURcm2qEGpGCWZEEtanZHrM/J8ttcHPHvQV02X+TMZynMJdjaHbG8OmC4nWJkTQNJUmcNa1OWo2VG1slDj1MI0/daI3c0Gk5HH11+/wtdfv8ovH61x8/Gayl4/PHBU43P5VJrZuRQD26Mvm7xOn1GzSzYV5eLlMqurRbyhp+zxd4/6bDa6Kk/nzGyRfDLBw402jzbaPHnisbbmcvpMkq+8nuGP3jR2AAAgAElEQVTc5Tj7bYuDtqWswbsNh3wpxvxKimwhxmQkG6mAlBklaYr9c8CgJTnxjgK1g8Dl/LV5zl9d4PPbR/zinR36Y5vacpJsOcagL4pRh85wQnfoqKZ6KmUoC2hv7ONZPul0RlWnN2K33mLseBSKebKZNKNun2G3jy42RskInuYr8NeyfTLZjKrRwKLX7RGPwVQlST5r4Lshi7rVclUNhgL0RpW1uDYJVF26nOfylbzKVNvZaVE/sOh3dTzH4PqNAtdfEgB4RFuUt0OL9mBMdzRR4K8qiaUQLYwAAJoAVWkyyVkyqTkFMMbFOksyTQJp2LnYXhPHOyKmZ1RFtIQCgR3Lod3co9s6UKBSr99XQM1Jhp9q8koU27FdswBfE1kHCdQrGUzSNLUEOBbmr7huaJQKRaYqZfK5jJrzB4OOykWqTqUJAlupaeX7RyOf8TggegwAD4c2vYEw+YXxL9nDoWWjAgSVyld+r1iPh3lfoc2zgEaeAh6jsgGNCegbKnLEllEIEzFTwxXr5yFMpBHjTdBjAVeuz6t6cH+XD365Rrc9VmCvgL4C8IiKIZ1JkctnVMOz2WzS6XSxh2Ps0Zhk3CCZMBkPbfrtkbI2fPPrl/jaNy4roHdru47t+Gh6DMcN1DPWH9jEDGliSka2hTPpK8AoITaLZlK2carEhsy2B4jYpVhIkIhHFWA7HPRIJlOq8sUk//1/8+MXTfvf+ntXyOZL5PJlRdoTFr8Afbs7BypvulycplSsqQbHUaNBv9vDkfnS81haXWDp9IKyuxbgSVl4m6a6zjKnSlNcgGpRbge+F94PV6wepfFjK5BTGteDfp/WURPP9Sjk8wpQ1iXnUBdL7fDn5L4o8oAu+gi5V9Lgi6m5Wprh0k2WOXx0rJwQEFLXpXFsquavNMEFYJASdrEQvgScE3KA7Avk60opJSRB2R8I0KFQE19ZBQq4GjOiCrAfjAb0el1FHMhkBADWabXatFotBf6KPagcty3qIV8jY2ZVDQZ9RYoIiRDR8HiHI3UcIRgeZlELWCc2kwpEFj+0EyBOmyg7zokrjXB5dzzMRFwBj3JcMlZFdVGMiTINBSY6AooqYDS8jvL3wA2IKlupMFdTgJxmu0fjqM1gaCmwQQAEISHIGkiOc2yPqR/KZnZDvfNnzpzmzJkzuLaDO3ZU7rdpJojp0i6SiuH7Ap7baFFHNXmCwMG2xFLehUBA1CiGKSx/TWWC9a0oQ9skmy2QzRRDS9Pj99QPJkR1Tb1nMtY2m11VMqxENInVkXOR/OsIzzbX2NxcJ51Os7C4RKlUVs4DAi7IOymbZ3mGlI3qsUIxHDRC4DfMMNeZTGwFPMtYdQJWyWcKKUFZlwozX1QvtqMAV8MQQkJMgcDyTggoK+CvqPZ9T1jt4fMsOY2i+pPHVo8GRHV5HoTAYCtysHymgI4htBU6HAgQZ5hJNCEquOJ2I8RUAfHcEJw8QbVEkedLXqgck+TzCfnFUe+AgFeKTGAYShUnQJGngK4QTTsRYL7wg/2CBW/4Lf8eNPXPAcB/EV7758Hav/B7/gwS/e9Afb8A9H7xO774+S+wtReA6l/0WcfX+BiAPIGAQ+w6BFRDZFEAVgGqQsDs+IKF3/PnCCsnn/GCxKHAr5B8LsRhLRqCji9sgEMj3WNyguxBwk88ZiGEHxdiiC/mtRBzPtG+hnfu15m6L+7kizMXhag8i+orCvSTuU8iazwiVpfIuIvmSw6Qq7JNI4oEFb4vkpMpoKPEEaj5PeKr6xGOzzH+2//sP3lxYf+L//FfYisFZzg+qzM5sW0+JhQcmx//GqyWMzl5/pRtszTqoviiaFVq1vB6n+QFC0FD5uyQpPFruPwErw9HvnD+D7FXAUel5yOKWbnOakgPr96xBbOys5JSByIq4JCnoaB2BUjKaDEmEozVfCbvzskYK8+DJfOIAoDl9oXgr8orlp+ViVpId8ckALkq4Wwt/x4eQzgvSbDU8X/H66cTAFjmyZDgEjq/yLglc56QBk39+DyJKPtnsU0UEPjkMVWAqspO/qL6+dgs+/ibfBWBpi4KUelziHmvxLVocv1F2WyrOceSsWQyIREXQlZaAXoCAvsCAAuBy+4TYAOyB5D1ljwjJroC0YREHw4hMleJ04oCxdV6TO66HKPMvQIpC9HLRheQVRdiua7i26Q/Je/RxPXV2kj1Pz2BfKPoRkKRcUMg3UesrAUSF5WyuB1JCfgrhT8hcCW+Q85NxlsL1+0wcTvEtICYKJsF+bIln9Yiro9IRC30ZBk9Na3WVVm9hxH06LXb9Dptum6FnlsFhhhaA8+p8/zwkOeHDRYXMiwtZJmfqTE3PUc2lsdrwvDQ5eb6Fh+sb1OdLbKyOsPsTJm5qTK1clE5IWlehI2HDR58vq+AC70AybxDNdtgKtsgW1ohU1pR2a3e0Q7W0TbNXkNV7dw3mT77TdYf7PD+D37C47VNhrkiWqXMt1+d5duvzWIdHVF/tsvuVpMHjzs8ez6kcqlA5WKR88sXubx4lYQ9pr32GXsbj/l8Y6Bq+vx5Zs6fJ5saEQ/28Qb7bK932FrvkpgxiM+YdFoez9dtek1XkQkSRpTV00lWTqdICCnFd1WOtThb+ba8+xJypLO5Z7G+NaRYK/CVb5zm4qUqxrCJOWhSbww5bAyVNbhYN8uY/2x3wNPdAa4RqAr0GFrMxBQXxERSCWHi0QhxWRtp0u+y0GMeImwSlXCvJcc4Jp0yyOcSxFIRPOmlqj2ciZGMk9WLZPUSvXaHRn2fTr+NWUlhVNN0d/t0dvuUq3lOXZwlX0piDQY4w5Hac8m7vrfWYfN+i4OGzXM3SkvTWT6dYOlMkrgRqu1jnkfMcVWut2VHsOwoE6vPxBqQmzIoz6cpTCeJCfgWaHR7Lp3uhGQqRrkiabEeh7tNWvs98DPgZUlkYqRyMTK5JIVShUw6R3u3SWf3iAe7HW5vd8nNTPHmN2+wslxl/Vefsv7Zp8yeLjF7uqzWxv2jEYP+iP5kwMAZqt6K1PMDh7tPBnQtTzlrVafjRNMTommXUqpIJVVB5Njd/ojBSKKezqra3nzCk4e3lOo5kYmgxzXGjoblaOi6rPNcCtkcVSEEp3MkjQTJWJw7Dza4fX+Dufk0r726yNy0wbi5Q+dgn/c/9njvY5/yUo3lq/OK7O30GkwGR5gFU1XcTxCfxNVe2/J6WJ6sdaM4bugAFTF0ZqcWWF08TzVXJjbuoI87bG2ssfX0CWMhyhSyDLQYu0djmr0Jy7UiS1NFNQcINqIbEQr5JLmsidNr4/Q6NPYmHOy4RI0EtcWCUgcb2QixbISjZpdGs6v6GIOG4BMe00s+tWWPxfIcC5VZTDEaOBrxfLPHzc/bfPa4S6RoEikaLNZ0Vqd18uLKqMeJGCmS2TLJbImEG5AQsnbviH0ByodNEumsqokQC4So2wxoHETo9n16Rp9ebIApkZUJnawZoxAzyJqmct+Tea/e8TjouEq9HXE1kkmTbD5OoZhkPp1RdefeLjdvbShL+ze+foaFxTy/+uAhn3/wkJEZZ2Qm6Nk+3YHNREi0BciI82IWShmJW/AYtF1FJj1zfoGV0zVSpkXaHBH3C5helbFYjh/s09jdY71hKcdIIew70seN6xi5BJqpY7Udxh2HiWPgTAxK1QLzSxUKJSFPiPK6TSweQ0/EiDkB+tDjYGvEe78UQVuf6rkkU+eSQnvHsB3l3JXI5EnlC1QEPM5FOKgfsr27T8KIcHa5xkwpj93xGbd9Hmwecv9ZA0dLEs9WqVTzvHo9xas3UkwOd3EOd7nzYMC7n7nsDDTyp+NUziZ55WKNVy7VcJ+36T05oN8cMXRh6EeIZHQiaV1FFKTNLN2Wxfr6Lrv7TZyojh2NMRpFGVripBJgpH2KpRg3zldVr3nSHuC0B/QHAe1BlMO2x+5+n2ZnzMrpoqpxZ0T3oMeoLyJNDdvXsIyYqvPzWa6dyuFNHO4/O6TTtbg2X+XaQpXvf2+L731vk4Ohg5vViRV1aqcMpldMrk1nuD6Tob414NNPDlnfHNDzosq5YRII6BtVrozTJZ1JMGG/Z9G0HC4sVVStPerx6SdHjGyNylyBykySWsGmVrRZmEuzOJdWedPp7ERZX997r8v993s87gQ86YDlyf7YYKZi8urVBOeWYrz/aZv3bnUUFSiaiDK/mOX8+RKXL5aZiWsK5/r43QY/+dEB6wcWvbSuMK9zy3B+OaDXgX4bcjMFZs9PMT2dZkW3WYna3Hqvxa332rRHHl4ySi8aYdcOOHQDCjmffM7HGAfEhr6KGRuK84Ps2w0Xx5gwXTCZL8UV6bgrmp2ozqnpFCszaZ4+afN0rYU2tsnpvnIucRMJvHicSjFBuRTn8ZrFu7/sYvkOX/vtYwDYC1iUpc3YpDdO4KfS6NU0ZjFNbtMntxXwL24e8L+8u8vdvYGaX4NUWufMpSxnL2Y4EvuETo9qKeDsqSi5QoS9MezZGsE6+BtQq6RYuZjFjmj84lZLIexTqaiq04vykkAkFdCYBByNfSJHBpFmjAuVCNfmNWZn46RnUrQiMf7ZL/v8s5t9LriBqlMX0yx8rUBqWudo/YCj9TrFM9OUzk5z+9GIH75V5/7dLv4wIDIJFABcnhMbHGkQiQJYVrWy3tfQPB3N12kPxzQHFvGUz8J8hOlajGQuQTKbVD7wj9eGzMYivFyNM583CdImQcbkV/e7fP6ggxdxyVWgkI9RTqfJJhJ0pElq2Wiehy4KYDNAT4uqUsNxPSUZj7V9zKOAuXKZy9dWSZZyfP/Ddb734QaJSIS4LPzdQDUEhe22UM2xUM1zNOjSHPYolXxOLUWpViPEEoFqOgd2RJVseGQJnLAjpEcRUoMI/bFLT5COmk5k3qTluDzbGHKwL3YtvmoMVWbzVGcLNA9tNh52mFgeL70kYFSJB/f7PLjfo5aN8tLpJIVilD1nzK7lsLYHT/ZQg2Tak2wPYaIKUzNCIiGMf1HcpZgqZOl2fO497NHrW7z55QRvvBonXdTIlCI8b0R5sKazu+8z6HcY9jvkKlFyVR3bEdWpT78bKPtpzwqYLRvMlmIUcnGyuTgj32V/MKTetyiToqylSGYmmLmxmuQ1N4k9jlJvdKkf9jCSEEtBJpsnW6iSTJtEzBZRs0W76dMRFZYd4HgBWixCOhtuXjZuuWx84vLNr5zmb/zuBYaaw1u/WuMnt9coJDQKcVSjJSoKFWHcTlyVE33mQoXTFyvcvldXpQcmtXyRRCzGUatNs93Cl81SVLJkdZZyOhIZ0/ddOu6Evf2xqnLUZC6e4Mx0jnNLec6u5JV1ciTvsNZtc7/R4snzMU83A+p7oAmZZ6Dx6isFXv1SAS02pikbl+EYy00ymiQ5fNaj/qxPKR9j9VSadEGnORlzNB5zKFaqBy6FhM5UVhRxGkM7wJIFfCzAN3xKaZhKR6gkI5QSUQrJJInsNPHsNB/f3eajO9uszmd588YcKws53n+wyy8f7jJ86jB66nD95SLf/ttzJKdi/Oi9Pd65VZcdqSqTFGaQIY/OHA5zpsbsSyvMvHSKn/5sk3/1J/fZr7cp1SJkcnK9xcUzYG7RZH4xrhiV9aaD7ce4dHWVS1dX2NvY4vn6JvZIbKWEPY3K6nS9KPOz06o2duqKeZgwfL750hyvX5kmXsoRL+Z566dP+dffuc/2TotEUiOfj3B6Pq6q5fm0pMHbd3E6slOVjOessnl//KCvqmjC+WmDG+drvPHmS5w9v8If/eub/NG//oDzl6b4ja+vqoXY3Qc7bDzbZ77kMFeeUMkWKWeniGVSOJkYrYnH7c+OuP1Zk1zGVWXmXaI5V7HwTGE+RQyaLYdW0yFnZFjIVcgn0ypbW2Vad1ocddpkozol0yRjii1tgWQygxafEIlPOPT77LldHj8YcPutEZMDk3/8h1f5x394jX/z1m1Vsgm6cX2Fcq3I9957zPfefcJKJcJKJUoml0DPCBNPFPFt/IHFyzeWVd291+O99+sEE4vXrke4ccUgOVMhOVPlnZ/v8YPvPCMZi/Bb35pXk/2/+dGWAoD/4V+7wT/4ay/R9g75ZPM+j/a21AY7GyvgB128QHLJJzyti1V2lNlMivlcglPTUU7VoowNh17ExpG+1jhOxJbmfVhiqaWNugq4X7w4Q7yU4dMHbT592GbQ6jFo9lieynPp1DTnV6fIz8QpzCT4P/54nf/9jzfQXJ9zCykVlbByQeahCD/+WZe3ftZhrpLg0uks2VzA0O/h+EPmA5M5DOZXv8zCxd/gWavPd37xNr/87FPGTR+r5auMmHTaYG41wcK5JNmKzqPHHR4/7qJPMkQnGfJZjXLFJ5cNMGICWkSJSByBGePx3S53Pz5Szb/Vq0mVSbW75fB802GqYLJYSzAznWRqOqGa80/WD3iyVmdhtsjCXEllmx9uddFsjd/85hX+0jeu8MGTZ3z4eJMHa0021gUM1LhwqcTKap7B2GVgu/SbXfqNNtm0zvXr05w/V1HOCAKqPnzW5PP1urI/ur5aY6qQ5NFGk4dPjxQALHXufJo33sxz8UqK7fqQ7cORyjwZtC1yxRgzS0myMjfbUUWASsQ0EjGIegYRz1AL2f3nRyof6bwogK/O8/DxER9+vMvQmVBdSJMpxBkNHWXp3h7Ihs5WZB+xrEuYOr4TqLwiUYSKLXDIJhUEQqcoSshsCnswxB4O1ZilxcQ9yWc4FotAUSBnSSQzTCZj7LHYVEMpH1dW7tZgjDUUoDNgOBJFmzRDDDwnyrDlqFz5175S5bWvTKkctMdP6tTrFoGfwNCTXL5U4PLFvGKjtvstOoMRja5De+DJDEyE+HFrWZSTJpLjZhpZ9EhJlQBXMl/JvXM9GQMn+FoXn96xgjiNFsQhiGNbNp2jfTrNA4aDAYO+kKtCBZq08kSdJkCTYYqaTwBlUb+EmXzSuBXgQhSmUmFSW5RsJkMhnyOdTCjrcVG5zszkmZ7JY9t9Gkd1BnJhREWHSTSaJBpNMLImDAaWanqKElOIcgoIOgYEpfEqQGFS5qKENCNDpa84swTS5DtWAYXojwBfJ0BfRAHA1lD6gBPssSX6Gi5cmeXilRnu393l5vtrdNpjSuUC+YJkH0qwTBwzYZJIGKohK8cmKmRRXQrAr2wJA49+e0in2VeA8B/8zTf4g7/xVR48fMr9B0/p9CwcD2xXMtHkXgiZLFTUuN4QZ9JT1nXuRE4jQiaZI5PKg6SfBUNiMXnWRO3qMxz0GQ16VKdKVGsl4gmD/+o//JMXTftv/92XyBcFwJbMOWmoiu14j53tOvWDFulUXpWAtJ12i0FPVC9iiwhnLq5y5tKq2iQIyCXPkFh5p5KpF0pv1dhWoKujjlnAV9c7/lMALG/CoDug3eyqdbmoLAUIFctGAW+F7DAaDhUAIfdW3V+VH3msghKCYVQUjaEN+EgU0hMLIyagdEIBZ9JIEMBCnkkBoAX4F0Bx4jjYjqiAQmtyAYF9T/YJEDfkHRGbSiEUSENd7oOcgwCIYwXaCqEwlU4qsEQUuVICtIkKuN8f0my2cOwJ+WyRfKaklMPtdksdp2poa0LgFQBalMQZsqK8zUhUQlYRTBTAH08pIDdUhso2VRrsIZlCQB0Bf+MKgI8poF2phBXQO8ESC/SxrY4vKnmCIdqgwEPXcnHHMumJkiTKcGQzGI5pd3q0Wh36gyFLS6dYXD6lrm/guTSODtnYWKfb67C6coqVU6fCJnsgUS2inhH1qYCcsm8R1Zs8j45qthrxUAHpSB7a2GMia2onwDTFvjPC2NVo90Obs2JhikJhSgFQoXpb7X0VACxjjG7odNoD2p2hul9hbrmcfwiCbz57wtbmYzWeVatT6vlOJgW0EAW95FG6xxmcoRVqCCbJffcIjscLU0gLohFyx1jOmMFgoMa6fD6vSAoyjoQgmtybUNkm91QICWJxL7mVAiILGCvPV2gPL3byIRAvAJRgchJxI++plOuPcD3JH5fFq4AycrvCHFLDSGGYKaKilxI1sUQZCagk8mdlXCu/R45nEv4Ozz3+XfL7vFBRLk4wYoeqFMohAOy+UF+eWPAeA40nQKxSAR4Dv38OAD5Rc4aQ479ftnuMqf47EN0TYPnEvvff/rZ/W1D8Z8HoE9D2BYZ2DKX+uyHkX3/lzxCXXmBwx58vGKDsQQQAVvc7JIqGEOSJilXu0TFAegIJn2TcHqtEFQAsQHJUJcWGPyu2qIrMIu9XCISFoGlY4TUVYE68eY+vshqLvmA1fHx3QgA4PCplZCwA6LHSWO69eofl045Vn+GfPpqAv1aXqOYqMETMp8LfJ++DPONSJ8JZOSJPgYXyeTJm/nf/5D96cSH/y//pO1iyT1Yg6LHq9gQIDt+4F4B5SFpQnsih+9iLZ8jH0yR9VnoHISHjRDks5yfgrwDaX9BJv1BNh2re8D+llFb3Lvx+eY+UBbISiB6rqI+zdoUUKBUedvgeqGus7o2M0wJ0uugR9zgvWNYscsTy/gk5xmbsyLgcZgAL4CrjYFih2l6ycNU8IwpeZZ18QjAICRtCLggfi5PnLiQBhGp9AYCFUCeotADaoVOBxJyYRpjve5L/K4SfE7V2CNiHz9eJEvvFsycnewyuy5zhR2QckeMK/xcQVErGby+w1dwn5ymfbxrh3GqII5qQjVwbe9Rj4kiTIczZlfWx58n4Jg4T0sQ0lbuazJmh24pcE2l8ivuWXGIB82Iv1oMajphrE40IcT6q9gYC+gnoLPO45C5PBASW51Mga13mall/hcQARatQj3EI4ssaXQHAvoPmiyBBwGSZU208BQL3cb2+Wpupo/BdYu4Yw7dIG1IjglgBz6io7NKsIQBwl15LFKl9Wk6a1iSF7/fREQC4wWGrR73ZY2kxyfJigvnpWWanVinEK2j9COO2y9t3HvP23UfMLtS4dOEUC/M15qYqVEsFXFGqjUZsrEncSIuROHeUTdKFCRnjKVnjKYXpyxRql9H6Hdz9DUZ7Gxy0Gxx0jli69geq1u9v8M53v8P9R49op/J45RJ/9Y1T/JU3l3HbR7R2ttl62uCjXx3x4Fmfs69PcfarNVZmL7FSvYre69F48Eu2H97jow2Lj9YtTl89w+rVM+STNoZ7iDeos73VYWurQ34hS24hx8G+zeM7PboNWQMlKBfjnDub5NzZBFHXxRs52IMJ/ZbNsCv7DaFFRTjqTlSvpjZf5vXfOMuFcxX8owP85j47+yOVpSquQOW8OAlFebpr8WzXUjFssZzGJIgyHuvokTjVfJaKKCMNXb0vE7uPbbXRdSHtJkkkDbafttjeaFIupZibLRDP6owjEwUCmxlTVTZaJBctKhec/f3ntHsdsjNlstNl+vU+g4M++VKaudUKqWyMUbeLMxiQSiRIJROs3z3i/id77B3atPU4w7hJZU6jOifxN4aydBZ6bUycAC2P7sCnN/BhIhl0AoYblBeTlGYSqp+sBz5HzTFHTYtMNsn0XFGBzXtPGzSed0kkyyQTZbUHFWdIZfdaKpPL5LAOu4wOuzzaHXB3d0i6UuKV186zOF9g6+E9th7ep7KUobqYUSrm3tEIa2TjR8d4uk06kiUTybK9Y3P7UYfeyGV+Oc2MRB6lHaIZh3K6Si01I0GAWHLNHZts/irZ3BUePb7L7c/fZzg+oDAVVQKfSMRQ7//hfo/6Xo9KNcvpszNKkWsGceTqPHi8zYPHW0zPpHnpxhzTFVFf79Da3+P9Wx7v3fJYujjHtddPkUkHDGXPeHSggFsr6pOIpElrWTUm2IywAyskyTkOxUqSUjlJrXSKmfJFMkYOp/UMp/2UVvOQdusQW8gu6ZQCrXYOxxx1JsrtdGU2p1bko4lkygvRQFfZ3P1Wm0G7Q6fp0m4FmEaS2nSBTDFJD4c+kiM8xp5I5JhNe0es6V2mTwfMnAk4PbfE6fklEhZ4+wO2nnR4++YRN+90MGZMjBmDi8sJrq8kKKRNJhOJlzSJ50rE8yV0yyLa72EN2zStljrfSkVcGXO0D/u0GwMaex6HzyP0huDlXDwBzzwb27dVxGIhliCfSqh3JZmOs1Mfs3MoDgoiphInhzjJjLivJVnKJVjMJ1jfOODz+9tk8ynefOMcM9N53vvZHVVeJoeXzSls5LDZxfZsKjMGlWmDctKjnPCx+i6Nuqds/a9+aYELl6dJRV2SUkyRCOaw2yPaB0+pb69zb7vH3e0eyPo7beLHoowjYLkB424IAI+diCIZnDpd4+VXlllYzBINWkSDJgcNl/qRq6zXi0mdXtvlk1tt7j/qU10xqJ4yiY49gq48KzpDEvjxNG++VuFrr1XY39vj8eNnRDyfpZka1XyBYKQTWFFu33/O5/efM5I+TbZGvpzlwnmNi+c1jFEDY3jE3QcjfvbRhO0O5FcTTJ1J8caNed64Po+1Xadxb4tOo8/ADbACjVQpSaqcIuIbEmJLv29RbzVp9oeMfZ2xH+Oo7tA4tBXJIDdrUJ1Ncv10jetnajjNHk5L3Jw0Gj2DuhB19js0O32WTqdUjVpDOrs92pKh3JN9dYSF61MsXKuR9qIkh9Dt2Tzt9hl7Dq/OZPnyTIbv/2iP7//pHjsDh2Faw6joXLie4cKNDGficU7H42xuDHj/0wbP9kZo0qQz5Bxg0BNBn8ZcNYKnezRswTx8ztYKnJ0q8OBhjw9vNZXF98KZPIunUpya8VWVcwalnEkyBWbCZ9Sz+dXPm6puH6FKgPFk2mB5Ns7Xrsa5shzjnU96vPNJl0AEI3nBCrKcXSlybiVHxuuS9rt8eqvPu+8N2Gx4jBJRotkIZ+bg9Jzs3yVKQGPp/AJXv3qO+eks8WebJJ4948NPh3x4a8g4qpGuGdjxKM/6PnsjHzMuBCRXucXqYkjnSXdJYyLuTTFXgcCVrKGEdEIGPhyJbTpcP1Ph2pkyT+63VBmOy1RcnGsv8tsAACAASURBVDQitGydtq2Tr+rkKjo7u2Nufz4g0D3e+HaC196IMz/xmJu49IYGjb5JNFcivzhFcbpM/E4L806Lf/HZEf/0VoN7h2NZjkaDZEbn7KWMAoEP210a7S61SsDF1RiFQoTdgceu5Ju1E+TaCSrFuFLodl2Xn37S4eN7XUq6RimmcWFF5/K5mAKAn48m7PVcvN0I7m6U106n+ea1LFNiNV002RwH/PMfN/jjt4742nRGlbyQ5tkIQXpCe6NFZ71F/kxF1cNnE955v8OThwMmvQm+5ZKbipKdiiqWvrLCkYW9WOlIV82PKhZ6fzShN7JJZWBxIUqlqocM1KhO/dBRtqvVaITzWZOqhLSnk3iZJA8ft3n4uEWguWQLUMyL6jFLLpVkvzPkoD3AjGikZfGqrDF8goSwF33sSUCy7ZNpBSxWKly6cZpEKc93313ju++tEdc1TKFgqsZTgKnrzFfzLEzlaQ4lSH5AseiyvAiVioaZ1IiZYW6wP5ZcSpfhZIIxCigONYqjCFGxRU0k6aYntLI29eGEvd2JUrr6E4/A8anO5qjO5ul3XPY3e9ijCXOLSVWdPUfVbNXk0rm0Ujjd3e3zaH9Iy4GWPMwOmBMNf+hjDcRH3qc4FaU4FVGTou5H6XV8dvfEWijga6+n+NpXUqHKMO6wueNz+z4835ddpy2ItrqH+Zqw9wN6bY/RIBChoGLC13IJprNJUukY8ZTOKHA4Gg1pjoakbJ3kOEa+rFOohZZM3W5ArysWlhaj/ph4RsPMaKQyMpGllRVAJDpU5ToxVWNpBE98JsIqNcJN3+79gN17AV+5scBvfWMVJ+rxwdouH63vktQ8ksKklqZbVGzfpNMieYsaS6tllUnx4NERDx4eKXButiS5DSad3pBOf4gvrHFNo5rVWSzFlJV0fTSiPrCUlUh9y+Pl0xV+49qMCnWPRAMiuoeX6uGnejQE7BwGbO1PWF+XnOEJhhtRViKvXC3y5WtFEhkfKxjRc8Zs1SdsHTq0nzu0dx2KBVMp+BLZKPt9m8O+w6g3USV5xNP5BGZMxxbLRc+jZzn0xg7L0yYXFpIKuE4SEJfNX6pCLF3l0eYej7aeUyvEOb9YolbOsHE0ZKMx4uBOW9X5Kzm++dfnSNYMfvpRnQ9k1JYGl+8RFcUaceITjexgQhmNL//l63z5L13nrXee8Ef/8hM2dw5JZTUyqQhZXScb06mIFe10DFsL6EheEDpTtSlqU1N09g5o7x8gu9WYqWNPoN6c0BkELE6XVR32Wmw29pVt8VIxw3I1x/mzpzh/dpl3P37K//PWXTa2mopYkozrnF1Ncm41yXbLUoW852I9ZJiUxbKzVuLTz+t8+vkBCSYsl6JcWZ3ia2+8xIXzq/zf3/uYP/neR1y6WuMb3zyNFo3wi3efcufuLl+7HuPN6zHymQJxs8RIi7I/GbPdHHL7kx63P+6ytGyoypV9zGyo3B0NRWkkajKfTtcnH08zny+RiZtYns1YNvD+CMcXzyaNSEcnl8iysjLPwkJNLVVtehx6A/a9AU8fj3j4cwvv0OAP/84F/vA/uMDbNx/xtlhXlwSIWiFbyPOdnz3kuz97yGotwuqURqaQQs/kmLgard2OWsR95UuneP1Ly9x52OCdj7bwXEtZwt+4mCRWzqm6+V6Tt79/QDKm85e+Ps38TIIf/nibH/14mz/8Wy/zD/72y7Qmh3y0cZf7u5uk9BJJvUiUDlHadMZCCoGhpWG4ktuic2k5yeWlFKPomCNfLDV8dCtGdCz2t3FV4+6AYbNNRcDa67OU5ws82B/xcN/i4NkRB88aLBZyXFqqcX5livxsUtX/9n+u8b/+0RPiUZ+XL6Y5eybB9LJOqqTx4190eevnHZZmUlw/l6dQ0BgywPZGFHpQ7MPKhdc5/fJvstMd8m/e+bECgEdtD6vjEY9FVHbs7LLJ/Jk4+VqM5/sT9g4m+MMkwSBJPhOhWvFJJiU3zFFAVK6cJVfKcP/TDrfeaaiGzoVX4ixfNDnY8TnYDSildGZKBrMzSeaWssRTEe7e3+Pug+dMTxWYrhawmmOaW110J+A3f/MC3/rWRe49r3N395Bbnx/x4YdHWJbPy1+a4uLlEvZxlm6n0aJVb5BJRLh6dZpzZyo4lswPHreftPj4fkPNcV86V2GhmmLnsMfOYZc7d8fcvjPmwvksX/96mYuX0jza7PJ4s6us57yJpRTAU3NicWniWRH8sTSvfAzNo5wvUS1WlYXOg3ubbG3WOX1xVpW8t3fuP2dgO+QqSRIZU4F+nmQT2WMGtq2agqL8k8ajZ3t4ogaV3FoFzoWbDLEIy2bTCrxUll2W2I9EwIgosldH2NPDMfGEuExkiEYke9YmbkAmEZJpuq2hqtBfUYBUyZgz8FydcUfseBxefqXAy18q0O0Ouf+wQbNpk5Ls3GyOs6cKauE6clq0B/t0RkNaA+gMNALPIHBFnap8UJUyw4hJlq9JtxXQafkKVFEWo9KUm7hKhRaLS/yC2I0aah70JArBE6Wpp5TOVn+AM54okCuVjqsNnzQte50BI7G1K2XIFzOhWk7gVVHLKbvEEFAR+9tUKqVKAXvHyi6lyo0KoSahajzu02wdKeAkkymQzhSIxVLEDLGn1JVCSTXUj5vDKhNPNuvHNs/KRjceAty6LixzaYgLaIWyVB5bI8a2ZA4LWCmN0LC964irzRBFChj0e8oS/fS5CmfOVVl7csBnt7bodR3yhSLZXAGOLezCPOGoyr0bDMTezSUZN0maJqN+h1Gvy6g/xB6MyeeS/P5ff4O/+te/yi9v/or3f/kZlijYsyUieoKhgM+Or4CnXD6vnAJGVlsdT7PRY9i3WV5cZXlpBd8T4LxJNGoray7DFKKCAIw2xVKGQlHIBwH/9X/8gxdN+7/3n/4WMbFYNA1ECeT5ovQRC2fJTZbPs5V1tlx7T9S7YqU9nCjweenUIosri/QHA44aR8qaWWzEsxlpMkg+cVWBraL+FcWtJwpHAdTGA2XxrRxShDQgpANb2u1RpVJUSkXj2Pb42GpXOXQcK7uVja9SpIWncQJwCJgg46jtjpQCSRpK0nQR8FwA4FCB7IbPQCyiwDJRI8tzeaIg9SYCoPrE5GcjplKDStNanmH5vhPbXwHYZG4Wa2ZpZp+AtKL+FZBNMrZ3dnYYDIbki2UKhRLtdpNW+0iBDPI8CjHnpOevrMeV3bMo8VMkEmmlApa/23ZofSm521LSQE+mkgpoPFFRhxbQMq6cgD1CJBkzssZkszllUS/XS9Sqtlh5jsSOWVR/4bpYrpGZSNHrj9jfP6B+2KBUqij1rICZAoi6E4f+oKOUsflcVpUelXiaUH0vgL3YudtjX5VY32haSH6NJ0RRHeBIrrYi0WhMHHlGQwXw0JImjMNRW1TgNfL5aQUy6Eq9JU18oal5SonmCJHAFecAATFCAoncPyFmyjXtdRqqRLkrlqVyPyrVGsVi+RhIkSWf3GfJ3ZSx5sRaXNS5rmJcC5gr1qiTwFGEAlF8i/pdLM2LxUJIenDkvQhVuPKn2D4LaUDupdwXGdNE7RaN6MpFaGwfxxAJ8CbwkmSPRkR9Ljb97gsAWGwpFWYjwJXYnQrrP3KsYvMFADYl5DAc715IXU8ASgFUwjHsxJ5YAX8CQPnyuwSojymyzK8zT09UkyF4ciKGDkfBL0Kqx6rLL4JUx5Bj+IP/P+DWPyciPgGkXiA3v4ab/8yH/X8BwH/2NwvA90Ub4n/7uE5A3y9+5S+2kw7t/yUz7MRZQkGZxzbH4ZwaKk5DJe6x9fMXDjgE6kX9G07v6pIpHPkYAFYW0CEweaIclnurQOVQrqpKgLrw3+S5CYlOJ1pg+ZvknaoPUmOjPGMhyPjC8vvYJl8pRBXoGKAHngK9xBlfwF8RiyrFsrxtnoyRIZFcxgilSle27qKWlcMP+B/+83/44hL+k//5e0wEOVXK2RDwDekVv1ZKnwDc6riPAVuliD7RNGvKIF3Z+h4Lg4+1zseQ+zFoe/K8nKwZTmy7X7iXK+ZIeD7hIxpRikp5D+QSheJguT5yTl8AgE+EsrKmUBbeomgWSFT2oDJenODNoSJc5gRZYwuIoIhJaq44cSQIe05CVgoN1sQCWkar0GkkVJjLvCLzYwj0K/D/1y+1usfyuQqUVnbYcjrhvxnRmLLeV1bUan3lhzEDnoyV4XOiPlM9J+GA8OJunIjM1XcKABwC0NEg1CfHRKl8DACLVa7rh84TAr4KmUgAG1mvC9ihydecAb4rJHtPRWhI5IaUKHuVXbiyDA/HxdBxRQBgT5EFBdcWoDiMoJDrLWQtsc631PiYikdJxXUSZpSEKc+kqwg38hyLDasIDQJxnJBs4OP5QMAwue5yjxWRRu6zK1ZuY2XvrAB4caLyxspVxfUHeP4QI6IRj0QxNZ+4L4anY3LxIbn4CMuP0/PECScgHbMwsZgMXSYDl6br0XRdbLeLP2kzGjbZ3umwvdvh4rmsqunyFMXsDOlYnpioO4c+765v8d76NktLs1y9uMribI1auUQxk6K985TWzlN2DiZsijkWkhOcUAqnhPGIZOwR1cVXmVp8Fb3bxdt9wmhnnd3mEbvNJisv/V1Vzx484d3v/l/cf3SXo3Qep1Ti9756RpU+aGAdbPF0o85bN+t88qjLa99e4tVvL7IwdZrp7Fn8RpuDz3/Js3v3eG/D4v0Ni5deXeXGq6fJxsb4/UPGnUPqrT71Vo/qfJmphQo7WxaffdwQHjWXLs5xQaKXyjZTZRt3aGOJ9WVzzP7ekMP6CE9TIwsqOCIQ8n6VV758htWlCpODA5yDA57tDVWlUhq1ik4yEWF9y2F9a0J5waQ8b9DqiLBljGtrnJrPsziTVURUWcM4VpfxsK1A/Np0iVwuzYM7+zy8u8/8XJEL52dI5KJ0Jn1GWMRSOnoqStGoUDTKPN9p8Xhtl4NGh/nTs8yvzqFNHDTXwUxESeUMFe0gJGDPsshkhBRp8uD2EZ/e3Gf7wKYdmAx0g9IMlGeE9JgKLXdjcRITQ/VOd/eO2Nk/Im0GpE2f6lya6mKe8mwKXbOIaRLrETAaBcpxJiNigLHP7nqDw11xpCuTyJSZaC6OnIdpUMpXyaaydHb26e7s0XENulqaVCHN4kKKQj5Kt3lEp3lEtqSTKemMRw6dQ3FPmxBLacTSGqlImlQ0zcHBmLWnbQbWhEotQUHsexMOQcJmKjPDXHYBX3qRjX2OmkdkcitksivUW3V2Dp4x8ftkxTkwHSUeSRKPJrn96SG3P2swt5ri9b9cY/lMDm2gow11Nnf7bD4fUK3kuHhhmmI6oLe/QXNniw/vTFSdf3mZ137zHMV8lGHjiH69zn53yEF3QCqWoBhPq/lwJMQ9UXXGw4rHNUUqyKamyKWXMCIpxu1drPZzPCHleRYD16MrxG9Xw/aEeBKhWohRLQjx0cQNTCaWhj3wsAfiWuSr9a/MH0IkkujDVsOm2bY5mvg0Jh61aYPajIE7mNDZs9SasjDvkl9wWZ2dV5VxIkSbY7af9Pj+Lxq893mP+esV5q5XWaz6LBckL12iqwIsS+5RGj2dxusPcVtdnMkYR8blpEatmlJRgmIT3jka0G54tA41rLFE7+WJFQq0uvu0ugdo3oREVJSmplK1J7NxDtsBhxLzFcRJRKT3bCqcRFxDphIwlQjoDAbUOz1KBZMbF2sKnH7vnXXefWcDTZym8hJjadHoNHAZM7OYYmYxzXQKplMaR3WLJ+sDgqjOtVdnuXStRkGPk4+ZJPwqpl+jW2+yv3mf7ad32elO2Ok6xDNpcoWcioHcqvc5aFlKJCbx6ALOj9yAheU0V68VWVnOsFAyWSjG+ckvGvzk5w3SuQiXLqfJZDR2N4cc7o9I5CMkChHs3gSrZXN4BM9bOh07we/97iK/97tLjIcH1Pc20dwJhVSerMTbBDFMDD7/1QG3f1Vn5xAawwRawuDijSgXb0TI+xaFwOLhY5tffOKw19WYPpNk4WyGN67N8NVr03hHB3S3Nmm3unTsgI6jKZvveDaN74BrCbnUU/OzI8RyL8LAj2C1xqqigm/UYuQrSc7UpjkzNU1z64Dm9j5jN4lnVGkNI2ys77J30GDhXIqFsync3pjhwYjWgUOz6TGwonz5W6f58rdW2XrQ5va7+3THNsaiSXna4KWkwctJg7ffO+Ctdw9Y67kcyJ62HOf118u8/tUK1fGYimXxvD7izs6QlqVRLORJxjPKifbJkx6lnMtczSeWi2AZUSbxGEvxJEuJJI/WBty626Y/ccnWYkzNGpw/lVQlGceONUbEqvlKXBHUH3/U5slHLe60NVXJcpyl1RTLMyarmYBqzOeDuxYf3LNYWC5w6UpFZdL3RE3etpieMpieMnm+12PtaYt9cfO0wPagkARpd/WlZT7SeOUrl/n9v/kmF08VGd26qepZx+dZ28eSPXZcR3Rg60cTtnsu2aJJRlT8Ei9mSV/RZSLl/L+cvWeQJPeZ5vfLLO99d7X34/1g4LEkQC4Jkksud8m75TqFtPpwoQuFQib0UR+lb/qkiAvFyexFKO60d7vk7lIksQRIGMLPABhgvOnpnrbV3eVNVmVWVmYq3n92A9g73Z7iGvHGAJiu7qq0/3yf9/k9goB2sUMemXiIfCLMSPOoWUNs3WWxFGWhFMPoehhdyBBkQkyGQ43b6wNuPzZJT2ukpzQ6HZvK5oB4QufZr6e58kyS8tClbLtUqjZrexahTJGZYwvMzM7A1R20D3f4yZ0Gf363yd2GEoCDXiIVZEUE4LMpJQAfNDtMleDsSpi8IKBbljoB58kxT17x4BNjHnuGxavX2rx/o0vOc8nice5EhEvnoiorQF73uGphb4D9GL52aYzvvzhJfj7BdgxuNU3++q93+clfV/jdyxOqUlMe3XyPnmbQW+vSXeuSPlYgtVLg0bbDh9cM1h70GbZlkTEknteI5TTCkscVjqppU8e2cIYiQMpkpWSeOQwGDpmMxuxciEJR3LIuHfn/4nIcehT0AHPhENlwhJFcXJNJ1tYbrK81wBuSSngK5TgmKMhkgs2DNpuSBRgOUYhL5qyHHR0ylBr6zeNMy6PQdFkYG+PMleNE8ln+6tcP+PHr9xHyW1Syhg8nf6PhENOlDDOlLA0ROA2DfMFmftajVJKpB2lGBXCMIE4/SGNgctAfEDZGjBswYYoIWyI3XmIr0OWhW2ena1Hb12kLCcEc4VkjihNpVbbp0q4OlAAsLlmpuKURH+pMTcVZPJ7GDmi8f7PJJw/buHFPidvaMIRuRhSy1KhbagKnvBhRNezb9AS30vZD5aPREC/+VpIXX0gxpI/t9XmwOuSTT8TpKnmskExopMsBJQJL87LXcjD7HiPXb/4UYwmV+RmM6GgRmRm16NoGXctA67roXY9SOUF5NqVcfju7A9U4F36QZjvEMxrxrEZMFiFxcRDI8L0g6mwiwTiRUFw5cXqSxSyZHq5F37KpPtI4WMN3b16ZwgnDrd0Gt3drBEc2IUEMCT5Ll8a7OAsGhMMuk9M5JqZzrK41WX3UULjw6UJaiXFG31GZuo56JHMoZIJMF6VZ47DZ6LBd69HZDNDZDPKt35rjD763rM61jd0WG/t1vEQTL9nE9CL0R3Eqew4P73fZ2x4Q0wNqouvKyTxPnsyRLQXRUh5dx+Kje3U+vl9nUINBXSNfiDK7mCAUD7BZG1JpDPHkgLVsSqkYk1lpTgZxdFmoO1SqfSpVg3PLKZ4+m1NTK5plo7k6XjQP0Ry7tQN26wckBGudSZBJxumMQnScIOvX9nh8bY+F4wme+50JouUI78qC+U5THZNSfmMkgDbw0A6GJM0A3/+D5/m9P3iOv3vnLv/ix+9y/1FFZapJtsxUJsp0OkqqFFQuyWHIo4c/QRXSEgRJMOq2sLstwkGIJ8L0hxqr2ya71REL5axydxpem/qorlw/AUsTHzIvXTnH1544xycPN3n12m0ertdp1/0G9unTac6cTnNHZeW0VGpmORlmMpekODVBcXKSdz5+zDsfPYbhgImEp/AWX3n2EmdOLPHz167z89c+4eyFCV58aUVhrn72s4dcu7rFH34nyx99O0s8kcLVklS6Q+4c1Lmz0eTW1YGqcxdSnJMhmglIpEfooSHb+wO290wMU1dYkFw8yXQho/KOmr02bbNHMDoiEHUY7IKxAYVEjqeeOs6583P0rDpdq0bV7bPvDth4OODhbwZ4tSB/+IMVfvT7x3jv5jrv3Vgnk8uzsjxPNJ7hx6/e5q9evc2xKZ1jUyIAJwmkspiWzt5aC6Nmqgztrz69yM2Hu7z58apywDx1JsP5Eym0TAItE+fqex3eerVJIhjipRdKzExEeP31LVV/+qMr/OkfPEFNBOCHt7m5+ZiQliOk5UkEWsSDgsCwaTmCWvboNR2cPlxeyfHESg5D67Nvt5UrKNANEOxLTntSNcOb1Q7V3YbKX33qyRlmlwusGy7rfYdHN3Z5dKPCdDrJufkypxbHSU/GSU+IAPyA/+Nf3icT93jhcpoTJ2JkxnUCCfjlWy1VS9MpnjydJ18M0BcEtdsnujMkujvkxIWvcPaFb1HpD/jpW3/Hu59cw5ChlZajxMKwBpOzIaaXwxSnwgrj0uwGsOoRzHqYfDLA1ITkptrU2x26gwETs2NMzJa48WGL9365r4SY8y+EOHYhRG1Xp7obIBsNUEoHmZaog5UssXSQ6ze2+eTGFrlMmlw2jd0w6W13iToeL319hRe/foy1Roe1RpffvHfAK6/s0WqPeP6FCS5fGcMRcUeSDvarHOxWSEbhwrlJTh4rKdSyiGvXbjd593qDcDDAM6cKLE3FaQ5MVdc+6vHRx11Onsjy9ZfGOXU6zfXbNT65XSMatYhELCUAl8r+NLdtaIz64vy10Z0hS3NznFhZxhq4fPDuXW7ffMzi8QkWjk8ofPOD9V2FgI4mI4RjQmvwy3RMBoLjPGzASuPNsWwcS4QwHXcUUM0naVTqwbCa9I5JTqc1xLMsPOmmhkIqp0PwqoLBCkdSRBQ+D6Ixl2hYUw006Xo0q10a1Z6a1I7Go2iBiLp/OPJ7ekNGXZvzF1Oq6g2Dm7eqNFsjxsbzlMfzLEzkWZjM07f3aRibdAYGrX5QZc+MzIAqhduTLEKBkulRLFNjc73JxlqDYFgweofuCkvWRjbJjJAxQAzNRk9jaGlKHFciudyDTdkoPk0lV0xTLGdUE7G616Td6lGeKlCeLioBXZw4Iv72jK7KDJaGqQhbxWKOYjHvZ9XINKkgbdIplSkbDmmEQrrKsW13mqp5ODE5qcQcccOFlCsu7ucWKwywNFFF2PXxrqopf5iPqNyjCm0pGXoiAMrP1hRuutWWKISWuk8rPKZk6joOVt9Vw2ZG16TTbivX9sJynoWlHI/Xa9y5uUO365DO5EmkBAEtooqfwSnrNst21DEus4aFbJpCLkO1skOtsoPVVzZvxoppvvv95/ju7z3LL/7uN7zyytu4RJmaXSKWyNJq9+mbNuPjYyoLqT+Q93tAvVZj6/EejWqHixcuq7KsFq3WDprWJ5UOqIV/QJxLAUfd36RarSH/43/71udN+//yf/hjRq6DLeKmO0LaIqoxK5ggy2Z/r8JepaK2r4hb4uwZ9ESM9JiYnKA8NcH+3gGPNzaVUzoeS5LNFFhaWmJxcUmJv74ALLhFaSBLFm2Dbq+hmm+Shyy5PCE9qpq/R4qoiHZSvnvV35fOoYArwrpqHIvjUYlp0kAWdUUcQX1s1zh0SAomOkY0nFRDD9I0FremOMHFoe0LiqbCnavsV1333ev2iIATIuSGCQVk/XWU++oLJ5/7HRUe1n+duD3FEafya8NRKpV9Hq6uqizkXKlIrlSg3W7QatUVTlZ+vz+UILhhcYf6qGCFzgyI4Crir4/9NQci2toKF93vGcrtKyjkRFLcwSJi+zhrOacUGjQqQ0xy3siwhc3YWJmx8bISD1QmrHKzthgYXeW8EsGiUBxXeVv9gcXW1o6qI6FQzsd8Jq3Q5cqJKyrG4WBeKDIiFHZ8BHVIMJtB+v0R/b4IAbJfUCJvJC7/Lvnc4hb3HcJS6u+igqAbsLPbpbIvudMTZLOTxGMZRSoQ4UAdO87h4IghwwMpotGUEpyFWiCyiGxHOa8lbkb3ZHC3yubWtkJaT8/MMTE59bkYIdtMrjXypVDi4tYV4UQGBAJ+XrRQHGx9qHLVJUer1WySz+dViWAlmHNBLYsgIceiCOUyvCBfch2R61BCifhRDHl+GMiAyaEcppqDRw1CEY/k5wjJQGg0PoZX5XoeujDFBewKHlUeNJwouifHpT/YfESMlQEAEbDlXPEdv/6aWUqOabneyu9XEQCyY0QkkmvmkVis/uUwP/Tftux+waf9QjNVoqCCaH8uLv2HJOAvC6//juDqvxMfkfxvfX35e/+/xNsvf7v6/IdC7N+HBP+H3t2XPtqXBVw1fHDo0DwUf2UbKoFcYaGP/u5wGEWJdvJ3/v3Hd2TLPgUtdOjulfvm0bEgcqQ4U0UIOxzgkNfL/lQDSUrAkm/3aQqf3+MCgjU+HCbAUXQJEbUEIynnpxqEOnxukmNABEQZSJPzQa6bQuJRxIKQ4PLFlSm4XF9I9AcGRGw7zLJVSGPZCrYSgZ3De+X/8l/90ecb7b/5Z79QsuORYu1nHB8irY98z4cuZV/8PXTpHlI4jhyb4uqU5/svftLhbeFQmJYN5ZvRj17vu3y/vK+PHNB+tq0cnyKiyjCc77ZQgrnKTRZB2CdCKGexmsk5xGurbec7eWXbClZYyaVqv8qf/rCF3FdEBFaDJJLhLt9/6AJW598hyUD5uw/RxPLpPo/KEOFWrqdit1CEiy+mJI5w2odm3c+HOkTCDsmAki6Dgv73C2VFOf8PqQAKaX2YDf35ZMchLtwX4n1BWIYbJKpEdf2StgAAIABJREFUvuS6IiKwAjErEXzk5wB78nNt9T7VdnR9p5tEo4g4LoO70gcLRQTrr2MYAzUEKGsfRXk5FGN9AViu0wE1OCNrQjkOJa5B8IwBXeguYfqmSU/IXDikE0FScSGhBUnGxbRxSBFRlDlfALYdKcF1i383REDuowrFLUKNLXd6NYTv2SIAC2hY+keyvUxsue56fTWAEwsG1XOmIIoTmCR1k3zMIBfv0TQDHBghJVgnQjZRuU6LODPUqbtt6k6bntnCNDuKbrP2qKHqifN5Vfl0jqCWJaonSIjj2dW5tltTtTA7yYUTi8xMjDGWz5GJRdi5dZXtm9fY6QTZHaRxw/4QXzrtEA7dJBy6xeTSi0wtv0ik1cbbvE//8X0eV2Vovc6xK3/G8Sf/jMd37vLO3/45t+5dp5rOYhVLfOeZ0/zOs6eJDfZxa2s8fFjhr17f5e2bTV7+4XG+9YMTlPOzZCMzDLar7Fx9nwfXb/HmY5M3Hw948cUlXvzqInFMBvtVurUq7ZFBe9RncmKcqclxNtb7fPjBPu4oxEsvnubZpxcJBw6IBA7oNyy6NZva3oBH6y02tzqMdBdbc4kkAsSSQeYWxrlwfkUN4g+2Kgy29lit9FndM0inYWYiQDKpc/+Rw/1HIxZPp1k4lWJry+DqezWM1ogzp3IcX84QlOM0LBFB4sxtKoz3zOykGua6fm2L61c3WVku88TlReIZnf3+AS27o0QzPa5TjI5RipZYfVjn40832dxtc+rcAqfPzZNKBkml5MIhazgR8QY4phxrFulUkHQywGef1vng3QMe75g0RiG6hMiNe2TLHjPTGeZm8+QlW3sYx+l4PNrYUFVMh1QfcGK2wPh8idJUiqDeUuW6IRxZD6hxjRC91pDtR3X2tjqEk3lCyZzqh/bdnqLSlHKTZKI59h48ZO/BA2LFEqnpeYWIjgbahAJ9XDlfNFmTiTDq0G0NqFX6KrYjVYiTKsaIBfxqNQbs7rYwBhbxVIhoKogTG+FER0ymp5jLzNNvD3i0tsb65gbpzASp7AQDz6Zny5C04ORdFdWUlLzaQIq3Xt/lN6/vsnghzrf+k3FOXkgyqnqMqi57zSD7DYk8zLMs/ZawQ2vzHgePH3HtjqXq3LNL/NbvnKSUj2DWGnT2aqztNljbaZCOhhlLJ5QY2zL9BOhC0aVQVK4wNIkZ0SXuqARumH67Sr9dU3S/WEyn1R9SaQpq2CWViqlIs2TcVRXUk+hahm4L6rt9GgcmmZzEUvlksnQmzO52l6vv7HDzZp0DW2N/qHHhQp6LF3IEXIf2vqEGPKMlk2jJYmlykqXJKbJOkGh7yNbDHn/76xpvf9bl7NcWOPe1BYqxHlnqClVldEb0e45yVYrQOGj2MKpCwfMIpOPEclEmx6NMlqMYTYNeU0TgEY2a0HiipEsLqnb3V9ndW8UeGuqeJy77pLjl01HaRoi2EVYCeTyQUsdgXwbhbZe0PlAlRM1gSmMsH2SpFFGRke++v8c7H+wRyo2rMiSqqruHqw+YXkgzvZhmNhliNhlkc6PD1U9r9F2PS8+VOffEOOOhPOPhPGGnQHBUoLazy/qDj1l78DFdLagqlc2SL+Sotmyu39nn0aZEW/gxn33Xoe+5TMzonDwVYmU+zuWFaS7PT/HP/8U6/9ufr5Md1/mtl7MsLIWwWxZ2z4Kgp0ow8a0Dk0ePHe6seWxWQ/zwHx/jB/94hXikgWvtoDsWIVcy3iOkwiFSoTA3P2py86MGNx+Y3Fgf0XFcTj0V5PTTQUpBGAtqrG04fHjTpm7ozC7FWFxJ8vy5Ms+fm0Ab7DKoCRWsTa3vUTclt1di+VLYMhzetdQwmTxP6pEgbQ86MtTaNQn0TLS4BwWdaCbGTHKKmdQUW/fWVBHOkhhfojcMcfPGI9YebzF/NsXc2RRaz8aumkoA3tt36PYCvPz9M3zr+2d57eeP+Zf/+02VQ3z6m+Ocvpjj/MjjwgjeuHag6k7LYU16aYUE3/r6BC9/bZLg7gHBygE1w2LTlkeZOHOlcQrxHO+9X+H99yukUxaTEzap8ZB6bTgfZ2IYYMIKcn+9x/WHXeqmSSBtKzLs2WMFzh3Ps7tZU5VIR5iYyysS0/aNFls3m0r8vdnSKa8kufJslsWJMLF6H+1gwLVHIz5atXnm6Rm++81FrLbJO79a48PfbLJ0tszy2bIaDjMGDep1g8quUDSlByhDxBqtPjQNePkbT/FP/8n3uHJ8jN1f/ZSdX/0UIxuml4nQ84J0Bzr7HZcH+wM2mza5cpZ8OYsma+2hrQaiRl2LYU8oCxpOSAygQq0IqutU07GxvBH5oEs+5CjinEQhlYJxym4Eu+Xx5kd13rjWIDnvkZiXpZ+DZ4xUNvWVFwpcvJwhb7nkhy5rO23ubjSJZEocO3mSlYUVrDdXsd5a5aePmvyrzS73ezZaMKh70khaOBVl4VSMzsCm2x9RzrucmIF0ymOnbbPTHnEqXlaVSOqQsthoGrzyfod3P+syHnUZjzicPBHl7LmoWsBv7A7Z3rZJmxrpgcaF81M8+ew8kWKILavNvUqTV39R49VX6nzzqXFefrpMfMyhHeswcA3s7QH2zoD08bKqu+smb71V49H9HrrlEZCsq4RDMOESiggiLKKAgzI64ckGdWSSB4JOkIgTIp8JMDUbUEz6Ws+i1rUYaS6yBM6HQkyHo2TCUexYklEsxX6tw361y0gOSMciGtCUsCUNpoOuzUHHVu7fvOTARkb0Q6aqkUyvjzTGeh6TXZel8XFOXj5JMJfn37z6gH/z6n0SSU0tbiQfSh46IiGd8Wyc8WyCutFXArBgPpcWUQhoWXSLM8BqaZgtaNgjaqMRCctjdqAzbwcpTBTJlws8GLX41Kyy1bFoNUIYLR2MoYzJEE9HVElTRPAdQiPrdEy6nQHHp+Icn0qQKcQIZ6O0Rx53N9qsbneROTOZljfbOoNmUE3eSEBXEJfCVIr8VBLTGChkTrft0OsGiIkA/JUoL341hiUNRwfu3Rvw4Yc99vaGlCc1JiY1AomAwmdLw8g2BM14OJns6YQkr0sXd4c8iAnSUbIWxOXhu5od2yEjGQWlKKapU9kc0ao7RCOCpXaJJF2iKVflR+bz0hgMqqk1z/LdAYJvNm3oHU4RiePVsEbUN11qmy5LUynOLGcYBWGtYbDe6BPzNAXc1ENhdAnk06QBOkDXbIUgiKci1Op96vUBITdAVib/1ARsBD0YVdtSGrGJuEsuI9jyEfs7A9q1EfOlsqrZ5YRyALY6Jrdv1Xn4oMGZs1HOnI2wbwmaYcDjTZPNO0PqOzIx6iFxr5eWU1xaSVEcTxErJOkOPd66uqMqHQiRDoYYK0cYn5chDZ3HVZNtGdIQN3d3RFYmCRMxkvEQ0YxkJ2js7nbYrXQ4OZ/gyqkM4/nQIWJJY+DJI0Kc/WqD/WqdRCRIISduuSiNvqv4+FbFUiWo9vmLCbwM3N7s8WDHUBc2u+Uq90gg7OEOPOxth3A3xA9+eIHf/8F53ru1y09ev8+9RwcMun2Crs3xyQjHJyKkx2Okx+NUzSFbsmBtWAw7YYbdMLnEgGxcchmlSRnAGOo82pOFpsZSOc3SeArDFbxTE8sdEvBCxAJRLk1McbE8SUsbsON0eLjZ5uZHLVpVhyefneKpZ6b5+KYIZ9uEnSETSZ0poSLMTDI+O8mH9/a4en9P4WKTns18Kcmzl1Y4tTLFp7fW+PT2GgtLZc6dX8K24L1fP+bBjT1+8N1Ffv93FtHCJt1hm0eVJtfuNbjxoMPOusPO4xEnlyOcWo4wI5kspaiiAny22lAViqcJxtMUs1GmivLQYLO522TnoKUm923HJSZDHlaAiVyGixfmOXFikv6wQ99q09SH1HWbzUcG99/sMNr3+OF3F/jB9xa4tVnl9maVWCLN1PiEEjF+/No9VWcXQpxbDBNJRrCCETo9T+VA9OtDvvbsAl97bp77mzXev7WNNexzfC7A4lQYPZ0nkC7wydUG776+Rzyo88IzJeano9y+UeX2zQO+/Y0zfPubZ6jbHT7dfMztrV364trrwVTWZSrrYWk2NduiNRgpzIgzCHB6Ks3pyTRWxKQTEJFliLnn4rQ0xkolxsdKCuG5u7tHMR3hybOzzM6W2Oi7bAw8bn+8y61PdpkfT/HkmQnOnpR8KJdA0lVo6r95ZYtsPMiTp3MszAr+ZYQdtHn1Nwavvt1jbizB+eUMxVIALz3EDVuwOsB7OOD8M8/y1MvfoDrs89M3fsU7H1+n04ZuGxKCHQ0GmJ4PMbcSojAVotbVqHZ19h+OOFh1mB1LcflsUWVSb1YrysVenilRni5x42qT93+1p5xvshBdOhOg29ToNTVysQhj6QjjY0kmZnJEkkFWtyo83NrFNIKq4iOXjOcwmQ5z/tI0Fy5Ns9Zosd5o8u6HTV59tUmr7fH0c0UuXJJGeQy8GHs7+2xvbJNOwPPPzHDh3DgHBx2F4f/wZpd3PxF0msbllZhCqLtRGR7R+eSzNtc/63BsKccLz06wtJDm3Wu7vHO1QrHkqMoVw2SLMZWnOux5Kp9YJqw8a8ixpXnOnDqGM9T46IOH3Lm9xfTCGFMLJaqtJpuVfbqmiSfN1IA4H6IEtSiD0UBlBA1FFPMNVSrDPR4WxKkIGYIU8hiIK9iTxVqEcDCEa1k48vNEgAwKJcFTGa7i5JQ8NLnGR+TSKvceQduJG0vyW01PlVIO9QBDx8fcSZMs7OqEvYDK/z13NkO9ZXDrjmSvjCgWi5SKeaYFX1ZMYDk1OlZFZTV1JDJBnGddnUFXx+prEmuGbYoIA4O+S+3Aol61VPRBQs7PoUnX6CuhLlvQyRV1zL6u8rOFciil3qvol6amHCgiFMUSEfUz5D5cqzYVAnd8osD4ZEFN30vDzzQHNJpN+gPjcwypCL3ZrMRCdNmv1OgbA2bnJ5idm1ToX6mRbakGZCQaoiB5uwUZJZQWpSBiJaNQGq6CoAYxIfq5r2HfHSkihXKRihApGFrZxJpymIxGlsrI7Xbb9GWcUnXkZZBHXDtBhaVrCv7MEIHGF7IWlrLML2XZ2qhx7+4Ovd6IRCqr0N6mDAyajsICpzMpdS+3LXFVBwjpnioRgKuVbTVQFdR1ymMZXvrGeb72jQu8+qurvPara4SjGVZOnFYC8O5ejXqzy+zMFDMz09QbVXZ2tmg2JHuuy9Acsrx0jOWlFZqNfXZ31olGXRaXSgqV5tFXuXR9hRc36feC/Kt/duvzpv1/+l//vhrQEBys5PuJiCg4S7kOm8odLW5dg6AeJBSIMpQ87+5AbRMR/aW63b6aUBa3ouCi08k8xcI4xWL5czuhyjuVIDhGh3nObbLZlCpBQxtGVzXVU6mUcoQfNb6PRCwlgig0p3voiPURzH6mtDhKfYfS0O6rkkayNMcFnRsNi1AYoN1uq5J7vbiPRYhV68WgpsQ75YJWGF2HoMxvi6Nb8i+V0CyT/L5tSiGng0HVbBdEtbiiBEEsrkpx8ErVG022t3cwDINCIavKd5ePfGKL6IuCiT8UKOQz+I51OV5FeBAnif8ZfAywrlDiIuDKe4jGYqq5/Tl6WhDQobDah5KVLY4zcR2L+1gc2em0/H7JFRdkepeG5He3m6TSGRV/kkhKHn1GXevEtdxqd9WQQa1WY2qyzNLCPNFIEKPbVseED2sUxUoyfoWUIGKTuK6FsiTUG2no+05rPeiiB0eHBGrBzIfUumY4RA3tJFNhhZze3qmxu9ekkJulkJ8hHE4SDMTUseCKCIEINT4uVQZYAnpU4ZEVGVV2pdqunoAXiARQ+3rvoKow2IKTk8E5ISYkU2m1rUUU9cXCQ8lK2TDlc/kSkAgjtuYj8WQARLZ1RrmpBSMozyO2uqYcWV+PMqp9QVXeo04kJAjUEJbtYgplSaFeDzNHFThQBGdfKJdjT673ykSpsn99d7P8KZ/T5wAHlMtNvJUiUst1VQRo3/XrOymPvnyUsH8NVBhqdSMTsUxEKfmUR+/FF738l/pikgi7/454qsyuX4hTfkbqEQz5y3/z7xda/2Hn7Rei4H+MAPz3xGXZQnL9/9L7/f8v/8rH+tLnFCFNXX8OB4rUNjw8So7QvYc//CiLV7UZRKj0d6a/TQUlrZ7nVQKBOmZlP8o/alcoE6jv4Jdfr4aRxMrgm1GVi1G+SYS7cMAhKK5kRzppRyWTWSOQbE1P1hdC+pABExkqkUEJT60p1ACNCMFyXfOCOCL6yfDEYTyCciwJGl4GmuRcVmKmP2AjtDNfFFS+Uf7nf/qnn3++/+5//bnC8R6JlQpX/KVj6u9jm/19LS54/57sC7L+vdkvuV4pUfZLbtWjHPejY132k09B+GJ/+QLtoatYrvEqbleOBUFtyynu47JFbBc3p8QTyMCbwlEfmmX9sSJx9PprASWYfr4rD921ypEt29FH7vsY/KPMXf/1R25dJZoqQVw+t6BCDwOMNZlF9127KvNX1qFHb0IZhI+O4y+O5SPyheTbikvX30AyMCCivfQajn627/71hxH8a9LR0IE/IOFvWyF/uGrIwVPPuLoIwH7yksqEVvtbehieHC+OchyJUyUSDBCVPpHsQ7EjyRBCKIQmQps4WYS0p5R6/1zxBxqEFuEP6sj9WugrajhC92MKZHgqHJLIJotuX2I3XNLxMGnpNwT967oKLVKCuRw4EnsQUPQu6SH5mce+61rhn5UwbvsCvwwGubZquDoyDCOD/grLLmOeFg4mIQ+VYC9dmCQmKb1PLtYhH+vQHMQ46KVw9QCphEM8NIK+9M0seoEhRmBIvduj0exSq3doNFs0mm0uncpz+VSe0UBjZ9vGs0PMTxYZK+a430FVJhGgnAmp+JuZiRJjmQT7tz9l/9an3D8YcqehoyczLC5MMVGW54hbaIFbTCx+VVW83Sa4dR9z4wEP9+qs7tc5+dSfqdq4c4e3//bPubd6g87YGN7UFN984hLfeOISweZjrO0b3L23wV+8vsObt1p8/0dn+b0fnaOUL5IMZ2g+qHDvlx9w64O7vF8f8UHN4XvfXuR7314ibPWpre3T2qvhpsFLQyoQJBUM0m1r7O2LgJTm4sU55QB2B7s45i5me8Sg7dJsWGxUWuwcdPzGt+xfEcfFGDFVVAPoM+UMrYcVVbuGqSqfDzE7IXjloMrQ/OxOj+Pnxjh2boztrR4fvr1Lr21y7nSaYysJTNtlYAvtwCLsmap/NTZeUrEbq/cPWL23z+LcBGdPLxAUOmVnh6bdJJqLEs1GyQayqh48aPDRjR0299qcPz/J+QtTao2VLZQYDU2MVoNhvwOeqfrM+shFlz7p/R7Xb3XY3LeomeIkdUnlUbVyrMjJE2PEtRCdTROzMSSSRJXuDgg4A4qTY5TnZpVoMDQfMbTWkBEFSCjjgTjaLcOmttNXonpjEKDZF2eDh5701GD+4vQ5xjOz3H73A26/+z5jCyUWLi6RyshAbwXXbiHTyVosRkRyJYOuEn83HnaVe3VsrsD4XIFQYEg4MFRRMIOujdGz6fQc+kOX1HRcVTleZDI8Rr3S5ebdx9x9sEl5tqRKnqlFNJZnMHX/krW1E0F3IlTrA2o1k5mVFJdeGGdqJs6oYeA0+ux2Iux2ohSKBVYWyuSjHoPtNZobG7z1UY+3rvWYPF3k1HNCe9Gh10XYskJutD1X9eZz6QS9vsPadptm12RqKsz0pNCZUOU6ISwrrAYVXXug8s3l2Ueq07epdSRiZkgkLlhtj3whQi4fQXMCOJZOt+XRrDu0W5ArpMnl0wo3rusWW5s9rl1rs/rYJDIWJzIWY3YsxoxYZ+0R3bYQa0z0hIGeNFgan2SpPElaNIpun71Ng7c+7nF91WLhiTEWrowRczsE+zVCrkVQ94ebRQjUwwG1X7otiXZxMEx5cAkxNZNhajpDwLLQh0N2N/s8uN+j1fEYnykzNjOObQ1USdyQ6wmR0mYkBKVAiKEbxRLBSSicHYfhMID4j4dy3+j30PtdFk6lOXZJBl40gkIKqxncX7e4vy7CXZpgJiOjEph2F0+3SOYCqhYSUeaTgpDu8ubVKobn8cw3prjy/CRT4SLToQJBN4w2Cqgh6serd9hcv0eklCdayqlseGswZL8+YG2nq2iOGkJsSEEyjJYMMzauMTflMVUIMJtOqvrlWw1efatBOO6yshImm3YxGj2sXp986VA7aNp0KiYP1oZ8ujri9pbL2fNFVcdOBFk5LnnALjHXJioUoaGt8LyP1zw21lw+fWBy9Z7BQW/E7PEwc8cjuF0HtztSzvGRnkAXDHHCIpvzePbcAs+eX0C3dhm0HzEwO/Qdjf4ogOVF/H0wlAgFh74hx46tIhlH0oNJRShqOkWJjvBMem4PPaQxW5pmrjTN/sZj9jc20EIxEsVJap0A735Q4daDOk9+vcSVr48RMizcikGrZnHQdmibcPrkmKq332nw059WsKNw6eUCFy6mOWHrql55e49X3tmTVibVeIzoWJyvP5Xj60/nqd89oHG3ihUK4JZTxDJxJoNhsk6Az1brfPqwTjBkk0yNSI1HSE6myJRTFGoO+apsc5MPN/u0PIfEWIDCeFCZRZan4uxvdlSlszFmFgsqsq1yp0rlTo1rO3B1V2PhfJ6vf6fM0kSYwd06rftNru2MuLoz4hvPzfJH31rC7li88et1fvPOJlPn8kyezVGKJykGE7T2DG7f3GFto05X8+hpHiExDSZCfPXKSf7gG09zvJRh7c23WX/rbfTpNIHpDM2hQ6XeZ69ls9+BZl8nmowTTSRIJTQyok/K+suStclQ6WCW4MtNMaZKXjkYmo4lETGdIVrX5uyTk5x7cpKk6eCsd2hu9nn/nsUH90xCYx6hEpTHA8yXQyzNxZWBZmkxRWQwINzvU+sa7HV6xJLjzEydZCq7xP4vbqj65U6Pv60PWTMdtEgEL5rQmDkeUGW7YYZemPHMiIXSkGTUZrftUum4PFGc5YniHJGohxHs8mCvw8/e7fD2pz1mMg4zWYdjJyIcPxNTTpLNhyMqj2zm0zoLGZ3ZM4vMXD6GHfXYOtjg4aNd3n29w3tvdPnqc2N85flxIvkhbVqYtoFetQlUbdInZ8icnOGze11++XebrN7rkNDCxCTTKyTNdcmhkin+MEERktS0rK2Y6sbII6vHKelJhXIYn9aIZRx2GoYqJLsq6pIPR5gIx0mF49jhJMNICkNhIk3MVg+r0cMzbdUkkQf+zihI1w6SCOhkQ0LsGiqhQUoagq6jM2O6LAxclstljl06g54u8X+/cp+/+MV9MnmdTE5cOfJUOEJocWIHzyVC1I0B9V6fsbLHsZUAZXGXSc6jptE9cOgJ1sGDuq6RdXRWhgFOOCEKkwWKk3k+6zd4t11hoz2k14lidoLQtdCkW+z3Vclmk5RLWeWcWL/fYP1Bk99+vqBKT0XZNwPsGQ6VRo+DZg/L6GP2DBr7HvWKpnocqRSkMwHShRypQo5+r0u72aDbHmF0QyRiIb76YpAXXwxgDhNYwzi3bhm8+06dgwODlZM6x05qmJ5c9GRKOoQu2ZwjeZiVKWG5ILoYI4du26TTMNWipZQJUswFGOojVdF4gHg8RL8TYH9do9vQyBY8sgVxNtuE4iOKY2EmJxOkxXLf8/yyB2pRN5CAbkvHGMrv8+hZLo2KTbMyopjSmSoGlE2/0nc56HskAxFV4Zg4vyMSKIPrDdSEvzzsSY6OZAKpzCcL9L5G2AuTzubJZHIMMeX2iB62CMcsRn2b5uoIpxbgey+fUdWNDdj2Gnx6+4AP36xy56MmP/rdef7we/M87FV5d3tLYTT2bkN7B2IJm2h8xPn5mKryRIlseYKeFeLnrz3iF6+usTIV49h0jPJMhPxsGDvi8Wh/wON9k0HdoV931DmVCgVJy01mKq5QBtubdXY2GxybjXHxeIqxgojZflJdqy8LUZ36QZv6QYdYNEwulyQqQxLNPtVWn0IgTiEQI5qF4NiIfsRmpzdkT7AbFZ1+RUcP2wTjtkJedNd09EaYH35/mX/0/SVubhn8+rM6d1brHGzVcfs9Li6HubQSJjORIT2ZZe3A4MajJrcetmntaDR3NFYWPY4teqSSPv6sa+ms1cPsd8KsjCdYKcfpOwZNq81Qrhkq+yjKohNhYRQhfyJF5nyah1sGP//LTR7d6/PSyyd56ZsneOe9B7zz3n2CVpfJpMt0IUR5fpKJhUk+3W6p6jR7eD2DUjzEE6fKnJzPU23UqTXqFMcnmJqZx+5p3H9/i/2HTb7zvct857tPMNC2ODBuc+PBNm+81+L6TYN+T6audVbKml+zOeaniyr37vVPt3n9+g7F6QlKIkKPBymXJLuux637Ve6vNuh01FqZyWSA+WyQuXKKUycmWVwYUw11y+7TCbm0wx5baz3uvlHH2hnyvW9N87svT7HZHrDVGSg0ayaZw+gH+MlrD/jxaw944mScKyfj6BFdYeLrTZuDLZNBc8Q3XpjnGy/Msb7f5fpqDWPQYzxrUco4BFNTqm58fMDVtzeJBV2eeqLI0lyCaqVNrdLhqSeXePrKEo3RkLt7Ne7sVNnba1LZa3B6Js3pmRSjgMWe2aFhiuM0yGgYZDGTYCmbwE2OsJIijljU1y36ey7HFmc5tjhDtVHl8e4GuViYJ5fnmSmPs226bA08Pvpwl48/rLA8n+L5Zya4eC6H5XaxnA5vX63y9rUquViMC4slJsaijIIDuqMBr71jqprKxTg1k6I0HiA64RDMjBh8ZmB+1uPKi0/y1X/0Ik1nwE9//QbvXLtJs6PTagfIhcPkIiHmBPW9EqQ4HaDS0djrwINrHR5e7XBqvsy3XzzGxESEe9urbNR3GJsqMj5VUtOIH7y+h2n2OXYxwPwJXTXjbRMK8RhjqQSFnGRVZ9XCZr97wF53n/WHQ9YeDJlMBDk1GeX0XIKZ+QLi91e8AAAgAElEQVSz8wXWG3UeN+q8f63Lr389oNXReOKZNOcuCKAkR4A82xsV1lYfk03DN397nmeenODR+oGq9z8d8M4nlspQOT+vcWw2SLqcJDWR5MadFjfutliczfP0pWmmxtO8+sZjXnvzMfNLOgtLOvlimEQmqpCbQ3EnGn6+1Ggw5OSxRS6eO4F0Fq5/tM79u7uUpvKq2gOJs6jREQSwoF9dcVfHiWj+ed93RASTBxXp/OmMFxKMFZLq4VCqZ9i0uqYiiAgqVrBzgoB2pES0CASxXQ1r6KkGlUiL0lj06R4owToignAwSiQkWH3JqJR4CJeO0aFjtLCGBtl4QuWpnz6V58zpPI2Wwe37vgCcz5coZPOMpyWbPYTtNRk4NQaOQdex6cq9se7f83otHaMVpNcZ0euaGL0RZj/AoB8gX0iQLyTpm32arRaDoUGpHKBYDjISXN0wiDWQRamL1fcYGjqOqSsXogiefpPRz8NrNtv0DOMwdzavULVhEY/6BvsHB8oBXCoVKZaKKi82kYizX6mzKW7stsHZiyucvXCMys4eu9v7qukdj0dJpmNk8gn1pzV0VJkDVEm/Np4SNK6QRQSPG1OZpNJUFAeWiGLiMvabpx6dbptut6ME4H6/h2X2P3fuRkIJpNr1AXtbDTX9npVzophmYSnD/FKane0qD+/vqmMgnkwpp6aKcGj3KI4VmZqWQcgCmpfBHYUZ9Jr0ey1qlW0lAAdcT2Ghy+M5nn5uiaefX+aNN2/y5ls3SGfLnL14SQnLDx9tslOpsrS0wPLSAtvbuzy8/0g5S0UiCgV1xscnKI+V2d7aZPXBPbKZME89c5zjJ8awnSYjt8HG4yqb61VsK8X7r+593rT/wX/+Mq4a0wsqp7Egq3uDHn2zgWm3iYR1wmGdoBZBJ4LZl4fNHt2OQTwdJJYSR44ms35qm6WSRRKxHOFggnBQpuJVGp9yD8figlTWMS3Z3obaprlcmk63yk5lTblxxOEt6GiF1bUPm+LSqA74bkZR6wbmQAmv4qyMJxJKOFMZrYah9uPQHCjnqF9pIuGUcn1VKhVVyv0dFseoCJQiph4i3FPxQwHNVY5kIcDIA7YxMOj3+8qNrLC+h2KxHOsy0CCCqTgsguGwyuyV40/+X7UmGcAWpZw8W6RIZxKkM0kl/DqupXDbUiI+HDk1JV9cRHZ5v4I31zxpisdUpnHflPvUQK0f5TiW37+3v8/+wb4SeyXHud3psr1TURjrk6fOcPLkGeXyk6EIuf7IurPb67JX2VADAxMTU74zNiBZQ9KEF8HSzwK/fesmt27e5NjKEk9cvqjiB3a2N2jU9pVoKk5gR5xTGIdIWREVQsSiWVU+VUBw9uIYNA/RtXHVXjfVtcRT+XXZXIKe0VGC+W5ln7HCAmPFeXRd9oc4teUKYCtx9yjz2H+GCirChDI8KjSu5JM6JCJhEtEwg/6AZlvOczmepeHoUBovK4KADA8o0V25d0e4QoyQzyRCn+M7aUWwGMkzhCsI+K7KOpfhhKQg60XoOYTb+q7NI7HnS+49hZf2BR1bPoESr+VGIIKECBC2cg2FJX9dtrkgdyUnWJqJ8vkk9EkhUVVX/FBsFcFaBCRZs/pioSC5xYWopBY5Tw61XF8E8x2YR7mmaqj1SABWapgvCh/JuEoCVtjUf58A/GWZ2f+sPuz3i/jSf0ho/Yfdu76j80ta3t8Tsz8XUo8UsCNh9Uv//UWer67ux18W0/5jBWDfRSlubJ8McbSNvoyl/gKte6hWHg50yGv8vFwdV84XXcQmGeo9EoB9MV8Jc4cCsD+4JBmqPpVBxFF1CBxqaYIijugWIX2IOzRVk9odDlThSMapn6Abj0VV+fngcnx5DExB/MugjKCLbTX0KuQjeWAT2obkiAeD/jVA12TIROJQRFSTATk5wBwlmCk1VHP5n/7JFwjo//6f/0xG1Q8HWXzUsm+cPjonDvnin+OeRQD+fObNJ3cEdDUYIpQ0eZ38t/r8h8MNvqh+NOwgp8WRAOzjsP2c48OIAPk9krksv0NQxDIwJrQA1z82jhzAfia9CJi+K19JtOrU8RHQys0r12KRWdTb+sK5LK9RsQCODAEJBUG+z4+f8JHNh+eRDPH4Z+Lh648Qzfj0B8lUUALwkfju34rUAJQ6pyWGRIGLD6M85DowVEPlR+hoEVt98dsXjpXrVl6jhuCOENLyLvwBkKMS8dfR5VrkobshAm5Qib9KOw9IlJVEC/godNn+MogksRBC7JFs1ZCI9wp1quEGIzgBoXnI7z3ib/vvWQa9RPSRe68M6wni2ej3GNqSG+xTW6JRiT+IY5i+ACzvKZuIko6FVS6v7o7UWIwatJA1dzCKpwcZDB0GQxmuOvzMn19EZP/491mRiqWG/T5Gp6sGeMLRIOGouNxHeILil3x2iQ1wh6Q0cbQZ5KItVa1+hoNeAS8UVU36eHSI223jdtqMogFG0SCVxoDtikGl2sXVunh0ubiS59JKnp2NDu+9v6OoMk9eXOLUqQUqXkGVM6hDv0I25rEyP8FMKUPj9h3qd+7w8VaL97d7hHJ5nrh4kuWlHCNu43CL8sJXVKU6baI79xluPuDuTp07O3XOPPOfcebpP2Pj7h3e+Zv/k4ePbzOcnyG4sMBL557hpXPP4u3dofvoPW7eesj/9fo2r99u8aM/eYI//NPLFHJxNaS6++kmH//rq3z85n2uWxqfWBp/8sNF/uQHS2gdg82bFarb4jyKk5yPQaMNjQ4hPUE4Nk6uUGJ+vshkOYlR38SobWKJgDTQ6XRtdhpN9jodPBEGwkHsYYSh6a+Nz56fYLIUZ//mLge3KrT0Ia3AkLGxBHMTaeLRMFev11SdvjTHmYtzbG92+PA3G/RaHc6fS7CyHKXaFuRsXxGo8glIJ6JkMlni8QT7uy0OdlrMTk1xfGkBNzxio7VOY1gnNZ4mPZ4m6cZV3X3Q5NrNfbb2O1y+VODyRYn1Oka+vILVG9Dc3cbs1giELCX69Q+GDKpDHm4NubM5ZKcx5KDXp2maxJIa8RScO1/m8hPTaKbD6rUduvt9Lj41y4WnZmnX9+nUD8gWpyjPHydTytFqXKPZ+Ag9kFUVlIxyYVWZDt2Gq1yd9zYNVZF8mMxUjMnpOc4df5G5sbP85m9+xlt//TOWL4jYc4xM1qazt0q/e0AwmyWQzSAcE8kk3l7rced6i3bbZf7UDAunptECVXS9qiKWosp57PJwtcfW3pDZ82Vmzo9TCqUougm219pc/WSDT25ts3Qmy+LZnHoeE4qQRPAZXaHaDJHUpL6pMTYVpTQVY2Iqz+SkIKsjOO06o3adbSPBjpGgUCpxbHGCUkzHrWxhbGzzi7davPJmi8h0kOKZKJmsQ3xkksRiopyhXJYInaRaf1cO+lz9dJvtSovl+TTLC2mVISolz3r1pqmEF8kdD4d0vGFEldEf0e5bDEYGWqhDMNpnfCpLeSqHI1E5nT7dtku7G6Q3CFMo5pVYbZttBt0a6xt9PrrhsFsPsnwxx/LFPAkHEo7EiQzVGtUamdh6W9VyaZLlsQniIpD3OtQO+txYdXi461I6llDlGC3MWo1YwKZQCKtSGesBja4pDkWNWnVEZUuGfzVmFsfUAHwu6JENeqzea/Lue/vsHQyYXU4zt5ImE8uTjefwNAPLq9Ib9qgb0BzoBCLSx4vRqHSobjQw+hpeKIOjJ+lXm/SrLZ5/eZpv/WiJTNRh++MNdu9XaQxi1Acx9EMhVg/JsJVkMQh1aqBQ0EvJFEuJFHfu93jl3X06wIvfn+X5355hPlRSpbuWylmv7u2wubbO7vYW0yfnmD45qwbIH69uUdmXiEyXninxPSUCgRKJiQyJyQyFrMdYyiITtonZDrGRw/0tqZHKX44HxTjQpyWfpdtj+XiO5eN5Ro0Rxo7J3VWTDx8MuLpqqYFwMd699O0pvvPDeU4sBUm4TaJWC6/Rxm10aLRkYD/NJw9MfvNpk82aSX48TmEsxu6mRWXLYnIqx/nLk4yVQ/R7e3ijDk+fP8kz506hObtYxiqO0xE3Jq4WpNmDRk/DdmQUSufgYMDq/Tb7VYvwRJrwZIqVrFSSYa/N/t6uQovPz84wNzNDq7pF62ATPRQglsmyUwvwi183uXZrwHf+eI7v/PEsCcOE7Tbdlklt6NCwHdI6pANw9TObN67ahPJhnvtWmsuXkixYQVU/+VWFv/71LtuOjjmWIjUR5yunY3zldJS7H1S5936V8FiKiStTjE8kKLZ7JDsGq80uD5tdLKGxaC7psTilxQzlmQzJtT6ptT7X94a8szekE9EpzcYZm4gwkdaYzGjUNk1qWya5vNALCyTjQar3K6reXkXVqafG+f0/XWB5Isz2W9s8fn+Pq42Rqt/7rVn+i+8s4/SG/PL1DV57Z5P8+ST58wnOlpa4lDtOd8vgnTdvcP32I/bDDvshl6n5KNPzMZ5anuZrK0tMBiPcfeeWqtzJMXInxxWJ98HmgVobDEdRhqOYP1zphpmcCDA7rZNJyRrVUQQfP7LRYe+gz+6eQVfmOiNikgzSfNynuTHgd/54me/88TJarcP2G4/YvFXn+naAT3cCuAkPLwnnzsR48dkUF0+lmSpllIHU7jWxu00szcQMDEnEJxhLniTLAvf/8gMe/OUHvFm3eG0AWzJQFwprnjh6j5+MqLJkVs7zyCQ9xnKCMXRpdG0a3RHnirOcLc6qRXfT7XB/t8OvPuzxye0+l+eDXJ4LMrcYYnopwsgasfd4QHXLolxIUi4m0bJpnExaYWXNbotGtcWtu5J31+P0sSKnjxcJ52z6sRYjb0Ck5hCpuqSPTZA5Nsn1u11+/soWqw86CvcgbkNx0kipafSwTkhlwPnZMF1zRNdyGI/EmYklySt0tTiGR3Tapjr49aSrKhWKkteSRLUYRiBCX49iiINkZDHoDjCbBq7gkgkQksyXgCyEwwr3KG4fRx9iuCaGIGdcEdJ1Zocuy6bL0sQYy5dPQDrPX/zsEf/6Z6vkSr77Rg8K1s5RDyv5RJBcMkSza9GQ6aVJydYIUC5rDBX+ToLvdfpVnZbr0tIc0p7HnKsz7wWJRASpluaR3uWu1mTfHGF2QlidAKOmi9N0CCc1NXmWiIRULq04j0aGqwTR82eTnDubRI9HaA/D7LRkKqPF6m4b1xrgDAd0645yQsr6O53WlQAcjicIx5M44mgyTaz+CKMnDlyd556O8/zTCbpaQNXDewafvd+kVRtw7HSAY6cC1AyNak9HGwaIOQHC4tCJhFSDvd62qLeH9HsWA8MiFoR8OqiwKXpYhEPddw04I+WA6rV88b0k+RtTGr2OTa9rMz6W4NhKjlwuSq89UPve8/wMYjFdtLoBeqaG5bqYIwejOqJXtZkai7I4G8dwPB7uWTw6GFKMRSnGInhBDTuoKZRlJqwTCXhq8k0ebrzACFcfYRmecmxrdpBSIUepmMXS+gx1wa4MVZZEZKQzGU0ylUpz8rxgUco8Omjz6XqNB6t1dh93aVcNfvdbU3zv21Pcb7d4b2Of1Yd9Gnc0jF2PcMomlBxxZi7O2bkEhfE8sUKJziDA669u8sZrG1w+nuDy8ST56RChcgAj5LJZ67NdG9DdG9HdlykVXU27pZNhZueTjJWjNFtN1QgV7PJSMUUpGyaZlIWBxmZHZ7Ot095r09pvk0iGyY8niSQibGz12NzuMhmOMxWJkStCcsJhlHLYc0fsWQ6ddWivy1iuQyDlKPxoVy5yrRBfu1LipSdLGFqEihnkwVqbTz/apLHbVILjk6cSxGeiJGZjrFYG3LjX4c69Lj3JNKi7TJcEqx4mlwkox71M2KwfOBx0UGLsqbkCht2iblQxZVIxJEviKKEDT9X5p2Z48uvz7LUG/ORv7nDnfp2nnltR9dHVVa59+AjMHoWYy3guzPSxMlPHJ7i52VDVqQ+gZTMej/DU2XFOL+ep1A+o1KsU8mUmy3PoI53a2g79aoMrz5zkyWdOsNvZ40HlEfc3qtx71OfxpkWnqdFuapye0DmlbiopiuUsbjjMr69V+NXVPeXWPH9xhkRSpsTbNDttVjclV8Vg2JPsEo2JeITZTISZ8STHT5SYX8wq969hteiIcKJpNCtDajd76C2PZ56a5pmnp2kMezSHPbxwmHAsSb0DP/5/HvOTn63zzJUMz1zJqjB62VYHVVPlTQ/bHl97cpGXnlpktzfg7kGLltEl6LYIazJ9N02hNMON6we8//YGyZDHV66UOD4b52C7ycF2S2URPfHUMjWnz939Pe5V9qlVDVUT6RiT6Zhy8TTEGYZDXPJyolHm8glVnWCfmtajO5BhgwB2Pajw1/lEjoHdomsdMJ6Jc2l+gcnCGKtt8//l7D2fJMnPO79PZlZVlnddVe3teD87a4H1CxAAYWkA8k53PN5JDL44hV6cQvob5CKkUMQpQnqjeyfekXdwPBIg4bEGu4ud3R3fM93T3pX3laYysxTPr7pnAZB3Qakjnpjdnu6aqrS/fL7P9/NlvWPz8buHfPTuESsrKT714gyXr2bo2VV6Vo3H613WH/dIpxLqwTeZjtLqO9RaNjdvDvjw5oC5QpSLSwly4gCe8PFiHq2PB7RuWbz2W8/x5X/8Oj0svv3jn/DmB3fo1EJ06mHyqQgT6TCLKyGWzujkpjW2Kx5blSHrHzis37S5dnqa3/3cWeYXTB4cbrDZ2CeRz5KcyLL6UYuP3qzguS7nr5qsnAvjC95NHJZaROFr0okY+bw4pgwGQZOB32JnY8TuJsxlYlyeT3BxMcXEZIaJySwb1SM2qmU++LjLW2/ZDPoaLz6X4foVyWOJ0h9G2d6ps7FRJp8O8+XfOsOLz81y69E2tx7tcO+Rzb1HHpo3YnkS5koG6UKcdDHBxk6Pzd0uS/N5blydZaqY5s03d3jzzV1WTuusnDJUxns8LU4VoVW4qpyuj93xuHR2mRtXzuG7Or94a4Pbt/eZXkwytZjEDRz64pS1HDp9T2U0RkNRVY5v4/jihBTEquTm6kxPxpmZSmD1Ilj9CO2eTbPXVQ1VQwsR0kJE8IkwdntJU8r1wAukoS8o7HEOYzQWIpEQYWc8WSxDVkiuoy/4YGk6GnT7HZqdBu6wx0wxzUwxxfy8VJJ2w2FjrYM10JiamaZUmkDXBuh6n+GohRM08Ua2cnaKhtaqQqs2ot/W6Hc0ui2PVsOl35XGnmQemCojVkqEW8kv7dtdpmajTM1EldtZqteVdZHcZwWVaqAFIRLJGIlEVIkvImQJVrXdEvzfkEJxgmJxglg8rCIqBnafarWqcnfnFiaZm59SawGnL6/bo9PqKOFvbnFaVaXcUCUNVxEPxQEcMg017CY9YOX8U3mY0gSEUdhmFHIJDUMYXohYWLDcMeUwkZxaybZVRroQ2AMLe2DjWANcx1Z5sLFERCG4Q3pUCYByr7EtcbGMMEVYThqUpmKqDvbqbKwdYQ1ckqkE8XhcORsDX9C+sbFD83gAQMRRORBkwrNdq9CulYmahsr/nZzKcOpskZWzJd5/b533319nYmKaazdukM1PqFyeerPFZHGKUmlSOX+PjsrYdp9wWPK/NOKxNLFYSiFqa9WKwj+fOVtiejqO5TSwnQb7Ox32dro4VpRf/mDriRby5T/6nHIvSzmuZBbLAECDo+oezVZZOXSlcSINdHGmCua53xsop7YhwnBkLCqKcGlGEqTTeZLJnMIuS42FzZByiYsQIQ1dwYCL43dqaoy17vWaHBxs4Tg9hTVK5zIqN1VyAwX7LA1yUUykYSCPvAPLUoK+OFdF+JRGsIihvYFkEZepVysKQ53L5tV7ElFThFwRf48ODtXAgqpEnHgiRiwaVYhAaeCLU1LOUYWgjsaU4CNComXZhENjh5dyMEm+t+vQ6XawLVv9vMr/DUeUiGINBrQ7LfXgnUpESSVMJT5IJZMJ9TmluTqwu9gSV3IS9Kka/Non6N9AhJkE4XCcdlscRVUlQkjzUsSPre0tNrc3mV9YYH5+AXcYUGt0VFxKoTCrKhYXKlFCOfak2S75y512hX6vSSqVJ5WaGOftyhDK8fCE7LPVB6usPnjI1GSBleUFRSHqtOr0e+L2FhFrRDjqK1SgCCAykCFkI1T7MEpYco7NMWrbCxwlVMgxIZ9FIaCHgtYT8kCUwaBDpbxHrVYmn5snl13AMGSwJKoQoYLpFASpZEcKHjkcihEKSQa45HqOBWCVEyziWCik8FlyLRH3rxwvIpzbjqvOSzMWV0O6YxFXBJOxo0whaJ/41UTwGAtKXuApaoHsU8n5VejucFgd00qUORYa1TZR4stYlDpxoMkxLy4Uuf5Lvq8cy/Ln2BEuw0PyWiJOyWcZ73uVvSoXteMBirEgK6+tElnHQqm4PSSbXjkIvbEAPFbLlLr4a/m9J9rbcc6ocgArR+D4p54cf0q//MRV+Il99dggfPy6J6+tXKwnDupPtO//L1rrJyLvsVT4dwXg33zh48/25AOOt/uJAHginI33yz/0rZxs318VLI9/93ibKfHxV7fX8Wt/4mx9YlUdb/9jMe4Exy2OcmlunXxfOWRFiDtxX58goY83gLjLVa73sQP4xApraB4RfUBEE4eSSyBOKs9WeFvJY5Uxs5A2UhFLMVNy7w01uCJmdXG9qwxgoSlI8pMQQlwlfR6LvAZ6OIoeMtGMKIjLXmXYnqTKilAobv6xE/l/+q//9MkG/u/+9/+HACFvjHPTx4jsMVJc+eSfxER/sr/GAu7x+SJ/GnJdEGz2+GXHDuAxrljtX9mmKi93/PfjbXPscj0+4sckhfH5ezw3ocRIuYdxfA0W96w0yeX8FyHSHVrj80nljY9x0ercOy753fF/n2T3nrjtBQE+HhY5yf0+GbgYf94TfvfY+zv+LOMD/QTxLcMbUiJ2RyLjNaDc82TdIlQHKYUzVteC8TYd5/nK0Mrxhjp2DcumGY99yHVgPACh3OyKnnEMOTkmA4wdwPKBxpFTclYpp7QQKI6vg2MgzVi0li/5yaHk0dmCnhwfZ2Fx5qpoDR2PKL42jiCQ7TF+q5KXPHqSTyz9NyMskB65j3fwPXcsnisBXRzApkJqWzLQoEEiEiMWjqrBBikxcShqQkj+jbAakpFj2HGEACHDFrKtxsaJcazH+J6uxtxkDe7YSgT2fQc9IjFJ4mgfjxiYvkc08EjoLvloj3Skz9Dq4A66NEcFGkwTMqMUUh7ZiIXRr2H0avRlXaPBbt1mq2JRbg5IxDwS0SGX51Jcnk9ytN/iw5t7iK59+epZTp87RUPL09DzjOw+ut0iFQlYmE4wlYtg7R8w2Dvg7k6bD7c7gsvgzIU5tSa37PvY1j2WLzzD8vmniamG/T7drT3u7tZUPfvSH/LMS3/I9uojfvKdP+PxzkPM03OkTi/w7KkrPHfqCv7RJt3N29x7uMO/fbvMTx91+cY3rvGNb1xnOguZkMPW3T1+8s17/OKdbTYDnc2Rzj/7xlOq7Gqd++89YPfxLsXTGUqnM2iDDnq/QzKSJ59YUAQWT3MINIdsQieT0GhVOlT3WzQ7XepOj443UGviaDTEwA3RdUIUShNcvrzAVD7J/ofb7N/cglwILRdiQohq2Zgi9L3zcYNffNTg+vUZrl+fpXzU44Nf7ikEuQzMnj6VptrqUm13SMWkP6grmlh4GEJ3DbriNrcdpmcmWVieVwS+3aMdmoMW2dmcqoQfJhmEeLje4ubdGvvVPk/fKPLM0yUykxfITJ3HbrZobqxiNcpqUEau9f3uuB7viguyz1FDoo0EgTxU7t90fsSli1NcvzaH6fscPjrAavWYuzDF7IUp1ayXSmWK5EuLxDMZer11ur019JF8/hjDno/VtpU5AnFjDkPc3Wxyd6tFcjJMcSnG/MISV8+8wWLxCm9/569ULVwqcuXVs8oYUt/dpN2oMEyYuMkos9kUc7k0rYrF5lpTOYDnlmaZW5rB7u9i9XfUeS8DvM0W/OKDNg8eW9x4dV5VWp5zey7NSo+dgx57lS6xvOSpjo1KmqxzZN3iONh9l2rFp1YJmFlJM7uSIltIkswm1Rp51LMY9QdsVqQ/J5GHeS6cm6GYCuFUynTLVW6tWny8apGbizF3LkUyEaBbXQx7oIbDZWhY1pnJZEwNAtxeP+Sg2qGYT1GckJ5liKI4tfyRGnK1+z49IVVKXmc6qUpIXwPLw5YIyUCcsRaJTIhExsAMu0R0Ww2GD/phLMvE0BOE9AR+IHj5Dq2Ox0HVYOBGmJ5PMLOQYNAYMmhKLKTkmUvcpE+l3qPS6PHUxYKqosQvBhb9lqNw5xv7PkFWJ8jI/coipPVJJwMm8gaFvEGMCFEidPo6za7GUWXI7p4MQwYk0kmSmSRTOYPpvKH6AFtbfVpNl0hEhtJhYXlGle8OaNYOsQSpJ2ttw8T1AxxPcp0tDo+EnGegCfPZiNJrNuk3m7z2xjm+8rtPEfZdPvzxLdZub2GFTKxwlHDCJJQ0MSIy1Du+Rgsd0w8s5pNZVauP+vzw7bLKTv3c75zitc8uM2fmmYtMYASC8KvTrB1wsHegBkYjxTyRYo6jcovdnQqWJcRXiYiKq1gBiRdIFk0ShehYG0gaxCWiqTHEabgcNAJVjmOLFR5P6FdCHnNtZudSzMwm0ewQXlvnqOqzcTRkozJE3YRCIS5dT/LU82nmpyClDdS+0hWC2WFrXyIaJUrRYLep07LG8VByu651fOodj4WZHDcuTKvr4s72Js1mhVdfu8arr10l3NvHPVwl8LoQjeBHIiqWcacmQ6RjelG3E6i4x3o7wEvqDIXYW0izNJEGp0+nXkYfeZxemOfUwgJ2v4w9qKgBQHdksHPo8eZ7fe6tuXz2dyf57O9MMqq5dNf72L2AoWnghgwGjT6DxoA76z4fPBqRnUvwma8WeOHpDNNiHupofPNnB3xL8oHNFKnTcySUEHMAACAASURBVGSnUiyleyxnuty91eLu7RYLZ4p8+rdOM1OI0bp9SGO1zEHgqLIljmrkMzmT4Oy5PGdPZdHWumhrPd7fs/npnoudiLB0NsP0TIywbROxbQZDX9XSTJLrZybIRgwefHDI6geH3NyJ8OF2hKsvFfiDfzHN0rTB6vf3ePjWEXtGwG4o4FPnp/n8tXkGTY833z3knZuHJM+FSZ2LcLE0z7WJZQaHNu+/vcbd1T3q4UDVpaemuXx9mqdyCZ4OR8hYLh+vbnPrwY5ypZulPEc9h7XDBvW+RGTExyVDO7pOaTrM9EKYWNgn6Dv4fRdXC6nqdMa9tHbPp23ptHsj2i2XTtPlD3//LH/4++fo7zb58K8f8fB2lYe9EI96YRaX4iwsx7mwbCr65tSExHWO15zZiE9WyCVmQGD6RMM50voskUGBd755m7e/eZvbHZe7gUZdPcuGQ6NMyuCZywmeuZxkMOoxGPUJxzWSaVNN0Q96Ml1ic3pijtP5OdxRQNnqsLbf5Z2P+jxcd/jy9SRfvpZkei5EZkqytmyaBx1alT6J0iTx0iS7TYv1ozbuwFO+oZA3YrfbZ7fXp5TMU0zmCOWG+MUOWtgmUYV4bURmpUR6pcjN+13+8nsHrD3ukkmHSSVCWP1AlW4EGOGAcFQnLI3ESIhOz1U1l4opN1g6q+FnXEbmEKMnmZA+RjbAyPlE9RjxYQrNj9L2RWDV6fou3UCml2ycrkUw8Ak7BmFPHKcm8YSJkQrQUp7KIHEtaZAOsUe6+DtZdAPOOIIRnmDpmVOMMln+/Dtb/Pl3t5kowcSkphqbQpmRBao0/gupEK22S7M9ZHkBnr5uMDkDrWBIx/NxGjHsRpTe0KU3sojhM2lACR2nHVfVyA6pFS16spjvCDZax66NKztpqDKGHn7TwQw0ViRjcCpHphQiUzIw5E6hxdite/z4TpV3H9YJay5hzcGWya72UC3SkymdZFoeAsYOE1OXbJWwQjOLq8IMBzx3dYLnrhSox2zqcYfdx302P+gpDMqZiyFOXwyxUdFU6RZkvYBkxCCSjaMlJFdhwL6ggt0xBi0ahlTcUEidZCyuqte1aLX6ygEg+11cK1PLOlPLGtsPhmytesxMZrh+XZqsMSqNJpVGS2GkjZCnnJG1mjTlUY4AycHxmp6qM6ezXL5SoGGPeP9+lw8fdpkXsS8bYeAPaQ4dkmaElWyaYixGe2DR7lv4kXHJZF29LPmSBrOlFLPFNFaohx3q0zryqK2PKISTfOnFeV55dppB3GMQH/LeL1v87Gd16uUe8eiQfNbnxVdzqh7Vbd7b6rGz5tJdDbAPA/S0h5HxuLCQUuJNMp8Wfjvtnsb7Pz7klz865NWnUrx6PUViJsQgp9EyPI7affUw09z1aO55SkCQPMhkPMK50ymWF6I4ow7uqE1mFKUwSlEU1EZJw4jr3G0YqroHTXqHLVK5CMX5FOFUlNUHbR486LAkjsaIoFgM5pY1hTA4jAQc4lN74FO97zMyR+gZacZpdOshvG6YK5MRrkxFmFmeprQyy+ZOn7/67iqP7h/xqSs5XriSJbIyIrwCGwcO9+7aPHpoMbTlAdYlrSdJGSkKOUGD6IyMIVuHHWptmysX5rh6YY6+XaXa2mMguS5aDHdocrjqcrjq8KXPXOSffuOGygr99z/6JR+t73Lh0gIXLi5w/+Md7n28i29ZxMMjctkIi5enWLg8xb2NCvc2K/QrQ/SGxmwywUs3prl6Ps/jo31Vhcwkc6VFEiJ2DA4w/Drzy9MsLE9zd7vNuw+q7Nb6KmNUEC/V/RGVvYAbcxFuzIXJT0eJFKNKsP3xuzV+8os6X/rcAl/+/AJBMGBz94Adccq2PKptH8PS0W2DYiTOlJlgtpTkzMUsC6fjtCQPxyrTcUe0XQO/A5GqT2posnxmjqUzc7h6E1drMjQ1hpJf1BzxzT/f5z/8xQGvvFHg5TcKeJqrkNOVw74aKBh1dF65doaXr52mzpBNWxApLVqVIwbdplqwnF6c49atqhL8MmH44vNFLs/H2HtcY/9xjadePstTL52lGnS4X9nm0dGBwvB0BRs+1DGG46GNwcgnFtdZmYqxNBVnbjLJXCnBntvmUb9OR67dvQxGN4Xd0FRF4gNimR6LkxmuzZ+imClwt9zmTqXN3feOuPvuEYsraZ59cZpzV9M0O/u0OvvK2Ww1fWL5JJmFPH4kxv6Bp+IOdu932JVjftrkwuk4yQmDXsyjo3mUbzuqvviFF/jH//QNbGPAt376Y37+wR36hxH6RzJVGmGiGGbxtM7iGcgUAx5uDXi4bbF1S1P1zPlpvvGlUywumzysbrPROiKIxgliCTbutFl9r4Hm+Vy6nOT0uThByCIIiximYXcNoiGDiWyIbApCEYtwxKJyZFI9NJnPp7g4n+bsXIZ4Jkksm1TH6/rhPrfutfnlBxaBrfPGjRzPXMiw0x+y0xuyuddnc7tLIZPkd964wMtPL/D26kPefvCQvX2HyuGYQ5tLamSThlpbJFJRGk2LestiYWGCixenKU2k+fj9A1VLywbLKzrZCYNY2sDVAsotm3LTod+QvOcRl04v8eyVMzh9jR/9YJ3339th/kxElWFqShDs2T6V5lChocQ9FjfDDP0xftmThqkbqJzwuZmoqlY9SauRoNkd0BjUsV25m4cJa2FF6MglQ3S7No3WAMeRhxzJhpWMMhlGGyrRNJWJY5qCTNWUi23QHWPL5e+SySi9fo9Gq8Fw2Of0UkZVMh1R1ZU8pA0XvBjLp+aYmi9Q7R1Q6e/jBjIc10FacREtorJM69WARsVn0BP3xoh2w6dRHiLU43gqRiwZJZfPkM1l6HS6lMs1hemdmU8xM59UyGtpyDabNpWjnhJ3x26XMPF4RJUMSwWBrbJKZQra7mtMTBRUxZOGwmUJtaXRqCsx6NTZaVbOTLG/UVfnsYgYZtTAjIYIR6NEolFabblvj5G34tSQruQJwlJEE6mYmSMWzYuph/awRtdt4dd8/LpPykyQkbz0wFdCfc8doEWFn6upaAuJhZMmhJSho5oO2YkUWiCN4hCxuDwsZwnFdJxRG0/rEU+GiCUMDvcabD+uKuRUNm2STQv5YJZMalblWnc6MljQoeO2cH2blJEkaSSxOi3sTot0NkJxKqVK7deMqTKF7905oFSc5anr1ylNTdKz+1iOo9y1ZiiJuJWkcYou7pVAEWKGrrgABd0ydlSZsYBUOiAccel2m/S6DWrlgFrZV8fZe9+796Rp/7k//C0lLBdLk6pRKk7acvmIh48esru3zfR0SdFClBCmckQdHJlUl5xoEd8CA9cd54sKHSOTEYpJlmQiTTKZVuhR3ZDjfOxgFAGi1W7RbrVYWFxkcWkRx+pTORJccoewDGlGZUAio0oQkf1uF284QEcWwo7CIEsebn5iismpeYVSkva1OJc3Hq/x+PE601NTzExPj52VgeS1OpSPyqrkmBR0ej5fIJcvqKxdEb8dRzIJxRnnEY5LZIEMNqAw2658vpDBmRd+l9957gKLpQkK0ThK037yJWv8AfXqDvc+/Cb/7vu/YF8QciLAhAwqhx3KRx2mJme4eOEi+XyGVrtKp9s4zt2U/RlWKGpp9ovZUK4Nui6u4QTV8h6HB48VReXU6VOk0mkerN5j9eF9zl88z/mLF1TOuOMK6lkygA0sSyeTFVE9q1ynltPBdbsEfo+RiKqe5DpHiMUzJFPj/SaCsbjntzZ32N6SRp+uznEzLNjUcVipa/uqcgqBF1HXto44OqS5OfDUtVSE1khMpp1FwPWUwJFKpknEZaBAiAnhcYSLCPiWuEwO6HYqJJPTpJJThELyueMKVTuwe9jOAFe5yIakUjlSybzCs4qzUQQfhSvVvWNn21ipEbFEfl8c4/KcpsRgy1JCrjjNwmERVUTEHCOMRQaQfSWZwOJiEwSzyk51LTW4IqKRlPy+uJFlOylhX7IoVXb4GP0sArM0OkeSEypZk4KhV+LMsQNQHTPH4uuxYHwcbDrO2DwRbH8NuXyse/2a4Kok7E+E3GNh7EQQfYJ0/jXX7InY+Yl0+YnseSxQKRH4N8RTJWidiHfHgqtqEsCf/OnXeanwm2Kry+oPvsP/8sFvfv8YzPwbr3/iQ1aC6H/ma6z1/qoIfPLfv4G/PhHD/wEa8Fj0Ptm+v/7vP8n8PtGDn/zs37+NfhXDPRYpT1RD2YDHecHH6Gwltx8LdH/nbZ5k3j5xVx8j6LUhYa1PSGQnhXweMvIdCBzlIhAkr9TYwSTC57GD9liAlWuxuHzl/i2DO6p8GSCXcQSJrogql6M0fKU8EY69QJ3DItYFvjhPBZXu87/+q//mydv+V//D/6GQ0WY0qoagpMspeZIiPErEgIQqjcXg8fcUqVgJlGPX61gcHefkynZSmuOv7Yrj/TueshgLwMcq8JPM5WOR+GT6QaGh5fxSMrsMMY2PX4VPFrGXAEtiDuy+osSFI8cI5+NzX85/5fxVAx0n7/Hk3JW7zjinWegn4908xkuf+OKfCMDqkD0W/FWesjj9ReQVJLdkiTvKPRyPx5ToPbAGKo5B0UxMGYQZvw8lTB9jtWUYSupYCv8Vwf1kiGO8hX49a/sYqX0sRI8347EyfCzUjrH4MhBwsn+Oj9+TH/PleBsyUghXGYwSN2xIDXh5nonny/DAGMkv175x3rTk9cp+H+csi6gs6xjH6qhM6ahcT+W+p9J5BUvu4gUiAOtKRAlpEiUjNmbJrQ6ImJKxfux0DqSfKGSnsBo4GwvA4owW6sRQrVGkjFGgSpNzZigNdAtPb6l1nbhxZHgvrfnkNI9c1GEy1yMT77K1M2B7d0DDnKaTXiAajzIbtSkaXeLWETHriIrlUrUcNho2m3WHan/IpCCd0yHOFiKqxFW2tn6INdRZOH2OqaVT9IwUPT1NWDKVfY1kJKCQdsklXDTLEVskG9sdHm50cDTIzSWJZTza9Qe0G/e5fOMsl58+S3gAg90e1Y0mt7ar3N6q8cprX+TV177E5qPH/M13vsvW3gaFC9NMnp3mfGme86UFhtUKvd0dHmzU+ObNBm9vWnz1Kxf52pcvspS2mDZaPF494Fvf3+bnH1Zo6wZtI8Qf/8Hr/LNvvEFjb4f3fvoOa/fvs3BmgvmzBcIynKJbTERKTEdX8AYh7m08YqdywLXr57h+/Rz7G7us3lql2qhhRxyGEZeJmKGq7WvUhpArlrh48QyldIbtdx+y9d5DJhazTCxmSKfCJMOaEuveutVW9cyVAs9eLVJv9rl1v6wiei6en1MUs1qnQb3TJJkYkc9ohIc+jkQIVmy8hIGfNMjNFigtCPHM5WDrgE67S26hoCo5GpEIAtYft7l1v8FhzeHpZ6a58fQMidIFVVb5kPbqh/TLe8rk4wYGAwzkSr2x1eTRWo1aw1KZqa5Ec06PyE+POHdqSsV/ZSIBTrPM0Oni55KqYr5FLJCYsjSxZIFINInrd3D8NrrM1LkjWgcWh5td7IEIyjkiySR3tqrc2a6SmzGYPRNlYWGBSyuvMp+/zM2//htu/vXfUjhVZOnZM2ihEZWNXarlCq1IQDPsc+PMPE+dnlNRNdVKg6HjUcxPUpwoUd9fo3awrgZAkxM5Dpo6f/3TBu/f6fHbX13mC19dJmw1cY8OFNJUC0fxQxEqIsK3OpiRiIqAi4Y1Ioansky31j2214ZMr2RVmSLGRoXgoKHbOpqj82i9xaPHbUqlNFcuzVLIRxVRst1s0x5otPqwtDjBubNFEqGAgcQNNZrYQqYKAhX7EouFadsWW/U65W4fXYurKmZ1ClmdRChEJAgph/rjh11Vy+fzrJzLqxhJd6jh2gH2YKieKTy6eFqXiaLH5FSg7rdDK4IjA+INnXZdV/GPYiqT58iIGcWMmEQ1g5husL3TY2u3hyNZ4oK+t3QerNrcX3V47Y0Ur7+RZmVapxQNlL6w8dhjc3vIgW2rShRH5GahUIBcekQhrZH2E6o6LY16Aw5qQ0VxPGo4WLYMNY9YXIqyuGiSSAjpI6JincqbLY622lx+cYnLn17G7fQ5uLunsLgzM0XyExll9Kk3Ghx0YL+jMfDlOVyIj0L4Ekdwk9eev8FXXn8Zp2Xxg+/+nI9u3mOU0wmyBvFkglgqrpDEY5KIhxbYaCNbaTyl5ARrawPefLdCoIX50lcv8JnPnKVkZihFs0SCGrp/SLdVplKtc1ipU3ag7EKlZSuEuNwzF2emmSpkCIV7qhLJQFU2FSefyhAemVS2h1R2hrT6Hi2FMO9jeW1135EhO0MPSCXEzBQmoicJkcL3wlhugCVzV2YMyfNKJCwSqR6p2FD1KFMhjejQIOoZfPygy0f3u7h6hkRhFj2cpFXv06z3sUwYmBoL+SxXJ4uEHI8PP3rA5u4+n//6Db7w+09jVnbwH9zFt3uM0jHseJR7+z1VeuATM4SIEsHykvSHITVM03C6TBUzyixhSoKs3SYRgvML86o05a3u0Oh0OaqJwcLi3gOH3YMhL7ye4vnXk7S2ffZvS1RCmNREQmUIbz5usLleZ+3QZ+0IZs9k+dLX53jx2QkmqkOFaf72u4d8691D9Ilplp+6qgwiQXMdv/mYu1sD7m71ee7pef7o65eZT0d555uP+OBHG7SSI9rJcRCDIOKXF5I8L9fz83n6a20Gj9q8tWHzw00HPxXjyvUCc9NxmlstmttN9EkNfUrn+nKKN07nKegGP/3RIT/70RFr5RRr5TRPv5bhD/4ky+ykz82/PODuz8vocxr6rLiIJ5hPFakf+dy6W+f2aoPY/IjoPKyU8pwtFLFrHvduHvH4cZNuaEQ3DJ9+9RIvvnqJS7ic3j8gXK3xXr3J+/UmQ1+eXRMcdIY8bgzoBgHZQoJsPkY6MlKVmY6QmYuiS/zWQRenPGCUTao6nthUMQk7uzZHNQdLrmuhEf/8s+f548+ep/yoyd986wEf36myHwqzFwrxuRdL/NanSyxmDbIjD8eyWK83Oez1uTib4uJsGjNhoMV1QiMT044xbIT57n/c4jt/ucmB7dGUXpuaJRYBOGnw/OUEz11JYtHFposR04mmYuiSOztwFBJmJlZUNWREw7fYLA9478MBGxsO/+hTOVVZ4VPnJB/Ewmr01eTSKFtSdXejwQf3jtRE02IiRT5m0jIsWrpFaBjHGMYJ533Ccxbh2BDzKCB6NKJwusTE6bEA/O3vHajFUiYXJpU0GLRHWO2RQi4KciMU1QlCBr6u0++5qhZzMc4WU5ipEe3IAEd3SFmQtFHvNZTziMhcjZtm5JnUvYC64KN9l57vqkmKofC7LR+9qxOydXKZKNlMjFFqiJd2lcNK/t63RIzQGYw0FocBZ1yfldk8i88sK/fzX3xnh7/49g4TkyIAC61IY+CMJ8HFWVnMmdRrNvWaxalFjReeCTM5N6LqOdTFrdRI4DbiDLwhg8Amog3J6AHpUcCgbo4rHzCY8nAE09vVcdsalkwmVXVK8yalBRNdmnxHHaI+XFie5MLKFHpMAuZ9JQCHwnH2mj5/+3GNdx40iOiOyoUYyo2xP1QPBcmMTiKl4ziCwdRIhqJkzRjayMNyeso9fuPcpKp6qk8tNaCy3afycZ+g43HqcpRTl2Pc3hxya3OIbgcUdchEQ5j5OHrCVHkf+zt9hRWRJ0Zp1EdDGvGwTjqWUCWOFUHjCdcomY+QmgiTnfbJTgc8+tBn7UOPuek8zz83w9R0jL1qlb1qBXmGlWu85DkcHUK7O1KuXZmWNXqyrwWzV+D601PUByPeutXg3TtNFiSfJB+h47pUBg4pM6zY8NPJGN2BS89yGYYsvPCARtOnfChNRoOZUpKZUgJH62GL/68uGRcGc5kcX/v8KV7+9Az3ylXulqvcvNnmg/c62B2HYjZgfhqeeyXD869kWK06/GK9z+76EOvRiKE4VvM+oXzAylSc5ck40WycIJmg09e489Mqt39a5QsvFvnCSwXCxRFl06IaDKh2BJ1j09j1aOz6alHR6+oqQ+X8SoKVxShEe4yifWKDCPFunFIyyuJCBDNj8N7BiPcPA5xqR1UyFyI/l0BPhHlwr8v9uz2Wwoaq00sRzl00ic5o7BguO76rxN/qfU8i5dAzGp6m0++EcXshFiIj5sMjLl9f4toLZ9k7sPiLf3ePe7cOefnpKV5+ZhJnqq9q68BmbXXI9oZ0/V310GkMkoSsJIW8ycx8CCM8ZPewQaM94JnrKzx9fYWeXaFc36Yz6DFww3T7ITYf2Gzcd/jaa5f4L3/nacIxjx/fvsf9g32yhQy5QobtRxW2H1bxLIeIPlIN/+WrU6oebpZZFQG4PESra8wkU7z87DzXLhZ4dLDNo/0d8skJZvOzZGIGsVCFmNlS+ZdS7z/o8aObdcptl1hqPGV9uDHkYHPIp04l+dSpFImijpsOqI2G3Lwt6JkBv/3aJF98fUo1gR+s7bN11KZhaWoqjY6MkmmUIimm42mminGWziaYXgrTHBwpAbjrjOi5IcJOiJwdYkLQ+TPTFGan0SMttEgbOxrQN0Ns1Xy+9WeHfOvPjnj181Oq3JHF5naF6mEXt66h98M8d36Z586t0Ap77I8GSgAu7x/Qrjc4vzTH+aV5bt+u8eZbu0zEdL724jRPLSbYWSuz86jMhReWufD8MrVRm9XqDhu1I5x+GHcQYtCWyVgPXxqxZohcNsS52QhnZk2mSklVj3tN7jaqtPojonaOUC9FfdelseuSznsUpj1WZrNcmV0il8zywU5d1dbtGlu3asyvpLn6wiTLFxPUG/uqErpJUouC5HHkTFqewfZ2wO6WR2O9T2O9x5nlGNcuJUkVQzTCPnXPY/ODAZu/HPDVLz7DP//jV/AiDt99623eunmf9pZBZ9ugNBOhNCsTcNJE0EgVfO487HL3YY+9+wZ790I8d3mGP/zKCksrJvcrO6zXj/AiMbxwTInPmx81VTbRufNpVk7F8aMWgTmg34NuS/KEIBsfkU4EpFM+6bRPtRyhVjZZzGe4tJjh7HyWcCpOOJlg/WCXxwe7rG30WVv3MbwwnzqX5dJiksedPhvdPjuHFrsHNhPpNF986RzPXZnjZ/cf8PN7qzQaQ6yOIP7l2j0iGtGImmHl+BQHru26LCzmOXtumnw2xa1fHHLr3UPOnAtx9lxIuahFALYJ2K3Z7Ncd2lWfdjXg4vI8Ny4t4/bhRz/c4P3395hZNphZMTCTYeVSs9wRVYlDsMQhrhOLGOp+ojITJTd2FBCLaCzMx1mYi3O4a3K4Z9ISlJzfVk7hkbhOgxCFrKnu00IQqcqAhi0NupBy0XjHTuuYZKinZUJVEJ+o5mu3PS5xxInYImKHuCTB4cxKitPLKZXnLfmlLckpfyRemxRXnzrN8tkpHhw84sHBQ0ZGl5BpKSxfdGQS8iI0qh6NmqBlBIXs06771A9FDNRITyTITIiDNUY8EVdOXHEAW/aA+cUMc0sZXHEyOz6tpk21Ijjc4TFWMkwsJg/VEslg46npWUHshfEceXDKKMFH0MyxlHzOsSsy0FyWTxdZPl1i52FFlbg/chOS0Rmlbw8ZKCFpSL/vKS6rIKTFfSKodnFcq1wmQ9Z4E6RTk+pnOm6djt1kcDBgsG+RiMTJJpOq+djqd9QQTyhpEE6GpGcutwHlYhRHkbg788UMuVKWQHKdnYB8scDM4hzRVERdAztOlWjMwIwZHO422REBWO7viTDZVIyZyTNMT55RD3dHh3Xq3Rptr4Ib9EkbGTKhLL7dJ7AHFCZlAjxHYTqlHIayPjzY6bG/22UiV+L0qdMKke2rfD7pzMt0ujSnBZvlq2FGEYCNyIi+ZDyJ4GbK/pDsVXmMauF5bTX8Jpi1bttQCHDBC735zV8+ado//9svMDs7q0oawYLnrlTKrK2ts7e3y9T0pHJGCIpUnNK2beNKTo1k6I0E7xtSubK2LS6eMMlUSuXN5vMTqsSRJA7OcRCjoc6pVqtNs9VmaWmJ5eVl/OGQVr1Kv9eRxz+VRzgWgLM4Itz1erhOl8DrEQz74yZ+IBlb0xQn55UjR/Ztu9dWE9Q7O1vMTIsAPDX+TJIlPRjQ7fTodbpMTk5RmpxW+PRctqAmxLuCvu5Jnq+vXLRmKkI0E0UL6fhumhe+8Hv8wTPnmY39A9Skkx8ZVrj/i/+b//M7P6eqwd5Ok73tBqXiDJcuXiKfzyrxV0rESUuEyWiUeDKm3MTjPMMIfhAj8GNUK9sc7T8iEQ9z5uwZlUW7+ug+Dx/e58Lli1y8dJFkqgBaQmVzVaoW1YpFvjBBvlAY50ENGgy9LmFjqJocsu507JBCmAt+M55IKjd7xDSpHNYoH9WU+Ol7tsLhpZJR1ah3bVmzQn4iQj5vquxJtbbtuzTafbWGMuMJouKMl1kLGbIwhBwj7owkIT1CSAsrZ5s0/F2hjPQPGQyqxGNFVaFwAt2IK8eiCMByTRrnU9vKZZ5KjiNqntgLVY6luBPHQplyn4vzUfKtHRfbsWm12zTbLZVBLu4VoTCM80BPXHUiMIRUdqq8toa8vqbEiqFnHwe1SjNRBl/GQrngssW9K9jtEwFYxDXlzpXMyUAypEUE+xWv6BNh6xPB9Tfdqp+IuCf67onAefI7v3os/j0u2U/00Cdi86/qwGNh6Nd/70QseiIaZeb4+mcv8PpEg3/5f/26kvsJbvk/JwB/m//5k8vNWLT7jQ/6q/+vkk6fbKdf+Xy/+jZPnKTHH2YsgP+67Dp2hv6D7b9P3tNvvrdjmfuJm/pEpDx5Z7+WFfwbaOq/+zNjoV5t9SeO7r/7Hv9TmOyT35HhrpCSFqwxGUGc5HJDGwmJ5FgANkaEDWnfjMPTR/441VZ5Q3VDEQukES3fH6k84BGuL8KERFeYBCICh8YCsJDFXMl9legiz1XoXEOT5FWf/+2//ZdPdtJ//z/+a0UFERR+2DSV0Curayy7CwAAIABJREFUHyX4iqtWE9Su/KmP0e1KCz/GdB/jjdX2Vfninww1/KeuuH/vvjo5Jo5F4ieishJyBYU8PlBkNuCJACzPdlZPDd4IvUETAVFWwfJ+FTLk2LWmROATUfUYOa/c/OLqlk85VkjHmPUT/PgYDX8y0HEieCsBWJzDgRBmbCUCy7UoERfsNvQHA0UviMcEiZxQwqgiAhwjpcd5widZ4idS+LHb+Hg/H7/VYxH4E534yTyC+tbx8ahedyzYKgj2sev8BCWtBiSOxWdNZUwLMtPCHw4IhwJ1TxJhxxtKiQA8QgvJ4IvQIeT6J687zjMfm5Mlg11iObpoeCriIyZ5cxJ9IIXDSLOVAGxoMjCUGF9Hfbn2CkVnpKIU1LEt5AQ3gj80j/H2ct130cYKGb4n6w55rhkLwNI4lwpGQoWqM9Q6EMTRRnGymkdeG5KPDijlW6TiHda2fB5t+jSi03Sy80pEmgl3KeltUsMKSa/CbqPHbqPP4/qAzYZNy/HVkKxUKTxkMjykUWmxsVET6D8rly4yd+YMvVGC7ihBVIuS0EwSIV+Jzimzr7KIpba3Wqw9qtNxHcI5WdjbDNpbWO1Nrt6Y48qNOQw7RO9gSHl7wMdbFW5tVnjj1c/w+iufYWttm+/95ffZPthh6uIUM2enOJUvqfJqLQaHZR5uNfn2R03e2bH4yhev8JUvXWY50WKaAx6uHvHvflDmzTsdwvko4bzJ1z/3Ml///EscbW/x9ptvsXr/HosrBRaWC6SzJqmMqUSojJWmWx3w8foDNir7fPqV5/j0y8+y+3CDO+9+RKVexokP8eM+0wmTqWSUhutxIIOVxUmuXrlMKTPB2tu3WXvrNgsXpli8OElcPCiOTbvZ593VPu8+6PPC1QLPXy1Qbwz48G6FgaNx6dIiKyvTVFtVau0quaxBqWASdjz6a00Gu11G+QijvKmiwrKzE4q8d/T4kF6rT36pxMRSiajnEvMcHm90uLPaptwY8uyz8zzz7DzRwjnMwnmc8j7dh+/TO9xRPVsR+p1oFMc02d1rs7VRo96wVFanzAWXFnVKCzqn5yY4M1MioXv0mxVFhRkkTQapKEXToyBOLeVmFE5ojK5l07MdUiGddEinedhjV1y6XckVzhNOpnmw3+DBfpNkAYpzBvPzc1w79xIrUxe587c/4fYPfkxiNkvh0oIa/DlcO6Jy1KQT82jHfF68vMxLV5bRpAdXqeDaQyYLM0xOzFDZfkhla5VRWCeWz7HX1PnLnzR4706fL39tkS99bQG9V2Gwt0NYD8gUssSzada3qqxvy/ouqp7jMymTVMxg5Aas3++pKi6lKC2mMFI6njlipGuE3RihYZTVhxUerpaZyCe5eGGGTCZKudak3uqq3HEtHOHUQp4Ly0ViekCv3qJTb9K2h7RsuT8q+D2DYEjD79HxHTxPhhdNJlIj8ukR2WiEdDiq8rof3u2yeq/D4tkcC2ezaqhPYks8V2MkQ9HDgIFTZ+DUmJwdMb+kqd6B9J6srkGzptOsauixgHDaJ5UVRHOKZNzE6wxVbR8MVFmu3C9M+pbBwzWPh+ser7we4+XXo5yZCTObCKENRmysW2w8tlmri6hjkZozKJ4KMTWrU8ppTOY0Uq5J0jHpNKFeg6Omz57kj7Y8up1xFadC4yrGKRQSGCOdnfttdu91OPfiPOdfWmDYtjm6U2HUHbI0X2SqlOaocki5fEjFDVH1Y9iSyXt8X3AlAm3U4aXL1/j805+iXxvwV//xTT74+D6hQkiVGg6LSSyirAnkRhyovGnTCMhEE2TMJI/X+7z7fg1NN/nKVy/x2c+coxjLUohmCPs1DG+fdv2IQ4mN2q/xuOWqsmXITAa50ykWS5NMTyQIm20i0RbJmE8qFpBJJMkm8+BH2V0fsLM2wJJ8cMnS9ST2q4OvOePoIxl4VVEJGmY4hRlJY+hyRVYjoziYOJow39oEWoNE1KWUCjORCJPW46S1OB/db/LRvRYuaZL5GUJmim7Hodt1cBJgJzRK0RhL0TRa1+bu6hr75TKf+/2n+a3fexpzfxf/zl2cXkc5XzvRMPcOu9w97BEzNPJRiacwsew4HVvnqN9WNT0tCPUJ0tGAuGaRNeH01IQqb9jH8wbU210Oa132JOd7d0i9GXD9+QTXX0hQ2xqydUuiRSJkC2kSmQSrq1VWH9Y4aI8o93Tmzkqm7jzPXiuQrriqvv9xme/fOkLLTrJ0/iKpTJrG7hrNvTV2j80grz6/yJ/83hWmIibf/Td3+OG3H+IUdZyShqv5ith7dinDq09N8eKlEuVbVcq3K7yzZfPTXYdRJsbVa0Vmp+KUH9U5WquTPR8he87k2mKCl2fSpIcaf/29Mt/7XoWKnaFqZXnutSRf/6MEM0WP979X4e47DRJLBvElIUHE0HoSB+CxsdVlY6+LORVgTvssFjOsFHK4rYD1u012trv09BFdfcQXvvgUn//iDU71OhRvPWS4e8i7Tp933QFWV6K/Ihx1fHbbLn0gPREjk4uSiwfkYyOSpTCJ6QiSEecc9rDLA/xUCl9ixSLjfmi/43KwZ1FrObjJkTpu/skLZ1Xt3mvy3W+u8vGDGoPJOIPJBF94ZoIvPFMgNQroHfWpNTts2i1qXo8bizluLOQYGerpAT0wiPshRn34/s+O+N7Pjih3fFpCVBFJjbA2SiV1rl8wVQWGo/JsI3Fp6oUVjs9yRlhOQKIfITmIYEQNyGgctj1+8X6ftUcO/+SVAv/FKwXCOQsr3lE5SGFHw3AM2sRoa1E+fNDlvY+bKkz97FSGuYK4PF20hEOz5qsyZdJlRSOWGBFsu/jbQ5auzLJ4ZY4P73f493+1y/31Fqm8QTxl4DQDnNaI0kSM2akEowjULZe65eBZnqqlUopzsxmCSMD2oE3DHVAY6UwIzjnlEUkJHtPE9CRLLELV96iK2/YY3SNLW3kykIaioJTpovIzBKPpxRzsaF+hyQxPRxvqChcstTAMOO36LJ8IwOm0cv/+xXe3ycpkT1EmoELK3SEYu6liQqGK93da7O1IfoHGKy/EmF6AA9ei4jgMazFcqdEIR43QDhWKQSqwDALbwI6NsJMjXPEJ2SGGfQOr5mNVfWZXMswup4mKSNboEPF8JosTlIp5dMNWyAmx2QaSndGH9x92ubPRRRPsgTSBLR+3L1g4jUROI57V6Xc1VelQiAlTnFIBrppq07h+alJVO+nQSjr09vv07ncxrIDlGzmWb+R581adNz9uqDHimXSEbCpCKB5F7BeVowEVOWm88YOMGjX2ZMpzRCwUJi6NGENwDY7KrMtNJolnI7j0kFNy607A5t2A5fk8n/70rMLrbB0esXl4SCoVIZUO02oG7O4MaTZFTAoUWiruQmyocfFigWs3pmjYPu/erfLL+3WmMyGms2HaEoTeHREzNRYLOqW0oDTFrWMwHDmqmg2fyhE4tjSgBQmbwBv08KwueTPEXDrOynyeC9cWmF4q8rc/3+Bvfr5BuW3TkpDuoUfC9ylE4I3PF3j9cwVuHXb50YMG22sO7qYOTYPUjEZ6RlM3AikzFcPIJhjYOqtvtlh9q8nvfvEUv/el03jpPuuDHXZ6dWptj3prSGM/UOX0QwydMMlYmJWFCPOzIYyUi55yCbV1jHqImUyCi+ezJPImP3nUUWVYLoblYKYgljekl83GuqtqTtNUXT4vKI0ssVmdO70Wq+0urbWA9nrASGhkGU0Nbti9MMN+iLTjk3E8bjyzxKdePUel5vDtbz7g0YMan31lhc++copdf1/VjuTy7HlUy2OcukwPu40Qw4ZBLhdhZsEkHA2UQ6fXdXnp+XO8/NxZOk6Ng+Y21Vabo9qQo5pHed+nsh/w0qV5vvTCKQqFGFWnT9Xqc9huc9hq0y47dMoOI8cjpPmkUmFOX53m1NVpNvarbO5X6ZRthlWfUiLFi88tc+XiFI8Ptlnf3yJtJphM5sjGRWzvkE7aTORL5POTvHWrzvfePqDaHZIviYslxN7jHrvrPd64NsPrV6cJZ12aRota0KNSj1Ctm5xfDHN+MaIeMHaO6hy1BrSHBm3LoLPr0971mU1lWCnmmSrEFCI9Wwro2A3adkOh/11NI0aUYpBkIpQiX8iRK2QxEw5m3GYQGdEOaTyuOHzn3x7wnT874LXPzfPq5+Zw/B6Pt/ZpVHqELJOYl+Dc3BTn56fohlyq9GlYbYXw7Lc7LE7PsTQ1x927Nd59d4/pdISvf2aZZ85k2Vk/UDVzboKZcwX1OTfbFfY7LTQvBl6UbmOcC27GTdLFFIWJCHP5IbO5gHw2wUQmweNOl7vyENGVgY44o45J48BVmOt8wWBq3uDUbIZLMyWSZpyfr1b5+WoN67CHddhnbjmu8lymVqLUylWq5SrLM9MszU7T9l022g12aj329kYc7o3obPmqblzO8NKn8uRnTeoygev6fPTDOh/9oMZXvnSRf/FfPYORDPjh+/d598MtDu7bHNx3mJPMieUoK+cjLJwJkcwH3Lzd5uadNuU1ncqazgvXZvlHXzvNwnKUj3c2WT06IBSNE47GOXrcZe9eS7GB55cSTM1H8U0bLyJZtgaOFSEYjjBGLtGwT7EUUnWwG3Cw47NcTHF9JceF5SyhdIJQJs7G3g6Pd3dodzRsO0lUTzAn21cGdHpt9nodlatTbzpkknGevTLPmeUib99/zDv3N5QrdeSFheCJPhqqhqaIAtL0MmR6NuKzuDTBqdOTpOIp3vnhPu/84IAbz0W48axJccYkkTYRrXWz7LBz5NA4slWdni9x5cwsQ2fEe+8ecOd2mXRRI13UiSVNookonqbRc4c4nrhmfXV/Gjtj5BYzIhYdkUuHWZJc7YU8D+72uX93gO27hFKC+hphdWE40Cio+IEw3a5kCYmQKQ2wMa5YsHdCXJY8PinBmUrQmohkltyD+8YxcnqIpnmEwj7J+Nh5PD8TJWxCJKJR2RqyecslbuT57Oef4qlnT/Hm7Zv8/PZNYmmXwqRG3DQUtmhkGbTbHu2W5KQK4tenVfOpH3hYPZ38ZFqVp3LoJJpBBEOJPwhYPJ1n8VSOrgiIHRkQEPyvz9AFPSRrEomV0DCjcl+zcdwBgiyJiKNBT42dbIFGPG2QyoiDV3KOOox0l8npFKXpFK3DPs2DAclESiHfRIQ+OKxzeFRT60qZ4pfsVRkGEOeIe5yXJ64/cealEnky6YISZDRdsvxsKnsNKvsNwkaYeDSqEI29Xpeh75DKxUln48qhLaLfcDjGYcq/kcmN8cNuZ6Cmn2fnpjl35TyJbJy9yg6V1iHpnEkmZ3Kw22RrTa5TFhFDU1lkywvnWFo8R7Mx4PCgSWvQxBKHCRamFyHimYSVM9tjdiHPwqkpijPiAu3S6nQZeXFGQ3GVCrI3rh6WJW82JHEXQo71pEErA2iuctCETcnAE7S2YG5tlW0rmUSe36ZvHagcX8+OMrRNAi+E70m+msZf/5ufPumpz1ydYXZ2hhnJgdXFOSpCaJd6vU630yabHTvDxaFkWQMlpMq/JYKlOCDlPYqoOxaENYXcEofn3NyCqlarS7vdU1mKIjBK573X7dPt9pmdnWdubl7lrrqWDEsIpruPo3Cc0sw1x2KJrGWtDv1uHWfQpFiYpFgokUwXSKQKKitwa2+Hcu1IDZbKsZjPZcnn5NjtKPRzvyeklBjxWFy5nUvFSRKJtBI+RcCT99jtjR1H0vCPZ6MkJ2KE517gT7/yBa6lxWH9/+9r2P6Qb//5v+a7az2qFRl8lGeDCWJREU4F/2ZTqdSU8162aSozFtElAzoezzIYGAz6Bu3WPu3mFuFIQGmyqFDEu3tb7OxusXLqFMsrp0hnSkQiWdXYOjrqqiqUSqrEed/tCVWgRyTk/7+0vVmMZGl6nvecLeLEvkfue1bWvnR1V/Xe09M9K8kZkkORpgwKEm3D8IVg3hm68IUvDNiABAOWDFsQIEESYEukOJzRbJyhOCS7ZzjT1Ut17UvuW2RmZOz7ck7EMb4/smqme3pmSBnOxodCV2VGRpw458T/f+/3vg+W8DE1YfIGlYgvEelyPomwKS6nlgwPNDuKf9to1FSsciqVIBqJqbh6b+AjGPBUSVPf9WTQc6A2nFJ2MIA/FFSuUYk0FRedEjTsILpnqjI0EYJFNGjQ6R7R6xWx7QS2nUTXRwxSuXf2Xbk/9VWMqDh6ZfhD9kQSFf6EjamYqcLylWjXJ+xMXUQH4alKHL8wrls0Wk0lVgQUJ1zEHolVHsUrS0mUqeKRauJcl3QDiftuKxFYuf1wVSxrICA/byExEsoBPJDoWnHhiwN4FBcrz0fE8RH//SSH62d4uZ8k6H70XPtpMXjk6vvl5+JHf2b0/R9/nI8/yk+E3wyff+Mqv3EugpCYKW7zD/7FB5/4S+X4/dc/1wH8swLwTz/IT4t4PyERf/zFfcxp+wnRzyMp66nO/dSN+fPMxD8Rrz9ZAP/p53hiuBzJar9AuP1l78joN53sUz9BCH/y8x8XgD9yjJRA6qlIP13E3xOxVDthS+siAIs4Ky5gicmVm6uIbwOJOT9xbyv364j1K0KeCIly7ooQ4IoAfCL8euJuN3yjLbUabpA4XXkcF0OuE83jn/zB33v6sv+nf/ZvMT2N/mAkFqs/RWAWRrblVyX9DN20RteKGDpPfPcjIXhEk1bX4ccO5ieJ4p8kAI/O8Z+afHjiKlYi7sgBLCfKaA84Eptl3dLrdZQDWEoQHKM7gtRIeB09t5PIaXUOnECbVfaECMAjqLP8bnUen7j6VfS0EpLV2XMiBJ9Exetyr5B0AWF49xTT27ZF2UINA8lnqv1EAD65x4wcwCdSsyc2pFEE9BOX+Sj6+clzPTmKT93mT8+w0dzHT8WZq59TseBytx65mZXRXVzPT+5bTwTgk6EDz5XBoI4SgGUIUIZmBk8F4KGK+BQBWM4FV8V2j5jmo8cV17lEprbQ9RGv2pbPw76H0JagC3pbua4tQ5AQIZXCIcfKDmoIlk728DLAMHRFNLZVPTmPTFMSUISfPVBDmN2OxFWPSjjCmiuDOR0c5QBuqd9hGVEi9Il7bcJmnWgwT8BX4bAY4KAYpKxlqPiyGOaQtFkgZZaI6k2iRoPVvSpr+xU2jmrslpr0vKFKOZLql47oFY/Y3arx8FEb3Rfl5TevcOX5c4qLWeoEsXU/EdNH0HQJWzVCvgZB01I9rPWNI+7f3+O4VqPnG6j+a0BvYBtNFZN5+kwS0zXplTyKR11u7eS5vXPE689/iteff43t9V3+7Dt/wfZhjvTZScZWxllJZ1VRrtDL51ndLvEnNwv8aLvNb/zGC6rGfYfE+mvcv3vIf/jTGh887jP/TJKFZ5K8vDzHK8vz7O3tceP2HR5vbTGeTTCRTTKzeJrZhTP08xVKdx5T3Nsl3yvRMro8e/0qz12/ysHqFmvv3ea4eEzD76ie5FQ8qeqo2mSnUCWRHef689eZyIxx5613ufvWu5y9OseZq3MYgw7N42M1pHY/1+dezuHlKxO8dGWSXK7N2z86UJGZl67Mcer0GEelA46KB0xNRliaTxP0oLFapLVbZRC1cKMmobEokTFJnemR38rTqrVJL4yp0ttN9E6L9c0699ebFOvw0vPzvPj8PFZ8GV9iGadyQGf7Jo38NtWaQ73tokVCqsrlPoWjLiVxKdbb1Hs9JpZCTC6FmIsHmI/YyjG5unrMQbGBJfGmU0EWUh6LKfCLi9YLKK7p9l6Nrb065xaTnF1K4rSa5PePqFUELxih6wbZqziqHK2vku0mJ7K8+sLzXF45w4O3fszDv/oxXtzENxul2R6yv1qndNxBHzPRsiavXJjllfNzdOt11td3lVFqcWmFxcXTlHOPKR88Vte2Zoc4KGv81bsNbq93efXNtCq9UaN3WBgh+cbiRJNhVjePWd0sqJSrVCpKOhknE0tiYbL+cJ/1R/vExk1iEyZmxMIL+NBMH/YgjH8QYm0tz+raEaFgkNmZMSXIbu8WyeWr2FE/dtRmaizA3ERQCcD9epeOcHn7HvX+kFZNUsFgYHgYCQ89oqIgwNSI+B2itkMi5CcZDqlh7txej/29Hr5gACsYoNOR4VVJupL+vsRC++l2SqoyWYOJaXHTQr3qUq8Ocd0gAycIVh/d3yUU8ZNKJrF9ASr5GpWjGl0XOg60OjLIK4OOnmJ+Nnsap09rnFnRmYkHmPSFGNY9Hj+ssrpaZ70wVBWQxM45g5l5P4szfhanLPR2F6MtwxEelTJUWjrVnkmzL2gBTQnYgmqSAaNEymRq1iYkzug9XVVyKUliOYHX82gfdTF7gvu0iYdNhQbKF/bo2QGccJT+wKLbHCiUkxFyMMJ9npub4+XFZRrlNt//0V3uru9jxyMEBPGphp5cep5G1zPBtEjGQiRiQXwyZOp22Fhr8P4HVQwrwK/9xlne/OwKY8E0Y4EUhlPG6x1xtLvH+qMcDx/ss9X02G56ZOYCzKyESYR9+Ps6fgHRRPrYEYdk0CIZsojYIUKBqEKCba0V2F4rqk/QgSZKicTvdsEYKBSDrO2lbyTuaEENyN4WT/bRGv2eznF5SL48wAv2MGIdslmPlWmThYyftB0n44+xtdNla7fL/tGAg2OUgSaSiRHJxmh5Dk3PQe8N8LUH6L0OPbeEYbV54ZVneOHVZzD2czgPH1Mtlyjgcui57DT6bDf6ZKNhZlNxBg2N3Y02+zkxbfVULS1Psbw8zUTSJBtySQVcskGHsYDD0WGb/GGbZseh5w1odAYUywM1mHL+2RTnnktRy9U5fCz7bfAHw2i+AFvbNba2qnQ8A8cUo2CCc1cmWJyNE6q4hCoO724WubFZoun6sOw4g4FJ+aisysrqql6+OstXXjtLqGfw1X91m+99/SH6rIE+o+MoAXjA2YU0rz+3wMvnZnj4F1s8/P4mHxY73Gw4eDE/y6fiZFJ+qrka1YM6p65EWH4mwlzCz4xp4ZYHfOd7Jb7z3RJ6KoKeFFRfgF//lQDjSY87P6rz6FYL0n5I+SjsuhytOeQPRkjRSquPf9zDHvOYTcdZkgHqhsfOepVcrkl16FL1XH77ty6rGi/W8N5+TG39iHfp8p7Xo98VZJZOtempuO9mX5aTJrplIgZf4f5GEjrhpOw1JQLawW05NNp+Gh1JmDIIRSXRRJLqRGUc4thDXHvIFy4s8IUL82zfrfCdr6+ytl0j9VyW9LNjnAkZqgoHLW4/qnDcbRNcHBKbh3MJm/Nxm8OSy/pBXyXLjCdtUhGL1fUyjzdKrG0OWd3SqdaVAIwXDsG50wbnTwsfxsOQpmhYV09OWFhNR24uBuR6qkIxH/GFMJWexg9/1GD1YY/f+/QYv/dGFidcpWDmFds2aYSJamH2ay771QEf3O9y48MOw4HJ6dkYC1MCfB+Synisb9bY2KoSSOlMnQkQiRg0Vjs0Vzucvzav6uajOn/4jW3urJcJJcWhrONWPCXKLs8kOX8qQ98YslGosVGoYgjbzxmyMBlnZT5JG5c7+RKHtQbjfotxnw9/QMRuh4DuJ+CFFbz5aNAnL4Jqz2HQ7ysXtBmQJp1G59jBrQ5HXIFUmL6/Q8tsqEkXn2dheSYtZ0jLHTDdH7DkDJmfSjD77CIDEYC/uc1/+OY20ZRHND3EkK7xQNhiNpOTMSYn42w8zrOxmmdlXufN18JMzunsdprk2l3coh+34MfVTAaWiTN0cPsd3F4bS6appFEjDTdNUxEl/b6PfkenX+7Rr/SZW04zu5whrLtYzTqm42L4wpj+MH69jW20cQIG7aDNcV9nfb/L9mGPQbetyu14DDrgk0V6WsdOaGoSqVbWiBsaGb+ObXgMNJdQ0OTSXFZVK+TSCju4x228jQZ+B6afyzJzbYzvvZPjz97Jqa3J1FhIRS5iiPvEULGUlXJ3xAySKKCuOJBcVbZEtZkQTUAs5RHP2iSyUaygxcFxmUOpdTha81iaT/HKK5NKAF7bz7G+d0AiKY26IOWSy85Wm2JJ3CmjTVRMM4hjcPZ8mkvPjFPtObz38Jibj49Jh03SYYNa26JUt1QjfyzVIRkd4NfDKk5CHDPCrauUh5SOoNOVaboggUQAo97CqLc5Nx/g5asJFk+l0NJpWmaYP/p3D/jDf/cQYnJBm5JmiVF0iXThi1+a4ItfGuf9/TJ/eveQzbUug10Lo2mSnbfILPjQe130fhcr5MOXEKeIztaNJtvvNvid377C7/zOFdq+Ih8e3mG9kKNU9yhXPSqHUDn0GPZ8aAM/4YDJzKTOxLiOmRhixj280pDB0ZCZRJRrVyeVmP3tDw9VhXQI64KKcNECsgAYsL/rkdv1mBiO6pnLCV56c5zglMk7B0fcPCzQ3oX2rjg4PbSovMW6ilhxOiZaua/q+vU5Xvv0KRp1h+99d4OdrTqfffMMn/vMWW7nHnPr4DEHxw1qFeGxiMPDUtU4GtA8conGLCbmhH+nUS60cVoD3nzlHJ955Sy1fon9yh77hTLrwiPdFzFEo1GHc+MJnp1NszSbZmwuzTBg8Nath6q0joXWttAHQ4zhgHDIYOniBMsXJjgolDkollX8fTPfIxEIcf25ZTXVuHO0oypqmKTtALGgTizWJxYbkoiOkYiM8/bNPN/+wQ6llkt2Mq4ayXvrFfY3Knzu+SU+/8IyhBscOTmKgwqGkcTQU4T0jiphcZbbLWpdl/pABhXEOdpj/16P+XSCszMZxtI+Qok+/miXVr9Js9dkYA3UAE3YCpI1kqR9MWLRANFoEOkJSzWFjaANWTvq8O0/zPGtPzrgU2/O8dqbc3TdBhvbO9RKTcLEiOpRJpIxJpMxOmaXmi7A+wb1aoVOq0k2PkUmPsnjhyU+/OCAmXSI/+KLp7l+Ns3uxq6qyESAyGSA0qCthMZiu4PfDGGbYaqFJpVCi1gizNRilrGsj4RdI2G3iIZCRINBNipBS7k6AAAgAElEQVQd7h031KDDoG7i1Ayq+R6VfI90xmZiOsjSdIRzkzE1TPLdm3m+e/OYmDsg6srAjM3kuTDxSeuES1zhmStnuHr5DHuVCn99/xH3NvMcH0PhSKO1a9DaNXn5+TRf+Ow42fkQZVPjsDPg7a/t89af5Pjir87xD/6bs4qX8+Nbh3xwK8/6BxXW36+yeCbI0ukQi2dtZpZ9BGJw44My73xQobwN5R146Zlpfvcrp5ma9fPe2ib3d3NEwiGioTDl3QZHa1U8Z0B6MkB8zKZndelbwkGVGDR7FHHUkuaLy+R0UJUsMPc2Wyxmwjx7KsGFZcExBDESQbZ2d9nclajQIKnEJCE7gdaz1CL7uFlW1e05OH1xCviYm02SSoW48XCfdx/u4w0N/KaNPpTp2i4D9b06Tk9XjKRIcsjcfJK5uax6b//imzn+4hsHvPpmgFffCKj3KBQJ0HENNnJ9tiVSOtekkGswNx7j9EIa6ZU9fFhmfbOKLnHyflnDiNsuiC6x5ZLsoDlobh/ddU5ij3XCIY1YFLIZP0tz4yzOj3PjxwdKTHa1IYlxG8MvfOYhnbpHLKgRC0KzBZU6tDsiYrqqgWqHDGyZ5BU2msrIkxgkaQZqOD1x1fkol+uUSg2VPhGPW6STPrJpk7G0xBNKU2vIwVqPRzc6RH0Zfud3X+W1T5/nmz/4Id/8wQ9IjMHismxyTHo16NZGDtFmS0TQIQ3hiRSHlA6Fc2SQmYiRnohRqQhftEqvLesFYQFZzJ1KMn8qSalUo1Ss0utKI1mamU8aeeIkQgnT/a5wUtvKNSf3qXAwqUS+Rr1FKGoRT/qVkO8M22hGn3DMJByzGDY1hi2dWCRJMpXB8gfY2NhnY3MPZ6CrKDWJm/YJtsOU5uZAJXB0O321iY1EYor3GgmFiNk+/IbG1m6O7d2cEhvF1TMUPqlkHw8d0ukomVSUUqWhRKquM4omRLewg1FsYeHKcahUWVyc4er1K4STEdZ2N9mXaP6xIKmxIEf7VbV5rJdbykFlagYrp06zcuqMckofHtaod+v0rSYDmbUUbVEi2oKGqrnFMRZWJlVE0t5Bgf3cMan4NOn4lOKjNltt1WgIRML4gwHlklU17KvSDB2/uAIsP612jWa7hmEN8PnlfCtRqmzRaJTxnBQ4Kfy2H9svW2KLP/rfv/20vW5NmUxMTDAxOaGib11Xos8dJRgIXNW2pTFrK9dlp9Oi1WopEa3d7iohPRoPKVeOIDjkHBc3u98fZGFhmcWFJQ4OChweFtQGWpi9puVXPyt8tvHxSVUBn6XiRMUR1GjJa6nTdySlUWJM/coZ1BUGX+mQZr3I6ZWznD51BjuYUJFauaNjPrz7Ibv7O8RiAeJR2R+EiITDHOfzbKxv0Gg0mJ6cZGpyikwmSzozhmX6VSSlrMUq1bo6Xy1LzlM/kWSQyLO/zf/wheeYlMP2//Wrv8G3/u9/ynf2ZWMo95cR23MU96yxvbWnIpf9AVs5e9NZcSmPGL6V0oByaUCnk6fXO0TTu/gCkj09oFQuUC4fMzE5zcTENLFYlkAgg+f51Tl4eFQnOzZGZmwcd9inLky5/gi/Imtjvx3D75dotzLHhbyKJBXetrCwR8KmodjSpUJBXYdj2SzJeBrLiOAzo+h00BiJJ5Ywkz0olMoUypUTAVhitD0l3irGonDATFu6cKosPYDPEIezCP/HOG4Rn0+E+aji/3qIACverRFHUrFElaDsKq6ziL8+U9y20twSXrRgW3R086dceJIAIj8/lEHlkYtdEgfEBWwKY1SJNsMRA1iYl0+jXE3lylDT/icC8EjQddTQne0XDrG4hEdgcRlKkctGBilEQJZEIsEISMNLCR8S/fpU2vqoSDWSh/5mXx8x9v7NfuSjotgv+BnPi/HGV67zm6fjxH965qG4zd8/cQB/XASVo/tf/be/xSupjz+wRECPBOBPMsd+XMR+wiH+6ePw80S+jwi0H3vwJ8nBfxOR/OPP+BN/3xPl7+Sb/ybP6ZMO8RO/9c97Xr/M+fvUfSyfV8I8kIGbUf96xOXFVfdRiWdWDl05l/VRwsVQ2OYilg0lMlD+Xhjr4n53MGTtI4xWceWKW9Ww8HQfIgDL1Jpy8Cpu8JMIaxF/RUSFf/wPf/PpS/1f/8UfK9hTs9Wi0WzSFRHYdZXo67PFjRPAsMQ0IKkGo2tlpMeOjswohvskAPxjB+lvIwB/RAR+yrw+cfWONPiRACzMYW2I4/bUgJMM5ImhQa53xYQ9cf8q5636eiLu/mRYRPi5MiynoqDVsR1dnSMHsNyD5DiP3MfyGuVzVRyx8jMyJGJZct8aCZsiSEskvdyrhFfu9J1RBLQtIxgGQ8UFHx2rEV/YkZbgSXT5SXz2ifP4iQj9kyT3J1fVyKX8E9f8iPur+MhKWB6xk0cCtwzEfEwAVvjlUfy3xD8Le1oEUVvQaqbB0PErEVjxHUUAloEdGd5R0fgyxOd7+tjDYU8N7EnUpiTQ2H4ZVhvgiPWEDrrexpQ1nBXHNEK028IMbhMMyUChrAfFhTdQfTe8AAwFNzC61yieZUAGIIa0Wz0lYIkbUUoXhVmizIcSAd1iqHex/SLMJAh7HSKDBrZWxm/sYWgFap2MqrIbpzyIq2jpmJkjZhWVaBT1O9xbL3FvrchmrsRhsape/5c/d5Yvf/Ycu4LTeLzK6qMm9x962KEMv/qbV3n1M+c5qgVUBXRxHorgK73GMgGzQdjvJ2z7efRohw9vr7FXKCrX4sAcMB63GE9YzE77mZn2YQ1N3KZOpeJwdz/P3VyeVy+/yGtXXmRnPcf3/+wHbOfzxFYmSJ2a4Fx2jHNjY2jVEk7+QDkz/+SmuKzafOXvvM5Xfut1YtoOZuM2924d8vU/7fFwx+ClX5vhxV+bZUnXWdQ1tg8OuLm9zXr+mHQkRiYS58zlT3P20qfJP3zErW9+ldz6bUhp+LN+Ll65yMXLFymu77Bz8z6FUkFFDjf9GlOpCVUH+Sqbu0ekshO8/KnXmJqY4sZfvM2N77/N1RdPcfWlFdxmhcLWFrmdfXZqsF33eOXqnKrNtSZ/+r19ipUBzz4/x+nzWfaPdtg72uHUYpbLF+ZUf6Wxlqe5W6YniJegTjATIZyN0m13OdzM0663ySyOk10cx61VcaoV1neaPNzuUGkZvPbCIq+9uIQZWcCILuA2DnGObikB+LjYpFLvYSeiBJJRWi1NoanK1R67xQrHrRZzZ1PMnk0x7YMpBhxt13n7R8c83muSOh1SdWHW4MKcqdY4XceiWB5y626R23dLvPrSLK+9NIelNSkX9yiXGpTLgk3yU2xbqsr1NuVak7Fsgs9/5jleeGaFtR99wOqPb9K0enRjGqXqgP3HDrUKxJeCxJdCvHJuilfOTlE+KvLhzVWqtS7nLl3m3OUrNArrNAvrav/VHxgcljzef9BjNedw+XqIS88H8bW7DIstIn6T1FiYaDLA6nqB1Y1jghLDm44ykR1nZmyWsC/E5tpjNldXsZM9AokeRtgPwTCGFSJEVNXmZp6NzTyGaZNOZug7Oo83imzvVwgmfQQTFmNpg4m0QUDzGLRdnJZLw9FoOlA4GHK8O0D3m2QWbGKTFpoMifgcQr4eYV+PVMRPJhHGb/gploYUi0PqTZ1Gy1Du7UKxqdZ38wtJpiejuN0KbqdKMmmRGQuoPVCh2KFU6mP5Yvj8MVRWt94iGLJJJrJYRpDcbl6VHbYJhPw0WhK13aXTdwlnTFWpmEs65jLuDzNpJnDLcPf2Mffvl9g4Nlk/NvBnDCLTJkunApxfCXN+OYDbLOI2S0qErkpiY8+i4wVwNRlY9OEz/WxvVVWFY0NmFk3iMR/DahyvGseN+HDF3CfDmY6J7elErAF+rc9RaU+VLxUiNJnEHZjUC32aZYfohBiNDM4molyMxahV2vz1oz0eH9TVYGokmqHdatBu1dV70nBtsIJMjKcZH0/jNY/wmodsrdW4faulDAtf/PUV3vjcKcZDWcaDWehVGbTybD/e5s57W9x8d4u9nq7q4gtJXnwzQyIMjb0avVqbYMJQlQkGyYSChHxhbEuGiYasr+6ysbqrDIvSw/Esj6ExUKlPsg/UdR/N+oBW/WTto9bzEgE+wiCub3bY2OpgZDwCMzqLSwZXVyzOzwUYCyQYC8SpVjQqFbh3v8Y77xbIl12mL86qqotI3+7SKDdoFOrowzZj4w6TUzoXzl7g4rmLkMvTe7zBUf6Y7U6DjXaToudRHMLiRJZzM5N0j13u/PCA1YdlChYUTTh3bp5z5xdYng6xlNXJhh2Cg0NVqw/aqnquhi9s4YmJsz9U5qqVSxOsXB6nWShQ2MrRaTp4ehBnGGA/12D/oIEvZBNKBolJ2uVYilgkQqA1ULVWqLN2XOdIroFCj1rFoVTyKJeGLF8NsPxsgOsXpvjUuQW8Cnz139zhz771mOCySWDJQGCpfcflzMIEn752hhfPLfDOH9/nna/e52Grw6qw1WMmk5MhElGTfrNDv9Hl2ecSqmLSI6q6lHMO33+rwfffbpI+EyBzOsj1Z3y88aypmNqP7vXZWHPpBgP0ggEe3apx70cljg+7ODK4a2hK/LXHYD6dYjmdxWvD7laVg8MG5WGfyqDP7/+XF/n9v3uR0F6N4289IvfgkJs+lw99kpDiKTNNuw3NBjTlT4lg72tEoxqRqEY47BEOC9JC1iqjtUshB8V9TSUUSmJtPCnMe5OI4FR9Qzz/gOtz01yfn2bjTpnvfWODXL7FlS8tcPnX5gnutwjkmnxwt8S3PyiS13pc/lyIC68GWLZgyYR7qx1+fEfY3ganlsMsLQbptZr0Wg3ef9/jr/8aDg9l22rihSMaZy9YnLtgqWaaTIGGw5BIGCpSOd/SOW7r+HIOVs5RDbKxczEaA40fvl3l8b02v/vpKX739Uk6oRKHxgFWAMbCSZJ2nLXdtqrcscFBwaTd9tDErRGA82cinD8d5c79ArfvH2PHYfZsgHBIp/igTelBh6svzvHMC/PcetzgD//jNrfXy9gZDX9MR6sCVbi0PMa181O0PZebO3lu7eYJDCAgTtzpGAuLSZregNu5Mrlyk4xtkRG3qt/B53eI+4NkfAk1rX7Qb6mSSVjpLAvnRizVThcV69qvDMmmw2RTIYbBPj27M3IAOxq6o+Gg4Xgw3h0w3XUUBHzu2QWG8Rh//K0t/vhb24TTnipTM/F6lmqcTM4mVWzg+v08Gw/ynFu2+OIbcSbmdR5VamxVm2hVP1rFjydvnG3QE/5Vp6capgFbU25UiZaTDYVMHZWq4vpxCbhSA8ZnU4zPpgnqBlZ3wKDlqg+zUrnPpZUEl08nKQ673KmU2Km3aPXkxPZolTs0Sx08iat2TCUA26kh/oREW2rUqxAzRgMX/hO3gLAWL8zEOT+doB8a0gsN8dU7BA7b+GXKfzmEuRzm3laL+1ttxdEKhaQhrKlYyl5voCIiWy2HXluiyEU0kItOuEgDMhmDTNogOx4gMzHiDjQ6DpV6n9xhm4OjDoO6piZoFmaFAZwhkbJY2z9mPXdMMmGTTAaoVV01CVatOGpzJHvTGIYSgU+fTnL+Upq643JzrcittSJhUydk6HRdHy3Hp8T/gN0lFobZTJbZrEwkVjgqVdVjNioenZZG39VxXINTCY1TCZ2L5zNcfm4afyzIh5t1bm3UePxY+HxHeLaGXyb4BhpWdUjM0fnUF8f51BfGuHNQ4q0HB+xstOntmugNk7EFH+MLfixPWmpi1PIYmJ6K9mxt9Ght9vj0Fy/w+hcuUNVK3N67x0b+gHINKlVolDQaRQ23rTPoGCq6RWKep6YshuKCC7v08gO6ewMWM3E+9dI841NRvvX+Pt9+f5+ALryCAabtSYqNcqgf7IkrEjLOgKwz4MqVBK98bozgtMWNXF5di+6xgZvXVTREz+cwkAgx18+wbzGo9nArPU4vJrh4LqM22VtbLZqNAadOZzh1Os2Dg30eHuxRrnXotjwVW+ipKWSLXsWlJ6zWkE48KwKLTld4uI7BG88v8ebzi5T6Zbaq++yX6mzn+uweOSpGtd12yfoCTNtBLixP8sKLK8SzEb729od87QcfYg8sVT5hmWsQDPgYm40zPhun3WuqqlVbVAsS5WYyNzumYju6gwpdt0wmaDER8RNVTEzZ0OqYgwDGIMDaYZN7uzWKDeEYmcqt2Ko0aVVaPHt2iqvnpvGnZKq2Stto0q4bdOoGQX1ASB8q5svAB62hR6E1IF8dsH2rp2ouE+HsfJKsEoBd7IhL2+nRdroMTQfPchTLO+JFiBphUhGbVDRAMmWRSPloWEOOPZf1fJu//MYRf/WNPFefn+TZFyYZ0ubwOK948UFihLQokaBNRCJxzB59s4PjdRT31JW4RTeCNwhzsNtmd6PO/HiMX//MMpdOxVh/tKUqORNRVe532a/UKLbbREMBouEA9VKPerlHIhllemGcTMokpB8TMipEQxFVG6Uu94+aVFoelmuj9X2UCk3Kxw3VJJap9KXJGNfPZIkFbb76dk7VubSfs2k/0yshUitBAlmdo80Ch5sFzl9a5vylJbaOqrz1wRoPNos0WzqNukF1Ayrr8NqLY/zKFyYZX4hQNk0Ouh5vfX2Ht76+zWuvp/mtvzuNHfVx+2Gbe/cltrnE1q0S559JcOGZhIoxTox5eL4+H9xqqCrvDansD3nhyiS//RvLjE/7uPFgh3tbh0ymYqqq+zXyGyXpWzE2lyIxGaXUr6gSfpuOrc6nbkfcTi7xlE0iFeB4v8XxfpvZhJ/zMxFOz0cIjIcJTkTY3smxvZ1T8Z7z09OEAgkqNY1yZagivo5Lx8RjUbKZFKGwD81ycOhya63ErdWium5FBJLW17AvQ1XCrTDodwwS2SHxzJDseIhMJoo29PPjPy/x4z8v8+qbNq+9GSA74VduuFbPYOvAZTvncLjTUjWVsVmaCSuur2zk6iLMNptUGw3F25Q4Il20Dp8sdB10Z4DeHyiHrkyBhgIawSBKiF1eGOfU4jjvvbvL++/tqeigQCyAz/ajS0b9UNI0Wmoiu9H2qLc1On1NHU9xu0hiijBkJWJQxQsqr4WrFn1DJ4DnBhSjUtwfTx3AIY2piRDTEyF0vY+h9yntyrBGh7id4ld/9Xmef/k0b9++wVu3bxBL20zOJdUxPdyuc7zXoOeIy0UanT4l8ndbJs2qgdsTEdZPOO6nWq1Tq9aVGCbRViIGTkxHmZiJKVG6Um7Q60oEpDQfJS5foob9+Hwelk9idts0Gk3lmksnx4iGk1QrdSqVOuGYj2QqiBhANbOLbjoqulj6y3F/goSdpNPyqNb6VGviNBVHqwhGJkMZZBOB0RUHIUqYsnwG9VpNxUnHRCxLp4lHYyQiMWyfzeraOo/X1vGJ8z8Rk1kxnJ4wc/okwxL35VcOeLE89eRcl/tnH+q9IfWeh2/Qw+92mZ2b5MyFFQLRMNsHeY6KJWIpk1jSpF52KB/1aMrzbbVVI3JpaYnFxUXlki4WO1SbNWr9Im2ngeVomI7O9EScGRHdxyPE0iE0n8ba+gGr6wcErDgBn7g+I4RCYRWjKQ35gSQvdOX4108YdybBkLzuScKRBJs7j9jceUg04ZEdFyf0QDm2G7UO9eqARtUldRLJHAhE+H/+ydeeNu1nn58hnU6RTqWUiCdrexVTKmKYJhGipjoXxBsk/yYMYHH/iogWDPkIhEYC5knbW60rZWhR3LXCk1XnTqWhzncRhsUhXq831WDA1PTIAWzL7kdiIt0+XWGtKje5nLOeiuCSmOB+t0W7UaLfrTM/t8T8/BKBYALTFyNfLHPv8QO297YYDuqqJsYnVAR0p91RTGP5MxaVgaUYmXRGicAy0a1Ewa6cd3UlWoiz07R8BK/+Pv/z715j7D/f+PszGpBTvsE//2f/iveaTcX4FsFAItKFC3Z0eKyEcpmQl3hMEWzn5peZmTlFqTBQHG9nUGVIGXfQoO+0cNy2imcW4TweTxGPiRM+jmlGGQ591BvConZIptIkUumRsCCDmoKGkRQn01Xfa1kR9dqFzdzpdlTTfuBJU154vVHlCK9WysqpLIKSRMemE5Okk5P02nVVEhkdicWVu69crVGu1ZV7XcrTRHwaOWEVr3cgxgtZGfkI2hFCEn+m9eg5RfpOeeT8lohoU2IPxUFsqsECOTWfqLSKRd0T5qmIJj4VCT9y7MlwjagUJ1xY9S6MHLMqD8kR5qbcR4WDaigBTSL+5QwW1rGl+JFP4mflPi1DAvqI0ymOt4EMYDiYhqFeszgpdeUUFgFYzJZy7Wjoo0xp9brVNXUiAJ/Qb0cCzMe+nvzb07/+OYrw/68C8LVP8c8/nyX08SdX3OLv/V/v/YwDduSM/Ak/+URf+8lPP2H1/gLR+WMe3J+NiFZv4SccjE8Qfp/8mo9pth/57b/IYfuJT1PxUH/29//theCRr/Tnff0ikfMjorsn8cHiZtVVjLGaizqJAx45ekWgeyIAn0iXCp86GoIYpSOP2LviGJaS360YrfJuSs9BlzJGJXd/4Ver4z0qJQBr8L/9919++nL+0T/+13i9pnLoi8gpHS1Z6+imT5UIwTLAIUM3PxF+T6KS5cP9aYy3PIefPVJ/WxH4afyzim6W12o+xd3K2/lUIFeufpV3p97n0euV5zhKgxjV09zx0R1F+gDKbKu++4QDLMf3xNN84gBWMfQy+HESaz4S4mVa3VO8SMGAiAAsAzJyiss96cmAiyRr+H0BfD57lDCgWONPYp41tYcfChLiI1+fHA8/unx+8m8fuZyGo9h1dds7cTaPJGIZijlhNJ9wyVV89kmegUIpDUW4FseUuMplqMePNxRek0zCiPu3r1jGglYwTVtxLk8y+9X+wvP6mIYg2mx8ErHadlQZujiL2yqNQYaNhNPZagkWpUUgZBCOyvpcAl1FFDcU/9d1LHV+S5mWJKSMYqJl8FTKoCewAYyhiynuRRHQDXFIynOLYhoRIlqHqFbHTwl9uIM3PKLWyVJtZ2h5EdqE8fkcUoEKUX8D3eurWtttsLrb4CAvw3dlDK3Hq89Pq6oeH6sql3TKZcEiJDl7aYKFlTFK7bAqv2aqnpGt97D1En6jpvbZft3k3oNt3r+5yrFgzMKWwlOMx23GYzYRu0HU32TQG9BtQq05YL/dZr/T5vqpZ7i+cpX9rSN++PZ7bB8dY04nCU+neXZxjucW5ujn96lvr7K+W+DPHze5fTzgV770PF/80nW0zj6twwesrxZ495ZLqRnms196gc986QXMw0eYRw/ZLx2yUa9Q7HeZzo4xI9Grk+eZnLzA3t01Pvjuf2J/4zF6UscnLOTTc6ycnqd5kKe4tk2tUadme7RsnbidIG7HqTXaFCsNsmPTXLv2EsnEBH/+vbf5/nff5tmX5nnupTmMboP6Xo7y4TF5V+PY0bh+YYbr52d4/KDBt765S6E84Nori5y5NM7GziYbO1ucWcly7eo8KZ+P1laR1l6ZutanrvVIzWYZX5yi0+6xdW+bSrHGxPIkE6cm6ZRKtEsltg/arB/1aDgmrz43y6vPzWGElzAiS/TrOTqH79M43qFc7VNvDYikYkTSUSWGHO43yRc67JTbFDsOF6+Pc/HaOGOGR7rvsLva4M/fLvFou8XMeZvpCyLqJblwKollDtTarFppsrPVUiUIncXlLLrWpl3P02o0aTZN6k2Dw7LBYUWnI9ef12V8LM1rL1znypkV1t+/wdp773Dc6VIQMamqKdGh17WYOh9VdW0+y7WFMY52jrnxziOOiw3mzy2pGrZKeO0SLZXkI2zKPo/3XfZLAxbO+pg/YzEZCTBhB4jINSoscFz2cjX2DmpopqFMOBPjWVYWFxhLJCkflagclvHsPJ59jCNJf5JOYwRJ+mOk7Bj7hxVyh1WVWhMOpXAGAQ7yfQ4KPeqORKSXWZgLc3Y5QdCEZqlFvShGhyG1zpBK0aVacLBsg/ScmG1M5eiVPefMhMbspK7Su6TPI0O4a497rK728CxNxV2PhqRkCFsQjz7iUYuwzyUkSV0hiIQlyXWosH7iqKw1TGp1QSTpRCIakbA87ySG4adQKqlBSRmEciU0tD6gVHJwPY/sgs7YgkHUHhD1D5mNhTiViONWNN55u8R771TZKMJGCWLzPsbO+Dmz4uPCvMVFGRbw+viGknbjUa9DoQZHZWj0REiKqaqVxSHcZTDsoFkdNQilO2EMJ0x5OKTsDZXmkAwECcmwVL+pOLR7xw128w3CEyapBb/qXXbzMKgazF6IM3c+Rmrokmz1OC60ubnXZK/hkRmfIDMxQafRpNtsUm8PqHZFBzGJxULEYmHMYRXLq3GYa7Kx3lb7otdfX+SlF+ZIhpKkggloVxg2jth+vMutD/b48OY+FUujamksX4hz8WqSpAhljaac0PgCSmMmaplEfQZhX5yAP4PTNVhd3VUVSweISdqsaeAI7sWVIWpJRHLpdnW6HVkLqBFUlSTRaoqwPmQv57C33ye15FfX6unTUa4sJlnKBtB6dTTBGwxDaF6Y/OGQ7fUehwWHkgulAXQ0g+7J2kBoBqYmaK02oaDDpfOzXDw3y/CgQnv1iIOjEjutBlutBi0TVafmM1xanmBQcVn90SHrDyrsDzRyQ43JiTiTkwnOL6e5eibDbMbCdo+xBwX2NqrsbdRotAb0ZF0haxS/aDZ+Fk4nWFiJU8vXONouKjOI3y8oHltxzLe2R277eDaIEbTpeTKIbBLXNeK6zkHF47DqUSi2KRUk/atLpeEpF+zl6wkuPx/nzGyQlZSNW3H48VvH3L5ZIbrkJ7roV/0vwZDNTqR54fIpLi/NceNrD7nxtQc87vZYN4f0/AaxgI942CKTHdXshMHcuInAmRv5Pq2qR7Mla4YQ9pyGPacTtboknTZOucvWxoC93BAtFYC0zf5Gm617DZ437zQAACAASURBVCplF1fgJoZOeNwlNDHg9OQk56fm6cjwzc091rcKOOEhbsTj73/pkqr+aonbX73L6t0DHgXhsRj/1fgy9AWd2JU+wwiFKkMEAVuG5ob4fbKf9lSPX+aihWhUL0K9JPPdsrf0EY7rpKY94mMopGowqnMhNsmF+BSP71X57n/a5LjS5jNfnuezX16gfKdE+W6ZD9ZrvLXTpBwccOHTAc6/aDOvo0oGF26vtjFsi8WVKEunovjlmveG/OVftfj2txuKNa7ZBl44qnHmGT9nn/HTb/fptfvKvjyW0TFsne2axlYNwrkhodyAidkwc88m6eg6P/jLEo9uN/k7n5pV1QwW2Nd3FB90JpMlG0tz+26N23erDDzh3CVVXOTa+j69Tos3X5rhzZem+fH7OX783j7+yJD5szbBoM7BnbaqF1+Z44VX57nzqM6//4873NooY42BL6Fh1XWsms7zZ6d5/eo8NafPXz3a4wcPd4mKkxOYmo0xs5yiPhxya7vMXrFF0rZIBEwsy8G0HCZCUebDWYKWn91Ohb32aMpPN4ZKzO0PNDpNj+aRQ68sAnCQsXQIXYljItS4eN0BXleicaQJbJJqO2SbfdUUXLi2gJeI8tVvb/PVb28RzEAoLUOUOrRHDqnJxTSTiynW7+RZu5Pn8mmbX/9CmvE5gw+Pijw8ruFv+PE3/Wh+Ey1k0HE9Gk2HRsslEpEPIgOf5kP+q1Ydtg7qVKstxgMwHoTEeJLkeIqAHsRy/HSqAx7ckwiaQ37nVy7yO79yic1mka/evcvDQp5oRBwaFsXdrirNEZezHyus4Uu6mHGXpkRA1yUCekhSXEzCAHJNbMvP2ckQZyeDDIMaXgii/T6Zekd9gBVSUExDpS0MPp/KJBdWnjhnG7U2zbo0ZYRPhOLbNcoGjmBfNNk4DVlcMVlasZiZSzI9m6HZcrj/QATUMrmcx37OIxUwSIojZybM8pLwCk3WcmXWc2WSCR+phJ9mY8jRYV+xE2SXJJtHEX/F/3DqVJwz55I0XJc7W2XubFaQxGkpxVIy/NLiV/wwcc1eOzfP9bMLPNo94PFuTrmFei1oN4aUDhyKBy6fvxLj889EuXxtnlPPr3Dc0/mX//5D/vg7D7FDfQLhvtqYDySivKdjNzVinsm1N7Nc+8wYq0dF3n28z/5mm/auDk2DiQVblZy/ActPz+nR6DRwOx2CtSHB+pDzr5zl/MtnKTgl7mw/YPPoSBKCqIqTTImIJv2aRKsMCNsGS0tBZmZtOrajqplzaGw5rEyk+NU3V5Rr75s3dvjmjW38hoPf6GPaGkZAIrAN8vseR/IedF2SPZcrz8R45YtjhGYs3tsrcjdXRa9aaDWLltujMeiqa83QAugCvhdRt95lPGowLVzncBDLF8FnBzBDow/+9cMyG4dlxa1UqCyZ4BqYqry2y7DtYvo9/FFNOcz0jkXIs/n0s1N8+uo0x/0ya7UD9itt9vIauYJHTzh0Tg+94WHW4drZBf7ubz3P0qlx/uW3fqwqZlrETR8Bw6eiSMV9JUJLKO5XAyVS9WaTQqlOpzvAHwhhB4QPMCAaHzCTMJlL+AjbPlz8OAMfnVKfTtGh4XnUDSjWHA7321RKwvruq5qbTjE7nSY2qeMfc1U8yfFOQ1VIFwHUVJGmoUyIvqWzX2qzm2+z9l6P9fd6zGaDnFmKkM34CMUlQsWjKxGf7hDP7KjS5T1wbQIEGAv7GQvbZMdCSqSrm0OOhn3Wj1u8+2cF3v2zIqcvpDlzIYNuyWsWB9KAAHH8mjBtRqmbutlHt3qKw2z6ROxxyec9jvNDGiUZMPFUisPnPjXPynyYB3fXeHBnjbGFJOMLCcqdHnuFKuVmm3Tar+KeWxJ7Wx2QSiaYXZggmdAxnT2s4TGxcIxYOM5Gocf9XItGVyPkj+A3AxQLZQrFCmIa7LUMFscTvPHcDJlYiH/znW3+7Xd2+OzFBJ+5kGT2bJjwUgA94ZF7fMj+o0NOXZjj1MV5VnerfP+HmzzarDDULBzhMj4acvxwwOsvT/DlX51mcjFO0fRz2NX4q2+s85ffWOfZ6zaf+7U4gUiA1Q2T9VWXnTvH7NwtcO2lMa69NE5y0sMMtWm7bW7fbXP7Tofq4YDqocu1K2P85pcWlDD6ozu73FvPc3oypap+WOF461g1xCaXZ0hNZ9iuHrBdOVALOZ8pbiyZUpPNwQBfUFIwfNQLbeqFFpMhk6WszeJUkNhClPh8lJ3tI3a28oynYlw8PUcolGDjcMDWQZ9CLsdxbp/TKwtcvXKOYMTHXnmX3WKOR1ttHm62MDSJ0JVBCckaHDDoD+k2DeVQTU0MSU8MicZF9BKXrM7tv25z66/bvPoZP699xiadkZh/g1ZbZ/vQY+dgwJ5yLLcZi+vMTZikU0GiySz+UIyN7Tyb23k8iUIUR4o9RAv00EzhzI8GdmPxILG4xJWKA8FTm73Ty+OqPri5xc0PttQGX7ckLjVMMhFT0VQH20ccbB3S6Hg0HUMN9QyHo5ZZKOIjFPWp5yoxgwNPGqU9xUczvDC6F1auPoTN2W/T7bUwDJeF2RQLs0lkBNHz2jSPulS3uiQDCT79+jNceXaJ29sfcmv7Q0IJcfROqFjt+x/us/bg6CkpzjQjWFYMhiHcnq1wFnLvM30e9VpDCXPCv5LmrTRHE+mQEm5lUKVWbdLtiMNOGo4jR4/cZ0X8tayh4qtWynXlAB5LjytXrlxHwhOOxG1SMl0fM/AHRfx9EufaZ2lykaWpBbY3y9y8ucna2hHxRJxYXMQkOVY+Wu2OYnfKJky4qeFIkOPCoapkMsr4eIZUKkUqOUEwEOXu3bvcvXeXcCJCZjqLHRRxpoMx7JKwIG55pGybtD9AXyaRO0MKtR7rR1XW8lXSQY1MUGdyKsPM4gy+YIiDQpNitUko6hGMeAx6whn30W64VMs12q0O8/MzzM3P0u1KQsSAYrXCkcT2NsvYnomNwfmz06oCEZOB7lBtNbh9d5vbd3bwpIHpWIyPTbCwuEAkFqPabFNvtOi0C3RaBXw+iYcWxu4EiwvnyGRkbfx93nn/L5iY0Vg5NxKPu80IjapGbv+Ag9wBs9NzzMzMKe7tv/1f/vBpy/j6b10jFo2qElejihfVZQLawpJ16kkc5xMuqohZwgCWsvwapjR+JTrTFEfOk5gsnVarS6spQnGfTkfcNtKBNnCdAeVyjUq5xtz8AnPz80q0Fw6Ycpnh4noiNA/p9gdqGEHijwYidArIe9BlcmJGlTRSfXZCMcBWN9fZ2l2nUFinWFxj5dQKp1dWlENUGMD9vnArdfX/mYwIwBkVYS4NHYlCq50IwHI/MK3L/MN/9Adci/88qcalUdrgvds3uPvoBo+LfYJjl3j24ku8cOYcC8mfDwo++vAf8wf/+h1KpYJyASeTacWyLVfqSixvtmRjXiU7Ns7Zs5dYWblEIT+kcCy2vQ6mv02nV6RUOqDVLmP7ZUjJwGeF8ftEtgswHErsuQx7SCyxQSSaICrirAgwyqHWP2mu99B1GSwJqYQGifau1evqWqs3W2QyE6q63Q7NZpVqtUSplMd1+yzOr6iqFovUiiWCwRDp7Bh+O0i10aTWaGH4LDVk4+kyQe8q4VUGRXqdHj7TVs7fWCRBIpZS97meU1El2pE0xnz+MLYdVcN6/Z76aFD3TilJG+h0W8o1KFFtlqyzTBtL+G0nTG0lOKvX+8QNrCk3rkTZnmCClVgmArA4Jm0ZCBKWnBLKRBQzGAjjS/F9e2oNL+57uWcLz1gECxl2EKeA3PdGAvBIqxSXyMh1PBqYFgFYBLenQuZTfu1PzrGfkRh/SqV56t87EbJ/gY74if/0y9ylSrgVsfYXCMC/93++eyJ+jdyGIyHsCRHtiRj20Sjmn/d7f9Hz/yRh9W8vto4c1T8tdP3nPBf1GsUlLtbwX/L108/xE8XKE5f3Jz2nX/b+PHX/KulQYv5FEDSwDBGBZQzihAeroohHXGAZcpDzcBQP/IRDOxKA5TFEttdlP/vUVz8SGNVAu3y/EoOfxA2rM+TpEVDcbA3+6R/8ytO/++/+x/+DXv1YramkhAEeCIWU43fE/ZV1pQiC4lodLfyVQ1ZioTVZJ504lDVDMYN/nif+lx2rp+elGsQYCbAjAViE2NHLUK9bEqlk73ESlT1q8ooQPnInj9y2J4MlJ/nio9+tbLDq2MpjiJt3NCAlDmB5H+Tv5bjL65OoYhHrR+4O+XdxAct9x++38PksJZLKgJvqLZycZ+qzUIRM0z/ijCsBeCRMPx10McV48CRYfBQ/PdLoR/LtkzjqkQtYxRqMhlNO/nz69zK0omZmnriDR81uSVp5ctzUmMcofkHFf4/OjhF3WiKcTdMbnW/40YTXpLl4uqwVuoq9LgxpWbtYPnEznzw3NXwgbHhNRfKbhqnwI61mD8voELA6athf4p81bDWk1Gw01XpOBGAZzvWJU0uz6HQ0uh2ZIzvhsBtDDGuohv9G8da6clhpgzaWJ0g3MHVPPlpGb7EnzytI1GwTNxv4vCKus4HTP6DaHqPSySoHnTCxw0GPbKxHxJZBRRmI67Nz1GPnqE+5XFIpJYbX4OKZGBfOxFRKoKS3mEYMnzWO345ihzTMgE7DiVN344r1a8twvtbBbxTxaYIy0tEGOrfvbnHj/cfUej2iUwmSYzHGokHGoiGGjR2Gzd2RGCcJPz0RUw1aAYPL0+e4NH2Oo50C7924y/ZRgX4ijJGJ8dqF07x6YYXm3hqHD26yuXfMjZzHWsPijc9f5I3PXaBRPCS3vkpuv8p+3kP3Zfn1L3+F3/jyV8h98Cfkbv4J+eYhJWNIP+zn1Nwsy3MzhKwsQd8YG7c2ee8/3WBvewcjbuBPWszOSZJTArdSo6MwL10aIYO2bWAN/apcNfDpMjE2x6XzLxAIZPn6N9/ma996m+svTXL9pQkCgza9wyLtcoWGpVO3DJ45NcWVU9Pcv13j63+yQ7445IXXlzl3dZIHq2s8WFvnwrkxhdvKhvx0dyq0cxWOezUKvRrTK/OcunSaTqvP/fcfkc8VmF6ZYub0NLVjQXYV2Ct12KkK1MXilcuTvHplCiO0jBE+Rbe2R+PgBvXiDrUGCq+WyMRJZmLs71TYeHTM3lGL7fKAUl/jlTdmePmNWVIMCDd7rN9r8Kffr/Jws83KFT8rV3ycv7jAuYvzWEaLTvOIZq1A7XhIrTDAF4tgSSPe6zLoVlXKowy0droeu4ewcwSab4AVGSix9bkLL3Bm/gwbt37A+u0fsJUXXrXHcUUGav3oRoCVqwlVl8ZTXBxLsbt2yA9/cJ/9wzLZU2OqAgwJeBKnXKOQL5IvNjmoepQ6kJrUSE/BpaVJnl2eIWwZ1Cqy3q9SLHcoVjp0XJfe0GV8MsWVi8sszEziNTW8lkZ7uEb7/2XtTWAkSc8zvScyIjIy8r7rvrur72s4PSeHM0NKpEiKEilypdUKEmDY3sUusFgL6/UaEGAsYNi7sOFrT2Nha+2VRK13dZISRfEQZ8ghOZyze/qsruq6j6y8z8iMPCKM78/qmeGQprSAE/jQjarKrMrIOP743u99Xu8Brf6QRs/G822mEkmmEwnKdYdyvYvnRzDNDCMvQaNtU20FWNu/w4O9O1w4n+OZ64uEzQCl/SrHexWqnYEqydKUssI6mdkwRthk84HD1gOHK5fCXL1kk0mZhEyJLfR49XttfvD9NtE8RHMasXRQUY+EdiBDH6YQ0iRaMhPGMvsYWk9FYdZbAUq1ABtbLg+3XIU3npmQzOMYISuKFjCp9xo0ujJ03aPR6NKo+zTErGZoLF2CpUsSteYrJ/OpfJjL8wm8eoCvf6nBy19v8rA2YrM2YuKCzfLjYS6e1bk85XFlxidph0jathKcWh2fvaOB2qfKDVhcmGBxcUI8SWier+7FDgtF2i1HDRrJ+XS73lUVi4RZyCWJmxpuvUi7WmXjSOfhUYD0vMfM2ZEyivnHFmYzwpXnZrjy3CxesYizsaeyZe/XTEpelLmVWeaWZ3GbDm7Lod50qTT7anuZlgxC6YRtybx31TY5OuxiBy2euDbLtYtTxMNxYnYcOmX8xhFb9w94++0CN24WGKZhmIKZxThLy0myiQC2UB0CkgM/UmVpI0LaiIiZJRpaYODa3FvbUTW7lGRmMamc5T3XVHpJSahHjaYamh+O5B5AMuNFVB9Qrw0plwcclzyOSz4rV+JcfjbJpQuTXJ5fYDpuUyrcoXx8h3QiTyYxgd+L4FQtjgoDvvn6Dt98YwcvllAVSwkOXe6/NdqtOqN+mysXE1y5mGRw6NBcb3J41GCn1WSn3ZK4ekZhOLea5dqFSfTWkJ0fFNi6U+ehE1AVtiFiw2MX53jx6bOcWUxhDioEBxXKB2XK+5JH3qPSlEApnVg6qgbSZ+dt5uYkzq7LwXYbb6CRiMk+b7H2oMyaGNxSFtmZCF3PZ6fQpdEaMhEPMpEI0uxEabajVKsdKqUKjWabhgzX9+GZZyZ55tkppuXaOazQbzhsb+sUjg3SS2HSixHqtQbFQoVcMsHls8uszs3y2h+vqXow6LNpQduTRM8AqXCQK0+nufJUhsioQ2TkUCt2OdzrMRoYXDi7xMWziwzzfQZ5l8J6me3vHLL7ToODQ59iVcOeCxGataiVBpT2XKVVDX1TGSjjUy6JaZdLiyt8aPk89UKfb3zjLrfu7xGaNrBndH71xSv82ouXKbxT5Ku/8xZv39hnN26oSpggyVFiXOwMxjqVLwS9UQAjMMDQ+modqlaZMqgQRekW0uYQTahXM+hVTQQikF0dkFn0yWdNZc5aYpplbZo7d+p89ZVt6u0uf/2zi/zyzy9x6+VD3nnpiLcOO7zRHtLJwrnnQpx93GLOh1kfDg96bOw4mDGLxbNJVs6lyYVCqr78J2V+64tH3H/QQQtp+KJAX7we5sL1MO1Gl3Z97GacEfxrSGOj7rNR88mUdLKlANnpMLlLURzg7e9W2b7T4WefW+Bnn1ukHytRNneREeN4LEfISnH7RpXbN6vK1ZDJZtREzu17hzTrLZ68muOpq1nu3atz914NKwkzqxa2rXF8x+H4dpcnnpnjiWfnuKkcwLvcfFjDyI8F4FDLINQ2eHx1kg9fmqbm9nnp3gGvrB0yGdKZtANkpuOk5hPUukNub0jmR5fJnM1kNkxv4NAbOkxZYc4ox3KYjuXRDnqUnBalblMFiMsNg9v26RRHKnc4mw6RS4fQwiNGtgiH4izy0YeCyLOwrBCprku63WMiH2f2yjyjeIwvfWOHP/76DqEUCp+sDTT8pkQxB5lcSTN5Ks3O7bKqx85H+cJnpsjN6byyWeDt3TLRXpBYz8SMmhhJA8f1qJQF7zEknQ2TyYaVI6nvjGg2JZexoxoyExGYCGskJ9Kk8imVBVkvQqs0oLZfobZf5fOfuc7nf+46d0rH/NZ3X+fO8SFTM4K1MCk87KkKG0GSkbByeI+CfQZmn2YDVVEb0lGZHtYYdHVCAYOzc0HOzVsEQhqapTFhBpmXRo6mcddvc9fvqJNyry+LfHFejif/h6O+QhX23fFURaMMtdK4GRGLS/Na48yFMKvnbdVIFudTueyyuVljd7dNtapRrQaYTBrjygeZmgoStDUOaw4HNYdISC5KunL0VEtDnI4I/uKa94l4AaKexsqpBGfOpWgNR9zebnB7u0nQA1MmiDWDoUxI9X114QhbFh99fIWPXj/FO7s73NzdpSgY4NoIt+7hV338qsenP7aiKjpp07I8NgoNvvnSFq++sUck6Sthzh8aeD0TvQfBvkdch2sv5rn20TwPChXeWDvicNvB3dfQ2joTs0Em5iwitk00HGbQ7ytnh9/rkRtp47o0Q+7SLOV+i/WDXQ5KNRpNj6ZkZ9QDdMQ11hrhtYcko0FWz6ZYWI5R8QVL0aG179LcGnBmKsvPfmyVpcU0X/reFl/+3iaR0JCwPcCKmBhhi4FnsLfRZ/dhn1kdZg24eC3Ohz6WxZrUeW2zyjs7DcyOgdE2cUQAlsweNSllEyBIT5xI3Z6aPMoaOjO5BItLk6RycUqOuEEb7KqJtSZu10cbCqJKp+V6aiInYqiBWjTDw9Pl5l0j0NWVAPzCtWleuDZDxWuw6ZTYqzls7nrsHUozT27WZerAQ2uOuLAwwadfOMfSUpav39jmazd3GAlSuDEkZOqEIxbhsIkuE8nW2MUu+HN32KXZa9Bx+7hDk5Fvkoj4xKM+55eSXDmVVs7Iw3KX41KPnhKA+0SycXUjWKwOufFGiYO9JjNTPrNTkM5JLm8cwiP6wR49r0uv3KVXcsjFUmRjSexkiGDKpC1O3cM6D3cbbN0YsnljwNJshItn5TxsEAgO0UzJzpNcBlmojQjZkgHqK0e/3w+wlI6wlJJBgCSzCwlqgT67boe1oybvvFzlnW/XWF5NsXwmrZx/nV4Tbyj53CmCepy+L0Y8gbm7GFqXYHBIOOZh2h4Hhx4HRyOFsR20YX4yzlOPTzI7bfPg7o6q/FyS3GySdn+opqA6rsvEZICJSY2WTD1WfBKxBFPTedJxDUs7wAqUCIei2KEY2yWXtUNH4YMzyRTxaJRaq0a9Vedga8j+Q5/ZVIpPPL3AVDbG7/z5Ll/82h6fvprgU1cTzJyJEFwI4SV8ihuHHG8cMX9ujoVz82zsdvj29/Z5uNNEC+qqeXN4d8DhnT4vPjPLZz+9RGoyzL2aw/1Smwc3SqrOnDN5/GlbjYM9WNfY3vCo77ZUPfXcJE99ZIpYbsTI6FB3Wtx8x+XmzR6jjsbI0bh8Ps0Lz08QS+q8evOAexsVrq5Mqmof1yhuHykXRnZuiuhEhv1mif1WaSzujcZ4OfFEqObfSZfM7wzUwMR0PMRiLsL8VITwlE542mBnu8judonJVIJLpxcI2THuH7R5cNCmdiDXjjIXzi9z/YkLhBNBdqt7bJUOubve5u66NPHHOemWEcCSJpIfUG59qfyMQX5WstnGTXmnNWJvHfYe+Dz+tMnjTxlEoqihgmbH46jqU6j4FA/6lPZd0lGTqbRJOh0lO5UnkoyzvnXIxuaREhmkAamZHpI5EBCUnRck5AdVk0mcBqYxbhJGw6YSYZfnM2oxfnTYoFjuUa7K8ywWBRWWT7Jxd4eHd3fouBp9grjDgMogk22bzIRJpMNK8O0LMlfcYf5A9SQNLabKCmrK7e+6Dh2nheeJ4BVTJeKXOC5oefg1jYl4iieeWOXchRnWCg9YO3rAQHCDQZtOx+dgp0NhTygdrqpoNEMqMUnQSOAJfsk3CRgjhfBrt3tKtJMGmzgtBIkYS1jEEyGFFqtVxbF44rYzJMvPRDOkgSkCsEwad6hVmqphmMvkSMaTNFvi9GwTjYdIpiOEY2CGemrQYzD01DaZzU0zl5the7PMjbe3Vc5TLB4jKjfLggW0w6oh1HUl31cwggHVOxZ04NDrEYlYxONChIkRi+QJGjEePLjPgwf3sBNhNdBmWAH6Q0ctuGcSFrNJi9l4jNlETA0GlWod9kptNkot1kstlnJhlnI2uVyKVC6nmn5HSgB2iMipVXouA4uha+M6cn1s0XV6ZHMZlWM8GolgFaDd7VHv1HB6bUxxwIxGXLuyxNWrSwqHf1A8ZL9QoFAcclwcUD1uUj1ukc5kWD69SDyVpN0d0pHM3U6JrlMkbCeJxyZIJCaZmFgkkcjyYPv7PNj6PvG0x8RUCDuUwB/k6LVN9vd3VAlGb2Z6VjlFv/g//t67Tfvrn39CuajFoS+NYVlTyb9h21bo53GuoYhj0nANqfWVuCgFbaubknU6Rl2ehG6qRrOcPwYD2eelATzG8orwqxDRqsbfS2fSpNIZhc8WJL00x4WwIoLhQBDQAtgRx5o0vgeSF+iA5yqMWiadxwjGCRhRmh2Xg+MCx+Ujmo19mvV9hSqeyE+o/aXvukpcFkFbxMJwJKKGNWSiX9xJMvAg/1dSYUDj7Of/W/7BtakfL/e4Bb79F1/ij9YKtBplioV9haeenphienJKCc356/8Zf+v58+rm70ceg4f81t/7B/ybelm931QqRzyapCOud6dHtV6iWiuQyWY5e/4Sp09fong04vhohGGhXPROr0LheJNGo4BlBVQlY1mVhT2UOJ6WbHeJ17IxTcnRlQEZyYsWV601btbrbQxdHL1R1WAfCwy+2tcazRatdodoLE0sllaIVNcV/HedZquixNCJ/DQTuWk1ze+229h2RL0XafCLg6fZck6UlYByuQnCXcTQZqNOpy10DUHRmYTtKFFB/RkibnQZSo3k3CgZ6LYSgSV3QrLLRMzW1aCBgdNt43Rban+UATvJMzV1QTJLe3LESBs71iVrVKFblRgjAvAY1TpWZBTcloAvTnPJMrZUlrfswGNUKyomR1wB4vr1vDGC3fNE9BAHsQjAIuzKpPYjB/DJoSACkMJWn/w+7T0M7Hv7xE/y8n5ADj6JwVXv5v8nEfgRpvaRoPaTBeBNfuVf/KgALO9FobM/kEv8fpHuP0p4faTMn2ykE5n5L9Nef+T7SoT/Mc/6q/4tPyQ4PxJR/yME4EeC+qOnyO99JLy998meCHbqh97///Gz3nNtPnJujv+VtZvkbYtj95EArERJ2dck6+JEiFSIY3W9fOSyHQu8qh6FvArtQSl76je+q5i/5/X90Tf9LmIb+Be//pl3f+Bv/6P/nWGrMhZQZYDDtrEkJ9sKKTKADL0pd/BQVpdjUVrWCyqvW8TZk4fyLz/6+z7w6/+yz++HBhMe5f8qYVKc/e8JwMq1roloKQQTibKQYaChavTKOkOO/UdDS+LuH//8WOxVQyVKrB1/HmMX8Pg6qc4tCgH9ngAsf5NyXovQOvZYj9HdEh12ErswUK5gOWWeXE9PDMdyXlF0AVmaKxF5LAAr7Ly8yIkz/RFR4F2X9vuc9+/uR+8TgX9o/z7ZJ8a7wKBi9AAAIABJREFUwFjllfOWlNA3xgjrEwFYrZnH4r9QakQEVi5yyZOX5w0N1ZuQtbTgl/viQFT9GhnKjxK0IuocPHZKyyCOuG81gkJx0E26Tp+uM8AMOFiGo9bfhh5VcQASPdFut7GkLyM5jyGhdVhq+zidcYbmIwS0RMzpqmQTiVNYJ+AJBaaNPuqjj4bjSDQ7pPZPH3FZ20T1FnGjhj4q4vY26Dr7HNcTFOoJwtEsyVSOZFQnabewAoL5lepQasgQoYg4FTrNY3RanFvNcH41OzY8exDUo4TNJKZco1QCQkA5iqUsTUe6GoFRi5Erw4BHiggTMhLcWyvy9s096q5DeMIgnDKIG7qqmFYnrjUUhabe7NPoDnFsE8cOcia/zJn8CofbZd547S4HlQbWbI74XJ7rK/NcPzVPbec+e/feZLdQ5X7TZr8f4ey5HGfO5qiVKxxsH9Afgh1PMzk1z4evPatq89aX2bz9ZardIo4heaoRTq+scnrlNE6tp2pn7YC1G1uUS3VCyRARcS3nokzmo7i1Jq1iBVcGqtImo4SBMfQx5DDQTDwtyER2njOnHkPX0nzxD7/D7/7BKzz/4iwfeXGWhNZnVKrhlOscu30KvQFXVye4ejrPwwcdvvGNQwqlAcvnJpheTlFqlCk3ypxfneDxqwukTIPmw2NaexV65pCeOWJqeY75s8uqx33rtbscH5ZYPL/A0vlFjncOON494KDepdDzGAWDPH1pimcuT2FEzmJEz9Ct7dHY+z7N0g6tto7j6kRTIVWHu3W2HlSotYRkF4VonPPX8py/NkGk0yZYqnLvZp0//YsGa3sDrr+Q5voLGRYXpllcmMEblmnXt2jUDmg3DVotAyNso4dtnHaXerGON+yTSttqUFqiyrb2u/giAEc9JiZyXD33IU7PnWLz1uts3n6do9qIQjvI3jFs7YzoDS2e/dg8z35sgYWIxmJE4+H9Q175zgZ7R00yy3kyK3liJ32zVlXcmkWOSy2KLWgONFbORlQtTsRYyMSVwaJ40KR41FRUSCssrmSfdt8nkYqwvJRleiKOJdTIoU67d0Crd6D6Oe2+hUeQXDRELmor8bfc6DIQUpsWp9sLc1w2KVah0itQ6R6zshTl4rk0tq7RlAiw4zblVp9ys0+zPlD5vOGYydRShHg6ROV4RLU4YnVFZ3XFIBYx1P1Iverx0st1Xn6pQWZOIzMXIJYysKOmImlagQEhY0Q+aZNP2ERtn0hoTNqS7MxS1WPncMju4YB4LKRooBLVpimaDTRch0bPQa4scptQOBjxcK2v3KdXn7O5+mGbkDYQHhszcZOVTJhhI8Br33F4/dUedw5cbh/0mThvsPREkCvnw1ybjfLYbATDdzA9R6F3iyXYPx6yXXRp9gIsLU4oETgwGqKPBjTqLYqlOq1OV1FMhdpRqPUpVPvqnJyKR4gEAwSGXXUPVqgZFOoG8fyA7GyfhG0SGUZJ6SlOXzjN6oXTtDbXKb7zFtsHNdY6IY6xyUwmyEwliBkWUSNIo+5yUGhSa7hqSN4dBIgnZdB/pOKG6o0OiYjJk5dmuHZuWpkKxD09qhwzONpj92GJuw+b3N9uYU0ZWJMG4ahPxPZJJSCXFeFSG0fwSd9ACKyMCAZi2HqObsfgnTuHvHP7iMXVGIunxQ4Yot00qdWHFBs1qq0WATNEIBjCdQeKTNZuDVSMVrM5oudKpAxc+VCap57LsbqcYSqWUo7pcmGD0tE6+WyGfCaD7mUYdrIcF+CrL6/zZy+vo2UzkMkQSYSJRy1F0mh0JBe6w8pCgpX5OKNql+7huP8idMNSx6Hn+6oWV5Ksns1gDUfU1yqUdlpsNTS2G3K1G2JoI86fy/HUU4ssLyTQh22MYRvN7aD1Oio687DYU/c42akkqXyMsD5QJZ9Lqeoqw5REEYiuI/u0IOhH0isPedS6ffaPu3S6Q+byIeYnQvT6sq0s6qIt1Zu0nR79gEFfM3ji2gTXr02QsiSjuoRTa3NQ0NSwRH4uRm4uTqvWpHxUIRy0mJnKkUuluf/Kvqo9X2fftqi7Pm6lj6X7XHwmwcWnE+QMn5zp47aGVEpDBj2NdDhGOhKjkxjQifdx6w79/Q7NQ3dsLqr41DWfRgC6zgi3Lb0KCVLR8XSd5OSQ1OSApdwkp7OCwx/yPenn7tbIrEbJnonw85cX+PkrC+y+U+Irv3+HG7ePKcYtSvEgcckWNzTc4ZBmb6Cuo6ZmYQjZToiaggw+GaKV2W076ROK+/SaEt0Gfcdg0DUJZ3QmzupkFjXiYY9YxGPVynM6lOdo3+Xte5JDPuRnHp/gZx6f5KWX93j55X1uFXo86MIgG+DMUzqnHtOZs2DW0ujVfZolGYDTCWdM4rkg+XhC1Vf+vMYXf++YtQ1HAFj40ki+8nRMVbXcUTmZiainbNcy0LdW9XhQ85hphJhthtSLhU6ZdLwR66/XKa53+alnlvjYM4toyTJOeBc36DMIpHCGcdZulFXlszEWFtK0nQG37pYol9qsLtmcWQxRLIxUI8RO6+ROCbpRo3KvS/Vej8eemuaxJ2cUAvrf/8keNzfqGFkIJjWijkXECXJ5KcX1M2mq3T7fvl/k1fUSy5kgS5kg4VwEMxuh1Bywdr9GudJjcSnJwlKCUrNBsVFnKmBywY4yG40Rnk4Snk5x43CfG0cHtBxX9F2GHR+n7OE2PDIJi3QiiG8NGZoDhU4L+iJA6MQjYTVdk+j1SLQ7pDMRcudm6UeifPXbe/zZy3uYcTDjmuKOD6s+hm+QO5VUdXSvTuF+jScvp/ilz86RmTH46u09vrd2RHpkkBma2GmDUM6k5Ywo7vcpF4ZMzWSYmslSb3Uolhp05KQ/7GMyUq6XrC0o3CTJfIqjY4/7d3tUD3ukBl1VP/Ppp/nkp57hzb0C/8fXvs/doz2Wz1hMzQQ5uN/lYK1HNhFiblKy6STw3KXRdRUKtFbziCQCSpiV2wm34WP5GueWA5xf1lUjUfJw5pNZzuamMYI2LxcLvHx8zKivqeo0+jQrgrwbYEd9giE5cAP0nADVokf5SAQqjck5nfkVk7OXEpy9mGBvz+HevSb7e12qFbnoicPEoOfqzGQMZtImqaQIxx6G5dEQgasvzoBx5lG37ak8hX5vjK2UmxJ7AKLrLy3HWT2bpDXyubPT5u5Om7AeUKUaSENotcYM/LAR5mefP81nPnKa1/e3eGNvi/2DJpXDvsqpzg8M8gOdT//CU3zq80+x3ynztbfe4u21LUoHXWqlLsFYgGBMAyeIL1N7MkHl95XAevn5HJdfyLFWqPPGWpHCTpfREeidANm8QTZvEktEiCeiCrXabXQw+gPmQnJi0PHnYzAfo9IXVEWDSs2h3R6phmK9rFGrgNYZoXeHZFM25y9PsriaZqdTZbdTpbHXo73TZ3Uyy2c+doal+RRf+s4GX/r2BonkiGTCw46HsKJR+qMgD95p8eBWi7OpIGdTJueuxjj34QR+OsAP1uq887CJ1dOxujpdz6Xt9dScu6GFCGgWrueqG4hwV45zndNzOZ5+Zom5pSS3dve4tbensggKFYeBoxNQTXuDSsul2u4xlTWZysmIsEfHHeB2PegEsEemEn9fuDpDTe+wO6yxW3VYW3PZ2ukTCvkK36D1RmidIfPpMNfP5JidSrDd8tlu+xytNzh8UFdorGRG3L8BBr44mLsKPZwQ1SroMjCadIY9KjIk0YaIDlEdnro2xwtPLysx6K07e9xZO2JQGzKoDlk+N8/Zx5bVBNqf/+k262slHrsW5NpjMi0UwoqHqDoOBXEV1VtEBh7h/oiFqTkWp+cJxk2G4QHlbos7myXub1bZu+Oxf9fn1HKUq1cSJNM6vUGXnnK+CMprRDxqkIqLI2/E1l6XTnPExak4F6ZinDqdZeV0hjJd1ls17h5UWHu1qWpuKcH8clI5gLtuUzUx7FAaK5igM9ToDMUx3yXY7xAS3H5OQ4b99o589gs+/baH73hMZEKcO5sikzHZXj9ma6NAeiKmSggMsjCTBs707JCpuSGNoka9FCAcjJFNp0nFNKKhAhGrgq6HVO2V+jwUFDwG07LgyCZoD5q0h01uv97j7Vf65Owkn/rwInNTSX7vpUN+/1sHfOZahM9cDZM/ZaNNWwxiPrXdI+o7R0yenlW1td/n1R+U2T3oqAkvGbvcu91T9eLT83zuU6cJxnS+dXeX768f4srNYWvEzKzO4imDbtfn/r0he5tDtJanBg6efUFykaYIpYY4Xotio8XNt11u3pAMG4uoaalMh8tXouhBj9dvHLP2sMHTF+dUdcpVijtHSoAJ57IEk3GKvRbFblM5LXtyTZCmuhVSIp8r7u/BiGhAJxYIMJuOM5dNMp2Poqd6qkT83dkukU8kubA0r9A9tw5K3N+v0D7oqrp4cZHrT54hnLbYaxTYrRa5da/BrXtN/JFH0ISIZRIX0c8wFAbO7faZmosyORtRIoS4UOs1l17TptcIc+6ixtkL0uR0aTYcGq0+VQdqHWhXPVWx4BhjlExFyM6miWUibGwf8nDrgKFyswrmcJz9ohsaiWCMhBnHV2g4d4zD9SEUNJieiKky9CC6HmRnr8ntOyUGI43L1xZYXslz+60Nbr+5gSuTfmYYd6BRb0h2WZ/cRJzcZFwhdEUcFUecnHukSRuUTE1d3JuWKhGA2+0Gg75DMmWSTEn2+gAJu4/6QQGoM5tNc+niFMun0mxVj9iuHFJstCk3OnQcn4ETpucEKclUZa1BPjvF7PSiyufFExSfuG+kUTei1xPckcQ91ChL1lirQSQiYplJqdSkXGyqobV0KqVIBUIEGKi8V8kxlQEvEYBbCiWYFgdvPK6yXET8kwGYWCJE0B6hWy3QuwyHkjerk4kkSEeT7G/XuHfvSAnB4hoUDG88GSOeihG0bAK6pWIfarWaagJmsjEymZgSr6URKQ48K5BG88Ls7W2xt7ulJrzDqQi+4eP0OwqjdnYuxdnZJCu5JKdyKer1NrtHJR4eVtlq9Nmuu1xcTHNpMUUyHscIRekNAkoAluthJB5QJbjukWsr4ohk0/V7MlluEbLluBGhNKRavUNpKA8H+L0OnuvwxPVTXH/8NAfHu7x5623urW8RtGZUbdzZYuPOJpFYhLmVGRKZlMpAFspJt1tULuB4LE86NU80nCUUSmMGbVr9u7T7d0EQ5oKxDSSwAtOM+pLbs8nBwRb5bI58Lk80nuT3/pc/eretfuXnHyOVSpJOJpQzsut01PcElSy54XJsSrPWDoUI22G1ryqMpTdS4pfkJsrzxLExzg8Wx6On8OnBoKW+JwK+iLCCjZYGdSQaVfXIISUZyp4ovoJlNMRiJCKHrkRJce+IO8wX9O7QUbmDkbC47ZN4WoiRF1IDmM1uB6fbYdBvMHQbyo0kbl9pyI/zdoUyYKv3IY14EXzFmSTIKRF944kEsXgUz/s4f/8ffo6lHyfe9vb57X/2b/lGa4hpjqiWD3j44BbNepnzZ85x/uw5OqpJ7TDx4n/NP/r5s4iv6IOPzZf+Jv/5v36gGu0qvzqWVEKlNPhLlX0KxR2SqQSrZy/w2DO/xpWVMyxlM+RsmdB/79XcvmRHbfD2m3/CV1++x3BqkW7H47ggjvQBkViCaDROu9Ol7ThKUJVtZ1mGEoAFs6nrUdVgl+9JM70/9OgkVvhPfvoKV6cTioI0fgzpd+vcv/Uqv/3Vl1hr24Qkg1rcszIgYEVUk0bwds2WS6MlmfIiWkR5/Kef4Bcem2Y2HSZkCfj5/Q9xBo9oVspsbt7nqy+vsTUSR5y4k8eCtYC0BkMT3xufF0Q8drpNVXJ+NrPzfOanHuf5pQzTMfn+e68vAkSjUOXmzVv85luy9lA2urFTT3DbSpgbI22j4ZCqsQAsjmQfZwDuUAQfGfwT4cLiyZ99nl+7OkFSfRYjnHab3Yfr/M4fP2T7REsTkWRsNzyxzYlo826W6I/ZKf6KX3ok/o6Jskme++gFPnomzVQySESh2t//GA/vNcp17t28wx++VqL8vm8/EoDlS2P34E9yAG/yN/75D34EAa1Eq79EAP6rvbUkH/7oOZ5dyTCfDX3gvYzo93rsHhT4wffu8bVdGS3/yQ8FAz9xJz/6yR8nHs5du85ff2KS+aStsJHjXX2EU6/w9tt3+dLrJSonCOj/GPHxh0T1E7e3/D1yLnvv8d4AwPhHPjgQ8MPC7yOEr+xRch/kyX6rHKbicBTxdzxEI8MLct4bO1THLlQRX9XklHL1nvwrEvm7wuSJm/sE6f3DLtIfNuM++lvlPf6rv/8L776dv/vf/1/4ah3pqHNOQHLBLUuRQmSYyxTSw4mwO36Nd1OR1WelnMAByfuWo+bH889/0mDB+13S7w4lqV8k23HsAFbPV4fkePhDet4iJIZC4sSVrFq5ho0HlURolzWSCIyP8sHfdSmLh1rtF+/OPqnXVK7bkwzxdxHUmgyvjIVlwXWbgu3Wx5/to6EruX7KdUjcwoLNHjvrxRUtLysDKDL0dvJelJh9kjF8sgnHo+8n2b4n+9FYmH7/dhz/8KOs7XePe3Fny7VSveYYnz8WacWhO76OKgFY8P2P8pN1uS7LdXWoRFy5Psi+N+h5DHq+uu8VQogg8N2BDO/JPXMU24qqNYKUYLflubL/KgewEWTgylphhKF1MANtJJLZMKLouq2ypUUEDlo6obCJKbExRlDkdNrtoSr5nGVfN2Rw00St6UX+l5a4TlsJs/S7+N2uEnqi8RR2NIGPXGcsbK1ONFCG4RFOe51mc4edgsX2scX01BIrS2cUJjZEGX9Q4bhS5bhcoz0w6PR12q0yTvOIgAjAZ2ZUaZ6B5htYmNiy5sbE1Qxc+VeuuaZFKGASEeHTrdGo3sZpbZFJLJBJzrO11eXu/TrVbgMt2UazO+i9PobbZzlrspw11PqqWutQlbzjoEnbCrKQnGExNcveZpnXf7BGudVj8vwSM2fmOT+V4fxkmuLOPbbvv8FRtcURWcqkCFuSiTqkXGlxdNwgnUtz9YlzXLpwmpXELKcSM6xvvcTG1ku0ehVGgvCORTl1+rKq3bX77N6/x+FehUJBSEYQT8RV3ykdDZGOhGjVGlSLFQaBPuaMhTlhYg5cgoMemh4FM0EmtcDy7HmGgzi/+f98l9/8d9/lk59a5JOfXCQbHEGlSafYYP24wXqhzrXVNFdX0xSOerz+ZoWD4x6hhIUVD2JJvzDms7o8xcXVWcK+T/HeHvWdAnYuhp2NkpmdIDc/re5jbr12h+JRmdOXT3P60mm21h6ydX+TggjtvkYgGuKJi5M8eWECM3qBYPQiTmWX+tZ3aRR3aDtivjEwhUQX8Tk+bLG31VCCZn5pnvziDNmZONmZGIFSEX9nj9tvlfnSt5psHMNP/cIiP/0Li2QTaTLxFL3WHvXyPaqVbVpuWFXQFsOKSenQYWutro7PCxdyLC4n2Nwp8XC3xFAfEpAIo1yay2cusTy7yPadO2zfvUPTDdLx4zzYGfG9NxrKSfu5v3aJz/7iZZJeheSowvqdI1753j57Rw6pxQmSCxMkbZ+EDY1qnYPdIoVii0oHup7Ok89O8uQzk0QkXqTfpXbYYW+jQ2G3y8q5KCtno7ieScMxMASlnBa6lkY0ECCq6bRaLRUl5Eg0jy+9OZ14EFXFukOp3qXnSiyQTb1hsLU7ZL8gUYMBQukAExMa03kIyRBp28NtDjmuuxTrrurBVsu+ij1aOhdlai6M7lnovgwb9JnIDLAEwe8FKZc8vv6NCt/4RoXJFYOpFQNbgHXmiFDQJxH2SNoQs4PEbYtMIkg2aarzXLU+oFQdKPRyqelj2ybxWFBdQ/rukG5vQL07oNHtM5OLMpuLsnW/z3e/1aTR8HjxM2le+EwaS2gAgR5JiU7UDQZNjY01j7W1Ea+tdXjtgUP2jM/idbh2Kcv1pTkeX5iiU9/CqW2xuzNgaxM1FF92PQaGycJcXhU9sRg6KhpHrtWO28fxfFXtuke75jEU+qiQboImCaGX2UG6A8mLDWBF+oRjLrmMxVQ6xUxugsnMZSYylynefp3dH3yNhweH3O+HOPCDBKO+Og5OTU9zamqKZrXHxsMiR4U21XqAal0izQKk8jIZ1aU/bJFL6jx9YYbHzk4Tjk0Qiefp7x3hrG9xuN9gszJip+GTnrdJL9j0ujVatSKxxIiF01Emp2xM6Y+7PiO5psk12zPQRxathscbb1d480aFlbM2K+fCjIZBqscmFUF4t1rUex3CiTB2PEyrJRGQQkIaKOFX4olkPjpkw9PX83z0uWlm82GZGGXY6VErHlMrFsjnY0zkYwS1Gfz+IqVjiz//5n2+9s37aNMTBKbymLZOSJP02x7NYQvH65FNJckmk9JcYNRq0nfkPCoitMQVedQaI3JzUaZPJ4iaHn6lQa/isFfW2K8E8Pt9PLfPwqkoFx/PMj0XJjAaoInzPq6pata77EpE2CjA1HyObD5O+7BM57BMqz+gORqbokJSvokezKKbWYrtDof1Gsf1DuW6q4b6Ts1FWJmXoeox6aTZ7VNtuzhDD8MOYdg2l09nVYXpMWxUaNRaHJRkOMNjSpDVU0mceovGcY3R0CMYkh6tSeFBk+MHTcp6hHIkQaXtUd5rMBz0OHU9xOnrNqdSUU6lowR9iY7TcJpDilstSlstaqER9dCITNJkKRNSrvVSyaNQFNOew62drlpxynEtvQcVomJopPO+qkzQJq2HqR173BbTad1j4VqW+Ws5np+N8vxsjM1bZb7ylS1uPajRitm04iF1TosImdB1KXccNdwRNSPYeohep6OGp2UkUNYrtmQCZz2iKQ+nLEZ3XxkIZSETn7KZPhchM2sS8DpqiO1iJs2FTIZRJ8BxaYDmalzLxrmWi/NHr2zzx69sc/94wHHPVPELK9d9lq94zCYDzKQ0YgOLcFf6Vx7NQZeO55JL55R54+vfafP7f1phY9tFk3lowS9efSbOtWcSHB22ODpsk477rMzJRIzGWmXIg+qA5X6MpX4UIxagl/foDPvU17u4h0MevzKtKpSVRcwxVW/EQSPEbsWitt2kut0kmw4zPROj6454uNmgXu0wM2kyO2ngtAN0WxqmoCBndMXKbj9waa+7Kkvh8hNT3Fxv8R++csA7DxsYCQhGNWI9i6hrcWYmzMWliEJBvLZe5+3tJhcXolxYiDK0ddqmRrHqsrvRotMcsHImxamzKfaLNfaKNaZ1g6uxKIvJGIn5HMmFPC9vbPPyw22anS6y7yCunwbKiRWPyDSRjmcMGeqS7+JjSltQM8glY6pibpdIu6kcMrGlCXp2mG+/WeQ7bxYh5KOFPEYtn0HZI+DppFdipMVxud6iut7mmWtZfvkXFklOmfzR61t869Y+kwGdCS1AOGtiT0ru4YjDrT6lvaHCIM/MZyk3O+wXBTXgkhK8paWRjBokIoYS6KS2dwfcuNGhduRy2h6xao+49pEP8dhHPqQylH/362+yUT7k1EWbmUWLnTsOu3c6TGdDnFqMYFmSMSw5CCMKpZ5yMMpiKJwOoHkag7qPaCIXzxtcuqArJI+l+cxlJ1mdWUYzw/zZ5i5ffbhHQByCHjgywVWSyQmPWFouyDrtBqok30EqkdJZOmNx+rxkQ0bITUVYu9fg7ddlMdobR/8N5cbEUA1oEYCnJWA76mHb42xCVzfp60H63b4qpz2i0xghlCa5qZEmXEic3AOfhcUYK6sJOiNY2+vyYF+cw6hyuygseEMuwEUfSwvxyQ8v8MnnFlhrFLnfKLK93WRvrY1X93gsn+JD+RRnn1/l3PNneGd7nz/82mvcubeLiYFKyQyNxtUy8esmet9TzqaIPeTSM1kuP5vlbqHJ9zcqHO91CRxDyAmQn7SYmAxhqFxrQynTfqdHBJ+zuShn8xFKMV9V2XEpVboKeT3oaxKlQKkwpFQYEeyPCEu+cjrMmctTCp2+XiuzUS1R3+vR2hk7gD/zsVWW51J86aV1vvStdSYmYXJKw06OpxZ7A5O1t5us3WipqbUPzUY4dTnC/BMRumGfV25UefNOA6sXwHI1htqAvogyAQ1DE+xTkF6gT0/rY9YDhGo6F5cm+JlPrLJ8Jsl372/wvfvrlCWEXoTTjo7mBpXzvOr0qTkus1Mmc1MyXe3RbA3oyYfY07B9g6fOT/DU+TydUJ9jvcN+rcvd2w6bGz1i0QCxqIYpN/SDIRNRg9WpMFOZCF0rRTeY5N4bR9x/s6AGVfKzNom8TtNpKux2KpYkHUtiRgcEom26Xo9iZUS17hFFI+IHeOzKLE89sajcHq+8sc2b7+yjOz6G43P18VM8+fx5jgpD/sPvrnH7VoGPPB/huReiEr9N34RjcbEft2jUHCaDOpPBAPPT8yxMz6NHA/SCXQ6bDW7cP+bWWpniJhQ3Nc6sxnnssRSxhEa53qLebCvHojQD8imb6UxU5ZxsFxwazT7zdog52+LS5UkuXpmkonV50Kxy77DG7jtddm92SeWCqiRj1e076oIXi2UIh5O0BME60NB7HaxuW+3HuRmdWFZn+8BXhSv5vD6puMHUbIhoNMDxfoPCQRMrNs5EGg4C6niTBsv88oiFlRHlI43KUYCgFiEVjZNOaGSSVZLxJoOR5G1rFKoj9ksDCASZnkqTzydwA136epfXX3b4zlccUsEEn3lhhYWZJL//rV3+4Fu7fP6JGF94MkZm0aKfM3DDI3qlsqro9ATRqUm291zeeqvCUdHBTgTQg7B502HzhsOLT83zuU+exoqLALzHq+uH9J0hrjMkm9eZnDZU1sjaPZejnSGhQYDQUOPDz0/w7AsTBBNDmoMWR5UWN97sc+Mtl9l8gpl8kvl5i/klwZz3eO2tEg/W6zxxcZonLkzj91wcyXPtD+kFDHpagI42oMOATqetcoSk6WSGbCUAd3tywzJUmdRZ22Q+n2V2IsfxYe3sAAAgAElEQVRkPo5nN/BCDXZ3aqpy8QTnF2cxLZO7R0esH5UYlGBQ8llamWD14jRWwqTYqXPUbHBnrc7t+3WG/ZFyYQnuPJuKELNN3F4P1+0xM5dlej6nHKaHB2VKxSa6H8EgzMopg5XTBr7XVYtJcQJ2RgEc2Rda47JUUyekRNXEpI2dMtk/KrF3VFT5JqOBCtBDkyyOkGRr5ZlMTVBtVKg2KyqvTcQkuTFMhIMkIhYzM5PMzE7ycLPGd7/3kEbb5fLVWZZPZdm4t6tcwF4ghB5K0OvD8XFDxSxMzaSYnE7RanUoV2oK/Td28JlYRhzLTGCHDEK2wbDv0nVEJO5iR3zl/PP7I7z+iHQwzHQ0zuJUmvPncywsxlk7KvDg8IhDlS3fxJWbNCNLgDgHx9IMqZJN55mdmiUaSSlUn6x2Pd9V5fY83N6ISrlBuVRTN+KxWFCh9srFFuVSk0gkonDLdtim05O81oESYA197CCWWAZpGGYzCRLKXdtXFZUs86SNHRUXYxvN6DMcBBkOg0iKkKSBVks9CocOpaLD0B8LjIlUlHhahKW4OleIQL2zvU/puMTi8jQLS1Mqz7TbbRHAIB6eIKQn2NnbZGd3S7kANUumOUVcGyictwjAZ+bTzCZtZpIhavUWe4cVdo7rFLs+x47P5dUMV05niURiAjuj3YWjYotSVfCDIFG2ZiCOqaVUVpTTaavcZssOY6njJqjc+6I1ifgp4qYmCIN+myefPMOTT67ycPchr7z6Ku/ce0gytUoqvcrm/W1V0hjJTqWICGZHRE5pXbaOaTePSSWnyGWXiYRTqvkZ0DVcf5uev63c7LoeRpMsjVGUoavTatZoNmtEIzbRqORVh/nSP//Td5v25z51hUQ8RjweU8KYHHfSmI5GIkrwFVLIoC/bzlafv/SUxdEjTldp2IogJ01rKfl6s1lXwqpt26pEEBfRVRrgcjxLi1peJxIVJ5C4ojx8QWKKWiided1Hk0CkgOSqSo0b1sNBl77bUi7gaDRFLJrCHeg4XYl0gKE44xAh2cGXnB/1d8u6O6ByjOUYftT+lt8p13y5rolALyJ2LBYjHA0zevEf8s+uz/0Ydcnl/lf+Jb/xdQfDkKymEbXqAVvrtxXy8cLZc1w4d06hGEUA1o0JfvnX/zs+Pvc+xfbRq+5+mY//xj9VzXYrGFYl4ogg2Cr1Q45L24TP/wr/+L/4uzyd+5E01h+vfA1KrN/8Jv/mK++wVmqpieBINEYkJgKwCDKOGqKwP/53+L8/u/CBjFeXB1//P/lf30pw7eOf4FeuyU36T3gMarz6x7/JP3nNwRIBxdCwLcGEJdRgngzwdjpD4uef4b/6wgWWf+KLfeD39Gq8+o0/4H97rTh29cqUJxbDoTiIBbUsQysmvV6Lntvi6qd/jr/91Cz5H7OZP/gO+vUS3/zm6/zW7Y4Sf0WwGOOfZahQIxoRAdjiC7/yc3wo/YFnlzf5tX/5Dj/9Nz7BL52yPyBiK9WQHoJ5/8Cjfci//p9f5pWT7M4fxTy/9/Of/k+/wC8KDucDj503vsx/8ydj0VNeRiiw889+hF9/fgqZX/yrPvr1In/xp9/itx+On/GeAPw4//g3Fpn+q74Q0Nl+m7/1b2WIYSwx/c2/80s8l/2RLc69P/8D/skPftILR3jqE0/y1z6UJ/tXfC+d8i7//g+/z7eO/79fVyTOT/zq5/jlhR8eN6BX5Hf/p2/x9cQcv/qFx3lx8gPf/8BLDuoH/Lsvfo+Xmyeo3Q/kDj/68R/K6D354iNRXX1uatDgBMmsvJIfEHvfzb8dP/nd/eT9IvYJyldhiqWhqRysItCJNfUkh/YRRlkE4BMEscJXn7iAx8A5yck+wUKrJp8gfcfYYhEkx+LoePhZBiYeCZpKPD7B946dlj7/6r/8wrtb7O/9D19EG/TGQl2no4RMXaIEhHim4iIkG3bsSB5n4p68y5NNoVDNgkt+Vwr/4NEy3khjrfxHU7TfL7g+wmyrz0Chrk8E4BPBW+UB+SKS+9hhIcrJ8EtfDZfLsOsjAXh8DRIXrLyG6OXjqAIl9J6Iv+9itpULe/xm3vvaWFiX65/cQxkBDUuG3XVBcp9ch5Qreqjcv7oxRmI/EoBl/TAajh3VylwsWb0icopYq4TtE0H3hBDwLuP6PTP3+/bo9/KDx9t+vA1F+PVU5rO83vsF4OF7ArC4hJUYLfSI8dCB/KyIwIJ7lvOfDM30hXbT9bBCYzKFrLuEsiHbTAnAoRhDtY0l/3csAMu2UjnuuslIejNDOR87mIGOwjQbpsQUWDSbLUWnCFpC57Ewgye50kIMUhl7Ir6fIL8FHS3uX5l7kG0mK0Stjam10fpdWcRgoBOKpAiFRQAWTLncK1SJBIrKgduor9Go71BoxDluxJiZWubU/Gnito/n7tPtHHFUqnJYqmBYCXQrTqd1TKOyBcMaFy4sq/IG4orWodsHaQT3hrSHBl0tSDifIZLPqL6gJdS4Xo1W4z69zi7pxCKp+CJ7+0M2HnYpdaq4VoG+XiHg9Ah0e1xaSHJpMUnf6XIsa9h6h27IpmuHydopcnaa/e0qN9/epNkbsXR5haXzS5xKx1nJJDjef8Dmw5sUmx3KeoYacfqtuqq2M1LxKAsr87z4008qXK9Z7RKsORx31lX1R01ZnSl6xtziCvNLp9i4eUfVcbFFtSXCi0SppdSQYSpsk7JtysUqhwdFXM3Fng9hTwUJDTtYQwfNEAE4STI2w2xmhX43zG99+U1++8tv8vGfnuMTH58nK9SmWgen2FSEvIeFBhcWo5xfjNJqDdnY6XBY6tHqefRGkJ8Pk5+zObU4ydnFGXR3yPbbmxQeHDC5nGViKUtyMksyn6VcanDz9bsUC1XOXjnDmStnuH/rgaq67LtyvshEuXI6w5XVDGbkgqpu+YDW9qs0ClvUxA3ueOhRj0B0RK3cpXzkqOicUxdOsXBmCTsRx47HcDa3aN69x+0bRb7xmsN+y+ATv7TMJ35xhUQwTlwG5avb1Ap3KZe2Kbs2FTdMJmOTyYYoF3o8vFfHG8DFCzmWFuNs7xXY3juiL3ldQZ1kOs7q8gLzUxOUdo4o7hRo9XTagxB3t/q89GqdYkPjc5+/yGe/cJFg+wCzc8jmepm336lSqAyIz2RJzOaIWRrxUACn7VAu16k2HZrukIGm8cT1aZ54fAqn0aR8WKZ21KFVGdJrSiRfmOXViKKt1TtyDfIIRwZEIyPStkk6bOK0BnTbA7qCsh7KvqMRtwLEggEqrQ7VlkR/BBgMLEpln3trXTZ3XVLTUZLTUfI5n8nsiJDuK/PUoONTafcpt1wqVY9qxccKm0wvhpiejZJPZ5hIZ4hYLVVykh0MAlQqI175foPvfr9BNAcxMSXEAoTCGpGQTyLUVxm9Eu1mW5aihc7kbUU6KhYdCkcOpZZGqakRiVskhAaqeWpY0On0aAnIy4XlmShLszGKuz633xjgdDSeeCHOEy/KcdjAbTdJGh4TYR1jqHN8HGD/UOPN9T5vrg9ILg2YuTRkeT7OcnKShViWWnmLemWLYmlIsaRR6/gCDWOom6TiGdKJtBKWQ3qPTktMUT3l4pSZcN/SiGgholpIZZU67kjGpNQAl1zDe0OP7sAjEvWIJTym8jFmJ7LMT04SYYaoNkPh3h32bvyA9aMCd3o++96IcKxPON5ndWaSMzMTlI973LlbZne/S61pUW+FiCY9Ykm5B+wxHHWYzBk8f32ap65OEY7OYEdm6G7u0r53n52tOveLGg8bBqevpjl1JU2jesTR7jbh2IBTlxJMzoQZ1UYMqx5mxMAMGwSEcNfzqVcGvPp6je+/UefsZZtzl2zcrs7hNmo/6TKgFxhiRoKqmpJlW3VwXbk/FSKdSSbtq7p+Mcuz1yZJRwO06w3ajRa9epeuEMOiQqiT+88pfG+Rej3KG28c8fobBbR8EqTk+tlt0R91aQUGOBKpoIXRA7aKLNCGTYL+EFszML0AB7s99ne7WDmT2FyQRFwjrQ8IDoYUjn1VTsul2+4zsxTm7ONJspMW7Yar6L0LEwYLk6YivxbLHbSAwdxSnomJBOWNI8obhwxkECIiMWEefqdPoOuRzi2Rzi5yf7vCW/cOqLQ7SrwORwwmMxL9ZQoaTa0FGm6fcqePeKpCkTB2NMz5xZQqy+/jyvmh1OLBjsNhqc/Fs2kunknTLjqUthuq1yP5syMjQHmnTUmybP0INVNIvTLI0ZREZk49bnPqus2CHWbBjqC7Oj2hEVQHbK3V2F6r4WdN/JzBzKTN6nRYmfMODl32Dnvc3Rlwd1eITiPC9ggvINcLH+Hy5Sd1VUJ7tfsa1WOfBxsjao7OqSczrDyZ4VrK5FoqyO79Gq+8dMj9h23qhkVdhrqMgKreoE+9J+QCn4gewdIsup0uXdUn0FW/NJzQiKV8dQyI+1dcwGoQUgc7HSI5FyMxGSIe6ROP9jmbsDibDBIWetcoht4PkqoPSNcH/NE7h/zxO4fsVka03SChVIDl/5ezNwGy67rP/H733vfuffu+9L4DjQZIgCC4L9qsJZIlK5Jsy/sksUdJalxZXPE4KZcnqUoy9ozHZU/KHtsTx1VeJmNb5U2SJcqUqJWkSBAgiLUbve9v39e7ps55DYomYY+cZv0LINDod9/t2/edd77v+30P28xf8FicDbA4GyQ10Im3dDq1IQfVJoVWl/zEBGOTE3zlpRZ/8eUKm7uiH/xEAL74ZJyLTybY2W1K0SqbVDgripvjKuvVIeuVAad9SU5rSQaaw4GvQ9cyCTcVYn3RsRpjdipGfGJAdKzHbnvI5XWHK+sOSdslYTkERN+g6PmzHBoitTcwyWT8ZDI6nu3JNbsdVLFjKsKUbW6amFtDzj42xsrjea5vdfmLvz3mxnoLX2DkQozYOhFLZybrY2HCR6Nrc2O7z/qRyaPCNfNAhupQMO/bFMqiR3Eoak04tRLn1Jk4e0dN9g6bTAd0HsnFmEtHCYwnCI4leP72nhyB+guJjRBPA1NHtUSPgEfAj+x5s7Sh3OhSbEU6FKZzcTmhYQ+j20IPqvjHEvT0AG+sd7m23sNSrNG0XOyyK0XT2FyI6HyQztaAzlafZy7l+LEfXCSW9/Gn397kb6/sMelXmNQVQjkfgXE/zbbH4YZFYcdhaibG9Eycas/iqNYX0BsWoz4mozqhhEEwbuAqppyd3SE3bw7pVGwuJBQeSiqkzi6SWlng1n6dr768RqFTZ+FChPH5IJtvtORM5w2WF8PEIwFcS2fY97FzVGP3sI4psGyGineCtY75VS4+FuDhRw1CjkXINckmskyOzWGqQb50Z5vnVncI6AoBvyKTgL2KLf+96BUMhA1qZUuO2HDq9Wxy4zrLD0Q4fS4sX0zFbN/tsH5b9KuZMj0reqvFi7wQjfIJjXxcIxIWb1Bs/AFVcva8YISuSFK1eifdEaKPTqSORV+NgiEcrY7L5HSEmcUYfUdh53jA7nGfYNSRm929ukqrpNIoe9TLDj5P46mH0jx9MU1bsOwDsLXe4varFbyWx6eeWeSTzy5RS5hy3rhT5qWvH3K83yWdCBOLBegpbTluB9y2hmYKY4Ho5B2hKB66lOb1UoevbdcpHQ4IlF1ipk+KBDOzcVrdnjQsaJZFyHakqPPo6XEeWR5j1WqyZjYkArtSHsgeSV1uKOsc7vc42usRUVxSBuTSQWaX82RnE6yVK6yWq9T3hrSEADyR4eMfOBGAn7/L555fZ3FJZ+GUn0Dcj6376Axg40aXjes9njmV5JnTKWbPhcic91NTTJ7/domXXqvh7ynofWRPpxZyUf0CP6XLF62eeLFULLSair+kcWEhz8c/eprTKwleuLnG126u0mwqNFsKw7YijRnSHSSCvg6M5WAsq8iewbZIhfdGRoOApvHgXJwH5hJYMY9W2JIuwttvdNha65GM6rITNORzCWoumbDKTEonmwyhRfJyrr64y+sv7sjC9unTMdKTOsVanVKtTjoRl+6uUMJFT/SxlSGVqk2r4RBVfETxMzWdYGYhTWfo8OJrBa7dKhNXNRKqxuNPnuJd7zvL4eGQP/yDm1x7/ZD3fiDFez+QpDYYyPtZtTmk3rCw+w4LwvEYM8ilMxJH4gUV+n6Tg3qLV64XuHazQquo0CqorKwkufRIWi509w6rHBUa0rwiUjLTuQgL4zH0gEZdIMS7JnZxNE88McUTT07R0m022k02Km0qmx6VDYHXHuCofSzHlKlA0S+ZSWeIxZO0LWiLN/z9LoFeh1jIYWLBIDnmZ2PHZX3XQfdUYj4f4TCyg1OgqDsNm25TpGBNep6FoGkI/HHQr3LqrMbpcyrHewqFfQWfGyAeDJFNqkxO9snmBrQ6Q1odk1pLodYSrnGdbCpCOin6yD28oMfLL3T52udaJP0JfuD9S8xNx/mz5+7y2efW+Mn35vjJ92VJTPvoRl16QQu130Xtd7ACSexAkp29DjevF6k1usTzhsSf37ncY/Vyl/c8PsknPzxPPBfkRrHNzUKLg70qB7s1kimN8UmDfg821wXK2CYosNmOy1PvyvD0u9L4Yg5Nq8tRpcvVV4dyHliekCPE40TGptlt851XS9y5U+fcUkJOPBQmooekqLtTqHJYa+ATC9SIj+GgL9+g2OLFVXQaehpDmQx1GI/5GY/pzE2OMTU5ST6fwlKqcvb2O+zvdcnGY5yZH5cC5maxwH6lgtYz5ERTBrG8LjslWqYwYJjc3Wlwd7tJv21j910iQT/juRCJuA/T7MuZnp5hamaGcqnN+sYhhwdlmcYNGj4WFsMsLoh+MJNOs0V/KEwiOpaiY3dHI0xZDKWRFX/cRQ3b1AS2rd2h3/UY9kYbn6KTS/T+LkwvsjCzwJ27W6ze3ZK9j0KUFZt2kvxuwoWHzsjZ3CrzlRduclysMb+UlG8oRdqqUa3j0+MY4TS9PuztlSmVGkxMpZmcSkvRsVCo4mGTTOoSYWz4EgT8SbmZMtpMs+SGmkBEi+S8IuoUui5m1yUbDki81qnZJA8+mGdmLs4rN7d45dY2FdEF1h/KzaxoKIvuS7J3VGXvuEY4ECYVSxAKhGWyTmyM9QYt+v0mvZ4rMTjtpjiXA4nUTmWCsjaiXhXp3h6RqBCA0wRDATr9Id3BQOJQxQwHIrEthDHRYZsimYxSKDQpFhrEEgGyY2FiCYVAxMKvu1hmAFvggjqjTiDHFB2aISkKi27P3rAr+5JFZ3QkKrDHAttks3Zzi4PdI06dneHUyiz9QUd2kxr+AHNTS+TTE9xZv8Od9VVavS5905IiaThgkIgEmMlG5H0soA4JaEOarS7VWo9qY0jf9TFwfJxZTnJmOUEwGMN2o7Q7cFiqUxKYBlX0k5vEI2OkYtPg+ag3KnQ6LeKJLPFETiIwBdJRiMLddg+r35VvuA1lwGOPL8vZ3t/lxVevcP32NtHYApHYPI1KU454+yFwvyIJrYkie0WnWjmiVj4ilZxgbGyRaDSGHhSvhxb19iH19hHxWI5segbX0aiJDvPugFAgStCI4SG6swZ4isZzv/vlNzeFl97/gEQ7iw1w0SUpux0F3lZ0JyoK3U5PdugGTgRg27RpN5q0m20pJotJJASVISUTvocH+9TqVZn+1Q2dyckJJifHZVpHJNNGSNwRLlP8mdz4FY8nk74erupIBPRI3DZGvZC2Q7/fotOpMeg3yWYnZDdtp+tSEw5kgSYPCsyoijPsYg962NaJcB0MyDS6eD71Wp1GrYYREBUsBsFQiFBE9ImJRIFIKjt84qd/k+8bu4+w1Njkl//Nc7zW66MoQzTfkF6nRKW4jTVosjAzw/zMDENR5zAU14iK79n/kV/50Cz+fptSpcr+8QG3Ll9mbetFbjfFBrgt76/ifhuPp+R0elX0J3+ef/fpJ0h9D6Lm24+0uf8t/v1vfp43XIFeNvAbor9qhA8VGzk88eP8zkem3ybwmtx9/s94de4T/PCp8H3EzfsJbXW+8Tv/jn+76WL4hXs6SMCIyo16gZ+OXvg+/ucPz35Pwuw7v/qAm5//9/zyVZNQOIKqBrAsIQ6MahSEEGE5Gh/6iY/wE6dD3+Px3nuUAbe//AL/58sdmZpUhQgk+yDFPUKXG9k/+BMf45H7CMA/dyXM//6h/NvE85OvW9jm2948z7yDHG5y58t/zr98+Z6qNVJq3kQbv6lxnedf/OIKS28XQe0Kf/p/fIUvSNFrpJs9+NEP8bOPJO9/HP8pEddu8c0//RK/u3mvI1ccwKP8q18SrVLf+8c9AXgkQHn80//27xGAn/tzfvlEAH5nj+8Y/+QzT/G+/4QIe9+jsrtc+fIL/MbVEbHg7R/i3iUE4B+7jwD8//7eIQ/+F+d5UKB2vpePxh6//tuvcPNEyH3rP3nrc3r783t7Climce/h8t/+uG/Vg9+8Pv6OFPx3wpziNUb8J3G8UgC+J9iOktySXHKSEn1TqRyBjE96fUcCsEzDSwS6qLoYHZ9Ixt4TSIVBQkq1QrSVDzMSDYV5R1AUfvvnf/jNZ/I//NpnUUV/u2nJjviRAOyTvwpxV4i/I/TziSAr/uxESB4d8+gi/26S9z4C8L0fo7cijk+O4K0C8HfLn0cn9s0E8IkALOsGPGHuQwrAoVBAElnEjDDVQnAVgugoASzWj1K3dkU/8Kgr+LvNB6M15EkB78n5Ggm/o8cWCOiR2Kv7RNWJJhPAwlx4j5ghXn+EiUpsLAsRXIrtAvUt6xLEa8WoWmGU4B0JwCL5Ku7pb3ZKy+vm5PmeiNPfvczuie3fFd5HZoARa1xWvchLQjwvIXILwdpGu2cikAng0THIa+5EAFZEmeS9NavrYJsuzlCYKVUChuhOF6+HA/k8glIAFglgQUUZCcCCqiCOXxp7JLFDGDp9sp5A1/oS0S2oEiKJLek0tTqBoEEkFsGn66Nua2Fo8HQ80d13YmwYVUyPMN8jo5kw7XXRxXg2flecOZG2DiEjkor4tzohrU5UK+EMj6hV1mg09nH0WWx9jnQ0Ty6ekwmcdnOden2XQqXBcaVBLj9DNjdNp35A8fAWVu+YCxfP8NBDZ0TgmGEPiTxuHhxSrzaoDaCvGJy++IAcv4BM9AZgCRHqGMWtEdDzBPQch0cO23smxVaZhrNLzy1g2BaGZXHxVJaHlnIyObW3U+C42MKOJrBjCQLocgqHde6uH0uSxcLZORZOTzOfTLKQTFAo77F9uEap06biBqnafjrFJp1iA1U38IXCLJ89w3vf9yyn52fYv3qFvdev4kuDlvZQNRPVHmD4hHE5RDobZu92kd3bRUrVPpWei6fqjGWT5NMJMrG4nIP9IuvrB3TtPsHJAKG8TsjrEfZ6eKqBo4WJ6hnGQxNY/QCfe+WunKefyPHME3nigsZR6zKodSm1hhTbQ+ZyOvM5Q66/6z2bYs1mX1QB1R25BzO9HGVpZoxT0xM4bZOb377L9s09Fh/Is/RAjng2STiZpFRs8MZra5QKdSkAn3lomZvX1rj5+hqm30cwlyQ5kWRpOsLSVBgtuIIaWMGuFRjuX6V5tMVhqU2x3kVLgprwGAo0d8smEo6wtLLI3NI8eiCNYWQ4un6bnVcvs3qzwLVNh4an855PTPHuT04S8yWJ+5L0ygfUj9YoHu2y19HZ6/g5cybB8pm4RJce7rax+o4kcwn65OFxicPjIiY+HF+AcDTA1GSEsWwIu+1ht6FSF8GDPre2B7x8Y0CprfLe983w3vdN49QLuI0CxeMuOweC5KgQyccJ52MEVZ2gIpL3YHk2JiYDBrg+i1NTKZamUuxtVbl9o4DVF3u6BrmUMUL0hj3aA4d6x5Z1L8GQRyyqMZYKMpYK4Yr7h+XS7VvS0C18oYlwmGQoQmfYldMXtX9DP4WCw/UbLe5u9ohkA0SyQaYndWandCJ+sd/nYAlcr2XRMsX7JId6U3SbC0O1QioV5uzSIiunFlFskfqvYA6FwDyUOPW1LZu1TYv2cEhnICqRAuTGY5IkF6BJQBhKAiE5U2NhZicjWL0hBzsNtrfqHIg0ZhlSYzEmZhP4/A6dVp1ep8vQ1jEdg7G8j/ExP7oXxu3F0bUAYzPI2V8vycnFPM4tGKRiOs22Rq3pY/1Q5+6Rn/CYSXq+j6662DUVswKNZotGs4lqeOhhBUtBVt6JTmp7EJOTz0N+zKNa6rO+1qHZtMhO6mQnDc7N5Tk3K+5zKu3GgHbXoWP6aA9V6t0h9e6AbE5nYirIVD5NPp5nPJaDVhul2aZ22KS032Kj3ORas86h02ZywmFiwmY86mciprO/b3L1Ro/dQ/FeOYbpCvNoD03pyrWDMLBOTBh8+EN53vOuMYLGrJzu5l3at65x82aJl9c8rh1oPPvhGTnN6jGHW5sEwkMWHoySzgeobJtUt01yUxGyUxH8noIrMMHFId/6Tp1vvVLnwiMRHno0KlPP67f61BsuwUwAI6HTd105nbYwuAtiko9IPEIiFWFizJFzeiLOymRSdg436gW6zSaa6Ucd6rLjXIylJHC0MfpWnFLRJ8eNaLhhkVjt0K/VpHF6EAjQ8/tpt10Z3vPoompt0iE/U9E4eSPKnZs17tyoMQhZOGlXBkZOTwTJhv1UDi0qRxbV2pBazWRiPsq5R7MkMjqbqxW2VqtM5FUm8orchxEG6EjMYHEhy8RYnMpugcpOUZpT4vksjqBrlWp0ax0mp08zNb3MS5ePeO6rGwxdi3MPZZiZj+BZJp4lKnKGuO6QWn9AUdSKiX1LQfULhzg7H5VjKGIfayA1he9caXF3q89H3p/h+9+fobo9ZOtql97Aw8jqaAmVg806+5sNKl0fNdOg63nYwsCQ9Dj7WIKVx+KEmg7hpkvnyKK8Z8vKzlLdoVS3mb2QYOZCgmzcR1L1GDaH3NlosL7boWkFaNpifWEJLi1906TVs+maLlPTBpMzBgGBbu5BteCyvtn00LUAACAASURBVGHT6MPSkyE5p6KGnNpmm9VXq+xudznoaux3NfwBBV9QrKZdLNcWnmM0R0ex/LIaS4RwwhGdaMwgHFMIhMR9SazHVTxXVFeJfbUhtqJiG0FCqRDnHohw9oEw02pXTiqUIRqfQxkGKb+yR/mVXV4otHnhuE1FaERDn9x3m3/YYemi2LvM8tDFLOGyi397SGW/y06hxX69z/TSDFOnZnj+pYoM0m7sirCGMkoAP/xEUs7d9TprG3XG0hoXz4ZIJTW2Kj02Kz3OhDOciWSomENutqv0TJN5LciMX3S0qUQiGpkpj8ysx0ZtyFff6PLN6z1WYjorcR1X1egjxDkHrydfukimA6QyxsgloVh0VGioCv2hB7s27FicfiLH6cez3Njt8fmvlbi13pbOQdEjG3H9cvIphYmsJ29mGwIbUfJ48tExnnxkjN1Kg+s7JQrlLlbLQ1dUlk9HOb0c5fCwzcFhm5lokEemk8xko7iJAG4iyPNvHPH89SN6wyExA0I+Dc0N4vMMySfXfR62YgovicTQuaa4AFQWxuMsjsUJOQP0YQf8YEcN2pqfzWOXrWOXnjWkbw0xm45MAAvmU2hGJzRtYO5ZWLsWzz46zo/+8CKRrJ8//updvvSdXeYio+6GYN6PPuGj1vTYX7M42nKYmg4yNR2SDorjpkPar3EpE+R0Jog/G0bPhmm3q7Q7NXmD3thwZaL5UtYvp5tN0s2m2DhucePGIS2zx9QDUdKzAXZutNm+2WEy62dpLkgqGpbnAstgv1Rlv1SjObBoWy52X8HXFT0qfi49Febhp8NErS4xu0c8miSemaKHwQuru3JE33MgoGC2oVv28Ewf4VgII2hIJ1GlOMQRbyZUl/Epg1MrEeaXwmxvWuxsmBzvDiiIYnBsojkFIwbWQPyAqWTjYhQi4ocv4Eq8kBKOoYajtOsd2rUO3ZZw09gjLIGhygmK3koPcuNB8jNhhjYcFSyOyyaBpIWRsmgXVRp7Go0itOqOODweWApwbilAWPD28zGOdoUgVEUbqvz4xx/gJz7+AN8o3OXrhbvcvtVk68qQflU4UWIkM0E6boO2W8fqOthd8FkQUJAuuQfPJXnwXIor5S5f3W3I8xJrQNrzM7+YZGEhycFxlYPjGrppkRbdu8kQzz6yyDOPLvLy8QEvFw44rLRpVk1sUyMSFJ01YYmv2dtukA4oTMQ1stkA+bk00bEIq4U6d4o1antD2nv2SAD+4DILMwk+/9xdPv+luzxwPiTHF1foqR71rs3O7SG7twa891yO957LMrFiEF5WORr2+dJXC3zzxYoUf/0DhVBUIZRQ8enijbYq8ZA9n0NPs6GiohyrPDSX5VPfv8SZs3G+dmedF+6sU69p1KsqVlfBG3rYptCENAZopJMOqYQj37B2ap4UEQU+UBgO5vNB5vMhSKnYKZVqy+LO6y2273RJRgySUTEqqahCNqaSi/lIioRVKIcezHP15S2uvrxJLO1n/lyS9FSQ7YMK2/sVxvJxxvNxoinB/R/iioVDzabTckn5AiT9ApPtxx/zUW5afOd1kZRskzX8ZAI+3v3sEh/44ArHhT5/8AfXee31Q555T0bOYaMlhV3h3hV9BiJht5wOspwOEIuG5bgBhYHhslft8O3LBV67VsZsaQxbQgAWJoIsPt3j7nqZ7d0quk+cF4WlySgrM3ESaR074Mnu4v03Guxda/Lud8/I6QY8tjpttus9mvvqaHp1Wr0GA9G3eNKBns+mSaYSdGyPtuVhDHuEB12SMZg9HSQzFeDWmsntuxYxwyAfEwkjF1vp4ipDVFeXU+h0KHbb9EXnclsgtDUefCTI+UsB9rY8OYqpEdX95NIqC6c8JqZcyvUOpVqHVlv06RhoqkEmHiQZD0DEhxfWePmFNl/9nLjmk3zq+1dYmE3wHz/3Bv/xr6/zMx+Z5Kc/PEl8UqGuD+jqQ8KqR0SF47bOcUvn8EiIumX6wz7xfAA9onP9pR5vvNTnPY/n+dRHZshPR9gbKuy0bK6/sS9HmKrGxwMMBgq7WxbVgk3IceQ8864UT787hRZ1aJg9Dso9XntpwGsvDXn80ixPXJojnVPxhftU6i0uXymxeqfGzLjB9ESAifwYE7lJSdm4vrrJ3Z19oqkQ0XRw1Kk+GMhuVoE1Fh2ctnD0Dx2m0wbT6QCT43ny4+OkMgksp47l1tjdHbC72yebjHF2KU84rLJfLlKs1Yj7k8T8SSytT19tYyoOpuujbylsHzXlCIdwr+4SDfmYmQ6QSfuwLIH67zExucTk5BKHhw3u3Nlld/eYiKhQCsPCfIL5+SSaItL7bUzRTeo3sFQDu2NgtQ2cvovTs8USDEIDvIDowzXpmRa9tkevJTrGVGJJH7lcjKWTHqtXX7vNq1duY9oi8e8noKv06zaDhsUzzz7Ms++6xNZ2iS8+d4WdvSOyYwapjB/Vs1E9C7+RQA9mJIpZ4LGFO39CVjCkqNdHArDoSMuPhUgmRaI5iqaIdEQf2xzIjUkhWom9QFvtYat9unVHzngixJmZGGcWk5wV983pCC985y5ffXmdjmnhiESFESIRyxEyEmztVtjaqxDQDRLhiHQti7SFEOEazTLNZgXLVLGGGt226Fm2EbTp7FiEbD5Ko9ajUesTjYYZn0jJDdO2EDf74loZYlvC4DZSJ0LhABPjaVKpKDvbJbZ3SsTifrL5IPGURig62hx07aicVrVOS4hyvjjRcB7DiNHuNeQYIUVWjIRCcSLhDN2mxa1r6+xtHnDm/DxnHlyg3WlRLpdkAvHs8oNMT81x/fZNrt+5QaXWoNFqY2g+cqmkpK6ko345jlXHsRqyd7XXEwhssbE5Eh2FoWt6UaCn41i26DJWOCxUKFRq2I4wsohrfZqJ3JJET9dqRdqdBqnMFKn0lOwSHNo9Ou2WNAOY3TaxoE0s6HD+whwPnp9j/7jIleurrG4c4Tcm0I0JbNNCCKyW6Lt1hNAIejCGqgU4Ptjn+HCfTHqcycl5YokQ/mAfVRd1Hg05Y7l55mbOyg3W/f1NWs0a2dQ02fQ0/WGdwbCB7Xh85feff3Nf+NT7H0LTRhu6ogdRohg1VW5yi03aTqsje6EF/lt055r9IfVqjUa1gc8fwKcHmJicZHZmFtMcsrW1QeH4+ISLCcvLp1hePk0kIlI8IhFk02615bkRSWDxNUNGkKA/KI9BbCeJdZrAEft0gUI3GfT6cl3abJbp9RrMzCwwM7NIs21RLHdkQjocj8n1oNXvYAscdHc0iXicyYlxiaTe292VIwwMIp2cyWbIj41JcbvVatHuPMLP/cKnWBZomrd9VNee4+f+w57s6vVEtEDpYpt1Bp0Siivc6hnGs+k3u4+l4ODz47gKrZZFs2nSF2aLQVPio0Oi60FxJDq91xuSiGdkP3Py3T/Pv/nUOSLfizD193xOr/Aqv/97f8vtk4iaFNN9uqwkGV74BP/XB6feIQDv73bJzyb/cWJq8Qa/+K//mrs+G91vYOhh+TrqOA/y8//8KVbucx6/56dlVfj6H/0+f1AOS/ynSP+6ktoj8Kwe5//z7+d/upj4xx3vmw8+4LW/+jy/cc0R0oHsihUCcMDwEzT8/PBP/QCPvl0AbtTZjSSZvW9K1WH9K3/CL7kf4g8/mHnHMZkH1/gvf+/OyNJ9T9x7M9k5EmEyH/0gv/5I8h2np7HxCj/7R1v3tDG8U0/xb39yluz3fCLv84mFDf67332N6pt/9Ti/+r/+4wXg/+aP1k++gsdn/gEB+F9+581q2bdkW8f4p//sWZ7NfI8i7P2er93n+lef51dfeacILES3/+ynPnkfAbjOaifGmX/k4x5f/xq/+IXySFx9i+B4v9+/9VDfmgIWxyTugf/QxztF8nd+tkxtniC77yVTxQUiK4veApIeCcCjxxulaqW0+6YIe08AFqqeJo0/98TkUT/rqHx9hM+/l2gddaXfS6R6/PYvfPrNA/zvf/2vpJAsBDdHGCuEoUgkekUCViZYRaJrpJPK+gCRdBVfT/7dKG0sfh2ZkO6PgJbP5T4p7Pt1/470ze8KwCIFOjIficcURiSRcBXrC0OuW+4JwMIIJF4nXVecvxMEtBQiT4Tve5zDk5Tt30FPi2NT3ikO3/t+CfyzLrp/VaSwKxLH93qFRRpE9C6+icEWRheBS5YCsLh1jFTd0a+qrK0RIz5Gwq/8pNHvpZj79nOoSNPfyRl5E8F9D5d9TzAVNypxbuT5kaaAUdp4JACfJMVPBGCJxkdsVIvrxZGbnGJE+EIY5cX6UBhLRer3ngA8EpeFDHNSjivO14mwLTfDPNHnbuL3iXWwMDmItapKqVyVRiqxoRxLxKQALHuR0WTXveh/l9f4PUVcGRnN5FrGcaSgbGh9iYcNiGtMNCU6OrZ4bcGHp/gIqTUiWgl3eEytuk67dUwofZZQ5hxRPUbUF6bbLnFweJ1CaZNG16LeNZmfWWJh5hSt6g6H21cYdHZ5+NIDcnodT5pNq/vHFMX66LDAUWNA01J4+JnHufjMY4T9Gn7LQvcGGP62PFbFi6J4MfaPhmzt9Tiql6iae/TtEnG/R9wHD53Kc/FUnmapwdbaAfsHNdx4CieWxh06OAObZr1LudqWDobJ2TxT0znm4ilmYymOG8dslXcodTvUHR+1IbSOWrSOmkSECJBNsXJuhXc9/RRTuSyXv/Icl59/jrGzk4yfnSJgeKhWF7/XIRLpyznaGHC8MaDSsKkNPTyfn2wqTi4VI5NIkkkm2dstcnd1j47Zw8gHCGZ0IsqAiNLHU304ik7AixB3klhdne8cFnj5oMj55Rjnl6MEHVGH1WfYHDD0FAao5MKQjyhoInnuVyVadHW1z96BxcKDSRbFTOVYGB9jWB9y9RurrF/b4cyFPGceyhFLJwjF4hSKTd547a58z7YiBOALy7x+ZY1rV9bQwgEyc2OMzWWZzOpM5nTUwLIct1bGObhB43CTrYMSB+UaWtYnR5gYxXtpYUZcPrPE/MIcihuXs3vjDpuvXWF7q8JeVZVI8Ic/mObSB1LEtDRRLUW3UKC+t8nxwQGbLR+bbR8XLybkqLg0KwP59SNiDa8oFEtVSsUKJgaOL4IR8pHJeKSSCiE1SUhJcHhYZ2enxK3tHle3odzzyfovMW67itcSa26bckOh7/gIih7bdBjN0uUImqA0j4eFh2KAL2CR9huk/AFWb9e4erUs98BXliOcOR3BNvtYZp9Ge0CtOZBCrKgYikYN8ukg+XRIkhF0TZFr4marg2W6xEPCuJ5g6Pbk2LYwlhhSAL76eo3bay0imaCc2ZkQS7MhwqJ7szVk2DIZqh4DxZNhipYgmgmjuGUSMgwunFnhwsoKVr+ELfqsZYVBl2bX5LCsclhWKJR7UhsQtUNLp/Nkkz7olvAGdTwjKJFQc9NRTs/HsToDttdKrN8us3kIm0cwNptkfiVDIOTQaVZkzY7nhnG9CJGEQzQh6HpJJpITxENR4QTBU3rsrpXZXSsxlYNL50NMjOn0TB/dgY/DWpjDWoRgckh8rEen0eFgtcfenS6NvicnNaEyNitQ26LGb0iz7lI8DFI6DDE172NqwUejZspQi+hQXxLU09NJHj2T4tEzaUneKx33KVUsim2PkhDT+6K7uC/N7nMLCSazOVKhPCkjhVfawCtvUK9oVKoh1io9rpSOObJrrJz2OLvskfSbJPUh2zs2l6+77B1peL4UaCmGnQbDTpNex6bbUZieCfHJH8rzwY/kCaizGOoMva012qtXuXatwNffcHh1Q+H7PrnA+z+xQLdRoLCzhR4cMHsmTCSps3O7z+6dPqfOZjl9NotmeXQLXYoHPV682uTFKy0eeyrB408laVWH3Hm9TqPhkJxOyD36UqMvR4hx4jUsHAmQziXJC2Tx2JDJcZOZRJTZeBLN6lKr7dJt1fA7EfxulHK1RanaZqAE8IIJHF+C4SCDOcyOAk0hl36zQfuoTEcQ7PwROlqIcq1Pqd5D0QU5dSj36c+ks8xFklx55ZirrxxR1Xp0In3GZgJcWskwmw1T2e5R3u5yXDE5qphMzMW58FiOWFzn+uUjOckUJNMQT456rbPZoAy3jOfC1I6r1ApVcvkcU3Mz2EObo71jKkdVFhbOsLCwzDe+fcjnvnAXfB7PvGeCU8sJqmVBiRPEugFDa0CtO6DQFkQ+j0gsSCQW4tRMgNMzAfx4DDo2+/sDXnq1zcbWgB/7ZI4f+2Se4ztDbn6jQ6vnYYz5UdMaezs19rdrVJsK9Y6Go3sEMg6JKY2ViwnOXExi7/bllDcHHK2bVEouDVej4fq4+ExOTtwPiugRP2rzxp2a7I/WEwn0eEKK1o7Vo90dUGtbtPq21Momp0L4TQ+1M+oK39m3aZsec49ozF3SmBLGmkgA62hI7bZIKg+4W3S5W3BRoxpaVBggxarEkZ5KZ6DKsT0Fx1OIxkb1buGoJmmhgZCKz69JCly31aXVaEmKbrOrY0TDvOcD47z3AxOkBkU5uXiesbGzuL0wr/7lG1z+ize47npc91wGtoZh6yTiCpNnTOYe8HjsqWkee3IKfb+Hd6tBYbPFdqHDXm3IzJk5Zlbmef6lAp/94g7rOy25hvRiCT+PPJHi0pMpVldr3FmrMZnVePTBCLmMxna5y06lw1IiK+ew1efycYVO3+RcLMapcAjXFoXSA1JTGrl5H8emw2s7A67vDVkJ+1gJa/Q9nZrjl2hGrWMS9FwmZqJyg7M5bNEatigPHUpD6HbAd+jgO3BYejLF4pNJ1g6H/O2LddY2exIZ6neEIKATVv3kRD9AVqHfdzjYNymVxWZchvPnM+wUW1zfrMofOs/0COoqp+ZCnJ4L0ar0aJV7TGWiPLCUI5MJUXYtyp7NK9frvHq9junYxGKg+xXsgR/P8pGI6MQjOrYiSrbFi5Y9EoBthelUgOmk6CZUSYjFiuZSV2wqlsthTeWoqtEfmnKGDQerKhyZHv4JTYq66qGHcujxrsfH+fSnFwmmffzhc+t88cUdzuZ0OfqYBnmNYs1l+47J3l2LqUkfU5N+6m2XQtVhwvDznukwF0Rx/ExcTvHoiNLhMfWyR6tioJoGS8kQp5JBthSHTcXhoNLmeK/OwBoSndQJpv00jh0axy7RgI9U1E9QuH5tBcVRUITJMgyVRl++kJptD31gEA8YrDwcYeXhMEmnRcptExJukViagernVqnMrWJZtMvIEcdU3BO0BJVwOCDRmSKx1G6YRGIqibRGMq0RS6qEoip727C77dFpCvSGh+JzCMZEukb0+moMOhpjmdF1EROiecBD86uYEgHtZ9gxRyP6KIWIIArlRbeNXyHs8xHxacTSPmJZH/0BFI9cSkWH0JhLKO/SKnrUdoW4qGCa4u2GylTGYzLjkc8a5HOiFcaH2/cRDgQ5/9AEDz40wReubfCFNzY4OmhjVh3cgSI3RDXdL5Ngoju23xfYTQfdRb4RyAZV5udSzM+nuVlu8/KeQAlZZGydrN9gfCrE+GSQnd0GOzsNQo7NeBBmsyGefHKZJ584zfO3NvnK7S3KjS6eLRyyOkEjgU+NsLdVkyP6kpeE20g47sbC+BMGq8dNOa1Dk+6hxfJUlo994Azz00m+8MVV/uZLq1y6FJXjRRTqjk2pbXG8blG4a/H0coJnlhNkThn4FlQOBwOef6HEyy9XCTkaYUd8T3XZLS5upmIx0+1ZuCENJ6RilVysA5uz4wk+9u5pVpbjXCuXuFYqsbk+lClKzdOIRwzZ9dQSC8GhQzhgEQpYuMKN21BwTZEkGiE+xxI+ObpwIWUNml2Hu9da7K52CIk0qk9jblK8qIWYyAVJJQxChk67JbCbKoe7BTnJXJDpUynC6SCv3yjz+s0yp8/EOL0Sk7gHTRddeSLNqmF2/UwkI0wko/S8AXVbJDyHXL895O66RUiYQByF979nlh/46Ck6vSF/+cVVrt0sMLsYY3YhymGty2G1I7uPomE/maifuYjGfFQjFNFlH6ca1XEjBvu1IS98q8B3LpfxTpKSC0sJzjyQBtVj9W5VXisBv0pA11iZC3N+KUw2r6PGVPqWw/prdTnPPD3Fs09P0dVdtlodNsodjjctCpsC59Onbw4kWk1sDhgCnyL6PWNherZFz7GJqw5p1SaX1pg7I/paA7z2WpfXrnQZTyc5NZtD121q3RJDq0s6npBz0OlzIFBERz1aBwN8lsMT70ry5LuSrK9arK+ZOH2LkGaRS3ucOisWvprshS6K5F9FpV724SPIVFa8SY3S0zz6Po/LLzZ48St1JtM5fvLTj3DmVJY//uwr/PFnX+WnPzrFf/XRaaI5iypNulqfdCRBOpLklRtNXr0uUKgmoYAtu0+FW2Toubz+bYur37Z47xMZfuhj40zORSkpOkcDhcuvHvDaq/uEwg6ZnMqgD/s7DrWiS1gKwC7v/b4M7/m+DFrMoTbsslvo8Mo3B7z6zSGPPzwuJy5YigGLZrfH+t0ae3tNwkGFSFAlmxkjl5vCtDw2d3bZPzoiFNEIRk7Qc6pPokp6fVu61ERniOrazOVjzI3FpXii+IS4IRJmIs1ts7rWY3W1x1guyqUHcyRiKvuHJSrVJktz8yzOzVHultmr7dEeDlCVsOzuPKw2Oay2qJdcmkWIhTWWlvyMjalY4noxByQScyQTszJNurl1wNFxUQrAIg0+N5tkdi6Fronusa483x2BFB8otCuj8bnCCHZCbkgqaFFodgY0uwP6bVfiYsSmfyYXlGJnLpsll8tw/fYeN+7sShSxQCEH/D4p/g6aNs88/RBPP/0QO3slnv/KFTZ3DglFNbmIi4QESlQkN3SGpk6v58neYtEdk87GyGSiEscqRGCxSZbLh4lEAnQajqQQKJ4Nnk0oEJAY3kBQrCG6ckqHQ0pHJvMTMR6/kOPccoKJqQDRhMrXvrMrRyBzAtGRWJeMpgnoUW7fOeb26hG5TIa56UmJAxa9tINBj1q9JAVMkbCNRXISGV8qVGk1OiRTUZKp2AgBXeoQjQYZn0gSihrS9CYMHfd2l0OB0SZqPBYin0/IzmWR1j44qKCoQ/yGjS4MVkEXI6gT1CfkCHSdGJ8awhCvNVqQvtWkbzbRdAefLlC9GrbplynkrY09ikclTq/McurMnEyoCmS15hPmttNShL17d5W1u6vUazXardYITzeRJ5+JY2jDkxH4WmE3FDuWo/SR6JsReNlAwsBIGqhaCs/L0emo7B8VOS5VpDArJhkbI5OYkX3QQtQTafVINEc4mkdgJATufjDo0mk08MwuebHOEOuThE4iYdDoDDku9yhWTXqDAP1BQG6UDsVCwhNpIA/dMAhHRc9vmN2tHTnZXJKZ2XEicR+u1sChTaPmp1nzk8tOMTU5J1O2xdK+TEZriLoEQyKOFFV8XT9f/YPn3ty0f+KHvk+KsiLtM0rijLoJZWrGETg0sQHtyGSSoQfk7wW+SLjYe32B3xYp/WkWF5fkxn2xWKBcKtFsNGk2mywuLrKwtEg8LrpnR53AheMChUKBWDQqJxHLkI5lpcg8sHuYzlAKlkK4bDTqVCsVaVTodetYVofl5Qc5vfwAnb5HpSbwIAbxdIqguK6HHZxh+0Ts3SGbSbOyskwsFmFne4vtrW1s2fNoS/F3YWGJeCJBt9ujN/aj/OrPPMg7SLYM2Pjan/MrL1nyPY3rdvC8Nq7TxDPr+JQ+6XiMdDwqO5r6fZEQNgiEBL5Zk9189VqHdrdBp1PHryPvKbouEk8iCaYg6sCt+E/zf//ax1m4X/LXanDn9Ws8d/2QW2WHidlF3v/seZ6Yjt5XBG1t/w2/9Nmbow1yycHUZP2JefEH+a0PTf/96VGrw/qt1/jc1WvcqeY5++hT/OgTs4y/g20sLqEmr/zO7/CvNx2Z4BLIZiF8L//QP+FfXIi9Q7mymkVeff0KL97ZlBuYWn6OJ89f4MMPTtwX/2vuvsCnfutl+XV1PSo3+IX5j8X38Bs/Nn0fEXTI0eo6n3t5na9u95hdOscnPnyWp7P3wfy2j/ntX/0G3xbygbjuFVHtoklx5sd/5lM8kf5HKKydQ377V7/O190F/pd//iQPRd/+b+t85def4/+pfzfE+V2hT/y8hfjMz36Md73jwuvzxp/9Nf/q5qh7U9ykfuAzn+ZHp98pmnbLu/z1c3f43EYDCHP2oUU+/MwSj97vudPiG//bF/ndN5Om/38E4Kv81394IgB7Hp/5Zz9yn+M3ufPcnyME4O9+jO4vz/z4x/nM0v0dAgLx/IUXNnhltUQlnuOZS6f56CNTTNzvGrTrPPebz/Efmn/3nIvH+NBPfYofn/v7Ec9Wp8Irr97ib18usB/P8sH3PcLHz8bujz9vHPArv/Uia2/71n5Pgu2JYPlWofAfEo7v9zXf2X07EjKlOCu+jyPN76Tv9gR2L8TCe527b4rA9wTgk4joSU31qOP2HgJ6hEaXfdknCGjZXSy8tycIaFFHK8Tg3/mF7yKgf/bX/ko+3kiKFIjkEe5Z/L+skTlJ7Y56ZDU5o08+SS2Lo7/XofsWEPT3+pP4d4RYmQR9qwAsRExxvz3BSN9DwAsEtFiP3ENA29abfexC7BQIaHEPl7hj9UQ8fktaW/bpnqC5T+LMMnV6EnSWAqowWMnvzAlpQPyvOCvf7cIdido+n0/SkcQ5kyK6EC5FVYEjMNxCeB118Y4kXrGlKDYSBTL7pHhP4Jvf2jt+P968RG+POqBHaeJRl/DoV/FHI1FWdqQLM+OJaUH0l8vLQZyTk6S4p5wIv6Jq4wQdjaMI7B2aJtYaLqYpeiYFkcMiZISlCHzvOhOXlDin4lDE/pZEXItXM9E3qJhoqhCARzQQ8fpVrzeo1RsEQiEisajEZQuhXmyk+nwBSbURwvi9a06cC3HNCUOcGN03WvvpiiMTwKIXWBSRuRhYsq4DdK9EwC2gKhykIwAAIABJREFU2mXMfgHbbmLEF9ATC8SMCHG/QbG4z5UbL7N1sEUoPk44Mc5Udozp7Bid6gaFvSuYnT0ePH+O8xfOYZqio1ej32zSqxUpHh+ztn3MTqFGdnqKzMy0TKYuT4+TDPsl8hOnh+cZeK7B2laB63f2Oa7X6CtdVN1iVmzaZ0MsTcZYmoxTO6qxvXbI7k6VvhGmp0foCwxoe4Bu+InFgwRDOppfCPMaE6EUk+EkB80S65UDKgNBwAnTdwI4nTZ2uz2qNIlEZWfoxZVpsjGDq69c5/VXbjD/4CLz5xcIhcRl0sbntQj7W0R8LUoHFqUDk3Zfo+fqws6HXxMivU9ShCLREK16i2qxytA2UWK6JFBFVIeIZsufF0XQXDo+zIKPnkg9hjxqYZfxpMdEQuB9TXpVQUVyiKQihFNhogiCmo2qKzgBH7W2w9pql/3DIafOp+VM59JMpVJYzQFrV9bZW9tncj7J5EKCWCpFJJGmWGrx+pUTAfj8Gc6cX+a1y2tcvryKHjUYX8gxuZBmLOUnn/ajR1bwR1dwKxXMnRvU9jbZPBIErBr6eAT/eFiu63utrlzvPnDuLEsL83Rqdbq1OmanjdUT3bc21baGqfoYP+Nn4oyPsJYkrKZoHpQpbe5xtFfiyAxzZIWZnnGZnvUIC9FA0dAVBUN0aov9teM2pUIb1xeAUJhA2I+oFE3GNCJ6kqieZHu9zOqNA+7sDrhT0SkPfUxPKEyNQzZskg1btDsux2WR2tUIJMIYiTBWT1Sq2fJH3TUUjLhOeiJMMhvEq3fwGh3KZYfjkkMopDE7I7pnhTnaklOt9CgWu5KwEImFpaFY0H/EJBOGNOF7Xl9Sf2SNix2Q4ygWNhZGIEQ4lKDZhKuvl1lda5CdTpOZSjORF6K8D9Ua0iy3aFU7qOEASiiA7VOwNY+B1afXbeNZNqlghlQoi58uujLqWRXhCZEU3thz2dh1ZI2jp9nMLSa4cGGMbEIfCXalukQrdzw4cyrNQw/kYGiys1Zk/WaJ1V1PTn4uysIDSSIxYQIQ1YsDcKN4bpQeffoMiPiDZAIitW/Qrg9k8jadtEklHWYn/SzNBolHfRLJ3up6lBoapbqPaNImkzclQa26D+V9aDgqDVclnjbIjAVQ3B7NSoHqcZOdDT/bm36MhCJ7k+MJg1QyJA0ai5OnWJhaImBtEzC3OTzosXYXDqsuPZ+NaTjEE2JE6jRGNpeS751CwQgRI0yq1yTZbXJ03GProM/N/TaX95sUzR6XLmk8fEklG3LJBh2Ojl1urrocFBT6VpCeFZLfq2atOzLM9HzMLUT5kZ+Y5KM/MI5qpVHtNM7xEdbBDlsbNd7YtLh14DBzMSnHNSuYzWMChkUmF5YEra2dDts7XS5dnOfhi3N0Sz02rxyys1Fn7dBm9cDh6WdzPP1MDrvXZ3e1SL02wAtHsfwhNnbbrO+2CQVVUkkfyXSYuKgBTYt9mxbhaJPTY+OcmxC1OkNa1U3a9QKtjkqrq8gkeb09xBc0CKciuFqQgyOD/aMAE7MhJmeDeL0BnaMG1dKAg7rCcVNlqDgMBSI9ZRDNBphKhJgPBxjX/HKf8PKrh7SMIf2ExcRshEdWxphMRNi6VmPzWp1Cy6LQFrWfYR66mJL9t7urFfZWq7g+5KTHAkzPh8hl/cQCCiFd7Pv16A76TI9nWZidlOGP/b0yx0d15mdmmZ+eYXunwY1bRWley+fFXpOfcn0gp9kdykq0RtulLqibikZW4PdngoynFSYyCqYwTRUG1OsWjZ6ob9L44FPjfODpcQ5u1bnxYoHDYp+OT6WpQLvdp9XqM7A0BraOHob4mENqzGNiUmd8SscqgHnsCV8GrZJHs+VSsi2KlsXpUwlOnU5g2A5mtU+1MGBjb8BeySKSiRJOx1CUAZ4riHFDWRsgEsBivysWCaIMbLy2KQl5zYEnsfqJKYX4tMJMJsh0NkC4q+I79ugVbW7vdbmz20NPJ9BTCRxVUHGEmWWIY3oS1S+7KYQJ0u/KPa5IQieZCcvxmwo+S6HUbHBYq0qTRq+uEQ2E+cCHZ/ngh2cIDstykoE4ueg0g5afL39uVU4/r9PP+zHCEWJGnHBQxRdrEk51uXB+jPPn8xiFNmxWqR+3OWwOKHZtxmZmGZue5WsvFfnL57bZ2m2PjH/xhJ9Hn8zIEdx2MdM5H09djDGe87FXbrNfbjObyTKXzbJZ7vOtuyXaXYtH80nOpSI0KnU5ySmd3FKQll9ho2Gx17JZCaisGEIYCnBsioJkMBpDBLhuYTnJ4pkUe80C+80iBw2BLoVWwyNQ8AgUYf7JKAtPRdksW3zjcoftraHoERc6GWFDJ6TrZNIitahiDRzKhwMaJYvFswkWV+JsH3a5vlan1jKly1Ns4i5NGJyaMPBawhI3lP19p85OEEwFWavWWKvVuHN9wJ0bQ1zFJZZFdjx2W0jM7Hg2ylhWLEn6DOwOlmVKAVi1YTysMBaGiUyU8WwcU3XZazc47PSpdQxqXYH/tOQMmw7D2qgHRsmBmodAQSNY1Hj3k+P84I8soic1/uBz6/zNN3d5ZCHMpfkQWl7FzCocVmzu3hyydUd0nsLkONTrDsVjl4WwzseWojxxOo56OoW2nGZndYfd1R2slobuJAmpUfLRGPlYjBcrRV6qFqk0O9gtkWq2ESFfT0RQzQCYhkzbYSp4pgWmaMWymD2bYfZsmkKhxdZmlV7NIWgGiQVCzK5EmDsbJevVyFFH11VhycX0aVTMLhWrR6Nv0xiIG5HH5l1oVEXnmMBsa5hDgdGzmJw2mF8Myhi9QCm0u0MO9nwc7AkHsl/2xQh0rN8Qhd8W3bqPbsPPxLjC5LhCLKoSCgjHMrQs0a/p4A2RIzAIwgkjXKuil1ssomMBQyYT9aiHL+bKNFllH2oFhcjMaJoFm8qOEJEFaiggu+jCvh5hX5/FDCyJmUmztDhJZiyJlzTwUgH+5LlN/uS5LXrdPllRh6JKugbdAcRiPjlN0dfYtTHwGDNgMqySzWXIZtOsV1pcP6hKI8V4IEwuHCSZVUllNTbutuREcJiLwcJ4mEefPctjz57lL791m7/61m2JiI4Ktn9AoEkFljTC3maFvc0yi5Mhzp+OkckZqHEfdlDh7mGHtYMOnYLJsGiyPJ3jIx84y9xUii/+zW2+9MXbPPlEgiefSGIFPY6HQ44aJrUdl/qOy2OLIR5bDBOb1XFmNfZ7Q77+tTKXX6mT0HQSmp9UNkR6LCxa/igW6lSqHfyJIL5EgH7RpLPXl0aFD13K/X+cvQe0ZedZpvmcHU7O6eZ8K2dJdkml5CinMdhtjwMDC2OaYGDGDcM0poeZNUPT0810D00DMw1moE0PGQPTBmzLSZYtWSVXlCpX3ZzvyfnsvGf9/7lVklUFvXrOWp9UKt177jn77Lv3/3/v9z4vh+dTrHoma77JubMNzp9tSBFAYLDzhQjlpkGlJTzApixXZIW0NMSKNpiAUMInFRXlERuKEhmJSZSrQJyv3ezIwRLNgRMH05w+mWd6MkUqE5NY6pXbNVbv1HHsFq7TIjccZ3Q6jxKO8NwLJb75QomHzsR5+EyCRNLFFYKC4WO2ImDGmJvMyNpoVri9u8XKdo+FRZWVFQW/5eK3HN77jjE++sEZaf9+7rtLvHqnjCoGBPQwm2WRqdAnm9WZHIswPRJiNOQyFvIISkedgp6Oo+XSbFQ9nv3aDi98pyTmruVk1vhUgqn5DI7vc/NmneWVFvFQkFhI59h8iIcPi+yUEOGcjul6XDlb4+rZGmdOj3Dm0VE6isdSs8vt7TZLN9os3ezgCICBaBiJDb7YZKuqzFKNh3VMz5RVjCqMJTRGh0PMHo5TGAvzrW82ZM1PjfLwiRm0oMPK9hKdfoP56TH2TY+x1DZZ7pis3a6zdb2B3zR5+3tGePt7Rrl6pcu1Kz3MTpsQDQp5hwMnYkztD7FVNdmqGpQ2oLQu0PxR5kYLjBWzVG1L1isX6pz7ToV9U+P8xCef5viRMT73R8/zB3/0PJ98/ySf/L4potkuJWuXXqDHaHGGseIMn//CHT7/hQUpUp46kaQwrNF0upTbPc4/D+eeh7c9nuaj35dnal+SVjhG2QvxnW9v8OK3NtBDBpmcTb/vs7kGjZIvxd+Y5/HMu4o88+4h1KRDud9hebvNd75u8NI3DN58KicrkdVxdJ+OZVHebVMtdySWVLjp0pkRcoVJPD/Azs4G5fIOwaBHUPcIRROE4ynp/pULrr7IibGJaDazYnJ6vIhhiYVejXavTSoRlYLfpUsdLl3uMDYa58zpAsWMysZKmXqlw6NnTvLomRPc2Vniwq1XqDY7hPUsmpKi3GlRaousIKiuK6QSKoeOBBifBFtMXJoWQW2UoDZGqdxifWubSrVMTDiA4zAxkWViIifjFnxHbBhN6Zgv1x3KGzbldYtIMEBK0EfSOsmRGJFsiGqjR6XexWh7WB1fZj+OjosNTZxQZJDBe2elwp2VquzaJeJhwkEds+nIOvPYMc48dpz1jRLPPX+RO4vr+MIhEoRiMUSxEKLdsqlURI6vOO9FU0ugXiIkkmGJOBLCWSSiUSgmpfNyY6UqSxOoajVAJpUmnxWY9Dg2bRzaLC90WVnocWguxzNvneTo4RSxhA2awfMv7/DNs9uEEhGywynS6QTpRJqQGuHSxVUuXlxlbmaaUyePkErG6HZbtNs1ypVtWTNTB2VVy3UWF5bZ3tqRmOFkIsXOVoMd4QiIhxgZS0tkkOXaEpWoq8JNHCKXS8r87GwuTqGQlFhrMYG+u1uh3a3T7dVxBXdBnGfhKPnMAVmKaMSJpq8UKkUohYbtt3BogSIWTLbM3ynviqZBg52dXRqNBnNzk8zNTdBtW1QrbTzCJPMzhBJF1hYXWV1cpFmr0m3V5fudm59geDiNY9ZkpaMOmZhLIgJRQfQIChesKpuwTQ9aQpgjjxoYp9vVWNvYYmtnR2YOO65BPJIjKRzLulAlTJllp4UyaMG0jJEQWpUnzsl2A83vMz0ZYWYyQqtZod2q4hEjoOewvCTbuz12SmIKuy3zhAUSWdyv4vEE6WyRcCTFnRuLsoqjUWbmhVPBk06QvtXAaI3Sb46Szw0xPFKUr6XW2KXeKNOotWjUW8RE0zQWJRqN8fU/fC0D+H0//lEMs4tp7g0penvunD3RQjjFpTC+h2gULm9xHRfCcGl3m92dben+PXjwgMwMbrc71Ko11sRwycoqk1MzTE3PkBHNtXhcCsCLi0uyhDtXnOfDhQnGhuaIRZJ0zRZ9qyNzlEUG+fb2JqurK9Tru5hmSwRhc/LUm2X1LYFDs1CDUbLFIolkHM9uy7p44RyXLpxnZGSI04++iWIhx+LiHZYWF6jVatTrdcbGJzh67DjF4jCGYWGd/iSf/b65BwhAZc791nP8vmHTMYR43ML1mih+Gz3QJaRaJCMhWa12j3a7RzAUJZnKyoGCcqVGRex/GjUazZoc/EilItJRH4sm0MV9e7PCu/7pn/NPDgkc1Rse/QU+96//mK/00mjhlKSgaGoPz2sx8+RH+PQT0w9wDDe5+le/y2cXfBmX4wpQvuNjP/xRfufdkw8WgO0qz/3h7/DZ1cF6WVWFozeGN/kYv/rR6Qe6Tjcv/Bo/88cCpzpwN4rT5qf/6c/xjqE3vIf2Ir/77/6al0UmqBA5CBIQ4SUO2JNP8a8+NnP/89sb/D8/+et8VtNJJsX5k0JTs/zoj32Yt73x+TG5/sXPS7Sz7as4vibFAEVJ8vh//Q5+9tj9nuqV736BX/ybrhTQhAAsXMCCvPCJT32Ux++fAhi8IafP9cvn+Y9/e4dVIbekRjiR6vHKiiGPwZkf+iCf3n+/sLly7gt85guvOVW/JzN2+jH+3Y9M3v/+66v88q99h+v3XI8P8au/cpDp+/TlDf7lr7/AK/edOIf45790gn33DRRYXP/yX/Ere8LsPYSs+P7Tb+Oz7y7ef35Ulvlv/s+/J8zXh5/4mb9PAP6rNwjAwPRj/NonHuRidtm6/AL/7G927nN5+sk5Pv2Jh3g4fb/4bW1c5zO/9wqV79WZ/0EB2K4s8xu//TJX9hC9A4EuwNEPvI+fO/yg3O0WL/yLL/F7D1Aj/yER+I1u1f8/IvDrUdLyx+8hnu+6W8VfSaFOSnoD1+9r+c4Dwfe1XN272t/g64SoJ3NlZZ7sQBrc+8t7ArB8/j03qRAb7wq5Qkv97c988N4R+dS//k975Ic98VUq04Pc4LsC8N0vVgTyXyYPv/aQzl+hCgqrhNgo/Bc+vud3aqCFv84V+0YBeICAFqJDKKwTDgexHRvHdSRCVgzm7LEB5FDLwL7/2mu6K8R+D5d7cDBfcx0rYqhMQdMG2c8SmyzWOtJZPXClDpywg4cQNOW1UWYGC9KBEFgHYvpASB6gnwd67yAsxL6H0L7rqBXfsyfe33vmuwfybgawEJIHmGl5xghahRC55ZcNsqTlexWIfDlgsOcAFsdEiuKD8sRuXAwsCgF4D5Ed8FUUX8MXuSsCDdvv0u+K5qdw3MWIhePoQU1GhYjjIgaVxfksc5eFCiuyeH1xbzAJCB6gIPkJV7QqSE2C2NQmHInIaACRxSgihYS7XAxcyViT1+dI+wOn+iDTWTiAbUKajerbqK4Qo0RfJoavRDFtW5Zi7aBbG2h+g5DARWsWamIMJT5KOhQmE9JYXFrgb7/5Na4tL7Pv8KPsP/woQ/Eow/EYvcptypsXsLtrHD58mMNHDuN4YTnwqnjiZ/fkuuncxatcvnpHksj6vsKTp0/wnre8iYliFqvTwup2pbAt9s2Xrt7kpQuX2ak3ISwGPuOc3J/j5P48w2md4XSQ8nqVpZtbrCxVpeupIaJJql0a1S4TkzlOPjRNNhelXCrTrDUphjIUQ2lWWzVu1LapmSL7OUsgkCIUEPw9keEdBCVMPq2yb9gjHrR49XqVK9drHD51iMOnDhONi0GQJgGvTtytEfdqVCsO1YqL5UbwtASWIz47g17fRItpqFGNgECxWabM1HY0kfWoEtcU6dwM6T5BXaBHbTaumrTqUDiVp/BQAc1soFkNujWDVlUgx1Wm5gtMzxdRuwaqwGgLbGVMoy6G9m+12dwwOHCywIETBYbTSQrRBG6nz/rtZUqrmyTzMZK5KEmx38oWKZU7XLxwmx3hAD52kEPHD/HS2ZucffmmjDCb3Jdnci4rj0shrRFJHyaSOYJTqmIsXKO8ssDi1hbr9Srh8Tyh8bwk3tQrNVKxOKdOnGD/3Cw7i5dkZYsCETxKMJrANFX5O020DzGDsJIioqSpLDfYurXN5nKDupKhoWYJx6tEElVyOZ3hQpJUTEd1+vimQXnTlEU0jC6E25hOMq6SjGmkY1lS0Qy3Lm9x+aUVbm2YrJhxKo5ORGvJEvGOR+ZC9EWE0ZZLo6MQTMRltepN2vUWPcfCUHxiuTj7jkwyOV2kfGeN8u1VPKIEghmS6SCFgkex4BHWfMKqR2mrI5HVriPwpCm0UJhqvSMHJcfHE0xMJAgF+/iCMGb1adegXQeRsCguW9lshjHh4jZVLl3a4fadBhP7xhmfH5efSS7hYbablDbKlLerRPNZorksekpDTwawXOGsK9OqNaVg1CtDKir6BIJYoNHpBqnUAly5ackqjAcojCscP5nj0cfGKKaCbN+osb1QY6fXlyWElcdPT6C7Lqs3d7hzZZsriz6vLngMzUaZOxYnk/PR/DaquGa6SXBTrDSarDZacqubFH2CrsL2ksX2ssU73pPkne9JMTsVJZcOS3e0GBxutE1qTYda0yab8Rgu+mhuiH4tRqcWo6EFqWu6FNfT6Thev05j4wY7KxtcvwLXrwZo+r7YYXP84Tzvevc4Dx2fYTbzKLPZR7l9/i+4feHznL9Y5aVLIVaqCmrRIjLscOywzrFDmoxvi8ayaNEoAUHFDKvMB0LMB4Isruzyyp0NLtxpck5EmJkuT7wlJGs4EWAkGaBaEQYEn62SvxfDFqC0bcoSA9emGWR+X4Yf/uQkH/hH43i9EG43hNJoozaaVHe7rO2arJRNzAwYaQjrTeJKnag4zzQRJ6WxsNtisdTmLaeP8JZHj7J9q8q3/+YaN1/dpeKEqLohnn56nLc8PY7mtqmsb8h+Wd2MsNsOcvHVhqzRsQgHDyQZGo7LPNuIMPdRknViZp7T+46R1V161Vs0KmuslPuyRNSh7NtnggyPhvFVlYtXLC5etTj1SIGHHikSEoaLrR7byz1evdHj9opJOK8TyunkJ4sUpoYZTYUZVR1ytsHL59Z5+bvrdGMOTgHGp1M8cnCc4ViCS89vc+n5HXZNh5Ig901EOHU0wXBGo7nRprXZptQVbv8AI1Nxjp5KM1RUcVpN7F4HLwRuCGbH8xyaHMa2fJbWaqxvtpgeKcgSg2u9Xo9Oy6BV60uDQ6ntSIf4TtVip2bRbmr0WhHUYIip41GmT0RJhE2SYYtGqcfGYgfH9hmZSzAxl+TU3Din5sZYubrJlbML3Fyos1r3WG14KOI2pDMYCtfDJDMBhkYdcgWHaNAhFnQwa2Gsehi3F8Q3dXq2z7rZYsNsMZKMMJKM4nccmTFcKzls1xQqbY3McIzMkIhEE2YAsXe06bvISM+7B8MVUYftviR2qfGBodEP+qKlx+R4hKmJCGNalBEzitKEK7erXL1dJTI8QWRkAtO3aHXLMm7Ns4WRUPSK9ghnTp+eoN/mIoxOFRibyKM3QW/4LNcq3KruSEy7sw05Lcp73z/P+75vHt+qglVFjH/n1TTNCvzpF5dljZ+MM34ywdBogUJmGE1TqbcEqbjKgbks+2ezhGoN1M0SnWaHquVQd8R1dULWt17a5e++ssLK2p4AnEhpnDqd5dSbM9y83uDWtQZTQwGeOBVkTLhMWw47TYdsMilrrWpycaVJu+2yPxljKhqSixoRaB4f0klPhOlHApRsh5rjMqWqTCsqLU+jJJwzbQ+9YhF3YfZwhpnDGZbrNVkbVYFmgF7DJ91xZI08FGf0VIKlssPZSz1WliyUto/WE+slRVY+p0tuPZZHu2TSqzuMH0gztj/D4lqLV6/X9iY1kBNV40mN8YRG1LGJ2A6F8SRjBwtScLq12+DmTpPNBYeNRZHRp5As6lIcrJZEhp5DPhumkAuh6CLU3JZiqWO6iFHDsYTCWFxltJhkZChDH4fFepXVRodaS6Pa1rB7LlbPw2p7MgdYTPIHCoOK7qiynjwzwj/6+Ax6WuNzf3WHLz63zhNHUzx+NIWRsKmG+6yXbFZve2wseowO+bKaZY/ddYf96QgfOpXlsSNpzPEk5liSqrgAbmxK4VlcdDWi5PNDsr65uMZzi+tywkMXzl5PNJcEXtOTuSyRsAgaFzgSF7tvE/BsdMUlOx4jNx6T/+2ZpsTSpnQxNRQhkoRwEoYjBkNhUzaV631kTqsX8XGjPp2+Sqensrlhs7Ro0Gp4ROO6bNYLZ65w6KYzGnmBW9E8egLx2belq8YwwliOJysgQt11V77uTk2jU1MZGvYoDnmkEgqxiLDrI1HVDRFCvpf5OAhQG+T+eGKXpAZIx6KkYhEEIN4LmVJsNeoDjK6e9dFzPo2yQ2XLweiJjUYINaARchyCjs2JUTg+Cvv2Z5k7MkIoHefaZp9rGz2Wt7osbXUGGYsiW0M2ZcXGTyESEuK3Qr3jU2oOFlRjSY+JDOSGMmSHMiys9bhys4XZcykmQuSTmsQNJ7OwumSyumRQCPkcLqpMjcSYODbF+LEpnju7yDfOLtLu9ge5yyGR6zZwAG+v1thZq3NwRrj8smQLOj3Noh2wuL3e485aD6Pi4FZc5sfzvO0t+xgfSfONr9zh68/e4e1PF3nH00Lit7hebnJjs01j2ae+4vOuRwo886Y80UmNVt6VAuK3nitz4WxNZuImAzoj4vdvOo0f8Fhbq8hsyVAuRCgbpl+2aW+Z8jrzlgNZjsymMYtxzGKCrz67yleeXZVum0khABcjVNs9au0enmXhisynNpjNwfGNCkxpJkA67pJOuIQzYUJZkZkKG7d77CwbYHoETI/HTw7zzGPjTE0mUSOqgMxS3jbkIqbV2KVd35UTeJOzWcKJKGfPNXjpfIP9JyLsOxFFVU16zTYipCMZzhIPCZeUmNCFumtQsfrSAXzzhsnSHRNX5IG3Pd739AQffd8swZjHd2+tc22tQsdQaBsK1Vqfas0gnVAYLepMFXWmUyozSY1oOkhMoPajQcywzvKuzde/UeXsyw0iQUE+8BidSDExk8X2BAK6Jh3AwYBGMKBzdF7n1GGdickwyUIUT9G4+WqLm6+0OHkky8mjWTq+y0q9x1K5y5bIjd4QwlyAvkBfWAKD4UgBOB2PkoxG9kQei0wYiRcvFjSmD0bIjwY592KHc99pMz05zIljk3hY3Fpeod1tcuroNKeOTnFhvc6F9RrltRbGRo+o6/PkO0ZlnT1blRVw+4xkXMbGA0wfCFGc0lkUv2ObXUkUKK9BJBDjyMwIs+MFap4tXeq3blW59mqJQibDO58+xtRYjue++aqsD79zlA+/c4xYqkfDLmPQJ5uZJpuZ4qvPrfC155bJpHQeOpEjW9TYbjfYqLS4fFbh0ksBTh+P8p6no4zPJrDTWdrBOC98e4UXv71KKOyQywUw+j7ra550yMb9Qb397Tne9vY8etqj7vTYqPS4+EKfiy8anDyU58ThPOgetX5fum3F4IqIHwgHhYgZomPoNHoiY1dc0wwCnoGuCaHVwgmEsZUYXdOj2R7kaMop56zOSCHLSDFLt9tht1Km0W4Si0ckEufWjR63rvekC/7QviSFjI7d6RNwXOaPzrPv2DyL26u8snCdeqtLVE+hKzF2mh12Wm1aZYV2SZfTyQcOBRgbB8dycUUekJPEc1LyvC5V6rIBlEiqJFOadM8ODQlXgXD5CiqAxfr2oKobLtX1w39RAAAgAElEQVRNV5IWpibCZAoCMxZDT4bY2qmxuVunL4arWsiM3+JQmEwuiKYFJAWi3OhRanQJKKI5GEFTgpgNA6NhcPrNR2VtblV44cUrLK1syQWqFgqQz0fI58O0WgaVak9m67qOjufpMl5Auv72UIepZERioUXz8c71HW7f2CEcHCDos+k0uUyOdCoOak9Wowr1GsxOpTj9cJ7paZF72sN0Bc6oyosXKuhRnVQ+Ir+vmMkRD8a5dHGFyxeXmZya4sjRQwPHcadBr9/Edvo4To9ceoxcZhyjb9OoNyX6VwloshZubbJwa4t4IsjUbJ5UNiLzvEV+jKZE0NUImWyUfCFKIqETi4lGJmxulqQLWNUdIiJmTXUlHjmgCHz+POnEvMQN64oQFVWZ8em4HpbbwPTqMk/G8UxaTZNq2aRR79PttrEdk6mpYaamR8SMGd2WwHr59ByFvugrtdtYrQ5mv4dpdAlFdXLDGRKZCL7XB69HNGARDdhoogmMK3GFohGTEcjrnkVDPFEgT1CfxLbj1BsdGs0OiEnRQB89EEVXEmiKjqaKBq2PYYmfr8hmi8guVhSx5usQVE0mx1QmxlVKOyVKuyVULU80MYUaHJYu1nK9z5bAPG+sEQqGKOQKpFMiiz0hM/BWlpZYWVokW1QYnQzJbHmx7hINzl4rQbcVJxEvkM0UJYp5t7RBq12TuO9wKCxx4qIECvlvfvcv7rXWn/jwOyTtQeb+iQw/kT0tG9mDh1z6uGIdHSUSFQKuT68rRM4OjWqFerXM1NQUBw4elPjoalU0ACuUdnZljYsM7/FJ0mJSXDhifZ/t7R22d7bJZbNkxTmeyJGMimMtnDgGjm9JtLSoWq1KqbQ7wGy3qxhmmwMHj8mynRDtnuD3RiQCWqAhRXNX8S1u37ohSzRA9u+bJZ1OUq2WqFTKVCoVyuUKhcIQ+w8cJJstYBg21oc+zZ++qfgA2aHMy//2WX7PAcMBy2pgWlUCfpuwQEpqFjFdl/g9QSbp9WyisRTZ/JB0L+3sbLG9uyWb4GL4Q7iahAgsrgXC9Szcs7uZH+P3PvPkA3JYa7z0+/+Kf/OKhhpMEYxk0EMaQd2SmVmmWeHNH/kFfnJ/6r7XbW9/m//xL67I7D/T8TBsm/5DH+b33/NgAXjz4p/wT/5ybS9HUUVTBgKwEAF+8Md/kHc9IBu5sfBVPvUHS3uCiVgmu3zqZz/F2954GMuv8kP//lk0TTT+BwMxQgD2PZHrq/KuH/4QHxlS6XbabJbLbG5t8O2rN/n61S0pfgiiQSQSRZ19N7/1ifn7xFJr/Sw/+nuXpXvI8XQcX0d4vAZzDLP8s59/jFNvdObWV/lff+073NxzUQrxS7jzfvSnP8aTD2Qsu6y89Nd85lnROrurMA0iSXzRnRTuuunH+c0fneK+s0j+rBelmCudd/eUrwCP/dD38+l9DxaNf0GKxq85gKf2TbF/ZpSTExlG8zEKCZWtl/6cX/jSg9WyH/7Ux3nvfbnEsPLSn/KLz97NAR58rxQaH30bv/vuB+QcV5b4gd8aCMD3iZoE+Mmf+ThP3XfMLG586S/5F9/jAIb/6h9/hI89yMW8con/6Q9uURXH5g2YX/kxph7in//MgQdguDuc/dzf8H8JRf7uJxOAZ/5eB3CLb//Hv+P/3vv67xVwT/HLv3SAyfsOZ58rf/Wf+D8GH+DgU/we5fzBx/+Nf3vXkfv3fbU8LV77h/zjPcPpvdzbQbapRA2/zss5MJ7uCXR7/74rUN6TJe+ed3tZqQOT756ceff93Dv2e+Doe07i1xzAe8ZdfuczH7j3Vj71b77w2nERwu/ei7uHrL73TqRMfc+DOjiphIg9eP1CgN6DRf9nD+obP4P7PhOBAZaeVyF433Uci9PL3cNbiyx64U5UZYyUIL4M8naFALynOMh/DzLbB+LnXQftQDz/3seeGxfhihUZqQNksmjCCcFTnteuEJiFy3bPUbwn8koBWBMOYEGQGazbxUGRwrxw3Urssnhtg+8b4OtfJzpLF66oQR706wcEBgCBvfclXrM3cGbLgS4xiOMH8aSbWBBoBgJw4K4ALJzcr/9e6RgW11kHR9hZFB9N3xO4EU4/gaUWdBgL2+xhmQIBbREW0UYiNkIeC0GMCAwEYOmGHuQui/uCTxAFC8U3UBSBEhfCd4BurydJHcFQmEg0JkVhMYQgSg6oCffG3nl9F/ss1kcDdVpDEQPfvoUuHMAiPVk07JQIXiBE1xg4n3S7RNDeJqp05QB4IhrACaZxghnCAZ0IGosrK3z15Re5s73NiZNnOH7qDDHPIOYbWO1Vus0FcKpMTM0zOb0P143iOlF825QZv+1Wjc2tHTZ3dtiqNdiuNzk8N8Kbjk5LATgVjhPTI5gikse1uL6wwOUbN6i0egTCSeKpGIemghyaDpKLBsnFglS3W2wsV1hbq1M2PVlu38TpWYyMpJk7MCIHNysicqXRJqMmyCgJNo0OS70mbceT61ldiRLRPSJB4VrS6JsamQjsK7ikwzZLmz0WN/qM75tifP8U0VgfJVAhqDTIKCJjUZO9GVGWiGkKJbBcnVbTotU2aTmurEgQ4iEx9CBi8sR57pMTeGVBmBIrW8+jVbbZWTDpdaBwLEP+WAbdbKKZLZpVh0o1gGGojE1GGJuKonUdtJ4IbBTZmiF6boDyrkGzYTM6HZWVj8bIhuLS1VXbLtGu1AknNMJxESuXIZrMU652uXplmd1yi7kD87K+e2GR755fIppRmZxPMT2XpJDUKKRUIpkDRDIHcap1+ku3aW6vsyMEyH4XMxrBiEap11pUSzUyqSyPn3mCk8dP0N5apLW5iG01cdw2XVsYXQS+OsL4/DBj8yPovRZ6v8X2co1VIYqs96irEWpqhHSyQyrZISFeeyxGPBpEJFhFVY/qbofqThsnqOPHQugRDdGuTER1htLTFNPTXD+3wvnnbnBzvc2qF6Gth5gcgqlhIdL5jCR8Wi2LtW2RAQyxQopoPkVps0Fpq44haAkhIQBHmJwrMDyexiq1sUstOkaAjqWQSIuh4RCjo0F8gTQTGbsNi27dEvo/Djo9S2Fzx2Rzx+L4qTTHTmaIhfo4vSpWv0erCe2WMN5oaLpGJpOkmM9imQGuXiuxuFynMJ6nOJFDbJdF1I5r9GlVe7TqfQLRBIFYQma59lwbVXdJJjxCmocpXkfdIqIFiGjQ6flUG4Is5LG04bK84TA8EWZkIsz0dITZmSi5uI7T8GQk1FKpweJug32zBU4eGZNxU4s3Sty6UmKtFmC1qjB1MM6hU0myaZ+AIQiYJrvbGjtbGm68LysTCTMaThH1dBq7XZq7PR45XeTh00MkUmJd3cN2DXqOSc8WdClkCRz1aF4MVARoVT0prG52FTZ7qsw4HhlKEMbEqu9Q365z9ZrLlWsuSkolkNI4cmyYJx6bYn5yiLCRJmRkqKxdoLJ6gUvX27z4aoCtjk5hJk5+Mkwm2yGbaYsdM6YbI5fPMjVbYGYiS0yI7dtVFncaXNtpsFJ12GnpmEqQg8dDHDwWpBgPSFR7q26xtt5jt2RTqirsVhTaAjHdcVD0CKFEgpnZJG99OsVjb06i2pFBtQyUukA4NyWidmGzhT+qyEqGbYmYjgY8NE9QNz2WG11Wml3OHD/C4ycOs3Grxre/dJ0b13cpeyoVT+MtT03wlicniasmfbE/3G2zsOWwuOWysQPruz6ppE8h7xONinuGLoVNYVIpjkU4OjbCibFx4n6Hxu51yqUVFip97lQMEqk4iVQCVQxWiYzfnsN6RUSkKYzPhJmYjRANqKidAN2qw+pmn7UtU2anV7seidEY2ekk88MJjmRizEVCvHRune+cW6epOfSTPsNjSU7uG2U4EefmpV1uXiwNjJINm8nJOG86lWMkr1Nfr1LbqO2hzVVGpqIcfyTB+IQiEf6K38f0AhieQjYZYSgdkfQIkbbq+Ap5LU5ejdPrd2h2G9SqPRkzKZDZhiDkaRorWyYrWwadJjg9VeKMhw6GGToYQnVsVMdCMX0UcxC3GM0GSOZU9o0X2D9RoLzeYO12iZsLbW6uOdzasPcIhYo0N4TiYqhBp5jxySRdtEAbXWljdDSMtk6vpdJpqLIPZMZsmZOcUTUyqo7RcqmLPlLDo9ULylzrYESRpqiQahMUUxiqLweSHFVQWAbD7r7hQd+XtBEr4OGIfolY4qg+c/tCzO0LMhNLMu1nUNsq569uc+HKNlYkjRVO03dd+oJM5pvS7SsIYBHZlwmJZRi24hFNhsnkE7Jf0d3s0t3qUuu3qVhtqSeaJeGeT/DRjx3kYx87gFXdxKptUN2x2d3SWd92ObdQ5fxijenDaaaPiOGbqOwlCdep6dbxlQ6HprMcmsnSWWpSuVKh1ejTDwYwgyrRaIJoJMGrV9qcfbnOzo4YwgvgC9zcsUeSHH0kxcK1DgvXuswMOTx5CiZHAtQNXZZUtUNBtuoOt7ZMOi2XIU0nL6bynA6q2yWc0YkUQrjJAL2gK7ECRVdnyNXo+Ao1EX7c9FB3LGJ2gOmjGVl3am0Wqi02dh22t8BseQz7JsO+QeZwXNZq2eXCqwbrSzZ+3SMg8nyjPqGoRy4fplCMoLs+dt3Cbbvk5zPk5jIsLDd59UqFesdATwWIRgPkAwp5RSGniaxcwYSPkT2QwUsGubXe4eZ6h+a2R3PLl0jD1FBEfphb6x2qpR7plMD9qYSjKqHooOlr9W08y2YyqTGZ1BkZTslMvbZnc7NUYqnclJzzWjMgXYmiV+l0fZyewNzIfqSs2I5KbFvliTPDfP8PTKOlNP7Dny3w5W9s8PY353n76QI1pc2yVWV1R2TgqpQ3VEbyPiMFj+a2S2nZ4XAxxsefKvL4ySz1dJR6OoIlnBb1Xfr1Pr2GyMkJkxmbIjM2zbMXFmT1+p507waFf7Jr4JomGdFAL4bY2TZZWzbodmw0xUPTfUIJhWBSlTeqyaLGcCZGIZWUGQwtOdXZYSSrMJJRqLdMljf7tPouqZEwaZGF2YvQ70XY3jRYWWnS6ljEMkHCcZ1+x8Zo27LhHAkhm9I9w6ZvucSSCYkK6vQNGq3OXg6MQsBRaVdVOlWVbMEmV7RICnxnTDhdAtR7FrWuJXR7RMSsmGcVziyxN7XEhiMgHFpxMsk4lmrQCwyQyZqtyfJCLn7IoVb3qFQ8+qbAEgUJ+DpKJ4Dagcem4dFpn4PHMkw/NIwdCfIXX97i81/eopCLkc/H6Dom262GvOlHQzrRkCpdmuLaU2kG2KkK55LHZN5mWojYI0nSwykWb1pcO9/H6LjkhJiZgWjaI5b22Frz2Fr1mEiqPDwZZHI0gjZeQJ0ocOHCuqxORzi1kBePiMwAjlPbalLbanHsYIbTDxdJ5VQqdoPdfos7awYLqwZ2zSfQ9JkdzXLmzBTDxSQvPrfCi99Y5f3PjPH+Z8bZ6Hd5cWGXl29VaawgReCPPTPFR5+ZJDiush3rc7Pc5IXnSlw6WyXmq8Q8janZLPOH8nKjsLiwI9Gi0XyIWD5Ir+7S2rEY1XUeG01wbDpL5tg06ePT/Pmfv8qf/cUVmQ89IQTg4TCNjriBdTHEudN1MJq+RECLNkGiqEukdyblyBK5rVosjGkGJNaoumXjdh28rsO7Hp3iQ2+bZ3IyQT9g0/Ncuh2Ro6mys7Esq1DUmd2XJpmJcflqT9bwXFCWZfSobjfQPIW5iVFGi3nK9QalWgMrrEtMc6XpcO2VOneuN2QGtt2C9z4+yceemSORDnB1d4dbuzU2yo6sTsOk0zRIRXwK6QATeZUDxSgHRAZnISZL4I2rrsWddYPnn29L1HIi7pGIu3IRPzqRl0ishYUyK6t1FFslYGscmlM4dURlSmykhoUTKczCnR4Ld/rsn45xYCpG27ZZq/dZr/aoCpd306ZZV2g1VGzDxncMQmKAIpEkFY8TDjqEQw4xzSWmeWSyASb3B8kPq1w9b3D1nMHERIFDR0YxLJMrN1fl9eLJ0/M89eg8X72ywdeubNDZ7RJpOwyFdd789Cinnx7jq19f52tf3yAadDkyF2ZmNsjQjE5iSOHaUotryy12lz0qKwESWpyHDk5waHaYBo6sVZHZvLJLUNGZmxgnFY2xdGeNpYV1nnm8yDNPDBFP9Ok5VTHrTiQ+RSQ+yblzG5w7t04xH+GRE0OkcjpLpRILYgF+UeXKBZWjMyqPn1AYnYqhjoxgJTK88MIiL7ywhNDFC3ldIqBXVx2ZPZEUlAk8nn46w9NPZQhmPdoBk52mwY3zfa6fMzg0m+fQbIG2abK0U6XdN4jHNJJxkbGTZyhX4OZyg4vXy1KoGM7HKGbCBJU+utKjZapUjSCNrkOj3ZFNrwMzKfZPp0inkrIazSY7uzvU6jVCsRDBaIj1JYP1RUMSGYYLIQqpINmISjYeJDs1THZqhMXtDa4vLtDqCAE4TjAQZrvRZavepd/UMFtBsimN/fsDjI4GJCbFtQOD36eOSqNp0WwbGKZDOh0klQmRzqhy8CcWHTQsul2L24sGC8sm9S2f2jbsm4tz4nia4qjA1ccgGmR5dZultW26NRezKSbOA2RzkEiKpuWgYWjJcQNfkhs0VQwv6fQbXYxGlzc9fJhHHj7E9nadsy/fYG1jV+ZO6RGVXDZCNhul2RK5Wy2ZL+s4upxGFTlpookohDhBgyjkU0xPD8s80lcurvHqhXW5SY9FIZdOk81kyaSEQ9hE10X2aBTfizI+FuXgAXGPEIJUm2avxbkrbb77agslBPG0QiYVYyw/RCaS4vKlJV65uMTI2AT7Dx4kHAvS7lSxrA6xeFA6e3Ulia4m0ZTBoJJoCvd7Fv2uyeULt3nl/C0pAM8fHCJXjGF7lmyYCpFIC8RkjklOTK1GRFPalMLy6souKyu7Uhgen0wTDCkSW+/YOonoDMnorHQ/CzeImAY1TVfSOwynhmFXMaw+pt2j1bCpVxz6PdEM9AiGxJBAjvHxvETk2WKoQWz0hIC6u0s2HCMXFmKji+vbclJTiesoAoWjimxlH7XfR+0bOH0D0zRlA3Pm8DDTh4ap1dvUGm2UQI5IeAZVzWOJjGRHNKz6qGpfnpuOMXDOhIIizzAgc9YqtTYRgQ7KxAmFxfLZJBKyGB32GB1xWVvZlhUKTZArHCWWmJU48kbH4PqVV7h+5TKxcIKZiXly2SHpwnA8n63NRTY3lkhkTPKjvsT561oWVUnRafu02z4hPUssLJDVPdY3l+h2G0xPTTI9PYkrUM6OLd08f/abn7vXsz729ockgk2UaLrbjkAcDxrPYsHTNywpjiZTaTKZgnTcVCs1yuUyPbE2aTWlALz/4AHZkBV4w1KpTKvZlDUyMsbo6Kh0kkcjESkmNpstWq0m+XyBQiFPSIuiuMIVKhiZLgFNrNljhCLCqd6TXyvE22ptm2arwpRorE7tw/WjGJbYRIk8sjB6KEhIVQhrCpsbq2xuCjFdIZ9PE4uGcBwLx7Wki1xUWuTgTc+SSmbpGw7Whz/N508/QADur/Bnv/F1vhLQcQJB+v0avV6JgN8iqpuSkBBRFSKKmFwX57FPIpWnODyBHgzJz2JjcwldFeKnyDMUzX1DNtmFq0s8xj7yb/nfT99na6W99nf83OfOUikL9GOSYCRHKCw2jx66bhGgi5J8Gz/3ydMPEK3KvPS7X+LzhkPPtOVAYfehD/AH7516gGO4xvO/9h/4zZovM+BFM15V4vL3W/yOPvXDH+KnHoDs7a1/l5/5w0VckW8kXW0OP/7TP8xb7zuMTc7/7Z/wG5cM6SjHD+2JwALRK5r+QtRw8HzrHhrVEPhQsysFDeHSE86xoQ99gt8+9caAXoc73/osv/LNgLzGiExH1wsNcpbcAXr2HZ/4CD9xHw64xXP/8xf57deDVX2Pn/zvfuABYibQ3+Fz//JLfFE43vYYrzJXVGCp7xZx/vFPvZ933ie69rn853/N/3blrr53Vzia4Rf/h0fvx0bbFf74l7/K/7snmr0xe/auEPSfU8je+8kP84mZ+zHIm5f+lJ8Xhs09NO09YffvE4DLS3z8twZK7oME4E/9tw86Zg8SgA/xv/zSSebvcyXX+fqvP8sfNAb5qW98DMQqnyd+8IMPREc3Fl7k03+09jp19h8QgCtL/Pf//uXvdQzf+85Jfv5nH+d+w7jFjWf/kl8999qL+y8XgAfC2WuPu8L+977b1z/v6/9877gL4Vc0oWS22F2jq8h3HajHe1Tde9LwXSFw73+/9qELF6eM+pVs59cdu71n3Xupgyzhuz9JOERf++Lf+YXvv/d9PyUE4LvZ1nsoaOlv3TvJ7lGZxVG4i8Xee6q7Zt3Bk8lR6wdm/cp3+LoT5B/+DPx7+qz4PRVO13vv8y7eWl6DB0KkGKgaJBzvDXW8TgD2fRvPswdCrMxxHjhxJY75e5DQe55dKcAKbLQEEUiBWTRDhV7rCwFYNHT2HuJ4ip8sMpEHDmAGArC7l8ErkLgCzy3wBFIfHzy3wL2GBfL2HnJ677yQSObBuTHAQ98jbcum5iDaefC6xZ8tP4ThRbGFc1dGkAhehKg9BPRdB7AQjsWwy56j3HZtLIHwFS7dkHh/moyNUgJiuMeStA5xn3NsA8910BWBAhY9FmWQN60JYXxwEMTgnxSAZaDBQABW/QFZRX7Gvk/fMGSJe6qgyIh76V3k8+C8uJfmIQklIsJGPK8ejsrybUPuP0UkTEQXFA0NLxCWtIhWp0Wr2yLolIm4JZJBi5FMmFwqTI+gAMSCpaFYCovrm3zzlUus12ucPv0Ep08/idfcxG9s4lk7+G4ZTTPIFqZkuVYc147hmgZ2v4lrd/A9G9Pqc31pketLSwylNWaGo0wW8syO7WOiOEnP6tCzuixurHBrZUGS8JRQTmKUZ0dMZkcNEnqIZDBEQ+SUbrbY3Gqx3emz1TFkhJ4AXIvYmeHxLMGIRrUh1l49Yl6EuBel5NlsupbMSI0qQSIiMi86KEGdq9YhqXrsy9rkIw67HdhtQ2KkQHI0TzRaJ6htEtebFEJjFEOjbG5ssLm+jo2CFk3J+3GjblOvWazUuqzURH9UZzgfJhIW64Y+AcVmPJNkLJPEsXy5b2pWbWqbFqYJhYNJ8geTaEYLzWhTrcJOVafVUxkacRka9dC7yBIddi8ewdF0mSErotsSaZ9k2ielh0mpUbHMxG73sXsGSshFFRSsSIpwLCMHMm/eWpeUufGZaSZmprnwyhrnL68Tz8DUvhjTczGKcZWiMAll54hk53GEK3ZlmW6tLLxktHyHXRENZ/iUdpuUtuvk88O8853v5cxjT+CKzOBamfWlV1leuMhGucyO6PvGMzz65OOcfuoMgfJVAuUrrC1XWVgxWNy2qKkBaqpCMW0zlLYkWtsPBGVs0FguTD6pS9qmcBwbimjuawSCwjjikYjoTBROMFE4ztXvLPDSsxe4sVZjTQliJSM8ciTJI0dShM0eIaNPtdJlbacrcy9T41lSE1lW71RZuVOTFChVxDFlNYrjcfKClmfpRCyNSqPHdr1LNCmGhjNMTCbp1+r0ajU02yfoiv2lR7lhsVNxJG55cdXnqXfkeerteZLhPlajjNnp0upAW1BBwyL2LyKJTrl0HMv0uHmnzMpag1QhSrIQIxp2ieqieeBj98DsB2T+qqGE2K0aMnZH5G4eOpxlfDSC1+nidroori+Se6g1LLZLBuWGTakhUMswPpmUlU35JCKC9qPIfXVYjXB1scSVxRIjBRFTNix75reulrlxtUrTHzjxDxxLcfKRNDlh+m12ae70efWSxSuXLUYOOowcdJkZTrEvN0w+FMFqN7DbTWb3TTK7fwrT7bJT3aTZr+FoFq4qhpY1Ar7GcCrKeDaKZ9tUa022dlvc2YY7WzA0FGd2MiF7MZpp0q9bvHLD4pXrJpmpMJmpEAf3j3Hq0BxDqQTV5V1Zbq+O16tzZbnPt67aVOwI+49OSKd9z1qnZ65RaXiU6ioz02M89fgBnnhkhub5KzTPX2Wh0eN2z6VFGC2UJpJIkh8Lkh8LkYtAPuLTbXbY3alRLvXZ3NbY2lKFDwZbgVQxRXE6L/HF+yZ9pkcDRIgRDcRRWjZKw2Rjqc71m2VuLJbR5zWCcxr5uM5QRCMqhrhEPJFhsN43WDcMHtl/iDftP8T6rTrf+upNrt/apYxPCXjr41O89Ykp+bqUbovSVouXr9R55XYH009jeSmUQBdNacg9ZM8Ud8cQJ990kJNvOsDBYpKDmRi6WaK0dZWtnSVuVA1uVg327R9m3/4RjFqPbYGXLnUx1CimGiWUsgmlHHn9TitxVFs4NQ3K1T6v3BxUqKiQmlI5PpvlCUFCHC7ywrl1XvjuBhXPphUSOO4Ex2aHGU7GWF0sS1rn0ra4VohB+RRn3jzMWDFEeW2HyvoOyysaK6s6I5NhTjwaYWafQiJmEA2bdLoq7Y6GGhD3a4dUPkphPENhJEekphKua9SbFcrtXXZLHbbWbeqtAKFCnGAxzs2lvqxu0yZguuhBn9SMTmpWx6w7mHVbDvlMFeKk4gpWoIOv9RktpBktpui3bBrVPrfuGFy6ZvLKDZN0TieT04gX4sQLSTLJMIWwSjIo9KkSvifctQH6ZoBaJUBpBzmMnxxXSY5phA0I95ERa7tVR6K5XcKIMTDbNrFtQToUcbGghzUCUZ1AVMPxTVmKuO/bQUwDqUv1LA9VEch6OHBM5eAxjf3ZLPuDI+hdne9cWOXFC6uUDZWSodF3hHjsoug+8XSAWEoMK4RJhEMo4bBwoKBLA6WOrqls3S6zeUdEn9r4IRFvF6BX0xlKpfixTx7hx370KJ3VBbqrC1y43ODrLxtcW7Wpaw511WHfvgLz+wroIQ/D6uLSQwn1icRsjkzlODKdY/Vii+vPVyWGO5AJoqR1VEWs91xWlzwWbno06mKlp+LHkyqHHk5w6KEEi2dkPCUAACAASURBVFd6LL7a4+CYz7seU5ibVKmZYWpGCNHSELVdt1ndtmjWXcJmgKgToJB2KKRcIplBxpod8WgrJt2ARcLWSYppMwfajo9iQLwDaUVn+ECS4f0pbpWb3Cq1WF+32VoFEZMxm/SYS3mEp4NEZnRWSy6vXDXZXHJwqx5+w0OP++gxsQgKUyxGiAskT89HF1GqozFCozHuCDHgapWWYRHJakRjCklbIWkFGM+IzF6IjejoYyGMoCIzhm8t9rE7KnZblQ3VRC4sc2q3N1tUSkJQCRCPK3JiJBwVi15f5qcFXJeppC6rUEyQH0rRdC1u7g4E4FoDqg3wOqIESjmAbwteeABVYKaLAUJrEF6DM48Vef8PzqAmVT73J4t8+eubPHMmzzsfL7BtNblRr7BesqjvaLQrQgAOMJqD9o5LdcXl0GiKj75jQjo6r9f7XG/0GEl7MmPD7IkchxZdw0PLDKOmh3n56jrfvbJBt+8T0mLovoras9Bth8yYTmZUZ23d5PbtPp2uSzAckEXQB92nEFcZSehMDkeZm0lKh3S72aPd7BNL+MTiHrtVm4VVi2bXIzMSJjsSwmgK95WOa4upWQdPcXFCg2kMmTeyLpaaQrAUo7LCpevKfkwsHSGeitDuGdSbHTzHI6zrqJ5Gty5cwJBI2yTSDsnEQCgRm7S26ciMWE/k/vYcBJU6HFIIqAFMkc2DQioZlxmmXa9H3RY4E5eQqxL0xCZOZPZCteWyW3foiTubugferwJVeO8jEd7zSITiTBhGgjL/+ctfrcqanowzPRGnbZusChHBEaiPEGmRleL7YvCE7W2P9XVPut9mJgLMTAWIJkMyn3Hpjs31Vw3MnkchGyCThmDCk1XeQiJX53JhzuyLMjYcphTW2A3rbCw1ZXU7woktNq8ChypwLFF6NZN+1eLQ/jgPnUgTTYlJsxqb7SYbOyLLwcequHhVh4mhJG86PUaxEOP8C5uc+/YWH3jXGB981zjbjsXZ1Rov32mwfc1g65rJj3xwnh/5wDxe3uG6W+bqVo1LZ5vcuNRGtxSCZoD5/VkOHhcXtQBrKxUpvqixgKxO3adZ8hgOaDySC3N8KsvME0eZfvIYf/hnL/OHf/qydIUL4UKgOEynj+H26LW8QQ5oC4zWIFcpKm40WSHk2ORyDnp4MO0lBODKjkO9bON0XJyOw/seneLjb9/HxHiMJn0atkWt4Unhv17aplbaZnI8zOHDOXL5GGfPN3n5fIvCrE5xNohjmbR2OkSUIAfmxpkYyXNjdZubK9sEkiHCxTitrsf1y3XuXGtKt6J4re96eJgPPT1BcTTCtmey0u5z+WaDyzfreCKj0LDIxmAopTCR09g/FGdfMUaqGCdViNPCYrvf5sZqh28/3+fSRUOKSYW8cJELkTyF5fqsrlfZ3GridhScjsKBOZVjh1Wmp6IUhzIEQxFuL3e5s9xlbjTM/EhYTouJ6bVy16HW6VPt9NjdhJ0NocH7xMM+4aAQYkKE9KDMU8mng7hmH7Mr3J0++46GGJ0KcvuywZ3LJuOTeQ4cGZaZo1eurdNodnns4Wkee2iaL55f54vn1rDqPfKez3QmxKNvHefRt07wla+tyYpH4Pj+ODOzYVIjKqEscoDnxlqXzTsWO7cdokQ4dWCIgzN56gGLRsCm2mxRqbew+wE0N0nAErngdYx2ncceznLmYYGlFGJXQ+bT6LFx9NgEV69syiqkIxw/VCSZDrHRarNW6fDqZZsrl22mcj5HJ6A4EiM8OQa5LFeur3Dl2rJ0R4jYgk4bNjYd6hWXlBCAAx5PP5WVArCecWn6Pcodk42bsH4LpodSTA2lqLS63Fgr0zYMhotRRooxRnN5RvJ5Kf4+f36TVsdkcjjBuBgKiLmkYy5bTY+Vis9uU2R5dOV09qkjBR46UriH8W43OxIB1e120RIh9HiQ3TWT3VUTz/AJBRSG0iGOzqeZn0rSDwXph0LsNmtsVUr0+wa6aKx5AYnh3hQ5Tj0FzxCucIWJ8QDFokpIDRHUwhJBJfDrlYpBudyn1RYY6yDpjMDC61J0TKcUOfkrRJxbC30WFvtUNlwq6y779yU5eSpNdigip6FNVWGnVGW7XKNVsemUfcK6yOLVSKWFyCdQdC6mgNj5Hvr/x9qbQEmWnuWZz91jXzMycqmsrMqqytp7qV7VizbUkmgjIwkDRsKAzLAzY8BjeZmxz3A4jI095hxsfHwEGBkwssECAQIhJFoSstRrdVXXXlmVlXtGLrHvcW9E3Dvn+yOzutVdje05k6VPVZ3rjf/ejPjv937v8zoRnFBMNbbquw0aOw0ef/QMjz9yhu2disoQXFnbxtcMlY0sDmAZNhOcXKsnruQBjbpPqzlUCBlkY20aWIbJeC7F4blJhea9fmmDa5c2SSVDKgMpbDuqWSZRB5mUSSYl7liTvm8wPRVhfj6mGhrVZlkNjVy61ePSQg/D8YnEA7LpGHMTM4zHs7x2cZFLFxZJS07Z4SM4EZueW8MPukr8jcUdgkFYlWWEsAWlh0mr2aXV6HDt0jLXLi+TSNoc2xOAhyLU+H16LYNe22RiKszMoajCcw+GghRuU9isqOyY/GSC2cNZ5YYpl5tqPRjmVEWjYaKRkEKSe95QYRgDow2mZDr3cD2XerVPpTSg05Z8sAGWEyis3YGDWTQ/zKA3clxviPhYKpIKR0mFYziOjpgN+5pHsy8tGY941CYWtbHk5sSTLlAff9jHcmB8NkZ+Nk613qNW76IpAfggljmuhHdBE+pmU1XQl8x4E80XN4sIwTqVRpNqvamGIiJxmZ4V908fx3HJpNpk0i021ypsrlcwzRkSiZNE4kfUtTPUdS5fOM/li+eJOAnmDp4gEc8qbF6726bZWqPZWiUc90mkDdUMMY0Uuhan5/q4PcG4pwk7ObVOW1tb9LpdDh8+wNzcAXqSL9zrqCy23/rXv363+Xz6XWeJxcXJH1F0DbffUy4oaTbL62Gj2abZbCuccXZMBEpduX/r0kislGmUy+Qn8swcnMUwDerVqhJsJfdP8oTy4+Pk83mSiTjRSFQ5vtudtkJdiys4nU6jxtq8EY5UbpI0K0C3HIV8EmeQZA01WzXq9aL6eyw7RXZsCvQ4wyCmGteuOKoE1x4OkQiH2NraYHt7XUWKjGXEHWwzkJu9gaswiCJSJ5OCkD9MNJpSOUOd7/nf+bN3vFWEpbvCb//zP+HLThzdidHtVel0igQDoWO0cXSXqGkSMU3l9JeKxjKk0hPopsHWzjLb28s4dliVCL/DoUSoyPH06PeT/MT/+Sne9xbRsMfyC7/CL32tQanYINBiaFYKWwbzQhqhkI9jeao+8NF/yrvfIroOWLvwu/zy14d0PZ9u36P30If49AfvkQHc2+C3f+n3+VNfGvG+ykO0jLgq1az/8Hfw2w+81WXcWX+Fn/7MEkMlLEhu5YBnf+h7+fjBvc7+m5Q8ryWZbXf4i/PXuLojuM9R+ISSKOT5ERE+RrmXsjbesKdcafJapJvwd370Z/jozJu/d4OXf+23+LcFaRKKkCNt74h6DPJ8LsJ08OHv5A8efPPxe1z7wuf4+Zf2ZDkRVnyfn/yZj/GueziAvfUrfPzXz4/ElT0noBJixU2nRLQ9Yejpb+N33j/2lmzm6u0X+NHfXlYrclfDeur9/Kd7fK63/hof/zUFf94TXUcLOdLSXhcR3yzGyufkDh/gybPHeOTYGPPpe2fgbl78z/z9PxqliX7L2+Pfxm98+z0cwMU7/O1/+yYr794XyvH8xE//9QLw3eN8/Nv4tWfv9f2X+JlffUm5f/e8id9yWCMBGDjzbv7Nd0+RetN1hWT0/so3uLn/fi3gmbdxALdXXuUnfvvNab6vf8Mf+cmP8fRbEOAjAfhfvPz6+u+fh3udg7uH8S1q9usC8Fuwzm94PP89gVOJenITKGu158ZU14US6PaukW9Re0dioCjE++8eCZ37OOnR2o7eIzZcfY8CsJcTvPcz9qXZkeI5um5+45OvI6B//F99Dl2OQblWNTV4sQ84FgFz9LgEgbzv8JbjGuUOS43yeUdHsfdQ3nyW7/73vVDab/7kve+09/smiOOR73jfZTxCOu+Jpco5e/cXTLFG9x3AMuAxEoA9lcM7GtrZowu8QQRWTt09JduXjGGVnzxyau8LwMpJq/CCrx+tEDcUxlhoKCoDWFOZuYKjlvepDOG7pmMZGhhlMzsaOHvZmepakKEARfN4vfZ/yogavucAVs6WPQE40OgHNl4QYuCLUUGOW/opwk8Yia/719hI/B09bjl8EX/dvqsE7v0BHUH76/J8HogD2CXwPSV2yqSBIX8EN62OVfDYoz6JHLu85sgQUaC+1sLUBtiaDKwJuW10vXS6XYWetIRmFI4qwXy0/CP3sewvReyTtRw5imX4R8Oww5iOiCQ9hn0RgH01hCxCtDgQJUe5K85Er4MzKBMeFElYHvmkQzZu0/Q1Wr6uGsjNSp+tao071QLNoM/p46c4dfw0g9KWKoI6utXBkNfmWBY7niVww/huCH0wxJAcOHnNl5/Xa7Fd32GrtkvU6JJ2+mQiEaYzBxlPTRHoA3xjwE61zGZ5l6br4+sxJbZPpiuqMqEE6VCCSqnDxkaNze069WFAbRiQNnXSpkTY2ERTIXw9oFhvUG10cDwLx7XpRsO042GGMpTqBcogE47oyrjS7kmOpU7S0Dia0MhaPhvlDhvlNtGDeSIHx0lE68T1bZJGg5g1RdyapLhZYLdQoC3DcLqD51sMe+LWDVitt1irt7FDJvG4jS2RaoHkMg+YzSQ4lEnS6wejrNOaR73cU9dFfj7DxHwGWlWkcbdRGLJUMCg1JTIo4MCMj9nSMKVvapr0Iw7IUIIp++KAeFzWQSM01HH6uiIYyuC9KRySqK5K9vdD32a32Ob2nW2qdZfDx45weP4I33x5medfWiaZMzl+RjIl42TsIVnHx0nPqApaXfo726pH0Db6qs+yuO1yZ9tV+3O/H5DPH+DxJ9/HAw88AuU1tPIaC9cuc/XyayozuCK74cwYT7/7nTz1rnfibbyk6s5SmYWVIXd2hrjRAC8SkEkEpONy+Zu4fZuwE2Y2H2Uy49CsVWnUq7SDIW153jcDJY7GIzaHpx7j8OSjXP/mLV764ktcW91hKdBxkyHe/ciEKqPWUCXxOhu7LRreECcfx84nWF2ss7Yo1zmkcjaJMel/28STNk7fVLVTbrG+KwPJOvmpOPnJOKGgT8gfECVQEROthsvadpO1nR7rJU3VQ48neOgdSZK2J+GfysXeG2j0BjKEJDFBInQ7JGOW2iMWtpsUK22MqAwbGIRDPlHHR/d1Bq6J2zXZaWrsNqHVDWj3ApJJi7m5qIobk52iVL/j0hfjT63HTsWl0hhQbkGlBdMHUkxPJ4mFPCwk69onIwOtoQhLhQZ3NhukojEm0oJiHbBwo8rNGzVapknLNJSj+dHHMmQiAZ2tOjvLLV4576l68J1RHnw6yvx0mrlElozlMOhUGLSrJMbSqqrtLqvbRUrtOp7p4jt98rk4+VyCjG2RNgxa9Q7rhSorm1UaPYe6GyKdsMinJd/VUFGB3faQi9e7XLje5dS5SU6emyAbjxIe2jg+mH4by2/hlhu4lQYLOy6vbIkZwubQ4RyTkwlK5W1K5S0VQVj34NjRWd7zjgd450MnKL98ntLL51nrDFkJLFq6IHsdnIhEEEZJj0eJBD3C9Oi02mrQWly/na64SuN4/gBPDWybaOEQ8bTJzPSAGeVIn1ZlNtpQqbC+VOT6QpEby2ViJyPET0ZU1OGEDALLILncnzZbbPZ6bLo9Hjw2y4NHZ9lYbvCNr69y806Fohaoeudjs7zz8VkydoDWaFDcanLheptrSy5aKIkeTqH5LTS/hid0URGAA5v7zx3n/gfnOZSwOBgK8Gq7rKwssFncoBPSaYd0pieTHJhK0txps369SK3Uw0rEsBJxau0O1VaXsXSMo9NZwpat9KONjSYXFzpcuNnGGgtIHoRzx7K898gM7zgwwddfXufrL61T1QI6YUORzWbHY6TDlsr9Lm432C7KYIXL1MEk9z8wSS4Xorixze7mDtWdMNXdMKkxnYPHAyZnfcZykEoGNIsajV1N0XDl2HLTKU4/MMOZM9MEqy1YaVHrtKi4bUqNLqWSR70zVMQFqdtrLotrLp2mh+HJ/sXHmTQITRhoPU1pe4dzKe4/PE4qarBT2VU9rPxEhPGJsBJZhSK7uOxx+UaXKzd7iswaCZsk8lESkzESMZu4Eajht/6gijeoKcqZ0LRKxSGry11aXZ/c4TDjc2H0Zh+94dFoBJQbIuJKn89U+52QGN3EPKgHRGQfEgS0BtCSaDJ7qMoMdPVa0R9oCi3tChlW5SoFnHkorGpKD5OtRujvBrx8c4eXb+5S7kNZtkGaSch0FLHWSYkhcvQzQybY4Qi20Ex0Uw0FCvmwutNQNZRhPN3H9XTaTVPldP/oD53kR3/wFNVrC9Su3eKbF+p8/uU+17aGaOM62rjGwekMB6fTMHRp1qv0xXibGKghqLNzae47kmbtUpvr36hTrQ8gZaCnDSxFJdNYXhhw87KYLmTvZRFEEgbzD0aZPxfjzsUudy52eGDO4KPvtTl51KHYCVHqhKh4HmXPY1sau9se1VKfvkz0duHEUYsTRyzi4txMOHT0Pru9NiVB9PVMbHmydsUtOSSKwaTpMB4LkZyNkZiNcXOrwo2tKqvLHpu3wW9qnDlgq9ImAlVrO32uXfeUADwoBgxrPqZkqMbFvu8wMe6QCdnEfIOIZuKlRrW41OTG9Rodb0g8ZxONWUS6OuGOztGDBscOGtjZADcxpD4csnCjx60brsqsk6dWEXijSUu5T3d3mlQqbdWgUSWZgiFBEysztcpznRWUYtwmlQ2r7In60GVht8xyqUGlGqipO78xKm0o6BobI2Ri5TXsvIaxOMC8M+Cxx3N8x985pATg3/rMEl/8coH3P5XlmSezrLUbXN6WRrcESOtKqJ4aM5jMGnR2faprPidmsvytDx7l+LE0X351jS+dX+PpR3I8/fA4fb/F2tYWRWkA6lGaeoSVlSrLq1WaLY3+0MEcGCQHPkkCklMGiSmTpTWX6zdd9WIbihnK/SsZyUNtiLymOz2NQ1MO5x6OcWQuxKDnM+gNcY2eqkLRZ1lyL1u6cmLGx0zcXZ9e0Wci63DkSJRYWqfodthudrn9msetS3LDIg0xcVzrOBGNUEzDipiqWp0edWG4+wFRx8HSTDr1Pt36QLnDpRIxi1QijONIM1GjF6Bc0N1KF1vlQguCT0doAH00ld8Wi0Woum12uw2VRWwNdOyBQcKxiTs2pVafQt2lLRO/lkEw1PG3hgTbPh97dpyPP5sjSA241WuwXO5w7WKfaxc9pidtpictGr0+a8UOPd8nPxEmmwup+0C5lV2/47F0s0c4rDM373D0uOC6fVVLqx7X73gMPJ+JtOAcNIxIgB4JqO1q1IoaJ/NR3nUqRT5nc6XdVtWvB/QbAe3mgGZL3DIaoYisSYigras6etjmpPysaJ/VRpV1uaGoWVRqtsri7W31mByL8OAjecZzYS69uMOlF3b58Pun+Mj7p6haGpfLPS6strj1YpXbL9X4se89oaoda/FCZZmL67vcvtJn5WYfrRVAC+ZPpDlzLkskKhjNJqWSTGd54jWjXoF6UWc8MHgwYfHAbIbT73+Y0x94hN/5r9/gP332v6nMT3HOOGELzfbQLI9uEzoNcFsSTC8NCw0rrikkeS43YDzXx7LlhnwkAJeLA6rlAf32kEF7yHc8MsPH3j3HzHSYCh2KvQ5rW6PqtyXHp8nxownO3TfOeC7Gc1/b4Stf2yU/b5M/ZqP5Pl51QNwKc/zINFMTWV65scYrN9ewMjbJA1Ek0mbhtSZ3rrboNuR4A957NsN3Ppbj4JEUXjbGzhD+8pvrPPf8Bk7Qxw4GTCR0ptIGs2MOh7Mx5sZixMeixMdiVIcd1lsV5YL9xtd7XLzgcmDG5MABk2QmQjwdoe8P2dqts7PbxK1q9KoaRw8bnD5lMjsTI59Lq+zCm6sNFlYbzI3bzEkutO3QDRwagl9q1Sm1G6zc6qsXlahtMZ0PqxfzdlcyRGFuKq0c45VSla2NHULRPmcfiTI3H2b5Sk/VzKExjp/JK4TltRsFqpUWD5yc4sGT03z+xQ3+9MUNtFaXKQuO50M8+cxBnnrfQf7ya+s899UN4iGNM8dkilMwwBpGImBpt6dq9XqXtStd7IHJmSMpjh6MU9V6VLUu3eEAbzBU11dp3aAjAyNOj7jjcv/phKp41BtN62hD9NgoK+r2jQK3bm6RjtrMH8qSTEWoDHyKnSGvXarx2mt1xiyfWbmBG4sRPTSNNZFlc3eNzd113JbgUyyqVY3C9lAh70UATumBEoDf/c4sRtKjMmhS6vSobUaob0YZj4fIJ8IUSg2uLu/S9lwOHUwwO5NgMpVkIpXklaslnnt5k1rD5UAuNKq8w4HxEHd2XC6vddgsd6l3O2p45x3nJnn83BS75Ro75RrdlovflTz0ADNpY6RsKusu5TVPIWx6tSET6Qjve3qKR87lWKq2uVPt0O5LM18ED4+hoFBdiXLwVflegDGEmGDA0xqZtEkqkSSdSI6a+EPBCbdZXW6wW+yQTBsk0yaTU2EmpiLKLT2WMekPfG4vtVlc6rCz7LKz7DF3JMbZs0niGZvGwFf4sVZPslm6VHf6VAt9IpbJzMEImaxNryuOR08NAbXcAaFolERScjodiqtVdtdqPP3EA7zzyQfY2S3y4suXuLNUoOuOBNpc3lFlOAaBKWLXgMJmS2XYmtaIiCGCiuS8jo0lmZubIBGLcWdhm6WFHXJjaVW+N6AtfNvhgNkDCWYPJFWufbPdY3I6wqlTaWJJ2CrusLFbYmHV5+aqr/BW4fiAXDrBiZkjTKcneO3CApcuLBBJjpGdmlHObT/ooOkuTkjHcQyGns3AleadjeS+Cs6kVe/SbPRYvrPNyuIOqXSIo/PjZMfDiAAsDcDdTZfdzR5z8ynO3J8jlTHw+i16vRa1SpdqtcN4Ps6B2ZTaH21uVNnZ6lCvOKpUVnEqrhqrghuWZmA4LnuHAK/fx/MESd2nvNNXOWJDv4NuuuqGdPbQmORE0O/KoECgXNdNobgoh7VONG4TS1j0+i22SwWFvB7PRBnPxAhrhsL5OaamGkSOZKTH+9ixPnKPWRfjoZbFsaewjBwaCQnmQtMrYFTQfRMjCKkpbE0ao0IJ8lxVumVg2OYot0YX5FiXSKhIOFSitNOltC2xDlNY1hxO+BDRZFIhjEX8vXLxVcJWnIPTxwnbCXZLZcq1IrpVQLcLOCGbUCiOYYZGLkoE3Thq7oacDOFQDq+nUym18dwh09MZhRnvdpuqhLry6//i39/tPt/3ntcFYMn0cz1BMA+Um1ea8JVKnUq1RjyRJpvN44TCCoskNyq7IrgXtknE42THsntObnFwCurYVTU2llEl9IBEPKYa4R0RgLttYpEI0WgE3d8TgCVfUCJTzED9zguFYuS4MhgMXHX8MlggVJJQOIVhpdGNtBocrbfauAOJoYmTScTY2lpna2uNcNhiYiJLJOLQ6TRUzrJkAFcqVZKpLDMzc4RDcTWY0Pyef8xzT92Dc0yR5/7+b/CpeJZQfAzXrdPtlhm4ZbR+FTPokHBCxAXnbEi0QxTbSeCEk6pRXqmsUa6u4VhRQlZENeolX6Qv7vamuInfy7/81R/jTOTNEkaRV3/9U/xGpUmt2lSZeoMgprIOI2GdaEhX9INo2Of4M/8rH599M+MYKot/yj/93DbeUKcfDBk8/CyfkuiCtwhot/jf/u2fsRsIpUBEBh3bSuCYCdVUHzz7LL/zNgLwT/7uIr5ywIp+6tM/9x5+89mJe+cMv/HnDjyKWyWurxR44codruyI4CBN+5Er0aevnmcCTXDsErAxxSd/9nt5LP22utD/9Ac2L/4+P/PHo/xUhWUdDvmpn/kY776HALx7/Yv89H/ZRhfnpXJFjlQZdawiXqg1EAXoMP/kHz52T1fv7/7Cl/ijN8BZP/wj38v3vwWH3OXiH/4hv3hx9HDuip9v0KfU3aQS4tI88MgsT5zMM59LkIvZ2G9x1751WUQA/rnP7Xv53vDxx9/Hf7inQDsSgO/luJRH/OP/owLwR/4Gv/sWIR7ay6/yY//xlrpHVjm0b3p7XaY+xy/8/Alm3/wJgxJ/9ot/yWf33i+n4Zkf+Cgff4vrG4pX/5if+wMhnLz1TR7f2wvAn+VfvDwS398oQP7PCsBvFn/vlRO8/zP2j/BbRH9hiag4V1krcbaO0nT35eWRwLp3nPua7p4wuS+KKq+rEijFzb7nWt271gK5ru+Guo5E4JErVv4n4uM+5jjg05/8W3cX8Ud/6bNKl1aKnT66PkUEHomTI5TxPvZ45AAe7YUMIcSpPGIZDAvw5WslT/yv+W1+4/q/3UDESOQefZd9BPTrq+SPsniFyrInBCsBWD1cQQmP8M8j8VfKGwmjcqy6OUIx7y3F61m6o8c5ivgY0V7k37JmpiVZwPI4DTU0NhoWGb3J0Iw4RERYFjefCMAyCCfv3xeAR1L6KNtXPT9LL0mT0SnBI8sx74m++wKwvu8C3stjVtfD/mPZx9aPFO9hYDJU+wh5TP09AVjyf0UE3rvW1b/2v14lBeP2PbVfkKUSCp7kxiP4Z19oHpIBLAjBwagC+V46RiBX6uhYlQPYEnezCMAyPCTXi7iQTRzDV/FWljht1EtLQKvVotVuqyEqiaNQ+4Lh6PXKllgEIcnIWg4kMmu0J1Khoaajyu/LvYeLgZBr5LqXRDh5XZSBh6HKNFYCsFckavQYixgkwzpNXxrCAYVCm421Fk05N0kwUzaT6RyTmRzDYpVBqYqme6rXIjmBQyfE0HEIFstUZgAAIABJREFUegZ0DSK6RcKyFQq6XNylWiuhx3z0qI85qGG4VeyhT1iLE9bjCgspg4Ttfp96t0e779MZyOuiRzqySTpSYCI+zkQ8T3GnxdJqkfWdOn4kQhAJk7MtxoWwo4bqfLoDl+1ag1K9jdHRMbo6Vn4ca2YSzQ4xrPcIZP8c6mOHxX9kIoFtGdvhaCRM0g+4vVpgcaVA5MQ00ZMHGIv0GKNMWpo0Wgq0JM3tKs3tCqWmR7Eb0BsaRK3RQOuu12XHlZ6WNNtHJIBQ4BPVYS4d43AqRteHukT1tV3ajY56Kps+OsHUsQkGtV361R1ur/S4uhRQqAQcPWZy9JiF0fAxmgF9TacX0kHRlIbEogGpuEM64aAJva3hYg40FUEXDUeIZiJEJOarM6BZ8yhsNVhcKtHo+Jw8c4ITZ0/yl391k7/82k2yk2EeeHiS06fSxIOOKiuVx0rmMfp9tEaNvtekqXdVn+XKYktVPJpgPJtlanqW+dOPcujwCbTtK7B9mRvX7nDx8grbzQ5eNER0Isc73vGYqtby8zSXn2dhscq11YDlYoCTDQhlfSIRg0hY7ptsuj2HsB3m0ESMyWyIbqtOp1WjMfSoy++0MVRrIeLJ0QNPcvTAUyy8sMCrX3qRK8sFbnhDunGb9z8xq8qsVDHKVWrlBlvlFjW3Tz8Rop9w2Fxps7naUUSomdkEmfEwdtTAkjXv+mhdn0Kxxfp2E0/ObcIimQlxaDzBofE4Cd0nJn076Q2sVVnbaVPqG5Q9nUPHHA4fs0laAaHeAFMGOgwD3zTweiZuT4anNaKOvJ5I3F+fjjvA1fq42kAij4lF5XnGVGSobsvidsFjcdPFCoWJK+OOTjI+IJWA8XiM8XiUVrVBq1ZXfZFKa6AMSCL+llsak5NJpiaShK0uxqCCY3jEwhKP51BuCap3SMhwiJshFQF5+1aTW4tNGoZO0zQ492CGp54YIynRXEslNm7VeeXikPOvDXnfh6Z45kPTzE+lmLJjxAMdr12h3y7TFzy6GbBd77O647Hb6tExOvjhPmdOj3PmzDiRfoDV8theb7CwVGVxpU4qmyaVTannT1v6gUagzFFi5jp/rcX5a23e+77TvOd9Z/BqXZYurNGrtTh5JsWp0ykqt3eoLu6w1PS4MYS6pStXeTysq97r7laDgR3gR1HxOu+4/yEeO3mGxmvnqV86z9ZAZ8uMUJMeumDvDemnplX57Qp+u0q706PZHajh3Whsgmh8UqGFu90WW+UOq9s9BprHoSMBhw9bnDpwhlMHzmI2SgTFVdZXtrhxp8rCRo3MmRTZ0ynykSh5I4LW7lPbqVGuNCh0OxR6Xe6fz3Lf/BiFjQ4vvFTk1lqLkgZFXePJh2Z48uEZEgwZlGqUt7rcXA1Y2tIxYxHMeESS2jGDljJ6uX3Zm9gcOzrFsaPT5O0hOa1HbafI1ZurbFcrTJ2MM3UyQUj3CekBtZ0uW8st2s0h8WycxFiMhdttFm53ODCd5JGHp0hEbW5eLXHzWllFQV5b72CPBcRnNB4+kuF9R6d46kCer724xtdeWqNlmwySgkU2SYXA0X31/CXENIkh6rT75KaSHD6ZJ5YOUdyW/kMJoxtXZYf7OKkmyfEBkzMOY2M2zXWflrjxCz1ubXWZmM3x9LuP8vQ7DuHe2MS7sUFzAA3dojUc0nY7ijhYdYeq1nYHrO0OFVlTc8Wp7qOlNLSUTsq2SDo2Zw7meez4LAnHZOH2KmsbBcYPmowftOjJ0FFDZ2XdY+FOW5ktNUWgNEjkw6SmI4SjMrwjfVcZQOvR67tM5zMcyGcp7fZYuFlWOdn5IzHyc3H8epthQ+IjoNETaoROqzVUZImp8RhT43EiEsvkD9Xw/3qxx0a5RyRpEpbccIkO1QZqm+er2Akdvxsow8sDj6d44LEU4YqPe7FD9U6Xy9ttVS1dRXoTC0fIxZJEow5BZIgflj1nlyCQvlCIWCSGP0CJ5p2GkFMknsRXBBOh4okG0HJ1smMx/u7fPs4nvu84pZcXVD1/tcufX9dYqOtEDhqEZ0zG0zHV5xq0u9R3Kwz6baJpn+SYxv3zSVXF2y7LF9tUm3360QA/AbFEjGgiyo3XOlz4pvye9xW5VgnARx+Mqlo83+HO+S6PHjP5vm+PcvZ4iHIvQskNs9Fss9Fqs1Uc5WBWdj2FWZSFeujBKA8/GCGViRCNR6i54m6sslaqYQxMzIGJKzjW9oCkaXI4KZNMUUITMUKTURa2i6pWbnmsXwsImiaPnozx6Kk4vaSrarXgsXDNY2tlSL/iM5TcgCiYUY18zmJq3CEvGwHbIek4lPShqpX1Nkt3Wnh+QGIsRCxmYzQ0jIbO2ZM295100BJ9akaXYtvl1lWXW9c8IpGwamApZT80ykQp19rUG13FN7eluahyvsQVKjcAGiFLZy4R5nA8TDxtEUnblPtdFooVlkoNapVA5fwN6qjjN7FxrDB2xMaZgFBeQ1tw0W+5PPRojg98/yG0hMnvfGaJL3+5wHueTPOeJzKsVpu8tlZhtyKOQB3dM8inTTURNKj49HaGzM+O84EPnGDqQIr//EdX+C+fu8L3ffQ43/fRE2C3WNxeYaNaptBCVbXsUi251OvQqJvYfZMjIZODEQNdhOlxuLXicfV6j5Yr2GELuXZERJHyaz5BJWB22uKxpyIcPxUicIWrrNHS2rS0DjtV2Ni2qbcMRQMSN0hQ86DqqnzJJ57Ik5mwWC5WWdqqsXAxYOE1n6FE0RgQiurqZ0Yl40CG3y1BA7jKSSOTrPGwg6MbdOouHdkI2qhKxAVBGiYiv6SmSWBZCnksJQ7gRNxSk5eycRXwXjQeUs6ZYqfDVkMai4I80JRjdTwaYTwSpdRxKTS7NMWFIPgmXydUCwhVAz720Sm+77um2e43+fJNyXGt0ypYNAsiZkBWnNqdAZtFj34AEzMRcpMhdYNoWyZL19ssXGhihwzmTseYOxlFnimCdpeVbY9bBQ9/GDAp7rGYrjCY2BqdekCnBqemE7zrbJZsxuQbm0W+WdgloUdI6lGFbt8pdun2hoQitsp3FmRQxI8wOQ3Tsz6+1WO5XGO90lIZiQMvSqvQo7neYiwd4uy5HGO5MNdeKar6yAcn+MgHJmlHLG62hlza6HL5q0WufKXIT/3AaVVlvcJfLF/l/NI2W0s6Oys6A8m9bfjMH09w9sGUcv8JOqbb6VNptSi3mpR3NMrbBpmhztmorgTgx//mEzz2nU/ymc//FZ/5/NdZ25TpLcl50glLtm98QKep020aeB2NQVeY/2IjD7DCPhMTQyYmJTNa0AiWyrEtFgV/OcTs+xh9n/c/MMlHH59heipEw/TY6Xa4fLPIpYUSYWOo6r6TWR5+UMTwKF/4YoEv/HmBA6cspk/aClVJWyNuR5mdmSSTSfH81VWev7pCOGeQOxRW6NHFKy4rNz3ldG5WfZ6cj/D++6LMnxonMT9Dww7zB19YUJVyJKvHZzJpqHN/MBvicDbBXDaOkw4RSoXUjclmq6oE4K9/taME4KNHZbgiRCRpYUUtPH+oMKiVaofWLqoOH7I4ecLiwFSMsWRSZVMubldZ3Koxm7Y5mLaJxOIY4QSeYVNolCnUyyxe7anKJKKcnE8TjVps7japNXqcmZvkzJEJNtd3uXlzHSfc57Gns5w6m2DlWouVa01m5rLM35+n6w24emWb0m6TUwp3nOULL23z5y9tY3ZcDobg1FSId37wEO/64CzP/dWmqkTE4P7jSXWe9NiQIOSz1R7Vrdea3Hyljt4LOHM4wZEDYUo0KWkNjJClnHbFnYAbr/UUaeBAVmM6K4MQIY7OhUnFBzimi/Q+/EieIJLn9o1tFm/uqEzIWcGyp+MMw2HamsXFS1tceG2LSN9nTNdIJCLED00QPZDGo4gXFCnvDikVNHZ2ArZKPs26CMABCT3gve8a4z3vGkNPSEZ0lUqnS7eUpVfOqAnAVNhUTYBLt3eUGHVyboRwzqVijCdjvHilzJdf2qJU7ZIXLH/a5vSxDKfms9xYb/HiQpXlnabC0ooA/PRj0zz9+DR3VjZZWi3Q7/k4uqWyRLWEjZ60qEtGkOTurnoUl/pMpGN8z0eP8N73TPH8wiYvLGwqRHJcbsC1Ia1WnUajxVZJp1DU0QTTJs0XY4RmS8ZsZg6MqxrKH8mVXmqwcKPGxnqLRFpXdXA2xsyhGBPjIcbHbCVKL611WFnrsLvaU67kqckQh49EcaI6ZRHLey5DcVjoUBc6RsEl6lgcOpQkm5Fs3J4SEeutPvWWRzwVJZdPEQ47bN4ps7FY5l1PP8i7nnqQ3WKRl165yK3FAs2mSa8rArCURSIbJZ6J0erIRHCRleUq4YimSjkgCMhmEirLVmgSm6slCqtlDkxNMj09Sb3SZHN1i3azyZlTk6q2dsrKdTw5FeXM/ePEEhrLm5ssb+6wtquzuqNj2z6xyIB8JsWpwyeYyc1w4dXrXLxwHUOyxbLjilhiWn0Mwe1Kg80I6PdGN9j4IzerIAJlQ9pu9tmVqeWtOulMmMNzGTJjIYVW9voeG9IMWOkwfzLNg4/mycjAljsS6no9H7c7JJOLMj4Zp9v1WBZE0Uqd4jbsbmmMyY3hWFo1mWXDG0gW2HhYObZdTwTggSLJVItDGo0urlcj0NocPpJj7ugYQy9EtymoNwtfcj8DQzVPJaM4lrRIpm06Xblulmg1y8xMpDgwkSLuhPcaQAZC4bGdAZ5fpe/XaLsObU+u1TS2OY6pj2GQVm7bQCviayUs+R3QIyrWwZem3FBT5BE17CYtZcnoE/eBM8CwOgyHG/iDDZo1cZLo9L08QTCFYR0gOz5GJp/l1vXr3LpxDduIMpE9hK45bGxusFsqEE2VVOnSWQxEjA6pyX9Nlyw9Q7lvQ44IoxkGnkOrKnsinfGJBHnJNa6XqNWKJOMx/sMvfepu8/m+95whHo8RT8hc/p4DWNDelqVcYFtbO2xtbxNLpMjm8iQSaZXFapk2GysbbKyuEw6FSCYSKstauZBExBsOGPpCLkmSySTUEEUiHlUCcM/t0ut11D5GZR6K88gzlWih9nuGr1zNPU+OQ3CPci7EIeQyEEeo5ARKpnYohxPOqxuk7VJFIY5z2STj2SSFwjpbhTWiMYfp6Tyx6Cj3utmsUS6XqZQrpFJjzM4eIxxKsLtbpfrM3+PLHzryFucmVPnq//HL/BsmSWQnFTq926ng9Ur4vTLGsEUiHCEZCmMJptkSgT6qbj7EpVBvbNBobBCyYzh2TLlZNcnl8VrUqkVa7U/w6d96huk3Cx69Jf7k0/+RLzbbtFptuq5Nzwuj6w7RsK0mo+NRiIvr/ukf5hePv1W17Kx8lb/3n24Q6CECESce/SC/+t5J3qI1lxb4+Ke+OMp+FNeXLtdTkpCdwO16dN73AX7ngbf4LumsnefHf3dBiQcKhyyN3X6ID/zgs3xi7t7u07fTdbxmncXF2/zhV29xvSaxKYIiF2qChx+4+MEZ/tkn38Xpt8bl/jVS0V//ofbKRT7xHxeVGOCLmDAc8FM/+/285x4C8OaF3+Jn/0juM0YCsIhWIwFY7tdHeVGy55b3PflDH+Fn5998oENu/bff4598aU/aSj3Kv/r7xzj85kOsrvDPfvkbXBtJjer/98UwEffkpx565HF+6IkZjuXse1yv//3l2LzwGSUAfyv7F3jHM/zmXyMAv1mYHB3h22cAX//CZ0cZwHsO0w/+3e/mB+6BpC5c/Ayf/NzIGa3E+H1u7Zsfinacf/yPHubkW66BOv/t//oC/2F0gOrrn/nB7+L77yEAF177XT75x/deI1ntH/mpj/POezqAP8s/f2nfAfzGHOf9yOI3soDfAHvexyLviajqfO5xg+/lBN4XNN/ubxFVRymtAgZ7XQBWTs39TNq9POD9K2hEcN7HE4vQNlRZ77oue4BRXqzSdZVaaqBEYLmhFmH2jdfgngC5LwL/1j/8nrsL+b/889/DkOeBPSuscooGI6T3yAG8N2Th7w0eCM1KiGzGGwVgcTkaBIY4cEdv34JYvoul3ncUv/k8vNExvycAKw1UhMfRWo3OjByD4jGrtVD5vmpjNsr43ReBxd2vhFFxJgnUVhNHrvgG5f1753FvzffRxiKPjgTg0RrL3+J2FaqGCMDikBW03v5kh+CepeTj8rqrBNGhDFkOlaAsX6vOl/qe+5hq6atbGKrJMXLy33X/vsEFrAzd+8r2/t+SV37XUrwnDGsidssJ64MMgKnBAH/P/bt3Fe3lnMs5lc9VArA4gJUA7CgBVobcpc+haZ4qUx8qXKLk3ovJWjnE9yDScnmJCCz7DBF/xbkrezgRgBWS0VJxrmoNZE3r9Rq1Wk25f2OxhNr7yJCgDB3ZIVvVcDgcZSerzGcR6mWQTa4lE3/Qwx+4aPL41LkBNzDxAsFXaypGzPZKOO4OEbqkJDPV1mgMA5rDQMUh3VksMXQscvPjpKdSOIFOSB5TrYNW7aJbGnrUJIgYdPSAtgx7dQOCLiRtcaklCbw+66sr7O5ukTuUIncoidYr4ze2cesNmsUebrNPbjJHbiqHZopAr9PtD2l2ZfCySdRaJWqvMp2a4UBqho1Ck+uLBVZ3asTzGWLSEA+HmQ6H0fweXa9BvdNipz5ybg3bPn7bJ3V4jsyJE8oh3d6u0Ss1sMNdrFAHPeyghSKknSgzVpywG3Dj5h2uL9whfnZW1UTcZ5IWKb9No6epGlRdhspJ2VNxUOLgzCVjpOJh6kLXwmW3Ic7mvop+SVoaacfgcDLGXDJGRxzMfRnAdel1O+oaOXh0ipkjU3RKW3SKBa7eanHhZp/1UsCp0xFOn5Jg0SE0fHr+kJYxRAtLpJSvslfHEjFV/XqXbrGpBo5lwDiVSJAYSxAfi1OrtClvjzDaqxtNup7BmQdOq/r8X1zhT/7iinLUPfHUYc7dn8PulXFk/xfPYMTTynxh9bv4fpeW0aE6aHP+UpVXLlWZnJhk/tgs0wfnmDp0H+P5WbT151Vdulbgpcslim6AORYnc3Ccxx6+j8cePkvl9gtUF5/nxmKda2s6qxWNdN4nM+GjC3Jdhh4GFp7rELLCTOdi5NNhBl6Tgdui1u9RGfQY6gOi0SHJuM38zJMcP/gUiy/f5uJzr3D5ziZXOj06EZNvf/qwKqdWx6nWqZQbbBablLsuTdugaZtsb/bY2eyRz8U4eWqM/ERUifTDwKdV69Gs9qjUe5QbXSXQymiFDMCcOTbB2aMTpG2fuC45oS3Wt2psVTq0LY2WqZPKQCojkVw6cd/EkYEZoS86Or22gdsxCAZDdBnGMXx0EYJtaLhdmm6XaNggGZPhXAu3a9FomFxaaPParQ7psTQHDuaIi2uaBhFHovPGVDVKQgSrUJec6o5Pvesr8bfc1kinY6TTUUJGF2tYJmS4iiIlw6WuL2ViYWEHNtsFj5sLDa7fatKyNVWPPpTlvU+Mk9QHCgO8drPK5QW4vKDx7IeP8OyH55gbT5D1bcLiAnRrDNw61U6dWqfOdi1goyJOZp/qoEnPcnno4WkeemQas+3S322yttzg5mKdO2ttjgvJ7vg4vmCQK0011GNEdNqDgMu321y63eajH3qM7/rQ42zc3OaLv/cipc1dnv3oPN/+0WOsvLTO8kvrbPl9dmUoPgoxw8Meuqwtuawvu0TGddKHDI4fPcp9c+c4c+A09WvnaVx7la2BQUGPqxg1d9Ag0D2yyTSZVBqvXsSV8obquVezI4zlpxmbmKZaqlEr11hcqXD9dpXOsMOhEzpHjod5aO4RHjryKGZjg0HxBtub2ywV2qwUeyTnEiTnkoyF4+TsBH6zT3mzRKlYp+i67HouJw6HOD4XUs7YC9daLEm/Ck3VA6fzPHhqgrgMbFUaigy3thNiq+JIoDZaRIYO+liaKyBW9Zoi960zE0lmJhLEhl0ibpPtQoXXru9SbHU591SOc0+P0y7VaZfrlHf77Oz4eH2d/GRU1WsX21y62GHmYJqn3nlA3dO98I0tXj2/y2bXpdDziOZ00pMG9x9M8tTMGA+PJ/nG+Q2+cX6djmMTpGOCAUGTvFAlihowNFR/Wh8EhJJRovmEwhqP4jabjBlJxowEbr9NpbOLEXWZmY8zMR2hfWeg6upaj4trXWaOTvA3vv0Uz773KJ2rt2lfXaQzsOnoCTpGQEdv0Ri0Wd/tsFHsstsIVHkyCOKNBtb6dsDAhumxMNNjER46Ms1TJ48Q001eubDI9Vur5I8YjB/R6XZ16lWDws6A9R2X1U2XXtWnV/FV3GNy2sYK+eq1XPDNHQ86XsCZY1OcPjZFrdTmxvUClVqH3EyCsYNJurU63VqDnqfhDsO0uhqVqku3M+TUfJ7Tx8aJyAic9LM2m1xZbHBtqUUyFyKZC2OZLobexRaRXeLSZJ/T8fE7Pvc9lOPsw2N0F1us/sUWG9carPQ0VnrSD9bxIwapaJR8dCQAD8IDBqE+Ph1VYcMkYtkqrrNc7FGruKSFcJhxRgNJ9T4t16c9hEwuwsc+fISPf2SO3W/cZvebt3nppsdfrjjc6VokDxuk5kziEYd42KZX7VDbqDHodYmPQyav8dCJJOdOJKmue6zd7FJtevQEMx0OSI6lSIyluPpKi5e/WmF7QyI4ZC8jAvC5OMfOxVg632Lp1TYPHNT58LvDnJkP4TkJXDvOnVqTO9UWW4Uuu2vCnJdg5aFCMhw9ZqsprWxujFQ6T6nucXN5m1urOyNLd8yi1RxQq3qYA50xyyETiRLPp1Wtt7dZb22zestl9QIEDZOnHozz5LkEZadLKdRT7uA7F/sU1+VGXizacuMh6F6d6azkz1qMZxyF+o1EbZarPVaqXcoNT+E+JNs1ErWwTWPkhqwFPHI6zKOnIhgJqOg+pU6fxVttbt9qk4hYamrDNGWzKY4Fn4bn0VJZa6Nbd7m5kVI3ALrgJnXOpNKcTaaUwzWc09nut7lYKHFrp067EtCugCv5BR353XaIWRHFBw+PDQnlhoSWPMLLfU49nOfx75mjH7f4/d9b4rnnCjx8LqWqUG2ysC4vaJ5yqQh+JyHYFWGne0MSHY+DsxlOPnmEUDbJn37uFn/2h7f53g/P8bc/cgQ71qHQ2GC3WaNQC1RtVD3Wqx71bY3OpjguHd5zOMbDM2HWIgNVwn+/cb1DtzskGjeIxnR6nYBuR5Decl4NJiYspuYdEuMG9aJHo+SRG9fI5XUllLb6GtUWLK0MWFrpM5keMpUeMDUTZ/rwGJZtUBBxu1BXTVlNi1OqdtguNmm2pfmr0fclk9FUJe6BQHNxzICoIH3RqRX71It9QhEIRyApSNFsiHjCxg6HFMZxY7HOxp26msYQnLdsYryhxlDTSY5ZJHOWygrerfVo1Acqn9VvC2Y7ypTkQHZcivUOjbZMcehKOLl/Jqrq2Nkw82cjLGy1+PLLRW6ttgkLksDXCYc1NcnW6cpAgWQt+qQEdTpmq2Z6Jhdj8WaLKxer6iZmcjbK5GwYXA88l+2dPutbnrr+cwlLCWC+rjOUG2u3r25ADk2HOHsiTiJlcn2zpSphh4nbYaq1PuuFNq32QE0YxsRF48TJh+I4YwOsfJ9O0GO90GKn2CNqxYmYMVo7XRobgnYMc+KBKVJjUa69UuDaK1t85Dsn+PDfnKBu+lzabXFBQt6/3mHh611+4hOn+IkfOs1Ov8yfXbrKqwvblDd0qgVN5cEM3ICDBx2OHQ2RH5f8D3kyjbBeKY/qdp+1hSHhnsZ82lR5Cd/2Nx7jfd/xKH/yzfN8/vlXuL1co1z0aTSHI6dXfECvo9PrGgw6GkNxAA9GNEIrFDA1oTE1iQqgD0UNNT20vBSwsxFwKCnlc9+RBA8cTzM5JeJqVCFRvvRXK3zpr1aZympMjsGJ4ymOn8wQT0Z47islnvtKmeP3mxy/zyAa0ghc6cs42E6GQI9xa3OHWxvbRDMB2UmD/tBgbclkY8WgsuNT2fW5bxoeP6px8kSWA2fmGIRjfPYLC6omUgH5ZEAqqhN1JKPG4b7plCp5ou+FhvRkUFPTuLPq8hdfrPDyCw1Onghz8ngYK2EQRHRcf0BDhllq3ZFrfEfj0EGLk/M2ubSgYqWFrFP1GtS8OmOOw5hjk1RutiSB5XB7q8xioUJh2aWw5JLPRzh9JkM4arG42GBrq8upuTinjsQo7jRYWakoLNS73jnLg/ePs3C5wMKVTSaOZThybopaa8ArLxQorNY5Mx/n9Hycb1yv883rNbRGn9wg4EhmTwD+wCG+8JUN/vy5TcbT8lqR4dC0zSDoMgg8upZD1w7x6itVnv96UY1qPT6f58yhNBvDbTb8HaKxMOl4kkp1yNUbDTY3u6Rtm5TlMD2GwulPTcB4HlJZk66RVHXxxQqvvVTBMWFmOkRuMkosl8aIRbhwYZNXL24QG2rkTJtkQjY1URJTYRJxSCZgrdDi1orchHoKrS5ZDBHJaNLg/e/N8cx7x7ETXaqeTFm3Ka0nVcmQwfh4hM2dOlduFnCbHe6finFyKkZyIkliMsHL16p85aUdtrY6hAcBKcvkqSdnePKJGW5v1nj5xi6LazXltJXO22OPZHns0SylrRrFrSq+EWDHLYyoyVA38XWTZk1u5nrs3h5SuCIZLwk+8l1zPPWeSb5+eVlVIm0xNS3YtkBl1UhWaqWuU27oBN5oszrq9xskomHO3D/JmfsmabZrqpbvtLhzq8vWhoiyOrGUwaFDEQ4djpBJWcTCmphl2Sr12SkN6TSHtBtDTEMyfqVT6uMGPXoiXA4M3KHBwO0zcF31mpDPxohFbDWUIKWGTNpDxnJxhYBKJkNsrJSUUPvIY6d45NHT7BYrvHL+GktLu3TbFn1XsGYi6utMHZDcI0H4Dnn1/BbXr+8ST9lq6MuU5logN+NxJicmFBp3Z6vE9nZZTZQePTrNzkaNG5c2KO/WOPfENA8hN+TCAAAgAElEQVQ9eYCFq1vcurpNfiLG/Q9NEc8Y3Clssry1rdA2UoJ9G7dl2CvL3NHTjOUP8uKFy7zw6hWFyItFw4TkddERB4Zkk4iLQleYNREvRERXJaKmazL0LKrFBtVSk2TCYvqAoKcll3aEVh24YYZemNyEZMpI3IUMezXpDyTMauQYkb1WNO7suYkr7BSkEZch6GdUBux4Lke1XmGzsEGtWVY55FLtbod2p0OvY+B2w0pM7nk1hkGLuaNp5o6kadU0SlsBfU+GT5I44ZiaIha3qC43baZkwbVoNkoMB12mJtJMTqSJhsVF6ai9gWSQDemC4YFkLAlWOghjkMQkg0UaU0tgaFH8oKFKmsWGcgIJj0MauiI+y9oJVXrkXJaGS37CJxoTVNIG5dImbi+qCnLoRg7DzGA6pqqGYKsEvaYJzi2unJfV+g6N5i6a0UEzu7TbfVqSg6Q7pDNjJJPigrWUY9cwQuhGGK8neTeSu6dz4EBeCaDLy4ssLS2SyWT5wm/+3t2m/dEnzyiRNptOKTyzCJbScA0p0VXj9p3b3L6zSCKVYHxygkxWMugShJwo66sbSgTOjY1xcGZaDTp2203l/pa8RKlMRgTglBKHRfxVeEvleBq8nispAvBQmuqC7EMNSgZBSIncvggQsncJegz8Fv1hS9FWvJ40tKaJxw/R9Wy2dhsqX3o8L8+BUQobm2xubii8+OTkuBKffd8lGHosLy+zvLRMJpPn+PxZkomsanQ15j/Ob//IibfiZeny2n/5eX7h8hTp3DRur0WrVWbg1dRUuKX1CFuWKrGdaIRGQnAoqcSLamWdamWNcCRBJCKuYBmekN8ROUeSY/SD/Mq/eeKeAvAf/btP8yW3Tddr43oOrgjAWoSwE1EOBMfxCIX6aM/8CP/y5FtUK9qLf8xPfvoaoVBGIbV5+Fn+9TMT9xCAb/H9n/qKcmYp0cE0iITihEMxep0u7Xc/w2/e93YC8LU9BLQIwPvPJVP84A8/xgfmwv8fBEqPwuXX+H/+4DZlhQAdZX9r2kn+wc89zgm5NP5/emsvX+SHP31LCQwytCDo1p/+uU/cwwEsuOjP8vMv7DsG9/C7e2K5iEZ9b6AECRGJzGPv5ld/+BBvoXJv3eLH/92LlIKA3N/8EP/+sTfnGcPKy3/AJz8vzqc9ZOtI3hkJPcmD/NjHH+H9k/9z4vqbl2vzwsgB/C0sWvmk/wEBeP973RUo/xoH8PU/+31+4fm78jXf/sPfww/cYzCgcPE/8w/FkawabCNhbST8vdEHKh88zj95GwH4r/7pn/Brd4NmNT74ie/m77yNAPwP3kYAlh/3Yz/9NgLwF/8r/7eI2XtY59dB3HfjYO8K9neFtzcIlgrP/Da21tHj/dYP7rtc3ywEjzJjRz/zrutX/jXiPN/NAh6t5euO5TcE4KrXqtcRxa9/t32k7p5qu/dY3zCEsI9/3hM/P/2PvvsNAvDvKwH6W9zRe8v1+vtG51W5juVv9fszehQjAdJXz/cjEf9/RADee8x718z+wajDfMNiK1F3/88+ivqu83kvDHfv2hmt2d5wx17G78jNOxKJlYt3b133zdBy7AplLR/fr71BBCWu+0I22BMmVbbwfobwiJogpb639KtUlu3I6fv6OdwTs/fcv6M5B3OUa7z3NnIB71G891ng+1fk/gf28o33B0veMmAijp09gfbuObp7IkbO8tFjEceuRBmM1kQG04W6ooSZQPZdgr0elW0GmDI0I49fXOfKIC6iNgwkN16GhqSv4htohqP2NkJxsUUQV+st69OnVNyhWNxRQ8apdEZFM3mSryc6viAUlTt75NBWAvDeH0NoRbKWQRM9aCrRX55P+5J9TBxXmINaX2XgGd0NzM4KEa1DJuaQiDjUPIO69/+y9h5Akt33fefnhe7XOafJaePsLtIig4gkQIJBonwUpFI4yRKVzqIlWb4q3dnlKPl88p3u7PLJls+SbMm+I6kjJVEkQYIRRCKAzXF2ZydPz0zn3P1ev/f6Xf3/swtCwILUVd1W/Qq12AkdXne/9/t+v5+vTr1Rp14t4/n8RPLjBIVa5TiS0hP2TIk3lUK32MGrKiZ+Oe5Q7DFUwnqAeDCCZw8p72xRr5cJj6XkxDSTOB361QrXLi2ztVpk8uCkHJHgU90hI2GIFLgTd0A0WiEWrZCJTJANT3B9o8WbV7ZZLtYpTCfJTyWYTySYiydE2S2ddolOtyOX313Tk5SjgWkRnTpA8sBx0IPUi2U6lRrJiC1HiPqiO9kQ+ErFhzsYsb5eZn2jTGp+gtTCBPmUSjY8JESX7a2yHD8++fXdrk2t2cd1PBmuiEYMREWvmLWdActbfSzHJZPRyGV8TMRjTMTimGLxLa7BTEGSGeIzVKbnU0wtJGmWSzQqJZZvDFhadinXVY4sxjiyGMfuu5LO1jVNWtYARDIv55OEqFwkRC4awu6J4EdfJo+j0SCRSABDV+X0O7ZM0DWaDtWGMB4HOXBknoOH5/ncVy/zua9cYmEhw9NPHeKhkwVGnW3czjZ6KIEWEulnB2/UkbtGdA3L8Th1vsqpcxVCyRiZyQxjU7McPvogc9OHUddfRVl/jdcu7/LNi1V2LRUjkyQ3nefhB+Z5+P55GivnaN44x9pmh5WSyk5TkYQkMQIPKkZUCvk1PwG/uKYJScqPDxMdk5ZjU7dtbNXFCIqaPT+LE8flXDu7w6mXrnNptcz1Vp+B3+PJh3M8+UiOxMgj4Xrs7na5vNpgp2FiBQJYhkF5t0tpt8fUhKiDyzFRCDGybMy+zfW1rqwFi8R1MnlDmlZadYEitUilQ6TTIRJhj2TIIeAfIWj6nkguisok25HX8eGgSsCnYejC4Aqm7WA6NlF/hJg/gtVzZU+o6Q7RkyPUqKhtsiV5KOrTSYgLfkelOxCdvh7nl4acX7IJxGIkcgkicQ0jaBKLjpjKRZjKRvA6A7z2gHZjSLXhUG+77PYV9nrgKCqu0AZ8NgnDJJdAhiDymSC9riknGk2TSuTZ2Bzy2nf3ePWNPeyYghOD951M88xDeZK6Q3mlRGmryW5TZ6+pceBYSk42HCA+0gmrCv7wCH9ohN3pY0sRfUTPEUQ9m7W9Djv1AfFUnHgyDp4tsfadrkVVpD97DnPTcWZn4liiykt0zlo2I32fallrO1Q7Ls88fIynHzrO+tUqz3/+IrVyg48+N8fHnpvjza8VefPrRSnw+WfDxAoGhYgmsbtnztc4e77K5OEIx+5LcGh+lun4QSaC0xQvvMn2+VNcrjhcqOu4IY2ZaVEtJ2oPhHCvEtIswqqJLq6dVXF958d0fQxGOuurfTZW+7JOTVQMJgsqkwcMJufCzCXm5NDfZti6Rk/QIAZ+2j2d9kCI9ibhVIJ4PoPqOFjlCmazQ08RYqVBLqGRTahUWkOu7QwoNmxpVmlZCvmCoET5yEZUsgIDPVTZLfnZq+g0BqYcQaXSDIhFNNISrW0wnfEzlfWhDEycdo9apcfmjjDCOIzNxxlfiFPd6VLd6VCqw17Lj6PozE7pzE37aDfFjlXUr0WYzCTptBW+9lKF187XiUzrciZzEWYyMaaifvKGQlJxWbq+x7VruzQFpU2Ih7rCUHPRjFvaQxi960fvGtTbQxnMFNQKI+ojENPJan5yml/SHZfWqvQUi8kTIfILAYZbnpy9gUBnDyTx7dlHD/HBhw9gFUsMi2V6IthZcSn3B2yI931BY62IvZtNxxSfLwqONMWLUJUnd8kC7z05FmBqPMiJiQz3TY3jHym8fmWTSxt7TBwIyRFk1taeSaOj0xwGaQwCdCsNutUmekjBH9fQheAt7OruSO7XxBw5muPIkRz2QAR1qvRaA3x+UZcQodZuU++0cRwRbQgytBWaHRPTcTmxmJcTc21C/T5bW33OXR9wfmUgu81Dyf06C9cxCUdVMuMixCqQ6a4kbY4VohTGopRu9Ln8Uo3imslQ92P5/JIeGIiE5E7FMk3QbIJpj1BaIRUPk45FGArjTatLrT6k3BhRb3mM5XwUcj56pkOzM5RUZGGOy2QMPvrsBB97dpzm2U2aZ7c4e83mxRs6a22VUB6CBfHZ4CMU1enVR9Q2HGzLJlqwSU94PLKQ4eGFDMXNHlevtuTrwdYUHJ+KkdAwkhrrVyyWTw9olAW9RegBMZ2D98Q4eDLG2qk266fbLI7Bh+43WDwYwJ9NYmRTXKm05exsDKiuWHi9IfnsiHxuRHYcsmOQzU2Tyx2gVLY5e36DC5e3yE8Z5CcNGi2bvT2LYdfDGOqEtSDJXJ5ULk9NKVJXimxes1j5LnhNnaceivHUw3E2vD4b9Nm4NmT9DZtGcYQw4KtB8dzpeJbOVEpjIaeSy/kJpQ30mJ9LKx0urbRl15/oqRVOM4HVEXylTkPgQFweOxbhseMR9KifmqpTHbisrDdZXW+RDCkkQ6p0Ntq2x1D0lOgeMkizXyeFItyQAnsjrylGBHSFB1JjPJAsEB9TCY15bNodXt0scbnYYFgHuwE96WyAkBogqUeIGOJgtAilLGJbDvFth/m7xzj6Iwfphf38xedWefFbRQ4txuRU6122tusMLBvdr0vXgiY6ez2VWX3IQZ9FbjpG+M4p+qEoL35+k+98fovnfmiK535ommjapGHv0TDbMoW2W/W42rJZajm01sG+rnJQDfKzD2V49q44L3omL45Mri53WL7SwezZRMMKkYBInar0mgrzWYOjkwaJrA83rkt35NZqm+3VDvcfi8lJ5jW0uEu95/D1F0w599zjcfIkRDJh3GCSgXBmXasy2OmweHKSxXsmWd6ocubSNitrPSpVqNUUgpEAASH2hxyCIYtQcETQUOXzW9l2qRRdojGIxiGZ0Unl/cSSBtFYiFg8zLWLDa5fbOIMbSkSi8WkWJYLR2l6UiU1KTpSRlTroht2RKfqYTZheiLM1HiYQc+kKUS0ukuzqhINBHjuw3k5rYBJO2DxxoUeL3y9y8aaxVQeOZJM5SlYA9F7OJQnUYEIROIq0wczTB9Mc225zZkzNfqmK1HiyXRg3707smmUbeoivu8qJAXOPCgW9qLUXDjq+gTUPrkJjcmDBsGozu62y15RJMcMomGDcnXIykaXVtuSJ2SJkM6BRIIDiTj9+JBabEDdMimtWzR2bcbiMcZiUXrVPs1ih4hwct4xTSQV5fKbm1w5tcnHnyvwI88VqIx6nFqr8ublBquvqHJ+6ecX+aVPLlJsV/nLVy5z+tIunT2FXk3BEVx+BQoZhckCzEzEOHF0jrnZMZZKOyzt7bB0us/S66a8spjO+zh+IM3HP3QPH3/2JN9ausy3rl3h0lKd9RWLvV0LLTpEj9pYQ02O21fwujdriwQxyg+TYz4mC7rEJkRSSOz55fMK2yvw6AK8bwHZVSo6YXLjKSanp6S76E8+e4U//ewVFhc0Fhd05g9GGZuLoocCvPxyl1de6XLPvQon71WJRjw8x6NvalTaYaptg3q3Tb3bIhq3SaUdXM/HbinGbilMaXvE3vaIueSAY2N9jh1Ksnj3IfzR+L4A/Pw1ZvIKMwWBNd2/wI4F/Dw8n5Zv+nujFqVRG0VcJEQzbBfhL/+iyEsvVrjzWIg7FkMoMQUrKLBNjrxQ6jVFZ6JKpaRKAfXogkE05MPsC+SuhxbtoMe6BB2DkGuQTsUl6kULBDi/XJfTLFkybTk5HebEvSn8QR8XzrZZXe5xdEHhyAK0mrZ8bjLJOB98/BgP3DXLhfNXOX/uKpkjKWbum6TccPjOV7dZv97gxKLBHYsGF7YsLm5ZjKoOkbbLZDDAYx+c4/EPzfPnL2zxFy9sM53z8+H3pTk46WPQaklXsZFLyvn2q1W+9JUiblfjA4vz3HegwIq9yo3hKqlEjIlUVnZcnFutsL7TxW+GMawwCd+ApM9k4YDGoSMBxucCNByDphPg5a92ePmFjky7TszA+GyYifk8iWyCM6e3OH1qk4inkw+IBLFGIjeS7qyFyaycK5sV3ri2zdX1LpvbUK3J8L7s/Hr2A3mefTpPMN6nPaxSaXRYvxZh43qUifkEk/MJ9spNLl7cxq13OJkMcEc6iDGfknPqSosX36iwudbFrjiyX/tjP3xYzupunTcvb3N9uSaTnUJkuftkmLtPRrBqFlbdQhU4+YKGmtCwbjpye8Me/WGfvSsKG6/6iGtJPvqJOR58Is833rwmZ2wiwOHDCfwGFIXrt9Sha6ryhHFkAqbAXqvYPZ1IKMwjT07xvqemKJW3KFW2WLvRZ+OGS2kHwjFNXmDOzRvMzwfke5Qu0KO2R6Or0hmoEsOr6CqNqkl1b4BlWegBC9Vv0zcN+qYfIyDe1wXOSSMaCKErOrWmSa1p4QzANWFiLMb8fFJ2+xa3KxSLFY7dvcCxu8U5TIszp1fYXK9L3JRr6Rhy4TXi8MEcx49NYA5GfPvFTU6d3pWpVjG64qKILqRAmHSyQMAfplKvUq1XOXFiihN3TLN+rcab31lje7PGQx+e5qGPzPDmtzY49e1NstkoJx+cJpr1cX1nm/XyHpYtukJGjCsGs1qQQjLP2KETRMZmePHMWTmK0yesuwjd0xDUDl2jPxB0Az+oDoomhDmBprVxHdHmFsNPnG6zS6/ZJRJWyGYNaYpxhFisaGTTU2TTk2iGieITbt8ujtvF9foYfpEKMfaTNQInXDNZX2nSqHik4wdIJw6Qy+bJ5/Ksri9z7uJp1reWmZ7PM71QoNlu0Oo08dyQTOEKkbBvNXC9DvMLMTnlHZvNZQvHNsgWxkik0nTaddrtGsN+i6HZZuT2URFdvKLrOUW+kCIQ0gmEffSHHZoCSWUJmoaOPyiE1BC6HkYfxWT3t+7F8CthfEoQdyRSqBaeWPaIlIEqyC4C+xvAExc9oq+qbzLo9cmkHY4cUUinLG7c2ObGjSIeQqTLoPtS+AIJKdj2zZ6cUFAIhDH5+S+eA1uIfnZNpp7F9YPowy6Vauzu7KHrfmbnDzA1NYOi+OSIpJIQ8gfigrglFp0wOys+K+c5deoUp0+dIpsf5+xfffWtpfH4fccpZNMUshkCPkOeI/p1n+ylFsuZsxfOcPb8GeLpKOPTBXKizzeRIhSJsbVelDM/N8PxY0cx/BqVUpFmo3qz+29IMpWQArAwH4hktjiXkUxHiXV2JcJRpLZFF6zoBxSLuICmY/gFfjuF6YruWhtr1MH2mgxHdXrtjpx4bJ5M6ijWMExxr0enb5MfM8iPG2xv7coRiKVCPksiLsRMIWrqnDt7nvPnzpNJF7jzjvvIpsdot0XK9n38zv/24LvxssDemd/nU39mkS1M0u93aDdreKJbxz8k4HOlM1wAPeyhhiN60AIJItFn+c1fX8C/s8a3X/grXrxYYRBLMnSEKbAqE9LRcIKQ8ZP88392F+PvVOnMVT73r/6Qb9DH9vrYtp/hMCQKSDB8cVnBoGo9VL2P8bFf4veOpd8li3aX/pRP/sElUolJ/OKi6L6P8C+eyd9GAF7mp//gJZlCk6k8XdtHdIeCsnex88j7+Q/Hb98B/Cv/5QK22Eu7GiOx6LnZ6yu6e2fuPs5zD81xz3jo/7MQ3F87xT/+4yVauorPL16Xh/jVT93Fof9fBeAz/MIfLd3Etu73gf+d3/zF2/QpD7nylS/wT17ZR5zvCz776TQpfvjE++hAjkC5GkaKX/jvPnGbXucW3/rdz/N/NPP8xn//YR55F866xtf/1y/yh619GLJIfgl46n46M8en/u7jPJX9nuhzOx1ckBmaEq29QXPqJB+/TeJWdgDfTAD/NeHx+wjAP/ZvXnsPBLTCL3/qdr3JQ6588dP805f3FSQhmn3gF36cT76HAPxbf/5WBa0UxG6LVlaO8A/eQwD+1j/4c/7dTWFOCGkf/ts/dvu08bn/i/cSgMXvFALw47dLAD//Z/tp5nf82RdN31Lh3rqvNwubvyfQ3RSApUYnO6S/JyHfur9vv8/74ug+Kvivff070sO3OwbeLh7fTkB+Syh9Gyb51u955897J/b77bfxP/7W9xDQn/wX+wDut/++73c7xNd+vy7kd6XT33bD3nmfbvcYfE8YfbsIvv9/3ytd/faf8/bbJjLXQsCVz8k7njspyAsB96Z5QdcFpcu3T7e4+bVCyBIjrsn2D5bbgc7f+17c9v6+pfa+3Yrw1zvCf9Bzuf8ciIXDvglAE5ULkmxwM7UvbvDNbub98l8hZu8L2rcUevF4iCS6wCrrCENUj4Ah+jhF/ZlCwI8UggU7TRZoyb5eURUyYjBwsGxhRNTlta7PH0KXNQl+aWrb50o4MvGzU9ykWNwkmoiTzuXwBcPS6G+JcUS6R8VviMoqYcLaf89URyMC7pCAKxJcNXxqTVh9cPAzJEJfKWApKZSRMCz2Ubs3UNrXCKqCZBaTJs2GGaA+CODaNTxnF0UPoAVnwJfBGvblZGIW2fgQHZvR0MUVXvxRFHsUxZKGUx2/7idkBCUCulHdpdOqoqSykMowGVOZi3m097b55te+yZk3z7Bw1wE5YdUiMGyjm6bE6/o8m0SmRzIrqicKxAJjnLne4MVz21zerLJwIM7CwTiHszkO5/J4gwaNyhr9dhvPjeC4QVpOj5bdJTx+mPj0nThKgN2tbRqlXSaFwBUXtWeGpL2IwEPbHtHoO5T3BpRLJvl8jkIhT7ZgIO6CpnW5cuainEQySTKVwhu6mK0+qusQi/mJhH1YnoHl+bm43OG0qN1zbSYO+Bif95ONpcjGklh1k165x7AvzJiiX1oIwEGm50OUShVK5SobqyKN6NFq6hxaTHNoMSMX5n2xNG93qTWbkh4yNhGmUIhQCAcohAx5Xt0zLSk6BsMagaCC0hWMzQG2KfITKpblY2AH0fQoUzPjTM2O8+nnL/Ppr1xh8UiBH/nQCZ54YJxefZleYxnNH0M34jiqhaU0UARu2RdDGwU5fa7EqbMlbHG9lTLIT89w791Pcvzgnagr30VdeY1vXN7lCxdrbFs+QtkcYzN5Hn0oz2MP5WmuXKO1co2dvR67DZVKW5FIXeSO2WTkmURDkIrpBAw/QzeA4/qJGQ5Rv0PLHVG3XSxxym0IApWPE2OTHC9MsnS5xeuvl7my2mBdVKqpQx58MMxDD4YZC0cZj0RZ3ezx2vkqq7smXiAMwTDlUotKucXCbISH7yswWwhht/p0q31ePNuWI3DCD78vi6GKnVmbTbFnV/ZRzYkkknIozPELgk6WEebgHt1OH8MTpYoaqqFBSMdRhAm2S6PVYyGXldOquayttGn0++jjNj5R1SZMHq6oydJJqsJ04dHoDWXK/OJVuHAVRkYIPRaRok4s7ZEUNLeMxkRGJ2xBxIJ2xWFvx6LUcNjsw9ZAYbc5YK81IBrwmEyqLEwEOX40xYHZCK1KlVa5Sn5slum5I1xftfnS8yt86YVV9DySivnkPWk+/ECOrOFS2SzRqrdxDT+uIBaIPZ1PJaCIxLOoddFJTobl+OsO/oaDT3PRQyPqHYtzl9tcXOpSaeiU6xpuYARhR2odqk+V17DjuQDj2QBtsfso9mh3HYlVdzRR6bd/3fvgoRkeOjTDjUtNvvylFar1Hh//iUk+/hNTfPlzuzz/+V0Znlq4I8HCgSgL2QjZkI8XXtrghZfWuevBLO//8BSHZiaJuwWC/QRLZ99k6cybfGepxzeXHcKZAB94IsGxw4Ki16Va7jKR9jEhkpyhMGF/BNtWub5VZ3m7wfmzNhfOOkwvBHns/TGO3xulMBMlJwIMXpSYeD81tzDNFXTR2RrIoStJLr+5xeU3tlAmUgQPj+EXFMdaCV2kdkIZlHAGzXXRBdXQstnuW9T6IiAgKvXE499h5O8wXfBzfCZGwghSKemU9mB1u87Kdg3Hr6KE/YwVDA5OGBydMphOjphOuvRbJvWKSbvt0OmPMG0VJRBEDQbZXOuxtS7CdH52rQgjv8HiwohjCyPSSY10Ukfr+3ErBsvXXT7/Uo3vXO5wz9NxOXfkcxyP5wmJ+rJmnWatQnW3SnW3Qrk/omxCQ1HpGhq+pMG9R9LcdySNrxrDX41z8UqZb52+wVa9xdSRLNNHs+Q1V871a21e/G6d3YHFxH0G+aN+vLLKqKxihy2cRJ/jRzM8ffcCT981jzswcfsmvaU6vUtVVspNTjkdrpgDalWoV8EVBmBPXLcIpp+oRVUweyZm32JqxpBzJBPjRCKBMvR4bbXExVKdmYMppg8kGVS6NDbrmHaIUWQCJ5ijtbdBc28DR3EY6eI4F4lsA8XTJHl10LM5cCzJgeMpDGWI02pjt4f0m0EGzSBb3TbbXbEP0QjrQRgJUsWAIQ533lngzjvzpIYWsXaXrXWTU9dsTt9wMGLgj4FlDTH7Q+IpnbkjESanBUHYkaO5Orrr49oNizfOdtnZc0gnI7LXOSlMIbE0lUaD5a0Nuk6D3JRGYcrP4el5Dk/PUdmrsLm6xebegN2WTrXnY25CZ3ZCkxV01d5QGot9I5dsSuexp9I8/v40/Wsl+tfLXF6yee2aykYNtKiNHrPxJcSxoNGu+qisifpKiE2KRLTDUzPjPDU9xo2NJm9cKbNXH8r6D1fRITrAi/Spb46oXIdBSzShaLoXjKpMHw8wfTxIaalPaanH0XEfH7g/wqF5wUkJ4UVC3Kh15exuDqisWuhDl4V5H7PTGnpkhB4dEQqnCYezsix980aZvc0a88dCLBwLs7otSp+71EQXVF8lqASYns4wM5Wh6nXlFFf7bJ4foPTgsQcSPP5ggjW7w7rTZXNlyPYFl8aOiytcg8Ln5+gojsZCwS9ftNl8AH8yiBfyc/ZijbMXqnh+D39MRVTfKQJFY3kSoSfSuO+/LyFHCfoomh57XUfiVrZ22oT1ESHhdJSIJ026hIRrxlS9/U4TR/gMdTRFJAOEg1MgcRzuDMW4IxijMBsicyDI7sjklY0Kl4tt7KbCsKHQs8mYxKIAACAASURBVFwZ/TY8nZhqEA34SI/rpCZ0Ais9AitdZu7Kc/RvHaAX8vP5z67wrW9ss3A4ysLhiHTebe22se0RwZBBKODHMx28gcuxrJ+TYwHi+SCdTIi6p7L+RoO1Nxo8eH+EB+6PYsRcet5AurIaPfFhCpfLJpcFnqY4wthSOOAL8NGTWR5ajPPtVpsX2202di12dyyJZI4ENMJ+lZbAN1Zcjs7EuftIkkhaoyl6Nm2T2m5fMvcn0gE5hUnIz7rohsfKDY/VFY/spEdu0qPb19nd8VPd8+iVejgti9mDceYOJkB3sdwhjbZFWbhRKjaOomCLixPRvegXPTTsp5pMBbs/wum7pDMh0tmQ7Bz0BURPhCf74oJhg7VrPdav9/BGLtGISEUochEruulS4xrJCU2+4debgr0/wmp72D2FbNogkw5I8axRHkhefFD1M5YL89TTBZ56psDydpXlYpXltT43VmxaTZdkXJEjlsiuSGXZI9njK1IJYjmvGyPGZiKMzYYpC0zF9oC+OZIOSd0v3LcCsQSd+ki+vhRXJRbWZcejNRTIphFh3SaiD8mMqeRndQJRldLeiHLJIx4NE49EqNSEANyh1TQJ+SEeUDlaSLNYSNMOW5RCfSodk51rfaobQ3LJsBzdcVEsm3jCYHwuiRH2cfV8maVzZT76I1k+8vEsu+aA167VeeNCm73TCqUzCv/tzxzhZ37mKNutOl949Qpnr+zRq6j06+L5AxHMHUsrTOcVxvMBZqYz5Aoi5W5RbA7ZXO6zudRn2BpKl9pMPsQPffAoH/vgEa7VyizVy5y9VOPChSbLK2184r0oMsK2FHnS7wwUeUwIgoYz2u8cmp7SmJ7WiCQ1QglVCsDXL0NpE5445ufJYz6ScZFuU0jlEozNTGI6Qf7zf73Cn/yXKzx4b5gHT0aYPRAiPR7A0zVefqXFKy83OXmvwcl7hWPTpdcx6Q0UenaCthVic7fO1l6DXF5letaPoukUSwrFPYXi2oiddZfJ8JBDqSF3HRvjgUfvIp7L8Nnnz/LZ588xndflCIerQFwEdR+PLhZ4bLHAZrfMZreCLxolk5ugXNX44heLvPxSicMHgxw5GMINuvQ1WwrAw66DKVBNex7lPTg07+POE35SUZ3hYL/7Tjiagmlol4a0y7Z0+WbyIQJhg9UtW06r0qdVGTA+HebYPVlUXefUa3WuX25xx2Efdxz2SyN1p+uRSoa47+4CRw+lWLmxy+rKLqkDSSbuzLNTHvLtL2+ydrXO8cUQJxaDbDSGbDSHDEtDtLJDRvXz6LMzPPbsLH/59W3+8mvbFFIGT96bZjqj09ir02/3mDg6J+crX9/m//7MNYYth4/dP8WjJ7Jssc2WVySVTDOenqDWcjh9rcj19Tqjtg+37SOm2EQVm8XFMCfuiTN9IMx2w2G74XL65S6nX+qh6y5j0zA2HaQwlSWWjnPxQokLF8pkA35mkiK9qhFJOcTTHjNjaWYLKVYrTS5tVbiy2uXq0pBi0SGgKQQ1VSaAn3l/lnBcOGbblOtdLp1RuHgG5g7HmTsSl0Lbtas11PaQ+3Mh7iyEMeaTGAsJXr9Y4ZuvFtlc7+LUHPymyiOPTfPI49OsFZucW9pjd6+L1Xcx/Cp33p3gjrvidMo9OuUuSlTFyPkl2mRv02RvyyQY9wjGoFOE8kVIGkk++NGj3PPgJF966QJf+s552Yt78KDAhsPGZoviTpeR5mOk+uTvEsgzu+fh9DXi4TCPPnmAR59YYHtvheLeDSkAb64IbDDE4grRBMzNx+QYPoeRJagTQ5o9RQrAPuGCDhjUyqZ0KzvCQZwU7mlRCaDSF1fEYhklenB1RfZTC0pGu2PLE3ldUeRMFBJMT4sO0yDrGyXW10ssHBlj4eiYrHpYWS1R2u0y6KhYfQWfWIJpHocOZDm2KHCxHq+9VuT8xTKxdIB4OiATyaLbLBKMkIhl0bUAO6U9dkt7HDpU4PDhAt2ay/aNrnSkL5xMMn8ywdLpTa6e2SKRMDh8PEsgrrNWrrJZaWBZwmU4YkLzM6cbjGfyTB29g/jkDN944xTfeP20RGynI6KDW0MPjKQA7LgCUxtmYLbpWx1c8SYozpuEWcxNoI0SUvztNjsEAy7JlEogKPq7xC5QJRBIEDTihIWRKiE+twWxYiAXEzJJ7Ao04b6o1G7Z7G4P6DQ1UvE5Uol5Jsam5OzsbXL1+kX5fGfH9i/6totltndK6FqMZHRSdp92+yXMYU2ippNpDbsfwWxF8UZB2VfvC/ixBj3MQY9+tyFH8UwMQXMKqkRifkn5EH1VYkaKg+PZOAJ9KxQd4Ui/KWBpoyiaG0dzwyiOgToyCAQ1jICGZQtndleizwRCWPTy+rQAfi3AoNej226TStkcOaqSTg9ZXt6Ro+l5NC2PqsdR1BAohqwOEcL7rb5BmcQWCGVngO00sJ0OIy/EaBSiKbD89YZEJkaicTnJZJpkIkV/MKTd6dHrDbDMoUzDTI5PMjExKROvq2urBENRXv70n721F37gbz1LJBQgGgriV/dfAz5tf5kkes0vXDrLhctniSWjjE2IhV/hZvI4RaNWp15rkM+KBPA4QcOHORAJ3b4U0rzRUGIhDUNgHUWvr0hY3kp4qZimJes5ZOJHuHU1QzR2oMv0TgS8sGwQHOLRsxp0Bnu0+zs4loltWqST8+Syi6AkaXZEUsAjGveIJTxqosup2pKdroZPLKJFtUZUYtdXbqywurKK4RcJ/BmZABY1D4qa5Kd+9ed45Db4X6rn+Mf/yzfYSWcxzR6ddgOVIdGQSlA4koU44AlM5YB2a0AglODQT/86v3PybUqSPWCvuMGp0y/yH168JAXgeCxFJPgkv/H3n74N1rbC67/9v/MniiXg3AxMlX5fxxXHohJE10Tqff8c5P7nfoWfnn1Xsy+lN/8H/t5nRIVJBl0No9z/cf7lB2+XAF7mp/79yzJxIeUJVZHibzgYxBQVKo8/w388cRsBePNNfulPL+CKBJcQfwWCDJ9oqBTuV9mv6bgD7Gic9z9wlKePTzGfDBMWIa0f+Mdl49Uv8I9e6Mv0uKbN8Ku/+hAnIu/8xhbf/od/we+Lpb8UaGxp+BDoVeGclonDm2l9mT0U/ZsyEbif8rsldsgknuvyqd/8WZ58V3RXJIA/zz95VaBYxRnpPk5XCkJC0FBViXEVqTgh7khM7GMf4r8+k32X8L195nP8+pl7+P1Pzr0rITzcOsXP/MElieC9CWHdz+SJ5N2jT/PZD2ZuK6QPO3XOnbnKl15f43LzVkhV4SOf/FF+9nYC8DsQ0G+Jeg89zR9/5Db9zZUVhAD89j9vFwZ/5VM/yePvet0MufzFT/PPXvleAlj5xA/z6ZPvPo5EB/Av/9G1tzpb30JAv0tYPcnv3K4DeLDHf/qdF3j+beLch//2c+8pAP99UcR8mz/icfhlIQDf5r5cfYcA/Pa87i3y8tvFxf1Da9/8JB+rW0KaOEJuqoU3pcmbiWchen/vRknx8GY69p0irPjCfZjuOxjJ+zfgpvZ8U2R+C0H9vZ/91ve99fi++8F41++8zeP1gwTgW4/H9xNsbyf039LG36sf+XYi7v5D8e6I9dvvx+1ux+3+/dZdvfXzJCZavhJv4qzfyl7fTOuK5/ZmAlcQ33w+v0zmyUS22EMIQ5fEFYvbt59w/pv8+X637S3F+S33wf5P/H7P223/7dZjtk/A3v9+kUCWqG4h9O6ngvf/bR/ffevv+9Ts/fM7nyp6CIcENLHnEnhvD12mf4VAKCocBG1lCCKhqwoDMVi2GBXb1aVJXdECKKqBpghos8BHjyQGWny+VqtlatUSgbCg0CRR/QHZ4TuUC2fx1bqksogEsHh3F68RzRsR8EyCIxPFq8mRFyFaFEeJ0feSWETRlR662kczd9B7WxiKJa9DgkZAij+ltknAcImFR/JcxdXyOET36yyGfXIJj1xihDc0Mbt9zIGDo0RwlQgjxZAVDLomML0BXMuiVdmh06wyiscZxRIUIgZTEZ1hq8Hl8+dZWb5OIBMkmBX9gX7GIn5CQqjv91GcLlqghhasEdXjcm5s9zi/Umej2mVyKixnNp1lNpVFG3Uxu7vyvNixDIaWTqXfodJvExo/Rnz2PhwlSGl7k1Z5h7mcx3wWgoY4hg26A5edeo9mf0TAnyBgJCXtRfQui/BENCE+B7usXl5m5fJ1dMOQI9CWYZ+PkF+XplNRk9R3VDnnltq8cb5Jz3WZOmgwOR8gE4uRjcZRBi5uZ4gl0roDgUhzKUwEKEwY1AU5qt6mUhpRLSv0ezqFyQD5iaDcb5lDsSe06PT6kvqUyYXIZoNkgxq5oM5gYNLqCLqGRzgmwiF+lJ6FKoIWjs7IFUbKIK44/9SDGEEFI6jy9dO7fOPUHocXCjzzvoPcfyxDo7JMo7xMPFUgnsqDbmMhhGeHsE/0chi8+Mou3355B19WkXjOqYUpTt71OMcX7oDlN+H6m7x4pcKXL7dYbcBQjxLNxHnkoSzveyiL0ihCvUir7VDr6zQHPpl0F4l3UVtSrjTJZ3wsHozJmrqSqOlrDUlGRfhDoW071EyHoXg9BXWCYT9ziaSc5aUuZ880KDeH8no+mPRxcCHEofkQhm1h2ENZp3R2qSe7PYe6ga0b8nzOHfU5fCDKgydzjKcMOqU2DZEWLo7kzM7FOHE8AUOx52+weaMJAUVOIq6RjusUsjoTBR/xmEqv49DtOvg9KRvJXbqlaDiCEy+SwD4fqYCfVMBgZ83k0rkWrYHF2HGN3CFVdnSK70tqIdKaeOyFpm9RbVmcvjDi1AWRMlaxVJWgSK0LIWZcYzLrkynOqGUQHfqpFPusrDQoVgbsOchpWzYtsdcM6/K+zo4JnLDBzJiPdrklJ5mfJDezwLUVm+ef3+SrX9skPO6T88FHMvw3T+ZJ+G3Wl/aolrqEsyki2RSq4qApLmazT7fUERguCkciciKWn7Bp0KkPpKl/r9Zlr2NR6QrDaQhVCTMYih1wF0/sh8W1acRHKp6QlMTdnTbrq3U6pi3FSyUgiG2iZsnh/tl5OcWNJq989watbpennp3hyQ/N8OX/p8jzf1bE1UeMHwqycDDK8YMpZsbCnLla5OyVbQ4djXHfgxkm41mCnTRUIrz80mVefvkyq4MhW0A8b3DX0QjzU8Y+XUF1ZZgoGfJJ8c/ujeh2bNb3+qzv9nFGUZyRwG17jI1b5MZUkoU4qWyMjO6TyVXHqWPZJcyBi9UP0G4YnHm9y5k3uqgTBpHFMOmsx7h/QDbgEY6nCMdSNLa71Isd2VPbVBQ6LvR6Hr2u0H4c/DGXmXyQI5NxdFfj0sUuS0s9qq0+1dYAVwRBgxqTk34WFwzuPGgwIyr2Ejq1nT7b6136fRctqKMKRDB+PMXg3Pk2Zy+0qQw0ekYAPexjYVJlYVIhnwuRzwVxGiOaayaryyYvX+lxYdvi2CMhFt8X5uT8BPdNTxN1PNq7NZrFCrX6QO74SgOTPdNkENDRUxGi2RDzBY25MR2rqGLtqBJH/ubFCvW+IMYWWLx3DKXdRum02dzsc/mGMDc4eAkVJaoRtH0EHB/JSR+peR9HD0S5ZzbOPbMpNDsgp3Ruh+J317m6U+OUbbLs2pLUJSijqvgM93TMHnSbI/mYiI5uUd83PW8wPRdgMZvgjkQKdQiv3Njhwk6V8bkgE3NB7I5Fv9qn3/UzcJL0nRiuK/Z3oqLVxPKE+V6YrUUN1L4A3O/azB6JygmKWrN+n1HPodcw5FSGJmXLxDI9Rn1V6ntDgUU34MFHp+VkbZtEo8/K9Q4vnW/znYst1AgoUZGpc3FMl9yYweLdMWbmxOMwRB1aqEMF1VYo7o5YWh9RayqEggFCoQDaSEf1dDqDAdVui5FukZ3wky34ifnDcpq1LpVSg1rTpj3Q6DsaExNidDpdh0rVxh6ItLFHNu3jsQ+lefRDGfw7PTmXl0xePG+xUh6iJW05kWhA0i1qe7BxzWVgeaQPqowtaDw8nuCR8QRLN5p890KFWsfBCBkYYQNTM7F0k8rGiNKNkawKVQwt4BmiQ/eQSuGQRntrSHvL4uhUiMfvTTA/E8Ty6Zg+jc1Gn416n72tAZU1E2HUvvtEhMOHg3Q9hw6OfGEItJvVsOnvdHEaA+54OMYdD8U4s9Tlm681JMp52JIgNdlPeOxgkoqrUXY09ra77F6vow1tHrkvySP3pVgdtFgxWxQ3h+xeH1HfcSU/WyxE9ZEm58hMiDsOhMkWwqixIEO/wRuv7/Lm67uIz4tYTvQpCNysw1ActDXo1+FDj2V49rEMjk9jpe6w07Qp17qUal30kYM+sjE0jaDPL08sRap1INpihi72cISm+uViUC5CRgPUkckhTeOQqjFzOMnMiQwVdcSr6zUuFTvYLYGfFikmEae30R2FsKcSC/qYOJBg8kAcrtZQrtaYvjPD0R9ZoBPy8blPr/D1r20ztxCSolOtbVEs9eSSNhYNEgsFcFp97GafBw6mefJEHiPh48ZQ9IEOGBUdRjs2Y9M2hWkbNaRhKYaQrBkIF4ercGFbvDn1UMoO6arHQjDAQyeyHFmI863tKt/erlHtunT6YrWiETH8Ms1RL5rUd0zuOprn4fsmCCQUtrpV9totGfkfNG2k0jdUmJnzOH63OOETplQDTzgGfSNMv8eNqw7nXnbYWnZwhyNhNyGfF0hpnYWDMQ4diYPmUar02CkJvr1NXbgIxY8SKJGeSqfiY9hRiRgjIoERhfEMY+MZFN1kYNdxRn15YisSB8X1IcU1wX9HnrRoOrI83ByOSIzpks0vcDqNlsegJ0rB902u4YhP9px2ypa87xFFZS4f5OBCnDueGuOOp8Z5+dtrcsQbuUjuiIWUz6/gNwRKTpXIIDzhxt3vJhNl5yJ9lB3XyYxpDEcaA0uTeBBTlIUPhWjhQ7RR9NvCwOChjMQSzyexiuJEuj8wifs94gakc5CeAn9EoVrzZMpQdKIk4wmqNZvV9TbNhklAc4kZCnfO5LhjNkczYLGt99irD9i60KN0wySTDpJOB0lFNdJhjVRSI5kVOCeX61fbLF9p88xHknzwIyk2mhYvXWrz+tkOnSsKnSvw3E8e5sd+4gibrTp/9eoS55ZKDOoqpuhK9MD2PMbTKrN5lWxKkyjsaNyg3Y/QGUSplQZUdjv0auL4HpAKanzkmWk++sw0bdWjpY5441yFl17b49zFKr6IwKyoOMIEMBAYU9FbJx5z5IeEuHCcmVeZXVBlEbw/otPrKaxe96jtwNMnIzx9Mkw0iMS5xlJx8rMT9OwAf/LHV/jPf3yFp9+f5pn3p5k+ECCa1rE8l1deqfHKy3XuPRnm3nsjKFjUJLoSXF8a04tx9XqFq8sVZmbDHDuewB9U2SwJtMhAHvebyw4F34i5iMd9d87ygWcfoTAzxqe/8gqf/sqrTOUMObbpSpy+39N44p4pnrxniuXSNsvlLcKJBFOz87Q6Bl/+yhavvFpidibA3EwASxvS8QZYtitIU9g92Ntx2dtxOLbo44H7/GRTqsRBidd4fCxCfCzM8hUh6DbwGyOyBZHQ9FOpBKhUg7SrolejQ2EqypG784w8nVe/VeLKmTr3Hgty7/GQ7G/yFJHA11k44GNyQqMk3cYDEjMJckczbO8M+MZfbbByucbxoxGOL0ZoOEOark2/aGFtDonYGo9+ZFrOF75RlJOO+nnweJZcRKW0VqZd63LX++7hrkfv4c//cpk/+IPTmM0en3hijKcfTFLRK5T1MqnkGIXMHOW6zXcvrnH5+h69qicn5HqEHI+77kpx/yM55o7EuLbV5tpmiyun+1w508fndxmb8shPBMiMp4gkY1y70mLpaovJZIDDE2F5PAdiNpGEy2Q2wWQuzm6nz2q9zaXrHU6d7rJ6QxgxNMI+nfc/meIDT6SJJDz6jkmp2ue1l3pyDh2PcehEjG5rxPp1E38PHpyMcs9UFP9CDP9CnNfO7fC1l9ZkZ8yoMUK3FBZPZOWsFztcul6l1xsSDfvkhfPxOzIcvzNDdachMdDicyGYDeJoKlfP1bh6rs7kQpCJA0G8jkdn3SETSvHEB+7i+N1zfP6FN/j8194gmfYxN7e/+F290WZru0cgFiAQDdDrDGnXTayuw2igkIxGePzxRZ54YpG14hXWdq6wdqPH1qpKbU8hkRgRT4yYnc/I0RSTQacmezKlAGyqBEJhgmGBFh+wsy0EtBG58QDJrJ/BUKQKPSzTYmiJTrARQU1YuBQGoq6g5xEOqRJFNT6WZGIsIxORN27ssHxjl/HZOOOzMYa2S63Wp1Ef0mkIR6mHpozk8urAQprFo3lpbDh9tszVpRrhuEE47ickkoiGSNhFiIVFas/HxvY2G9tbzM6kmJ1NExCLo14Q1QsSmVSJTGhsLW+ydWOLSERhYjaGFtTYqnYo1vtYwnk68JjUdeb9fqZyOWZP3ElyeoYXXn2DF155g0gwyHgmQyTiQ9Ft6RhWtQSalqRWL1FrlBh5Q0m6EOKSYqfkCPG312zj8w2Jxh35GhcCsCsSp7ZIcqpkcgHy4wFCEdHpJvo6LXoCb9MzpTgiUjHica1VXMyen2R8llRilpnJBWamFuTvXttcYq+6RjSpyrm6tMXSNdExm2Jq/AChUJBWZ5tufxdFG6LqFmH/JDFjXuKZh67F0BGYX0cKkJ1WnXZT9OYO5XIkHNHQfOL+2Sg+0aHlYQT3Kx98wj3vuNjufpJcGPgUN4LuJlDsII6p4jk66XSMVCZGu9ek3qjIrt9oNEU0kiIajhMNxWRvc7tRJ5EccmRRJZWxWb6+x/LyHoYxjt8Yx1PCuKP93uJ9AUmj2+vT6wpknnNzASuwx225bPH5MnKEyaHX60l8n/hMF3ghkfIV02i22N0ty58jzDliCZ3Piv75vOzOa7Va0uD01T/8o7d2z5/4tV+Ux79YsIpqDCEA66omcY5ChL68dI5LV88RTUTIj+XJFQqkMzlS6Sy2ZWEPTSKhoOwWFqQRv09Ungj8036a0raFg3W4j312RIrKu9kvKUxVXTqdHj5/mHAkI5PwIrEjTJjDoeg120fMC/NUq1+hXF+j0lhDFd2VwhGbWaCQXyQQLDAchUQDG7p/gO4b0BfLw55Fr9Ol2xZVISOmJvNMTRYol8qUSxUcW3RoBgkGY6TTWWLxBMYHPs4/v/PdWF4YcPkL/5Z/dTGGZfXp99pyMZ2IhWRFxsgd4rm2fPx398qEwg/zL3/vU5x8V8JT+E6K/Kff/F0+MxJu4QyxcIwf/7nf5LF3iY4Dll/4Hf7NabG0sel2hcAsjB77eC1N85NKR0mlY3ziZz7Fo+8SrQZc+vz/yP/8ephQMHxTAP5RfvdDt+sAXuYn//0r+0ZVkdLGIxQMEgoEpXnG+sCz/OHtBOCNN/jFP70oBeDRSJf9jQKHjjC9CjSS4uI4A4ZOF29kSey8OD4OHznJoycWODSeYiwdfHci+dYRunOVH/93Z/CJ9ypV4ed/+cdv08864OxnPsNvX5TgHBTFkTjG/d5MIUKL/ycoTDcFX6nWiXf7fRTrfh/nfn+xuOu/9ps/wVO3E4C/+Gf8k9du9qW+DR8rfpyUdWQfqyZ1vv2A3Dz/6Lce5p7oO6Seygq/vZvnH97xTiV7wLnPfYb/6az43v3u1f3fJv6r8HN/5yf5obF3y0a91Tf5e//nVSo3kcA3NUcpMn3k55+7bRez6AD+DYFclt2vbxPNvo8A/Ny/fvVd4pIQi8T3/8rf/anbY7O/9Gn+6StvC8g+8Ax/+MO3E5hX+bV//RqVWyjkmxVKt0Sut/DGJ57g3/7o+Lsx7Y11fvX3Xqb6NgH42Z/9xPcVgG+jFe7fl/cQs28nAL/1yL1Dz/trQtt+5FcKarcU3reSsTcF27cQ0N/Tyt9Kj0qU7fd8Cvvo5JvWhdumpP8GCddb3/e9EOntBckfJAL/TQTgHyRKvvOIvvVcv1cC+L0E3fd6LN79839wIvjt3yPhyze7d98uaN96xGQiVqZo93VdKYbqPkkCuHVbxXuobQuM9C1TwA8WgL+faC5fd/vOgne9IbzzOftBz+Gto+nWMSVEXmGe8YTxXHYBiy5iIegidyFS3JV/3+8n1mRPscDQKrK3V5h7xGe/EHxlp7xwpXuuJIBICoiglbAv+ArhV1SyDF0fQ1e2qMrrQ90z0b2erJAzBMFOV+i0W3Q6bXz+gDy/9zQ/1kignAXtx0DVDYmFFPVvwgAt3kGFLBxUBgTp47qiBqSKqgfRjQwjLUHfCWGNAhh+QfPo4Rs28FkNiXcM+gJois5WdZet6g6ZdIzJsSyBYBLTiWE6hhSAB9aAfFLUrmgM+11adXE7+6BH8PQImj8sRxg9hQjsmhbtcpFuvYIdDmOHI2TDIQqhsFwqV3e3qZZ3qFsN6mad2UKGI1MTJP0qXq+Ba1bpuUX6bpGI4iOKT9KxNsom1Z5DNmfIGYtnGEtkMDQLRg1G9gCrr8rz8J1Wi2KrSXD8TmJzD+OqYcpb63Sq2xyehMMTgmQklvk+KvUB1zfqNHsjDh04xuGDi/QHLfqDNrrPIhAW/TE9iiubFFc2GDgupuOQScSZGcuSiockYlsYbjvWiI7lcvpSm9fONOjaI2YOhZheCJGJhclGwwQ8FZ8wB/RMGo0O5tAklfWRyvjotIdyel1lv3bH0QhGXYLRkax+G4okuBCCLdGpjTTcJhJ+MgGPTABpkKzVu/JzNZYUXdJB1J6D2he90AFUdT/5qxlxee7Z6pZodkqc3xhyft3iwEye9901w7HZGKXdZUo7y0xMzcrR/COskdia24T8IVzbx5e+ui0JY7E5l6l7VBaOTnDyxKMcnz/BaOkso2tnePlKg69f6XFl16HcEX23Bg8/nOGRhzMkaJL0WgwF0tgJ0HcFNtdghMHlq6JaaE/u4J98pEAmrXNtLkZ/4AAAIABJREFUpcxGsU427SeT8tOxbGo9S2bvRX9lIOwna/jJBXysXh9w+WKPke5j4nCK8dkE6ViQdDRIt7xDr7zL+uaApXWXnRr0ROLO04kLw3rKYfFwlPvuypCN6VTWa5S32pSGYUp2mEI+zMxECKtjsn69xuaNGkbMjxH3k4gGSEcCpOKQTgwJBV16XY1+VxXbZnT6DIYeLVNUAhqkChlSY1kUy5Rz/UKH119qysT3icfDHH5AVJIN8etDUpoQC1PoriqPm2ZnwGunXV497bDXtKj3TQIifXzIz9S8n5mcwUzOT2wYkbO11uLi5R02dlvUFI+6CKCoHrbikYwFKKSjTOX8zE+MGM+4dEp9OqUeoewY8alplm44vPD8Dl//+i6pqZCcH346y098NEdUs7l4pshesc/4wgzjC9ME3AGGM2BvrcKNS0V5bTd9MsrMvVGSWpKUmpLEu1Ovb7G128BLKGhJnYlMivF0kna1RaVYwRFm26hGIC4w4HnCoRwrazUuXSvSdRwi+Qi+mJ+e1ZXG5ZPjBzk5foBGrcnF5WX6dpeTD85x7wNzfPkzW3zps1sMXIvkjMrc4TD3C/HwaIrNUknO1KSfwwcipImhliL/L2XvAW3XmZZpPjuefXK+OUn3XmXJkmxZll0OFajCFakATR4Gpmm6oYBiZrFWDwwwXd3MYhZDQ9NNQ3cTGmigoMKimKoy2GW7cDkq2Va8km6OJ+e099l7z/r/c2W7LLmKOV7fulrW0bnn7LPDv7/3e5+X7rLFl/5+mS89sYwzDNY+YVgzGU+IuDSTsXERAWZgokuXd73YpLhRpphvsVX02Cx67D8yKUtTWrSqGzJLO5xMEkvEGQv6sjzRm3Q7lEo9tjf7rNxyefElnRdfMjAmXWJHHPbMKRyd0tk/HmQonSCbSnLjXI6Fs3lqQvwLW9iGTqvj0eq6xMT3nzWZGokyP5KgW3d5+pkNXngxh+MJsdDHM3xc02d6xuD44QCnjgWZjoeYioXkoP7CpaokIqYngkSTFv2uMJrpPPVchae+WaHi+uhpQXEVWGdDDh6MjycYH4/T3G6x8XqOlcUGCzmX9YbP7ElT1pmjM7zryBxJV6W+XKC6WKDS1Kg0dba7dba6FZSYSWZymPRIhESwSTzUpLjcorjcZvGWzfUbDj3X4P7Hxjn92AT51W0KazvkCz3yFdgu+WwWPAoVQRIIyNp3NMWhk2n2zZhMJVym4yLcaATLH2XxxSWuPn2JV1eKnHdcVjSf+JBObFiTOdimF6CetymstKmWbVquT9uD6XmL6TmLw0NJjieGUHvw/I0NXl3fYWhKYXhSXCKECcSlUdaoFk1qZYtg0sISmbhOi2ZX9DBEr8KQcUOtpqCkCopEkPHZIFHLw3TEVJlHs2zQLJvUfZeaqEpfGpVE3q4YSAvHDN794TlZo7ZPqtTl+qUST7y8wxNnd3DD4AoRWNxOOj6T00HuezDJ3rkg7XKXdrkDHRel25fI6p2aRb1rymFjMYTWqLZoVNs4Ii5NVwb47VFBaw3QKjdplVu06g7Nhit1B0G7EOu57ITO0IQuSQeFzT52QxhBIZs1ePgjWR7+aIZsQ2GooXDlapOnXqmwsNNCzTiyMqEY6VCc3JrNtUtNmrbL2NEok4fCnBwyZV25VuP5c0UaXY9kNkgiY1F3bFm5VZftWx6tqo9iqUHfDMPInMbwvEavZNMt28yOBrnvUJyx0SAdIa4psFlts1XpkNvokV+xCesqp0/FOXwkzHany7ZoCNYVunUVveUR7NrEFZeDZ2Kyzr7a5B+errKy0pO5nyHD4NBsksOzKbbbsC0QeNstCis1dNflwfuFAJxkuVNnpV1na9thZ9WnvO3RqvTp1lwMT0H3FY7OR7nvcJTkUJiOGaDm61x8eYeLL28TSCgkxgw0w6fXdug1xESOQrei8OH3DcuqOy4Xl5qs5Ns0Oj0ana5kzauui6kMsHXC2WabGo4uskVFJoItXQ2mEZQ5Vi5tVL/DHApzwPyRIebvG6eoeHzj5g4XV6q0C4p0P3b6fVmWqhDXFWKiIT8ZJTsVxVxsyBo/kmbuI9PUAhpf/Jslnn5qQ05YTO0JUm3Z7Ahx0VOJBoLERF6YY8u670CWh46P4QbgorCgF+rEGj6xBiQnPVKTHj0NKl3hTFRxFA0HnWurLa6utog2PWY92BsNMjObITMW49x6mbPrZcrtPk3hWhU4HhGWLoTKkk2nbHP0yAinT02B5XNtY5uNYlnO4IuFerfm0a17DGU9ZudcxsWEzGiI4bEgTXzEku366zZnn+mydF0cMKoU7ZIxn0TUZ890mLnZGPGUuBlwcTWHYqtNqd2m1vJoiImUukaratIXgdkivzlkEI0K5LNYUHXo9mvSaWEFDYIhk82VniyB9kskdNkYb7VcidpMCAfwqEZNNLXLnsw5FicKzVMIhQw5WVjf7lFZ6zAcMzl9T4qDh2IYUxbmlMWF57e5+Pw2dscmHBLIOBXNFNNDOr2eT1es2DxFOnrFTY3ds2XeTiypyhLTfFpA3EQhp2u6XYFJ0vAdjU7TlyKwaAJbljgZMciqaPVIWwrpoMrwhMrwXk0KwGsbwk0smpFJ0qkktVqf9c06tUoH3ekT1uDUoVHuOzjGjtfiRqfCTqlNebFLY8MmlhJIFUNmTMdMjaF0gInxIKGQytJihcXFKg+/J80j705zY6fLMxdqvHSujrvsyfrY9+2XtVyp8OUXrvP6QgGnqeO0NESUd9/3GU8qTGcVUgmFcFLBCKvkd8LkdyIDl5mYoqt3qG7Wsfw+73k0zXsfTWMmYpjxGOevFHn2pQ3OvpbHF8Hmqi4dy6KE21rcfIppZHHcigb8xIzKxIyYqFPRgiKcXmF7zadeVHj4WJSHj0aJmD6GL/DcQYJDSaodnb/7/Lqsxx9P88HHM4xMGughpKP22vUG1xbq7Juz2CfyFrpddrZrUgDWQkP0tbh0Cr5+Kc/8vgT33TdEKKayUa6ynqtz6zWbm6/ZjJk+Yg7k9Ml53v+hdzM2O8Ff/8Mz/M2Tz5KJG2QSBk7bp17pYyoGj5ya4JH7JljNb7Ga3yaSiDM1M029afC1p9Z4/qUdxsYDjI1ZdLweNYm1chEnAbetUsy7FPIux44GOHPGYjgNXlccFz7JsRSJsSSXXy9w+TWRVemSzGgSRbO9EWBn3QS3Df0WwxNRpg5ksR2NF79e5PqFKmfuiXHmWJRIwkIPBqSTNJnpEksKx5P4PsDKRgiPRVlb6/DNJzZZu1Hn6JE4R4/G6aoOXdWmsdGjuWhjdhQe+O4xHnh8lK88uyUrGgxwcj5DyhoIwM1yi9PvuZ8H3ns/n//CDX7vP75Ct9bgBx8f5oOPJMn5BXLkicXHyKT2Uij3OXtpmas3d2hVxMLCJ+JB1FWkQHrygRHGZ6NcvJrn4pUcW6s2Wys9QiGf4TGF7IhFajhJMBrh6uU6Vy/X2DNscWSvEIAV1EAPM+gyNZJkejhJoWuz3mhzeaHJSy82uLXQIRoUCHmNB09HOXM6RigmMN02hUqX82dbsvYfjbL/aIxG2Wfxahero/HIfIpTswnsoQD2kMW5yzs898o6OYGz7mlYvsHYVIjRqRCrG02u36zJZtb4SJCpyQiz+7PM7R9ibSXP+kpeHgvRbFB2gq5cKEkRf3LOYnI2SFgz0ZoG6XCS/Qf3MDIxxNdfeZ2vv/IasYQQ9WMSLby4WGdjo0UoJgTRgMw1rdd69JouXtsnGY7wyMOHefThI9zavMLi5lWZD7O1rFArqGQzPkNZIaynGRlPoyk97G6JVqtNue5LEVjkXWqGSa1mUy13pbMtlbVIpE1cVcFVodnoUa925ISfJbJHxfxOC+w2jE9EmZiIkEpGJZJaTBAt3Nzixs0thiaCDE+EpNus03Vl/nsp71AtOQREloahMjOdkCKwQCVfulzg5q0KwWiAUDRA0FIJCRxXQAgsCRTFpFgpU6yWyaRDZFIiiz2GJRDMWgjH6tEP9mTDSFQo4pMeCeAbChvFHtulHp2GT7vhMRMMsD8SYGoky/SRQySmJnny+bM8+cI5iZweTg/L4STFsOWwFH4UnwilcoFSJS9pESL+IGiGaVZMGmWTZqVOo1qXUQqpjEI4ItmnchJdDs44CrGERjKjErCEwOdIIbnVHohwAo8aCFh021DM2bSbOon4BInYBHunD8gqVXZYXr3CVuEW4bhPJOGxvFxkZaWIaSQYzk7JHNlWb4uunZNDTUJMigQmiQZm8T2TWrNMs1WVGENdUem0G7SbNVTVJhJWCYZEzEcPzehK8VeUEH8DVkjuL82WcA70dlvrIg4kRoAMqsDmdRV5bY3GgsTiQdo9gRyuY4umrsiuUwIMpYbIprMyB7dWKRJPdJk7qJFI91m6VWLxVgkrNE4wOIbvh3AE5cMTzkaBtzWoVWtUazXZPBWDBGKaTEy+isEvkXcbCk/giYZn35Hu2Vq9Lh0Nk5OTTE5OUK01yBUKAxHZFU1aXbqDBcnA3cUti4zSL/zOv3+jafw9P/O/yMatoal4QgAXlBhX5IqJdrDLdn6N7ZzALkbIDmVIpjNEYgmi0QSe25PCp3DYBkwDS7h9ZbNWiGmigexK7KUUgMV1djc7cBACqEkRW3wOVTh/g1HpNtGkZqjQ7Wh0O6ps8gpufK1VYqe4RK64jIYnnT3JxBTp1CxBEX6jx2Vj17S6mIEevY5Dr9unVqlQKuRx+zajoxnGRjPyPNFutmm3BT6qj2mEGR2bIJsdomUc5xf/xT1MCWjP2x+dVf77f/obvloRwqKDqWuErRCWIQRgsS0EfSZHrpDjkZ/+LX71oZG7ujWrN/+O7//3T0nn91BmiHg0wYGP/Tg/d+DtSiHUF7/Er3zxAorm0WqLiXlPni/FcSVERoFaTO35FL/ys/cw8fb329/ky//77/MlUzi6BYkojHLqn/EbH7ibAHyLH/kvL0rBVIgVnrj3CARkie/Nffwj/Pd77uLcXH2Jf/4nl+R9hhB/RYmBFoEkHwjAIqOxg+O0JRVACPFiPWoZQQKGJafFfS/KvR9/Lz97p7UXOjn+y69/nael0AD7v/cj/MrBOyzAbF74HD/7xcaA+iS8vbv5m2LwZ+DUHWglt7NPBwjWgQisKgPR2nMHVJNP/8I/u6sAfPn//Ry/+sLtWNSBA1j8J7ePaEpoOromtsFASBbPePjHPsX/ui/4tm+myUYlwsTbhwMqa/zabz7NFYl7HmSgyp/ys8zz2V9+gKNvfymaPPcbX+C3qrvC0hsRtQNh6NOf+RHefRdH++aFP+fnvyiesas43lZDH3w/f3JXB/Atvvd3Xnyb1/DNPFwhAN/5e2yufOWv+LW3CMAo9/F//7tDzNxxcJV56je/yn8r72bT7jonpZtVuGB3ha6Hf+Tj/NT8HRuBwrUn+fRf5r9FoH4nAXjz4l8gHMDvJBj+1Kd/6K5i9tWv/fW3IKDfFH+/g5i36wSWIuLudh4MJAycuruhx2+4n29vmjdF4rcIfW9RrW9H3Eq39Fse8lV339Idf5bP2/0XMoP3Nl76Lue7gaT55nd+l4/5h//6LRnAAgF9F7fxG6/8bVyv3/LSb8kuvlMEvr3N3vLedn/nYCsMsoW/0+PbIaDvJpgOROCB8n57m74hAIuhBekAHmQbi4Eu4QLW1DcFYHHvLq6Bg9e4LbW+87v8ds7fN/7utgj81u/+HbbxtxeBB0jqNwVgsZ+KE9hAAFYVcW4Tbl4xGCgE7l1Xrzow08rMeHl+FgKOaM1quI7IzbN3M+UHzmHhgBbXFtcXQzLi3n4wACeiqcT9txCDJT5SmDZ8YbBoYGh9gpYYLNNpt1qydNPCFFm6gh7kKvRRB+t93cTvi/WLECQF8U3IzDZBtUFIa8hBpL7TxlcDoMXoE6QjXIEuGFobU+9g+T0sryfjdizDlJ9pp7JFrrJFNpNhYnxCxjsIRHC7p9FqN2l1mgwnAgwlLbrNBuWiiCBpo4ei6MEYqhlEM4SwGMRQQ/S7PRqFdVqVHdxgUFZCxMEEwhhen26zTKdVptbvUu93SUXCjMZiRLQuei+H4hSk01RUEIMQBrlCm7WdBqV6h6HhIMPDQbKxDNl4BkPrgi/w1R1JwLM7Kuuip1CqEhg9QXTPu8CI0iiu06ttMpFqMJluEDLDBIwYWzttzl9ep1C2OXXvCe679wTNdplWq4yvdCTpqm+32FzeYGtpU4q/HbfPcDbJ/MwIQ6mIdDqK/anetaWj8uKVKi9dFO5EV0YkjU6GGE6EZYV1jZCgKdbbbO9U5GBvMmOSTJtyqL1aFWs7BbcvrOEaVsSTBD+BH+37muzR1euOPA6HxsJykNnyugTdroxHabZtiSGPJUNEoxZ618foCXJTCMOI4LimzLGUSOleSdaNnCpr70SS+w9lmBu1WFtZZW15jX0H59h3YI5QRDi9RWSbWPN2qddafO3reZ74eo7MPMyeNpg/OMbJQ2c4OHWIzqXztF8/x6srDV5Z63Gr6FJoCLFJ58TJhKyRgMOIJeLKFKptjWpHZAtrdPsqKxtVWfPTUR47PUIqrnLt5gZL63kSCYt40qLetik3ujKeMBAWuZQm6aAmTRKlbZet1T6KYZGZSRJNhelWoFvxiegVwnqF7UKXhZU+W2WPpqvScFUmZwxZ+2aDHJ4LETV9dparbK81KLghCv0g6ZTFeMaiVemxulBlbbFGfNiQlY6GyUTC0qEcj/QIWv3BwKdtongtWSLLtlj36PR1rFgSK5ZC8/tovkt+w2b5ehfb7TN9RGF8nyLvB8X5achKMGKl0YTo1GxQrdZ59abLq8I8keuxUehgxGDygMn0bJC5sQhzo1H0moJeVchtt1lar7NVarPd7bHT7Q0MRIheqog/sxgfMjmyX2V+WpEkSlFNL0GTLKs7LjdulVharTIzl2R6PsHDJ6O8574I3XqXbzybY+FGm/TkCKnJYQ6MRdg/Fqa+WWTxtRWajQrjx03GjwfQe2FZl16t8cwz4hzUZc+JGDOHI2QjGpmwTrPYorzdlNE6IvszGDVxvSieF2Flq83NtTrVno0SUVFDCkbQwwz6HEtPcTQ1xc52iXNXblDtNjh5ei8nT+/h2a+s8sxX1mjZHUJZGNsT5vjxUfbvT9Polaj3SoykA0wPRwi1A7hrKrUFny88m+OL38hhTBpkjoVJD2skTZehhMLcfIS5+TDtap9WtU+v3sZpNOk0BW7bl/mnB4+PcOj4CL7dpLyxJbNLI+kRYsk0Gb1LVuviqV0cpUc+12N1sceNqz1efi3AS68FUIb7hOZs5vYbnDoc5dhsjNFklLFElIVzmyyc3aDjamiJOH3DpFAdOMTDmRAR0XcRAn8kQLPS44WXd7jwWgHFELqOgSvOcZrL9LTGiaMB7j8WYiYRYyYeY/l6lcsXCnIofmw2QSIdol2yZT31coOnXmnS1iE2rhPLaKSjKumYSioVldUrtymvlMlttlkrQq6hkJ5RSc8oPHx6nvc9eJghFFo3dqhf32a7rrJTVyi4TQp+jUBKaD5jZIaiOJ0i/W6JWl5QJmwqAs1cEua1IEfvHeHYvSMsXFvj+tU1mq0+ripylFU2Nm22cwI3LnQOneOnspx+eFgSfofDHqMhhRCTsq584xpnv3qO84s5LvY8VoU+MqqSGNGYSqeZTqXp5Fvs3MiT326w0UTW7KEwc4fD7EtH2R+KofY8Xl/LcSNfIp4VJkwJbZDCcLME5W0o51X0TBgjE6bXb9PuiixfsTYR92u7CGgR/TQTYHiPQItrhAVgpQel7YEW6AQ0bEFtEyaJqiPJlv2ei2lqPPaxPTz2sRlGuh6pfI+Fy2WePF/gyYt5nIiKE1XQXAWtDxPjAY7dF2Z6bwC75mPXPWgKdKUjhfSVokK5rcjoOVH1cpt6pY1q6ATjIcIJi0RqYESo5uvU8nVaTZd2WxhGB/Ea4h43M67KalV8qjs+vbogi/ikMwbv/eQI7/3UMMlin0Spz6WrTf7+fJWb+Q7RCUWaRaKqKSu3bnPzaot2X2HiWIKJQzHmQh5zIZ8rCy1eeq1OrSsMbAbRlEFf8+lrHsU1l9xin44QgE0l4FshlbF5k/F9Jl6nJ2s0bTI/GSWVNOkqQjbzyFU75Cptclt9CquuxBY/9K4ER49HuFWuc7Ncp7LpU19XiPVhMgJ7MgpTJ6NMnYxx9myLp/++xsaWyOoTiDud+YkU8xNp6S5eq3Sko0e4SUUmohCAHzydZL3TZKPTZLvgsi12mh2PVq5PtygEYF/WycMxzpxMEk4HpZt4swXXzhe4dqFAKKWQmhQLSCGcOXICxK6rOHWVjz4+ysceH2W70ubrZ3PcWKvjai6e5qH0PdS+j74rMusi80XYAoMmrUabVqODqQdko1eIy77axVC7Uvyd8+HQiQkOnZkm7/f5hyurvHw9T3kdSmvgCmSO6hMPqQxFNeIRDStpYiUNEjseyR2P0cMpJr5rnLKh8LdfGmQAj08GGJ8K0Oj1KdUdPEch6BtEBII4ojISUTm8P8Oxw8M0XIcXbmyytF5i1EGWQFJn5kOUnR7L+SbFho0rJs6UAIvLHRZX2kyocF/CYCYdxBhOQSLKrZ06i9sNis0O1U5PZh96PQV6CobjyTpweJRjJydpu2ICcIOVrRKxlE4sadCt9OlUBOp0gNkRwfGHToZkiekrUTeu2Zx/scOt6y61qkmzaQww3IZLXGTVhlXJmN97IMj0/gCVnrj41dgUUzVbPvW6uDEJoHhBwoEYETOObdewezXZnBKLN4EBjyUGTd6N5Tbry200RSEeE7k+Ct2eJ5v6yTFVVqnqsSP2NTHw6YumsUokPMjSrW/1qKy0mR0P8+HvHuPgsRiXyxUulyps32yzdbMjsysFrkXgKbWgiRYM7C48+/QFa1qum308xxdDtFiWRiCoEU5o0iWlmiKX2BekFdpNbyD+Nl06LXETp6ALm4q4eAgmft1mKKIxHNaYnDWZOWJhRBUuXWlx6WqbbCbFUDZNu9MnX6zTqLTxGw6BPrzr/kkeOjXJYr3C+a1t8qUWlF2UukcgCYGEyDhXULoq45kY9xwcYWQoxOpmTtbJ+4dkXV7p8g8vlHnplSqBHZvAjsMHPrGfD3xyPzeLFf72uQVev1lEcUzoC3TkgJw2FveZTgoh3sdKgxL0ufaqyvVXFdKZMBPTUTzbYWephNdpcfpUgNP3W4yOjTM6Ps6lxQrfOL/Gy6/laDUDEjERE/uN4eIpOl0CdPoCm9zG6XcZGtMZHtPQBMbA9CVHv1aEXkPhntko98xGiBliKsrF1xU6AY18w+fssy3OPdPk8Q8l+eCHUiSyAkbYlzdF1VafarNPOiYmrRQa1Q6b63WaHRUrPoxvJDh/IceF8zkOH87w0EMTxDMaO40Sm6UKl17ocun5DlNhODwED9x7gPd+8LsY2TvFl555ii89+xRBQ5HldBQ6DfFnS+a0PHj/KPlyiUK5RCweYXxyjFpD4WvPrPD8K9ukhwKyWnaPWqstkbJqT+Sna9SrImvH5557Qjz4YISRjIvfq0ucfWI0Q3Isw+XLBS5fyctmaCgmprM0bl3xZWVSDtm0CKEPk55M0GxpnHu2xuLFNg+fTPLICbGdLKyE2P9tfKMMZl3iXEX5ogkdMFlb7nD+H0vkVzvcczzD8eNpXNPGNWzqaz0qN3ooTYWT35WR9cRz2zzx3BYhw+LgTIaEoVFaK9CttXjwffdz5n2n+MLf3OD3fvcVuRj90Y+P8JH3Jtns5Nho5whGR0gk9lCo9Hnt6hq3lgu0m9BuKSRRSKCw/2BaLlyTo2Gef2Wdb768jt1xcToe0ajK0LBGWgiPmSRmKMKr5yu8dr7C7ITJyYMhUkmBlO+gaM4bGcBlx2O71ePSQpsX/rHOrWttElFV1tFDpsw/DoQ9uiLvu2lz40aPmzd70gG8/0iccs7h+oUWga7G+4+PcOZglpzuk9c8Lt0s8erlHPWqTTIQJG5ZhATCOe5JpPzNxRYBU+Qyh5nbG2VkcpjRqSGuX9/k+sKmxNCnhgSyVePm63VuvF5nZFJjeEJnJJlgJJolHkpgBILyuLq6vszV9SXCAg2eicmFzvJSnc3NlswfD0Z0eU4V05h208NterIZ8vCDh3jkocMsbF7nxuZ1eR7OrSm0yyoTYyqTY8IlGieaSqDrNip1ut0O+bJPserTFVPojsDoDqIYNF0lFNUJRQ2JSTKjJpVSh7zAQ3f7WALLjJxTkHXPyXGOn5yQolav48nnCgF44dYW2TGTzFgAI6DLRpaY4NsS1JOccE4Pzv1jY2EmJ6M4jsv1G0WWV2sEwxbBcJCA6WEarswEM7SwzI/1VB9f8zE0H1PgoY0QESMqUTflbo1yt46pdQhoHUJRj3BKZKP7bBVcdgp9GhVf1r64xbFMiOmxDOOH5oiNj/L0ixdlCaErFRcOBgPVHOTYdruGrFq9KvN2U6k44+MjxCIJ1hdbrN1qUa/UqFdrJBPi+hoklQ6gBcTAnDlw+yHWTl00s4UiGiC+cN/16fVceR4ROWLhcIR2y2d7Q0xFesRiI8Sjw8ztOcL8zBEKxQ0WFl9lY/sakaRHNOVRKTtUKqK9F5bYOUHgcJUivlolGgnLMpRRdH+cXgfypQ3K1RyWcIiYlnRkun2BGLYxDRvDdDAtGzNoo5sKekDEOgycI31Xo1hqUiw2CFimFJtDZpqwMYKpxGXjzHPEjZSLKu9SPPmdtTsddrbLVMstpiYmmZ6YotepU68ViMa7TO9TiKU8VpYbrC43CIXGpZjr+xa2aF66wjWoy6pWy9SqFYlONnRx1Xaw7ZZEzsaTs8QTs+i7TUkh5NYFQaXTIi1EwJRAQHekKNxqCwShaERBNBInFo3LLGYzEED8uz/99V97o2X86I98ikQ0Kl33Iru4Uq7S63SkiGsI7JUyD+P2AAAgAElEQVTgNKk2sUSMVDpBKBxFMwIyg9h1uxJTLRxAumh6C9S3aApLhOTA7SaxumKCWuJ1B8KDIhrjAmMnsLbimNst4dkRDBORQ9xpaXTaAv8WlA3UWrtKrrgqS7qExXUmmCUcGsWysugCSxiKEIm5RGPCJetIEVhgqgsiI7vTJpEMk0wK8sbAsikGQMqlJppqySzl4ZEx6e6d+8QP8ZmDd4qdcqPV1/nK5/+Yz62bcm2v+eIYEOhjWzpcaw2X4x/9QT796JSACN7lUeeF//q7/NIrO1I0HBkaJZlIUog8zH/66Xu40+BZ5eIX/yN/uSWyiJARJPVam1KpQqfdJRZL8eHP/J/8ywN3/jZn83l+8vefwzAEtlLQCUKo934/v/6+uwnAi/zYH56VgwK9XleSEQbZtkLQVeBjH+cvjifu+DytlRf5iT96fRdfLtZrWY4fG+LQ/Ah7snGyCUvGHbSWn+VH/+gKvhAV8OS2EyUicgRu3vHP8Fufnb1TxO7k+KP/62me2EVT+4ce4Q++b5w7jNWVZf7N//MEFyX2U6TIidcWgypCcDnOZ3/lCNOiZV5tkM+X2Vhf5uJ6gXMrnUHepGJKEVs0FX76M5+6qwB86ct/xf/xoiJ6zm/EuwpRT4gawuEunPNCAB5gpncFqr2P8vv/fOYO1PPd9oz8a0/wL/9q57aMtSsAD0RgOMS//ZVT7ygA/6YwHu0Kdm+If4nT/NYv7mfPXX7ZxoU/4+e+MBCs3vrwz7yfP/3w3Ry6t/jUb7/wNqFx19kK/PTP3U1oHgjAvyqM5bsPcWr4nn/xQ/zQ1J05xq3ls/zif71KXsYG3M5aVd8UgBMn+fVPH2D6juGMJi/80d/yH1a+FX/7zgLw/+AXvvjOKuE7uZmFAPzZu2QAv5O49naBWZz9JAJYYnO/Fc98t3fzdpfwLu95cA7d1TrfUULcFZ13f9zxtMH+Kc64u9v5Tmn/LV/at8jA3/Jaf/RLbwrAP/Hrn/9Wh7gQRt8qTr7Tm32baHlblP4Ob+kN9+tbRe7BwfPm770tkr/9V38nLPSb++vgqLrj+3nDoS7UgW910QtBVFBPhHh4WzAWDXqBh5fb/Z+Af/6noKpvD4i89bP9/8Y/3z5n+IP9UfqK5UcWTdYBgllVPSn6ivWAFFqkCCyEX/F3t9HQAxG5JwRGsVYSBJC+I2kPAt+vi6HLvhhSF5j824QEGegn4wL6nhCENUmSELmBmt9A9WuYmktQDOkZ5hsZ63ogRCAYxdcMmf3b94UALYbohPXYQeaPiRBeMUjndwgZFcKGiNLQ6fcHTmORydvrexKhKuhqqtdD9XuEdI2IrhM0BhnGpgH1dol6q0gqmWV4aAIjEKfjmLR7PrV6hXqjQjYRYSgRlsSRYr4sySahZJJwIomv6TLuRtfCGHoMr2fTKC7Tqm2iBgLS8Rk2gkTFAJsYYXLrIO4Jw3HUcIJ+t4PTbKI7ecL+BkGliGqpaJYwWQwk4A0RKba0Rb5QYnw8xvhEjFQsSzqWRVUaOP1tOYhteCFwTNYKNVaLNczhE0Sm34UeiuO2d6C3TVRbJ6qtkYhkScYnWN9o8+zz19nYqvPQQydk9ewKPacq14Bi0E/EnmwsbrKxtEVfGQD9RkfizO8ZYjgTkSYKVfGp97qyXr9W5vylErVWn2Q2RCobYiwTkRULqEQN0R9psbJcoFxpyHvodMaS+cP5fBfbGcQv6KZGNKHL8gajgZRLNtvbXRRFY3ZfmsmpKL1KhV6lLNec4gJuWgbRpDB/GLK/ZfWRkSABK0a57rC4IgYO6wQsh4DVZ7kcYLlsMTMW5MS8xVQGbl4vyDp+3z5O3LefdDol86dtu8NObpn1jTWefanGMy/VGN1vsO9+i30Hxjm+/372je6jdPYlimdfZKnU4VbDY6cjXK/idkpjfn+Y+f0hJiImkxGDesNlu+iwVexR7/SpieFF36ftw9x4jPv3Z4lZcGNpnZWNHcxIkEDEotawKVe7OJ6HIfJfIzqZmEEmpuN3dPoNDZcAXjBIs6ty80KDGxfq3HuPxsl7VGrtHteW22wWHeoCh9xXZL7voSMJZiZUJjIehtdja7nF9nqbza7GVkf0KkxGkiatksvKQpuNpQ4jMyoj0wrD8SjZSJRkWCcacghaPopovGoiu7eN67Qo13rslBzKDY9G26TRCRCJBiXa1FANVNdAVR3UYAU12EDTxRBvmNFokimBl+3Z1IoFiiIvuuayWvNYXHe4uepIDPXYvMH0XIjDU1mOTGVprldorVdoNKHpBCh3fBZ3KizmqnLAWQw6y1g+T2V0xOCRhyLcd9yik2vQzTW4umTy+s0glZ6HGe0QydgcPzYsM0ZnRHxdwmVxocXn/7bC8+faaHELNR7kk991mE9+1yHMVoPtq4t0GgUy+13S+/tUtz0qOx4vvtzia0/XaXk63/2JSR55/xBqt4jWKdIVg991DV3RiYZNgkGDcrVPqdonX9PJ1QMUmiLztoKj9tgzl2RmNsG+UIb94Qw3FnI8+fx1dqoNTj2yh1OP7uXC88tceH6FZrcj6aip4RCzs6NMz6RRAzVUsyad+iOxBHoZ2jdbFK40+LtXG/zdxSbBiQjD+5Mk0h5htU46ZnPwYJJDB5OsLtVZW6phqR7DCQ1LVyiKAfpan4nZEBNzIbx2l8ZmHRyD1NgUiewoIbtG0BYY3Tau2SG/02V1webGJYdzSyrnFzX6CR9tGPbuC3PmZJrj+xOMR4OMR4KsXl1j7eoanhoglM7S1yyWNxosb9bRY1H0aISAiDDo2zSrbRaW6qxstjCDAUzLoq/2xd04U5Mqxw9b3Hc0xN5kkj3JJLeuFXjt/JYcXprcN0QiFaa0UqK8UuKb1/t885qDL/ruQqDMqoSMPiHTlZQ1EWulOsJF2qNVc9naUciXFAh5KGGPxx49yIceP86ErtC7tkHzyhqLpR6LJZuq1qUR6BIbDjO7Z4xUIsL2Zk6WGI5xRe68ZsoecDQcZGIyzfhEipfPL/PKhSXJ402mIyLnlVKhQ7HQpVT2KVV8Tp3J8NgHhjk4HycTCjAUDhP2Jgh5E1x46nW++bfPc3Zhi1e7Hqs+RFIgYHaPHpvlkWNzKNUq21dvsbFa4Nymz7lNoXfFOCji8kREpKqjiTzmcpVco4ER1TGiGqbIfLehU3Ypbfcp5lzsuCWr79r0xflBxLS6hiTPdaTRsk9mSiczZZCMBmRPU7FVNpcElaKNkbAwkkECukpArGxaLpVcT6KVH/rYGA9+dIyhZp/EZoelhQbPXanzj9frOHENO65Lfc90FIayCnsPqIyO65huCKMfgoqDX+mztNHm1ZUmW1UbTfhjggqdukun0ScUCZEcThIV78HyMXRhIuoMSqCqRb+450mdR1zB0iM+mVGBSFfpVDQ6DY92S/SADD78AxOytOUq+nKVC1ebPPF6m5Way8R8iIn5sMCYyipuOKzfEhFnBuNHk4zvj5Lq90j1u1xfdDh/3ZZZ2HrIx4xCNDm4jtY2+5SWHGnKVHRMPxhSmZgPMDkXECGqwv5FMqIzmgwSixj4gupsIsXffLVNKdensu0TDQV44F0pDh2L8tpqWVZt3aO9BllNYd+IxsEpg8zRkKzXz3V56am2zHA1YwrhhM5EOs5EOsbidp3FnRqlok2z1CdkaJy+P8ED9yfY6XbIddpsll028p7MiO1sutg5cXFyMT2P+48nePhMGj1mslhzuVFwWL9WlRVOa6SnAhJV0yzbdKouvrA1dxQ++N1jfOjxUVa2G3zl2Q2uLtcwI0iMrJwMcAW62Mfvemi6QTATxYgFadQasoQDWAjAuuGD1sPQesz5iqxj901zzyOz5HF44vVbvHBli52bPju3fJlL7BkwkjGZHQuSTGh0cegpDkMVg6GKztCBFEOPDlPS4WtfXeWFb24xMmowPGbQdjwqLSHUQLCviZQT9gwFZE3tiTM9m6DQ7vHC5S1WVivsVWCPihSVR4+kyHU7XNkosCXwkv2ArNxqV9a+mM6jM0FGM0FyepCcGpC5E9Vqj1KrTbHVlHkOdlORzfSkqZAIKMzMDzF7eIxa2+WVi1usbFRIj+qkR3TcpoPXEI5qgdVViERV5g4bzB4R7iFF1k7O5dZin7U1n1xOpVRQ8TuDXGN11805NWNx5GSUI/dG8INNPKvFVt5hdaNPqazKzBC7ZxHQEgS0JJ12kW67uCsAi0aZSiIVks3CjZUWGytCAPZJCAHYFHhmX2IfRRZzckyjWO6zuWVLrI6YfjUVTQ4+CCxgv9rHLjrMz0R4/+OjTO0L8dSrG3z9tQ16VbCrENIUkmEhAGsYYRM9YlJr23JyT2DEfdvDF8JqX0NxRYNpMFmcyEJyBEJR0ZQ25Y1UqdCTJSYgO21PCqeaMWjxtKsO7VqfkYjGSFRj7lCYg6eEO1bjxZcrvPhKhVQqIZu8AlVVq7dkuL1bceQJ+V0PTcq6ul3i+YVNiqUW0b5KWIjMCQ894dJvKfRrMJlOcurYBHsmYxSqeQq1PHsPpJk9kObC9Q5PfKPC2ZerZFs22bbNQx+c46EPznM9V+VL/7jApVslAQrZxTyI6WqYiCvsTSukkgrWsCLiAXnlmS6vPNtldDzK/MGUWDdT3qzj99ocPORz4JDHzNiUrMWdBudvbnH+epGddV3WzJDB9JCO7SsU29CwhXDRliNIwimYyATwNJHlI/BdLr2Wj99TGE+GmUiGGIkaDEd1HKXPZrfDerHH4gWPxfMeH/hgkg88npITd+Val5btEB8yZYkBGr/To17pUSz2aHY0PD1Bxw1z+VJB1pEjWd710DjpUYOaV6fQanD2yTpnn2wwl1A5Oa1z/8l9PPjYu8lMT/C1l74hq28LPLqD2xNZB7rM8Lv3RIaTJzK0mg2JJ43Hw4yNZai3fZ785hovXtgmHDcIxQ1aXZtao4fT9VBtTbqAO23otBWOHYtw+oE4o1lxvFXQ1R7BZIJQKsnSSpXl1Sp238cwTdptlUuv9GTtP6By4IBGLBtAi1mUywqvPddm7bIjs3lFZceCRIctXL1HsbktpwxTwwFSQxZNGypNWF/qceN8g0be48R9WU7eN4RndHHNHuXlLoVrNn0hVL8vxfH3Jnn2lTzPns3JXIqJVIKoptIt1eTNwen33MsD7znJFz9/k//8H87htJr82PeO8pEPpNiq59ls5HHVJIoxTKnqsri8w+Z2la4t0EIKWU0jo+rsnUux9/AQ4VSQb764ynMvrMrzhKhISCEahXg8MBCAgxHOvVzi3EsliVYRGJlUAto9kanTZ//MMAdmRqi6sNMW010tnvt6hRtXm2TTAn+uMD2hMDWhYgkXpinQ/D5rmzbrW/Yg//1AjMJmlyuv1DC7Go/fP86Zo0OsdHusdGxurFZZuCUmzPukI2ESIWuw4jIddvI2m1uOdBsfnrPYOx0mmkkRTSe5urDN1RvbmAGf4eEAlqmydKXF4uUW6WGFzIjCzPgQ85MzhMwo2zstdgot6n6ZOmUClqAiWBKxvLraYHu7TSisEoqIiWZo2wI37uM1POJmiAfv38+Dpw9wdf2mrK21NpVtlX5TY3bSZO+UiR4KywoE+gTMNt1ul40dR57vO45DxxYOBNGoUtENgYXWscI6wYRJKGlSzHXZWm/JhWBQ4PdR6Dc8+g2fR98zx6PvnZfi8fZmg/XVMivreVbXCySHdVLDOqYY2BHO0abP+mqL3FaXWDRALGIxNDSYwnf6LkvLFUlUEAKcqFBQnO8FQk/Dd03pHpV4rqjAw9n0ez1iAYtkOCrdhdvlMtvlEqmkTzLhE4p5GBGXnuexk/fYKfhUCi7VgsuhTIRTEzGmx1NkZycIDqf4xsuX+cbLV9C0ELFIekCFMHt4ikOj4dNs+HS6Yrqyw+joMHv3TJGIZVi4VOT6pQK1UoVquUI6rTMzG2FoJEQgZBEICmSaEE8CuH6dvlfF9TqSVCGanaJJY9sQjcaIx5PSzb+1LtyxfaIRgaJOMzt1WFalusPy2hW28wvooSZ6sIljB3B6Ady+gesKRHwfPSAGQ9pk08Nk0sMo/QxuLy1RQLniGuXKDgEjQMAU+D4xt91H0xwMoydxdUagh2H1JKEgENTxBY7Q02l3fHZ2arJi8ZAcAIsFh4ha4wTUJL5t4Am3s9uRZQYNAmGLVqvL0q11tjaLTIyOMD4yiqbYeG6TUKxDaryHGXbY2XTZ3nIJWsMErRF8xcL1FNn0FAKYEMJq1RK1Whnf7aJrrnTeiEasQMtGYnsJx/dgCcdpICAnvputGp1Oi2BI5Dpb9OwerU6HdrsjnQ5igEw+3woRCkUIh8I4rsOffPaX3+gZv+sHP0kiFpEisCPcGbUGnVYT2+lIR2ssaRETk6vJGMlUgkBA5BZriFsVV2SB9Tu7TWNhrxQMXcG+9aUYJlCYg+a8upsHPXDACfFXFesYzUAT1BzPpe32cFwXpa/K6ttBHNtC0cOoZph6p06htClFfoF/VlwXQ49jGilMM4lhJbHCURJiHjElrldiTdajVq1SKRZlbq8YngsGRWM3JIcSWo0exUJdOlbHxibJDg3jOKK5OMsv/OLjHLvTkLu73RxKW0ucv3KTl1/eYlncEg0N8djRwzx2coYZMRn2Do/2yjf40f/8TfLFPK7vMTIsBOAUua0qP/iZX+AHZsTN1NsevTW+/Nd/yXNV0YTSqNVaEmNdr7d4+Md+hX/9vhnuTP+t8tJf/Cl/cK1HwPLkjacQgJUT38dn332XDODSMj/xxxdkjm233ZHn0oGza5Bvq3zik3zuxF0E4OUX+fE/fG2Qq4tB5pOf4PdO3kU8d6p8/c8+x28viGxeIZaa6JohoeNi30+9/3F+59E783IpLPHJ3315N61XZGOn+fn/7QO86y5o7fzVZ/jlP3+dsh9C90RGmhg08Lnnhz/CLx66ixzv7PDnv/olvizOYaoQgDUpAP+rz9zdAXzpy3/JL700QJ5KkUTiincF4L4zcMCJfVtsL/G7pYIV4Sd/5pO8f+wdd4ndvyjzxG98mT+ovCk3DQQe8RCvs59/+6tn7iIAQ+7Kk/zkn28NXue2Q5Exfupn3s13j90ptIqnbZz/Uz79hYEP+s2Hj//gB/izuwnA+Vt88reFkvumV/OtWOKf/vkf5T13yc29LATgt+rG4gOdfC//7VN3EfFx2Tz/ND/31xuDbGW5HXcdwIl5PvPj93EqeTfh+Bw//scLb7yz2wLp4//z9/I/3TX/+M/5zLcRgP/Vz/3I3R3AX/0c/+ZtAvB3wuu+VQSWAvBtF+kbqOq3OGxvf9W7X6QUQncxv3J3uy1F/hMcrrvW4m/VUN+wrL75WgL7v3uWfucd9I196s6n/PEvf98b/1MIwG9/fCcs89223+A7//bHy7dzyMojaDcj+fYme/urvdO/f2d88i5y+S0v9IaR97YDePfvBmtOsf9KeLc8ZHw5CDXA0b9xoL7DR3xTH76N/n77z8GO8ub5YfcVv53D+tuKzrvvU7ruB4Ku8LyJtYdAPUsBWGUgAGsi83yAgJaAernGGgw1iAGaVk8Io+ZuDEcfU1exTF3+9BxHOoP7Il5IxFwoYh0gaBFCvBMcOE1iEMUSQqWDRktmCAcDARln0e10JTHECIQJhKL4qont+og5eXFOlqK7b6P6DiLXyRfCrt8ibFYIByq4fhyPOF1Hl+Jt17axnTq23UD1HFmmZmBpFpZw7QQFOUNghSvYTpVwOE0sOoJuCvewIVHD5UqeSqVAKhYlHY3Sbol8xpqMP4mk4kTScUQivRh70rQopp6SLuV2ZYlOY2Mw6KIqREyLaCCEKYYLvYaMLQmnZwhlZmScSCm3De1VotwirBYIRuJYkQQeMXw/xtpajluLK+TzOaYmYkxOxklE0iSiaRAIYXtdisphLYHuR1jN12SZ2WOEJ88QCMfQvDyau4PaXZCVTU4wnN3H+kaXJ5+5zPJakQcfPMSDDx1C0dqoaltGfNiStNJi9eYGqzc2pIBJQGN0NMb8njTZdESGLYjrZavfpeX0WFiqcPlGWQrA4UiYSCzESDoo4yASQZWYpdCstVldKVMuN4knBkaRYsGmUBBZ0r4c4jQtlbAY7I2IgVRDuvUK+R6rK018X+PA4WFm9iSp7+So7eTkdVk3xL2LEIANaTLSe74sUzieg1FK1Q4LSzvkijWSKZNUymS1arFaEWQlg3v26IwnXa5fLXPtaoX7H9jPqTMHyGaGCJpR2u0Wi8uXubG0wIuvdWVNHAxw8HSYffvGOLb3FHPZOda/+Y+sP/8cBdumqOpUXYWG6PnpCpMzQSZnLImZnU6EqNdcNnI91nc6bJeabBcbUtQwkyHmx5OcmM4S0TxuLC2zsr4FVlCW6MuWSh1ssV4OC7e0zmg2wGgmQMDV0bq6HMjPNTU2cz5Lr9VZerXOY4+EePSRIF2vz631NtsVm7rIIXU9Dh9JcehoivGMQjps43e6rN5qyQH9rY7PZtcnHtEZTpjSvba9YpPfcBiZ1hiZUhlPxZhIxolbIjdcmKRczHAIMxSi227SbQsBuCOziUs1h0IJCiWfYDRGMBZnKBNmfETkc/dpNHI0mmXatsjDDbFnNMPBqSHUTofcyhabK1sU8WWtbnssr3u4hkJ2RmNiJsjxPWPcMzNKdTVHdSVPx9bpaVHqjsbiZpWlzQp225PuQYGl7jgeI6MB3veeFGdORWltVGlu1rh0XeX8VZOe7jO8x2Zqv8c9h4dlxXwHq9fh4oUm/+OLdZ4520VLGWhpk+//0BF+4ENHyKg23Q0x5VkhPtmXdfNqjVtXa5y74vDiZR8lHOFjnxrn3e/LUN9Zp769jt0VQy3C0BQkEwsQD5msbjZkldshqr0oxaZNoVbEU3scOzEqa0YNM6NGeP31Hb78zAIr+TqHT49x+P5xVm9usXZzSw7GKJbI+LYYn0gzOhonEmsTjrXIhNMMBYdxhEh3OcfahRxfX3RkmZkoqakEGUFpSzYYyzjsnYmzd0+cG9eL3FgokYxo7J+JkIobVJs2taZDalSX5TUcWpttFMciOTZNLDOCVyvh1Uvo4R5GvEe11Gfzep/FK30ubnhc3HRpBxT6UZWZ+Zg0vRw/mGI0pDEWVCmsbVFY3ZS9llAsQ88LcG2xKrNQfaFeRlLSQOQ2GzSqTbZLLQrVLoFgQPY6PE1QRftMT+qcOGRx6kiI6XiU6XiMxRsFLr22hacaTO+bJB6PsHFlnc0rG5xbVzi7rmAkDSbmLVJZjYBiY6mOzB8WOcTi2hgLa7i2wva6R27LoyPuiT2X97z/MN/ziZNMB1Xc6xt0rq5yI9+QVdVtmpZLLBtmz+Qw8UiI5eU8S8s5rHAYKxIiHQ8xkggTD1kYagBDtTh/bZ0L19cxgoYUhcPhAO1ah3qly8KtFgs32zz0aJYPf2ycQ/vTxK0QCTOK4SQx7SQXnr3M8199hVdvFbhm62z6KmZUDD54fPShY3zkoWMEGiXy1y6zurTF0zdtnr7psO9YnPmjcYZjGilF6HIO7W6bjtPFt4L4QYu4opFCo13qsbneZH2zTS1gUrVEn6aP0h8Mtve9gQAsKF921yE2IuIIVRLxEKlQBMVRWVmosbpQJzIUIjIUJp20GIoHUHoeW7ea1Ao9znxsiDMfzZIo9wgtNVi63uSFm11eWOpCNoCfNTF9FauvEI24pEZsMlmV4ViGkWiG3mZX1o3VBueXq2zUuoj4dz0KThtpxApHI6SGkpIQIahuYli8I6JPa30abYdmR9BhBNUMDFUQI30yIwMjSqciroMulZqICTT4+A9P8fEfnsa+vI19ZZsLC22evOmw3obZfVH27ovQrDRoVOpUdlxKmwq+FmD0UJSR2RDRbpuo0CpyCrc2Nao9D0yRHy4i8sKSuptb7LD2eotGyZHJpL4VVJneazC116SPQCL0iJgKyYBOLKQTTweJZSy2Kw1ZDWHxr0EsanHoZIbJuTgvXSzw8oUibtUj0ITRkMqeIY25CZ3IIYPIYYPVqx43X3Zp1BTMuIkVNYgZg7q6VuPaqkAROvgdj1hQ5957E7JKvR6lXpe1ks2tnE1+28XZVHB3ICAEYLfPA6eSvPvRLE5A4dWNFhdWmtKhWd/qEs2YpMYtOZ0prPMik9b0IeD7PPboMI89NsLiZouvPbvN9dUG4aRKSGBohTwuIDNNj3ZFNJs1EuNxItkwjdrANSMyRExdNEp9PMWWWRhznsKsr3JCMPffs4+y7vAPl2/y4pVNtq77bF3zcTQXR/OY3xvj/mMZhrKmRCaLGqrpDFd1UvMJkmeGpAP4G89ucf5cgXRGJZNRaYkMhZaL6kDMV0hpKpNDFhNDFvGsTnhIJ9+wuXi9yc5WmwMBRdb0iSFmTgxTdDtczRVYF66YskaxomPv9HB2ehwZCfLuw+JiYPJSrsdrJUfink1Vp9JpU5DZbi69por7/7H25kGSnOeZ3y+PyqzKuq+u7q6+e+57MAAGIEAQJABSEsRDFGWZK6+1kixZXu1uSHYowivJkhXSrr1ra73+Q3vIVnh1K3RSIgmKAEESxDUA5r57enr6vqq67jMzKzMd39czA5AYUFrZM/ECCHTXkVlZmV++z/v8no7GUEKjINxwxRT5iQz1bsCV63XWt9oySyKRHRBVfGKKRzgsHFrCMa1huzaO6zCS0xkVWNlYmCBi0ezD2nKHtZUO5TWP8poQgRXUgTgBhCiMGIxNGkzsVxg/IEQSW06yra0NuHUzYG1VQQmEtdMkGhZOEiGW2vKCF4hM10RUNoE317psrXWkKyuV2MU0i3xAkdmbHTPlMVMWJ6rNHt1WgObp6J5ORPWJKAGZiMChiuyDCOMHI4QSKm+e3eGNsxXMkCIdxWLi1NJ1woaGmdAIx3XKjb5EU7iCTSSm4QcKiqujDjQ0RUUTx1neIzviSX57MpnEiml6PxEAACAASURBVCZYXmqyvNyUjjTR0BbQcS28m8PWq/tyoqNgKRSiCodPpnjo6SGsjMHL39zm5Ve2iVi74eWumIzt2bgiG6XpExmoPPr4MI88PsLVxTqvXtyW2cXZUIiUqWNkfULZQH4GflNlJB3j+P4c0+NRfLVNoLaJDwmBL8JbF3q8+I02l99pcyDiciA84NCTUxx8coorazX+8pV5ri5U0cWEkKLjuT6+6zObNzg4YlIoGMQmw6gpjVe/WuPVF2tEozqFkTCJqElEEeK7QFzbFMb6DEWyDFlZ6rbNaqshB0mun/e4dsHj8YeGeOxUgVqrx6V5EYjeklNrqYxCOCYuoFH6Xo+OI0LonbuN5wC1q6N0QxyZzvLwwRwD3efKdpmbKw02rgxkfey5PB97Ni9xQ7cWGtQ7Ng8/leGRp7KUlmuUl+o4feEmCcsF+PKGEPI8NjabbG42OXAgzqlTWQpjYZSkSl8NeO2LO7z6xTKHhg2eOGhx4vAk+4+dIJrL8/qNK7xx8zK1aptarUMwUNCUkDwHH9gX58A+MXncx7dtsimLYjEtzxGvnd/k3I2SHDYRSNmeyMXoeAx6YqglABuJ7RV5iQJhfuJkmtGhAFNroSt9HEI4GHT7Lr3+AHegygynehXeeb3L2de7PP5EjMefjKFFFWp9l431ATffHrA1F/Dso2meeTRNcTpBbiJOP3CYW9pktVRmbFaluEdlu+yyvOKyseiwPe8SdFUeeTTPw48O0dW6dNUuW7d6bF626VcDHnouy8nnsly4XuXCjQrdpo8hvpeBQkL1yER1TjxxhBNPHOULf36b3/rNC7jdLj/yQ0We/0SOSkeg7GtsVmBjR6NSF267nkTaiuulcO4VQmGGDZPJqQzj+zJE02EuXFrjwsV1TMuQ2aLC2+a7fUxDI1PIyEzat96o8PabOxyYMXjspEU2rdDu2gw8nyN7hzm8Z5iGq7LVCbh4qcnLf7PJ3JUa40VNVjzqE48GpIcsUkNRQrEw6yWb9VKf4mRE1vZKl2tvVwj14blHRzh9JMdix2GxY3NntSHxRL32QJ53IiFdDnAFQkwWDrOuQtJSmCyoFLKqpFkE4RBL62IisiVx9SNDYayQzu27AnAmD5kczE6OcnDPHplbe+7cBjfmtiXGJissSIJo4fu0mi5rq322tx055CNc0v0BUuQf9EBtB6SMCI+cnObhk1NcXFjk4sIS5S2bfl1DHxjsm4iyfzJKYIQITAMz7GFZLp1uj1sLbRZXOiiGiKEUDktfNpyEACxyqUWFYqqsnZLD5lpfHusxcR5DxRGImJrDx58/yCeeP0Cr2efm9W3mb23T7HZpdjskMhrxrEbIDKGoBp2Oz9pKl+3NHpGwJoWmbCYicc4io3V1s8nWdluuDwRoOpMJM5SPyGEeiX9xhdExJBfkbtfG6dnk4mIiPkkyGma7WqNUqZHNq+TyCmYsQA0LPJYQf4UD2Ke84cg6UUzxxGyO8dEU1nCaIB7htbO3eP3s/F0BOE04oqEJARiHZlN8Jp5oTcvrxejIMJOTEyRjWeauVpi7ukO1JKpMIgVjk2FywxFiiRiRmAWB2CYxt9jBFyKw15eoP0fGEgT0RcZIOkM+n5eZWKWtHu2muOYmsawExaE9FAuzUjhudbZptFepdxapd5ZQghhi0kc4H7tdMZzjEI72pQN6dHiG0eFpfDeB3YnKnzebZVqdKr5w2giXaOCiiLOT6RONghkZ4MswiTZWNIIVE/mm4rgXdJCBFH/FuTc3FCOXj5GMFoiLzF4lje8IB7CK63VxBl2suEU8Gce2B6wub7O9USUc0iQCuZCzGBmOYsR62NomPb9JpxGl3YiiKGlUUhJXLJqfovBFBqlOq1mh2awwcEReqmiMiDV0nKiVwFfzeEpOCpciC1kIW0LUFG4DXRfISbEdfekC7tuOHFgSk7JSiFJ06UwQJaZo/+zf/C/3W8/P/8xP7jpqA18K5yLz1e73WFlZYGt7lVR6FyUnxN9MNi2FZOFYF/mzAv/sefbdXEsxlStQgK7EYUbCYSKmWPcKB58qnaXiuBBN8HuZx0IEFj93RQQIA3q2I29E7Y7AD+eJmHkUmaNn0e51qNZLVGtioGcgSyD7dC0uM9tUPYERsUimFXn9bjU7soSYKbZHNJ4DkYQWuKRSKVLJFI5w8NR3Y1ISyQyxWILBwMYd2Ph7vod/++MnKX6wlvvdFYoH/bS3wO/9+7/kL7YcKsLpDTKfOZlIsrW+wGbuk3zll59g+EGPHTRYuPkOr1y/wcWVPtHMUZ756Id4ajrxAMz0gK3Lf80//7Nbch2XFDjAlImmWviHP8WvPPUgAXiJn/rdS/JzEo12gRYXYoBo7AthU/3Bz/LHJx6AgJYC8GWZoSsE4CD1ML/+s0fY96D95nZZnJ/jK2du8eKtmhR/p/Yd4snTR/jE4eQDRGxYfPsL/PwXRXSO7CBLYSH7+Mf5jU+NPPD32+U5vvDXl/jizQ5Ds3v59MdP8NRM7IEo7tK1P+enf38VVRXncdFg0OSx8E9+7sd45gEZwFe++If80psie1mVGd0iI3s3K1MMNgghZFceFS7gkC5EZfF8Pt6T38sffM8DxO33fM7Oyjk+9++u3H+Od4Wre27GgH/4j/9rPjcpHMbf+cdh7dIl/v1Xb3C1keahp47wE09NM/Z+UvL9B66d+x3+yZ/dE4Dfowwee5bf/vyDxNk2r/3p1/k35xVOPDrFk/kmv/nCwv23+U9+7oMF4F9+49uVxwCL7/9vPsVPzDxg2AHolBb5wlfnePNGiZ30MB85fZBPPTJO8UHb09viP/3mS7wgENh384jFjbwQ8r7vJ36Yf/RAAfj3+Nk//w5s8nsEsg8SgK+98MfvF4Dv+a7f8/gPEj2F/Lf7d1fQ+3ax8b1o43dFwvvZx3d34T3n7t8ij77PZPptLllJSd7d/t0E7Htq6wcpy+9mEL/7urvv9z+9RwD+8X/5p/eB0d9N+JXi7HcTK+8NWDxgIz9IMP6g/fFBDuAPEoQ/+Pl3B5nu6lh3By3uBzG/i/a+a/DddW/fk3pl0vYHIscf9N7ffR/vF3/v/ew7BeD3Ps9/9n66i9GW57D79nL/viAszMwy61eamndFX5GxLqMe7mL2hfvSUcI4SkTcNEoMs6lrMn5AaIIDu49r93D6PRyBbBHnSl2Xw2Bi3woxdPeMtPs6wjUsqCLid8SwpKCaiNgIQziArbgcerfFusITmGohXPuEFBFWJgTgPoHbQ/W7RMMdYuEuSiiDamQZ+BEpAotBd09k0w/aGGJIUBPDl8j7ckFkiYRFXItOQIVAqYJYj5ImZMQwIxFJl6hUNtnZ2SAWiRKLWLiOcOs42CJWJh7GTESwPRHXI1zTYmBtCMUPsHsruN01vH4Xv98hk4wwlBYCsYfdreIK/Gp2v6xev0W7VUbpLhCxrxDxNglHCoStAk0vS8vLsbFVYWNtVZJnxooW48UoiUiCRDhB4Ndx7FU0xGBpAVPNsHJXADazB4iNnJACnB5soXrrDFq38Jq3KOSmGBs5wua2yzdevcGdlRJHjxU5dnyUVFonldbk+rfVcihvNZm/tszta8uEojp6VGd0JM7MVIZMIozbd3Edl4Hq46pCzBTuuxadfoAZjskhRYEETsUgFdFIhTUG9oCdnT6tlohscdB0l15PlcPlqq5hmBq6sO3JqAlfrueF26qy02d5qSHjUmb3DjM2nqZZ3qJZ2pKiQeCH0I0QsZROxNKwqy79ioMq8KeGQd/zqHd6OP6AXN4in7NYrGosVVUmcibHJkzGknBrocz8QomTp/bz0Kn9pOJJVD9Es97i1tIt5hYXOX/T59xcwOQhkyOPRdi7d5Sj4w8zlZzl1ivfYP6Vr9PVAtxklHYQ7OKa8ShOWhQno9ItN5EycGyNSlOVw803F8rcWCgTHY5jDcc4OJHnkelh4qrPzblbLCwuMzAiuCGLnZrNdrknvydGTCWa0JgejzMzESNoDrDLDmtrHleWYL0EcV0jEdI5tA8O7RcdjIDtuk+959MMBrR8j/FxQcyJMCTixsI6TtPlxuU6t242KftQ9kVUm85wxkDzA7pC7GgPiCUjxJMRZkYS7CsmiWou3WZJYtmj6SyxdJZ6rU6j1qDdt+kOPHquJ/tRna5H24nSdiyGRyz27RXHC7QqLRo7HRbWPO6sehw/PMqHT0+idW1uX1jh1sUVagZUhZO/r9DqivwRsPI++RGDE1MjnJwaxt7p4Ox0qbV9yj2VWh+qLZHtKZDFbdr1Nk7gSfF4uBjhydM5ThxKUJqrUrpZodaL0HBjMlbRSPSJpGxG8nFG8jHC7gCja3P1Spe/+GqHc/Meo8fSFI9lODxlcHjKZNSCLD4pA5IZk2TW4M3XN2RtdzW6kSSJgsWRQzozkwor8xWWb1dljJCgC+QyFlPDFqPZCLcXOpLktt2EsnARCjYxA+IJnSNHsxw5mmPEMRmxTS5d3eZLr99hbqNOcixKcizGoNuTpYcGmDGfZFqlMBxhaMgkHnOIxx2G4hMMx2ZprrjMv73EtTeWOLsJZzcDXBE3EzOY3WPy4UcNjh4wiBgaEUNlZbXGylpVRtXtn0yQTYfo2DZtMfSesUhkLdy6Q3ulhddTiWRzhBIpmqUqjVKVzDAMT2nyZ5VFhY1bcGGly/nVLmIJ2A2pFKeTPP5okaMH0uTCNrmwiKBsyPIcEVUTptVWuT7X5PpciyBVhPQoAzGw3u7QbjQo12rUmo3dWEZBsLA09JjKnmmTUwcjnD5sMRJRGLUUVlYbzC1U5b3q1OwMMSvB/Nk7zJ9d5EpZ5cqORjgbprjHkjmuSd2X5Mm11R5raz3Z90kPx2T8zPrtLltLXXm96HkBH/veA3z6h44zkwihLJYYzG+ytFNlaafC9sBlx/fQoxGGcmmJKN8sCWx7lXQ+QSofJ5+IkbeiGL7G9mqX7dUOO26Titsknk5RHC2SiiVkZq7dcnnr7AZvndvkuWdH+fznZzm0L4uBiR4YOO2erJsXVrl8ZpGFbZd1JUlFs4TLECXi8dxDx3nu1HEi3Rq121dZW1rh5Rt1vn6jTm4sKkug6lNhn6ghIgr7GNoAP5wmiKSYtCz2WGFaOx2uzJe4dKvElqexNdB3iSSC8IGKhyGH50W/QRiejNQuhTQei5CMxqRhbm2+xep8i/iQSWIozMR4kr1TGUxf5c7lCuW1Fk9+psCHPzNEaK3B4FKJG1fbvH7b5c0lj9hUlOhUjLCiYHqCYOHg6x3iCYVT+8Y4tX+M8pU6pSt1lrZ63BYDK6LXmFBkCfpu4LA7cBS25PrGtjs4/a40k4m4uVbPlSKwWP9YYZ14zKAwIvSMEO2KQ3XDprpjU204kqz5Az8yxWd/ZIrOxRW6F1e4tNTntU3YcFTGx0JMFENsrPfZWOvTqkKvraOFNTKzGtlJlWFtwIjm4g7C9JyIzLnXzQBT6ELFNIXRNBfe2OFbf7MhTTeKANsKAXhqUmdySsdRHWyB1At8YgEkwzoT0ykmplKsiFwJiZAboLnIk/3Y/jzJkSTf+kaZV79eJur5DJkK42lxMdWZKGpoewO0fVBdUild0XC6JkYyIh02ulDG3YDLtxtcut3YbQ4BmXiIo8eSspoCh+e6LFZ63Njqsrnh4q+FYEsj7A8I+y4fejzLM88M0VY9Xr1R5dXrItUelA7EM2FSwxG5Zq1uikazQ8L0SJo+D58WQkOe26s9vvpKmfnVDom8yEFUCasmYc2gU3epbfYlUGloKkV6NEarUafVrKGIjDdFKP8Bg8CV04kznsq0p/HIkzM8/omDNAyXl2/Mc+b6OuvXPNau+jiqj616HDuc5WNPFhkdDnNlfo0rt9cYaYcYbYdITCexTmWoGSpvnSlz9XKVZBJSSeTCSmTfCv0vL5zEYYVCPiLLjzg4YZvNmsvNOz6NcoCI3zoSg30Pj7LvkRGqqs3NapmlSpulZVhaCYjVXeJ1lxNTCT7ycA4lrPFnF8t8ba7OSCYuq9HvSbdis+lht0J4XZ3RjE4xoxHLWEQylsxoXFi2Ke2IbLsu0ViXQgKGZfafhZmOY/s6c9fqzF1rcHDCkDW2P8XwwSxqVGVtpczqUoX5qx63ropMAR2vJ9JnVIntScQVHnna4tGPRIkkbTC6LC7ZvPGqw9XLA2wnwBHY66E4I4W4bC63Oi1cb0A0KpCVUXa2OpS3RTaMTyqpEjaRzXrxOUucbTFKudZjfbNNpxGgOgaqo2MObAzPZt9UnMP7U8TzOl3TpdJzuHq+w9VzHZI5lVROkZOmIV/gBHWslIKVUtmq9NjcETdJnlzbqp6C4oRQBwKPqMic4XTBJVd0GRlLMDIyTDYzxLXrZa5fK0tcTK8f4KsD9KiLog+k41hUIRJQsAKOP5LlsU+MEcuHeeHFdb7y4tpuY1YTLifBpBcZsAFGRyEa6Bx7JMexR7Jcudni1bcq1KsueYF1TYQwcgFmNkATInVPp5CIsG/SYqpokkx5JNMegwgMLIU33rJ58aUeN8/1+FDR54nRgJFjRYaPj3JhqcZffesOVxcq8oZPNNA8e4Bve+wftjg+EWV0LEpqT4xQPszLL2zy8gtbMvPHiiCzZiZG8gwXopjJNmaqQ8w2iQsnUQT8uMdO3+W1F9u8/lKHT37fXj75/F7Wtmu8+K05Nis7zO43mZgxd0d4Qgma3Tb11q6zLWyIuV+P0h0oL8JTpyb4/o/twTM8Xrm1wkUhEt32aCwMeOLJAk88OcTqRoe3z+5QrnX53D8a43M/Osbc+S1undtG1yLkh4dodUK8cabCuQs16eKynT6zs2EOiUXGhEVyIoUej/D1P9/k63+2wcnpKM8+nOLg3mFyI5Oo0QRXNla5urHK6lpVlujvRCIGqaTJeNFkfNSUwzCm75PPWjKPVeTCnJvb4cqdCu2BR0vgH7vQ76gMxPHT9eS+12QTWGF2T1KiXEaGVeIR4YzvU665lKsuiaTAKQkXjciwViltBrzxrTZvvNLmuedzfPz5HK7qckdMVS70WLwIlUWNj59O8dzpJFP7UgzvSUt0/ZnzG1ybL7H3hC9rebnP9StdSksD+tsii8Lk0cdyPHI6R9Vvy1q92WX9ok13J+Dks1keejbLwkqLOystdrb6crAn5AZM5UymR2IcfvQAh04f4K/+YoHf/o+XcXt9fugHx/jEx4dkzkTHbnLtdpMLN5pU665EogqxYldGCBg1o4wYUcYmUozOpIimTSkSzs9vY0QjUpjttvvUSnXZ+BkazRJNxHnr9Qpvvb7Dob0GH3pYTKWptNriguxz/MAIxw8MU7c1Nptw4WKNl19Y49a1HWamdGanBWp0d0S+MJaiOJMjWUiwVu6wXu6QHzbkTc32apub58rofZ+nTxV46FCGhUafOw3hkG2zvimyUR000ZQIwAsZeEYIIxSSuVcpCwqxAXFrQAdX1lbVY6s6IBEzKeYtoqEQt6+2uS0cwFmBYVfYO1vk8MH92P0QX3nhJm+eWeb4h5McfzKJ49s0W2I4wWZj3aNS8kimVJJJVS50W4LY1lfQBV47FObE0VGOHx3l7M1V3rm5Rq3i4nd1okqYwzMpjkynsdUAYVI3rYB4zKfV7nFRiJa3G1gJg0gyJBsUwg0oENDpfFjeXGEKzozHTmkg4yp8WyVmGoQFwq7ax6n2ef4zh3n+Bw5R2m7yzlvLXL26jiaiw8IQSShYCUVOnCME4HYgncTbW0KM28XlJRNh0qmopDAIXH6l3mXgKPL6URxNMjWVQdc1arU+7Y6LGlJQQir9tk2/ZVPMxZgZzzCUibCzU6dcqTE0EpIlMsVFRETH8dmueGyXB2yu9Nha7XNqMsdHD49QFNe0hEEvpPDWxRXevriCpkWIWUnEek4z+lIAFuKvKIH0Dhk6wyMFxopF4laWhRt1bt+oU9rYpLyxhRUfyEzz3HCYhMBvJ2JyEn8377KLr3SkINi3RUbtQMZACBJFLpdndGREpChRq3p0WgKDIzDCJrnUOPnUODGB5Y54DPwqCyvnuLNybtfhKcgIPZdGsy3F5WjC382THj3I+OhBXDtMp6nJSVDbbUtksnDF9nptSatRsIlEFdJpg0hUOJ2rdO0asViMaCwmPw/RYKg3+mxtiOGbFqPFBCPFBMlYgWhohBApPEfERyi4wgHsd6X4m8pkJM5we7POzladbrtOt1XnwP4RThybRLN6LFduUG6WYDAiy3WFszVCKGRhhCMSzRyI/FRPpd2q0m5XsPsNXLshh8JGh4vksyM0emEa3QiRSIRYzJJ5V0KoFPs78Hfz1Xp9MaQiIgxEU1aRx547COR0qUA2C+SUO3D4yn/4t/d7xf/gF35eDiuKyqTSTI5PMHBtzp8/w82bl0mkxDXcIJ1OksqkiEWTmMKBYwjPqXD77qItRS7PwBWkDPFekLnZsWhUir8CdyqcpSIPWLjDRR/9njNfNKo9sebQVUmfqGxVZXZOJj1BJjMpb6p91aLb79NoiWy9Kopny0ngXYSWuLGKECiWzAZMpDXZsKjXmjRqTSlo7iKpPfr9Fna/LYcRRN6viCkQaCXRFAyFTOnml5gpMWU86DJ04of41R97iLH/P0RgZ42Xfutf81vrRWzhpOi05E1fNpMjHouzISgHa7f4+D/9DX7tmQc5ev/uenN38SV+6f96m3VHNKId8vkEuaEEmhrBO/A8v/xkgfdpaZUlfvr3rkqn9j0BWDT2xV9BnNF/8NP80QMF4DO7ArCUksQUmUbm8ef4376/8ECB9u++FeCUb/Ov/+0ZLt2VlRSJFBf5yxG+/7/9ND82K+6r/n5/nNIV/tVvfIULd/OopatdZFP6Gv/0v/9pnn2fAGxz5Yt/wC+f2UW7SqTrQAw7ePfFPCkEi/zskLFLINC0u9nb0/yPv/BhHvpAR7nD5b/+Q37x9bvC4H2f7S5GXcp1wmX4xPfxh58e+QC0+H/efmjfeZsf+a3rd5M/3/vYh/hff+0o+/+2Y750m8/+H7vWXkHVFALwMw9wAF/58h/zrgC868yUlTrIr/zjU5yKP9ih/HfaGrfBN/7gr/jN+Xd/+97zi3PO9//k5z9AAP5dfvbP38X63vc03xXBPlgA/iP+5ze/XQK9h93+QD3zPZqqr4gxq/eaqN/vpn4PyPvuf75ffH1PDPD7dtN73aP3ZeR3N/Du/3r3Te0KwO++jwcJt99NTPzdX/rh++/hx/6FEIB3//xtzt9339u7r33/id4TefztG/j+ffFdhWT54Ac8v3yD7z/C7gu23/lhyuNCXLTuCsDve9Zvl2LvveL7j4l3s5m/2/H97uPvK8j3hfX3bu+9Tbgn5v/98M/3cqDvYu3v8+N3d9K9oRbpyJe162YWAzC71/3B3QGYgECQPsIWvmmhyDWJJ7GLovlvqEJYFc1PMZTVkiVEZDGYKdbmkjQh3MVivSDjJMSAZEQOMQuHrHh3/b4jReCQaRG2YgSKoAd5Er8vMmYFMcVQhBnBRRl05USpKlyvkQHR8IBQNE/IyjMgiuMKskyA6nXRgi4RwyFsivXwQMaOCNKGJIWEDfRQhVBoh04nRKslaH4iSiKKYUKlssZOZU2aPEQFgS5RsUIMF4hmUR3Hk6VqaUxjFE0Vw4TreM4GTq2EXS8xnLMYG0tgCjxkY4dup004fZhI+vDu0KFbQendxuycJ+ysY5jjmMY4W26BLadAudagurOJ06swNmJSHDWIyxgZi2BQxbFX0BiQsiaIGMOslVqslZsYqSniQ/sxLANd2UDz1+jXbmNXbzOcn2W8eJRSJeC1t+ZZXNmSBKDpmRjjEynpMhYRLxXp1qpx4+IiNy7dwUoJmpjB6GicqYkUMUuXcWIiEk+LqBJfXW33Kde79F1VYrFDepRIyJaVjGikIzqKL8TegF5vgDNoYg8ErSUs8r8wxOCviLLRVdqdniTxCJxpOhun0bBZW6nLfu7YxBBDhSSdWol2rUxfODl7uwQa4aiKRFRqaz1q6z18Mcigi3s8QePTsRIitkhkCMdYqgSyimmTo6MWYwmFxfUSSxvbHDmylyOH92CFTNyOR3Wnwa2VFeaWN7myqHJlSWP6sMGxx8Psmxnl8OgjTMRmufL1l7jy8osEUR1zOElPEVmobfqew+hEjJGJOGNJlbGUEK1FNFyYrUrAucsbsuJjCWLFBEemh3l87xhJ1efGtevcvn2Hnhahp4XZ3nFY3+7JOCQzrhJLaRzal+bwvjR2qUt9scm1631eOTdgtaxx+mRaViHbZyhjE6gKHUen6yl0VJe24pJOIUl82XCYrBGju+Nx/u0drlyp0zQUmiGVTDpEIasTEzhUXEljgjiKEufgRIrjs0nCSofyxjKdTp1EbpREfpTtzSpbGxVc8RgBGxLRib4r43yWtgyWtg1GihFOnIhQSOt0t11q6y5vXmzKevKJST79yf1oPYfLryxy8VuL1E2FWlgcdzqhsBhOCFATLqmsxrGJIY5PFFA7wtgBWzWbO5U+lY6HH5j4gUFzpyLLUT18EclYtDh9Is+h2STLF3ZYvlgmnIyTLObwTWjbHTpuZ5ciYOiYdkC4GzA/3+err7e5tR1w+GOjHPnYKPpgC32wyWTa5MBwhrFUkoSRIGHG+epLd3jxxTuQsRh/uMjQVIS4Vic0aEgx+erlHq64LInow6LFoek4e4oxrl/vcu1al7WKzWazLxG/+XSU0UKMgweSHDiYIt9SybU0Ll3f4YV3lrmyWqMb8unqAZlYiHQ0RDIZEE95pLIB+SFhLIOE5RG3PIYTexlJHGZ7weH8q/Oc+eZtFpoqC01N9hGFe/X48Rj/4HPDfPh0klatT6vep1yty3NVLiUiRBNkUyH6Xh/bF4PdKaKJFH2BOV+q0W+5aIm4dIdurFXZWK0xucfkwPEYlhKmvaZTXVS5tNLk4kqDbXEu8gIKVdNdtgAAIABJREFU4ylOPzLGkQMpEkaLpNGCvuAKOzjdALujUqt4XLna4uq1NkFuGj83jetp2OJc0qpTr2/TaO0g12wKRNIG0VyYA3ssHj1k8fihCFmtT04TvfoOi5tddDPF1NReIqEUl1+b59Jr89xqatxq6kTyFuOzcYYKJsNhVda1a1VZSixMdjYDqsbmjSrbtxt0XYWOq/DM8/v4zOePsDcXQV+ro6yIOMBNNiqbrLVcVjsBtmJgRS1JoK2229Q6HUYnk4xOpsjFYmT0KH4r4Mo7m1x9exNjJMAY9skNDzNamCEbzxFBJ+h7fPPVeb756m2+7+Pj/Nh/tZ8De3J4jo7bg53SMuXSMusrDVaXWpQ7Yer6EK1QAjc0kPXEoaM8cfgYVq9Bb/UmWysrvHx1g69f3USPmbLiKZVUGtJxj4zpkAoHqNFh1OgIh5NxTqZiVLbrvHp1mW9cXmGto7DWVeWQuoEnCWIyllREL4l7MFFhX5ZlmSRE38HT2bzTYXNR6HU68XyIA/vynDxWJKqFmHtni83FKk//wDAf+cww7q0StTdXuXSxyesLAWdWIbc/Sf5AgoigmIihrX6PaqdJJKLw/BOzPP/kHua/tcXtV7dYrzhsByptTUFLqehJBTVQUX1FUqUEjlv0qNqtBt12m0Ffw7VV6f5t9lwZZZBMRshkIgyPhBkeDVPf6rK91KRc6kkTkuhnfubzU3z681O0zi7SPLvItXWbt2ohtgYKI9mA4WzA4qInyxZ6mKALivP+uEui6DIV8ZmM+CSiMWkajAjEuaFIOmJhbIhCcYgXv7TGn/zebebn6oLOpQdC+Joo7qIne5ovK0JAyodc1ODQ4TyHDuW5uVXi5mZJNnnihi4z7/RcjIEZ5vw36pz/Zp3huMGeopgC0hnPBRQLPu2CR3toQGkJtm4KdraGagrXgkk2FJd1/s42Fxa28V1x0Ohk4gYT0xYTU8Kl50lUxXKjx9xOm81NF2cphL+uk9QHJDSPxz9U4Olni9QGA752fouvX9jCUjUsVWAhQ5gJk34voLZh47Ydxoc8WSJDYnZ/joVVm1feqkvWt5n0MVMBEYF8DoVkZnC9bEtnaGo0SjwfZmB3cUUwrK+jBgKRKFA1uxeycRvG+vDYU3t48nsP0Y54fGPuNu/cXGf71oDSnIsS0VEjGpPFMAeFdTsG86t1bq82OKAnOBBKEJ2IEhyw2A4GvC0F4BrJmEoirkoEc70xIBvR2DcS5kAxQiwVJZq0qPSbbLXFicRhfVOl31Q4GB1wMOax71iafUfTNI0BC90OyzWbuVs+t+YDJgcDJj2Pg1NJjh0boqNo/Nmb27x0uUJxOEJxxKLlCgx0j3YbnHaIQUdcTHxZIs9Tj5gylLrSduj0XaKKi6W6jI6EKI6E8EMhWr6YCgpo7nRoVjpMjUSYHgljxgx8UzTABRLRk2i7pdsuy7ddNpY9NpcHDBywLPFlUpk5qDFzQCM7gkQmd7o+i4sD1lYGVCu+LOF4sSIWXuDQc9pyERg2E0TMBJVSh2qpQyjkkkyKxs5uFqxAN2ZGoqSHLertvmzwd+sBQTsE7RBxzSGmuRw5mubkwzk8A66uNVjc6NDdgd6OsOU7BPo9bJzAXAsnvSYXJVuVvqx+zyMY+CiugnrXASyokMoAhoseo9MDJqezjI1NkMuPcubMMmfeWpJceVegtCMBkRSEhPjaDvA6AYWIEIGReaFHHs9gpEJ887WyLNM0JKJUTLH2ui6B7RMb6CQE2uJAlKmDMa7fbPPO2TrVHZdYWJPoaiMhpt4CkmaMtBEnFzcpZBXyKZ9UrC/LLFqYY1Fef93mK3/V4cZbfb7nkCkrNpslPpvl4kqVF88scm2xKp2k4kYqFHjoeExnTPbkTTmJlpxNoA+FefVbZVli0S3ErGxCZF9mGSpYaIkeWrKHUgbKAaPjCSYOp9HjJl/9yw1e/MImz35ihue+Z0aiyL/y0jw7tTonHoly4GiEtqvRdjQaTZtGQ7iEHGIxB0MfsHkTWR/90Aw/8H0H6KsDvvT2LSkAZ4KorOmZKDOzFncWm7xzrkyp2uZ7P5fn+z6XY+laleVrVdKpLHsOztLpGXz5hSVeeWWNkMgHNXxGRlTGxjWZNZqdSmKmLV77qx1e/UKZJ47n+dQzRaYm0gzUCF1PZa3VYK3d5M5yiTvLZblwsaJhOVGUiSlkYwqW4hMlkA41cbOpGBoLW00Wy212ui47HZduS5PnX7fr4/VtAschYiqETZXRYlTm6QwNaWRSDprqsLhos7RoMzNlyRJCknALl3d8zrzZ580zNo8/leHxp7LYvsPSeoPFhQ6LVwdUl30+fjrBc6cTjEzGyBRj7LRcXnmtxMXrFY49rnPsMY3Sls3CfI/2toLWMUmFwhw7Fpe11Kux2KtLcbh+W8FraMyeijD7kEW15lCruWyt9dlY6uJ3BkxmdWaGI5x46gjHP3yYL3/xDr/z25fodXs8/8kiH3l6CNtu4thN5pZaXLndpNnxiYpzl67RcV26rksagwwG4+NpxmczMsdoa7PJ9maTvqLJKm932Fis47kB4zNZMvk459+pcv5slcP7Inzo4QQZIVY0+1KoPH4gw/EDWcqtgKXygIWFLrcuN6hs9BgeUhgpqHLKT1y0E9kYiVwM39C5eKPExZtlxqfDjE9HcFoOO0ttOfxzdE+K6bE4NzZaXN9o0Wj36Qh3v+tJ3H7gKdhBWGZgi7jwsLwBUBhNQToBjuHjGB6rmx5rW2LxbzKSt6R7eP5yW9b0jMnMjMnsngJ79k7QbIlM+lt869UVjj0e5eiHovRdMcXWlbmu2+tQ24F8QSE/hLy5FNlHAgGttCClmZw8PsLJY6NcuL3Ghfl1SlsOvZpYiJk8fGiIhw8V6AUOXVx0UwyA+DTbNlevN5m/08aMI6MahMuv3xW4MJXcsEBxh6TL3PZd6lWPallk1YtclhBhRcWwPQxnwIef2ctTz+5hdbXBm28sc+36NqmcQTJnyPxlw/JRRSAaYTpthc31rsyl8XHlMFHUMogL5Iui0Om5dHoDPJEj5CqMj2eYncnLfPZKpUuj2ZfT5o7n0haCcK3PzFiSo/tzTI5G2dwssbVZojgVpziZIBCXGVdkijvs1B3KVYfSuk1pw+ahyRxPHRiRmKyuAU3FY26pzq3FmsyFEQtCTfOlACwuJP2ewOgILJoQwVSSqbh0SIrrX21blbVyZ0mWEIBHJ03yIxGZCRuNi0baYNdt6nfxEfksQgQUWFQfT57DhfialYJbSItj98II7atc3qFcrpBPF2WNjuYZHk0RiXrcuHWGG/Nn0PWozE0TLmpBAxEki7AlFqshouYIljkq37tA1AsRWlyfRWZd325JsU9RbYl/Fk7zTDYiqWiVaolKdRtNM1E1Q/5buFmFELyxXmNzo05xPMHYRIJoOIvuZ2EQw+0LB4vIDfbRjUBifWKJhBS82nVH3txWdzaolTc4crjI6UdnCYwu15avsFYuEQ7NEAnNYNsmji2QhiIPJizFIrH/xMBVp12h067eFYCbREyD8dFJhvJj1DoatY6IoTDkTY6miRsLgUNy7ubwBbTabRrNhnS9C8FXIJb9QDQjReNWNFJ1Wu0WL/7H//N+//nHf+1X2drYYGtzg2w6w97ZWekmnpu7zOLiHIY5IGTsilziH5FIjEQ8TTIhhMuErFqtxnapJLWqZFKIxMLpvNswvpcnKwQz4SgVriHH6cuSDWZxc51IE8uO4ivmXQG4TSxWIB4fQglFCfQItisc/k3a7Rq91g7d5g4xyyKRSBIyovgi81UXOWEG0bghh286bYGxFu4g0a8e4IjpW6dDJi0ykwUaUZdDCiKHWewv4cZ2XHFutAULQLB90Cc+xi/+xMc4nnmQ8/LvJFNBY4E/+a1/zv+zXCSeLOL6qszXEg184ToOGyalzUVKW3dIxFQ+/hO/zs9+ZJb3A5f/ttcbUL/1Cr/xO2dZFqMPThfb7RKLRYjGLIyQhXbqc/zLpx+UASwQ0ALlLM6ZLrYtsrwFGUfkPKpoP/gp/uTkgxzAZ/jx//uydJqLY0xgPAceHP3U9/I/PJb5+4vArU1++9+9yJfrdyG1UoQR2bq77wmG+al/9hSfGH2wi/S77qnWOv/pP/wlL9R23ZjvSh3Cia/yMz/3U3z0AQLwtS/+Nr/62l255b6D826KrhhykNlUu6578V0T/5bSUABP/MQP8/P7PsCS21rn3/zaS3z9rmtQ5sPefVcy/+RulnYQRPnUf/dZfvI/R/h229QGMdLf+dK1FX7hX32da1Jaufdq0hrKZ3/mH/KjD8jo/bZ92lrnf/+XX+O1u1raP/u5H32wa/pLfyRzk3dFwd09LQgBUiBM7+cXf+pRHvv7fLd6Fb76hW/wW1fEFPc90XFXeJTHrKLyqZ/8B/zYA1zG6+d/V+Yfv/ePfIq7ip3IM376gTjrP+RX7m7LriR1T7B/r5D7HYLje4RGIZTLui/Dvl+FvA+Efo979J6O+W2f0wcc4N/5+PtC610U8Xc+TDjr/xba8ru67ANU7t/7n/7L+z//R7/+Jx8kt37g1/EDRcsHaaXvef1v28v3vy8PEnX/7gLwuxt6D739nueTU0vfvqfuiaPv/tZ3uMrv/uDbRPkPeDvf+c6/0/l9fzBg90C9/+vvTVn+/yIA3xd7755nv/O7ISVw4dIV+0B8d+U56W6m9d2JBHFs+7oiSVJyQeZ7hDRFuoBFBqxw/7qOuNfZdQALV3HIEOheXQp5uwPomnR3qoEu3ZT34NTiSyOGy8RaSQxqaUJ9VVSZbSq+7yHNl9l6IWwMbHntFjhoQxnIuJqIqRIYcXwjQc/WaHUCPCcgIjKGxaC81kVTu3Jwvt0V1xnRk9mN24iEW1jhFtWaz3ZZbLNKUtDawmItU8V2a3KATwyUqWpkl+6iiyFyH0I+1WZPUsa00BDx6Ky8DuOW8Z0S3fISnZ1lhocMxibiWGFVihBub4BiFmV1e2XanRVMb4O8vk1C6+MrowRKkZVugtVOkkanLePM8OsUh1WKBeHktEgYFp69Q7e9JLHbVniGUGiMWtej2vUIWRnC8QLhiELEqBHWK3gt4QJeJxHLk0qNU655XLq+zurmDpmMSjqjMDNbYGZGRGZApdaXa+db1xa5de0O6axFKmsxOppiYixNSBXEvm22typYybAsEYlV74n7pRBWJIsVTqIrHUJKl5ihyv6xIHm3RY5iz8HXmvhqC1UNo6hh9JAhj5uBD1ubbTa32mTzJjmB7Qx27wnEva2g9hmmCJkYoAWi7+dQ2nbkuX5oJCwHQ7siNq28G0HiChJOPEy6kCKREYOOHmbIY6Ols9nWGYpozKZVRqPv5hmPjQ4xVizg9QbUS03K5Sbr1TYrOx2urQ64ujpg9qDB8UdN9s8WOTr+OFPJ/Vz55ktc/eZL2JpKkIrRV1RaYp9ool8QZ2w6QVLtkdQE1Ue4xXRKtYCFlQ53VroMLB3PCnFkZpiPHJmmYGks35lnbWWZuqdTH2islxxWNx05LByKCgFY59SxPA8fzeGUO9QXG1y52uflsx7L2yqPPZTk8VMpcpke+XQfxxvQaAV0hDvSVHDDCnnR28uqpEI6SUK0Si7nzzW4dqPFIGPgpUNEIxAXgkw4wDQE5laR8Xvdrs6+kTRHpwRa1qbf2WQw6GDEhzETw1y9VOLapRLhuM/Y/hCZvOgBDhDs0cu3A64sQH4kzImTMUayIVwRCbnp8MbFDm9cbPPER6b49A/sIzxwmXtjkauvLbLQMlhohohnVbLDKskhiOZE/qnKdCrGdDpG0FWgq7JV73NHDGx3RH9LUAg1vK7onfqUGy6rNYF213n2IzkePZFgbW6H9ZsVtEgKMzVEtR2wuFpndbMuHdyjwggTzzIdyUvk7NnLq6xU6oweTTJ6LIVORaRWM5SKMV4YIWvFMbouRs/lyuWKLE+gnYUTM6Hh1mp0dhrcXBxwY9FFMQLCcYWp8TCH90TZM25x6VKHSxe7LIuYy/pAijuzE1GmJ6JMjieYnEgy0tUZ6Ya4vlDhpSurXN2s00ShddftKGbk01nIF2F4zKBYjDEyHCFqdLBCXdJmlnR4hI0Fj7NvVnjnTBWxCztAP2TTN2wOHozxqY+NcupQika1K6vZbdHqtYmHNQrJMNGIhh24OIHIOC2QzBRobLQkPrlT72MNpQkl4iwtVllarLFnf5wTD2dJmib9kkdr3WN+s8/8ps1CrctivUu6EOaxhwsc2S8ICA7xsEun0qJbaaMFUaxQVjojz57d5OzZLZxcETtXxNeFS0jF7naplzdpiuEcYYrxBoRzIWLDIY7sj/DE4QgfPhwm7rjEXZetWpeVSgfVjDE2OkFIjXPh9RUuvLHC3I7CrYqClY8ysS/F2FiMQzmLQ/koZ8+vce78Gj0zRHgyA2aI/kabjjiflV1Zn/jUfn74R49xcCyBvtND3W6yU7rDTvkOC2WP+bJCVYiJiootIhhEH8H22HcwIStpGIT6Om5jwOpCjbWFKmral5XKZMnnxskkMiTEoIICC3fWub2wzqkTGT761CjFXBq6YUnfu3BhifMXltCjECsI8qNKuRZQ6wR09ECSDPZMF9k7VSQpXO87NVpbNV6/tsUb17ZxDA3b1EkXTEbGTdKiR+d0CAcDxiZnGJucZdxXGbdF77PC31za4CuX1+kbGj1DRd9NvZNxQ31fl+53ZSCw0ANpwvLFuToicrDDqIFGo9SnWepjxlTCcZXpqQyHDxSIhUKs3ChT32rysU+O8cwni9Qvb7Py9SUuXm7xzgac21aJFw3iowbhkIwNFxZObPqk0yF+4Il9fObJ/Zz50hJvfWmJ5XKPsqLQDYlIzN0yNR1TD8men90X578BnVZ3ty8heoGOQn/g0xUZ0NpuVIZlCTd4iNTwLgrdqYpzpE/XhmjG4JnPjvDMZ4exz29iX9jk0nyfby0HrLQCsqkA8XHZroitUElaCQqpLNlshFjBI54ZYNktrH5T6iu2F8IOVAaKjx9SGBlPMzye5lsv7/DlP99kaUE4gE0tCJsBY0MB44WAdkilExLZn5DzA4qJMI8+PMojjxQ5t7zG+eU1FM2jkDIJRQx2Ao1SV2Xumx1ZeycTnDyW4cC0yPd1Gc47rJu2rI1ln415n3ZdLLJEM9pkJjnGbLLIO4srnF1aFikhFBMRsnFDYhKSWRNPzqkHrHe63Kq32Nxy6d7WcVd1hsI+QxGP00+M8eFnp9juOrzw5gpfPbMmmfnZpIEa0vE1jU7Tl5ZrMS1yeI8nKzOUIV3IcGdtwNsXWyxv9iDiyoqaOlFDx+74tKoDmV9i5XQiaZEG66GLm3dfJ/BMXC/A9gVyxqXQ8mQ98fQ+nv7kYXrRgG/eusP52+tU79jU7thYyQjRlMjs80hbfYkyXC0NWC15nM4XOD00THjUpD0OK3afs3cFYIHGTlgarYZLtWIznjd57EiSx45lwIrJur25xbXlVda3+zQaBkFfY2+sz76ozb79Yfbtj9C1FFY9j5Wmz+UrHpcv+zxkBTwU8ZmZSjN2oEDZ0fiTlzd46Z0S45Mm41MGHW9ArevS6Si4HYNBV2Sq2Ji6Lb+4nq/j6eCFBwjVzuqB1QuY2GMxvidKw1FYLA+otwdEdVvWcC4qqylOYms9zIjCI0+mOXg8zuaawHg6XL3Q4eK5tnQXJZIhiahJZFxZwtE5tceSebm2s4u8XF10WVkSgrGJ65oMAodB0JGoJkNLY2gZ6jttapU2Id0mnhQuMrEYFa4aReJX0wVLokpqrQ7dWoBXDRHUdDKRARnL49TjOU5/dISd/oAvfnODi9cajFhRRqwY1VaLWkvgKEEzQoQjOrmhEPmCznbFZrtqy5zOgQgHd0AT7l+Br3HEnZDP+JTPzD6f2X0FJqf2kB+a4KWv3eDFl25IlKK4qw8nNJKFEFZCkxnVooYjKsOWyviMycThCGpU4a1zTd4635Cu51g0hm0LDHtfCsBp1SAdMkmNaaTHNObnulw+36Sy4wrThJzaFQKzqGI2y9RQQU6QmaHe7kIh3CIVbpE9miNzNMfr33L46z9qcvMNhx96LMkPPZ6E4ZiwHHJlrcIrF5e5sVSjLfj3fYgZAbGQz0hMoxjTyOTDJGYShARO+nxVVrfi4zUgZUWYKKYYKkTw4w5B3Kaz0Kez0OPkQ2M89T17GJ/O8Rd/cJO/+P05PvzxSZ58bpLbd+p8+UsL1BpNnno2xcnHYmzX+2w1+tSrPo2q6FsJJ7NNOOywehnWLis89/Q+/ovPHqbpOfzR165ycW6Lh6ZHODU9SjgSyLo5V+X8+RKbO00+8j1xnv7eOJu3W2wttJmYnODhx47TtU1+//cv86UvzpHJCESsvuucTrqkhnSGZhNEsxZvvdDgzJebPPfEBJ//wX1yO8Uk73ajJxdebQLmFjeZW9zaFYDjYaJRA9NzZSWFM1GD4SGLsfEkZixEpe9Q7jqs1x3W6jbtmk63GsLpeHh2h8DryaZ0Iq6RzpikBdo2pzFUEK7gAVcvdLlyscvphxI8+lCceHwXe1it+7x1Xrh5Bxw9meHoQ2m6jsPyap3lO20Wb4ipW4fnTsf4+KNxssNhrKwpFz1f/doO71yoc/pjFo991KJRd1hf6eO1dJJBnCEryr69IfbvDXGptsPl+g61LYXBdhitZ5KfgpzADg80AldjfbnHrest+jWbiTTMDJs88txxHnn2BF/9mzv8/u9elFPETz83yukncvh2C89usbDe4sZKS958JWMRTCNEvdOl0e1hOQpRid1IM7UnR2E0Sbfl0G26lHqeLLGdC1druP2APQcyDI/F5ZTslct1ju6P8cQjadIplZ2acCzaHD8Y5/iBOBsVl7mVPuXSgF4Ngh4kRZZwTCzK0zKr24iK7F5N5rt87bVFXnp1iX2HYuw9FCWqKQQtl5imUhyKkkqYXJyvcHG+iieuS6bI9ZKmQSnStewILdsipLqYmk0+AeM5g3xGk9QzPwZLSx5Ly0JoDTOSjxDRdeYutJi72OLkiQQnToj8iSzF6SGZi/6nf3ybl19e4cjpMEceNSXmR9ASahWfnQ2NZkVjdAJGx0UulEKtC3YrIKj7JDSDUyeGOXV8hMtLG1xe3GRjpU9jE3TX5MMPjfHkqSJtr0t70EEJDWQ2cbPlcmOuw52lHpolJogdic5yugIXpjM0FiKdV2n0+jS6fVoNsdZALsZMRcfSVNK6QiakcOL0BCdP754bXnt1hWs3yoxNxRibjqGHXTTTRVGE482SAvDWRp/Sdl/GCNiDHqZoOoVFxqkQ4JDDYb4rmhoak1M59u0tSLRdeadDpdah1d2teqlHrdTj0J40j50aZv90jLXlNdZW1pnal2d6/xDC11pq2Ow0+7vNpXqPnW1H1omJPE/uHyWTClMJbCqD/5ez9w6SJLvz+z6ZlZmV5X17Oz3e7O6s9wAOboEzPPJM0ByPEilRoiKokxj6h5RESqTECIqKUMQFgxGixJDEI+94TgTPwHBxABZYOzs7O972dPdMe1O+KqsqreL3qnt2dnZwBNWIXwzQqM5K8zLzvd/XuWzXA1W9bojbE7tSl5g5QI/JfMQm9KWhIlw/DcsylBLYjCXQvBKaV+b2jVvcvn6LZNpj6lBCZYWIAlbs1sSST0rlwUZClPGHvb9QMs9MYjGDbLZALl8iES8Ro6QA4MuXL3Pp0hVGiuNUiuOcOHGEk6cWGBlNc/Hqj7h45UdK4TkEajV0IyJmaJhiLxUz6XeS9DpJBn0hZQVKbSf5L+lUnL7bVCSOmCn2z+JOYFKuiGJDY3VtnbXVNQauhutqpNMZCvm8UoCur1VVzcxnmZkTNUaWoJ/FkwWQE+IPIjLidJCPk0gmsRNJdD1O6Jq4vYjNtUVVZ5+c5rXXjuFpXT64/jFL6zvkM6coZE/R75kMepb6PslQljHQ70tmbx9Hsqy6NQY9IaC0Sdk2s9MLjI3MUO1EVNshhinESDmvAmqKHYmPKefF0Kk3GuzVqgqEEqA2botVtIkWE/ByaNW9t7fHd//Zrz/o7/6Nf/y/snT3DncXFykXS5w8cYJ0ymZtdZGtrWV8v43nt2i1WjQaLSwrqbKXx0YnmRifVbWyco/rN2+qa3348GFGR0fpOY6yo24166oE/BWSm+QKttrijtMkQjFQKI8fYvrwU9jJMtWtOs1qGyueJW4LSSmJZibwQ5++6+B0G1S3V6huL1MqZhgbrZBIpvAjQ6nxVeaxsmIMlIOKgE1iWSlKTdeVzLou+ZwA2AKvGiqjOgyk8SxZhDI/7KsS1xchw5gxAfLKvPgzX+eXXphm5N+njHy4c+61WL76x/zjf/Ymlx2HbG6KTHaSQDNURnkQgWVKhrZObXeV2u59simULVruyBv82p//MzxX/lN8fB/+rt4uP/qD3+LXz9Ww4ynlntL3Wgzc9oP7UJTbydd+lf/ty5MkH0Ucdu/yq//HxwqhEjW3InWIykssu3XQf+Hn+P3HZPt2lwUAvqLydsVKWSaeSnUeQPnJZ/ibbxzlTPE/ROXps333Jv/3b3/A240YMQx1LAfgg1J4KhhRVn0Jvvrnv8BffjL3E6pifXaWb/Kb3zjHe/VI2UoLoCxjZAgaihZS52/813+Nz30GABxw4w/+Cf/TD8VyVNRcYhcpzyaDQJ7tskIL9hX3ku0dCjAsriFDMFg/8jr//K/PMfoYKGz74rf4j39zWxEmDqxjhzmc8uIYqu1UfqjKjy3xC//JG/zFY8nH2lo/vPnO7jL/4v/6IeYv/gX+088AoR3e/2e/xz9ceugv9s8thZP8w1974bF5ww8+3dvi//z73+EP99We/+Xf+o8eo5p2ufJHv8l/+8AC+iA3eQgCD3/SvP5zr/FXXhhn9Ce6t4bj4zd+5wPeaQ4zglXG6v5+SMaunCtRaf+Zv/4r/NXJkyDRAAAgAElEQVSfEABWsNo+UicK4C88DgD+o9/kv39vH/h9AAA/bPX7CTj3APTbP0y5nJFYVOv72a37SujhOXgYONzXFD+i2j0ABD89fP60v3sUwnuAb38CIMqpEzvmh/NyH4CWPx6pfBhofBgA/iv/4LcfCwD//wUmPwuK/mT79PDfHahHHz3Pf5qK+uDvP7XfB7YVBxd26I7/qeN9YJ38yMYPtnMwVh/zCPj0rw7A//3v2h8Rw888RAx4GPx9ePw+bvt/ulJaxpHSpiuAV561Dw5BUF31tfvPMln0y7FHApLK8/MTi2qxK4t0AScH+wCw3IdDG2dxkRJile+5eL6HH3jElI1vXPU/BPTVBPgVu2dDlD0gTs7yklQW08pyXx6H8uXyQoqp+0n6fhKHISCTbUUYUR8z6mPHfOIxeYdrSpkbN2wGuklfs2i0faq1Pv4goGCbZAUcDlsQtoYqsMBEMmSEWCZODtm0q2pzy1HxMu5gQDrpkUy4xG2xpBayfki/L1EzWRLJPFYirdrFvuaytdtka0/mThMUiqdIxgtofpOoX6O1dZ3W1g1Gxwym56T/YoGrq8gR10+pajZXqDduKvXffClGJZ3E8cZw/HGWGhZ3mxaOKJ6jFrbVZrwSMlERO9kkBTOF6+zQbCwpkrFuHEE35xiIVbduq8xcU8iv8ZBcukcm0UXr19B6NQW2xsyMymG9u1pja69JTBfgvsex4zMcOzZDEOpUG302N+vcvbXM3VtLjI7mGBvLMjFeZHK8TOB5XLuyyNLiKsWRnLIn9SSWLBgQM23yuTGy6RIELQja2DGNZMxQLmStukvP6RNLtIgl2sQMcdaw0WS+pps4vZDbtxrcvl1nZEynMhYjm06TFOVDqNNq1ek5bYr5DKV8lrXVLkuLTZXFPjOfYnwySdD0CFoSQeLR9T3SxSzTh6bUvrq9urLkrg4SVN0E+VjIhOUxmggwM5ZStKUTNplEgsZug3XJDt7pUHdN9noxrm04XN/ocvi4yVPPWpxYmOaJudc4VDrF1R9+l6tvvUlbLMKtFAM9pgBoU4Q/R7Iqy1R39tC7e4rcXO9Cta1RbRrUWoZys6sOPE4fGucrzx5ltmSzu7HC7vY6O92A7W7IvS2flU2f9kAEITqpvMWrz47y6nOjeHtdGisNLl3u8+8+CFne0nn52YyqYqGnStYlu9U+3X4ImThaxmJsxGB8JEZGj0i6IY3NARcudbmx2MOeShKfTmDo4jDWR7ADiWizbYlc8lUtjBQ4PT3CSFaIG1V06Q3HRwitUd56c4MfvrlJeVLjuS+mOHTUJK35ZLSAty/1eefSgOKozVNP55gSa8uaS39nwNsXe7xzsc8rX5zj53/5KGnNY/nDZW6+s8L5pQQf3k0yOgOHjkdMzGsUJ2IqLrGka0jSVdgTB0mDzUaPpVqTmtPHNqTFopGI8iTIc3ulz/tX6sQSIT//s0V+6nMZtu7V2LpfI9RKaPFx7q4EnDu/w6WrVc68VODMi3lenD/GK1OnsNwBSytX2G3eIzFuYo9Lf0DGdJtMvkSxPEPSTBFubBNublPdHp4vN2kq1Y4ThGzfrrN5t8mdXbi9C/FUpJS6C3Mmp44mOTwb56PzXT76sMvdrZCVWkS2YPH06SQnjqQpF9NUihlm3DizrsXttTo/uLPO9e0WtUCnFsTw6x5B3ac8qjFzTMZimvn5UWamisSpYlMjKZa1msW9JY3z5yMuXBC1sLhzBQQZBy/bYeFQms+fnebEdIG66qW38cI+XtTD0CISmsTUaeoxLzFApZEZSiPT7KzUuHnuFq1ah+L0CKlSntt36uoeP3m6xAsvTlDJmHj1Hr29Pht7karL63U+Xtsjndd5+ekCp4+lVRxgOqmxu1pTlY6PMDlyhNBN8c7bd3jn7dt0yyN0yhX0VA4rniEYeDQ3N2hub9Hpu8qeOiHjfcrgyZNxPn/G5gun4sQlWq4Vst3usdYSANhmtDKqItA+fHeH8+9tc2sz5PZmRGokzeyJEofm87wyV+LV+RJvv3ebd96/TTUWw58ooqfi2M4Avd3n5u0uN+90+ek/e5xf/etPcXqhhNUJiTV6tLauqbpxP+TKfZN7tUg9CyTP1QstvNDk6WcyPP1MmqQQgXfFAdSlVXdoSzxgQpTsgVJbF/KjFLI5ShmTXEJnMKirmhy3mZ/NkDMz6K00zlacf/tHS/zBHy1z6Pkcz//MKImUz8adLXY26jT0GA1NJzeaUHbL5ShOpWMR1gI+ur7Dhes71HWoaxrl6RQLJ3IUchqDvSZ6b8BzT59Wla/2SNyv8dHlbX7/4x3+zeUdUiMxUhVdEcniQvoStzQBTz2NmB+g+wGB4eMbAbF4DMuW+B0dv+Phdz2kTacZkXLeO3KorOLedu/XGDQdvvL1Wb7ytVnWz21y7ZtLfHy1zeVajMvNGGZG7JyDIQAcA8sGPRUyOZ7il149zi+/coI//s2bfPO3brG01aUaAycOZh4MsaO2bdKJON5Ao9sW5ztRALs4HRGCatL6wI8iXOHLybRGemZCiB/RVInHWtoXHpmh8qWzIwme/3qB5386T3SpDpfqXLjc480rAxZ3fESPkM1AedyiMhbnyPQop2ZnmBkvks2LIMynu7lJd3ND4UsbdZ9dx6fp+SoYbWJWXCfSnH+3y/e/1WLtniuufVpkSzbshMbsuIYkNzXQSQQhZT9kOmPx2ktTvP7SFB9vrHJxcxXNDKkUkvi6weJewN0tn/XzLuvnB5w6lOWFs3lOH4kzOx4xPhZyvd/lxsAZqjlvBrSqkcSHkDTiHKmMqrq2usnVtS3FkJsbSVPIWkSxQJVYLsb0iFros+G7bO0FVK9B5y7M5HRmcjGeeHaMp16ZZrM94M13V/mTc6uMlONUyhZepOG44LRDunuhsko9e8Ln7PGAZLFMsiAKYI/zlxrc23SIbI/Q9kmaupKHhy643VA1dMSOQWxOkpZUjNCP4bkxvDDCQ6z5fCpNn0rL46XPHeVzP3OalhnwrY9vc/7WKqFkHDd9jHgS004Rj3kkNIcoGLDdgO1mxKtTo7w6NUZ8wqQ1EbHi9Dj37i5XP26QT8ZVhWLH1+8zN5HimdMjnD1VYcfxVS1v7bG0sc1OdUC7LdbCMY4XA44XQ44vmKr6KY2NGKy2Qj780OP8hx6vjRi8PmpSLKfQymlW2xFvvrfHuasNpuctpuZNul5ATZSEjkbQswgHJik7IJUI1STZ6UgLMEBPBAogG0nEqdgWhbEE+dEkW3WXm8td6q0BlQJUhNVQtKkU40qxtbrSVw2mqfkEY9PC/g9UvoHkPm+u+kp5LIsSWRzE7IGq8pjF6GRc5U1ahjR+InodjX5bZ2ML1rcinIE05KS1rhE3C9hmgV6nh9PpoYtPvdVH031lG60ygMfTlMfTtBzJ6+3S3gkYbOsEVYNDUxbz0xbTR5NMn0iy0/Z451ydO0tdSqk45VScerVHo9pXDwBdSfBjKrtYvN8lh6LRkewLj0HXw3MCgr5O1NeHtq0BTM7A/ALMLVSYnp6lMjrB+QsrfHhhWbGWhFEiNjZiGyD2ot1aV9VcyVY2uJOzccaOWIRWxLmPGqpKpaIqeUhtbTTwuh4jiQSVVILshEFmIsb2esDqXcl98YW+A6arctDkOkwWy8xWJGNGo9upE7lNxjN9JjJ9ik+NUHxyhPfecfnj325y+/0Bv/xKkV9+tYhbsPAKcW7vNPno9ja37jVU7muj4VPJ6lRyMbJGRFYPSeUMsrNJrEqcK4sdrtzp4FQhEHWgZlHIxcnmDIxigFEI6d0b0Lvv8vwzs3zpq8c5cmyE737zDm/+8R0Wnqyw8MQIi4tNvv/mfbpOl9e/lOXpl5JstXtstxyqW1DbULQjiqOSoxGwcz1k90bE5187ys/+3BNUewP+5Tev8vGNdV46XealMyXVkDdNjcXlJteuV9na6/DEMxnOPJPBE8Vfq8/E5CjHTh+h2dH5nd+9wXe+LU14UzWA8wVNZW7mKwYVySIoWHz07SYffafJF19f4Jd/6TSprM7lG/e5v10nUciSLGS5u7bL0toOHdcnlCwtIuK+ix0MKNkW5YSpwKFCKUEiYyp1ej8WsbLXY2XPYW8jorou4fUhlukSNz01gZKJlIAPMcNQDODJaWnoh9y45HH9ksdLzyR58ZkkpZKhgKRmJ+Kt9wa89V6f2YUUcwtJRUro9DwFlC3ddNhb6/OFp5N8/ukklbE0mbJYqgf88O09Ll1pcvRJm2NPJlQztdfTMFyTbJCgZMU5NBtxaAYuNqtcalap7YC3Y0EnTm5cJzcWwwhCYn5IoxqytRES9iImMxrTRYuTL89z4qV5fvCDe/z+716n3R3w9KvjnDpbJOo1CHt16j1NLeK8UFMZVjLOG80ujVYX27WwvTgjJcmkSVGuJIZNkkhjveOrunu7ze2LDQbdgMPH84xNpbl5o8XNm02ePFnk9RfHyKQ17q/tUa23ePFskRfPlljb6XN9WSbMgVwcYr5G0ookjlepiEsjGSIjRj+KlGXRD89tqZo/YjJ/1KKUNMhGBnnbpFyyVC7texfrvPdxjVQuxuik5ObqCtASAG2nrrNdj6GHnkp0nqxYnDqcZ3oyQd/w6Rset671uHW9TzJpqQycpG1y52KX2xe7vPB8gRefKzI6nSBVirNddXnzzS0+PLfH0TMWR85YahK9V3do1ANqWzG6TZ3JWZ2J2RitXshuI6DfiTCciIxucnQhz5GFAtvdDtvdLuv3+mwtufhNjRefGuGlp0bpRz160vBJxEilbZptnwsX69y41cDO+cSzPm5fbJWFrW8yLvm14ybVpsNes6cA0X4XQndoq5+KGUyXkswUU8wdLTN/tMztuzU++GCNm7d3GZ1KqjJtT5UCJ7UMvW6MjbWuyrcNtIEqAfYsYwgqybxAyGFeL1JKUlH/njwxroDWvb0Ou9UOtUabakNsM0KVx3LmWJHnz45y/FCave1Nqttb5Mey5EdzVDs+SxsOO/WesgtzBi6NvYD6ns8zwgY/OU0hn2Db67HV77Gy7rAiFmeBhqHFlAJYFt2iAHb7BoOegIrSjBs+sxQQbNokjClV1y9f5/qV66TzsHAsrwBgyT+Wpp0QFwQAFtXzsGMnCjhDZaiJwnmoLLYVcGgZQqwaxR8kWF1dV5VJZkmnsoyNFRkfL6qcorXNO6xv3lY5moZh4gcDZe8sGcWiyhALPqedpNceWikL4CcKz06nRs+pK9WvbnikMij1bzKtKYWDrvvU6g3q9YZye5GM4mxW2O4VksmMYu7v7TbJFyPyJTD1NHhFQjepAF5hbKoc6ayFnUySSIjS1cIXhm0fus0tOs1Njh7JDx1S/Bbnrt1gab1GJnWMbPIYvpfA95JY8QSJpK0cE3pOB6fXVu9MAYE91yHyxXkhwfjIFKXiGPVeSMMZpkjqorOMyTUaZv9KU9V3XZUB3B8M1CdMS7YdV/kzhilqmSEAXK3V+Oav/y8PesR/7R/+IzY3NtjcWMdWC9iy2m6zuUW7tUMYdgjCDu12m1azpZTLxbxYKE8wPjbP2Oi8AtVv35GMaYP5Q4col8o0mg2azaay4u73ukqpLAruSNjeA0eBsQoAJqBQmWV0+gyJ5AhOa6Bs0CVHXkqPJ4nZSWUvGYRC6HDYXr/N9tpt8rkEoyM5EqkUoSYKXsnayWAnMkqRIw3AIcAntsGiapXmbUeBxGKlLWr4SMFoAvIaQ0VRMGxOG5qolw7sow2Fw0kO2ZFXX+QvvnCMhakRsnFDTI8f+vHx+gNq9V3uLJ7j+z+8xmK/R6PdpdnukM5OkM5MEInSOAzV3E8A19AXIsoW7eY2maQ4L8TIiUV5Mkty6kW+fPYYZ2ZGqCQSmA8JkcUCvLm7w82Pf8C/+u5NVjp9db3lfpLGuhZz0QxpoHr0xWbKiJP4wl/lf//69GMA4EX+4j89r86BShkIhqCoOBcpHOLP/TT/7+MA4KV3+Wv//Jq69qKkHwLAIa4fKfBY/v7Qc0/zi89MMl9JM2JbKqLl4R9xEXDbLZbvr/Pdty7w3fWhskyAiJh6lhwAwApGU3CZKMkDyaCUMVQc5ec+f5rXjlZYSMc/vX1Z3PY7rG1u8c6PLvPt5TamnHchT4h9aeCqXGHJ81UWp7rGf/53/javfwap7XHlX/wa/80fidV8QCAgREyyBBNki2VyhQpuKONnCAQPvIhALMBiAmAbGFqCv/lf/QJvTDwKz1T55v/8Df5JXVN26QcA8D6uqYAP6Q4MrY1Dta6RCzL37HP8pRfnOTOeIP3QoHB7PXY21/nWdy/yB0udIWD0uZ/m9x+TQezeP88v/NMrCtD5BErc/2+Fef7Kzz7Blw7llB3ng5+D83n/Lv/6N65wYR++/LXHAsADrvzRb/F33hmCqw9sgeVYHgDAw/9PrCHPvHqGX3xikqPjCVJiR/LgR5jzHdbu3eNb/+5Dvrc5PAfKZWDfHvYgXXeoShwCwD//nz0eAF776NMK4E+rLTX+i1/7lccAwHIsv8l/9+5QYyvWycNrNNyPB9jcQ2rUA7jyEyz3swDwZzN9f0ze7kOg4FBI/Wn47z8EZP0UIKny3x+jRH6M2vdxIPS//LufKIB/9e//608N7k++Z//sPFD1Pg7IHe7D41KIH5zdH4P/PlA973/7w9m7w7H1kGL2kWP9cVbVnzmfwoL5jAJ4eOMcKME/OfhPNN4H+/5gP/Z35VHw9tGnwsPf/+i+/GnX+uHt/ORjYqjolbWiAMBK5ftAsT+8KMNjPFAAP3yhDkgrw3EbaZ6q4UskVOpyafIPUxiGz1l5L4RCojGGmauyphRihDCNxK5UnoNqfMukWREUhlETw4gJbxgrIZ9TamGxj9YwYgGmIcmAovp1sY2QhImyoNYjCXdJ0Amg7Wt0+5Ip6qt4rXzcJGPpKgc49DtqrecKWU431btUIjoSpqiIfepNn52qr2IkYtQxYy3SKZ9Uehgj4QdiLZxWoGlMGPGGNGt87q3vqorbU1QqT5BNjWL4PbRBk/rWRVXjE3FmF/KkUjZ+Vxy4hk5agUypwx20cJO41iWt68T1BH1tkp42yb2qz8qeR99rIt3ZRLzF1JjG1DgkQpNkZKHJHC6oEkQmvnYUT5uj6UJrIPNik0zKImVHpBIuSatP5OyqknMsSutmN2B1p6tczPxBG9/tcPToDEePzjLwQnb2WmxuV9neFKemDUbLOcYqecZHS4yPjuANPK5evsXi7WWsVBwrGccQh8N4jLhycSmRSeexYn1MIRD0XQLHw3V8euJc5/vYWQc7KzbNQ7KVHw7jGroO3FvpcP9eh0JJo1jSyGZTZFI5ZW4vREOx0xaXv6SdZHdnwMaao0htQwDYJmr7hB0hGPo4vkcyn2FiboJCOYvbbeI6TXYck13HopLQmc+hrJljSWtYkYYR6uxt1Vld2mZ7z6EZ2NQCk7Vuh/Vum5k5gxPHLQ7PTHB65jnmCke4/s47XHvnbXa7ITU/jisKeMnGLBgcOZ5TPQOvVser1mi0XGrdkL0O1Nsa9bZOTxRnaMyUszwxXWIybxOL+kRhn81ml42mw8qGr8RLjW4kfHishM5Lz5R4+ZkSMcdnUO1x7Uafb7874Pa9gFNHkpw6nGRyasDU9EDdp61mRNuJaHrQ9OGpM+OcPTNGmj5BdZed1QaXrjrcXB4Qn7KxpAyJS3OHynxLE74G9VpEvRZyfLKs1qmVrNzXO7heh51Wmp12musXG1y/1GDmaJJXvlJm4UgCremoev+Gw/vXHUoTCZ56Ns/suEW83SOs93n30kCBw6efG+W1r0yRNT1qd7bYuLrDO1dt3r1qMzavcfRMxPS8TmXCoFyKUTJilGIxqopA7SkF8HrLUfnDpUyCYiaJ1regF2dx1eHCrSbYEV/8Sonnn8+werfG6mINN0gR6jnWNgJu3GixfM/h+S9M8dwXpnhxZoEXxw5jD5qs3z9PrbmIUTExywadXpdur0NupMzk4XlymQzRel3V/eUO95Y7UDBIHU4SmrB7u8X23TY3t0NubgcUKxZTUzaHZyyOSAZoJcaly45SAV+973F1zSeZMTl7JsOxIylFks7nkxwzkhw3Uly9U+UPP7zP9a0WibE09ngab6+vKgg9QjOgMG5z+ukKJ04XKCc9VXQc/IbEXuksbya4t5l4oLa1KgbmqMFI2WKhZDGS1HB6Dt2+5L5L3qmv8Img7ymcR3K1IiNOsTROsTTGxnKVK+du06x3GVsYIzdaYPFmTdXJM5O88PIC5VwMt1nHqVZZXvNYWfe433G473TIFiLOLFgcnrJJmHGSps3uWovd1Sb5rDgnniYKUnz/T67wvT+5QquUo1XOoqdz2HZO9YK8ZpNBo0m9JVhEF6sckpwIOXvK5ktn03zpiRR6NUCr+ixvdrm53qYf6OSzWbTIYvFOV9WaYBY1URAnGZnPMTub40snxvjiiXHe/tEt3n77Fvf7AdV0ClI2EymDfEzn4qWWUqN+/eeO8Kt/9QlOH6lg9sUB0aW9dlHVlSWPC4sGS3XY9QNaoZDkY8TMGKeP5zhzIks8COnv9Qi6Qzc0I+bTE7xLepqJJKlMlmwmTjEjbp0Rtnq/SIxSinwpi+1baLUIZ9XnD7+9yh9++z5HvlDkpT8/TiEf0r21w+5ineubPtc3AiZO24yftplOJJnxksQaEecv7fDRpR220NjSNCrTNseOJSkXdbxOT/VoXzx1mhdPn8K5VWPv/CqX7+zx7k6H9/c6qvedyptoYUDkefQGIc0eOIMIw4tUTKyICkMjQovrGLbMC0DzfFVqEqJHjI3kOTQ7Sso2qG3u4jltvv7Vw3ztq4dZemeT8/92kQvXmlzvaNx0BD/yMRKBci+J6VAoW0zOJzh6KMfnF6b4/MI03/jtO3zjd26ztNOlHgM3DsmRGMmKrtyBE4al+ozNhkenLf02cSILh/bQka6ID0L6UV5U+9w2MwtGFnJmjIJpCAWaga8pBfALXy/ywtdKaFfqaFfrXLvR4+3bA7a7YnE9xfEj06TjbVJWe2hdLY4kMRPPkHlNSFccBGo1aq2Qahvans8g5hFYPtNzSaZnU1y90OP9t7psrnsqti0Sz+v5aYNDMwY7rs6OpxEfBJT6LjMZiy+9Os2XX53man2Va/X7RBbk82naA50Ldxwu3+nTvB3SuBVydiHFK09mOXsiwaE5k4npGO/vNHlvp8Xt6y6LV8RGIwJpehsWxyZzHJ3IsbzVYHmrqQCew7N58lkBytrUOx3iZoRtRvTjOu1EjL1GxP0LLns3fY5W4hyt2CycHmHhqTHWGz3een+Nt8+vMzJuqUy9Tj+kLgwwiY3r6GQMjedO+zx/2sfIjGBmR1m8P+D8pSr3NjoK/A3tAFtUlrqmJgBCoJQ17UADX4d8OkE+ZeOJ9bzYWwqDWwaoHlBquJSaA1587Sivff00u4HH7/3oGh9cv0fejMgbwrxPqdI8D8N1CD2XWg8FSnxufoTPz1WIT5o0xyJWOg7v/3CPKxcaFFMpSqkUqbhH0hwwP5Pl9IkpjhwZ5fLyNpeXdtisNtmpt9Uxi3rJiHROTRicHjc5OatzYi6Gn9XZjg8B4Hd+1OedH/V443Carx5OocVjrPmwuOvy8fUud1YcpgQAnjMV8FRrezg9TSlj8C0K+ZiqVt2jtiPNSp+4ZCxnNRZmsizMZtDiNhKyu7LW5fK1PWr1HjNTFtOTkj9nUCjEaNciNlZ8ansBPV/g9IDpuYiZuYi4WMJoQzvOai1krxYouf6AAXYKEmldgS35FORTOsVMglLa5sK1Ph9f66tzIXaB0rAXO5pkPDtcsIi/fCDNc0c1EYUnqxsao9NZRqcz1Ft9tve6Ss3YXQN/T+Ps00Wefrqg2CN+YqBsOpfveuzsyHFDPB7R2Q5U+TIurJB4CiYm46ocX1fV7Xh0mj2lKuy3hqHhwoCJazHGJ3SmZ2JMzxQZnxijMlrh/voe99d3VRtekwaKaaKZpmpYbd3bZev+LidmspyczSorz/KsgacHfHCuyvsf1piaHGdqcoJatcvi7U2cZp/JfIbxQorMuElm3KDfsejWJEswgGQH4h36zoBBd8BYrsR0aRTP8bh3b5NOo8bhcsRCOSL/5Iiqcx+4fOf3Gtw9P+CXXi2r6qY1nJTG/YbDnfUmd1bb3F0WW58es6M2s2NxjMAj6g8wbZQ1g1UyWNpxWdoe0K8ZQ/X1QCA4ybOMSI1qJEdEFRqqevHsHF/64nFOnRjjow+XuXB+hXg5RbyUYvFOi3Nvb+F5fV77YoqnXrLZcxx2nR7b92B7SZrJGiMzAsBBe9Gns+jx4kvH+dIbT7DV8vh/vnGVC9dXefWZBK89KxmN0ny3WFvvsrjcYLvqMDmVY3IyRy4pWTw+Jcnmm6ywWwv5wz++qyygy3mDcs6kKGrbfcvZ0pSlVNyXvlvn0pt1Pv/54/y5X3qayHD5wbuXubMi2TxTzB2aYm23ztpeg52GQ70zoNMdkJR8jaDPWC7DeE7YsaYCe+yMQbYieesx7mx1WNzqcP9un7VFF68fUixq5AqQMDTFhhSwsCuZ6fmIuYWQdDZi8ZrG4nWNF56yePGsxdiYRTJt0unBt7/X5lvfb1OUiXbZIJ01SaTjKtdn8WaX7bUer5yOq5Lw+cJYkVY34qMLe9y81aAwalEctUhlEyQzKcU4TA4M8rrGzJjHzLjH5U6NS50ae9shvW0Dv2mSKsZJlSxMr4/l9Qh9C9dLE9fijMR1xtIGk6fzTJ7K8e7763znm0s0HY/DT40xd7xA0Nkl7OxipPKYuRHlDjEYiMVWh0a1Tb3WIe5nVGUSMcW6kmdZJm2TzdistDzutTzu3JAs3gb9dsD8kawCTu/ebat6+olxvvDKDAlb4+r1+6yv7/JTr4zzxVfHub/V48odySHxiYcGViQ6qEKpbFkAACAASURBVFA5ShRH48riRmAeyY7YqA746GqH89faTMxETMyETBZsJpMpRjI22bwuwji+96OGqonZBCeeyJLLG/QdYaT5LK+5qiTv2Qh8Ds1keOW5CQ4fztPwHOpulysfNLl8romdNpiYT5LKWixe6rF4scerL1d47eUK6VLEQDJRqj0+vuhwZ7HP7CGT2UOGckrYazo0mz7NPY1eW2dS3v9zJrWmr6yqhESVCDTSsRgjJQHXbWJZEyNnsbbcY+lqm9aWyzOnczxzKkege/i6RyqXJl8qUm9GvP3uOhcubZEtR6oGjobT0rETFjMLKUamEuzsddmudhn0Q5XLG7rR0O7eMDg5X+Hk/Ai5ckLVnaUqFy6uc+fu7icW0EkfK+kpKzcrlqfvGKyvttne6hCL+0odLMpQsYcW1wvfj3DdgF7bp9f2OHpkhCfOiEuAKIA77O612dppsb3TopSOU0xbPHWizDNnKgoAdtp79Nq7+Kapanmzx5XbTXWeY+LzbUS068N64egUP/XkPIVCkvVel9V2hys3qqrsuGSCS66ZLMjF4tWnLYv7ZkQiKfYzYjGMyjG24wlyqUPkUwtcvniVyx9fo1AyOPnkKBVZJAYeru8pezYpTROloOQfxxTgK5a6gjualig/QhUroJPDNiYx9BK+2ER7okQfsoCFXKXrAhLKwlMaPUK6kv0x6HTr7NU3VD56IiE5agX6Tpp+N025Msr4xDj9XoerV86xuHiFbN4im7MoVWxKFckLC3D9Dr7fU3bSAhD0egF9R+YgZSrlcTIZIT716UhDQa8R6TUMLYXFCHqYxR/oisyXTMdISCVT2Im0Wuz1xe2kH2HqPWVhNz4OU5Ma9W6dj27eY2m9Q8KaJxGfg0hsoyWHOUUqLfsmOWcNVQJgK+KU76tcRgGA89ky6VSBthfSdkNcd4DnDjBiOtl0ioQdp1Vv0GzUFdgkwJ/8K4CvTPwtO0ncljAt+Z1Bo9nk3/yj/+FBn/gv/N1/oMCVTrujtivznTCUXOEuYSSNMiHAiRLAwek4GIY840qKOVwpz1GuzLG9vcu9+6sKBJycFJVrlr29XXaru6pxK3Ie13OULbfv9xUBQRq20oGVcZPMjpMtHsFOjqAH4pij03UGqmJChExJQ1WUsiiL8c1719m4f4N0SjJ0kyRSCTRDsvnkWPPEEzlMPY4hod2RNBA9levb77eUPbhSOYm21ExgmWmlKJH7VIBzBVLLfkWy+Bk2skXNLuOm09lVVSyVGB2bRNcztJs6PUca0kP78VI5phwyxEJaImD6PYe9RotqvUkyM0YqM4bcGIGsE4IQdyCLQpeB01CVTkTk0hrZVJJ0IkvSTtPuyNhoKvtYZZWpJdW9pKs8vD7ofarVJtWaAPQ2uWxR5VunsjFSWYO9nQa7uw1lVy5jwRBVtRyzLu43Yj/uK5Ww5HKLYnV4HgQ83wceVQatrEmk0e0qgFyBkVGgrPOTpqGszBUArMVw9xXEsubxpIkvc2YFbj6UAau2LUqyfTBBvk/fLwUQhMTkOol6Vl2vfRBhHyaSfZGSVNVIG8J/Q1A4JBSygBBd9BjxmI6la1iaQP2S+egTk/13e0SyrnJlfjAg8mRcMiwdRawwdLmnIwJvwOb2Dls7OziuT8/1GajoBB0rKc4Xpzh07BReZOBFJn0voucKG19Oh6Uyq8zIVfVAwawAvKGKbhiKvQ/+7p8npS5UePdQofnJtdhXuz6E9DwAeg7Ax32b2IeBx0cBpgOo7XFg4mc/O/zNcLOfRuGGFEM5959Adw+AzwNg9FEw8TEAsBojD3JG94kbDx+3wqj2B8s+CK5ANTlf++pftR/7YLkAwFKyzR//sw/PHZyvT3304H9E+IoIIWSVT87D0BJ3CD0eAJBqf/bPkWrmPPT5/ZtADnJfrTxUnqv/HHx2fz8+AwYebPPBRRj2Gh7Nfv1JAb9HAWC1sUfA08dZDj/uVD4MAP/K3/+tT8bJvuW0OiMHwO8DcPzxAPDjwN+Hz/mjY++x5+mh7xtej+F1Ovh5FPD907KKP6MA3icbDLe1b2OunpYPRsBDu/jp++ETAHi4L/8+AHh4yR+5137MWP5x1/0nHQ8Hls5K5yukYUXW2D9KRVL6ZHAc7P3+g+tB/vkQHN6/0DL4hfUo5IL958awB/vws0yejUJGFIcSfUiSPHi+qOdhqHpl8q/y0IlCBr2uIpMJMClkZFNFVombimzdVe/suCh/dY+kJZbGQtw1CDwb37Vp9D3qfU89l+U9ZcViZK0YGVPsGHv4rqNIWYrGKN+xD07r4g4RBgw8g75nqoiOQfc+kb9DLhuSywiYnUSPJZQrRRDZSFqhaWsYtsadpTVuL61iJ6YZn3iGYnaSuO+jDzpUtz+kun2Oiek0h45VSCVSdOs6vaZgJV00z6GYHTBSGKD5Lq2qR6dr4tmzqta3m6oGgx20aJdEvM7slMHMlIHeA60XkYgLETJCj+fpRUfpBLOs13ps1B0KWYnrSpBJisLKx9IH+J0NvM4mMStSmaliH7xd89lr9HFaDZx2gyOHZzl8eIau02d9e0+9G3u9Gv1ejdFCnpFCntFymdHyKN7A59rVm9y+fZe+WKr6AalCmlwpM4xSSWdJpVNkEhHpZEir2qK+2VBrpUhia3SNdMknUxSge0DfHShXroEbU/2I6p6rHOnSivCJcrDJpNLq+d/r9Rj0xKEoprIYO62QdiPAsmJMztmMjceh66vqe6JK9klkk1QmRsgW0gQ9B7/nsNnU2WhqTBXjnJywWRi1CUX8I+q9rocv4pqNBqsre2zXejRI0NRMulabjtViYsxgdsJidrTC8cnTTOdnuPn+x9x4/wKrVZ+1doyBqE0LIaXxGCdOF1U5G22cjY7KgKw6AbvtgFo7oN4OMNIJzEyCbEwjT8BI2mJqskS5kmG9VmOjWuPumsfd+wF7Tcmh9on0iOeeyvLck1nlEGZ6EbcWB3zr7RZX7wwYL1iMFSyOn/I5ftJT6y/XsWm3NZY2+ixt9vjprz7Nz7xxlmTQoLFyg7W7a1y+1ef2fRdDVK1jJgkhFBgS+yLxQEIIFEGLQbcb48lDo7x0fIJyxmfQ26BWr3L1rsbVRY1mTaKZPI4/UeZzb8wwO5uhvVRTdWG5w8fLXcozCc6+UOTQlEnOdTA6Du9d9njvksf4kTTHns2Sl0zQvRbOWpsfXIjz1kdxxufh+FMwcyjG6KjBaNGkbIsAKc6tm3Vu32woQn19EBDqBrNjZWZGy3RFAV3ts7LlcGtDFJQaZ18qc/RUlrvXqixeq6kevx8a1Bsh21sikNF49avHee2rJ3h6dIKzuTFsZ5ut1fdoNG8RK5oYJZPVTYe1TTmmCkefm2d0tIi2OUDfGHDx4y0ufbyFNR5j8vkMiUKM1lKX2lKXq+su19ZcpudznDxV5OhUnOm8CIUjrt92uHHL4dztPu/d6qHbJk+eznJ4IU0mGyedjXM2n+WpQpbzH+/xG9+8qyLCjr80yomXRnF3O3i7He6tiKq7i5bQeOErBZ57Pc/hkTQLI2m6GztU767T7Gr0jBI9o0DS75Pwe+SnyuQPjWObIbHmrnITCA2XwHQxNZlXQ7/bp9Xo4PZDjHgBwyqQzxfI54rcX97j4od3abZ7TB0bozxZYuX6HsvXqpx4YoHnXzmjMqgHzXXa1TWu3+mqcuIhXi6iUAiYK/uMZTXiZLG0DLX1HtX1HqXSLIeOPkVEmu9880NV9ZJNvZRAT2dIJnIkhEjsh8Rcj53dJjt7DfR8H2ukz9NnbN54tshXn84TbLsE2wMu32xz7lpL9bHi1jD6pdHSVMn7RsrIW6TGUyp672tPTfG1p6Z5563bvPuD21zfdVgSd89UglPzBabLGc590OCDcw3e+NoCv/KXT3H6aAUzMIj1Atr3PqS1cp6Pbw84d1PjbkNjL6bRNTVSKVHcRxyeLKiyPI9BrY3u9ymPaUrVXW9b1NqWIrBaCYNkOiSf7ZLPeJTtUUr2KGZKFMkFtE6Itt2kt1zjO29t8p23tlh4o8Bzf3mciaKGebtJ/WqLb7/X4dvvdjj51RQn30hzrJziqPRPmnDuw20+/HCHe5rGfU3IFzFOHjEZLQ9JoWKV/Pz8SV6YP8mi9O++eYtbm3XWExGbKbBtG9tOqLV0ryMxduKGENJxIkwP9QyLhAQrkWzCdU9E6KaECwSYkpm5/zNSKTE3NTEEgPc28PsNfu7Lx/nZr5zgxlub/PB373DhZp07g5BFscw3xHFt6C4sfLaZ+TTPvVzh7KkSx6wsR60sv/9vl/m9byyzvNulqYcECShMxSlMWgpXM0KNdtOnWh3QkfeZIh+LuMDE0CTCIFT259Jz0PVIEWVEsSxZ9IW0STkdV2vkdtdTWb4vf32El782gn6thn69ptwOL655DGJZvvpTr6sKqov41Tusr26zuFRjectRGcqb4rLoiphCeiEG/UGcSI4x1cfOeyrCcX4uxZ3rfS5+2GV320cTkrwAwJLxd2g+zqYTqTIdn2LfZTZl8uVXplStuFusuJt4pljC2kjP4b2LbS5cdRhsQH8Tzs4mePm4qFKTHD0RZ+awyfeWm3xvqcmdGy4rN3y6NQ0zskiZJmN5S72URO2yXe8xUkly7HBR2fpt7NbY2KmTsCKSZghZC79gU2tpLH7osHltwKmJFKcm0ozO5ykdLrBe7XHuwpZqEpcnTMoTBu1eoGxOXEH9ByZ5K8azJzyePe6hZ0bRFQDc56NLe6xutdGS4vUsFs8q4kP0AxgyaUajF4WIFqaYSVHIDC0KRTngCovRlAscUmq5lJsDXnjtKK++cYYtd8C//t4V3rt2j7EsjOXA6dp0uwm0gY/h9gldj+ZAozHQ+OKREVXWuEG9ErDc7nLu7SrXLjQU+FuU5n8+YqQYMjOVY3pugpGJCh9ev6eq3nLo9AZ0nADHQQHYJ8Ysjo9ZnJzROTWrExV16mmNtU7I2z/oqfraqTxfO1WgG4Rc3XW4udFjaUWaIx6TsxaTc6L08lW+r1glR76JFpmUiraqxk6f7dUesShktGwwMmIyplSvFr5uE+hxliR38/IejUaPhYUEC4cTZNIGmZSh7Hg37rtsb7s0Wh69vs/MfMDMXEi5lKCUl8a0Qa0RKAC42XNo9HpDcyNNV1L+rB1SzurMT6U4NJ3i8p2Bqt2qR7fj43tiGZTCMtLKBlAUw4HYevYc1UgUIY0w2sZms4zNZpT9zfpWh/q6R28zJKzrPPdihWdfquBEDrvdJvWGp0CPbisi0APCWEB/B/q7w8aaFg9IpDQmJmwmJ+LqOrf60BEldafPQFlBG0RujJRpkDRj6gVYLmmMjWcZGy9THi2yU6up8qUpY8QI5QETyaQr4P7dHVbv7vDU0TxPHsszPiMPKR03Cnj/gyoffFBl4dAMC4dm2d5qc/nSPVrVDtMlydpIk6jEVAV9G7eTVI23WLaNnpRAcxe/5zGWzzNdKjNwPJaWNmnV6hypxDha1kmeKJM8XubcuR7f/UaDpY/7/NmXS/z8y2W6iZCOHbLjeGw0BiyvO1y/2eLe/Q4Lk3EOTVqK+TNw+uhmRHrExMrHVL7FWsNj0DAJ6nF8J8IbDJTSKz8eIz+ug9jEtXSePDrBy8/OcvxwhfXNKhubNXZFedgPWFrscPOSBJ67vPA5mzPPiX1Pn73eQOWS79wdBrqPHTaojOv49wb491zOPnuMl3/qSVZrHr/x+9e4cO0+rz5v8crz0kg1lE3RbnXA+o5Dte5hmylVs5PDTPVMIU48nWC75vLDtzf56MIuxVScUtoiX7TJlW2yRclM0LBTETd/1OTmD1u8+voJfuYXn2EQ9Xnz+x9x6+4aJ47PcuLYHHvtrqrVnTarOx1lL5vTB+R0l/FinolSQSlqBq6PnY4xdShFcTzOjbUGN9bqLN3qsXS9j++GKvtDLMnFYiMWiHW6MJkiZSdx+AQUirCyGOPeHZ2zp4Y1PhYnk7Nx+jrf/G5TldgXiz1FoWxTGknjeTq3bnTYXO3x4sk4L56IMzZRpDhWojuA69d2ubtUJ5G1SWYS5CoZcpUs8UhHq3mkfI8jM3BkJuJKp8blTp29vYD+ro7bNDCSCWIJG8trY7ptEnaaRGaUtJUmFwbkjYjK0TiVI3EuX9njvXc2qbV9spNZsmMJLK+uKluukBufJjJ0Wt0a7XaDVtWhXXMwgiJmICnAAabukLI9RsfSjI5muNtwWWp43L7R4dZHTXqtgLmFFKMTCVbuycS6w9NPTPKFVw5J7AcXLi2xsrLJl1+b4suvT7G+2+Pq3QaNuqds341AGtiSfxENM6EnbJV5Lxmwoha+cN1RNTUbMjkbMFNMMJfJqIyVdEFT753v/qDFd3/QZGo+yamzQwBYmGntls/K2oDlVZdBZ8i8PjyX4wuvz3DseJHtVovtZpPFSy3uXmxhig37jI2ZNlm60mfpcp8vvj7JT70+SWT1WW/scH9Hsqh9trZDpqcl28pSAHC1KdnwPo6QWfoaY9M2o9Nxag2Xje0erhOSCHUSYi9k66RsjfJMjvJ0ls37fe5calJbd3jieIonj6eJdI9Q98kWC5THJhQz+vtvLXHu/CrZEmQkvnUgmVoxBQBPzSUpj9ts7XbZ2ukSCPtUwB03xO/6ar5x9sQkZ09OoMc15cywdL/K9VtbrKzWSWYMEhmDeFJydTxltWpbBVyxjlrvsrvTxbADzIRPGFmEUVxZbAvjT+xo5bnoOi6HF8qcPjWumhBqgbHbYmu7y9ZWl9nxFLNjaZ46XuSJ4wWOzCYJ3Ca+26TpRjS8kFv3uly80WKr2iOeBsNGxWZ06/DiiWm+eHZBAcBrTpt7jTYXr+1y6eqOAgvl94mEAFY+vsQ17Pk0qj7pjEk6bWLb8n4LSdg2xexhVVcu3+Dq5RvkCgbHTo1QGkkOJ5Guy6Dv0+/LxFYm2qFScygb3ngCyw4x45LJ6+LIjR1micemsM0xknaGRELA0KErSru9R6O5Ra9fJ5dNkc2llNWxHTepN7fZ2F5SLOJUagQ7XqbbTuC0E0zNzHH48IICF8+d+xOuXX1fOZQUSymKZZtiOQ66EGFq9AcdLMtUJeC/zM1SSVl0VkinikpxIaC0M1jDcdeVAjhtTWFqBQKx5fNjWPtxB/G4WMInEbbjwBE1vYB2IblkSD7fJZ9vU203uLK0x/0tF1OfwopNEkVZojBHKp0hm0+rPGPH2aMr1RagT/LkQoT3aZsy9ymoRWnX9+kEAU7XodftqOZWMZ8nkxRVwy57O7sKlM7mhnbWYksrkxUznlBqYFHQSitV/v7f/KO/92BR9LN/628r5wJpYffFhrzVoNdrKeVvFHWxLFnUeniuqG+F0W+r/UmnyhSK0+QLM9QbLXZ2dhV4KFnPdiLB9s42O7s7aoyLurzXb9Nu7TFwu8QtFNFAXHsEOLVToyQyc8TtCqYWF/2ysuRvd3vEZP+TGQzLVplc0gje3bjD7vodTMMlkQyJ23Fl3WXaGUwrixnPYhkJZf2osgpFdRS4DNyOqkAYw0FI3EqRTBYwjOQn+a2xoaWkIvuFA/V9Aj9GoQDAktG8Ryabo1iqKABYLL1dV1YAQzXzSCVOpWJhiTuRKNd7Pbb2amzv1khmR0nJeiIujHdRDEX0ugNlcShxC8GgQ9IOlQo4m5R8rAzJeFKNibaMCwV4yQoxgRZm0DWbmOETM719ALiBrlukUlmSqRQ5mUMUbHZ26uxu11UetCjoTUsAc/GzsnBdYSSLnf0ww1dT2bWfqN0OrHVlvheEgTqPQSDAq9y3ISnLVCVW1kL6UACwJ4SLQJEEBQBWGOcDVdkBcLIPpomF6L49rgC3yiZX/kbUY6IA3gfxHoBt2jC1V8grsj/7fqRDU2iVDywAvsx9h41jiaM0tQgz9DGiIfgbC1w0r0ekSsi1fUJfYnaGbkJD0sLQvtQyDGWJvb65yfrmFj0/pO+FYtKgMrfMRIbZwyeYO3yCWDxDzM6oOXdfbLCFVKANz2csHGDIeBpyvfdtrIdrRqXpfwCg7KdeHmAp+8zwA9h3CPx9Vin5AHg8gOA+A7o9CpcNtzGE54cb/fcDcA8hkA+w4CEArBobD9kd7yOhB/986ssV6P+YnwOwTq71A8D7IavkA7B6H3UaAov7Cs9HPy+EA+PgnD7+6z4FsD0OLDtQLQvRWEDgh49+SEg4AIA/CwIfAF+fUqcKgKjugyFg/vA+f0pF/Blk80BH+gkArzQD6sb6BJj/8VD3QyDsI8DsEEkWgO0RwPFhJfMDSe2BfPWTC/iv/t4nCuC/9D/+1qcw2sepWH8S9eqjoOynAOv9c/M44PbRzw3H0yfX5seBwD9meDz0a2HeHFy7B1t5AAIfkAAOLNyHg36oqj24vTR9H4jeP5cPNMI/7l545GIeAOkP7+tPDPA+coCP/bsDS+vHKKYPzvUn+PPBsalBM1Ti75MxhuSh2L4CeKjeFQKLjHrJ8BOy3/DU7Gelx8TKWQBgeX4P7zD1hNdDopiAwBExeeZHIlZo4XSayllGiG52QsrGlAi3oK9Kejyi/JWyTQ1TNxj04wx6No1Bn0a/r4hG8q6yLZOsaZAydNxeW0VvhML1FgaQODcYlrJIDr2AyJf3SpxISzDoN3CaS/j9DTIpj4ysBVIFVX4gESTS2DWIJ0ThGuPm4go37qxgJ6eYmnqWYn4aWwhObo+9rffY3Xyfiakk8wtlUqkMg24ct2uieU1wW4zkfSZKEaEbsLXlqeZ9mJojSM+ys11T2boDZ43I3yBh7XFoVuw7bbp7Pbq7PXLZOOOTGRK5MbrRMVr+LEsbdZY265TycSZHU+RSMmeRa+Tjdu7jde5jxiPiKYOerylRTa0pEUd1VXOz48zNTihnk9WNHbZ3d9ANh1jMoZRKU0ynKWWLFPOiAPZZXLzD0vIKjXafRnugovVGJ0dJZ1NKsSbzRNUnSGs0d1vsrtdVDJUQ+Swzhp11sTMDBv6wBHAbDGI4jk67HahYt0QCpFdt2wYJiUnRNQKxB5X3tSufjxj0hpFAtmSQTpqUR2KE/x9n79UkR5ql6T3u4SK0zIjUAsiESmhUoVRXd09Xq+mdmR2bXa7Z7poN95o/hGbkHe/IyyVpnB0uR/fo6Z5WJVBVqIJWCaTWERlaeriinS8yUaiWswuzY1CRER7hHu6fn/e8zysO4LaL43r0fZd4JsnEbIlMLoXb6TLsdtlrhOw1YGE8zdXTIq4k6A/7qkIxu/Q1yvsNNtYP2a32qAY2NeniZ3uQ6TNR1JkuGswW85ydOstMeopnnz5h5ZMnPN8bslIOVd88N6kzOW9x8XKei5dytLc7tLY7lGsOlY7PYcul1vKotz3GpgqMTY1hyBDbUZWkIVTAGSZmi1Q7dXX/sbbtsLoxpFzzaPU83MDn6qU4Vy/GSQr1CZ31TYeffNrh6eqATMwkGzNYvqJx8fLo+9NrmDTq8Hy7z/OdHv/+f3iX//Dv3iXuVams3GZzZV2ZvFa2HSITBpHJiCLGpSwhyQR0+y6dnjj3TPXdeO3MOF+9PE0hLgPIexyWj7jzzOPuM+m/yj0YXLw2wde+dZrZmRS1J2WqT8vc2+xwb6tDfibKxdezyvU6FXFJeQ4f3nX46J5Datpk8pwMUWskBj56w+MfP4R/+gDmLxhcf8dkYTFCMRuhkNbJRAwyEmf1vMnK8wbVjk8v0FWG90whz3Q+z9Fem+pui63DHmtlBy+qs3Qty/RSku3nTXaeN+n1PRXz2G6HNOsa7tDi6989y9e+e47rxXGupIrYvUMOd2/RbD5Hz5voeYvHT6XX2WP89BjXfmue2YUCdlUjWtX58IMtPnp/E0Mc/W+nSZdM3IMh/QOHlb0+z/b6zC6kOX8hz8K4zURUIvt8nqz0efKsz+21AZ+u9wmMCEsLSeZnR9TKsYkkV1JxrqRifHy7wn/+y3WeHXS4+Z1Jbn53Cr3VQ2v3ePKwxQcfNeiFPm/+dpqb38xweXacS7MTHDzZZvXT5/SGIdZkkdhEkYTXJ+4OyE9OkJ+bI3SHNDbX6dUPsPMhdj7ADDVMIfr1BrSaHQaCFtczoGfJZ0a1uV7n9u0tml2HheVxJuaz7D+rcfC0xtKFJa68eZlUKqTf2qRRWef2/S6fPegQm7AoLNmUxkMmkwMKtk/EixPxYpS3PMqbLsXSKc4sXyHUk/z19z/h+9//hEbepFEwicjQbCxN0o4pE4IdampwtlJuoqV6mIUeNy4l+O7NIt+5MUZ/t01/r8NjMTmu9JQALPcrcv3qCvZ3oI0Gt2UA3tIJEgaFYpzvXJ3kO9cmefDZNg8+2+LBTo+HVQ/PjnLjUpHFuRyffVbn9md1vvPt0/zH/7DMhcUihjsSgJsbn9Ha/JzPnjjceqKx1oK6rTFIQD4bkM8FTKXTTKbTJIVxJQRIw6Mw7iuK5V7ZYq9sM5QMXUtSQV2KYz1KBSF+TlOMzxCJFSFWJGy5hLtH9NcO+PDzCh9+Xqb0bp7F359iMmeT33boPuvw5z8o82c/qHD199Jc+9cZlqeTXLCTRDvw2ceHqsRHtaaFlCYMLp22mClZ2DGbZCLOhfwMy/kZHry/xwd/u8p6rU27EKEzJnmhEcTiKySHjpDIeg7NfkB/CDFfJ+rruOKmDSMEZkgY9dEsiX8QCogMmY/WtsXCGHPTM8oA1Wrs4rt1vvfVM3zv3SUe/uSQH//pGneeNVj3fDY8X5GkpMShK/exZ89n+e5vz/HmlSLpKqSrIX/xg11VWw2Hvgi3cY3ctEl+Ssi6oLvQarhUJGe+66trkqyVRuFGhjIxenLPKescUwa8ZTk+GmQVs6uQb+X+qtEcYMY1vvq9cd79XgntUQ0eVanVNfYcGz1e4M1rN3jr6g1ahys0DyXWa4cHjw9Y2W6z1dHZkz6V4ugFo9jTYQwjGhLPDckUZMuSZwAAIABJREFUPeamYsxPxVh/PuDBvQ61iqeG9MJ4QmfhbIKFc3H2JI+x6WB0PbJ9j5m4yXs3J3jv9Um6qS7dVIdW6Klm5fquy0e32ty50wOJqOhrXCpavDZlc/NqjMtv2ixet/jbe23+9n6b/U2P+raPPrDIxlPEIjb9Xp9Bb6AmqgdOyNR0kvPnc6SzJhu7dTb2amrSKG76WHkbczypplIef9xh+9GAq3NprsylsfIWQdZi76jPytM6L543VNByZlLyuHx1cfQdHcu3yVkRLs05XJodomWL6JkSazsD7j6osF/pYmfBkoiJQUgwEAFVmgyj4Wg3EhJENNLxOJl4jF4voN1xcWSq3QpUw2u86zLe9Xjj3bO8+93L7CsB+CG3nmwwmYOJHFQrBtWyge4GJPDQJVezJ1mJGt9dnuC3L05glHQOMw7rzS73P62y8rBJNmqTtUU0i3JmPkq+mCGSyuLbCR6ubPFwZRPHGY4y0WRS3Qllra3yVWeSES6ejnDpdASzpNPPa5SdkI9+4qj65pUi710pUWk73Hpe4+lWh2rZp9P0mZgdBXt3hi61rkzpCcJHfCyCtJVMiaSawjlYbVPM2Lxxs8jpxQT1QZWa5I2YkkcSY2d7wLOHTTqdIecvxjh/KY6txbC1OOXqgLXdJrWWo/B9gocz9B6G1qNYjDIxHleIRt2KIJFwu+U2e5UWnbZJv2vj90M01yFl+1w8H2f5fJyWb9D0I+wdDNjebFGtDBkOTNyBRSY9yj4VXEW/PcB1PbkvwIqKAJxgYj6ptml7t0er4hK2QkxH5+KNvELJ1to9tg+bdNsu+jCC7wq7PqDjBhI3Q9gOscRFHg9JJSJMlmJMlWKsHQxYO5TcDXEfeyqHLp1Mk06kSCck49mU9Dq00FENfUFnFscz7FUO2C0fMJSmpzTifB1nqKvF8c56i931Fq9dyfDalSyTsyaZcZ2B7/PJRzU+uVVn+cIiF5cX2d1p8vFHq1QO6kwVRvhtPRGiJUIGXYt+S26EQqK5PrGMo1DnCSvCrOQcTKRU/s9hucGg22MhYzKfMQgmU4RTaW7d6vDPf1tj7W6X376ZU9WL+qq6oUbXi7BbdhUC+MVqh4VJWJiQu2FxEQnPXyOWtjASpjoX7TWHuHJD1IniSj7zwEHXXEqTuio7sNV3ejqXYL4YZ2Y8QTIXJ5mN8eG9Mh/dO2Rro8/Rvks0GnDlpsbSJRSWp9L1ae6FNLdCTDPC1HmL8TkDe8/B2h1w/so5Lr9zhfWyy//zp4+482Cbt29GeeuNKENfJo09JWh2HV1hniWntn4AVy5aXL5oKtf3IPQpNxxWVrtsbfXJ2HEydox4xiKeNYinJVvDwbYddj4fsvO5wxvvXuCbv3eNfuDwzz+7x+rqLudPTXDh9IQaQJHnXN1t8XS9zt5hi4lUwHjKZ6JQZCI/phy4IoDJcXz5eo75pQQPNg65v3HAyuMBzx9Kk1djdjGmRGCn4TBoDOi2oNOG/JjOhcsG45M6e7sa+3vi5PdYnPcpjUVJpRMMHJMf/LDBD37YJJ+VhQkUSjGKEykVUv/oYYedjR5vLsd5a1kQ0FmypSyDoc+LFwds79RIZvIkMwXi+SSJQgKnPaC6UiHS6fD2tQzvXE3zsFVT1Wj6eG2dYdug54mL3sIYNjGdJoXiGJMLp8jEU+j1FmavQ/GsSfGMwZ5Mtb6QJr1DuT+kMXSYSntMpSV/eYzU+Di+EdLsV2l1BAvjM2gIPkzcauN4/S5u7whL63B6KcviYoaVqstKdcjzp12e323htH2FmypN2Ozs9NT54vqlKb765imMCHx+Z10NTHzj7Wm+8fYUleaQ1V1xhg7oNTz8QUgmHiETN5hcSDCxkEBYBDIJt33Y49adBrfuNFk6q7N0NsJC3mYuFqeUtkgUImqC8ycftPnxBx1ypQgLS5JhajDoCmVAp1wNOawGNCtyHuswP5Pit96b4+z5HJt7VTb3a3hVV1UQ0yAXoa9rbD4esPlowL/61ll+51tnqHaafPzwOU83K1QlX7cP87Nx5mZjdB1pXAxUTlbojnAn2fEY2VJM5RtVa3Kj7aO7mioRAEI/5PT5AqfOF6geOKw9alLf77G8FGP5TIwgFFSsQ3ZsnInZRVpdnX/+6VNufbqGaHNSEc1ED21igj4vmiQzESUAH1YEniWRAAb+MKTfHBKLmLxxbYY3rs3Scfp0nJ6art8+EAd/h4ghOH1p7LhEY0NigtCJZZXDvFoe0qg5Kv5Ct3yFhBtKuRpOfyQAy0SioGVnp7OcXhhT2aT7hzUODpscVVwqRy7Li1kuLGa5tJTk7HyMBZlQl3M9Qw47fcrdAc82xSEuCOgh0aQYCkPaNZ92NRgJwDdOk83F2Om02Gy2WVmt8+xFXSH27KigmSVCTRy4PpV9j6MDT4m72ZxJIikTl5IXEiWXOkU2dUqh256vrGPHApWZJRm4o1xjcfeGyt3rODKVP1CijeTqJhJxbBHn4j6OM3IKh14Kg2mixpQSXaWk1yaa1t7BGhubj6nV95ibnWFuZkY1+ESIrtZ32d59RrfXIZWaIhYbp1oJEYPp6dNnWb54CXB49OgnrK7eJptPqIrG5Fot0+dtmq2Kcn/GEzHi8agS5lX2KyIsxjEjCWwzoRyhnf4G7f46MTtLPrlIzCjiDnV8V0Mz3FEpR62J4nJ5UfTAJi9DLmlpQgnu75BGt8P6geQvG+hhES0s4gykgRgnk5Nrdp5UNkand0C3t/+ywSnDN6FnYEViZFN5kokMXX9INxgqDHOr0VSS7ViuoJwO5YOyKsFZF8ZKyuUpLVcR/JTwq0WUGDcU93MY8A//2//8siX89v/4P5HPFyjk8soBLHm9jUaZRn2XdueQ1DE5RZmfBHWn2ZhGHMtMk0xPKqzxYOjS7Uo2XEQ1MEWkLB+NBGAR8jOZBL1ei1p1n15PcuQ85QCWpp84oO14kWhyFtPKo/mCehptr2StCvJDt2LoRhRDl3aVTr99yKB1wKB/xKBfVTnbyVSeaDxLqMcII7FjB7A8Xm24EmflXBEGDsOhYKiHRGMZMtkSphGj1xeE9nA0gWsIHdjBdfsKLxm1bDXZ3evW6XcbSlCPRiVnN04QxPF9Q312UsWxqCoZXrEj0sxy2N47ZHu/TCJdUmXFBWttKreRuM5lyA/XIZQJetMnYfskoxbxaIK4HaPbr9PtNZQ4GxFx37fUGjXwDYU2t2M6nW6XdqeL58k+FiymQToXJ52N02l1abd7Cldu20mFtpRjQoYE5F5ABjjkoxanszihRwLBMQb0RDCSvyrlTn3z1Z/lYXEjogYSLdNU1BMRuET8HYrD3xcRWLZnJFyNHK9fOB6VcPKKgKdMYwrZPcIpiVPAUDfMor+MRATVm1fiyGg7VD6xcq2Nflbc/SdOUuHLCUpd3L0i9MoC0cTDlNxszcOQUclA1joOvucwdPo4Tp9Bv09/0FNj2OIml1nycuVIlaCffeHMaKNcJi1iqwEFEYJLU/OUJuew42k0Q9bIIgRIHrDY24ZogQC/FCRffS9PhF+JrBGv3Ojff871d+ygO5ZFTvSkX5IaOxJPfh7T+8uwvScvcXIOV3LVbwpF/SVCmhJ/jr9dIwH4WBD6VYKr2sQvJNGX7/QVEUzpbK8IwK8+1bE+9OX3fvLY409mJBKP3MTiID85xn6VyPebBEnlKlZNk9FGfuHqfQUB/XIfHQvCv0QYHv3wSEhUx8BxpvOJCDxyT/48zPgXlLuXDuMTJ/nJ0345jfZXS5ovj4fj/flyvx3/yMtBghP39qv77OTAOT5W5H380a8RgH+VWPmbhMv/XgF4tKnHYvmv2ge/We395Y+Q4+xLjvYvBPyTY2KEkB+RDr5wCB+7+F+61U9GA47nJX7j1MVoc16OALxyehjtq+P//290B7/6Wb0UZF+SGr54kZeu+5PZg5Nz74kb/3gbZN2n4gM0aWoaL7HNIwHYR7gSltAYIjrh6GJzPL0w+jzk/Cd43xMB2Nc0fDmv66HKi5SzbqtZpd2oYsu1UdZxiVGUgwjAw2Ffnb+TMZNk3FLZnaYwngV32bPo9Wz6gUTG9NSCU+ggUTNKyrKJRyJ02vu02/sKS21GY6ofhS7RE1ECuT74DprKzI3jOS0GzQ3c7h6G3sLQ2uTGpsmNzeD6Np0uDIYasYSp7rOerq7x9MUa0cQU07PXyWdnsEKIuH0qux9R2b1FqaAzM50kk05j2+OYZg7faeEPWiTNARlb+k8h1WaEtpOA1Cwk52gcNVQNWmu43VVsbY+zp1OcOZ1kY6WiaqyY4MLFScamFnD0C7T9BZ6sH/J4/ZB85lgATsawzRhmRPDTo+eKJnTiKREKDI4aGs2Wh9uvqZoopZkYT1Ort9jakTi5mhryTmUgIevAiEHcShK3s3ieR7myy2Fln/JRn8PKgImZGU4tniaasOn0GwycFulkSDoVMmg5tKsOemCQjMqaXHKZGwz8hur/yPrM9QyG4sZ2JIbGp9+XgT6dqC3nfKH5uWrNIDE8pkRuCIVJ1iLDGIEbU87WbD5QkV5OzcGpSo95SM+VZniGxfMSq5alfXRE+6hCua1x2IbTMxNcOzfH6ekMlaN1ytUNUpECaWOMg4MaKy82WDuos9PXOfQiRAsQHYOpEsyVNGaKaZamTzGVnWDt001Wb29wb7XHHTEV2BFml+KcOptkeTnLxeUsja06za06e5Uuu9J7r4v5JVC1fGWR5StLhO0m1RcvVC8iN11UyFwMV9XWdpfV1S6V6pCmIJ/9kDNLFktnLEU3kaiPw7LHkxeSce2TjBvqO3T2XIIzZxMMWj67axIr4bLf9Dlo+vzhf3iXP/z375Lwy1SefsrGyir3Vno83RlgTOmYU7rqUWYtSw11V0S8rg1H1JRA543zJb5+dYqsHVAtlzk4rPN831clQ9meB+eXx3n7awsqb7OxckD9+T5313vcXe8TKxqcWo5xZj7Gct5mJhbh/c9afPB5k4ggwOd0itkoE0ac5DDGX/5Ti7/6xxaX30nw3u+nWVySwY+AmOZB3xGWLFVBorYCnNAkMGyVLx31DWKBwc5ai921Nht7Q9YPPfqGxsS5KIU587g35qheuny24vxtVnWGPZOvvlfi3W+UuD4xydXsJPawyeHBfRqdTchbkLP46MOBqsnFDF/57Qk1dJ/zkuS9FD/54So/+ecXDOR7cTlFajxK0hP6ashhvc1hrU06LyaNGEUZzDdCkoHPvbsD7t9zWG25bPQ8huikTZNSIcny9UmWr08x57jMOy6ffF7hj3+4x2qtz+vfHuP1bxfIGSE5M2DlcZv3f1qj3nc4/5U4y2+luHH6NDdOL/LoZ+t8+NcP1fdl/GKeqYt5cqZLzvJIJ3KkEmN0m322VzdpNisUz1oUz1joPR+9F+C7Hl4wVAj5Vseg1Y6o3qTUxkafjz+r0BAzwpUsc4tJ+lttelttJuZmmT2/iGkP6TQ2qRxu8OOPHH700ZDTV9Lc+HqeU6cMigmHjMQT9ka1/lRn7YlOaWyWi5cvKGLUn3z/Dn/yV3fpFgw6BRMzGSMVi5OMRklFI4p82Kx1adY6GEkHO+Nw5UKa916b4utXxqltHFDd3KfRCml09FF2vG6qCJhavUut0aHZt2gOLCo9n3JnqES+N8+lVbVrXVq1Hk/WB3y24tAPTa5eL7C4lOL5aoPnq3W++Y1F/t0fXOLMdAG9CzSGNHYfq/rsicdHj3U2u9BOeQRZn+nxkKnxkJhvEvNMZvJJFiczjGUMfK2Kr9dY2dRZ2dBo9TTcEFJpWFoMOD2vkbUzZC2JVZogmpxCa4e4u1V6GxXWtiqsblcYTJfwzs6SS2Y4NTTRKgP+5qcv+JufrXLxvbyqC7MpzmVSxIfw6JNDHn56yFpkyKoxZLwU58pshqXJHGOlPGP5DCk3IDUMePqgxd3PGuw0XUUG7UShURXyYlfFjak+k5CzVNyETtawyRoWjaZENLg4mo9nBWAFKtYgLoYGFUOmUxwbY3pyhkTcot8rE/oN3rlY4p2L4zz6oMr739/jwYs2277Pjh8QkwjNuKn6+APf5cqlMf7d75/l7Ysl6nfLNO5V+Me7Df7pbp2Kq0HSJpKMkM77pPMBCmg3hHbT56jqKS1QouEisgZyA8JhgCZDbkaAJph8K4Ju6oT9gLDvK+JgfsIm0AJqjQFWTOPr3y3y9e8U8R5UVcXiRbILZzGTeboHXVX7gxp7Tl1Fy1UPhLro0gl0enJvfzxUNxxYDPoWVlwnXQzJjkMxZTGWsll70eXxQ+nXuGpAIBTk3dxymrmLKXaOuuwedYh0PNKDgKmoyVcvjfHVy2PE5jVi81Bxh6xV+jxa6fLxz7rc+7SnXJOWqXEuZXAlbXDzhs2N96Kce8fmLz7o8OcfdmlVfIJGQDoSVzjZaCTK2naV9e2qpJ6pG/KZuSQXLmRJZkxebNVVJQzJ4/VIFaOkptO0Bzr3P26x8bjPjVM5bpzO0Yn4VPwh+5UBB5s9yrt9kuOGCpgWd25fclNlmiC0FXf7zJjD2aIjtjW0XIGNvT4PHh5RrnVJjukkihEG7RCnLVgxFF5MxEGJFNMk/9e2Sdji4vVptV0GMj1vhmpnT/UDJgc+b3zlLO985xIHwyH/308f8snTDcbzqNrdGpXpQd4WGVXjqA1HrZDfvTatSivATrTLeqPNk/t1Np62yFi6wtpcPpPjxnIBK5XkcGix29PY2NhhY3MHPfTVAlkhq5VQq3r65CMhl86YXFoyiU9r+ONQd0M+/anLJz9zeefaJO9cnWSr3OPHn+/zbK2F2xlxr0tTUUpTMbqeQ703YOCNFt/SKM2msmTSWVq7PaqrLYV9/t3fXeTcxTSfPnvGp89WlMVfnEPlfY/1Zz2cvs/lG3Gu3EhAP4U2SLFTbfPs8JCW45BPZ0lFE1T3G9T2m4wVTKano8pVVpiyyBQNNnaabGw3qZVtGkcJWpWATrWrUGxXr0a5eiVGZjZJZibJ7kGXR/erKkukVoH6UajyoSXHQCZAeyI0ur5qnttxQUDHKc3FODxy2Nru0295WMJp13UWLqRZOJ/ioNxjY6OlskzkAiz5i0edkGoHIsOQyBBSlkZW0NRJk6l8kqlCks9f1Pn8RUPh5ixLJ5OJMz1ZZHKiQDYdIZsy6ApO9ahNMiEZEHnGJ1NsHWypGvriNBaLv2Txhip3Uxx0+1sStp7mjdfSjM8IKleC1D0++7jJZx+3uH71LNeunlUTWD/50Qp7O0dMjBkU8ga+IUHrAa2mRqMmU7shyYJLKh9QysVV5vepaZvFWRvblIu6gz/0mExYTCVM+umYqlsft/jRP1RYfdDha1fTqpyohxN1CcUWZCco1zQ+v9Pi2bM2syWXuXFZzAZK9BJGnzh+IqbJYctR5fZE3I/iDWA4kOEAT+XgTE/q6gYiKfkvgY/tOuQTBpdfP8Wlm6f5oz9/yn/5s2fs7gwIhxaZrMbZKz6zS7LQ1ThswqAW4h2FyjU3ccFmfMEkf+SQrzjMnlti7volXuy6/PGfPubeg11uvh7l9ddj9L2eKl+u+Eacbs/i2R2HlTsDvvJOgq+8E0ezHMrNFkdth2ZHo9OLkNCSJLQEZkLHTGkKNRuLt7GMDo1nGvUVjatvnuHt716i5w/52UdP2Fjb49xUjrNTOYykiOM2TzcbfP64wvp2nYVxnflxnVJ+nFJhgsPKkGcrNSJGyLtfLXHpWoY7q9uqnj5yePZA3DURFs7HmZi3ae71aO4KfgOFuxyfMLlyzWZqzuRI4dYDSsUB42OOyh5NJVMMBzbv/6TJ+z9tqizvUn4kABcmUgyGOg/ut9la7/HGxRRvLqcYK6VIFVJK5N/a3uXwsEomP0MmN42RiqGlLKoHDdZurxNUG/zO16f5nd+a5kmzxuNmjY5gnMTt2YtwWDc5rFuYwwaW22BmfpKlqxfIJVN01g8YliuMnzMYPxdh0Bc0fYTt/T4fPz7k6WaVSzKBO2+RE4GmVMA1PKr9Cu1ei6AdIWxH8P1J/GBSZSp0jnbQvRqXruS5eCXPowOHxwdDXqz02HjYYdgJmFsQATjK7n6Xvb0el89P8NZrc6qhfff+NhvrFd69Mc5XXpugNfAUoksQ6Ac7IwT8ZCHGxFiUmaWUKk+TwSKH7f0OP/3kiJ99XOXy5aiqhZzFjGVSTJokiobKpX//ky7vf9wlmgoUCkYGGgZdWw10tPsROoMIh9st9tcbTE3G+K1vzbF4NsOz52VVMwmL6bjJwAqpRnwOBi47zxx2nw34g+9d5Q/+1RXWdyr85Q/ucvfZrsonlkGoUzMpTs2m1LlMkOSu56kbT3E+x7IJYrm4wnQJgtbpeWqSWgY5el2PXsfj4tUiy1eLdGou2y/atMp9lk5ZqgJP8J0DCqVpphaW6QxMfvSzB3x0+xnhiNpO3BYnXYKYbahBG8MKKFf7qhFhyfR/1FICcKcxJKobvPX6LG+9Psf+UU3VUbNNozug2RP0qaEIE9GoiEdDEvGYyprSsWk1AjptwZEKgtRnMJQJxfB46jxUecupuLj7QibGkkyWMirTbPegwsGhLLZC6kdw43KBG5cKnF+IMjeuMz0mea4jFPJmtcFWrcnK9oAnay5HTXHxhwp53z7yaB15IwH4tVNks1G22k22mk22d7ts7fbUud6Vi70mGbKhaigd7rgc7giO3qQwZqoGTiwekkzaZJJzpBNz7Gzvs7Ozr0TWeAqiMVmomgo1LEKqDIt0Oz1arbZq4KXTaTUEEkv6xJKe2ueOiExuGs2bwo5MUyrOqJsx09LVNe7F2n0ePLrF3sEqF89fZPn8RWKyJohFOapus771kF6vQy4/TyI+ye52n92dPmfOLHP12utYls/6+gfs7t1Rztp0NkEoecy+ZCw1aLTKSgBOpmIkJdcJEx0DV84ZfXEdWmRSRVXN7gtavRckYwXGc+dJRCfU4yTOww97eHTVe/ZVzqxkgCWw9ASlfIRSXkfTtwnCVdr9gcq2qnfThF6G0M/Sbpm0WjIJXGJ6dpJ8MUmru0Wzs6kQR06vy3AgWdERTF0Q0HlSiTS90KEfDKjX6tSOamiBxphkjyYzHO5XKO+XyeYETTxFLJ56KQALbk8aX72BQ88ZYNs2P/7f/9eXTe5zv/cfObVwmlOnTqnGbLNRpVLZZWfnGeXyBtmMoSoetYmKC1ezlfCohVGiyRKxZEmtzWUtKcKvYIBF+DuqHqkaK+ZUifBbKe/QadfUcSTDazKUIdncdnwMKz5FxMgQuhGF/dNE5ROxJGIRSNZ2RATgKIZmEQna6H6Ho8oGh/svlESTzwteuYCkmAuGVw1+yD5WGOGR29gwQgwzpNfrqwn0eCJLoTCp0NGtdnckYhuaqqE7YDDsqxvHdDJOMh5lOOgw7EsmsvSv5XnFgZtUi/5+r0e/12UsF2MsL/h0k1RcRFqXje19Nnb2SGSKJNJF7GRc5eCJ37TV7NNtDxRiUg89ohGPmOEStw0l/sYsm77TUM54EcFNK6man922oJtDYgmbeMJG8oCHnkOvJ273vnIXp9Jxkum4GlyUc00kEiNqp9Ej9gh16fsMBiIAiygeKNFWmWqPXakjGUNw8UIMkN81hUgWwfUkEjMW0VWjRBqtEcNSTmI1bOAFyjkrgrQIu6Pk6pFGeGxcHOFZVZNfhGFxZYvD+FgcCAN1nVD5S8cY0IhIsdLYF9FXRAH5/4jkYEtu5GhoSOW/intXnk9EgUEXd9DG7bfwnTZ2JMCO+NgSayHNZJnBDoZKqG93RhPmzVaLZrMlieNYiSJEEtQlD6zRQBcUuXKG2eimrQReyXiut7ucOX9JVTZfIhZPq8ec4LBluwLJsBKhRFwC2sj5FqjvzuhezFciyGiwZvRr5HY+1g2PhxlelSF/lVb1iyLyF0rRFz9zIgD/Og3qV+llPy/ivSra/Won6rHg/4pQPdLKXvohX77vL73uiVh5/GGcvNarv4+EdRlKGL36aMr+2E39c2/iN4m+rz5cCcDaqEaf/Bfv7gTzfPIqJ1mwIxnry3jo0Ua94uB9RQA++UK8xAQf/7zCBL+6c47F8dGRcYJO//mtOjlyvvwuXv3bF25SxWT/Eo74ZBt+nXv31X396wTgf4lL92S7fpMo/KuOw1/276+6qY+12JcP+1Wv8+te/2TwYHQAfFkclfPWyS9FKzhGkp/49E8E/pEwrM54L8cFRof+v+zb9wvb99L5/Yuo6C/t61+DQP/Scx6/jRME9BfPcXzcHx/sXxa3jwlmJ65hTcfTFHhRDeeI8CvOXcnuk8HHqClUE7m+S/a6d4xAP/mkFCT65IyHSwQJwpA1gCWkEDya9QqNWpl43Fbry0QioQRgwzRVRIUM7mRSCTLJhLpGyACQuD/bco/TFWGnp0qhp/UYthEjZcaIRnQajXXq9TWsaJR4Mk3ETBKQIgjjeEEPL+gTkSE0M0447DBsbeN1dvGHNfxhlfGp00xML+J4UZotn95AhihNVU9XX6gS0sn03DXyck8rR4I3oLr7MUc7H5NPDJnI6uRyGfLji6QLM6NrlyCv3TaG12YobiI3Th/Jq5xW1W206dXb9GvPGNYfYfmbnD+T4/xSjs8l6urTDSansrzxziKzi2dxI8v0gnnurexxb2WXTMpkqphQcSJRO4dlxfD7K3iDFeJJg2QmgRvY1Jsm7Y6P5lbBPVLmiGxa46jaZGunSrXeojQu7jsbXSIlHI9IKLFsMiQn90JVNci2vdtXQ9Az84ucOb+MFTU4PNqk1twllfRVBQMNt6ep/m82lcY2I1SbMlRcwY7LetEiQOIrJNrJGA0LekLri6iBXncoQ1zisPBJxSXyKqbWI7IW1sM0RphVonI85RC1HbrlHt1DySgd0BkOGJvMc+nGWaamC1R3djja2aHW16n2dBZPLXB1+Rxz0zk21z9lY+NZsd54AAAgAElEQVQ2U5klpjKLHBzWeLTylKe7h7xohez0ITMeJTMeY7YUMj8eMFNKcnpmlslsiY3b+2zcPuD2sw63XvTwYyaLFzOcvZDhwrm0quZ2heb2EVuHbbZqDlvVIfV6QKMR8u7Xrqry6kds3b1P7agiWVREcikKIh6MmezvtFl/0VDD5I2uT98NmZ6LMD0vA4A+A8ej2QyolEM6HY2E9AwSJvPzeRbmC9T2Bzy7U2Vvu0fT1Wi4Ov/pP35FVdovc/TsEzaevuCzlS6Pt/tY02DOQC4WJW8JpSlkb99h58BR0YiurnHzfJGvXx0nZYTsbx+xf9BirxOy3x3dk8pA8dLZIjffnFeGmNbGHq31Pe6uOdxdG6KnoDgf4cxCnHcWClwYS/GzTyu8/2kZN+VjjMNkIc2p9BilSI4//ZtD/uSvD3jj21l+9w/HObNkYg8d9F6PTrWhyjWieEaMSDSBLUOsGAyqfZyjHuvPOqo2d3w2yhqdUJPZC5JTMuwQEtdkuAB6HrRbOu2aYLNN3n4nytvv2FyfmuT62AyW3+eg8oJa74AwZ6n6p79z+Ke/HzC9mOCb/zrP5atZpmPjTMdK/OjvV/jnf3hGVfMI5+LExmNMpqKMxQ2Gg5YqEXR0E+KRkJQeYjkhn3/q8PmnQ2o6tJMaAw/cekg6Gufd75xRld2vkd2r8em9Kn9xq8pm2+G1b6a58a0MM3mDmZzB+kqHWz+rUWn2mbpqMX85wRtnLvPG2ct88P3n/NV//oy+1+XM2xnOv5thIhNhPBMh4dtEnSiV/Q6PV3Y46tQ59UaC028mRVBAq3tqQEi3QzWUfFAesl92mBubYG5snNV1n/c/bVHv+1y4kWDpfJTIYQ+j3CddKpGZncLX+rTqWxzsbfJ3Pw34+58EvP61It/7N5MsX4iRjwckIgOGjYqqJ/eiPL1rUyxMcfXyaTWg+Ufff8R/+etHOAUDp2ASTVqkohapuEUqbZCIC4rfUWXFXGIpl0tn8nzl2hxvXZzkYG2N/bU1FWMgkU66GVMk074LhwcVyodH1HtJVesHDk83m3T7DudmDFWZlEU2abG25vLJ7T7tvs7Za2nmz8Yp15qUq02+8dUz/P73LnO6kCWsuQSVHo3KhnI+f/ok4MP7OttCMysMMUsep2ZCFmZCvIaPV/e5MFfinesLzJTiHFa3KNe2uLcScPd5QLWJ2tZsLsL1KxYXz5vEZHBHN8ikp8lm5tC7EZy9Jr2dOs1mmWbzkNVgnKfhHPF4iau5LBk/4Eef3edHt+9x9vUxzt4cY2k2zVIxSdzXWP28rOp5pMtzo8fkWIobMxNcmJlgfnaCiWKe5s4ejZ09NnYD1nYjVPoavUhIO/DYWT9ge22fgeOr+IbA0NBiEutmMJ5IMBFPsLvTZWe3M8q0NUNkwiqVhJRCSAvxQTK/R/2RZMJmOKyhhy2uzCa4Mpfk8UcNPvqHI56s99iTYzIISQguPWPj6T5Dhrx+dZz/9AeXeetskQd/+5QHf/eUD3ccPtge0jVt7HwKOyXX/D7xeF/Ac2iOIKADqjUZUtKIWAaG9M0GErnnoguC2ZJ4Bh0tKgaTCGErgLavHP/ZWQtfD6jW+1hR+K1vj/GNb43hPqzhPaoxP7fE5a+8g53I8uO/+IAf//n7vDDhhSH7VkPvR1SmtSHZyLaGEZF7ZiFhyEC7mNAMshM6+QmDpG6Q0E3W19o8fdKkXh+ipQRyl4hQOp+gdCGpAu4lP88YBGQ9jZIV4cp0jKszMSYvxpi8FGffGXJ/t8PDZz0e3XJYvedgKkdOyLmCyZWiyfWrCS69nebU1Th/8oMqf/rDI/FaKwEzZ0TJ6wkSkSgDaaZqAVuVPtuVAelMhHkJ947qbO73VSVMj6TpqzzL7HSCrqfz8G6HzRcON08Vef1Ukf1+j+f1JgflAZ2yR/fIwy7oWHldmTh8PZS4EYyhYCE0LhQjLJcieJkkfibJ5n6Px4+rVGo9EiIAj0WQNcagpaENQ4zAxzQ07LSJnRJzdygAEOVa7vYFFxaO3MESRt3zmej7vP7Oad7+1gXqusc/3F3h7vouCZlcsAV1HLK3HaodMpW11SJ151Bwsg7/+rUFfv+1Bby0z2rY4Hm1wfNHddUgL6U1VZeXStw4N0VfN3hw2OPBYYfAbRIOmwSDQC2yPFem9cWdEiFvBuStkEvnLS5dsIhNhAxzHjXH4+5HLnc/dFlazHFmMc9O2eHT+3W2t/vK4m4FOsXxBMXxOD1/QEtQe77MTMvcp9ggLNVgHYvoTJgaczNpli5PEMvbfHR7jVu318iVYuSLMTVlKM1d6Rq9fjXL69ck70/Eigg7rTbPZQp06FKIp0gZMQ522hzutLAMnUTMJDdmUhg3yY/LAmeIJ43Trk2/HVdOp531Du36gPGixURJLmo2C1eiOJ4sgoYcHbpsrTlsrQ9JxARlIhHcggASsLIw4TVMO0KqECUlWOvOkKNGTwXYJK3RBcTOaETT0OsMaTcGuP0A3dcJ3AjtzqhCcSeEPllxEyd1xtNRTo+XVN3dOuLO9pGalouJeBGLqmZpLCa5NQ6m4dA4dKjsDtT0zMXL05y9UGRj7wXrey+IiNiRSigMd/nAoXLoUK+6qi5diHN5OUa2oGHGBGfns77isfbcY/n8AhfPn2L1eYMf/vAFB3tygrGZmbGJp2PEUjG29yTTtkWv75BIBipvIG5FSZhRzpyyWD5rYVs+tWqfYd9lPGUzkbSwp1NY00lu32nzox8e8fRek+un41xfjBPKoj8pWcjC8bep1DXu3x/yYnXIbMlRFZgBjtyESm5JxCKim7T64tz36XR0eu2IypPwXVfhF+eKGnNjGulsjHQ2iu0HmH2XXNTi8punVP2ff/Sc/+u/rLC/P8DQDQolg+XrBvNnDJ6tDVlZG5K1TabSNomMhj42xM56LDomiwOD1NQU8flZHm8M+Iu/es7Dx4dcux7l+vUYdlojmpEs54BWT6YsfZ59NmTlc5dvfCPLe+9lCY0BO5Ua9a6LLzdKxNEHuiq5gIUSQG8PiUW72Hqf4Y6tamG5xJk3puiHHg8f73O4W2c2bjAjiJHpAoWpAo83G9y6u8+LzSqLMxaLkkuQnSCfnWRtvcvHt/fwA5f33ivx2s0Mj3f2Va0991l7qimXbn4W0kXoHvp0D+SmfdRGnJy0uXgpxeSURaXZo9Lski+45Mc8EnEZAEjg9m2e3h+qmigETBZkosokEo3SamusrPQ42HV563JOlUwyRlOSVz1gf2+fWq3O+PQ849MLVHpCnehwsN2k8qyB3R/ye9+YULU9aKrqCoZ84NNph2wcWGzuC8lhoKo0XWRi6RSmZlF5sEV784Cl1zIs3sgo8adVC9jaFQG4xpPNJteXYlxfipIdT5EspunrDofdA1rdJpYTU9XuF+j08zjtJl77gJje4PyljKpbz7rcetZja23AkeTiBAZLZwpMzqRY36ixvlljYTrB8pkssajkwEo+hMfF03GWT8VxQmi6Pjt7A1487dA4GrK4kGRpIUVuwlbIbnGYt3s99g67fHynxcd32ly/muX61Zxy3U9FQnLiQssZ+FH4QCZkP2sq5Ec6LwsBA6dvI5NgKo9Sh/2NDtsrbYXTf/vrE0zNJblz+4g7n1X4xtVxviFTj2Gfh/Uqjw7qlNc8yuse/+ZfXeLf/s4lNvfq/PU/P+XO0306rstQCzm7kOHMQpquM1BocnGDCjFDmrNWJoqVieG5A4ZOD09dlyJ4A0250gZ9j9n5BLNzCUKhJ9SFuBEyPaEzM6kTDHvK2SWT9+Nzy/Rci1u3n/D5w1X6jq9KsjRzmZS6Pri+TNEP6TmBKmkWCAZOD0K8vgyRGVxcnuDS8iRbe2W29yvUul16rkd3KE5WmTiXBd6QeNxVx3pC3HwIqUSyQOV6P6QvyGPHV6/hehpaYKGHBpmETMf6FLJRxrLSGPFpNAXT3qdy4KrMjRuX86qWpiNM5QMm8hGSqSyJdJYnO7s83dnj+a7D2g7UJYI95mOaAd3aqN66MMM3X18gnTZ5UT1ko1aj2TZptg2qrS5HImyEkkUfUQNa1YOA6oFPrmCSK1gkUwHRuKfygOPWBDF7gkZ9lHvth30i5hAtIm5K7TgbVcf3ZH9J7IOjevmSyyYL7mQ2JJkZIXjEXRiICOpMYWpTSvwtFWcV8kZEpa2dB6ysfcJRdZ1zi1c4t3RZNQSlYVo+2mRr9zGeP2Ru7iLFsUXW1xqqZmfPcu78FUzLZXf3A8qVu6SzKdKZNJ7fH2F/3Q6uJ9s/UAKgDHEFvghGuhIy9TBORE8Ss7IK6d3qPVcCcNzOUcycJW6N4w11FQ/h+C0cr6WETkEHa4L5HlhovsXsZEzV0H1Ot/eAZrdPvZenM8ija6OqVaFahbHSOPOnZsgXE+wePmSv/EgNJEj5wxGmTgtskrGkWgO4unyfXBr1BvWjuppuGMuNkUlkRw7PZk+5UhPJNJYdVyhgcYzKqkWEpUa7RbPdJhq1+cn/8b+87O+e/t6/59TCKVWCAm216jTqhxxJU662A2FHUCUU8nkmiuMjPHNrSK/jky5Mk85P4fmC13NHuXq25NLqtDttJahJozadTuB5PSX+OoM2QdAnDPpqvWyaGoZVwIxOoUey4AnuSdZunmpQBRGDwBB3qbiO40SlSRN0MMI2uztP2dx4OEIvjwuOeoIwkiIUUTYQbLNgu0VUHLlBUukY6XSUVqtDu93GshKk0kVMM07fcRUOWY5HcQHL+VVQgyIcR62IKkFRyopWzk3qWMfAtBJEJEt3OMQdumQTFhlpokV1lUMo6zx1M19rYsbSWPEMkaiFbkeUANtqDpQAbOmSVasrkpEq9ZoWUWluO3UGTp2IlcCyswSByUCoAjJBfOwskxvJiKyRHMkIHKimqClDh5ZFIC7X0MUQp7uZUUJwqI+yjRQCeihDGtJ8G+Udq+mZYzHyRPw41i3VZyPi70iZDIlqIbZglqWpbh4LwP4ImeXLIKK4zpXoIWLnKFtSRI8R0vlEAJbvuQi/HsoCEnqKIhPRxDkmTVv3pYNWRGEptS+046xeQ/DVGoHvq2bzoNVm0G7jyjXF7RMI6tkfjIYO7IgaBhIhWXBcMqwg+14NSPRdur0hfdm/josnSDHDxtPEZSQ52CICmEpwMETwjpgK5dtstWm1O8zOnWJu/pQaxEgm5Hso2dIjxLOw40NBUpwcYLrI2SNUtQwUeKFkQocqE0rwXyNE8Cvir3IXHsPaj52tJ1/iX9SQfpmo9IuyrGg+XyRk/bdIbL8oOr3ExP6Sp1G41xP5VM11nLjMv/CtfuE0/LltPxaXRg7ZkQAn+/hEWDtBKY/k3y8c5f+9AvCrgpz6s3IayFfiFz+/E5S1/M9JDuxL8fdYtP7ST73E/4Yj8esV8fWl8HqMlh7puydo7i8+kxPR7pV/+XldUv39y8fEMS76pX75hVNcZWgfP/hV8feXYZdfvvYrT/7fKgD/vOD7y4TmV4XRX7Ydv+lIfVUAfjlx8oo7eKTj/tyQxK8RSr8sAI8E9xOH7xfHiwyk6ApxPHru0R4aZaWPBhNGNVrTKLHzXyj+/kpB95g695tE9N808HDySYy+Xl9kAL/q/n35mX3pYxsdwy/flwy0yDlTre5HkQgjEdjH0AOF5Y0J+cId4nmuIiPI91fWkqHKnpc6IUWMhmPka2dG5H88eu0a3XYd24qonogMs8n1Tcgjw+PrbzqZIpNKqrzhwJPYCo+2YIL7urr3MWOCB5D9IjQTud6aitQhDmAp07KIxZPK6RtqCZXp60iUg+dgmDaWdGHdLn57j7BXxtR6mFqXZGaSZHYS14vR6Qv5J0I8Yah19P2nD3nw5KGKgFhYukF+bFblosr2+bVnePUVUlTJRhpqoD81OUdibArXE+eqSTDoEfQ7uEHIQK5HRgLNLKJbRbrdId2ug1t/hl9/QMzb4PxingtLBT6+9ZyPb71gcibHO189w+ypRfrePG1ngtXdJi92WirnMCnYZIk0ieWx7CS6v6rKksZ5XPoSKQZORlFwNH8HzdvGNORn23TaI0FSqGKptAx/ajitNsNWRzl4haxjGDq63SHQumxuDtjcGpDJTlKanMWKmgy8Gm7QIB4bqNI8g9A1MULpdwnKX1NCkbx/WbcIGtz1I7gi/ro6XuCO7mkMG0sGsxQdRIYMZfBAcOS6ogbWmw5RM0syKpEvErM1JJlyGYoDuD5UOOtGp01uPMula+eYnCpwtL1HdXuPth+j48WZnZ3g3JLcv4hT6i6rL+6yUFxivrjEYbnOg+crPN07ZL0XsOeGpMds0gWbmTGLOfm9mGZxfobJfIH1jzdY+3id1WrA85bB0I6QKemUJkwWF+IsLSTwGzW8Rp1K02e/o7FTC9na7LO92eettxdU2cM+3a19qpUm232dShBh8XSaxVNpGpU2+1sNqtU+1Zar4g6LMxGKMzJSEaHvRlT/o7o3ZNANKE5HVZVKScZLKfoNj8pWl2p5wEHbUfVvf+emqmzQpLvxhM2VLW49bHJ3rUNkPKIqG4tQMCN4bkC97SrxWbfTaHaKCzNJri0kiQwHbK0esnfQokmUFjb1ap96bcDcfJprr48zPRHFr1ZVPdkJeLob4kQCzIzPwnSMby9Pcn0mxwef7vH+J/sEmQjR6SjjY0nmEklKRpyPPu/w4Z0O85cyXH53jIkS2E4TYyB0NhnQ71LtQ22gEU2lyRfHVPSQU6vj1Goc7g4p7zocHpkcNKIMMEmWIJEPsUIHK3A4bIZs14T2J+cjiS+Ks3wmZPkM3JjO8/pEETNw2arsUunWCTMGYdbg/R93+eAnPcbnTN7+ZoLzyxnmUnPMpue486PnqjZ7fcpxnYG4C1OGKhGBC7GIiryT4dMwGKoBV4lPefE44PnjgJ5tMcxYylHtV4ekLJObXz/Nzd86RWqrRmq7xu37Nf7ydo2t7pDXv53h9W9nsQOXaDCkc+RwtDvACXySszr5+Tg3z73OzXOv8f7fPOUv/u+P6Xk1lt6Icf7tNLOlBWaLC8RbTayjQ3Y2qnzypMZut8fZr0c59/UY0bZGtK2r6Jtmr0fPGeKId8ODmew4s7lx7j3q89c/ENe9x2vvZrl8NYl50FWVmkyTOpUjlFin2iG18iGfb2jc2dQ4cy7HzdfyLMxlVPxmVA9pH26q2t6Ks70ZJ5cosDhTUufnP/7Hdf7ff1yHkgnjluqvJw2NdNIkNx4nnYsybLm4LXcUzZMMOHs6z43lGa6eG6dV2aF1tM2g7eB0PAbSB9Ek/kWj3+4zaPepD2M03Djb1QGre02FwE+Zpqq5aVtVt6mxtx7QbAWEiYAwLuc4iTdz+dpbF/jee9eZjdnKievulvG0uqqf3nb4+/dd9pyA2KJGZh5mS54q3QnQBwGnShkunyqRi1tsbh2ytV3m8bbG4x2NbqATiekUijqXzhkszUcIJP96EJDPTlMsLBDX09CFoOlSXl2jvLrK50c2n9RTxPNF3rk4zanxOOv7q2wcrDEzlWJmOq2iBbKJEQb54HmHwxcd7nfb3Ot1mJ9O8tVL41yYTpExNewg5PG9pqqhlULL5hnoBp2hR6M34GD9kP2NQ3XuEuR4YIGpaBMmi8Usi8UcK8/qKse73vcUnTCUuM9UQCYdqigG6UelM0ly2az6s+d2MTSHm2eyvH4my6NbdT78uwMer/U5GGocitM+rWOlNHUs5KcS3Lw4ye+9tcj5XJKP/uweH/35fe53fO61fYaxGLF8mmjSJB7tE4/1oI+qZj2gfOSpzGJZI8pAdcKyiJsSE+fg+n0C3Sc0R5ny9EYlRtP0pKx8JKZtgGXDu98e491vjZE79MiXPdLRBKmxAn6g8fzuJs/vbfLY93ni+zS6Bm7TJvTETOZixDxcF4bK9DmKNLMTOomcxFHqJCM2Sd1iZ7unqBGtlqtMpqEhNuGzcVXVWo9qrY/tQg6DvKGzEPeZj/ssv1XgwlsFtgcuH601uP+0x9ZnAftPfKyMVMC5SZPL0zaXL2U4d63A1Jk0//X7u/zX7++o/If5aZsxyyTVi5DWbHILafLzaT54fMQHj6sQOpQygs4N2TsK2auI8OaTtDyyRYv8zP/P2nv1SJJmaXqPmbmbudYidERmRmotqrJU6+7pHkyPIjHEgDe82yv+By5veMfbBQksyAWWO0vO7O4A2z0tqqerVXXpqhRVKSNDa9fazdxNEOfziMzs6t6dAcEsnMqqjEgPNzfzzz8773mfN4rtazx4PGR7y+X2iSlun5jmaaXJxxsHHB4OoatDT0cTUSclpBd5I2gKsxwMXZIBXCknuFxKYKfC2MkwWwd9njxuUGsOieV0hdYcdnRViMA3kqw0jXQpSiJnqelzzxkyFgykF8bxNTHK4voBpYFLaeBx47VFbn97mWHU5721TR7tHRJI3sjYZX/LVwJwLhrl5HRSYdZWNyVbscNfvnqav3zlNHZ0zBfDCk8O66w+abO/0WWhJIsAXDk5y/XTixwMPH7+ZI9fre4zV/CZL/iMO9CvoaaU3EBcHWHFy89HfOUgu3Q5gll0GcaHNIYODz4e8+AjV02yZcox9g48Hj6S/JIxMV0nbhgUCklVTtCn67YYI8HWYeUkbFY9mlWX26cSfPNihpnZFKNUkpqt8ZtfbvHuL7aZPRVV5XgutfoQU9d440qJNy+XafUcVduDLmt2m57nkg/FSRBhZ6vHzmYfW6bHhhqCK88XDErTBlMzOlMzcjMiWYwWeztjHt7vsLk2VC4TQVRf+2qIa181SOekeRWh19F4eK/Hw7s9tECuCeHA+0QsX+XWyWY2FDIwxIVqWdieYGOGyhWVy8RJp6IK/djs9TDEdSrZNkIZ6cOwr+P0TEY9k7ExYmSMKMZgMRliPh3n4twSF2aXuHd4yL3DA8Z6hESigGFIrkwPx5GmVhPXaXK4NWZvzWdupswbXznFq68v8GznIas7D0hkYuSnc+pnrj/rsLcj+ARxAXksL4U5vRQmEvPwNUFwBLRqpqrlE3OcPjHLk0ct3n57ncPDFmfPxVg+E6dULlAqF/ni6QEf3NukXu8SMyEqzPqRper82TDXr4io4lI5GDDsjiimLEpS5zKUz2e5+6DLO7+o8cXdFqeKYZZLYUIZVAkP29cN6k2dh4/EsQ5zxSFzpSGeGTCUvbymExKHjy+TnxojV6PZ8qg3fYWXlRtPyQNfzMBSRjCzJpmyhekG6D2PtGlx5bUTXHn9BP/6/1zlX/8fz6hUbSIxjek5iyu3kiyeifLxxz0++rjLuRMJXruWJl0IqAYNBnS5ZWa4Fc7gJ9L0UxnurfT48Y83efykyqXLUS5diTJ1IqlKPsB2DjqsrkoerMfTTzy+98clvve9Ep4+YH23QnvoEk0XsKIZRk1nUtLwDwtu1CEaHmBpDmYzSbiRJD0fJXfaUoMx4oLr1IbkxjZ5d8iJC0ucPL/Iw402v/5ki0drVc6ciHP2RJxUcoZkaob7XzT56c/XFebwj79b4o03MqzWKqxVq2xtaGyvmkq8CmeHGHEHp2pgV0NErIBYzGduNsb5MzmmyhEOe3Uq3RqpfEAy7xMWd4xvMR5EqG0b1LYMZgsucwXxb+vKaVprwObGiEYt4PWrBV6/ViSa1NAjLvaoT716SK/bZmH5FAunTvHFRo33H2yxs97F3g3IYPLn3yrw598s0qJHkz59Z4Bjy03emMfrFo82LOazMJfTyJayxGemcQYBW+8/o/Zkl+tfmeH6V2fV0EC7OmJzd8gHX3R5vDnglfMxXj0fIzMVI16I0tP67LR3aQ/aJIMUKT/NYTtJpZXAH3YIj6qkIx2WLyQ4fSHB2x91ePvDNgc7Lk4jIBUVBNcMC4t5Hj/d4/HTXfJpn7kpQcxHMM0skUiSGcl6ynhIR8I1DbZ2He583KZyMOLKpTRXL2WwkjqWTHWOh/QHfQ6qPe48cLj7wOGVa9Pcuj7NiZRBOXBIS+RAwlATce/dbfD+3QZBKECIHpJRPbYlB8IknPAIJ1x2V4esPxiSSlnceK1ArhTlt+/UePcXdf7Ff3OOf/HfnmfXafKzp6v8+vE2zZ2A5jb81ffP81d/el65kf/hF+vceVShadsM/TEXlrNcWM7Qs/tUOk2FAlb8Fk/HSFroSUvhjfGH+PKbE1ZRDArTOh6rKfNMWiNqRrGMmHL05tIeubQgVPryIaZc4oXZCwz9CPcfrvBgZYNWe0yzNSKXSVCWGAQNms0O7U7/COVsElYT48YkJzLwSURCLC7lWVzMs7a1z9rmPm3HVk9XMh+HfYkSEJFUMnPHxKMhohFToWnldRyPDFrtoaqe7arygxCRUFw9/0xiTDoxIi0Y/7ipmlvO2FMREfs7Qw52bW5cznDjcpYlhWRxKGUMcsU5soV5Pn22wqcrK6ztOexUTDoDQTq7hEI+w2bAsAWvX5jlWzcXSSQ0Hh1ss1qtEGgFAvJsHzZY2z3AlhiEhBx/iFZV1v9A4Z/TWZN4wiMSdbAiGiE9R1gXNDDKbSgb1bHXZeSKsCoORHH5TZywkp3ruoFqbCn3h+6TyQdk8pIpLIKJSeBmcYfTGIE0UBaUACxTd/K9e5Uv2Nr9hHZni+Wlq5xavKZcw85wrBwCO/sPlXZy8cJrLCxc4umTCk+eVCgVl1hcPE8o7FCp/pZm+67KwU2l0srB2R92CAJHZRGr3GO/j+v1VWNCps2tcJqYlSNq5tGDBFoQpzt8Rmf4jKiZIhs/RTRcwndDeGMYjJoMnCaRaIJEIqdE2kEHPFtyllIsn0jT7X1OrfYhrd6Arj2F7QnSr4AZLnJ4MObgwKVUnuLE8qIaenu6/j5P1z9QE6pSuBZ2TwbGwljhiMpXlQEo3/RoNzs06000XyeXEgdwdqKXjaWpOWmiGiGLcDiKIRhDyXAxQtQaNar1OrFYlF/97yV/No4AACAASURBVP/L857y/Lf/6rkALANuvZ5EZtQV/rnXPaDZ3KbZ2GZhfp4zy6fRgzCHew3qlS756UUK00vKRdDrDZSjUXKIQ2HJlpVMNYlVCCtkoyb8Dt/G82y8cQ/X7avBOl3z0EM59PAsup5F80JK3B65thoGkjw+LyS5zYJDlkzcBCG6hIMu6+v3ePr4Y5VHOzd3gmJpHt0sYFgFPHU9ChHExhYXjR5QKudUNUVEbzTRdEHDZwiFo+oGSprP0i8UkdMNPEZqSE/aZK5yMCVi4gSO0RPHZ7OthG8rEleZy2LblAGpuKkTtwwihgyYSJasR08y0GQMX85HSPJ/NfyQuAbGtCVaoTciFraImSZxEzUAGpMb45A0pzXsURN71CBkpbGiBcBS+PbRSBy8ksHtqnxyKcEtigvYceRaR6GdFYtKHynUeUjLYsjgQkhoRCLQBniSVysCsFxHIgCrDrm4UeX9fOStVMhnyWyeiJJKOBLEou9hqga/CMCCQJtkG8t9jnKzqnhRwYPKSOwLBPQLAfjIXYyH4Y/RA/kQmFzQIvwagaDjbXxBOLu2wnqGRRjWJu7gsK4TlgbzkQAsmX/1/QPqe/s4w74Sv8WFZhgyoBsQT0SJx6PqRlyel+yJO/0R7d6I4UhjKKj3QAYQwooMNRBMnTdWkTkysKOGNAQTGpJJ7qNs6E6HbqdDqVSiVCyRlfUnmVLOI4lvkfejliqhpYpo4pI2QgoPLeKviBzyWslku7iYxDHsinh+JAQr/LVyXE/chYI1Vk7DI0n1y27Yl8WziST6XB76Pd3s/zcBWAmZfxhC/GVnsBJKj3KdX35Cx4LusR/wWHCS7xV393HW6PHxTRzV4i4XZPgLF+ux0/KfIwD/IQHuD72eMnT6QgB+SXo9+s8Xbt/fdf6qd5ISzH5XbDw+1pcF4GNR/GUX8POvf1nPn8SovsT//QM5ty+5h/9rSGX1Pj5+tJfE9v8vAvB//z//+6PjnZzZP/haHp30Lz/+y///X3u+/5T4+3virso4PnaxHo0hvCT2/nME5t8XgF8c3wsHsDT3BFc/WYuOj3/y9cm7Y0L5ln7ERAD+8q9/jiD8u4L5RNH/snb9hwTff0oEfsmcPiFAiIB6NKTwfAVRLubj5z0Z5lGUgpeF7cm0xNHYmTsRgWWVM+Te0SQWFdfmiJE7UgNQIupJFIHY2AI9NBGDVS68ji5RBmqd99Xn72jYUSSHkCE0QbmHmXxYy+eKfIbJZ1k6mSadSKn1eiz3ILZD1w7o2AHxZIREStD8svdz1KBRJCSfIR7OsKUqLHsNQUDL57QexdcsRS8ajl01UKXoY+4Av3uIMWqStHwSlocezqCFMoz9GM7IxAtESDaIxQw+u/8Jn97/hER2itMXXiFbmlfEQfn8TzgVks4hkf4GkcE6lukSnZ7GKk0xpqTK7jtKqBLqU5AIE0RkaDGFFqTpj1HltZ5C4x7J8TrnT+Y5fyrPu+895t33njAzn+Wtr59lfmmRbr9Au5floOlz0PQYSzyCa6MbYcLRAmY0RUTfwDI2MKTPFY6i6TK8OKP6aLq/guY/xR1tM3a2GY/CuKM0vif7oBFmeEy7UqVdralBPhkGFxd0MudixV3W1x1Vmp7CjOQwxdiQEJKR/N0ultmV4AUMosiHouuIucInGpOIjzzD8VCVI8SSkT7ZszBStB/5WZbca8n+y5qQQ+T+YdgbqXtTMS+k4nmK2WlyWYmjcsnmJP/XI+hKD6lFpVknXUhz8epZpqcL1DYPqG3tM9KzjA0h7aVZWEgqVPXK4895+vgLTs+eVnVYb3H/6QqPDw7ZGvsceAGJbJhkNsRsJsVCOs1cMcepkzPMFLKsvveI1fcfUg+itGJZBiGBVw8IR8YsTJksTFtEvA5Rr0N3ZFIfxdlphHj4eZMH95vceiXLrVtZCmEdqzumWnF4b6PHg5rDjSslbl4t43T6tPabtBoDDpuOMhukp3XS0wYjLcLQjdGpezQ3+3gDl8ULcRYvxtX9YUpCfCWTtxvQ745Yr7TYqLT47ltXVeVw8Pd22F7d59efNfjoSQvypirBO+dNybz0cAKfka4pBHo0Mc18NsRSFpx2h2eP9tjb6+Im0rjxDDubLbY3WkzNWFySnN0Zk8iohzXqsVELqWo6Ln3fZq4U4c9uLfDmcpHffrTFux9uoedjxBczlPMxZiTn2QyxcSCmALAKKVJzGeLWmKhdIew0CMYO/shmozpio+qQyGZYODFDJmnhNPdxmnv0JPqsHdDuxWkNMrhESaQgFvfR3B662+Xxjse9zYCBFidTzFKcSjOXsZnNDLk5m+CV+bRK/FyrNDno9fFTOn5S585HXT77SO6lAq6+FuLU6SRL2TMs5c6w/v4z1t97xqPDDp8PRxzIHjkFkUyIy7MlLs2WGDQ71Pbq9Ed9xqaPrfscbBocbhh48Rh6LqnMVH6tT9KAK68vqIqvNYitNfj4iyY/uNNk2xnzyh9lefWPMnQrbVURMSjJeykmzxXC2QivnHuDW+fe4Fc/ecDf/7t36blipghx7naCU7Nf5eTcV4juPyW89hHPnuzyiwcOq32Pi98zufjdMJmhRXoYoVHtsbFXV0PScYkqS5rMpkrMJkv89qMu//Y/7bDXdPjKd0q8ejuLtd/F3O+SmDNJLEvMj4Ndb9Ott9kNQuwSppyNs1RMUs7lyWSmMHWT6uZDaluPaHYTNDsJEkaCcixOrwd/+4sD/p9fHhKZsbBmLGJWoOI2hYpQPJEhO51Ua4Pf8UlGIBvXOTEvdIUZzp4q4TkHuKNDats1KhsNmh1bucPtQMN0DcKeQRuLFhb77QFb1TbVpkO3EVZ16UKUSxcipGRYuxOm2RjzeK/BRqNDrhwmP2Xy1q3LfPP1m5TFTPhsFWdjjUg5wCoF/OTXPf7uh10qbsD09QjT50JMZxymszYRDSw9UI7xpVwCK9BVX//JwzYrdTEHhAhiIZLliU5yelFnYQq69SGdxpBibo6Z6ZNkk1NEw2lCXoSdD++x/eF9frky4O11n/hMgT/6zhluXC+AXgH9kJxmkdMttQdydVmjA3qHPr2Kzwf7bT446LB8Ks733ixxfkaHRoXBfp1/fMflZ++4FM/Ocur1JcLpiBqObtT6VDYrVDeqtPourSH4EZ9ozldGvyuLJVWffVrhzqcVqm3hs8nQuPQNXdIZ6WcZWNKri0kkg/SidGXok8GvNy4XefNSkS8+qPHuj/d4tDLk0AlRGRnoCVfV6ctlLtyc45WzM3xlcZqya/Czv/mYn/37T1g1YE3u55NxErk00YSp+vUxs0/Qh2AQ0GhIJKZLWz5n5K5T1ynns0zlszh2j26vgS0xE9J3kP3VKEIwihLLQqIg94JjOnVH5RHf/k6e298ucC6IcdaP4Xd61GsVuu0uAyGPdHzuDUbc6485bJh0q3GlQVrZAUZySKcjA8uooaqIZBxHNcx4gBXXSOoRVYcHDts7Nj0hfiTEARzTyS3HyC1HqdVtVTEPSoZOwRLcgstM3mPxYlbVVtPlo8ddHq3YHG541Hc9hSk0LZ+LsxbXJdvuZIzsUgyrbPHzX9ZVTeXDnD0RoyiLTscjqYWYP5VlfjnLzx9W+MeHh6rJnzF9QgHUxNXSFQfrSDULcqUQ5SVLjk4F29cOPW4tznFrYY7PN2v8+uEO+wc2xjCM4YQJZX1CWZlM0tFNDV82Fe0RsQCun4xz7WScYdjEDofZrgx4utak2hwSimqEojreUMMb6gR2QOB4ajJRTY7kLXzHVgKw7Yk+rDEKNDXlLfcDWTtQdev2Em98XYRcl/fWVnmws4fTCnDa4sTw6XZ8MnFLYUNMw2BjXZDCA/789iJ/9toiw7DL5+0GTw5abK30qOwOmJ3zmJkXB2SRxfwUbcfji/0ajytVimlUDdrCVYeRKGraBE2cMAJV1y9JEHmExLSLn7XpeGO+uOPyxV1pYE1SsWuVgJ1Nj37LJx7WSFga6WyUdCaKjc1A8LdjyWzVlXMmabskbY9rV6d59Y15sEweb/d5utFjbaXF2tM25fkQpfkwzsilVnMIGzqvXi1y+1qJoWTwumP2O13WWy2VjZsRAVgT3I5Du+3QbriqAl9Tb/h4wqBQ0siXdJJJweRFGPR9drcH7O85SpRuVH0WzumqyjMmxUJUNXYOt10l3sgb4eBghGUEFFIG8Sj4KuNZGlwhhQQVRrdmjoglw6SyceKpCIeVHpXDrmpWiUAqYoczCDHsGQwbOoO6gZEYqVyB6YzByYzFTCbBrKBMS3M8OKzw8LBCTxACQUwdk+8N8VxB+w1U87RXdens+yzOl3j1zZNce2WOx09XePTkGflyhPmlDAMn4MmzHltbA5VDLEjVG1ctrl+TmyCPat2h3/UxRiYhx2JqaZqppRkeP2jz8x9vcrjf5uSFMCfOWizOTLE4U+bxWpWPv9hSwpM/DhBzhuEZ6J7BpfMJblxLEzLGbG42aNR7pBMh5YhZOJdn4VxBuRplAyu5GrNpjdk0uCEd19BxDIOhZlDtwMqzMdu7LrN5VwmIvi75HNLwkeakgOlNlXMnGFKZVBFcwWAwZuRKs89nNqsxl0Vl2MRSJkldJ+FrlBMRrlyb4fL1Gf7N363zb/7DmsLBCg6wUIpy+kqB2RNpnj6u8fRJncXZOBfPZIgnoTms43h93pxZ5I2ZJZqBz/bY4e5qi9+8d8D6eotT82GW58MsniuxeK7MYa3Pk5UqKzI8sgu13YBvfqvIN79VYDi2ebJeU5NBM6UZsskCa6t11p41MGMjkjmPWMIjFvWImj5ax4SOBL6HMVIhgpC478CVnI/DPqNKn1duz/HKa/Os7Lb5zae7PFqvq0nS5aUEZqyMFS3z+RdNfvnOukI/fuc707z6Wp6tZpXNRoX1FY/1x9Af+Crf2UyMsbshnI5B1AxIRAMWZmJcPJdnaloE4BqH3SrJHCSy0lIN4TmS/WLSr4fpNcJkIiMy0ZESgG3J3O7AwfaIbsPn1ctlXr0yRSITwkxIZvWQ+kGFbqvNwulF5k8vcH9tn/fur7K+2qa9pxF3Tb57O8v3bmdVFruZ1miMehx2OuzVh+zvxjjYjVHMaJQyGvFsXOE5BCt/eH+XzkaVc68UOP9KUeU3DruGoit88LDBw40OZ5fCnFsMUyglyBWSjA2b6rBC1+4RcZNE3BQbuxqbexqGNyBjdZnOjTl/Kcf5S3l+9NsqP3qvyv6+y6hnKAH4zOki87NphXreXK8SjY5IZ2RCzSSXzZDLpMhZrqpoyiKSian3yofv19jbtbl8tcTlayVGga2q0x/Q6Q6p1odsbI3Z3Ha5canIjUslFjIGJXNMwgzwI2H6gc6v3q3xy9/WFUo9npE1Uqbxk0SsGGPNkYRthZveWRsQjRucupRSguCzOx1WPuvy139xgb/+i4vqBuYnH6/x2/tb6EMfw/ZVTomUxEP84sMt7j+tU2t5DIYB584mOX8uSXfQ57DZZjiQETQDTTCvCR09IQ1eyQQ+skHZqIxgyVUIdHEPoIZw8pk45UKKXDqqbtj8kUPSHJM0XeLpErH8CXrjMI9W1ni6vk23F6iStT+bi6ipOyEyiKvYMCQDLITv+HiOuO10ijkZYoqQn8qQn87y+IkI9XsMR7K+h9VginweS556IqkpgTUWE4StiFuCUwkYDnwGw0nTSY69P5BGYIhELKpyR+KWQ8xySMdFDE6o7NKxZLvaDpXDAdXKgGtnc6pOlnSmUz7lTIhovkw0P8Vv7j7hN3eeslcf0bOjjAMDwxQBzVNZTXbb5ebZad66Nkc0IlOeO6wdVLHMMpY5Ra1tc1Dv0Rv08URwV9jZODpxwpanStNsNZWo6z6JeJZ4LDvBPMsg28hWjlrbkYzMkXIbhkKaOg7fN3BdQaOLaCSPMSISn+CkRXCJKyxfHs2dJswUqWRB4ZbHgY8b+NSaz6jUH9If7DE7vcjc9BKddp9up0+jWaHe3MO04lw4+yaL89dZW6uzvtoglclSLpcwQj3a7c/o9x+RSOaVOCtDU4J/1nRPYX9MU8N22th2S7kdJdLBDOeJRaaIWEXlzhPXbLuzRqe7ihHEiIXmiISKhIyYylDtDA5p9w9JxvNk09NEQim0kUU4EFJGWFWlfp+t3Q/o2g6aNQvGlMJf++MUtVqfWm2g9grlWSEfRGm0GjTaTeKxjCq55t3RCM+1CfyBErGMcFZVt92h1agTuOJul3iDOCHdUnhkyX4VJK3gksWZKhUyY6r2K5scVDaJRSP88n/7X5/3nk9/739gfn5aORuESNLrtFVe72jUwrYb1GprVGtrzEzPcGLxlMrTrlfFET4gnimTyJRVbqygfuWXvM/kegiFJWtaEMzS8JZ9poipY/xArqE2I6etmsKSgR42S1jWIrqWnQwVjMQ1Kih1X4mwMhQoeOGYJSJwjLA2UrW384TNjc/V3qhYzJPNFSZNpvg0Yki2xxKtO2LsDFUjOV9IU8inaXZ6NLtdJRDLIIyhm5imORHaxcUkTeXAU+JvILmt/liJiOmkNP5SSvwVvJe81olERonAsnxJmQaYISEs+IT0CTVGXLDiNFVNbll3FJ5+IvYN+5M1SZwusueNmYFqRETFARySHOgQjiPvuR6mlVQ5x+I+F1SzXL/dnuDzhyTSUZKyNgbiUB6pfbQjOCxh0xnys111/WqBNHRNtFAITQmYE6FGfpfHfB7teCQAKxFgEv+sdCwlNqg838mfG5LvGHhHAqWgP2V/dhQQfvSgaiREBFolC0ycwEppP5IxRVKQ5pipuViMMDWHsGYT2C28YUs1/kXMFUyzrNsT8VXWcB3LlM8x2Qvqiu4wFlG91qBdb6hMSF85ij10Q2685alPXJ3i3hU3r5xDhet3XpTt+OrPRp4g80VId5XYKDX5+YI6nwix8trJkIFj2yTl/ZgQnGaCdCJJVMQCEYTEHR1JKLxg2IoSNi2VI21ISca1iMIhU702rryXAk0JwiKMyOs2yQqW12yS5+0p97BkaSoWuVovjmT75xmxE7Tv5Jw9xwUfi29HguIx2lidX3XiJ+LssQD03BmqnMhHDsbjlePYxX2kPj2XEY9/7nMP5AsB+lgGfYHDfUkoey7UHR3MMSb6KBv3+bV3/FyVQ3qSaS7HeuzGVYMFz12YLyGg/6DD89gZ+2XO8svS3Avn8X9JTv8dB+VzUXjy4r+s/x67oJ/nw770gBOH84tc4eNw5d93AR+9Zuq3F5nLx2jqyR8fnfuXTvzxj3ouBB69Ripz+/mgwLFIeexiPf79pdfj6OU4Nq/+3//yr59/8a//5d98Wer+vWvv5czaFyjqF4//XCo/mig4/p5/Ih15Ioc/F0MnxzFZy45cqkdZ5s/PytEP+oOP//tm74mg+7sE6OcC6HM5Xlz6X8pxPlo9jwTg3x0VOJKRvzQg8PvDFC+GK77kWj7C57885/E718GXM8GP/vrvXlOTLHeVpf784YVc8SLjeGKEn3zTxME8+ed35xKOPfBHQxAyLCRDQ0d58SqP1ZSseCFfuGpQSYY3lAtYPbbsEWQ9nQjLaj1TWd4iAKvU9Unky3iohHZDF+z/0SCNkBSOkgOOh7SkwSuf+0Jt6Iw81QdLpRIkkwl1vEIKE4eodSQA97t1+r2aIqTE44kjvP8k8sUeC8LYV0SOeMQSOCwIQtLrEgm5RMMegVA1jChjP6ow0D4Rte+X6IhPP/uAT+58QCJb4szl2+TKczjyWTV2iI3bqjLBAVntACs0RoulCKJpHG0KWytj2xIv0cLXXIxYCMOKoOs5DC2nkKJCrQh6z9B7j0n4eywvTbG8OM39Ow+5d+chxXKaq7fOUpydoz1M0R4mFe6329Not6q0mvvKgZ0sLZLITxGiihFUMfRJL0VDusBTipZjsEGITTx7C8/ZmkSjuAlGY4uxDFZ6PUISlTZy1WCWaQkxQ3IObdBsuiKmdYV2kcAjhWFGicj9bkL2YTKo15MvgtoH2oxHXXUNZXIzZLKzNDs1Wp06w2HAyDHxpPcUcVRZRhjTCJOwQqSE3OcH9Ds2rabD2q7N2o5NOpmhVCySz5iU8g75zBjdk6F1k0qlxd5+jXQuwdUbp5iby1PbrFLfrDHUs6qmygkWZ2PkUj47O2uqpnJlVXuHbe4/2ebpfov9cUDNR5HjpE6VC5yZKisBeH4mRyEVY+2Th6x9/IhhWAwxZbqBRqPXYsSQuZkoc7NRTL+N6XVo9SU+Lsp2NcTDx20ePmlz81qKW9dSnMgnmYkk6DRdfnZ3l09W65y7WOL8pTKeYzOQGCOJlNofUG/aFOZ1ivMyhBhR12u36VPfGuAPXM5ejHPuYoJoTPK14/R7LrXqgEZ7yGGvy0Gvxx+/cZHvvXGRfODh7h+ys1rll/erfPSkySgVYpwKkQr5ZAxPZTLrkRBG3CKdypFK5UmHIa27dJsdVjeqVOo9rFSSSCrJs9Uez571SWYNTpwVJ7JBUnNIaDYtO0bbjtEciKN4QCEV4lvXyrxyOseT1QZPV5sqR1lLWeRTEWbiFuWoxXbdY6vuK4R3c2CQjI5YLveZSg8YOx4j21P5xlKRWJRSUQZNdex2HafdUPe+vsT9aGkwirh+hL4iwgzw3MlAcWWgsdcPQzhKLp2gkImTMsekTZflgsW5skSxjHiy32C73cc3dTxLZ3XFYXVFKHUBl1/RWV6OsZxf4nR+iWcfbfDso02eVbqsDF32xz4D2T+HQ9w4l+fGuRyWcOG7AxU3VB05VIVA1pWelixsFno0wrDr0tztq6HhG189qSp871DVJ4+b/MOTLlvjMVfejHP5zTit3SHNPVtlryeTGum8Tm5GpzwX4+qpt7h68it88LO7/Phvf0F/fMD8VYtTtzIsz3+dU/Nfx924R//BOzxb3ePDbYPdwODqN8Nc/VaYbN8g2w+xtdHjzuM6+40BiVyIRC7MuYVlzi8s8+hugx/958c822iSXkySmYszl3CYizsk8ybRQkTt8zv1Lr1Wj0g5RaScVFGcui3kowixdFbtqZu7BzT3DtDCQnVIYI51IkNfGdL+8wcdfvBBF7MYwixInwbSlk8mI+jdJMmpBN7QUzVfiHFqOsGJqRzzxRxzxQx4DfAbPPx8n7uf7lFpDfFjIQKJtRK5xNWoDnSqQ4PGaExrPFA0Od8Rp61BIWepykaiZMwIgaux1xpS7Q4JJ0aE4yPevHmLb73xFnlnTOvuPXqPHpC/VKZwcYp33jng7/9ug/3+kPSVKPkzYebyHrN5j0JKo5DWSYcNZGR62PJ5/+Me73/Uo+YY1JwQ4ZROSnLJ5w2unIlwZjHMoDdUVcgsM1O4REoGrmVd77b56FebfPSrDe7sjrlXhfxihu9+e4FXb+XIpAakkwMi9pjIcMRIYsEC6efCuO4zbnis2n3W7IFa1145n2M6Dp2dCrXNOr/82OdXHwfkT01z4sYCZsKk35b85S4HO20Otlt0ugG9gYZvBUSKPqU5i7cuLai688E+d94/YOtwwKG4gIPJtZtI6cSTOvGU3EOhjAqxmM78nMnSXJSrMwVVH/5mn5/+wyZPJXLPijAwTcZC3dRtXru9zDe+cZErUxkW7RHBfpu//+lT/v6nK7Si0I5qBLEI4VhcDTRJ1FsiKk5qTxlKmzWPwwOXblemsX0VK3Vhucz50yXa1RYH24c0ejY9zaAv/RJnUpmCTn5GnrdLs2UTimjc/maR298sccHIctHI4jY6VPb26DRa2L0RTn/Me4cjVdVuGGcYVUPdYdNGM20hS6s6OZXkwlyatKXh2QPcoehLE5rfxv6IlR2HVteTuW0CS/IvT0Ypn4xRrY2o1EakfJ85E4qJgOKSpyozkyQ7k2Rrz+PuXZvVDYdmTyasXUJuoPJsBRX96sm4Yk47aehGPO7fs/n8ns3JqRhXTycoWhp62yYRwJlTOc4u5/nx0wN+/OSAbtcmLm90T6c7suiNIgxk0m9ok5vSmF8OE4lrCuXbb8H1uUWuzS3yyZMKP/t0k13BvY6ihDyLaHFEpDBSgrE0I5y+z6A2wvJ9bl6NcvNqjKG4MVyL7dqAZ7stJQCLkCv33oarEfI0fEeG08UhGiI/FSdTiOLbDoFt0w88usGEXT5xlOrEx1Iat2+d5KtfPYNtOry7+pB769v09jV6ezqIe8DwSSbD5LOy8TLYWReE8Zg/eWOK779epq97fF7tsrI/YG/Npn5gU1oeUTzlkAgniZFRzaf+uEff7avNrkw9tLoBtabg3wSvM8kXFk644WncvmDx2vkIhUUPc2bEwHD5/IGvSv5euwudhk63qiuMdCIiohBE0wbRVEjhIoauYHcEzRsw7gfciAXcjAWceuM0S9+8wE7H40f/sMLHH+4qV40/1pTDMlOAwcClVhmr5sq1GwWu3cirjANxK1QbHTZ36/Q6Y5IiACsngzR3BN/scLA7VBtM1Yj2Q8QSvqqpmQjTczEiUWlij+i0R6yv2Gw8dQgnIBzXWBDR51yEqZKlkNV4Fp/ebfPpnTZRNJYKEdLivNNHDLUR/R70+xqRhE8iHRDLmSrPMpyIcLDZY3+zR0jyIcSEI+2tUZRRL0xnz6e9J3z3EamiII5NThfjlLIJzFSBcKrAymGNpwd1hW3ptca4jjQIxV0posgEg6P1fbSez9JCjiuvLnDuyjT3P9vm8892mJkzOXMuLsZ0Pl8dsLo5VDiPXs3mm9+OqxKB7+Fjm0bVY8oMM2WFiC9OEV+a4uHnXX79g10O9pvMng+YP2twbm6as3PTrO00ub9yoNCzzWZArxMot0tU97l8scTN6zP4gcujpzvs7tWJCF4oprN8psTymTKu7dI67GG3+hSirqp2L0S7H6Lth2hpBgd9j/XtPgeVIdMZjemsdEw93JGL6+mMBbupRVT2nWBYBz2Hbmugcoc7Q/GeexRzknkrTTppDpoUz2d+ygAAIABJREFUoyZTsTAnClEun8lx5Uyef/ePG6pUHmgA6XSCmeVZCnN5mrVdGrU9cpkY5WJGNXYHnSbayOZr167xtetX2ejUuXu4yb21Cncftdjb6zEb01QtX17i1JUltrY63P1klycPDifuDU3j9bfyvPFWTrna7z9uYvdDXJxbZDZb4hfvb/LOB1uUimNOnYJiQVOoC0FJjfq+WqN6A53eMIRlmZQLlkJHbjzqsvGwy/e+U+aPvzPFVq3Du3cPeLTZZGkhyYnFBEEor+rxwxYf/nqTsTPmq99Y4MarZXbbFVVPHwx5cs9h0HFJpX3iyQDH1bFdnaiBym2RG6DLlwrMzFocdGscdmokMpDMiHnHwOkLsj3M2DYZD8PoY0eVZC8FpoVtQ2NniNP0uHFxhpsXZkgX48SzEbVJru3U6NTazJ6eYnZ5mgcbW3zw+VNWnsmHpYZYwb92IclXz6dYPJFk4USKfafLo1qV1UqHUTXJuJaaCHVJHTM+ERo9Z0R3o82o2mPufJy5c3E0I4HnpdhvjPnw8SFfbFQp5X1K+YDpQprZQo6Q5dPzWmryOBhKJnmcR0/7PFrpEwuNmMm7SvS/cnWWq1dm+cG7O6r2KnJzYRKPRjk1n2SmGKW216W6JyNYIwwR+VMG89NJZktx4oFPPPDIF5MUptNqWOm37+6ztT3g/PV5zl+fo9ZuUO/UqTUGNFojGo3Rc2HyypkMV86kmSuEKCR9hbQZGxZtO8RPf1Tl7R/V0C2XZCEgm48wPZNTokirO6DVGVKtDage9jEiAcVFi0TSwN5xsLdHfOOPLvCN717g8bM2P/35Bh9/ssNUcsxUyuXqrTmu3Jpnr93n/Ye7PFptU93T6bZCnLkY4eyFqBKsD2s9hipHStAwYUi4aAlPNXIELauJS9920L0x4VigYiO6Tei1YG46ydnlDDOlGAfbXQ63e8zldeYKOlYySxAr07RhZWOL9e09bFsy0EMqrz2aEpFSiA8mkvdgBAGhIKDfcOhWbTIJnTNnYsyfSGAJxiWf5v7dXe7f21HTc7F4XLnbmk1Z83pqWjWRMInEIkQiEbUXaDaGtNtDAsaq7EFI5SvrWphUJkQyqRPSxcE2JJPIkE8WVf7tCBmW6tNsidA54MpSXtXpksVC2mAqa+JnMviZNG+/+4SfvvuUVs8lbMUwrDCa5am9gmCI7J7DpVNFbl2cUbNaj9b3Wdurk4pNk4rPMBqLs99QeZaH1V0GdpdyaYZSaUZhjaV6vT69nmwGPQrFDMVSFm88EYAdyQsdDJXIPRgMsEeOeo/JBjsIxJUYUfuNsddj7A2OEJeQVZlUaRLREpY+jWUUMUNRVZJJNXADOv09lYM7GlfI5ZLkcgnqtSa1akO5S2V/F4+WOHPyayxM32R3VxDAXSIxFL7GMJrYg0e4zgaxeJFYrIg96tAb1hVmWFx5Ucui368z6NcZiYNyLK7AMpY1j2UJF8xV1a6v06qv49lhDK+IaeSJx3NYkQS11ja19o6ajJ3KniATK5KyMqQiSXJFh1xpxMbuXR6tfYTtj8mWlojEp+jKNGbTVIjldqdJKDpWgxixdBQrvEDEXMSXiU5fhGZpcjZxvQr9wRa2XcMKncUKnaPf6dJuVlQzNGqKMz5E1EoRjaRkPpyxuGdEAA4LgjZFJJpVLted/S/Y3X+gsnzf+Vf/6nnH/cqf/o9MT6eYnknjeSN6nQ72sKdc057Xo1JfoVJ/Sj5bZKq8iKFF6bZHdLsuejiBFkoo3JkgBOXmZjzuK9dPOpMmnRZsoIjZ4iYVx6ig+mRAos7QqR9lWxvEojMkYsvoZOn1bAbDkXKNhy2Tvt2nJxZrDZVBLASACS5Zo1HfoXqwhud1iEtudVKGEJdIZRbpjzT64uYUlXc8UnuxVDJGKhmlNXRoDwXVLsKdiMMamWSCRCzOCHF+hhV6OCQisCe4ypESgzPpjDqmarXOzs6BygHOZEsqS1hpcRKRIHszGWg5crbryrHqY2qyb5uIPMpZGwTK6SlOdCWeyyRdMCYSDojKDa7EeIRNTMNULpaRLdj2CNG4OG2EViOiu0dLHOHNDqlMWpU8vgzBCT1h4Djq3kgZcIWsre5bpP0vzXNpIsvwypGwOyE6o00YzUpYPNbknmM5RYycKMDPUZ1yzicliotKNiQseE01uCPuWxH9ZUfmM1ZRA2HGWniSGy1JiJMnJYweooZHIjQmaYhboceovceguUWvXaPbFRF8TNhKqBIcpzjNo7EIyaSgrQ2Gkv03stUaZQ8E9z9W65gIhZOc4UChvwVNLq5tye2SxzjGUwudQqJNut2+IkXI35/QXI/OlScOaFlrjAnm9UgMUS6/QJDUIkxAPBpRYrDEC6jBJskzlqPVfGJRcUQliMeTROMJlTcZiaeIxgVdHiVQyGnJsTYYoTMK5D0tuEaRQDSGWoiBFmIkg5CSpSkDj3LvJrEKmlAbJg7EY4FeGfKOkcATM/eEpCz/qXCa4vSTcy1fFLE6pK6tieB9lEGrxN4j5/GE569eU/lZSgSXP1IZxseirErjPRoaeFn0miw7vyPQKsFHBhAmTt6JDvpC6JqI2Mei8PETP7oij6YV5JpVnsrnouFR5vTRtXosrh6LeMe46Ik4+Pz/Xjw3Edaei8gvhMTJNzz/1/M19HdkuZewvscOyWMhWAltx0r27+F/J8rq5OEnMt5zge0lUf25/v78NTnOGn5OZT/SFb9sGz5W/19yUx+tRQqjfexSPcYjHwuZXxI0v3z8f/uSAPzf/U9/8zuy/0R/fvE8JufhWCD8fZX1WJicXJ8vi+cvkNUvxgleFulfvq6OJN5jAfjlnN2jn/3iPL7knH75OL/81L70Uk4uz9//pj/ovH3pmnmJDP0CEf38kvqSuHt0eP+Fs6i+qgYp5DPlaMlWr9iRWHv8Gr7snJ98eSLsTmT/CZ5ahmNkEOvooV4sGEe4/skplHMg695E6JX14Pm1ePTzlXAr7x3Ji1eo9+OBgsl3qoRftXxMhmkmz+XFuXt+0atjkHgDER99dO1o9Qsmg1iTHAIRjE0CLGmpKtKElMJMW0KbcVQEgFCu2uOxqlQyQzqRUejnYCw58YEa/BaHcbO5T7OxTyIRI5vNqDgDiW+zHaH0gDMSo4NJKmIpkRYRKrU+R6s0gWHg67JeRxj54hxOkI6lSUfTfPzxu3zyyW9I5EqcuXKb/NQc7kiIR0NC3oCwO2A60Wch3SNquAxtnaETZqCXGOhlBm6H4agK2kjl4ZrhKCGzjGGWGbTbDFotGG5gjDeIG3UW55ZYmFtk6+nnbD35glQ2yYkzp4kXpmmK43McJbBDBLbB3u4ztjYf4uoa5dMXyC8u4wl5ZWxj0CGsCd5GsN15As8irB9i6odozg6as40jUTtji74N7X6TTr/JbDrLXDpLPK4TjsoA1ZB2q82g11P9mkTMwhklGNhJfD2JmcoSjqfwA4kGsRn3W4x6LcZOm5HbQQ8HlKZPUJpe4uBgi8ODTfpdGNtxdd9hZhyszDEdxCdthchFLTX31qzZ1Ks2T3Zcnm57pDIJSqU0eckrTQ4oJCTfM0M4mmF/t8XWWpVMNsrNVxdZXMjR2GpS32zRIU2XDNPFGCenI0xlodU5pNk+IGJZRCyTrd0e9x/VWN0fUBvptDyNWEroLB4Xlma5dmqRhWKOYiZK0tLZ+PwRG/cf4Zt5jPQ8rRFsinva6TOzmGB6MYE+bqG5bWqNgMOaRFtpPNnsq7p5OcGtSwmunpjm8vyCIpz9w68e8u6ddWZOF5k9UwQE+2nTaQ7ZXutSPegzd0pj7qRkQpoEmkmv7VPZln61x7Vzca6fjxGO5AhbWXaqA2X62Gt06OHQ0xy+/8Y5vv/mOfJCLtltsrVe51cPKnz4rE4/qjOIasQISAWTwdtYNkEin6AorutMFG3o4vUc6s2echU3+8OjWKQoD56MePB0jB4NKMxrZLKQNT2yptxvZNDDado9l2q9r3rPr15IcelUgnZPHLo+fRW/NFLv09l0klIiwVbTYbPp8PnDHnfu9cglx3znTZ3LZzV6AzE7aHQcg7Yj2eAyfClrg8uwKxTD4WQvboXJpPLkctMqe3pltcb6VgPbF5PXEC0ZQU/HSEQtMqEw2ZAMIOiqCokQ5VSI1mDAFzs1NmpdXF/6mAb1xiQSaGYRLt0KOH3S4kJhivOFaR59usPDT3fYbtgciKN8oHHYNOg5YW7dTHDzVoL5uMl0yKDTG7FS7fGs3ldDF4JWF41E90QLGbGy0qc/CvHat89x+9vnCH6zRfCbbT551uInewM2PZflKyGWL4dobms0dzQ8GeJJBRRmNS5fFsdqgvNzX+X8/Fe4+86n/Po//pT++JDypQTz1wucWvgaJxe+RuPxh+x88iOe7ezzqJekFYlx860QN94MkesEqh487PLOxw1W94fE8hrRgs7rN27x+vVXqK8ccufHH3P/7jYP2wbbY51Xbmuq1PpLhEFXSKF9Ol0xR5S5fKVMbb/D1kqNnj1GS1t44RC9WkC35lMsxSmWEmgdG0cJigN+fs/n5/c9jCSq0mkRTTUy+TDxcoxIIaIGd4VUceVkgVfPT3OqkCUbjpMLRdEDoYT2+OW7m/zD2+vsNgcqpzmSDmHIcLwzZqcWsFMNGBg+ftLHiAVkopCNafS6Yfq9MLlknPnpBNmUDA7JnSd0RrIOVHnj5hv80ZvfJdUZcvjb31L/7BOWvn6dpa/f4L23n/Lj/+sTthpN9DMR4idNFsq6qpPzIU7MhQiNfZyGx+72mB+8M1AlqGGkd5BGkRuXlsK8fi3F9XPxSUyaZ1NMXmEq8xoRd4zffkB7/3P+09t9/uPbfXZ6BjUvzOLJBN/+Wo7XbyaZKxuqvFYdv9VQ5rW2H8Ue6eitMXp7xDA1ViV46PlMEnMUsLfaYGu1zcerAR+tQmq6wNTyNKapY/e69Jsddg+GqvpC3O0aBBaESz7TS1G+/+YZ/uSNs9z7zS53f73Hk80mzxpdGrZLNB5R94fpPKREWxq61KsO2YzB17+R5SuvZzlh5FT94ztb/IcfrLDesAlPxTFKUbqDLt1+lz/+xg3++vtvckZEgHuP2L23xr+9W1cVSkIoKchpifMJqz5hOm2pCkYOvuPQqnpU9jx67QkRIR7TePPVOd56dZbDtTord3ZUvG0Nk1oQRrfH6MMxUzNh5hZNsHzqPRs9pnH769O89vUpLoTKnA+V8Rs9Rbvq1Bpq0GfQ6fCzlRFvPxvTGOkYlvQgNTTZxIiRMgGDeMC3rs/xl7dPMhOG7naN5laFSs/lsD/m4Y7DvS2HugjAMjItwtn0osXMoqVY1pW6NxGALZ+pDCxcCakKIrqqjQ2f+3fHbG27DHyfoeehDwIMEQNPJnnzfJpoDg61ITvugK2nHlsrPqdnYlw7k1Su4qA1IIHPxbMlLp0p8pOnB/xk5YBu3yUWhFRoYa2rU+9pDPqOwp6VpjROnTHIZnWGvQDXMZjPTzGXm+bOFzV+89Eu+4eCFYsSMqLECg7xvODRNDxfx+l69KqOwkHevBnl5s0I/b5Jf2By0LLZqnepdWyGg0BNoFlCrZUtqkw52IFCxBSmEmRFAHYmaImhL1APwckFk9w5TyNq60RtjTdun+Bb3zzDMOzwzpOHfPZsi/5uiP6ugRnzseLiAJQJBgmt0znYDDjYCPiTN4qqRAC+L4v+3oDKukOzMqJw1qNw1sUbSoaBqfCWsYRLPOE+x+Q0OwG1tiDffMIiLCrLiY7marx+zuK1cxblpYDovItj+jxaRdX2pqdq2JGpAQmX1olZku3iP0eTDmXyw0HlSYx7HiHH55snYnxjKY55qox7cpqn+wPe+ekqn392gCEODC1Mrqipkg1lsy5uEY0TpxMsnUlgRnRVzXqfnZ0WdtclE00oZ100rhONa+zv99na6NJUWBtDMf51Q5wJHoWyRXkmQiYXIh6XWyPBa4/Z3xYnlUtv6FLI6yzOh5kum0xNxdWk36f32nxyt4302BfSgufTaIrDYDym0/FUZQs6pekQsVwYYSK74RB7TwbsPx0QsTSVWa1LLoCcj56hJmFGTY/yYojyYpiprMFU3CAeDtP34/SDONutNlvtNs3WkH7TwXNc5b60wtJEFE68jjX2iY58lhazXLgxx6kLU3z6/i6fvb/D0pK4XJPYBNx51uPpRp9eZaTq+3+e5k//Ik296fLe++IaH3M6a6nSZnNos3kef97n/Z8cUNlvUzrrMn064HS5qGq/3md1t8lBzaFaDZQIHNHHqi6cm+baVcm3cXm0ss3uYZVIFKwYnFgsc3JxSmFm2pUebrfPXMFT1e5atDsWFRv2HZ/9/piDuk2z41BMGRSFXSI5dUNpxkq6iwSjy0RhnEwqrja34krq9Gz6Y0+FphfE0ZcXJKKuEKXZcJiiFeZkPsYbV/K8fqXAD+/s88O7B2xu9ehWHEJ6mKlTZUrzgqJsoXst5TCRDX4w8ujXO2rz+u2vvcm3v/YGK/U9Plp/xJ1nOzx41uTgoM9MVGcmpjN9YpqpE1Ps7w548qDG1lqTaASiEXH+53nltRz19oh7D5vqurg6v8hcusQPf7XGD365ysK8z7VLBtPTIRVEL/m5gkQVd8/hPuztQiIaUaJYOm5y/9MG9z9t8mffLak67PT46FGFZ/ttlpZSLC0l6dopVYKLf/DpjnKQvP7WApeul9lpHrDTOGTl4ZCn90RM8igWBQ0Lg3GIvhtWTdqY5rE4E+Ha5RxzcxEqvSaVXotYOiCekalcjUFnksksOF9/ZBIR3IQ0rCU/UfMY9F16BzZu2+Pa+TmunZsllY8TTUVUw76132LQ7FNYTJNfTLFeOeThxhYra22VUTxsatxeivLqUoyzFwqcPV9gq9/ms50Dnu61iNlZ4nZG4qQJyzBRLMCIS4PAZVwZ4nVGaqIxO6NjxbKYVoFK2+X9xzvcWz9QCPOI5TJfTHGilCOe1PDCA5XFMO7FGPfifP6gyecPGiTMMfNlOLMUUdf+tSsL/Oj9LX70/ja71TG2I861CCdmEszkI9R2e6oEdx1Ou6SyBgtTEabzESxB0o4DylMpZhaytNoud+/W1OZn+mSRmZNFqs0a1WadestWmSHttk+/P3H3XziZ5OKJJNMFg2zKx4oYOFqU9iDE2z+s8/YPa5hxn+y0kBEizM6KAJykUhtQqfbVNLmIBpgeVgYsC6yWT6Tlc+Ot09z4ymm1cf/ZT7b54m6Fa2csrp6NkJ9NUphLsN3qcGftgNWtLvX9MP1WmOXzpqruwKZaHygKA3aYYByC6Bgi0tQXd2YUzfXxewN0d0QkLUNF0KpN6sR8jisXSswUEzy8X+HRvSrnT0Q5vyRDNwmGoQSNvsfGzh47B1XGrsVYBnlCHpo1/n8pe88ny+4zv+9z0s05dE7TE3oGGACDDBIkQZBgWnLXpLS70u7KeuFUZVf5vd/YLqcX+g9c5ZKtF1LJ9ip4JW1gBAkCRE6TQ6fpfPvmfPJxPb/bPRiAIHbVWw8b29N97r0nn+fzfL9fpWwSWzEDAUihipDoHto0d0dUSxZPP1Nk9WIONxbDice5cfWIG9eOCANDqQYkG6wjk9TdPsnUxFEinkwQSySUfWqzOaTbGWGYPobl4wxlCjeGvGo6p5HOCKyTh8uIcq5KJT+LbkYM3Dp9u02nO4HwT5+d4qmz06xVUyzmTKZyMQaphKof/+oef/PaPYZOQDaXIp62IB4RmQHOwMYejLmwXObxtRkFIm5vHbG936aYEUurOQwjj6ZnaXW6bN2/S7ffYml5kcXlRaWWHbuiTu1QPxaltsPCUpnFpYpyGZBBLVErDtT9j43rjQhCh3xBnC8sXMdgNJykb8UTkl0u1+FJrmg2m1XZK+lEmZg+TcwoEROrPStGZ2jTHtmM3RZe0CSi98AqUGVrdnsK/oqlsNg0L84+w3T5Mu2WT6clYKlLZLSIaIC/jxY2SKdnSKVmGDtdBuNj9TBRKVUUmOn3jun36rhKARximjPEYktY8SpBbEAYGzBo7zNo7ROM4+BOETOqZHMVEqks9c429c4WhXSVqfwypXSFSrZEJZujUB1TrI65u3ONj2+/jx0GVGbPkMxM0aq5qhyvh+P2MOIacWmOZIpk05fIpC/h+3K9MgmiFmG0j+PtMRzsMh63SJiXSRqXccYyodsi8EZYuqfsC9OpklJqhyrzV0czkphWDiuWJ5GQnPEiu4cfsnfwEalEkl/97//Hg+bt83/431GpWlSqMaU47vd7Ko9bzOikIdfqbtLqbJLLFimX5pQKZDjwlD1QqHLrk6RSObKZnGrWjscdpVguFHIUCpPcOFGJiKJXRrRFHT4Y1RmO5d4griwV06k5sskzaJrYZ8twgUs8mVI1EgA87KkcX1F8SpZ3UuBdLMawV6fbPsR1Wmj0icd1pqbPMTV1jr4jA6KScxOih2JRLGBuYkHZdXy6jsdwPGQ87Cm0VsxmlKLalnzd0JI0CmWjJQ1nySsUiJnN5sjlctTrLfYPakr1XiicAGDFMQW8CQUW2D0p1VAyUCUNd/lfgbBi8SuiYAWgVPPaUSWZfPGYqI0M4maMmBnDHUc4IzmfT847AsdFARX40rjuqIGObC6vrM9FpSUKK0+soG2bkWOrwStd3EIEZIb+yfuUp5f4ifJLUxb5ik8/BIBP/3OC2ybKXZXje1ITcBqoz6lygyNDne/kmUhKnJkM+VyyDgnwBU7rMlltquctWV+aH6D5PgktJG2GZK2AjNYlo3UIhzX8/oEaeKjVm3T7I8xEDjMhVthpBXBF1VUoZjEtg3a3TbvXfiBXVhbBQuYFRsvwWQStVptmq00ymSKbkzyoJIYp6iMTx3XVeUbyfHs9iVsR4DChGwIXFOQ/QWUTe+vJdpzkP0tz3lT3i6Jyi5vmSbNeFMO6PCASeWNiYiMaiyuYP/ku7ghZUukcmrIIFwerSQkMFstwUZUoZbpkEWsmfS2GI6p6FR4cosl6lAFjOfYFzCi19STfVxy95fupsvtUWacA0USEPbFSnkwvKCtQWYZS5om6+ARQSRNhUicLi8IT4H2iTJ5o/U5gsjraH0DFCdD8BHAJKDu1AFcnIsXIJwBY/a6y5z7hmBN8fZqo+gCSqr3wROF6aqgr2+oTEaNCR59AXQXFHySznkDxCQx7+EtBvBMALIBNfSlAPbG6/bt8/VaO8MkfTdbfqXn3717S3/Y6CpzJQMmpOPlk7So0p+DZCbj/nJeYKPk/CY9V+/FnQdwpBH7o+2+to5Mf/Pn/9CcP/umP/sd/8YW5tg/bLX8K8n92G5wOKXzGqvl3AtaH3tzD4F5tuocB8N/h83zhuv8CK+nftTU/bdk8wfqfm637mc/w2eX9lj202oQnAPgU/KoPezoQ8IkW+HQ1qm1/cjRNBkMmZzNxRRA3jgmfP/m7k8Nicn061SBPsruVAf1DAxLymhO7cnUKmcQonAxyfHLcnwx5TCYuHljGP3xInQ7byDTJ6QCVfJerzOnVR77LEJLETUjEmJQMEkm/SN7m5LxrEnoOni1WwWP6occg9Mik8mRTeUwZVPIjxJwtbspQdkCzuUejsU82l6ZcLiqXBhFIKPgr/SwH0pZJPmGSUEkOHrrpKotigbmBHqnytCQ+KUUU8ok8uUSe99/7Ne+9+wkArswsEHkjdT0wxd0lcpnLOyyVXJKaz7AXKHHBSK8wMqqMgi5jv04YjtRglWUkSKQXSGQWGTSOGTaOMYIDEvohucSAmeklZqcXqd+/pSxQE8kEpdkFYvkpBnqBkZZFG+vots7e7i02tz4iMDXmL11havUSnuPjyrCVSmXtEsoA+DiP74m9ZUtVzD9QNXYk5iRUUVftfov2oMX5mQUuzCwqAIxpqxiW2kGDdrPH/GyB+Rlxp4urvk+gpYkXqsQyBUajPqNhH2/YUhX4khs8VvfKxfIChco8ndaRAvXjgY5np/BlkDjdV5VNaGSTGllTJ6sb6CKOVEPSHje2fVU5GeifzlLOQTU1pJJySRUrJItVDnc73L93TD6f4KnnlpS4ors/oLM/YK9nqpqfSvHImTQrsxZjt8vY7aghL6nt3QHX73TZPLRpeAadUCdbCFU9dmaBp8+vslDOk0vKMH3A3u177N6+h6cVieKzdFyD/XafQeAytyQ9gDyufYRr1zg49NnZ19k50GmMQprjkEtnTC6dsbhydpYnz57BG8O//8kNfvn2JtXVIpUzRcy4OJ949DsO27f71PZGrJy3WD5voVuaGgoc9ENaxy5moPPiYyVefLxEf2Sp2jwccHOrxUFngBv3cBM+P/raGj/86hrFIMLeaXN/s8lrt+u8s9VilIJREnKmRcmw1D23lbaIi9NZxqScNRg0PNoHHiM3xEuCkZRtoTOV1nnrw5Eq2wzIzoVkixFlgcHJCNPKYsWy6rlS3OsyCdTz/+p8kkgckLQ4vd6ITnuAGWoUEilysQSHI5vDsc36hsfdOz7lXMTXntO5dBa6fY/uQBwm44z8OOOBx6gzxndcEglP9YEy6STZjERQ5TG1Av2+xr2tBtt7bXzdwzM8EqU4qYo4e1mUTY2ycsVKEQVJskmdQlqjNx5zr9bmfm1ApxHQbQb0PZ2Br6vtceXZGOdXE5xJ51jN5Nm4c6Sq1nVoehFHPbi/b9DqWbz4tQIvvlTgbN5gJa7RaTpcE/vv3SGZapJ0NYHuBapfub9r89G1Ed2xxbd//zLf/oPHGPz8HsOfr/PeRo+f1jzuByGLF2DxgkZzV6e5o6uBTS0bMrdi8JUvJ/nSs0XOTn+J1ZkXuPXr93n3r37K2G1QuZhn5tEq89OXWZi6zP6tj9l491dsH7fY0XI4hQxPPZfg6efjFHo6xZ7BrRtdXn37mPWDPrGSTqys8+WnnuPFp5/HPWxw/633ufrRfX614XO17vOVVwy++k0ak5qkAAAgAElEQVSDFCa6CIaaAUd1h1bX46nHyjz5eJnj/S4bd+s0+jajuI6M5wzbcYatOJcezfPI5Tx2bcD+B8fsbQy4fqhx/UgjXYqRkUpJNisqDlDPmpA2GAUOQ9/lhcfnefm5Vc5LPzCIk5HzjtsCp8lPfr3Pv/nxLvdbDsmpJDH525GrqtYKOGoFBEmwKhqJnEYpHVFKQbNh0myapBIJZVleLiTI5hKkMyZjWthai+ce+xovP/sDEsd9dl/9BUdvvc657z3L2e89y4037vHWv32PrVqDbsUkmjJZXbI4uxRjbSXL2pksdttm/16be3cG/IfXHP7Day65UoJcOUG+olGohCwt6ly5aPHoWQszJoMhOqXkJarJJ9GHPca196hvvc+/+rXOv35NZyg567kE84txnrgQ4/K5BGtnMuo17fqhqvY4oO7GcEKDvGZQkOfS1Bg/NSJpmuT1FP4Adrb63L8/5Naxxe1jC13c4gppxW1EmeqMRtTbAcetkEFXY9CRPNsYxbNJVi7keeXxOV55Yp53X93j3Vf3ubPX5n5/oBTXppFQVZm3qCyY9HsOB7sDxQe//59UeeWbZebGGeZGGV799T7/n8Reuj7Fs3myK9IX7VCrd/j+S8/yZ7//MouuS/snv+Hub27wL3fG/Msdm3gO4jlxXZPnS1O5kmbTMWWhH/o+oSf5vQH1g1BZNMu5OJPS+MZXl3n5K8scrB9z6/37bB+MqXsWDddUTlhSM9Mx5ucTyv30qDMiSsAL35rhhW/NKgD8qDGNe9TjYH2P1lFTAeveuM8bmz6vb/r0AwMrKW6pmnI2lnznqUs5qhdzvLxa4nurZbK2y95mnd2tBo6hYxsab28M+eXNPvstT6ShRiR5cDMLBrMLBsdNUWJGpMOQ2Vio1EZXvlrgya8VaAx6NIc97m56XLsecXA4efiUi0zUC6AX8OwjRV56uoqZD9kcdrjXbdPYjmhsRZybT/LYuTRFEWB2Rwire+LyrKqf3Tnm53eOGfuQT6bUTcndnSF3dwYnwdUBi7Maj5zXmJ0Sa1hLWZ0FZhrfSHH3Wp/r77ZoNsWnLamsETIFj0xBsMQEAAv0GErYMgFPXkly5UqKXk+j29NpDT0aI4fOyJ3Av25AXMCGLgBYbMAi1ZipTOcoltME/kg16cTmxo8inABGcsF0IxLdiEQn4qWvrfC9759jGHP5q6t3eefOAV7dwj82iSUD1UgVeCYKNmlA1Hegfh9+8OIMv//iNEPT51qzy8bhgOMtm+6xQ/WipapXC6hvTTJO5hZMZud1xhKiPRbgBgKBPT/ANHw1ASk2m0oBvBbnuYsJJJ4vMRfgJWD7UHIUDG5+6HHrIx97FBKLa1hGNMnk0iOVS5nI6AxkkmpootsRGdejaoS89OICL724yGZ3zId7Xdb3euzvyDTaiNEAxgNNDRfML0lTKmLQD1RzK5mFZEYayiaxuKmUu5ItK5m606Uc1UJGgbFE2mR/r8fmZoteX/JFJk0Q8Z+Xm4VYXCeZNCmWYkzPxikUY0ShoRQcYtdcqw/wxgGG7FsZgyeeznLlmSzb+2OVDWo4PgV54HbhsA+1Hiq3sd/3mFuMs3I2QSxvMIwiunbI4TWbw+sO+bxFdVameqDe8hn1A3KGRt7UWL5YZfnSFCkjQBv2cfsOR4dweARNbUyDEa4vOZeizhbldoBlBErh4wJJPyQdhGpKUZSBKxdnlKrz7dd2uLCW4dnnKjhawPt3Wtze7DGsBwwbAX/vjyv8vT+ucnho87OfNdnftrk8m+Gx2QxOOY1bTnPv9pAPf9mc5Pyd85W6fy6bYT6bpisn9r5LuxfSbGp0OhF6IKo9h/Nnp7h0cRa0CYhptFukc5DJwkx5mtnyNM0Dh+07bfrNPk9cNrhyWcfxJDcnxV7HZb0+5LAnucoaTqiTT2rkEzJwIPYGjhpa8KQZZliUcnlKuQJHhwPub3fojxwZCiaW1KkULapFS1mHix25YUNsrLOQSfHDby7ww1cWeOegxzsHfT7+uMW1d5r0uw5LogQ8m6SSTVLOyg2cq6yIxn2b9uEQfwjf+843+d53vsFm44B3N27xwe1tPrp5yOFRh5WpBMvTCfS4qaxv+n3oyMWrI1aJjnrYe/KZCk8+W1WA++btJnZf48LMPNOZEn/z+jZ/8+v7nFmFZ56KMzsrec0y0SeW46Jo8dla97hz0yObTPHUlWmqpRQfvH3Eh+/U+O7Xp/ney9N0nCHXdxrsd/qcOZtn5WyO/cMkewcJdrd67KzX1PH71HPzrD1aZqt2qGr7js/2rUg1zucXQ6oz0B0k6A6S6IFLLLRZnrFUVunyYoLGaKgqIVkLxVANx/Q6MGhrhGOLcGxObI+qRYbumD2Bl60+TsODQcTjaws8sSYPszG0mEEo2UidMd7QITVtkpwy6HjyGn02todc/9imue9xZTbGE7Mxzl2uqtpq9njv7iH39jrMJMpMJ8uTKfMwQs9omEVD2VmEvYBo6JFIucqGOVcoUyhN0RwFvH7jPu/dE1eCgNALWJ5KcW5B1IuGgrV6XMPtpVVdvd7i2vUmSdNhrhJxbjHO448tqPr5B3uq9usuw6GulGur8wXmSmn2NzscbHbJVKC0YFCsGFQL8mBkyrMyph0xO5djfqWo7M4PjmxaHW9i3RDXT6bSegzHYllpMBhGNFtj5RZwYSnH2pKcFyGX8rBi0nBP0htb/OqnbX750zbpos70UoxiJU6xkCGVSlCrDTkS5a/ENKRkmi3A0Ryi0Cc31siPddaeWmDtyUVu3uzz6s8P2bw74LtfX+a7Ly8x8EbKYWKz3uTG7jE7R0OGLQt3aLJyPsaZ85aazJWMlNEwwBsY+BKdYPlEpq9s87P5lGpm260RwdghVdRUjVT+UMTZxVkury0xVSjw5q83efP1TZ55vMSzj5Wx0jH6gU5z6HBQa1JrdPDDOEEYwwkkw9FW8EMLYxhYpBMyPKHR3nepbTtKVfzVl6Y4/0ie45FHfeSyud5WVuyiVEunE2qqdjiS3OUxsXhMlSgUrbioXqHTFnszG8MKMC0fWzLfe2LdLxa3GvGE2ExnqZZyTBWnqRbn1GT8cWeT484+bcln6jh89bEFvvrYImvVtBokyScN6jrUdY1fvLmlauwFZPPSBBIFsAjvogcAeHW+yKUzU6oBd/f+MTuHXQoCgDOzShUrOVoCjNa3btHqHLOwOMP84uwDsCEWaDs7NbrdPufOz3Du3IzKG5UadB2VJeWMbUzDwYp55PICUlJ0Oi71ugBwg/nlPNOzYgsnGTByj5EiZmYwEL//IqYmwFCUe3EOmw0Omk0ChlhxWabY/QmoTyqYJkozxx0ytntomkUhs0w2taDUxr6boN3bpdldx/MaxHRxOXHJZubIZeYZ2h16wyMFBqvlslIfdDvy2Y7wJwORGOY0sdiCsle29SaO1lTNJ3/YBC+P4S8RM2bIZEsKODV6G9R766SsLPlkhUIqz1RWjrk01TmPqTmP25t3+PDGVZU9l68uYyWK1GsNGrWGGg4wzIBUappUapFUahnTmFbvQ9SjIuUb2/v0B3cZjQ5w7QGB6xEzzxE3zxEFcm4aEQaS3TZCC10y6ZIqjBiBZqKZArWyGFYGyxSVY4b9w4/ZP/qIdCLHb/7pP33QX/76P/qfyRUi5fYQBCOGci/ijJSKPQzHjOxDhuMDMukc+VyFMLDUg1S/5xFpGVWZdJ6cWEAIALa7+L6t7G+l8Ugkw4ti4SLN4QA/dOgNavQHx0oJKer6ZKJKIj6HpmUYS+6zK/eXoizOqKxAW3K4RZUinznyyKaSZNNJnGEXsW4URfd4VFcPjUuLF1lcvETf0VTJ0KWkBErmjcC5uNxHngDgkQDgUQ8tlGtpXNk72oGBHRokTYt0TMCgQC0htSGJZJJkKkm73adeb6tnhkymSCKZVTbYypZXNagnJfdBYmGZNKThJw1q2Z8Fgk/AoYrLFpCnGuiuAufqftzwiZuagr9iaeiI3eE4IpYQ1wGxqzZV/mEYhHR7PXq9nrKtFJAo970KAAc+tuthu66y4jZjopaSZzHZBhqeDBoE8sAqqlVRck4UpAqqnShaJwpgARYT6Cv5jArynfz/6ueaPOH5quuvaaay/I5pOjHNQBcr+VDU02LnPUmDFPjraZOsYrGw1n0PzXeVg4wMWGbMkJjfIOY1SWojUrpNp3XMxtY2h/UmWjyDHsuQLxRVlUoF1bAXW9CdvR12dndIpdKqBLbJPYBQCRngkXUmAFhKgHmpXCGVyihbZ3lwPwWE0ly0bRvXkXu/iYpYZdFqOq6KtpkorD1P1Fo2zUaDVrNJtVJWJdhQ7Ectw6BcEtV4lpE9YihWW55LIOV6atnSJEjGRdkeRxNbU8Q2M0EqkyWdyZHJFcnmiuiWZAlbOHqcoZbA1cS3SUdT9uuacs0UVYkMgHiqNDzZF6JI1Sn6PIWlAgtlfUgFQTAB5QJ3DFMNEYhiX9adgpYCRNUeMMFHJ3vDCRyWBrPsj3KMy7ClLCuY/L0iu6cY7hN7Y9nPVF7qA9h0CofkUJgo6U6/HlboTpjUJ5D3FMeeQmr514f/+3QZn9genwKwk8GLExj3qZziU/Wv2t4nFsgn0OrvAn+/CNypdalm6ifA7Iu+vijH9US7eQLvJtDudNkTA+/Jzz4PRCsw/xDHlncxwfyTr98Gll/8qf/1//JnD37hD/+Hf/EpBfBn//JhAPyFn/1hwfcJIfws2H3wfj+zoIdf47Pw93e95he9r9N/U+tS7iEfej+fXV9q7/y8gYJPrddPRhsefj9/23r/3P1FDUsIyT2Ftifw98FLPLyPnSryTxTmk2mfEyuAiaJfPpqyrH/IQl2OX+UOcKKWnxxj8juT4+Ph4Y6JKcJEuTsB3ZPjdfLnp8uQfz89tk6/f7ImTt0AdF3OKxPbfqUmVsMNE9B2qlhX9vji7CAw+GQu5fSaGbo+7tjBdR0cI8A2xKo5RcJKY0aGGpgxJatRTndRQKOxR72+p+5l5XqSSIqG0VJOcqd9s4ShZvxJpw0y+RhiHiGOKVI+oapQrKDlXtfKkImnycTSfPDBG3z4wRvKAvr8Y89TnVlAE0eswCGm+1iGTyVlM52W3qOHPYxwxtKMLTE2S4xFAew3cN2BAlPilpQtrqrq1Q7pHR+Q1BsUUh1KOYdSsUqpUKVzsKlKhkVimSx6ukKYXiRMzOBLj20QcFS7w/7hNaHKzF94iuryIyrSQCqOTVK3CVyD/jCN65pkkh0yiQ4ZrUZGO2Y4btEa9JV1cdfu0B13uDB7hvOzq2pYz/FGdDod9ndqNOsdzp6ZY/WM3JtDq+MT6DGylTKJbIbj45qq0JFc1RGG4SuXJDMusDI7qUiubj6ubeCMLUZ2SM8/puvXmZ9OszCdVk8O2shTitbA1RiNIj66a/PR3TG5fJKZmQwlsUhNDimlXbLVKXLVKWp7bXY3jshlEzz+5AqLixWGDYdh3eGDu10+vNtlcSHNM49XePRCBi8c4odDNAkidn3u7w24ebfDRs2h5hu0MFUEXXnK4NGlea4sLzErz9xmgBU51DZ2qG3u0B4maTt5BkGSsdwDJGPMzeaZn8vR62/SG2ywviURhLBbM8mWM2QrWWaKI6aLYy7MFdXypY/073+yxa/e3qeykqJ6RtxGNBKJiGHXZ+PGiMNth5ULaZbl/Ucy8C3PtB7DXkgmluDbLyzz7edXuH33mFv3jtnaH3L/2KU59vFTUgF//M01/uibF8l7Pr3NOlsbDd642+L9+x38vCaPTUxncsxnirJbMZRIQH9E0tJIWTq17ZC9ewHpXI5Lz82weqFAMXIo4PBXv6jzl7+o09VdUkuR6pNMpSKqKfACC9ePkU4ZFAs61YLFfDHBTD6BlchgJdJ0OiMajT7jnquiGQMnpKs59HRxoCthGlVKaYuFkkM+OaTTb6sauynGXpL9+x5bN0eMhw7nL4WcvxSRzeTJpvM0Dg227kQc7Lt0RkN69li5lEkkpJHS0dM6xazGdFZjJisxISV0o0w+pZHPSAyMpwRkh7URG1d7rF/tM4xrDOIa5x7N8vyXyyqqrSCClcCg2Wyqe0tR/zXtgINmyPq2RqNt8u3vLfDt31tgJWUzF3Vp7A35+IbNtbsOqeWcKhmkZzTi/taYd94b0R/G+bM/fYI/+9MrHP78Bgc/v8G7dwe8eqCx42nMnIPZcxrH9wPqO2LRH2FlIlbOxXjlm0W+9pUqC+UrLJafYOO9j7n2y9dwvC7l1SLVs2VyqTT5ZIa9O3tsfLTBfndEM5UkqqZ54ukcV57JkxukyQ8z3L/X5MOPdtg7bhPlTMibPHXhcZ4+/zgi769vr7O+dchv1kfcrDk894LG81/SMJ0Ar+XTOArYP4qo1WFp3mJx3mLYl8zYMY2Bz5Gr0Rhr9JoWvZbFS69M8/VXpmhtDvngr4/Yvt2jH48YJGBxpcLimSpmqCtQZktueBQwjHya4z6t8YAvP7/Cd765xoW5KukwRsrV8VtbeK0tfvlei796o81WMyBMxwgMk6AfqHOsCJIkQ17PSga1sBw1s0880hiNTca2iGR0NE8jmTCYmo5TnYlRmAtVPXn+6zy39gO03S7bP/sxe795lZXfW+PM9y5wdO+ArbfW2dxvs+kE9GIRaxfiXJBaXGBtaYH6dpurb21y41qd31wNeONqwOxKldkzVaYk9nImZHrKYbbcZbo0olCU/OQyOXOWnDGP32rT3bvJ4eZNfnk9xavXU8SmUpTOJMnmROnvUk1rXHmkypOPVBjX9hnV9jnujdkbB3iGyepimbOLZdr9Gu3eMZqjkfRTOAON/WNb9Un3ezkO+jmGjoPtTsQF8lwpzluyjsa2SbsV0mwE5GcKrL2wyKXHpngsB5fzGq/+bI9Xf7bLbmdI13IZaSGhLXGEBvPns8yfzzDsOxzc75DNRrz8/TIvfq3ITM9ktm/ywYdNXnv7iLFlMvdIheqFEpt7LTZ3m3z9+af40StfpdIZc/gXv+LOr6/y1x2fv+4EhKL+zWpYpkVSi6vnXrmmC6+ReweJCe12IprHAcO+xDB5pBIRL724yktfXuVgr8bt61vs7ffp9jR6Q510ySAttuv5OJVcAnvks7PXxzMCvvTDaV740TSX9bKq3r0m6+9tsb9bp6m5NDWPrUbIZlOcO2VQPK4G8NstWwlVvvfDC/zeD9c4Nx6yVGvQ2u1wdb/PzdqIM6slVldL/PTjFv/Pr2vcOxAhgGkqADy3aDC/YHBUD1Ulw4ipWMjStMWXv1XlxVem2KvX2Ksfc2vD49otnYPaxPJUrI/Djk/Y9fnSU9O88pV5oozPtXqNa4c1hvsao31YmYlz8UxCZfwGPZuMoXPlygJXnpjnFzfr/OLmMb5mUi6L5ZrOBzfrqkxPw/I0VqfhiTMRK/Mm2VKaWDbF9jDi/jBi5+qYnfdH9DoaQTJGlImRyQVks4HyyBaloDsKcPqSJRHy2OUUjz+WotmU6cCQgeSAEDH0ZCd0aDRcEoZGXG5A5fp/ogAuVTPkSynVTAuCsWoJyVz82I/ouCE9OyTXi8h1I77ytQW+9Xtn6MU8/vLjLd65e0zYNFWJCiAWC7CSIUZykpXS3NVo7Wn84Esz/ODL04wsj+udNpvHfVr3bTVZVV3LUF3LcrQ5Yvtqn0xCY+1SknMXE7Q7Hq2uy0C81AdyQZX8QMn58BEjNCuCp8/HePpCnMq8TnwW/ITGXsNkr2Hx4esuH7wuKsxIWQfEk5IBG6hJdLHdluoPLTrdGLlIZyUecqFgcPnlFR77+gpvfrzLX/7iDtu7XSKx8nU02k1R/IacOZ9m9bw0KzVsO8CVG3jPxvUdTJnQNy2lHuu0PPTIYL6aYbqcJp6ME0vGOTjosrXVVvaUsUSEGUPlMg5HEYGnEfoa+UKM+cUUM3NJ8sU4hUJ8ktd7PKBx6NDc95Ub+DMvpHjmS2mc0/w51yfu+Ay7Eev7OtvH+sRmL/BZXE5w9nwKLQGNocNR0+H4mk/tmkelmmBhOSXOeBy3Xca2z0xeZyZvMHdujrmzc+iei33coF/vs7flsrvl0oo5tC1H2QrF5aSiLA8F1EseHjhidRRGZMOQpaUia48vsHhuit/8cps3Xt3ikUcLvPiVWXXCePfmEbc32oxbEeMm/NGfzPKHfzqrpm7+3V8csrM+4ukzRZ4+U2CQMRlkLTbvDbn5VkcprotnfEoLAaWYRSlmYgc6A2F3I41WS6fbkT6ng1D5xYUiZ1YqaEZArdFgMO4qBWm+oJGLlcnGyuyt29y90aFdH/DCCxbPf8lCN7LoRo7d+oibOy0OO45S+IaGqK7loUtT6l97ILZ+klYaqSZRNV+iUiixtzvg3kZbZUNLloxMUBWzFsWMhR2Nkf8T1bXXhCkrwT/8/gp/8v1ldvyQ3SDkjd8c8+O/2OVgr83ZixqrayZnZhY4MzOPZw8Y9Bv0WqKWHmP3Db7/g+/wez/4DhtHe7x76zof3d7i+p0D6o0uy0tpVhbTdCWjdTDCF9tZmQgOY2CP0JwRjzxe5ZHHK8qyen2jiTMIWa5MUUzm+eW7+6pWzmhceSLO1PTEzsWKiTWftFADbl0b89F7YzLJDC++sMD8TJZ339zl3Tf3eOXFab714jSjaMxGvUndGbIiAPhcgTt3dFUyBdU8FEWyxpWnZjh3scT6/gEbB4fsbUbsr09UCkurAdPzEY1mikZL7sBtDH/EmVmT558osLqUpDlyaI5dzLyLUXAZDAM6zYheE/yeQdAzefziEk+sLdEedbmxs83hUZOoFxJzDR49O8cj5+ZVI0OOt8iXTOoIIwjR8x5awcWPR/ixiPt7Du+9M+Roy+FS2eBSxWTpkTKLj5TZOOzx3vUjtu73ODdTVeU6IZ4TQVrHqEjYpKZcCfyhhyXT1OGQmdkp5pfm6bgBr13f5O07uwy7AcNuyMpMgrXlJDNzJmlxiE2buL2cqo+uHvPRx8ckDLGAhtWFOI9cmuHRR2Z4/foBv75xyGFDnCl04laCM7NFpgtZtm432bzVpLposnQpQblqkk+jctS1oYzjRswt5FhcLajz2mgsES8+rd6IVn+IFziqgsgkJMbI1tk/7LF32Gd1LquqlIlIx21MK8LTk/Qdizd/1ePN13oUpmIsnEup85+oMKVhf3Q4Uur1fNliai5BaPo0+n3skUM1NKmGkuFdZeniFDdv9fn1r4453PX5k7//pKrbW9vc3rrPRu2YLbHt7YiNlwW+WJhYzC+bjD2XjlL3hTh9sQmXNvKkbVIoJylNybBFSO9oiDMQZw6dTEmuEdJMj1iamePC8pKyVHvzN5u89ZsNnrpc5unHymq7jKJQWbvWGmKXJRbEJp6o+eT86tlqcESuA5LHXsqbFPOGGiQ43HBYnMvxrW8vcuHRAvf2W9w9aHF0MORIboB0sYC2iMUNZUFqO65SjEnGqUCFCQDW6XUlT91VmbwTBXCgJv4ENEqzWyxK52emWJidYro0R7U0p5SgO8fXOahvK4Da7Xh84+kVvvn0CmvVDDMJHRH53ndcVW98sMvrH+xi+z5ZlZtlYSQMNcktCmBnMGZhKs/ZhbJq2K3fb7Bb61PKzVPMzZHJTpHOVOn0umxs3qTZOWJuocLsfFXlxhpGgt39YzY3dxUkubg2x9ravGqiSZZqtz2mVR+rfNpiPiKfkyxpgWIpGs0BR0ddBcrPX5pjeXUKsVSVrODAE3VpnMjPglfCMgqUStJoS7G5f5/N/W0iYzxRSacs9LCIHknWaYTwCGmyuF5XNSljZpGYmcc6qcPjO+zsf4w9bqos51TMIpuZJ5ueZ6QAcI1YHKaqRVJJi1brgFZznyi0iEIZFKximDNKsTGKjlTp3hDNHWCF01jROeLGvIJ8ZjxOe7hOe7iBpcVIGlmy8TRT+RTTxSQzSyGziyG31td5/+NbtAcRyfwCWiyrVAvt1gGJpEkyJVOiF8ilLpNKrOGHSYJQRuEHYEpG8y6dzjqjQQM1hh1YWOYCpjWPrgYZPCIZanAHhL5NNlMmmykR6TF8sdU1khhxUUVm0JXVb4KD2lUOa9dIx3O8/c/+2YOO63f/i38yGYZJO/j+CNse4rlypytA0sZ2atjuEelUlnyuTODLIJ6tbKADUoRRmmymSF4glaYxdvp43lipiuQIt8ykKt2QZrXcxzr0Bw16g4YClgK5LKuAaRSJSCo7ZAGUliXvP3synClxJSOV3+y6fXKZJPlsisAd446H6vos2zUIbFZXLqoaynCMK1O5okkVFxYdU7KJDYOB59N3RSE7wh6LxaFD0tSIG7qaWJbBs3QiQS6ZVBDvFJ5Nco1lqMumIzleoU5CGk+xlAKgAq8mKt9TCCwAWNS/OgmxiFTqW+8B/JU1JHharDUFbIsFtK65qqRxJvDXMixciRy0ZZDEUBlDci4RdaIcD4PBgOFwqJSsyWRSNfTFtkxKMoDlPlWAopS8GWmeyy277WhK3STrY5JnKypgae2fKjyjEwvoU5vcCQBWw7wnMFgAMJqnHtQngNRSQNHS5SFYV/upAGC1SG2S/+vrxsTO2HMnmb6hR0xK8n91sYL2iEY1GNbIJyJKacleb3N3a4uDY4kwSKPFUxQKAlaLCrhOTVXUOfbuvXvcuXePvKihc7JfxdRktjw/yOcXyNvpdJVqOpfLU65USacy6udyTpffNyUXWNafAGrXxbEdlRcpy5GS3HPHnZRAYFn3R4eHHB4eMj87y/zcrPIiHQ56yiJ5eqqiIHXHHtEZj9XPR32pPvZggCPbTvYP8WANxHI8IG5Z5CRvWiB1qUSpWFbuUmbMIjASOHpS3R9LtIlEnLihgRsYONGkXE2cPwxc3cCVjOITm2NhMIr7TMYOVDyBLvE0gQx/iAJ4ksU5UeCeKExPxKKf6GdVIrE6vh9YX+uSyaw034QCgN+ecdkAACAASURBVE8UxZN83gkMOoVlao9XVtkTGHq6v6nMUTlyBEgrafJDUOghhepvQ7xT3+RPAOYEgIpC+CFY/JDUcAKQPrHD/dQyT3NkT9S6D2yZv5jXfjElPYWrJ6D2FLf+XSHw58FgsVSfqDcnsPcU3J1m0J5mIj8MJR+AsxNIORGMniDzz1E3/21KZFn2v/lf/9FDAPif/63r4Xct81M/P8l0/l2K4YfB6+dpsj+lLv4cKPsfA6YfLOs0S/gh5evnfZa/HQBPoOhDBt+/BZW/aCV+avkPW2qf5KmrrXliyXwq+1eb+8G0hFg0T5TD6v2LcYNyp5NBHh7Yup9C2skA0Kdr4jRwouJX6+MU5Mr+GKBp0rj97b+b/OzEulpA82mm8MPHprKjDyfgV5WmLJsVcJ7YLqhBKlUyMCfvX+rkmLZ0CylxTXPH4szgESYgTGjqnk3KEKcKdV+AcvqQLOBGfaIAlhgJOV/LPa1hJtEMiQ3xGckzo2SaxkIyGYt8Ua77Bu1Gm7YMnIrDhVz7rRRaLIMZz5Cy4qo+/ug3fPzRm2SK05x79DmmZhYxAh8z8olbAfFYQM6yycfG6mf+WFIrdFwzh2vmGft9pTQd233Gw5FyHsmXz5IrrzKoHTA4PiAb71IujKgWfQWscpkc/eN9Bsd7SqXrSARHokii/Cix/FnsjoMtysLWOo32TbSYyeyZp6jOX8IZD3DH/clQlilZvCbtfgLH0cimu+RSXYpWU1V/WKPeq9Po1RkFI1XLlUWWq0uYGCo2pt3qsnP/gMZxi/PnVjl/fpXh2KMp91CaxL/lSGQS7O7us7uzhxbYWLq4cBmk0il17XYCE8c3yKWS5NJJ1TtU/cC+Ta1/SK13yIWzZdbOljE9H7vRJxxLDnGcILB470aPd6/3yOUSzE5Lhq9OKWVTzPjkp6rkpys0Jbt3u0YmLbFFS8zPT+EOQtx+qGK5Xn1rl8XFFF96boorj5fQDFeVPvZV9qg08W+td9k4tpVtbR2DmYW4qouz01yemaMqDi7Y6P6Y3mGT3kGL3WPYPpZohzRWsUi6VGBpOsfidI56+4aqG/f6XLsbsV+3OLdW5fzaFNlEh2yyy0IxwWq1xKANf/2LI954t0l52aK8HCOX18lmdEa9kHtXHfY3fVbO51m+kMcOhnRHHTUoKIKqcibDt184x3deOMubb9/lzXfusrk/5qht0PMEdAjwCPmT76ypStsOzTuHbNxr8NZ6j4/2BlABrQLzxRLLhSl1r9AetukMOurZRXKZt2+HrF+NmJmv8p0fXeD5F2bJOyPy7pj/9y93+fO/3KWh2cSWIVURdbBGNQm2p2F7EosWZ3UpxWw5Ts40yFoWmXyeTD5HvTZif7dDqzFi1JeoPgc36eAkHeYXV1hZXlM2wtqoQzBq0x826A+byoFQamczYuOWRK4EPP3lkKe+JMOjWUyyrN/yef/NITv3xwSWRxTzVTxbpmDhawHyRJRNRcwUI2ZLBqnMDMnMtOrvFDI+MdMkChN06iHv/3yH9362Sy+n0ctrnLtc5PkXZlhZyDywzI3EZt4Y0B3bNHouuzWfO+shxw2LH/3hRX70h2ssmE3K4z2ONzpcv+py7aaPsZLHOJNX9vSGO2Zna8xbb48Z9eP8l//4Cf6rf/wE6z+/xr2fX+XduyNe3zfYcw0qZ6CyAq1Dj9aBq4ZDM3mDs+dSvPyNEl95scpU7jzTufPsXr/FvXffwQ9GlBbLlBaKWJE8Mw/Y3+ixdbtHTdweswb6VJLLV6qqcnaFrFPmSJSPH9/m+LgB5RRaJcWFypIqya2uN4/Ya7S513A4GLg8ejFUxcjGbo442g/Y2dXZO5Dh7ohKKVL37LbtU+uHbLUj9toag56l6ru/P813/2Ca5qbNW/+uwe69Ael5SC3A/MI0cwvTeANo74/pSDSYxAY4LkfdNofdNl9/eZU/+IPLrC1PkfTjxO2IwfZ1Bvev88b1Ab+46rLVBseUnrOB1wO3K8P5gRI5xHIhiVKkDH2iMUS2PEudDBgJj2nJU5FY3VvMLMRYvZxk9XKCJ1a/wZPL3yfcbrP5079h+/WfMPPKLDPfmiXoDrB3m9zf6/HR/oia47H2SIKLjyY5N3uW87Nn2b5xzBs/uc71j49YP7JYP4oxd36W+fNz6rUqVble9DCifRJmk6XlFZaXzpDV06T8BMOjBsdbm+ze3ebjgzxX9/OUz2VZejyLbga0drvojs/zT07xwpUphocHjA4O2Gv32eiOcWIGTz61wJWnFqjt7KkK+hBzJF/c4H7DYbfl0/PKqpqtDs26OLSN0GORzLQTeHFVrU5AveUxtzrDi7/3GE9emaPaPqbaOeYnrx3y09cOOZLhpSz4JrgSQdqHxUtFli4VccYOxztt0tmAF75Z5KkXclQ6IdVOyM72mHsbY7xYjMJygexinsPWUNWzj17kG88+SbrWZ/cvXufO6zf41SjkV6MIO61hp+VZPUZGixOX+4pojBHaBIj4L6lEYMK4xKVRhrzjsYjnnl7muadXaDTrbN3foXM8xO/phCOT9KylypI+Iybdlsvudg/fCHjxH06relQrqmrdqHHztbtsb9bYNyP2jYhhoDP0pXdqEoxjjIXVDF2imMF//Z89x3/znz9L8voWzs8/5tatI95suXw0CvnqM0t87dlF/vKdY/6vH9/n5k5fnizMKJU2OHshw7m1DJtbQza3R8QCn6kUzFcNrryQ5MkXkgzsEYPxiDs7IR/e0dk7At2V6IoIhqJ0DPjqlxb57iurapro/Z093tvew69reMc6c2LDOy/B1SHW0KcQs3j0iXkuPz7Pjz885McfHBGYcWbmKmBYfHirxkc3ayR8S9W5YsgTsx7nl0xmVotk5rK8d2zz3rHD/scutQ9c+q0QcZ/04xrpfEgqFyGDMu5oAnIlsyuX1rl0Ma1qf3/MwcFYNS6snNi7aOzvD1TJRFPCEps5TTWqZZJe8v7SWXmo9vBDT03yy++MXWj1AvqDiNV0TNXFRytcenKatu7z681Dru20sQ/BPpKBvBN75mSIJRfeKKS1L9mZGt95usx3nqpgJ1xujzrsd4YMaj5OL6KyWqa8Wmb3To/19yX/L+KxKxkuPZZi72DE7uFIOJSwHDXhgxUq1VLKDEkZEZdXTB47Y1GeN0nNGHgxnXv7Iff2Iq696auShtHUvKXUucOho1QbKclaTGmMezrDlsFKPsMLZ/M8f6FAv6zTL2ncXG/x8dVjjg6HStUgakFRdw0HkQLAYvks4NaxRR0gE0hivecpCx4p1QhzJLNFo5wzKWRMNF0m5xO0254C8zJlFU+FCpzbEgZu+wSeRejHsWRbpCLSGdR2yhUMZUOYSIqdoK8ylMUCRGw6E5ZYX2jMr0A+YZAKTdqNiLevOVzb9ChNxyhOxyiXdSplGLs+h8cu+wcOvd2Q3k5EtWyxMBcnX05gZZPERL1haSqLeeBGyio7GfgUZT8JZFJIlgP32kPW20M8XwYM4sTE8lkpgEOV/SWZYKkoJBsFLMwXOPvILLMrFV5/dZs3frHNY4+Xeenr8wSWz3u39rmz1cTrTC5IP/zjeX70R/PcuzfgX/3f+9y/O+L5S2VeuFSil9TopTTubw64836HXmdEcSmitCADWgZ5y1S2LaIC7g0iWg1NqT2TiZBkIqBYlKZ+WmXg9YcDlfdXqWhUKjpBP4Hfj9M+DlTGs2t7nL0QcfYCZLNlsrmyusnZPGhz2BzRH4uDhkYqbpJMWCr/Vx7oZDBAtqnnR0yV80yVCzRaNgdHQ2w/JJ4SO1kTIxCICImCR7zgEQx9nGZIOrR46co0X7syjVZJQDnBm+80+Ld/vs3OdpOzaxHnzpucmV1idXYJze/jjesqe1HU5+ORzsvf+Qbf+O43uXFvg9feeY/1+/u0+7YCM6VqXNnrdns2vZ7kKYiyJIEWmZiujeXazC0XmV8uKGvT2lGbwA2YKRbJJjNcXW9y9V6TQilgfg5lIS77ZzxpEbd0YpbOjY9HvP/WgGwqw1e/vKzyUd958z7vvrnDy8+X+cbzFTzTZrfXoRWMlJXQ7GKem7d8bt30OdwZ0zwckk5ZPPP8LBcvl9k+PGb74JjDnYDD+5Pm8sx8QKEiU8ImR8eyTn0SeKwtJXnp2Qprq1mOey7HfQ8v1Vclee8y8dStw+hIZ1zTePGZM7z4zCqtUZcPNjaoNVpkIrEBibE6P8WZuSllV9nuDoj8gLwVJyv5NHmHKOcQJCBI6Owd+lz9yKZ23+dC0eC8HMMrKXIraTZ3+1y92uRgf8Tj56Z44tw0gStWYCZuIsTN+Qx8m/rBQGVQZ/FUnV9b5JHHzzLS4Fc31nnrzjb9VkC/5bMyk+TCcorpWYNU1SeeNdDGU2BP89Y7e7z1zi4pK1B2UGeXkpxZKah6505NVWcgTboYqUSK2WKefCLNrY+Puf1xndlVi/NXklRnZKo6ImlFOC0ft+Uxv5jnzLkSsZSpnAY6fUdl/krmSTyuKaAl4NGIp7ADk82dFhs7beYrKebLSfIpUVPZMruFpycYujHef3vI++8MqMyKdUqWTM7Ed0RZFlI7sqkdyn6Z4uzFrALAO0cdlau9YMVVTZ8pMrVS5M7dAW/9pk79KOIf/OFz/IO//xxvvHuN19+5xn67SS8Yq7gDE7FMSlKZ0qlMGfTHYwWwR+MQz47jOyah6xG5HvmpGOW5hFJeN/dHjHoumZJFpmyd2FtqZGNJcvG0Gohpd23aHZtcQiOX1MgVk2SrGUkx4OCwy1GtT//E2t+MacSSAl8ihj0PdxwwM5ViZipJY3/M/vqQxfkC3/neeTUI8fbVbd6+ts1Qpjf7IfL3AuzMuKZgpkBNaZBLFmQ8kSQl2Y2RQbfjMOg76IaHZnpqmMyW7a9g1sRGvlwsUikUKBdnKBdmcbw+e8c3qbfuY4vycezx1ceX+doTy1yoZplLmQpM3WwPuNUe8sHtQz64dYjti4LdIJGOkcwm1RCUN3Jwh46CkXPlrMoWvXe/yV5tyEx1iWlRosayGEaabr/N7uE6/WGd2fkys/MlIpU/m6RWa7C3v0ev32ZleYqVFQG5opQc0mvbtBseMd1gdTnP4lzmBDJ9AkTEOq9crZDN52m2erSaPeU0EgQRllEhEz9LLr1ItZqjOpXj1sYNbm5cx/HbWAmHVDpGOb9GJX+BZvuIVvtIRTmkUpaybU1Irm1c4E5KgcVmZ52jxg0cu0tMTxDX0sSsqiqxWx7ZTWLxkHI5q268a7VtakfbJOJ54rECEQX8IK+GBRy9hmvUMANXWfOl9AXS5iVihiikJ+rJodgye3sYYQIrzJGJpajmElQLcWYWfVW37m3x3kd3qXc8tOTJ2C9jNEYYukxlWmSSq2TTF0nGz+L6pppu743X6dvrBH5fwtRFQIoeChCPo1slDKuEZ9s4wz6BQNZIBgw9crkquWxFuctInIUA4JQollOFE7CfpFa/Sa1xU1kkvv1/Slbj5OuH/+0/QZcmlukQ+C6e5xAGnrIqCiObZmeDVnuDQqHEdHVWqbMHfZ9+VyyUfYZ2QD5foVKaUfa2ni9DWmMcaTo6Y9KpHKnUxKJX10UTKPdzAxx3QDKRJZEQyBvHC2IEoeT6CdEQCJVRimDTSmGaSfxA1MgtbLtNIqGTiE8auJJ9Ohy0lXrHtYcszC6yOLuII1l84pnEJId7gpom2kWZCZL5YrGHdMY95dQjIFIXQKuZhJpJWuyFUxn1mSbKppOsRWDs+IzHYpEt54EJiJMcc1HATmw1P1EBy5/FNZ24gK3QndzTKtildHsT9aRYU4iKVvySIgdCUdgzsUkXIKlstDXlYKGbolqfqHYFIkiGsW2PicVixGMx1eif2EtLFreATLGOTqoSK2h5Xdeb7CcjWzKJPg2AFSc4tek8VQCfWEBPcl0V/lOq4AlVcEVrOoF3Au4kh1ZguwLAvsoAnsi/5bUlJ0kMt0V15Sn1ei4O+bgG7pBRt82gU8frHeFKtp4RqAEYUU0PBLqGkgufxZIbeAX3IsqlEnNzs2o7bW5tK6WwAF9R9WYyGQVRRWWuYLBu0OsNVA5wLBYnmUqr72odmJaC6JLprjKaRcUahAqMRKE8fwkQF8Ah+6bseRMkKk2n0XCoQHA6mSSdSii4qXJpRVFnyD6iMQ4kDsljPBwqm0vfHhOJBYEAek1AhIYzHiooLCrhU3g5USdPoKyKMTAtTDOBaU5iE2KxFLqVRrNShGYCXzKEzQSBJd/jCgKLY44vFuXyeR7kPAtLEWAr93oTHKVyfGXflG1oTfKsZD0IEJ+w4ZN84RNF/Ok5ROzDFVB+sL9MVIMPjJvVTvWJXvdU+fspu9kTwBrKQLXymZ78zUREeLqkT5Yz+Y0JnVaY94G18eTnukAkpRj8BD6fvt9TWHSaQXq69IeVwpP/Ps2e/UJh6+fyut9lV/x5BtCfB4I/qwj9LNSc6KsnCu2/CwCefOaToY6TLaNe98RO9+EP8XcBv6e//2//t//0wZ/+/f/+n08ys/8jvj5XfXuyQ0426cmWfthy+OGf/47XUirr39p3vviNffZz/9Z6eGhf+l3r6FNq8s9YWKs9c3KC/a038kWv/TsHBU7yvZU6euIHcPL9ZPEPBj9OXu8UGItPs5yjTkoNXyif+Alw/UQBPHmvpzD3VM2vdManFs+fyoqW4RDJTZdhpocs4B+8HblunGzTE3B8qiA+XSPq2qh+aeInLZ/NEggs54QwQJNz8Ul2sbhKyOeYZJBPHAtOz0WBDC3aY4LAx0inMNNJjMhUAy8CgA1p1KplTxTAnXaNdvtIPWtncxl1LYjFBQInGI3keh8QswLV65BIPLnnlvfWqndp17sTJbIMucXEsj+FEU+SNAwSpsn1q29z/dpbCgCfufQs07PLpDSdpAyGxiUCRyIQxP7ZwZBzqyuCBZ3ASuKbSWxvxMgdYDsyBCc9Lh0zOY2VnCHqt4gGTbKJPsXciGLeI5sWV5YMw0ZNVafboCGxIWaO0sKXyFWfYNSxGXUcesNN+sO76DGD0sxl8uVzuOMW7rhNxpK8SgPfN2gPLEZOSDrRJpVoUYn1qMZ6ysml1qnRFPooYC0eI6kZJOXzmUmSsYzq2+z//5y9+ZMc+Xnm96nMqsyqrPvqruq70biBmQHmPngOD5ESl1qRkiitDjvCu9af4AivHeEfHI7wv2D7F2u9K3ljYyWtSK5IcYbk3DOYATCDq4G+7+qurvvMrDwc77caGIw0EiV3xBvggOiqysrz+z7v83l2d1Sze3r6FNPTiwwdl06vh+xNoZqI8eNgv0rloKqeGcJ6QEz2RdIialn4mqkGHGMRKRF1bBr1LseNNk27SWPY5MLZAufPFtFsh85+E2/gKSFcD1u8d7OmKhHXKRUMNQQseZ+SBRzLJlX16l2aB7J9JtMLkxQncurZUUItfvbGBj97c4NiQePqkykuXUwQtSRCSiPqaMRGmuprrm42eXDY50HPZ8cNmFmIMr0Q5VQmy1JSnHUaSgHx+oRtk4htsrzZ5eOVNp3AJD5VJl8uslSyWJq02D++y0H1LrfXu9xeh/1ahDOncpxZzDGR85jMST5uQFoL0Tiyeetaixv3umTmDFXi0osnAiUAr94asbfuM3cqyexSAi/UZygZy5qYLOLkU0kuzae4PJ/m1t19bt3bZ33HZqui0RyAng3QMgG//60z/N63zmJ0+ux9ssuDe1WubQy4XbGVacicCpGLxcgbFjEjIlMlCG9dcKhCPtlcdlj5xCGbT/DyqyWeeirHJCFVP/zFHj/85R5H/hBKEE5DJqKRMTQMS8eI60zkLWYmkmQtnZAjYsuIick0xckMq/c73LreoNm0CUdDSnBzjKGqyckpZqYXMDWNQbOK020R8kKqVh7YrD6w1bNUrpgjW4gyNeNQnrHZWhmyuSI9EiEFCP1RxF4HT3fJ5g1Vnb5Do+moa0k6FpBN6kzM5CjO5sikAtKWQyFZopR8Arpp3vnh27z91+9wmAxzmIpQnItx9rRFPh3BOXawqyPK82Gm5oWeNuTgqMvWzpDlBz7VmsEf/tEz/OEfP83EaB+rep/a5hFraw4PNkY0khHqSUPFR6biIeWWvX3Dwe6Y/M6/OMvvfvcs9157wPJrK9xY73Dt2OfADchNQ25KPdKra1A2Z1GeSjM3H1fO0tOnYuSjZfJmmcP1DXbu3VGDwtnpAtmpLPqwiz7sUD2UYfAelZ7NocRfJg3OXS5z7vIUGabIBGW2Pt7lxs+vc3RwzMTlaVWpgaOQtNu7XW6utamPfCaWkkwsxsnE+2QSfTRnSDAYcLDrsLrqsbkVcO5MirNnUwwl773VZrc25EHFUwKwplloWowrT0e58kyUkIhh6wF2S3rDYWKZMJVDl4NDl0ZL4l9GOF6IsNCrwhEqRzUqR8f8+q+f4vd//5Kiq+kSYdaCvZsfs3vzEz5YGfD2usf+UIOEQWAYjLoabldHl+xqw1VZ6GHLQYv4BCMNf6SpqEp3FFbGBInZknumXPckNnHxCRGBI7x06St88dKvo++3WH/tp6y/+TO0KwlCV5IUYgaTWoRGY8DHm8dUen3l7l88l2AuPcFcepK1W3Xe+skaa6uCyS+pMvIWRiFO2BjnvHtOk17zGN/p8txLZ3n+pbMK2WzZIxrbVbbu7bB6d4+tXpLNXpLJs0UWnphQw1cHmy284YDnr8R4/orFYK/GYF+ynbvcqgzoaHD1hQJXns/T3m3Q3q0THhgkSdNs6nyw0uHjrb4adHIiKXrSR6v3cIUqGhup+LZ2PaRq6AZqDXj28izf/s2rPHt5Cv/WCsGtVd5d6/DeWpf9/ohWEDCUwVPPJ+T5FOeSFOZSas3ptLvkMj5PvZDi4hMWsY5PrOsTti00J06l7nP/oM963WbhQp7FCwUuTKa5VEihH7TYf2eFBzd2eb1i87roRTFUyTpKc3RF0jWiLmbUVTQlISM5QgNsBIowPHRkLQlz82nm5jLKKDocdEiGwpTNDKVoWvVfpXZaNht1oQSOtQQrrfGNH8zwjR9Ms0SepVCe9v1D1q7dY3Otwt32SJWejhJOR+k2Auo7gtoPCE9FSM/H+f0vP8nvfeUJuu+usPNfrnN745AbIY9lU+Pl83O8cmGWt28e8V/e2GJ9/0QATiQNnrhS5MmrRW7fOub27WN0b0QxpVEqwNlLHucueegyYR/RWT0I8eEKbO8BkvnXky/YR7c9vvqVJb7zGxdxoiPeWdngneUNtKZGqKmRT/kUCy6ZSEDchkLU5PyTU5x/cpq/fmeXv353l8C0mDlVRjdNPrl3wCfLFeJujLhncTbuciXX5+J8mFPPTJA/l+VvNtr81/U2lU9cGjd8elWXISMcyS1No8rpw7A1nn5MpHQKBYPTSwnOLCVYX2+yvt4ibMUoSEaqEVGo4Y31OlFDI2ZqKtdXbNYyFR2zPKJRwawpoiXxqEbK0hkO4Ljq0WkFvHA6yfNLSfLlJMnJJFXf5ZNak9XDDu1tl862q7B1UhHLxUy7CilX34fGPrx6Kc2rlzNqsmnNbXE0GDCSaZOhTnZ2iuxsmc3bde69u082EfDMCymeeCbB/bU2y2tt3GGA5mpqclKMiboZkDZd0qbHmRldVaEcIVE2ccIan6zZ3Fqzufu+x733JXPOYP6MRSwVotoYKGdXPAZWFNxGCPsInl4s8ltfXuCbX5jhp7u7qvb2B2q6SJrI7YarUM8jB+WSWjiTYPGsCMCBclpJY0WQgZruU6+5KhdYnFZhXYQwccxJLq78fhTHMXFsyUgNo0cCogkXM+5i27YqfxTDcxPKEdgfdJQwmUyj6uz5EufOl/G9gFq1p0Q+wXOs3erwyqthvvBqhJmiRSqcpHIQ8ONfNnjnky4Xns5y4ark60lWSp96dcj2lsPWuoPTFlRsiFI2zMyEztypDIsXSxRmBIPrKxf5jRu73LixRzYIuJiLMZUxiRVMrKLJe8tN3r/fFHqHEoDFPWLKUEQ4UA1KcfnE8UnhMlVOMndmguJMjjdf3+LN17a4erXIq1+fA9Plo+VtVjareF3wu/Cd783yL743y51bXf7s/95m/V6fL1wt8sWrRZqmp2pns8v6Jw267QG5WY3MlEZSJu3CgqAd0eg4NFs+tSOUAJwTXEFehCmdsFpRjbGJhuFTLo1zbKubI6qbIuLqKrNHrhPpvEMmP6JUKlEql+kMXPaPmhxUuxwd2zRarsJImtKU88YTXvZAms+2EksmJ1NMTiTp2676TF6gE5FGJxF6dZt+3WFywae0ECBIqIFMWQ1CnC6mOTORYe5ijvlLOd77sMZ/+A9rrK5WOXPW4/SSztLUKZamFjFooblHChUpiNP+MODFr32ZF1/9Mh/dvMPf/uwtDqrHxBJRzIQI/WEiqQithk276eC4OoE0hwOd6Mgh5o6Ip+PEMwnlgOl3JUPGI5uKY8Vi7ErO9XEPNHG+20rwi0lWpOQKWCYJy+TWjS7vv91WgvGXv7jI3HSKD97Z4IN3N/nyMxm+/GwWP2ZzNGzRDtnkSinypTS3b/W4c7vP/pZD7cBVk7QvfbHM5SsFdis1dio1KvsSWC83NJ9MwSWedNnd89nd84gAiTA8uZTi114pc/lshoPGiIOGSztcpR05ptUb0W5B8wiaG9DagF/76mm+9dUz1PpN3lte5ahep5yIUU5YlHJZJrNZjo9b7O5Vxb7EdDbNRCaBlxripQb4MQ0/FqFSDbh72+V4z+dUUudUKoxf1AiKGuubXe593KZx4PDilRIvXVX4AiR8ox92aEZ7VDpNHixX2V2vM6FBUYNnnzvNi1+4hBvT+MXdB7xzf4N2daRqbtLi7HyciXKIWHFINKVjePOY3jy/eGNNleTQnJmzOLOQoDRpUipFubFW5ebaMbarKRRlwkqQtVKYoSg3P6hw84MD5s8ZXHohZg1uiAAAIABJREFUwYQM2pgehubRrgxpHwyZnUtz+nwBM6bTbPeoN/scHY4rmzHJZU0SmRSxZJKRZnB3rcq9tSr5pEEhZZA0XSwRgHXJpIrSH0UUOvvWx0NKs3GWLqSxLJ12w6ZVs6lWHI4ObOWAvfJcDj/ssbx2TO2oy1IixlLSIl1KkCknWFnt8tGHdRq1EL/z26/wu7/zCn/5o3f4qx+/Q63XIJwKiCUMUpILaiVIniDgm90e1WZbNRF8L47vRfG7Dn7XJlMKk5uLKCRoZatPpzkieZJTIq48yely2jbD5pDA9pmYzjMxk+dot87RboPCRIozl6fVFPn2jhxHLY5bHVXpbIziZFI1c2uHPYUxnp9NMzeTprrXZWe1wdxMnl//zhMsnC7wN7/4hJ/84pagT9R1xJS8pnhI4bF7fYf+QASN8Y8ICKlUllDIoNkcI6DlvCUkzSdfietaII7PGFbMIh6Nq8qkJ8hmStijLgfVZRqtbVkdq7zRFy/OqTo3IQgtQ0VMXNtr8uF+k3tbRyxvVZWbWgalYpZBKpchkUwqRL47sEmbBtlYVA0/rWw32DvqMTuzpCoIItgOtLv1seg8qlOazlKezjKyLUZ2XGGnqsf79PsNyqUc5XKOTqdJt9uk3XBo1XwljD13ZZ6LZ0tU1b+vKey+lRRSgYhuKVw3yu5uld3dI+xRDzfok7CmKOWeZbJwiVIpR6mc5/qd97hx5z3a/X0Id4gnTM7Mf4EzC19k+cFN7j/4GDMaUSJPXpCtsSSxWEIN+Ui1exvUO/cVtlj3UmheGoIMBGlGbg/HbaooDaF96LrD7s4DdndXyKSnyKanGLkJ+gNDHZeucYhnHGEqSTIgZS6Ss64Q1op0+z16dgeXKiOqhFxZMKSI6RaFlKlwZJMzNhMzNvdWtvnoxjr7x0NsTZhPMbJZg1xOJlkN/JHkggvK+jRRc05NtYsbc+/4LfaP3yKs6WTjs8SNAhGiaphCYkuIROk2W7Trx7h2j7AmuaMB6fSEqlbHplrrEApHyeRLJNMFdMkDDseo1u9z3HigpsLf+7/+06Nj+Pf+h/+dkSvuX+dE8BonvYYjHgF9dvY+UTVRnGBudgEznKLfDei2PI6b4vavk8tOUpqcV8e4OPpFAG616rRbdSUcZzP5MbZYsixCgkGW2BWZiE9gRhJKuG73ZeHtK1eNuDF9P4HnJ7BiOeKJHH7gqNzg3uBIidNSY3SuxaDbpXKwre6lk7kcpXweX08ShFOEtBhaSPamrobGXC/Al9cPh8ditd1mNOzgDSVKpo8WNgiFJQ8qSSohQwLiHBWhVoRTVw2gSXatyrAV7LPK/RURNaKEYJWJq0opbarhLz5LQUMJ/lpE4LEhS15THw8E6HKtGcNYBbvtuwOVHWxGZGBQsoR0vJEIp9IulTxzERbHeayy30S4F5EwHBaE8DiHVZroMnQhgp4ZtRS+XN5HftkejZ0z7d7498YI6IcY2XEj4iHJdKzFjIXfhwGPKmf2RHwTwToUyLOX7FEV5/ppNqzvjpv24nJWiGBZ0YzlD1MbYWqOyjifypoM23X2tjfZ2VilVz+gVztQ7uGw+MzjcYVoTOYKRFMpoqk0rUaNlhx7mQzzc3PEojG2d/bY3t1Xz/yObZPN5pieniGTzaqMX/ncfcH49/onqNZx3qzaD0owTiqUtvzI9igBV2W2BmPksztSzrCHwnE4bIy/vxOXsWMPGNlDhRpPxOPq22g1mrQ7bZWx6OpCN+oz7PUIee7JYKfcaWRgKqDTkPtqlXajTrfdUmjRXq+rBOaxq9bHCodJmYInFwFbhitSxBJZYskcWixFYMYJogmCaBw/GscNG7i6RCEIEkwwhOM8W3meVuRKpc+P8dZyrIhrXGVpyrCNFVeCg3yf8j0JRlxce77nKmFcCU/iBPRdNBkaCU7+7iSCRwm4SmA8KZVVeqJaPXaMjT2sJz+iIj8iQI8Fo09/Pgf2rLJAx7m9nwrHIur46EK4+hyx7aGgNkYpP/bq/z9dsP+YrPgZIfcxPPNYm/x0436Vc/Thd/1QPpTrjIya/LMEYBliUCLwp4L6WDz/NBP44bb8U0XgxwXg7/1P/05dJ/+5P49vmxJuBduucmfHYuHj9Xc/3696t3/IuP0Pfd+fOdoeis+fs0H/1O/n4TZ8+rnH/+vzhPJ/zmt+Bu584gJ/mDEtf6r3ODnG/r5r+GHg+wlCWvH5T1DS40jvRz/K5f9YprS6T5186Q+34dG2yNCFuM6UgnCykY9Q0Z/CyT/1Pz/y6j9COD88L2S4Ss5ecf5KS0FixuT5WEpOm/F5OyYWjCPc5L4sA1QyPDPCc3qMJMoicLHSeVVqGz0ZHBtTQZQcrMvwik+7fazKiISJWpLNbp7QPWKKSCcCsCmD7panIl3kSxqNJDu1TaPaGSP6I+GxAGzIwJ4xTu3R4e7ta9y7c414ZoKFC89SKi+SiURJGQZ61BmXXD9dd0y+8mSARSJywgThMEPpE9hD7JFzMnAJTpBQI8yW18Py+qSsLslEn3TCIW5ZJOIW/XqNQaPGweE2W5V1nFCcmaVfY2LmFbqyXmkOsEdb2O4aWkQjkT6PFZ/DGRzi9A/JxDS1pvSDMLVeiJ4tjuVjosYxk2afkjmg3TmiUj+k0e9g5SaJ5yfp1A7o1CqkoynKBXEChzmobFCrH5LNLZLNLZxEVAzU85Ds6UDwuNU2x9XWOJM6LOQlk3Q6TiIZV8PO4WhcCfey3+rVBpXKMYfVY/r+kL5vc/HCBJcuThD0htS2avgDn2KxSMxK8/a1Cm9dqxCP+kzmdfKZiBIS87kY4YShyu0McZoSIxMhXcySzqWJJxPEU0l++toKP31tlWTC4fxZg7NnTFJZS9EeU65JyjOpVQdsbje5f9jlZmPIynDEwmmL+dMW02acshYn5gvdsEbg9phILDKRWOD6nQpvfLhJ0w+TW1qkvFDmQsngQtlk++Au25V73NrscWdHY78Z4exMStX8dIyFaQtz1MdtNDjc7/Lxss39HYfUjKnKSgdYcaFRBazd8thbh5kFi+kFGRzrE4Q6JOIGxWyBQipJxnTImiM2dlps7LRZ23JZ2YJ6Z4ywNYvwg28v8XvfPk2o3mXtg03u3T7mxpbLvapHaj5Ecj5ETAuIugHpRIJsIU82n1PRQXZ/wPpyn5VbfWKWxhNPW1w4F2feTKh67dqBqoo7xMkGBFYIK6QT18IUpiIUpwwmckkmUxmiIVmHVHEGTebnM8zNZ7j+Xptf/OSYVtcjPxMjP2vi6H0crU8hX6RULCvSSu1wn0G7S9ookjGKvP3LKm+/UeXUpUm+9dvnuXClAIL3Dnq89qNtXvvxjordSmRluENn4Dq4gUtRkL0TJlVxfW/1GHRdAc1hmSFOPZli8ckk2bRLKmZzauIyV2d/i6y3yOv/8c95/T/+v2wmomwlY0QyUMx6mJpLa39E62DEM68UeeYLRWxHXrvO2nqXe8s+xzWDP/mTL/Mnf/IlMp019I3rNHb22T8Usd5mxXZ5ILGFJYvSTJJhW2f9tovbNvjml2b55pfmuPWzbW69ts2tnTa32gOlQWSKqMomDXIpk/n5AmfOTTE9lSBhuSRjHulQUlXzYJ+jnU01kJopF8hO5KDdgXabTm9Ac9DnoDdgszugrWssnZ9n6cI8OWOenLnAyjvrvP2f3qK6c8Tlb1zm8jeeoLtyl97KXd692eJHH44YxhJ87w9P8fXvTNNrNFQJuc8MDdnfHXLnzpC1VY8XX5zlxRdn6PWaHFUrrO91uL09Yr8ZIp1NkcmlKE0OKZdsioL4j+dImUnMcJRoJMoPf7ylakdc41qAnohSnCySzqQ53KlS2a7y/e8v8m/+zUUuLhXxOxEGRwF3f36TOz+/wUc7Dh8eQl0LEy1EiSRM3EEEbyhRYSdiYHhISB8oYpIQHCQvVjD/9lDIVGFl8JEUlnbNVgjqxSc0Fi9rfO25L/Pt575F7LjD2s9fY+XN1zieQdWlhRLPnZrFc1w+WdnhoNmkvJRiainNZMSiFLF4cKPFmz+tcLDnc/qpi5x+6hKtkENbG9Fu12jXKhwfHLO/1aHbdPkX37+sKq8PifXrHK0esnzzkLs3qzQjcRqRONPnZjj1xDweYTbXG9i9Ls9ecXnuisdwt6fq7laf9zb61D2fq6/EufqFOM6ejbNvk3Tj5I0C1arGD68d8/PbLbSURShl4XY0ZVaTwQItPiQwBxxsjzjYctCiGkZK59kXFvnd336eF86VqPz4Iyr/9Tp3hnDHhu2OT6Xl07M9TPnuTZd43hqX6RHXbCbzcO5ijMVTUYKBr+4Tp/PTXCotcPtOnz/9y1X+8+s7/MG/fpo/+O+uMhvuk+9WGe01qTzosLrS4W/vt/nbB4JwD+ibEtvlM2yP19xWDlWGUMXCIUJDicAVkgS0+6j4A4GGSaWTITJJnUulAs/OzPL01DTtZod2o80v12v8ZKXKTruveiel6Sjf/cECv/mDBaaDIjNBke7GAfu37rK5tsc7m0Pe3RqSXUiRW0xROxiycaPJQOJ6v5hh/qUC35o9w7dmTrPxk2U+/PMPuFmpspwPsVkyeHFmlhdnZrh974i3rm1zcCQCsBYOEqkIl68WuHQ1z52P66oE2VUuaEwUBRXqMndqREJydWNRNXlxay9ga8+jvecwqI5ImgEpCTF+bo4vffEU/ZDLeyvbCrkpKFCpZNwjmfLI6QEFF8qxKEuXSixdLvPja/v81w/36Y501fyWK8/+YY/9wy5hxyAyMjhtulxN2FxaiHD65RKFS1n+4tYxf3nrmOqyT+8+mLZOPh0mndap+0Nqvs2gGzDsiEMlpBx3hUKEhbkk8/MJVlearKw0CEcNCtMpwtEwe3sd9vbaylEqORfuSFMnszy4JJMuluUp96aUYQgmTscQB+AoQiwQzHVcVd/zqPcdqqMhh5IH2B/S3PRpbnrK/m2I6JYNkSlKNlPA/obN/qbNt54u8q2rE7jxAWvOEQ3PxtRS6EGC5iBEsw/VjR5Hqx1KBZ2rLyS4dMXi1v0Ot5fbaJ5g6QQFFMKRnpAB+bivarYYYraoMTltUpizcHSNd270ePtmj4N1n8p6QDxmUJ6KEYmGOGwOqHUE2SIP6TAZNiiHozx1pshzz89w4fIkf/HOGn/xzjq9ofgufAa9gGZd3L/SE5IFv6APDIplcfOK23fsXEBQQprHQHCafZl21hVrXfaToY0QKdQeRpT4O+zqDHo6ekTDyoSwRNgXJ4pMDIkL0zNV5pog+MRtETECIiZMlROUp5JYCZnWkSxnl+17XVWLCxqnFkIszmZYmJ6g29f5ybtHvHe7zuy5JHNnE1iGZEGLoGaz/mDI5gMbMTRECSkc8KmlJLmJOOFkDE+PcFQZUq3Y7B602N1vMZ02uTqfZX4ihpnRiGZCvH2rztu36/R6AWbYUFOkMTPAFHe0F2LoQQKfdMinXE4yc3qCwnSWd3+xwzu/2OHyEzm+8JUp9JjH3Y0DtvcbeF0frxvw9W9P8bVfn+be7R7/6d/vsXm/z/NP5FT1LFTt73bZvNug1xmQmdbITOokDJ1ERFcNI3Ept5oee1sOx4cjMhImnw+RzVtksnHVYGg1u3gjeywAl8K09wPaB+MMJcPSMGIBmjFCN0YkkzlVsqBqy8NDSxAgNvWGozC3ngKUjxeQI8dVixe7J+KxqbJMZZJBpqjCpgwlZAg0k8p2ncPtOmcu6Jw9HyYc9rClydz18FsmftvgxRcnePGlSdYrXf72/T229prk4gGFlMbS3BRLs9Mqg85UjqwhriCKdcjPT5FbmOL69R3e/MUD2r0+k7Nx4jmTVt+l2XeJaIKPjCp8b7MtTbQRU4L+Tun0bE2he/WQRzQyUijmWELOJ5N611E1GPaw7Z5qmEejYWKxCOlElFQyxurygNsfd4kZUa4+WVYLmVs39vnk5gHfeDnDN1/OEMm4NPw+LWyCsEEQMdlad9naGLG3MVLXkWjE4NkXBUedpdWVQY4Bu9sDdjaH2I5LKguxeMDRsc9R1UMfBZh+wJOn03znK1M8dSHHft1lv+FR55BacEi7L7m30D4WAThEY1Pj219d4luvLlHrtXj/3hq1RoOptAw9CDo1w0Q2w2GlzvbWoXLEzBcylItJAslnz7oMNJ9+EHBYg62NEK2qxpwVYjauYadRtbk1YPVuj/ahq47lFy7n0EMWGnH6xmgsAAv69l5dZfCeykZZzES5cGGGi08u0NN8fn7nAW/fX6dZ8WhUXBanTS4sWZSmQyQmZGAogm5PoznTvPP+Jm+/v3XiAI6xOCPZQhalSYvVSpPVSkvlLBqRpMqdsiIWmh/mkw/3+eSjA2bPxrj0bIpCSY5NmRy1aR/ZdA5FAM5w+mxRTUVXjzsq12bYD6lKWiEScTmHomooaeCHuLdRY3mzRjYp6PMwKcsnYY6nqIdehO4wzObaiI11h/xkgtlTKYVDrR/2qR8N6Dah05KHohRPPZfF0zzur9aVAHwqGWYxEaEwm6c4k2dlrcP1jw45PBzxtW88xde+/iR/+/M7/OzndxTiOxz31BBVMZ8kn4kTDvvouk9nMKTZlxxEn+HJsA5dH7oexTmT0pkoI1/c5x2FPElmYiSyUUaSGdz31LUna4XJp6NkJ1NkSymWPz7k/sdHTE6leer5eWJJg3vLBzxYkePQptWzyRWjKo9W+pKyrZ2mQ2kiTmkiQbfZp3bYZn62yNe+/hRTswV++Lcf86OffjJ21JmSuSnUCJ+wKfmmI/pDaX6rNaRyCQjGVqbEO50xJs7HVs5JEX/tfoAeCpNKWiQTFpY4hqMxMplJcllBFHfY2r3DcX0bU5drfcALF6d48dI0S4UoE7GxOPDh7pBru0O2qnW2qg36gsKQMaCIjpWUnCdLbpVoboClayTCGoP+iM2DDod1m9nZU8zNnGLkavQHHp1eg1Z3h5HfYqKUZaKcYdA1VdUbDeqNIwaDJoWCRaEQJ/BHyhUqrs+GPMtF4zzzxCkunZvB8do4vgxVSXM5xGDgU6u71OtCahAKh48W0YmYOhE9SThUIGpMkM9NUciX2Tm8y87hHfrOPn6ogWGGmJ58lpmJ51heucn9lY9JJTOcWrhILltSLjZpEIcNEQt9OoJL7qwp11xUL2JqBXw/ReClCOkjtPCQaMwlmZRGco/t7QfsbD8gEZ8kaZWUyDh0TDVd6kb2VcUjMeLiXtCmiYZOEdGEOCOyqMtxa53j5jpRLUMiUlYZwOWsxWQuSjLfJpVvc2d5i2vX16l3A6K5MrFMkVQ8RTKepNft0O12iJp5UskZTDNPs9Oh0ekw8qo4/jFhLMzQBFE9RSyiY0R03JBgxiTnqE230cAZinO1rVzAxYlpJorTtLsOx40eAtKNp/LE4lnCYYtwJEars0W7s4Xv9nj3//zzRw3e3/8f/9exi9SWXOGxMClimWTligh5cLjMweF9EglplmUx9Biuo+MMQ3QGHTr9LnFLENCTyqEt7lTfH9Fs1Wi1jhW+NpcrEInI87Fkxcpz3FgY1UMxdY0WF7EIksPRSA3wafIaQVyJwLGYZDcX1XOh47aw3SajUVdV1Iwqp64MUrUaVeXmTRo6SSGARLPoZhYtnFAisJAYRPiUComr1zDwPBvX6TISbHW/hTvsKXenoH4TVkrlGotzVgQ+Eb4E/y7oXxF8CUXwAomOGWfijgXg8AmKUhzADwUMVP6wuGIF/yQNz7EwLILrw9xccQCPhXd31Gc0Eqc4ytFrRkyFKkeQ9oHLSJ5ftYCwyu4VfKd8APfEuSU62Ni1KE3yMdo3UEMZ4hYVt7FsnwjhnYGtIjPE/aqyYE+QnurAOMF3jombY7fyWLGQfSjbLjVu8AvQWcoNfJU1K0ayR45puUjKQaUQ3JFxTrI8hAceUc0mptvM5KLMTVi4/SYHO9vsbm3QrR3SqR0y7AspaIARjZGemCRVLJLM51T1uy363bZy3Uq+t2nE6HYHCs89du96xOIW6XSGeHzs9BW8s8r3HUim9DjDV/atwmdHLdX0NwWVfeIeFGE8LF+yuL4HAwYyxXvyXYijWNzC4pQdf2dCLpJp7r5CdMswn0KiD/rqd+Xe5gQ+niu4RRn2EbeaHBcnSGX134Hap7LdjUaDVrul3lMc3iNBUrsumjMgYveJeIK3lIxog3g8pVDqQsWSvaFylnURfk1C0QShqDiEY4gdRg/L9yBobIOeIKzVoK24jCPqOJaoBLX0kkEI3RhTL4aCLR9nQat9fnLMKCx1OKK2BTmulY1wfAAoQLGIvI8cuifIWSWoPxZEq06Tk+xShYAWB/J4ROIzZsnHObYnvzPOsh2Ly2qfyfmgdsWJqK4Eqb//87gA/Fl9+VfJiZ/zYv/IX/09V+dj2/nw1/4hd+ffdcY+/t9j4Vr5IB8JwAqnfYJwf+isfrSdj5DPY8H70+1/bP/8ne34p4qRf/m//fGj3/zev/3TXy0Af0a5PNnLD92kDx3daoBFroefdf9+xg188q4P/+7zBN3Ht/NX7blftb2PHxmfEfV/RZ7z5zmcpU/0+M8/9N5KDP9Hs6I/xZ/LS47x7uPj4EQe/fRtHrrw1fzF4475cUSbnDyPHPmPnXiPBODHs7dPsoOV916918m9To7HQARgcQGfuIxPhkvGN6WH6eGPIBMnefLj68EjYVjuXSILSlav9AtUHIJcJz01ZPLodSSSQIaxgvEg1EgGoTS5p4kIPFRrdnne0M0MuplWw5gyiD3GP48dwOIsFgFYUUmGHUUvE8CDDKEJXSEcieKOAgTWIM4sId1JM9b1ZBhsRK9l028PVca9XLekx+PrEbSwSTJqkIxGuHv7fe7ceo9oqsDs2atqWC4TiZGMGISitiq5cUoOpB7I2KmkFcnQqYYeCdHpD2h2JNZGnl0M3EBXNEGpyajLRMwlbdnE41IeVjSqyum0cTodKtUNtirLOJhMzX+DQullFeEhZbs7OP6mep9EcolYfAq7t6/Kigihw8cPRehKZqOvEzMbqiYjQyYjAxr1I7Yr4gDukS3NkynPM+w0GXYbxHSDTCyjSCDHjW1a7UMSqWniqWn8QCLUBur5QLZX0MCdVpdOu6u+S7kRRqOmGqSSAVoEn6uHFQHHFZrUcZfjapdGs0dgBvhmwOmltKrQ0KFz0MLr+1hxWeta3F9vqUrHI5TyJumkiRUzlMtYi+loMbnxjhAsny/3QJktiIbJTKRUPVhp8WCliaENKaZHiN4lObypfIK0a5L2onTqDgeHPR4cdnjvsMmdVo+5RZPZUybTkTjlUBxLbkhaDy3sUEzNqLp244BfvL3OXscnVCySny7yxUt5vnQxz8bWKhubq3y83eHWgcduC04VDBaLBk+czXH5TA7DGTA4rHF40GZ5e8TakYuW09AEQ5wJk0yH6bYDlm/YbD0YqV6r1FRZV5UWMmEQwxSvsz4gEh5wWBtyWLPZ2PFY3YBaJyA2ERArwm9/c4Hv/9oCbrXD/Xe2uH+3yfKRxmZLwyr7WFMeurjxbZ9oxCQmInoijhn2MMJC+XI43LTJpKJcfjrP0mKShO0SdzyuLdf54H6dXsgnkg/LpCB2d4TdczlzvqAG42UZ0akO6XX6jLwumj7k8oUMly+kufdxh/d/2aDRC7AmY8Qno4RCAzRtiD+K47tC7PIItBZmZMRkYpJSfJK3fnnI228ckptO8fSX5yjNJ+k2u/SaXbY3W6oGtk8g/X6hB0nUBQHlqTjlcpzqofTNJNZDen86lqkzcSqsKpPySMU9zk1f5OVz36UUWeTtv/rPvPVXf8FGLMqGFSMU90nHha4lRhWfft1n6lSc6VMWnuvRqvU5rrrsH0hurMUf/tHz/OEfPUemsYO+eoejzX1W97vcr3SphOEwHMLKCH0yxqgf4mhTnh3DfOnlMl9+ucxHf7PH9b/ZZavhcCgD9nGd6dmIKiEn6l6ISCyMmTTI5CLMlQymCwZZTDKYDORcrTXVujgqudaZOBHbJSIxWcMevWGXg26X1VaHQ9vDShVUnZtZ5Nz0Ihs39nnjL65zuN/gya9fVFW/u0z97j3u77b5pOripUxe+EKBJ5/OMGg5qgJ7qFzfQlw7rI5otHwunC9z4XyJZqPLwX6N9d0+93Yc9upgWnGi8QRnTjucPj2ilDTJhZNojsnOTsD2js9twWevNWk6Dq4h94sICStN1IzTlwHMfpff/I15/vhfnePClIVW7+HstXn35we8+/o+99seq06Iply3hFgkJn9HxxddKyYEJh/DHAuSQsEa2DB0ZOZfU/m/mqERickAZohOXfLfA6bP+UydC/jWi1/hX77yHeL1sQB8/83XqJR0KmWdJ09P8eLZeXAc7izLwPkxubkE2fkk8wmL+USMoy2bO9fb1KqQmZwlW5rh9naLWztNtHCHQrZHNCLRbDJYpfHiyxd44aXzpJ0W0WaFQxGA79a4t9zEy+bxMnl808SPhHH1ADdwSCR9nrlk8Oxlg52P6ux81GCnOWI30BhKxvI8zMwHJJwo8VEUyzGIOWEqlRE//bjF2w96+OkUfiqljAx+b4Dr2oy0ESNZW9qGqnxBaIwJnrhY4osvLLKUs9j50XV2fnidO16I2x7sdkIc1tVlnJglA1sBZkbHTAs1zMPSXWbLEV54NsdTT2TQ7DiaY2EfeQwPHG6ttHjjXp2buwP+2z94mf/mD18herSLs3yXQa1Gz/U5bI+4ttzkw/tNhsk4dspSETzOcEzeCkc9VaOBy2ggsbIudstT9EE5NmTYSvLdp8tJShmDyXSYkhGlEIqScg0e7LdYOWhx/7jP/dqAhu3gh1wKUwbf/ldzfPtfzbPo5Dk1ytNZrbB1/R5bmwd83Az4pBE8GobZ2u7y7vtH2OEQr/zWHC++Os2pSpilSphrH+7y2rsbbHpD3PkoyFBQKMK0FmF5o81BsaQQAAAgAElEQVRHDxocNe1PBeCLV3NcfDrH3esNVYLInZnWmJiEYnlEsSyIgySFRJLjocZqw2djz2Hvbo/jzQGlCY3yhMYTl0pcfXKG9mjEtfsHfLhygBUJEw/r6iSJmB55PWA2CDFnRZk/P8HchUl+erPCT28ecNhycT1dYVAcQaPJSWRL6SxpLldMh8vzUc69WqZ4JcufvXPAn7+7T30jYLSjMWVaXJ5LcnYmzq3jFp/UWnQ6PnYvwJBplkyIfEHQvUmmp1Pcv1dn+V4DPSrYYwsjFub4uE/1eDBecEljytYZ9uRhNSCTHpFIypTX+POFwpra4YWYxYyVYCGVpjwXU7jN5c1jrt89oDroQsbD0Xxq61BbD1RzIRYzKUyalGeEBw5r99us32/z3Ren+c0XZ/DjXdbsXbq6Sy43QzRa4PqNCjduHNA/dvEbMDdr8NTzcS48FeX67S7Xb3fU5FQuFlLZgT2ZnI6EKKWhlAkoJKGYgqnZGNNLCUaazk/eaPGTN1tIXNqwDYmoQT4TVQihg9aAamcog5cSYcbTUwlenktz8WKRqUslEnNZ/p8/X+bf/9k99NiIfFmaAxqNaph+T7AeviorEcJKSvNwjHmWnGFfpmUkCFwm1oVWresYRmSMA3JHBJL10dew+yF6LY1+S6bUwyQKhsKHOm4fZ9QbY4fkoV8aOrI/JAtNXtMPSEj+ZiLExLTB1KKl8IKVlT4Hq31M3yfq+Zw9PcHTzywotMNrH+7y/r0j8tNRVfFIoLJSqjsOK7cGrN0ZUEyj6tylPBeemiQSN6i0bPYqQzbvirjaxfY97MDj7FyGFy9PcmomgZHwMOIuv7xR5Y3rVTq9gKiEixuCJJQHYrmweaoSoYC0HlAupZheKpCfyvD+m3u8/8Ye5y+meeHlSSIJn82DGpVqG6/rqXr5qyVV9+/0+S//8VAhoK9cSHPlQgo7qeMkdSqVLtv36/R7A+XOS0+IABwmbp5gDgNxuPqsP+iyu9UnXYR0IWB6NsvMfFGhXHe2anRbHcqTOlOlMMOarkoExVTBJ5oSfORIuXc1LY4eSowX/IGnJqBqNcmncegMw3QG0pSNqGabN/LpNfoqD1iE/nhWUzk7cT1KPJUlMTGJr8dYUdiKbZ65EuPZq1GspIcbSGPa4f51j+WPPH7rm9OqepERN6s1duuiXEJ4qLF0Ks+pxQJpLSDuucSNgERWI5qEmtdTdfPDFh+82VA5NqefTJIpmayud1lZ71IuTlKamKTW6LO5e0yr0+HyYoJLpxJsbtlsbA9VtvH0hEEmG0GzBJ8kmaUBg1FAo9FWeQjOyB4PkZg62ZRFJmWxt2OzvjpQWUdL82nScYOV+3VW79f5ja9m+M5XMySKAd2ITStwqLYCjlsSRK9ROwqxsyoYHkGIalx5NsOFy2lUunAQYnOzzcqDhnI7CiZYULONlkezLfkbPvrQ48nTGf7lN2d4+nKB/bqnqjLa53B0oBrLgwH0GtDY1FV9+6uLfPvVU9R7bT64u0692WImH2Mmb1HMpihm0hzsHrOxtk9o5HKqnGa2lCKUD0E+RHPkUOsPOW6EODqMMmxHKEcDyiZ0Yz6dmDzI2Ww+GNI79njufJLnzgs+VCrOwHSVAHzY7rJ+u8nRRo8n5jOq5uYKzMwXaDg2r919wFv3Nqjte9T3fZZmI1w+ZzI1p5Eq+Vhpg6A/iT8oce3GDtdu7GLqLtNFg7nJKKVSglIpSaUtbuOuckHqpNCJExHBwIFbN/ZUzZ5OcPGZHNmiNP8lL76vFjXt43GW9pkzE6pncnDQoFkfYIpbTpepRQcjMlL3FJkQ74x8lrcbqlJJTU2UpeUcswJFXuoNxbUfonrkc3Tok8knKJZTqmdzuNOhetDDO3nAOncpxVPPpPFCPvdXG9QOuywmYSEZUF6YorQwzdpGi+sf7am8oyvPLal6971d3nl/l3a/gx61SWc1ZqcTCrUsAxsjezRuNkvDxBaxB5VBr3dDaN0QU2csZi/H8UIeuxstmrUhibRFPBWjURnSOBgyV0pw6XSWs2eyJPIxEgWLd1/f4b2f71KeyfLSV5eIp8N8cG2Njz/ZYuD46jwqTEYpz1hKMGlUh3Qbkl8bVeU6QyUwzM9N8oUvXqFQLPKXP7rJX/3oJomkSSIRJZYIiFouYdNlaI8RLkKtkJIMYHE9CuZlMAgYDgJcf6BwtSL+DnuC9AmTy8TJpuPEoiIamGSzZfK5GTq9Ng/WbnF0tEUyFiYV03nh0gTPX5pgPhcmZwoG2OXaDny4A0fdDofdDn1bRKJxc0voCIYIF1qEaChCRMgLvqsE4N1jGc7ymJ1dZG52UcUotCUXadCgZ+/jax0KxSzFiQxtyXlq6jSbbVrtuspbzaQ1NSgnnztmnsQkHA0ULuzpS2e5fG6OWGqoqid5P22Pw6MeD1aO2NxqErdyWPEcyVSGVFpQyzI4JI22EOnEIunkIkNvh6G3jePvMwqqhDSXXPKyqvurN7m/+jH57AyXzr1CNjNFq9mk02kpfJFUp79Hu7OtnhES0WniZhnPS+B7CYXqk/tNTJpicRHmZSF/n+2tB5iRIlGjSCAgeC/KSASsyC6j8A7paI50LE/YLRDYRSJajmQ6pbLY17Y+VpWKTTKZPsVEpshsMcVUwSJsVYlYVW7d3eSDD9fpeYJOP0u+vEgsUsQKF6nWNjiubWJETVLpAhEjRuV4n4PqPul0TuXs6n4Gf5AhTJRk3MeSOAsvpIY9BrL/220GvSb9boWR02R6ZoGZmXk6fY9aY4DrhzGiGYyooJcFf2sxGFboDys4gxbv/B//7lFj+A/+5/+FXq9Dr98hEIxRSFynFlZM3LkG1eNNqscbaohDsMtCYNHUQJaB4w6wJa8tLKjkNKYpTlPBIQc0m1WFHizkCxTyefXcFchDoriLw7rKnsUzVbV7kgcnmMMhobAj3QeCIE4QJIhFi1jWpLr3B6EhPj06XcmeqykBOBFPKuHUHnZxnR5hp4vudDHjBcxEET2SJhSWcTlTNXCkdNNANwz1eXy3rwRgu9fE6bdPMjUhGc+QSmaVe3YsAOsM7HGmdeikwSvuXxlaE5FVcE/SNB437B82+MdirGApx8+cjnIyq3xk5bgVxUqBrMdZqXIMOuPBL1lXRA1TbSOBiGwGjjfC9kaKBiRDkOIC1pWgPhaPRYiT91HIYIUnFsFRBnAMwiIGngjAMmk+GLnKTSSN+ocC8FhwGAtE8myshjqU8HciJ6hmvqxzxA08FhEiIclI8/ECH9sXf/KJQ0w27STTVpruQkmQzq4IoOL2iWsDLH3A4qTF6ekkgd2hsr/H/s427eMq7eMjGvUm9XqTUMQkM1lSlSsVyZUnFO57ZPfUmkAG4cxIVCHhpdk71gPH34Mu60pxy8ZiStyVpr1Uv99XJSJqMpUilUyP97Ngu04ERTlGI7LwIlBZy51ul0F/QF+JvIZqasqfghmVJp00ivr9nlpnxKKmOsZFKFDkGtth6NjqtZWjXJ2B430mIouUDFhInrHkW1aPqzSaTWxXXF8j9bu24zBqVHGP9wkUvtBH832SlqVKqC0ypDAcuQxkHSUN3UQOM5nDTOSIJrJYccm3TGHGEjRGA5qjIZoM1RpR5UOWfOhxhRhJltRAhp5G6t7n2OIODo0d5abgsmPqTzkePU+ObWmNjtGvcuyIY/mhNPQQYS0Y6Ueg2sdRv+OJAjzBxKv88HGW6UNx/SHK+XGroDrTTsT6T8XgsTtQXDgqlfjEcPy44Pa4APxIiD0Rrn+VUKi27x8V5cav8LnC3+Pb9Cve6POFw4fWS5UyrmTg8b8bA+4fobU/NWl+1mX8MH32MTVzzB34h4XvXyWMPi4Af//f/umj7f57AuTDq+Lj390JPviRA/jE7SsDXmpQ5DGR9/OcwOMZlPFn/7x98g+5fz/vq/+87fwMzvmx93p8//5TjpfP7stPB4P+KSLwP/76J/tNZSZ/+rpjEXgsBj/arpPr9SOs+qMk4nGGr8rYPckRlhPv0X1Mve7jOd7j/O+HdIvPCOOK7eWii1NXIetP0PXjiSA1QDLOjx8PFink/Al+fvz/fXrUiPjriigdGkdmiQAs9zq514wnPTQ8L4TjooZWnJEM9ciziEMk4qg/w7oM+EiTOokbyBBoBF1yzyW6YcylUOQLGbyRBpY8D6joNk8oHYLBH8c7jO/PGtGYTtwSx7EMN0rExRDPDlSNPCGYOCqiyw2F1QBNIZkgn0xw+5N3VBmJDFNLTzIxMU8mLAKwqRxOvjkg8CIErkhwOlG59+syYBpgmgH1ZpfDWksJv1Yqja8ZbO/X2d6rs5TXVGUSPmbMIypxQoahIme8wQB/OODweI3tyidKwC1Nf43cxEu0Wx7ttoiw+7jBtjI/JBLzxGJFht1dBt0dInQwtR4SxOjoefxwjHi0gxXrMKkPmdBtjipHrO9UOGoNmJw7z+T8OTxngOsMCPu+ykT0Rl3avV16wyOMWBHDKhKEPEXiE/HdDCIYvqYiQxzBdguBQxEnTEVMMgwJnpKMZU/RMTqNGo1jyer06PV9opkIZsZgdibK7GwMXeIi6n01PBxCjB8GtbZDvWWTT8cp55PEo6Y6WhXZJBKAGEJcn4j0lzp9DhtN+p5NcT5DYT6tTCZSDHqEhm0i2CSLKZLFtBJ/M24Mu+3REOfvYZtfbB9xvVpjdi7MzHyEciTOFAk1yBy2XIw4FDKT5DOTvH9tj9deX2OlMqBlWiQmsnzviwt87wsLrN7fZPXBFjd2RBSz2W47zCYDZlM+L12Z4qWnponYA9q7R0oAXj/22G559KO+qng2RipvqQHvWx/2WL07IJcLkc2GuPpEluev5slZBoNjj2F7hBvqMKJDZxDQHgjFM2BlPaDeDohP+sQnA37zazN89+szDCsd7r65w4PlNtvtGAcDE7PgYOTHvVmvL8OJMsQQIWJGKGR1CjkNt+2p9yvmU1y6MsPsTAr7uI59XGN5v8/yfk/sc2SKMbSwpvqRlYMuzz5/iueeX6J60OH6e5vs7hwTkt5xBl5+JsVLT6fZfNDj4w9a1ASiJ27dbHSMV8fmcA92tzSVHZ6bHlEs6SxkyyxkS7z1ywPeeuMALW4wfTFHLG1S2epS2epgxqUHEDB0Pdp9V/UwRvJcrGnMzKSZmclQrfRU70Iwr6YeIWpEiE86yjiQEgR0QuIVL/Lq1V9nIbXAtb/5kao1I8paJIZneMSMIZHQCG+g4fZDhGIhQjKPKCeEHeAOw3T7Fpqe4re+/wTf+/4TpI8qhO+vsrO2x629Bh8fNOinDQbpCGERcMVZagf0aiNims4LzxdVvffDA9774T4NR8OfSGJNWpw7a3H2jEW3NlL/vtoWEbelzDpPnU1zSZyFgUZWokOccexlINMypo4ejWDJ6HJIkMZdHKfFQafJcq3FRmNAuxtT9YUrS7xyZYmd5Rqv//Wy2rdXv3aeK187z8HHyxzcvM+x06FueWi5ELOzBpMTBnYngt0J43QdRr0Bo5GDL062MEyXi0yVC1QPh+xudljbGXB/V/ofPqFwDHSLK1ddrl51mUpEyHomg2ON19/o8dobPTrhgE5YMtJ9tKinjjnNjaH5BuGor4xUv/H1OX7w3dNcyHlEDvdxN/b4yes+P33dYzcU4jgeoi33hf4QR0RML6TmIQXcJd9f3BLzhoYse1s9n1bPQ/ND6H4IzQjJR1T3u14jjN3XKCy6FE6N+O4rr/KDr3yXZLPL6i9e494br7E7YbJbNLhyfoYvXppHs4fcu/2A/cMK1lQca0rylC3O5WPYrRCVXYnl08QyhkeKH7+5z4/f2idXdHj+eY1TSzpmPIyVjLG0eJZTi2ewWkcYlS0q64csr7Z4sNnDmp4mPj3N5kGLBxtV3LBN6VSE+aUoT5/L8PT5NNd/XFHVksHMuaQaQonpXaJ6l5n0JLOZSZWfHNR77O31+OVyj/c3HUbpLE46C2K2ciTqaajMIoNRiGw6SzaT5cxigfNLBc4IIXEqQdobsf7XN1TdDmnc0ULstnXlLBaDVTylYaU09PgILeEoImk0ErA0Z/FrXynzpefLGG6JiDvJ9V+u89bf3ObWZo0dH1qWxb/5/tf419//Op1PbrH5s5+ruIPQrEXf0lm7V2N1uc6oMMmoMIGnyzpQ1sveeJ3v2zSOhqqEsig0UFkHWinIZMNcvTDNlQvTLBYsZjMGkZ5DZ7dLdaPFm2sNVS0hwwlTJfCVdpEuR/j6H83wtT+a5Vw/y/lBjva9CqvX7rG9XWUtiLAWGFyazXFpJsft9RZ/+eYuo5jOH//3l/mXv7GE99f/H2vv9STZmZ75/Y4/6X150+XaGzT8YADMDGdIzlKkhrO7JIPSbqwiVrpT6G5v9m/Qpa52b8S9kSJERYjLITkeGNjGAOhuNEzb6vImMyu9PXlOnqN4v6zuwWAxXIZCjXgDDXRVdebJY77vfd7n9+wx/tEeP95q8deHHdp5izOXs5w5lyI8qjM+rPGoPOKL44BaXwVV6VEibXH2mQznnsnw4HaXB7c6pJOwtmYxM6eTLgSkiz5pwyVjuPTQOQkj9so+dz/ssXd3wJkzBmcEzbySY22tSLPvc+dRlU8fn5BKmqokVBozIK/DCuLycphZzTOzkuftezXevl/jsDpSgq2IhNJ4lQXaSLIMPViKQi7rERcXYmz83jSlZ7L89XsH/N/vH9LfjzDKBuvpFC+s51TWwZs7J7y5fUK3FxJ4EmEh3HvI53Xy+ZjCg2w+7PLoQUe5XYuzjsp9EBGp1fZPp+BRWNtBR2YKIZ0PSKYDfBGnZQoknCx4l/IprsznubyQR+KhB9qYx4dN7u816I4HuHlxF4452UKVNAidmMvCQpL1tbQSJj/7tMJnd6r84Bvz/OnLC5iZPvvhEX07JJVfQLeKvPurHd59c4ewF+KGBmfOyJRVnPXLMX59u8OHn3RJWZESfCXfsINOKAJwTmc2q5OWn2VHzC+5rJxPEFoG//BmR1UwChnLNI9tkknIwkrj8MSj2vDRJXM1hO9cKfJHL84yvZCi7RiUx/CLH+3x8x/tkSqGzK2J09ai05SmuYFmBapsWezGxEIvDmCN0UgQZZOpd8uW1yrNdMkWM9Xkpn5qw/L64Ing1NZUGbZJKu+QyAvucsBoNFBbZVnjSxPSEUyxKRizidhsmTJJPyZTsCjOxUgmTaKBT9QPcDwNZ6SpnNmFpSl80+DW9jH3jqpKYE4WTMKeht+KaB371A5HtCo+K4tpVhdTTC26FBddut6YB497bG/3Odn1qO16SNyd1MZKlhcvT7EwG1e5EqPI49bDOjcf1JWDShr7IgDL5Kmcn7IAkcpYUHB0JTpNL+fJzqT4+N1jPnrvmLWNBNdfyBNLQbkpU5J9/LaP3/J57tVpnn11ikf3PH78/5yw92jIxfUYF9Zi+ClDlQw4CNt/2PdIFTWSchO3TOK2hWM7CovYboU8+Lyt8oJTBRF1IxaWsiyt5JVIu/tYFuqSyeewMGszaOgM6prKJCnOQDIX0ewPaQ2GDPsWw8Ek71MaN9Jx9KRZOww5rkUc10IZm8GUHDfZqwnHdBwQz8qEo0401Bl3NZxYmvTMFDgujx8c8PjhPq88n+CV5wXVI4MOIj75fPzugI/fG/CD16f4wesljJLBgTXmqONR2ezTOhgxO5dWlQojNZmYT2mcWXOYmjfYqtfYqtc53IejPTmHJcND3BYat282+ORmg7XVRdZXFylXu9x7dEij1eTlZ/K8dD3HrVttbt1skYqbnF1NqszgwNbxTY2+ZPMNJIuiR1uJiJL9bODYJsW8SyHvqgzl/V1PTTTPFJO4lsneTpO9nRZ/+FqC77+WoLBgEqV1egY82huwuTekU7dp120OHnts3+8R+iHnLiZY3Uhguya2Y7K/32XzcZte38dJGJiOiEKhQn4Lyl/vjbmynuYH31/g+tU8R7VAuYBr4zL18TF9XxCgBt2mzuGDiKMH8N1X5/nea/P0hkM+3zym0+szV3KYLThqQ5bPJjneO2Fn80htGi8uF1hdzDLOQpDVlKB6UO9SqYU0G5J3ajOf0FV1Heg5sLM7Ug78bm3MyxfivHx+kounW3G6pkfD7HLS6nH8YEjnMODZCzM8d2GaTM7GTZpUej3eur/HjQdHyv1bPwrYWLa4et5mfskgKadV0iLo5vB7OT67f8znD8pYeqgwluIALOQd9fk0Rx6tkcegb+L1XLRxTDnVpPlw5/YBd24dsLCa4vwzRbIFaRK3lKNt0A5UlYpJNSEmDYpmY6BclBkRJBJZDCT3c6AcV16k0RgGPNhvcf9ABDttItqdCsDS3Oj0DDp9g15Ho9uRa8RSSHERBhqVHq3aAH9gqbryzBQvvDxDEI355NMyxwd1NvKCR4mYWV5kdnmRg3KPe/crHB53mFkqMLNc4ObNE27eqtIf9rFjvkLCr5xJMzcnG0+Pdmuo8JNeJGiWkFozoNkao3d1tI7G0oU0a89lCfWA3c06tWqfeMohkXKoH3jUDjwurOZ56dkZrl0pobkGmqvzzs/3VM0tZnn1eyvE0xY3bmxy8/YuI8kLGUNpxlHDTCIAt6ojek2fZMIkKbm+5lihZGdni1y8tEE8keGnP7/PT39xn3TGJZ2OEZPGSnykBGARMGWR5/si/EwcfCJmSQawoHxGcltSmFdPTQOKIGybtnp+FHJpLInIMIUyIsjeWTq9Do937nJS3SPp6KRcnecv5Hle0PRFk0IsUtPob98b8dZ9n17o0Y08NXU5aVjJDLIISCZxwyJu2sQNTZUIUxVpSPQjstkC2UxBZZGPxw79YYtmdxs/aihE2tRUiW7boNc2qNdbNJsnDIZNNQyXy01EbEsXZBH0O2NyqSwvPHOByxeWGfhlBn5F5R/VGgG12pCDowaVapdEskQyUSSXnydfmFeCVLlypJx66eQi6eQSIxF/x7uEWp1Il2lucM0VYsYKj/c+Z2v3M6aLG1y58D1y6QVOqkc0mseYThfT6ShXQaNxqJwdhdwq2dQivi+uDQfLkTwdaYx5uDHBATY5Pt6hfLSDFmVV6UYG3Uqp/LZOsEVnvMV0ZlEVXpp+M4YWpcgLfjqZYHP3jhKAc8kCc4VFStkss3mXqZyFHW9gx5t8dnePj27uMAiTzKxeojCzjkkOK8rTaN+n3n6Absp0alJletZaHerNjnr9xewq0ShFvyXZv5BJeySSPn3fUOUP5dwaMOg2aDa2GfQrLC6eYXFxmaGv0+5K9qulsqx0M4GhC8I4hh/UGQV1Bt0a7/6H//i0r/wv/92/Z+RPsn8nTV8ReU31nBcKTb9fpdevomuSFwvBCIY9GXZA3TdjSVnjSk6tPJ9dhesTjHOv36I/aJNOpkilUspNLBsjsbrYpokluOIojh7F6PRCam2P7nBAqIsDZIimJUCL41gFHGdKCVQKIa1LdlydTreuXp8MSsqmWuXQjgdEvRph7wQnnseJFzDsLLqdJdRiCjUt9BLdNJQrXVCRkVyvfl85qv1BRznJJT8wlcyobONYLKEcweKeHY5EiJPm9sThM3FMyn0hmoioKht20llXgsWTrETllBLJxldNZvn9U9FDBGAlAk/ySmW96o16qoGvMJS2sGRstMhiJEODgeCzw4kD2JDYGnGNTly14qaRNbIcF3EsBzKsokTeyeCeZA2LCCzt/JEIk4Jn1iave/J6JsDcJ8OR4vqcOD+fSjGnLuBTsK4SgCcl707u7wp+Lf15EeZOc3Sl1S6DBeLcGvvyOY2Iaz3idDkz7bI+m1ANVWnuNqsVauUy9eNjWu0enc6AQDcxk2ni2RxTi7NML80R+gNCES9F7NNNLEOGayb54JK5K+9/4oSOlDNbxEo5nuIOlmef7/vKBawcwM5EHFZ/Jhhy5f6a4J3lIxQxSpy8IhhLY0JK/nwiAFv4I3ETj5RTd+ISnuxVngwOiNgvg1AiPCthWgnpclwnNINQ8KXjMalUgkxWsOUokXkgDfFAhAURrUUIHjFsVBmUD/BbDSLZ9I48ko44zWyiIEAw1MORiMBjlZdlyBCIm8SOZdT62ImlcBzJ/4rRFKe+YLYdF1dcwrqlRN9Q8KjqaxLqv6XE6S7CsOz5lCAizz419GARyHmrmhQT966SJtUAgQjbT1U8NZwg718JlerDmYi8EwlzIiWNxT3xxD1/KphODIlfEYWf5Ng+ERbV3/vEAXzquheE7Ncmrn45U/jpJateyO8SDb8sEP5/FYAn7/e//Bu+Kj5+1WH6VaFQHd/T4/zk2Mm/FSMp+o2b+mtF0Ylq+kSlnohxv5Wx/Ju/7R97XU++6rccwP/+P6n71peF2y+/9i87kr8sin71908Q9l/9Ob8lAn9FkH3ytV99z/+Uz/Orgu5/8TNU9vfpcX3irv0ahvPXHe+n9/nfXAanv/unuYD/MQH4CYp/ck6disBPhidORWCVsXs6JDC5xE6dtk/Q/k8w20+dw09yr59cTfJs+bII/BsBeJIX/BtMt5A9DCEZyDjxl2ICngi7MmggQq+ccxOM86kYfHrhTa7wya+x+imnDmA9Ui5ghXVXz8mJY1ieTRIb4QdjfKF5BNLknURP2VaExI/KHmjgOwx951QAFoDwZFRiIgLLcNbkGSruLHEeKWqcPDcU4t+aPDe1yR7cdWTIS4Z5hEIynGQJi9NJXJjy7JahsEjWBy6ldFrVJ7ff5s6td3BSWRbPXmNqaomU7pIQYoM1YGwLCln2ZCKhyFoe4lZE3B0TcwLKEo8kzVnNIlOcUjjkg8MaB0c11vJjVgsh2ZTkEhvYrpB2TBUjEvR7BIM+jfYWlebn+JFGrvgKqcyz9Pomvb7EUlQYcwhGgGVlMI0EgVcn8GroYQsjbE5EFGcRw80SczrEnS5Fo0dJ71E+LrO5W6HSHDCzvM7smQ1FfpNYikg2RAbgSIcAACAASURBVOKq87oMRid4klNnJVVJr9cwfOV0diMbFxtTl/83ZhSK2CbPEqEgOhP6ynioyuu1GPWbikRUq0R0O+DmTdycyeyszeyMuFnHhB0Pvx/iDQyGnoE3mgzvSr9hOpdSz22J85K/J552iKdsrPEYw5MIqw4H1Tptr09uKU1uKYWhuRgSJdIbEra7aCOfxFSO+FSWAklVw5ZgrDs8Om7wzn6ZO7U6G+sp1teT5EKD9EDHkdzndISbMZguzTAzNcvNDw9465cP+WKvw4EMb+aS/MW31/mLb6/xxSfbqu6I2NoJKI9DLkzbnJ+2eWY9x/X1HON2j/JjoXJ1KA81KiNoaoGqRC5OuiDkIVRE1s6jPvPzMebn45xbjXFhNU5SMnGrAb36iKbXoeV1JoKGbrN/GPLgkU+jPSYzD+m5iO+/NsUfvjZF/7jLF+8d8/hBn8N+nOrIwcl52LkRwTDA64gAr2G5Om7CoJS3KRVs/FZAv+ozXUhz5fqyEoDbR0e0D4/YrPqqJE5tZjaJ45pP468unJtRbs/d7TbvvbPDzmEDKwepKZ3Xnkvz+nMZyrs9HnzWptaL8BMxxskYJVuj5Gg8uj+JwfK1MTMbOvNnHFYLRdaKJT54/4gP3j+mMdCIEnF8zaRVGdCsDijNCX7aUPSgesOn2x8TqIayzsJiXlXlsKt6noNOgC0oYBGwZ8bkZkJ1b5FBv3PLS3z35ZdYK03zyZs3+OTND9i1bXalrxmTof0Ayxgz7KCIpKNoEseLQH98GTQx6Q8cTCvFv/yLK/zZX1wmeVhG+3SLzfuHfLjb4MP9Jl7GUWXFpGc8yZWVu34qYXJ5I8PljSxfvNfg7ntNfCNGfKGAW4gTcwNisYDG8Yjm0Yim36OhdcjJ8X1mmhfO5THbQ1WKTuTGVAyOGoz3QuK2Q9xx0MMhWtjlqNnh08Mm23UPTCHUpNkopNjIp9jd7nHj1ycc10csX5lh+co01Qf7VB7uK7EuuWKSnjXIZQyySRMjiGHKkEXXY9Du4Y2kD+IrDDdRAi1K0Gr5NBsex40R+42ASldGdSx8zealF11efMEhI2u8kzG1PZ833+nzq3f6jNMwTmuYiUiZ0Uyhovqy/zZJlyBd0vjuN1f44++c44wzItrapHf/MT/70ORnH5lULY12WqM3DujLAHbfR6AF8ZimaDp+qJFIGEr4E9JCpeZTqftq7sQKJTdeI5L4zHBiYvMHOvmVMYXVgB+88gf85bd+SLLR5e7Pf8pnb/6U3aKt6srZGb5xYR43GLH7cEfFdzlzMZy5OOdKDudLjhocaNYCum3Jro7R6cZ542aFNz6ukMkHXLtscmbVIp13yBSTLC2ss7Swhl0po+1sKUT3VrnHzsmA5PwMiflphYe/+6CCh09u0WFhOcXzZ2d5/twst366ya2fPaZnGhireayijRs1caMWpXiBUjyPJdjlVp+jox4fbPa5tevRtVN07TRogl0X8pFHuwt9z2BlscSZhRKzpTgzRVdF863OJslGIXtv3Gfvl/e4E0bcGUccNHRqZYPBQCeW0VVMqZ30sZI+Tlzy5mF9JckffWuBb78wB/UUNJK88bMdfvS3D9jrDjCXk2TPlfjhN7/JD1/9Jg/e/JD3//rHjMYnnHmlQPZMnKOHTY4eNDjWMhyToa84WKf7X9mjjwMVOSflKWewGPikX28yO+WwPpdlfTaLHWnq2u41BjQqbY4P2ny631UV2jZ20lX7ocFwqM7DP/xX86rW+1nWBhnKn5a588599g7qDKfzeNOTPPUZEcQPWvz0URU9n+Lf/utv8qffvcTef/qQ3f/0ET/v9Pg7fJzlAq9cXeIbl+bo7uzS293l480e7z0actSS+7e0aVIGa9eSrF1N8fjOgK1Ph5TyBhcvucwtmbjpECcTYUvDcyA4Dh0/pXNUG3Pz7T73Pxlw7qzF2Q0RjBOUZlI0eyPuP27yaKdJOm+SyVlKAPU1n7wGK7rBYswmN5ciP5fi450uN7c7HJRH1E8C1YASN6jlmJPJ/tGYuUDj/NhgYy7O+reKFK+l+btfH6mKjiOSNZPzuTQvns1z8UyGv71b5m/vHatJA21sEI9DvggyiBCPGcTiJntbHnvbI4UmLE6bOAmNbm9MVyzzKttIMoQNvLbgZQQLIpkjAcFogoYOhqjM3Y3ZDK9cmub5s0U+3arx2eM6tUFAOwiJbJ9YWrIDfU52IqrbYIpLwbFZPZPn6qUpknGLD29KY3GfH7w4xw9emiNW8KibJ/Rd4dbP4JHl3Z/vqpIskbRrcGYlxvmrcc6cjXHjZpcbNzvk4hGLRRQCuS0TeqbObM5UmbVOOMYNxyyesdm4mlDN9p+81efHb/UZj/wJatGSZrVF4GscHAZUK2PiJsRMWRws8i/+cAUtrvPxTp0bD054fLPD5s02hTmD+XNyDG2GPZvh0JhMuAeempJx4pLzGjEciggcqdyV4UBQbhBLTrLFRDUVYcTWZRpUhMIIbxipBU6vq6kclkTGQoYWJL9K6kkXQhrwkqkqjsrJdlm2AAEC9TBsyY+1iCdM5qY05sXVik0mstFCR7mEWv6Y/X6NiuARZMGd1qnvQvlhhNcMMSI5DjqXLyxy5cICkesxNDrsH3VV/ur24yH0NaKBpi5qWUSsLKV45nyeUsGl1hlw0hmwVW2zVWkr7JCtmbgKKacpBHSjG9DsBuRdndmkxfSMiH1pUsUEt25UuPVBleUVl8vPJElmdNqDEd2eNI48vMaIKy9NceXlKR4/9Pnl37c42BqyvmyysWwySmj4CZ1m06N2JDcuj1gadRN1ZarNlKaXq3Cm3U7IvTttth51SBYiUvmQucUkC0tpJQAfbrfptzyW5hMsL8TpnIR0aiHZrMnMrEVGnJ3DLg2pGqqErSLxOoJVd13J4jPY3vdUBZFkCFrqzxK2RsLVSGZtkjmb2qFHeWugXD6Z2QJG3OFgv8rhfoVXX0jw2gsJiiUT3RVsZchHNzp89H6H7z2TUpVaTjKYiVMehHzxUZWtLxqks3HSmTix0ZhY31cDEtefi7F+webhcZuHxy00Pa0QnprjEFgyJenx67erfPj2CRcvLnPp4hnF0f/s7j61ZpPvvFbi26+VeOuNE95684RM0ubKxSxTsy59QxIXxzQbfYX8VU156bbLJLIuKEib6ZLF9JSpJl/LxwFRILjfGKZmqOnP4+MO33nRVDW3lsCdSjBybT590OLOgya9epxePcbRjsfuoxaB57N0xmF+ySGZMkmmLMplj/19mb4KMNxJd7dei6ifRNAbY/TGXN5I8Sffn+Pa1SxHNV9VTz+hp1XVonUc2nTaJpt3fB7d8XntpSKvvVgkGIfsHMrizVcPwqmi4HFcsimHykGdvcdlYhpcPzvN+dUig0RIPxGyU22xedCgfBLQbptEI4vFjM1SxmLomHiOwdbOiAf3B7RPAl69FOPVy3HGhstYd2gxpBY1abYHdHdgfGLwwrNLPH99CQyPYdDhoNnhxmaNm1tNWuURzcqIs2csrl10mVswiBcE02IybMcZdhI83j/h8UENC41s3CWfEFyV4JmVn5dBFNJqhjSOI6LAZapUJJFIcfvmAZ/cOmD+TJpzV4ukczreqK42x8FQY+yhBgMykiUtm/iR4Mps8tmcKhXmHfToj3y6o5Bq1+fRUUdVTg0uiQAMaZlm1HTaPYtOX5zzJsHIJFBZguJiDdRi2uuO6Hd0+m2d515Y5vVvrzEKAt6/sc3edpmLsyEXZkKml5aYXlyi0fUVvr5S66HF5Jqy+OzTBp992lSL8lg8oFiyWN9Iq+GlaqVPtdxXE7NjXVNZqzIwVG8GRG2IOhqrV3Kce7FEZARsPaxyUmkTS5jEEhato4Dm4ZhrF0q8/soC169N0ZeFtrzGN/Z57409ZhcyfPO7y8TSJh98sMvt24eMJPMwDJmasZldcFTeYrsW0G8GxBxN5dVLtq+QJ3L5NNMz06DFeO/9feVoVgJwdiIA266HJW5c5X6b0EfEfaAm/sbSNJI+h4E/km3WJN/UH4ljKlQCzkypRCmfB+WQChSaV8TR3qDH/uEjGvUjYqbkO0ZcP5/m+vkMZ6YcSimTcRDx44/a/PjDDuNYSOgK+liaW5PGnCCXRQdIWhZJy5yci3FHGJ40hhqtoTT0xX2hE4sVScSn6IvbrnaP/rDKzMwsMzNzDHsWw55JvVbnpFah36tTKGoUSjq+RDJ4Y3W/0UKbmakpvvHSJS5fXObR1hdsbn1BtTak3pCc5LFyrEljzrZzqgqFVUrFDSWUlSt7dHsiDE6RTkmswmN6/U10QY+5GpYsSoIpomCaw/IDDir3mZ26xJXzf0QutUiluk29voflNrHcFvV6lWq5onJe52bOUSqK09nA88SBMkK3PCy7h+N0QWvRblZoNSuMhgn8oQy+FIgl8+i2SaXzQNXy9DmWp84R9GPUy2PCIEahOEMynWbv8At2j+6SSyeZKxQpZGLkUxH51Jh4akg8NeDu/SNu3j6gH6QpLV0hU1xHCxJo4zhd7z690X3lZtXVTlMwq5MqZM6RT59j1HNpnfhEwZBsrkcqPaQ/cumNHCJZLwYSi1HnpPqQTnufxcUlJQCPI5eBusZtJXiiOcoBIe7LcdgmjNr0WhXe/o//29NG63/zP/871WAT0UwAvqFgXGRNpI+V6KspMXZCu5GVl+RAVw77nJQlTzyrajiM6LQll9cmnUmrDD01CDEeYsv0vymQv8lkrKYEYInykPtbEktP0Rto1LtjhYn3wwZ+1FGitS75xUYOyyhgWoJjNNR0dr/fpjcQt64IrzpC4bUdWR+OCDrHjDtlTDuD5WQUBloq0hOMAh0vMJRjUTmYkGvaR266gT8g8PoMui0G3TapVJZcrqTypsXZKyKpNIBGsqMXAdiwFDVDms8iGkrDW9WX/1H/T1rzytOico2kpaME4InqMBF/FX5zolRJU1miS54IwCLECxRSSt3TBIEuXk3JAdalByUNJummC8JLGkiGQteLyCjCZCCZrpJTLMKdiMD6xPUiZJ1xJAMw4tKauHrFtTVp0E+EX1WSGauQ0HK7mchNT0MgT52W8unKj/efRklOcLxybwwDOY/k73UUcUTwxyIAu1FbNQUWCzar0y5JKyQUwbPf5Xj/gPKBZPmOGY01PAUfETdEjLmVReZXliAUbKYMwSnAtBqucuwUjp1EXKZyPssBFSFSzhERbMWt+yTfeJL7O4kVEXqAfIaChpaNdsx1lbgrXxMEk+xfEXhFNJ4IyJIt5ZBIxlV+l2Tkylp58nXyNZJHKYLCBGNp2SI8y8ziqbNOYbAnn6MM8chnJH+PkkTknBYR3zZURI/8TBGAJ05in36rQbdaxms3CQd95fJKSH6jINZDyb6Uc9mb5EUG0pIwCeX4C/7ZkCEKG02zVIRSR4voSNZ0TGIEUmimo5pQkiGey0+TK8xgWHFVmm5PsOehRr8vyDgZdJq434eRRj+S9M/Jflgdd3GPT06ap1LtxJF4egYpoXIymKt2YqfBo4E+OY+eOIB/c8ZNXK6nfs9Tn/HpRfP0v34j7E78jJPrcSJA/bbg9ruEwd+IyE8clb/JoP1dIuPXiXRf5+A9vYieDoh8nVD6TxFdJ/rXBAH9BNv7GwH49Bh93Rt8Iv5+RQAWt/bv+vWPidHyPV8VgJ/6OL8ilH4VR/1l0fXLwq76pBR54DTl9Us/56tC8RO58OtcwF/FP//XjuvvEvif/Jz/fwXgf9rx/sfE38nxmzxz1HDEaVbvb47/aZT2UwH4ifB/SnmYXH1fuipOByxOowAUpWKitJ4Ohk0oBcoNrJ6dMlgzGbQR4oG656o1QoR5GiGgRN4nRIlTwVn995NscLUu/c3rmDxfJr9CeUap9fZkKFw4DCpjPJyIKZN7+1jFIsh+RsQAifdybBFqdSXWSp6v3MO7Q42uJ88IGUQ6FYCfDkoIWhq1hpDlmAzCibNXBnNkuEWGh+SZKdh7GXixVczDiFHQVVEvrmmoiK7eoEtPYpvGsqoQxH6cYiqt6vbNt7j98a+IZXKsXLjO1MwycSV6GoysIb4p1BaXIEhgakJDjEhaEQnXJ+H4HBzX2d6rMtYcCrNzuMkMJydNVcvpgap0ysJJuNgxV+GkpbxeG6/bojfcpeM9Us/oRPIabvwiQz+BN0oypkFIhTASctEkG16PfIXxJmgQ+XV0M4WV3MCOT+NabVV5vUXBaFE+rrC1V5k4gBeXmFlaVM8pEYB9iT7oCWGlTxBKDZHgNkWmcELcmGSeGsSiGAIgTqVMVUJv6gwDNcQrAy1yL+iPOvRGXUxNXJJDtS6vHEQ06mDnwM7C1JT0RyxcEfS9AL8X0mlrquQ5G0YhuVScYiahrhuJ2pL4kenZLNMzOXQRrfuCl+1wdNKkPRyQmIsrR50kRkucj9YT/vAI3YfYVJ7YVIEpK8OUlaVX73O0X+PhYZWPjqs8aLe5enlaldMbwUkPPQwwsxpuzmJxfkHV5x/vc+Oth3y+3WRT0n2Scf7sW6v8+bfWuH1jk9sfbPJFrc/mGDquxUsbeV4+m2Mlb6rqVprs3C9TrvbomhYd3eQk8KkFI2LZBJlCmsEw4vG9FscHPc6fL3HhQoliakzGHWLKoGA9ot8IOBTXZ6uHk0zgphIcHI+5d39Ao+1TWNYoLmt868UM334xQ/+4z70PamxvepS9ODXfwcl6uNkho37IoBWpayqe0UnnhGAn5K0YvROP1mGfqXya688usbyYpnmwT/Ngj62axuMTSGTjLC6nSSVt2g1fRTeVcjJo67K13eWDj6rsn/Swp0SU1nn9mTSvX8vQrPTZeywO4JCe5TJyYqykJ/X5nQ7vf9BgEI2ZPWezsBZjrZhhrZTh1s0Ktz4us3Uw5qBu0eqJyzVQTubpJYOZZVnnRdROxqr/HwqS3tZUbJRU+aDN9qMTem0PS9Z9lqG0kblFk0F/TKsesDyf4zuvLbM6n+KL9x+rqjg6FdvAzeiUcrqiHbROAlVeqDMKDeXgldy/UU9EPOmDxvhX/+Ya/+rfXCW2VyH4+DH3Pj/mPRHGdzr0kw6DhCDOx6RiAYkMxAsm2YLFSi7Oaj5OeXNE5ZGHlciQW5qBmMPOXpmd3TLNIxGBfcJEgDXvs3IuxvdfXuDVS0U6+3Xa+3Uy2RiFGen1SrTWkGbVw0k46h7k6oGKRTyq9bj1uM1+a8zs8gxzZ2bRj9rox212Dn0+348o9zVieQs3b9E+btIptygtGKw/IznVLum4RTpuk7HiZO0EXm9Ar92h0+lPsoZbQw4PNY4OhFgj0TtjetGYRhDSDiPloPQweOXFEq+8WIRuwPGDFoebPW5/MuKTOyOidEiYCrGEFhafkGD1UMfWdaaWdEpLGq8+d5bfe+ESJd+jd/c+J3ce8NZDk7cemdRt6CVhIEJ4dYQm95QpjekpnUZLo9nS1LB0YdrCsDX2j4bsH3lIC0cEQMGKj21NCcXDFgReRGEtorAe8acv/zP+8rU/w612+PQnf8+tn/8DOwWT3YLJ+bUCz29Mk5K7+H6FfqeDtRDDno9xrmhyTnregU+3M6TbGVM/canVXD6TjOSDjsonni9pkz5sKUZuKsmZ5TVV2n6Z4OEWjfIJx/0B5ZGHO5UjVspxWB2ws9eh44XocZtcIc1L51Z46fwKd9//jHvvf0ZXjBGLJcycS8ZskjUb2OMYVhDDGEZo/UDFPN7a6vDZ/oC676qKJA7PHCgyqJACB0ODyxvTXFmfwjIkPmfAdMHh4lqR6bhN9eM9qh/vc6sfcHsQcHCi0TjWGQpdNh3hpGTAJyKRiYilQ9xMxPpqku+/usir12bxHvt4mwE/f7vBf/5ljV7MYvUbRS68Ns/Lq1d5efUa7/zoff7mr/4ew27we/98novXM9S3OtS3u3xyqHH7UKPmRwz1UOk6uoi6Qrk9adM46Sh6WSqTYqqQVMPOK1MuKT0irYfsH/TZ3OlRrvfpeiPaA496U/qjPk46Trwoz+iQdrtDKhvxJ385y5/85RxLXppFL83WrTLv/eIBB0cdSteWKF1dItiqEWzXeNDq8LHXJ7E4y7/+4z/gnz3/LLf+959x+69+xntGj3eLEXPnlvhvr17hjy+ep3P4iM7hQ3760Qn/+UaTx8dDtd+KYkmdlStxzlyNs/uZr2p+xuL68wkWzliM7YjQDonqI6KaRyyrk1y0VW7A2z8dcOfDIZcuWly6ZJEu2MSytnqg7O122T/okpu2VMlkzmAcqCmNFdNgTgS5nEM85/Ko4vOoOuLg2Kd86NPtClddVxNv4jrr+WNKMi3g2axMxVl5NUfhSoI3bpV583aF+AlMNw0u5lNcO5tnbSnNX985ViXOAFkcKneiPFByMv03Qawd7Y452pOpQhGHJw1jCb+WWUT5eweCFOvq+C1p0mjECz5uVrjluiqE1DiE80sZvvlsiWcv5vnJOwf85O0DophNvJQiloqw3T7ReMjJbkh1V3LzTDTb4vzGNC9dXyKVdHjng03e+eAxf/LcFH/y/BS5ORhlBwxcaIVpTnoOv/7lIb/+xQExK6KQ0zkjD7nzSeZXY7z3UVdVKRWyOhNhyffJglVudFmLqayNMQzQBwEr6w5XXohjpUx+8taAH789IAykqecp/FzMthgNNI62Q2pHk9xUqe9+b5k//uM1asMhP3rrMX/7xmPCqkZY1Skt2Myu29gJSzVph0ON/lCyyKTBHmK5gtCMGCpRFwb9SOUFx5MR8dSkaRYGIohoxG1UwLYvk+l+RLcXKWe4bETiKREPDEYicgi2TJpYoSzwNVwRUp1T7J00gMIxkeRzSbatOH4dnUvnLVXz8QTziSStesTWnkelO2QY7zCK9zEc1AJg/y5s3ZLPWGe6ZLI463Dh/AoXzq3QGNY4aB3wcLPBZ7cH7G/5JE1bNetFJpALe2kuyaWzObJpm8dHHZVH2/SE+z5Q8WlmJLkcOglBSdhQbwfUOwGlhMVC1mFqOkZmOo6bdfn04zqfflRnftHk3KWYWnT5CqkdMqgPGdYGbDw7xdlnS2w/Dnjn5x2OdoesLOisLGgM3QjPkWPp066NFLrVToRYsQgrsjGxyOVi5Atx9bnc/VQE4J5y86byqFyRmTlxPEbUj0aM+xFLC2mWF1NUj4ZUjwYUFKonTqFk0fTbNH1B//kcHwWMhyFWJBsfg3wxrhyAj7YHPNoZ4PnSmDRwJAtUMB5pm8JUQuUrb99vc/dWnf5QprVSmHGbWq1Fvdbi1efjfPM5yQ6IqalCL9D45HaLO5+0eG7J4vklk+J6HvvcFBUv4p1f7nLzxiFO3MGJ21jdALM5YrFo8Pq34lx/zmWzPGDzeEhhdprFlQVC0+aw0Wdrt8NHb57w0RtVrj2zxjPPrHJw3OL2nT2q9Trf+/0Zfv/3p/nJj4756d+VlfD57PUCMwsx2ppPO/SoVyWvoT3JLpIAecEUBbYSAZeWTJaWDLqdiFpVMkZ1hSkZexqtVpdWq8er13Veva6xdDZNZjHHOBHjxu0qNz45YdRKqarsD9nblBxJj9k5GcqxyOctCnmTE8n0PRrRGYwJLRk+jKhXoV6N0EQA7odcWk/w/T+Y4sqVDGURBBo+gd3AtxoK3RRGLq22yecfe6pefjajSlz3x2VpZEZMTUt+vE46ZZJJW5wcNDncOiFlGbx8ZY6r56Zo2WPatjhca9x9fKIyafp9QXhZLOUcVaE4X1yHh1sen33Ro17x+PbVGN+5GmOkO4wMh0bQo+I16LQHREcWTifGi9/Y4MWXz9IZ1jiq7bFdbvDR1oBPdwZ06x69xohzSgB21PGRfG5Dho3alkJQHzfbqtTgkExRGja27WFbI0LbUKWyvh/J4IzNmTPzFEtFbt06UDW7mObsxRKJNHQHJ/SHDbXJlLubZMG6Zqjw764ZJxlLkM9nKOQzhH6XyO/R6o9o9sYcN0dslrtsHncpFnUKBYN0HJKONEpkAMSlN3DE16cc4/2+PDvF9RZgaoKhGdM8CWnVIl54cZ3v/N5Flfn3xpv32Hq0zzNn4NoZmFpcZnpxmUEAtXafarPHSbevavNBj0eS4xEEJOIwNW2zcV6oCUl2d9pqYlclulm6ilk6aQRKAA7aEeN2xOrVAhdfmlJ571uPylTLTUXacBM6naOI9nHIs5dn+M7rCzxzbYp6e6gcg7duHHDzhhzLFC++voCTsLjx3iG3blUIBDGmPRGAXfXMalcCes0x6aROKqmrARnBxDiSA2XG6A90Pv+sweefN8lk42qT4ybGmM4QyxaBS9wAlhJSpATpopCisvAfaopKIqYxWTcE44kYIO6y2eIcpVyJIBgQ+EOF5nUSWeWYLld2abXKxM0xMTPg6kaSKxsJlmfiTGVjagjob96qqrIyOmZGJ5k0SCdF9pDrPqDfDZXrN2FozOQFRyziV4z2yKI9kk1Ih2arQyazoMTY4ajH3tGndPpl5ueWmZ87gz+0GA0tTipVyuVDup0qJblGp3U6zaFycjtWjGwqx/LSDM8+u8ba+jQ3PviYGx98RL3h0e0L0s/AiQmCWFDA4sZLUyqeZ3b6CsFY46i8RbtTI5VKqmq3HtFubWLLUE8yjWOnGXTj9HsJ6u0dau0d5qaucfnsD8gmF6lUHlBrbGI6VQy3QrPW5qTcwdCTLCycZ3p6TQ2OiTAeRn0irYtutjHNFprWwhu2VVbsoBdj2I3jJoqkskVM12a/fpeD2j3W56+p8rom5X3JiDXIF2ZJpjNUm9ucNLbIJE1KMl0fj0jYPRJun2w+UrX5uMHnX5zQ87Okpy4RSy2re3TgafjaJr72iHHUVw5SuVeG4xnCcIZMYoNMfAOvZ9Cs9hkHXbK5Nqm04JGT9EcJdX+Qu4TXb1Ap36XV2mFubp65uTnQUwRhnCByGUe2qigyIZQkacmT79NrHfOr//C/lOOt8wAAIABJREFUPm20/v7/9L8o0ow4JCMRUMM+oVTkCXcMV1zUjmTOWpiaxclRn62HDQ6226yen1PV6/mKGiJt2nQ2rfKCDWmoWhPHpwhcChEbSqaMYJgmE/KOmca1MvQ9i0ZPpyP5rP4Jo6ChBFZB0xp6BlPPYkoT0nIxTUe5bYaeuGZ8hZ0VXS+REBeoj985JGgfoZuCbk6g2zkMtwBGEj808UNLZRTL901czXJnEpHUZ+wPaderqiR3Op8vTVza0gQ2LLWWEjSusqmLk1ayB9VAzSnH8inc9hSpeZp3qmJMZLpNE/F34oJWC1L1a5JL+EQ4nmQZegoBLYKl1CQVUPC80iSYCCTy54KunAjA4iSVqBRfNb1jzgQ/rJypI2nGypCKNPPF7WspoRfBp8l7V05ZeT8TEfiJK0vek6ybReRTeuWpa+uJYjDRjAQaPJGnJQZDBnzk35H8W0oQ0IGImuYEQS20IcksHo+wxy3scZP5nMGyZIvJulxw1sFIib/HB4dohoPlJukHEZV2n0EYUVqYYWphRj27zIlH7HTDbaohAUtc74q0IGSGiZCkPKumvIaJICDNfMHmK0zmqfA7QUIPGPT7xBMJMmlx4upKEJYYjokIPvlZokmJAyIWE1FVHEZDJQBLg1lET7nvC65ZfsXiceWUEAFeCfGn+cQTMUWOq+Q+T54Vw+HEZWxaOul0iljcJRB3cChu7YnQMeh06DQbDDtt5fDye11cbSygS4zIR5PrbDxx9MsQoQzbSYkyK/cOBU6S82Ec0TcNeuL2j58KwELTGgtFKc7M7BIzc4vETrHRljiCBVUYyjNn8jwRrLW8z76sK3SXkSbDBRME9OS9PXGXnopIT4TGJ67fp7TwSW6p/CPZi1JK4HqSJ33qD1YC8NPM0S+5HidS+m+LvDKBINLO1wqhX/oLvoIP/spPOY18/hJK90uq3O9yfH5Z3PwtEU/98N/4HL9OJP6qUPl1IuA/RQB+4qj+8verQyHHT5zYp79Xwx6nIt2Xv/a/5kJ+8rW/LQD/1eT9/Q6X7H/NIftlIfe38MtfEjF/SwT+Ghfwl7/v6e+/5Nb9Xa9N/v/XOX+fvM/Jufj158FXP6PfEo2/8j2Tl/K7BeCv+7x/9+cyGYmYDElMRNlJLu+Tc+zUufwk9/ep63fixH2az30aP6C+V8Rc5dSXfOnJa528HxGAZYhJ+XifDl8JTU2h9oV4IN8bTVy18uyQe68iASjc82SISB6V8vBS6F0RgJ+8+qcI6Mm7FQFY8KKTHTAYcl5J1r3cwNQgpbwWgQJLjZ8ORMh92bZkYNpR7lGhGrQHMlw2GeBUQyGCvFauY8k/nrwfy5JBMiHnjBg9cQAbE9F3QveYrLyMyFKDXEHUUcNxSdck6Vp0Bx0lAnsSTydpqnqcfCJNIZHi1se/4vbHb5LI5Vm7/CzTM8s4Ywsr0vGMIUNjiD+O4Y/FAWyRskI1EJWwJSZqwP5hjc3tKmPdZWphkWQ2T7/To9/tMes2mY01SSSkrya0h4Q6PFKdRpVOs4o/PiQ09tBMeZ9rGNYKY4oEFCXcALQmftCm35f1cU8NrUqFfoNgWMW0sripSzjxOQzqmFqdnFEna9SU62zvqEG9M6Q4V6Q4J/scbyKk9wcMOwN8yTA8/ewl9mwoJpNYSCIuex6TWBQnoScoCBGs4NIZ+GqYfqh6d2Pl7O56TboSS5PUyKbg5DBkd3NM5XiMUwC3EJHPGapkkNYej5UAfFKNaDYiLEMi5ATFK3uYuKKgVJp92kOfleUpzixPoflD9Txtt7pU6l3awxF63lIlTnJTzhvBYkqf0bdwpoo4pSIFK0XRStM56XK4W2G7fML9VosDb6CGzJ9/Zpmw1qYnYp3EnKTBztusr66yvrLKozsH3H73IV9s13nQD/BjDj/85go/fGWFX//qgar77SH7lkGQT/D7z87zvWcXyGsD8gwo79W4/3mFcn1ImIzhx12qA49K3yOWiZHKJ5HYj+pRn25rxJWrc6q0UQuvXSbsDKGrM2iHbFUGqjKCti6mOSr7fHG3S7M9YmZdZ2bN4KVrMV6+Fqdf9nh0s8PudkB5aNMILNyMmEY8/AEMhcrnaGSLUoaKNBF6YPdkSOuoz0whzQvPL3NmIUVte5vazg6PqgabJwbpqSRrZ7MUizHGfY1QwCregGg0YGunz+17A467I+yZiNS8xquX0rx6Ma3Ot3q5Tb0X0sZmoLtcKmW5VMxy+1adN94p0xkHzJ5PsrCWYLUYV3XnToVP71T5/OGIu5saJw2QOeqYq1GYNcnPmYo02j6RqI8xgUwe2hoziwVV5cM2u5s1euKQ1UVP1VlfS7C+Glf9zcebHtPTFr/3vRTraxYPbjZ4eKtJw4xomJAuWMxPu8Qc47RXOmQcCV1lgnAOBwFDEfHqQmGx+R/+x2v8m397FWe7ivfhNp/dqfD24w5vbXXp2DZt2yaTDCikPPKzOvm1GMUZl2ndYkYG+ZoG45ZEMGaIFYv0Q4MPb+2oqh361A584nMwddXg2vNpfvDqIt++OsX+/UP27h1SmkuytJFXr638qEP5cY8oYRPFHbJxjUICjqseNz7rcNTSee6bazz3yjpH7z3g6N0HbB6H3OsmOfRMBkGfvvRGRoHaK54/H+Mb38xwdiNJwomRsmMUXIeC5JrLGrnbptUSo4xHpTLk7t0Rd+/6aOYYNzVm7ET09Ii+kHQQY03EC1fnefHaAu2qx73bFfYed6ke61SPNTzTU/dhw5FhSA3X1YhJJnpcY/msoeqZjbM8v3EFu9GncvMLdj78gl9XDX5dNWkJGV7mbgIw2pAINRbnI1U7e7Czj8pSnlpyMWM62zs9tnd7WJKzLJR00yCwDUZjGLXHjIVUsKFTPKvzg5f+iP/uG3+OXW7zyU9+xEc/+zu2swZbWYONM1meWc+T0yO8apOxN8ReimMvx1nPw0YezFAIgj26HZ+jQ4ejQ5fDgcehRBkxVsNG2ZRJcTZBaTajosIWF84QbB8z+PwxLcHtayOaZoCdS2Dlk5RPfA4Oh7T7GiPNJpnM8o3zZ3n5/Fm2P/2YrU9v0ohgkJtCz8RYyPaYz/YUKVUgECMh+HYjGi2f3YbHbt3jqBapGop5Qh+rKAVvLD0kl2fWcqqajTr7R2UyaZOrl2eYLyZp3K1Rv1vnTmfEJ50R5apG+8hQsaBmcoyRHJNOC3lUJzOlkZnT2dhI853nl3hxY5rmR2WaHx3zs49G/M3HY8yFLK/88Ryv/8kSK7FFVuJL/PzvP+b/+j/fIJke8Of//RleerFA7VGb2sM2v7o35Fd3B5Tl+jTHimBk6paK/GtJnFqzTSIVY2q2yNJMjvOzKVblntZpE3Za3Pyswbu3JDN5xMjV8G0d3RtjDEOlZeRmM8pZLFpGIhHww7+Y4Yd/PsO0F2NmGOPB7RPeemOL4+qAsy+ts/HyOjvvbbH93hZHmkd51mBq4wz/4qU/4PXV6/zsr/6Wn//V3/JgymP7osnFK2v82fnr/PP1S5zsP+Rk7wF/826Z/+ONCg/2B4pGpRzAq1cTrF1LKAfw5p0By4sOL7+SZm7RotIZUO0O0Jtj9FZAac5m4YJLd6Tzix8PufnBiEvnNC6d03HyFlrWodP1OTno0ygPKMw55OcdtTDoShi8FjHv6BQF16vKpN7TqPd1jioBB0eS5TlZ+MmmW9BjgqDKDA1m+xZzeZelF1MUzrt8eL/Bhw8azNbhXNtgOe1QWoiTnHb42f02P73XxvMFpKiRzurMzOvkp0wc18F2XXY3ewqbYehjhUPM5mxKsyX1gW4Kd3u3Sr8heFRbbWIFf2GmfbyOpqrkOswlXRZnxS1tUygZvP9hi/c+bJEqCSIwi5uUxlKHYU8QwT4nu5I5qKv3fuHcHN94fpVUKsab7z7kV+8+5A+vpvj+1TSLZ9MkV1N0HZ3Pdrp8Lvmjt1o8vNkinYiYKmksrsZZ3hAccZIPPupy48MupfSYldlQia7NkaDbIJvUyaYM9G6E3ou4eDnBN76bIVGw+NEbTf7ujdYEMxcJpkXwmTG8js7Jlk/3OGRjOcnGmSSLF7MsXM5yeNLjxnv7/Pr9QzKOQ9ZxiGccElkHPwxpNId0+55q+ivWoSm8fplqFgehbEqFBWYTSU4cngDmVNNM9iSWrhF3dPWwlKl0acY3GyNqJ54SVWVgQepJttZIHMXDCQ4ontBx3AmCTbLqBEUoDRdBZvYHMjoZUUrrlNIGV5ZyXF7KqQysx8dtahLqmPSIEiKLidBl0DzUlAs4rieYn0ozN5U5bRTCIOrSj1rUmkOO9sdKtMPT0KS3qkbfI1bmslzdmCKddvji8ITPD08Y+KHKmxj70mEUE6ZGQgnX0OiNVU0lbBayLvm8Q6wgiDyD+3d63P+0y8ycwdpZcdWbaIapmj6j5oBRc8jChQKL54tsbXm8/2aDyoHH+orLxopLhyFdbUivN6bXlMaUiL8hphMSDAyCgU6h6DAz6+KPIh7eG7C/M1SLF0Foy/WRz0XEBLHo28QMV2UUz85muH+3yoN7FfJpmzXBw866dKIB3bBPtRpQPfEZdn3Coa/yfmRaLZEyqdQjKo1QYdr70tT35VTRcQ2b9Y0iaxsldvea3LtXod0eYbmS2aPRbQ3ptgZcuyQinsXcXJZ0NqewdodHPY6OuyzEYSEekZ5L4a4UOOqN+cXPt7lx44B00SFdcKA+JjoeM5PWefUVl+vXbVrjiLbkO6TTxHM5lcO6U26wu99m/4sB+58PuHJlnctX19ndb/LxzR2Oyid889vTqn7592Xe+IdjJQBfv55nesmhb43oG0O6zS69pkwXq7R4lZfZKIPXhWvXXa4946j81EpFhNmQZnVMtzlmHI5UvX49wbeejTO/FiM+6zK0Nd7+qKbK9DNYfobqvsfOg6ZyAJ9ZjbO0Eme6NMnaOCp3ebzTot4eMRhr9AONdiOi04jQhxGWF3H2TIxvv57lwoUEzV6oCrcNTks5gD3fot4w+OKTsapXns/xygs5eh2f+/cEL+0pV+3snEku55DPu9QP2xw/bpB1TF5/dp5nL01TN3zqps/93TpfbNYmrlFi2IbNdFJnOmGoKSknleCz+z0++KjO4V6X7z3r8L1nXcZ2itBJUff6HEtuZLOHXoZ4z+bFV6/w0qtXOOkes328ycP9Gh980eP2Q9lkRISe3NNMLm2YTE1bahBGBODxSBbkJo2Bp8ofmGhDG92XpnMX0+piCQY1laS8P+TRZ038oc7ZcwvMLhS5/ckBn3xyoCgYZ9aKODEZ6jih1W1gWzq2pZGOCWLfJO06pFyXZMw5dcRKA2OsqtOPaHQijhsBj45aPDpqU8jrFPIGCVnIqqwsg4Fgc2SyLhgT+YIENQh8QbDq5FKGctJXjzyqh0MuXFzk+RdWaXc83nz7PruPD3l+w+SFDZPZlVXmzqzRC0KqzTaHtSY7lSa75SaVI5/KYSAzCyRdg9KUy9r5LDMLCe7dPeHe3apqeVmO5HoZdPs6vZ7OqDfG746ZX0+pHAqZ3jzcqdOsdXATgtyG1lFI8zjk4nqel56f4sK5HI1WRKMdcbB9xMH2MdPzSS4/N0+oWbz5i0N+/UEVSwZXEiHTs3HmFhIqb6Wy26d9MmJ9vcjGuohCHqOwx8CXXNyQZluyy0fs7XpkswmyuTh2LFATiZEu6N2JyBuLx4gn3MmAhqJQBDRqQ9ptQf+4xJQDUlwCA9WMKqZnySUK+OJwG/Vx4iniySzdYZ/D413a7cqpixQurCZVzZcS5FIxRiONf3ivzI/fkxMXhIybSlkUMja2aTHoixgo2tIQfeSxNJtnfWkaN5ag4enUB1CtNTipNRRKN5lcwPP7lOsP8Pwmy4vnVA17GsO+RvnomMPDPVrN41MBWKNZ82jVh5QKBdbXlpifzymh03YDbt/a4/atXWVkdP9f2t40Vq48Pe/7nVPn1Dmn9vXW3e/lvrNJ9jrTo+mZnrVnNKPNkqwgsAJ/UKTAMSIJNiQFcYLkg7wElp1ACAKMINlxAC+CE1vSaDTSTPf0yu4m2U02d/Ly7nvte9XZgvdf97LZPZxpwYgv8YLkXepWnTrb/33e5/fE5Xqj4wc6fmgQiYhwl2F8/Bgz06eUmL2ytkSltk0sLtdpn357i35nC9uKkUwUlWO4URs1bbrDsqqJ4nmOzX+dVGyK3cptqvU7BJElAn0Rb6jh9aKYRpZc9iDJ1DQ9ySHvDwi1HlpEhM8GaGWCoMag12LYk7zbPPg5olYGS4JZTI1y576q2eI5ZorncLsRKttNNfmdSKax4zGGfp2BX8cyPOXaNuiieWUMapQmTEW32K24rG4M6AzSaNYMYSSnMmrld4fGDkgpwS1BGGQZ9qcY9qexrTSWWBm8KBLxHNE8YvE2jt1nGCQZ+AnVIDQ1Q+XW1qoLtFtrZLM5stksoZbA9eP4iJhrEWoiAEujVTDNck1pK7Tf937/dx/2lF/6O7+CIe5IycSVoYlA8IfiABadIFRDiWHQw7FM4o5M4w9ZX26wvd5hcq7E5Oy4GthrteTcbKhjQ4QrO2aqPOBWo0Wz3sSVKI5QMlADknHJNhZXvuSax+m7jhpUacvAnis0hDpe4OIFQyyVLZwnaqZGgq4uQxGuQuOKWzkMXQwzxLI1DJkQ7u4Q9HZG2GTBDhspfv0f/EO+WPqk1vp/wtd37vLFf/zKqLm9h0qW1rKg4aVdLK7G0rnz/NcvzHNW4kVUnuz+h8fQ9aju7PDBu2/xe69tqp8TsU+E7fELn+XXXjjBmcn4Y37Op7pT4eq7l/inr62pbETJ1RUR2BIBeC9/VpyqMqSynwUsqzlxMyk88r4AvJfpqxryIgALWnMvm3EkAH+IgH6YBfxQvxjFvkSkuSsCsHJtqcDjkbggGbDihNXkXCDvhwjAwhF2iQYtVROZCNO5KOmoj+n1iQw7tOoNWvU6yXSebHFcOYa26m0q7S5936UfuKrpnnRM5cgS3OVDl7FuKwe0JQMoIwb0HgBInrRQdGRQa4SVlK9Lw0mEzOFAxHlJPBJsnq1cwPL94qSVGI69WOCRCCLuMMmOFIy5CJYSe+G5e8K6kCF8hQYXcVkdSCJsDgf4Q2m6yKf2RAjl4JPvFyetCCwjoUSEFKFbGbK/qPhMbc+JLIhnEZt76m+302HY7RIM+wTDHpqszRReXNz24ogb0uu26XfFOaVhSTa0H/DLf7TA83M/vL+vfvs0v/wPXOVEiCUzxB8pGSiKmLYSUWS/lRoNBwQEEYfQShIY9l5aqIhLI3FHXPKyalP7VLCf+SmDL3t+XuXEG0lYI1Fy33n4qNF8H0v7oQD863//V/jSDx3TA679P9/id34gq7h9ytMjTOK9l/xQaNz70kdEw8edBvbQ1T9K6Pv453+UiDsyVH7oLN4Xij/JZatkuEdcuqP0Xyk5tvZHR0Y8q32X9I8WgD+OgB5lsX5ckvxxjtlHv/aoAPwzv/MvHsmiHW3cH+WsfSis/jXE4o9vn4+7cT8icn/Mzbz/uh63jT/+uceJx/ufU9v5ryEAP064/ujv+f9HAP5IlLKgjEen3b3r9qNO+T1B9SHFYURykONj34m7l8y7J+zuC91yHH5UAB7tJSP37T59Qwm/4v7dcwJLjNO+a3OUH/+h+LuPfZYHVtebPaLEQxH4EQS0nB+kByRPQYZ9TBlWDYeSiKfWP5omBL4RclFR6feGsiJ6FCmhZoljU+59uq5PV01Ojc4zcl3ez72XnX80UDUqGVAKfG9vaGgkbitqhDieQ5NIKP0FF19roeu9PQE4Qt/tMxCKiAg2oY2mx0hHHVLRGB9cfY0Prr5OIpvl4KlzlMZnsbHlTo4uA3rhgIEvhA9b0byUACzRZGETM2iyudtgZaNBELHJj0+STItbdTTsk4uUyRplRaIIzDhaNIFjOqq21h+wtfGAgG3seFWRg9BKaFoJ3ZpGl3tTJEqmhee1GPSquMMmjpPGdtKEnvQIdtH1JFHnGLqRZ9Bdod9dIRutk43W6PV6ikgnPatkLkoyKwN6LVXiZPMGJu5efu7QlTV0BN2SmIo+htHFjmgkIkniZlzRs+KSpdkZUG3I4JVENIjj3KMvEUlum1LRYrxgsbbY59bVDmvLA/LzDoV5Z4TMtn3M0MPwXAZtj91tcQnLkGZEVSopZLe4IpRUuz26wwHT4ylmxpPqXtftt+l2hzRb4kL2aUcCOkYwcpWbOvQgaAmqxcTMF1SJYSbSc+nWJe+xR707oBLx6dkap45OcvroBH61Tmdth4EMCUQ9tLjO2VNnOXvyDCu3drhx8QEPtmqsCoEnafLlczOq3nj5Jm+8cpN7zT6bYk3Mx/jKU9N85ckp7F4Lq9didanGB7cqbFaH6Kk4Ycyh0h5Qbg+wZdg5E1FEPTMSw7bijI3HKE7E6bfLtKpbBL0eURlc6Gksbw1Z3hySKiRUf3pj0+XG9Tb11pCZ4yYzxyS/0uHCCYd+2Wf5+oDVZZf1dsBOPyCe8oglXeVkl+NFBjOlr55Ia2p9raLEvEC1fA9MZnnm3DwHxpJs33rA9s0HvLca8t4KZGYTHH86y9RMgqRvkfCjVDbLlLfKrG0PWdqBihzTmSF23ufpI0lVmgwedHqK9Nf0TPpBlFOlDCdLaW7crPLWpW1F3SwczDA2k2QmbTObsbl0eZvLl7fZEPftQMQneb81VX15HE8yuj10v6+EykZXemPiDk1QnElQr3bZWW8q04wd1RVu+dihpKp7d3q8d6lNfszkq9/MceKUxb3rVe5dr1AZBlQGPqmszdRkgpgdobrTprrTUW5+qYgM73kB3WbA5kagosV+4ZeO8wu/dAxrtc7w/Q1u3djhrQcNXl9oUA4MykGEQtFnsuQzNmORn0+RLyUY0wzGiOC0DOymwU49ZKHmstX2qA0G1AdDNlc6bKx2iY2FTJyMcOaJBF99qsSnj2dZur+jSvSEuWNZtF5I9W6bnbttyq5OxdOYnTE5ekjMJD6vvNljfTfK5796ls995SzVd29Qu3Sd9+62eHU55G41oBd49EKXWFrynH1OH7d4/nycY/Mp0k6WhJVSSHdfGReEJNBRYmsg6+RhlHJNBHsxF7QY+k0a/SE7Taj0QrqaSweP6UyKqXSaWsNjYb2tYodKqSyldJbl9Qora1VlIvRlODlpKmPM1JTJsSNRjh+xmM9OM5eep7PSUJmrN9++xdWGxtWmTiPU6WqaohkeLiWZyVkkzA6JaJfrtz1u3HaJpmNMH0ljpQxW1xuq5FwS9gQlLsx/Q90jD2o+Xj+gcCJC4YTBN5/+Er/47E/jlBvcevnPufrKd7jvmKqOHpLc3TwZ3aO7WcYbdIgfSZE4nGQm4TKbHGLIOa3Xo930WVqyWVq22OoO2OwK1TYgn4TxosXMwRzTs3nSyWlVg8VlOrduU6vVEDhnTSKH0g5G2uHBYp/bN1v0PUhPOExNp3nm6AGePXqAldsfsHLrOqt1l9VBHN+2efK0w4VTDrR8aPusLXW5c6dNvR2Snshgp+Ms3isr+t/qrsdaJcDOZpg5PMGBo+NMmUMmTZfFlV1uLGxjJnSOnctTLDqsXauxfq3GUt9naeDTaBj0K6YyX+qxIXpMjkfUcTxzJMbRC0lOnSzy5ME5jhfG2HjlDhs/uM33bvf59kKAOZfg2S/n+fSXioz7ccaDGCurO9xZXCedtnjmqTmmCiluvrbOzdfWuFr1eb/q0VJkMF8Jpir+R4/QandptTsqRiJmx0k6jqLzZWNCdR1gRfusSTzjYpd63yCIxQlsh2G3hdtpUcwlGC9l1b3Hbr1BNO7zkz87xtd/rkSx7lOsB2yvNLl1r8ZuwyOeyxHP5bn2/g5X399Bz0cpnM1x7NgEL84c4XSixB//8UX++N9dRDtiknk+zcnjeZ4u5Xgik+bO1S1Vb9xp8+rdHut1T3ldlAB85FyCI+eT3Hm/pXKAD87bfPZz0uQ1ub1U5/ZyHbMFZhsOHLY5/UyCIQZ/8edD3n5zyKnDAacOBSDZrClLiW29rR6DyoDirENhxlHN5XrHJaqFFGM66ehoklDpjsiC3GGnKhjRIbs1wXcIqnQwyg2KQLynk2kZFJJRps7Z5I5EubXa4eZKm+MNeKYToWDr+AWNTlrj7UWXi4uSBTXC5WRyunI0j03ZxJIp4skU929WVUnmXiYFxbEYZ84f5eyFo7z+9h1ef+cuzV0XsydTfxpaRgTCIb0KdCtwciLFkwcyZPMaQ6dLS+9w41rAjas+kwezHDlbwE5CvdlQje/K8oDqyoCoLTnAGqdOTvPpZ46RTMX5nuyor97hxeMmL56IcvzCFLNPH6JpGvz5a/d4+eIS5SWP8qJHLgvjEzB9IMbkgTS5yRTvvNvhHRGA0x4HJ33MqE+166mbY8WslwZzQ0Nv6lx4Os2Xf7pAdtLk//3LHf7DX+4q5Jy8RkFlBnqCQSNC434fd9vnmQtjPHN+jF5WoxzzWVxucP+dXZbeq3DgUFKVTHO4njXCNmyVqbeaSqiNJXWVaSnirTSSZaeT5oplikMkRafVottuqcZkJCL4S03deMdsk6gVU26nne0um+tNhUsTQV1KJjpNyVVtQ0t6wCKkJiI4wpnVxJHhq2a9NPNd16fT7TPoeYRtCDvw2fMlXrhQYqD1WKzsUPdaCnVuJiRz2mQ4MPDaOl5HJp5yzI1PMp4rcuXGEpevLxKaQ6xkQKDryvHc62p0qq4qOedLHZ7Mc+7IFMmkzaW1dS6vrxOqgGARm0K8ngg+AYnYCF/d6Ac0egFjcYvpdIx0OkIkGRLaIUt3XBbvDCmWNGbmNbJ5U6HqBAfoNXv4rT65uSz5+RyLD7q880aZytaA40fTqqqDBrVBg043oN8euQUMyydiBLRq0KpCadxgetZUfYzlBZfNdZ+ciBVFcSoOiNk9cokoY6kcY5mDTObRAAAgAElEQVQs+UKaQjHDWxcXeOviA3JJU+V5zs8m6etD+hGXikIeeLTrfbqNHlowJJVDuSP7nqUyfCR3uyrOzIZPtyYzAQZPPzXLU0/Nsl6pcXtpk0q1rTKqZZsNOwFuJ+TQQSmYmhxjrDBFJlPADQa44QCjM8TsDrGzDs5UmvXGkG9/d5FXL65TnLFUeVsh/aWAoq3z3NMm589FsbIW0azFwIjS16JsNTrcW9tifaOOtxvB3zU4cfIwJ04dYXGpxruXllhZ2+X8p8e48PwYr39nm9f/Ylu5vp84l6U0H2Xg9BlYkh8xwib54lTCplGFxdt9qpsun/tighe+EFfi2dYWrCwOWLzTYWerjxODWBw+dyHP5y/kGZ83iRYDmtqQ779V5fsXa6TNDGkzS3ltyOKtukJ1HzuZ4cix9F5Ws8WyuG3vbbJV7lHvRWh0dXqtkG4rxBAkuadxaCbKc0/HOHLEUjfBPXHlO20Mp60GF9o9nZ2Kxq3rOrdv6Dz/bJ7PPJunvNXm0ttbVGstZuZNpuZNisU4xWKM+maHnQcN8o7JF56d5tlzJXYZqrq9XOPGvSrNjmR6JohZDpmoT9YKSOVSpPNprnzQ4OVXt3iwUOErT1t89RkLYrIT5an0emzINHSlSXTXI9mP8OwLT/PsC0+xUV/j9totbj7Y4Y0rbd670dvDekU4NKNz/IC40Q0iMZOILU5sQy1uRPPuChW7HqFfkQiAEN2oETFqJAp5ksUC60tdbry7w7ALJ89OM3uwyLXra6qyuSTT03l1rtsql6k0aur86zhQzNiUMjEKKWeElo7phEYfjMEon1AwT12DektiFgLurde4t1Ejl9EV9cGKhCoCQE6mLgnlCPT6XVU6IqKkSCViaihJcnk2lpusLzeZnR3j6LEpKrUur75+l7XlLT510ubTpxymDx9R1fE8tqp1lrZ2ubW0ze2lHXpN2Ud0hatPiOBZjHHgWIbCVJz3rqxz5fKaah3ZMZmkj+J6Dp5rM+i5DHpDcpM2pQOOaq5XNgVT21XoFjspJAGf2qbP/HSCsyfTHJhN0WiYNJviWN3G7e8wNplQTsR21+C7f7rFG6/tqOyWZDFkfDLJ5FQaWVev3K1T2+zz/GeO8Pzzh+kM6mxVNtmu1NjcbbMjk8lVwdxKXkucbC6BEXUJtQ6uL2iwgGY9IFdIki8kicdNlbs16Lusr9Up73TIZNJk0imBgDMIxJlqkLXGSZoiAnYZ9DrYiQTxdJZ2v8PK+jLN9i5TYxGmxyIcnk1wZC5JMZsgGY/RH2h8/51NXn5nEy8a4EcD0imLUi5G3HbwhpZyqA6aNQaNGkfmSpw+Pkc8kURMmbttn63tXTa3d0HLYJpjDLw+9dYSgdbj0PxZDs0/Qaflq3zf9bV11lYFs7zBWElTVdnpK2f9oYPTPPfcKcYnHMqN++xUlrl9Y8CtGwNyRZOpA7YisjSbQpEQESOHaWaZnj7K3PxJlZH84MES2zvro7zceB2/1yLot4jbBVKpKUyjwO5Om93dNoEumbA9xvPnOTj1EnFrnEr9JtXGDQbBqMRBmrAmsMwxrOgUhjFGb9Ch2++gRXrohsz/1nC9LVxxl/Y6uL0OljmFbU4RMZPoEQtf92l5S7T9ZUrpc5TS5/H6OvWauCKEUBLFtEx1X2HFIRhKvloTt1uh11zF728xdyCuhmlk4KLVsWj3k7QHGToDyVvboNvdJBLtKUe5CONGpAjhFN3mHL3WHOgSUOtiGha2mcAyIkTNLoYxxEf2qSSmbmFplloId1or9Hpbo3xTW1y/cTwvISNwEHHQIoJtVQoSntfE81sYWoPv/LP/+WHP/Bu/+bfQxeViiEs4wBcXocinpk1EN+m2G3RbdVIJGdaxGQq6abNNZbdPtlhU5QeCR5OGckRFcIj7W+5XpbY2tlVJ40sEYHFhZDOS+x7H1GyiusPAS9Bxk3SHGgOvRn9YpzeQHKCGakYmEgWsaBaNBFo4cjMoYVKal9IQjvgIZdqQ7edW0Nwqoa8TBjqBHuc3/sd/wpfG/xME3k/6ke07fOGfvDJqi4uAJ2KnbAOVGZjmG3/7JX71TAJpGf+4j+33/k/+9v8t52ZxUMb56i//HL9yWgJIfvzH1pV/xX/xLxsqF1EJwP5IAI45kt8cUUKkCHQiYMq/ZZUzcjNpaptJw1uyXJUTSxsJdSMBWPIVR26tPRLr6ImMLIR7T2qvbe+Hchs9EvlE9NsTkpUSsYc6FsS05CnK/bcM7CqhOuwyde5Jfu2lJ5je/Rb/6q8GRPpN9H6T0HUJXJfx6Vlm5g8TmBYb1SarO2XuLT7g3uIihUxSlWSOyfVQzrMKd4xJLOYQj8dGAq087WDkypVtEYvFVMn28ITeoPJ7XbWNJKs6kUioDEURNeQe1xXks2TpRiQbW1doS1+J7aNtK0Om+5mlsu9LyXYTQVdEUhVDI7ndvaYqcWYL5t5U+ZIixoujbKQLyjFnWY4SykfvV54zX/4c56ZCPvi//iNXhsNRrq4akvUZdOV6Is2dJp1WU4kzZlREixBNGue4dJviSqngRCAZjWD4Hn/j997j6ekf3rfW/uQAv/QbHdq9/p6YH1HUAynTdkZIVEOE6dHAiLyfCq8t2cLxPBErPtoPFOJV9mUDT849AhSVvGzJx5ToBBW6MxqgVUJUONrWyomnBar2dzXZLz+y6+05gH/j7//qYwXgD/79t/jtH4z2UzkfPcy7feTlPhTk9jJ/H+dM/cjW2XPN/nUF4I8Lnw9/TtnoPzyC9gXFTxKAP45PljOfWis/goAe4Xf3RMq9cKMfer57h+/+NpX/qmP8MaeZx4nYj3PPfkQA/u1/8RGo8I9y2/64s9qPEs/3f+bRx9x35ar94zEY6x8nan/8ucn/f2g7P/KYfx0B+OPP4fHv78O9+ZOuLo/9+sPhhX1HrZyb5L1X56cRtW4vunxETFPnqA8zuUc0h3337QjHLLu30CRk4OthMPfeb9/HQO+na8tVYv8SINeRfQz0KA9YzvmjUoMhj6Cg9/z6e8fl/vG5H7qtgoTVfcr+h2Tmua4IwCGm3BNFRFTqE6GHrksfSFy/chzsOYUlMkKyagPB/EvjcBStIOQFMYcM97bBKBIggmGY6tylBrfUNhIziQi/I+ezXL6EIiGvbx/7r4dRIqFEangEWouIIQKwroZeFYI6FK9OlIAYmuYQ00ziepSb19/k5o03SWYzHDh5ltLEHLYeI6rbtMXdKqKVH2EQmOq9TJk+8YgH/TJhr8xutcNmtacGbTL5MVKZjGiEpEyIBVvEgm11fu0HDoGRJJfKkU/luX/vKgv3r6JHyuTyfWwnxHdjBGEKK3VElZx4Jaoj8Fq4gx0Ct0EsOYaTKBLKPeNwV3h7GMYB/CBJZfcm1fItMnaDrNNQxD1BU4cSz+UMsJwBnV6ZTr+M79voYQF3mKbddOj1YiTTFom0bEMZwqyqYf+UlSYZTaj7XMMYqKimqmRpBi6OHWJEJRe4hxv0mZtOMjedYuFWi3ffrPDgXof50znmz+RRNtGwh+72VfWaLttbAbVKSMaxyMhAdSauClOnNezSDwZMZE3GM4L27uO6HYZiihlYtHo6m52uQqDGYhIRGCHsg9sKCYYmkawgTovUt7ZpbO0owdkfSGMvil5wVATXoZkih6aLeNUqnY1tuq0GzaAr+jHPPfkpnrvwHJv3q9y7vMJ6rU7VHmJkDJ4/Os5njk7w8veu8cr3P+B+q8uuZWIU47z09BRfe3oKv1LFr9S4/6DB5dsNNmo+0VSSSMyh1hwoF7XtDIknXfL5OPPz80xNTRFGXMLIkFptm8ruuhoeiwsD3Y+wtu6r3N943iFRcFhbH3Ljgw71lsvB01EOnrY4ddDm1CGHYU1j867P2qrLcq3LRqtPMuWTSPqjIc9YjFQqSjIZUeTF2wstbi80SSSiFAs2Jw6O8dzpeeazSTYu3WPj8n1+cMfj1bsemSMJzn4hx8FjKaYjSaaNFHduLHHn5jLbjYCaF6OtjXrqWmLAE3MJzs7GiZlytyFkEmj1JPvZ5ORkWvXh7y5UuXxdBGCN1FSebCnNRDzKRNzirYubvHVxi27gEZO+aUKytDXMiM7CgygLDywM+uQTLaUFbO4alJsRcrMmuRkZxB7QrMoQXkjcMcilLU4dTnPyUIorl9p8/69qZIomP/WLY5x5Ksb9u2VVkgW7W/NU5Nz0dIZ4zKBRqdOoNEjnYmRycUVLkmi8TjNgacGnVtX5yZ86wE9+8wDWRgvvRpl7t8q886DGWwtV1ruompiG+UMwOR+nMFOkMJamgE6BCIW2SbET5fKNCv/xnTVu73YoHspSPJRj6UGdpcUGMYn1Oxbh9EmHz5/O8uTBBAtLVRYWK5TmEsyfyGL2oHmrTeVGizsVX9Xpczafft5R6OPvfGfA6kaCb/6N5/ipn3+Ozvvv0b36Hj+4ssUfX2lyebWPgGb7msb44ZDxIyHnj5k8f9zixHSaXHySRDTH1uIuW4s7ys+rCxnBdkg4eRJOEc2yVdWbu5SrG6xvdXiworFeDuiIoUnvo9U19IbObi9kdRiiJ2y+8NQ8X3h6nnfeWOGdN1fYrPs0sYjlLY6fiXHitMP5IzHOHY6RCXLEejnWblV57+It3nnzNrf7cEte/1CnO4xwaD7DF5+f5ImjSdxGWdVbl3pcvNTDyiaZPzNGPG+xsVVhc6vCoBEwbAhKPIKZknWApoYq3K5P8XSUwmmTn3zqc/z8018jWWtw/43vcuuN73Jbt1QdO5rlqdN50vqQ5toGXr9F9lSW3KkcY9EOY1YHw+3j9we06yF379ncvW+z1Rmw3RmQSARMlnTmZuMcP1ni4KFxtKAEfonOg/u07lyjUqtTDk0qmoWeHNUHV1u8c7FOqIccfiLOydNpnjoyxdNHplm7f4f1+3e5udjlvWUYRGxe+soMX/vKzKjf3hly5UqVv/j+tuov/8QXjnH2/DS3L97h1sU7XLnpcukOFA/O8PlvnObFl44T3VzD3Fzjys0t3vxgh2Es5MCTKZJjUe5dbqiqBiA+zGHPJGg7hK4Odh+cPro3Al6deirLZ16a4MK5aQ5n5pmIFFn4s7e5/6cXeXm9x3crPtGDDk+/kOTZzyZIN3ukmj2cjI1VjJPJjDGemiVsxHj5397i5X93i0VDY8kQim6Io8n6RdaKol+htMnOYMiwB35fxx/Ium40TJYroWrQDmhXBB2dJJIooMWztJrbNJtbTGUSHChI3wM2my3lZv7yN4t8+afGyG02yG1JXNWQci+k3pWsZ41GVefVOx1eu9Nl+kieF740z3PH85zXI0z1A771ZwuqTjyT5XNfm+TEYZ1itEXCa/Lmy13e+H6HuxWNhY5Ow9NVDFEYT0bUAXH8bJyFex0e3OsyN+fwqU/nKI6bKsv3zmIdoxNidALlKjv1VErx67/z5x3efrPH+eMm548bDBIR6pZOv+vC7gC9PiR/MEH+UIJqa8hmWUasPPIJWbCG+LLxetI0ypHJZNlueNxeb7Fe7tGqDVQ2gKBNdDMkGVpkvRj5tEXxOCRnQu7d73LvfofzRPlc1CGbsmjkTbYSEd690eCdGw21WI8aIphFmBCX7ngUw3JULd1tsXyvhea5JOOBEoCffO4wF547wqsX7/HqW/eo7wyI9GTyUMNIeRjJAMu3sT2bw+M2J6ZFzXXZ6LVYbrZZXwxZW4LJmRSHjmWIxnUa3VH2Z2WxR3mpTzYlmQkGR45NcOb8Qay4wyuv3lP1lTMWXz1tMXOiQPzoONuexvdeX+GNdzbp1TRVY0URvaA4FX2ICH7vUof3L3fIpXxmJkJsO1CTe5JFG09FVHnbIf52yIWnk3z15/IUZkz+5Pu7/Mn3ysQlVyBu0+1EKFd0mjsB/c0BWsPnwvkcT57PsR14POgOqNWGBBUPmgETgsmYLbCz1WV1qcHubpNGs40bDhmbjlOaTtDodGi2OwRycy95boJx02IYukO3NaDTksuEh2mGRKOhao5KzoLCvpkxKhXBQXSUe0KEg5hgtaOCeovQkizOikzuC5JNcrl0dYBKPoUgGSR7UGXpBLoSCvymi9dyOTOf4eyBDMQ9alqbni4NZVc1zzRsVZYuk/USRxal14zTqlmsrVVZW62SKOoUZmT8RLJnQzWF09l06W66JLIGiazJ5FiK+fEc0ajB9bUtPljfxvd0lTOpqIG+ulclHhvhVJp9n0bPpxCzmEzaJMS1HfcJrIDVhZC1ByG5QsjUbEA6s5eFI00ncRK7IUbOwcw5LC/3+OBKnUZ1yNEjKY4eTlEfNlVJvm+nIc0uDcuRQYGQTl3ELo1UWidXkOYNKvu5Xg1GN/Upi7jlETcHFJIW0/kMk4UsxfECxfE8L792n5dfv08uqXHqUIpDczF6WqBqa7fP5m6fTmuI23WVgyEh2cNxGHgGQ89QAyPdrkenGdLYElRGhDNnxzh7doyG22GjWaNW79KpevQavrpRD/oac7MwPwuH5iaZn56nWChQ7+2q2l3sU14cUJrKcOKpCQZmyF++scAb762gWwaRqCF0JLRyyHjS5Nnzcc6fjZMYi5McS7DeEFxOi41qm51aS6F1k4GlzkOlyUlKExOsrDa4eWONtc0qs8czzJzIcuOtKjfeqpFJmRw/kaQ0F0XL+ugpDzNwMQKXdkcEPoPybsDy3S717SFf+EqKF7+cUg7gjXWf5cUBC7fbbG8KVlYGRuCFc0VVpVkNs+jSoMvLF5t8/60mY/EsxXiW8uqAux80CNyAM+eynDidJp9GVVdNN7psVfrcetDh/rK4TMDthepCagQaB6ZMnj1nc/SwRajbhBGL0GwTRttqiq4z0Nkuw/UrPjfe8/jC56b4wucmqVZbXLq8xk65Tn4sQq5oKJx4vhCjvtZlZ6FJKW7z0mdn+cxTE+xqA1XXF8pcu7mrBOBkMkUi5pCM+CQiAdmxtKpr1+u8+voWiwtVXrxg8eIFW8JnwMlQ7Q/YrNdoVdsY5QHxnsZzP3Fe1Vpjk1vr97i1uMvbV9p8cKtHTHC0ls6BSZ3DsxpjYw6xbIqocNjDAWEwZKBZ9DWLrWWftTtDlRs8ORMwORvQDwx6oUF5o8/mQhstMDhycpKJ2RzXrm9w7cYGqZTDeCmpUKm1VpNmt63eP3GylXIOU/kYpYxDIeGQdGRJ02KoiYgiTdOIEoAbHZPdOixt11ne3sdjCUpTbnikUWMQRhOEkoXcF8GqS+hZBH6cdDLB4fkMU6U4ywtlVdPTOY4cK9FoDXjn8hI7W1WeO57mUydSFGemKMxMstvusrS5w721HRbWmiysN7DEdaVZGL6O9C3SKZvZ4wXyUwkuX1nn8uU1dVOUiJtquKXZ0Gm15LZG5vd9ciWbwnRMNV26dWmWDzFiLkbMo7Llq5ooOByaTzBZiqufbTZ1nGhD1dh4nKn5MSUK/+WflXnrtSrJYkBizGd8IsHkZEqd11fvNqlt9Xn6mXmefnoOouJyb7FVrnN/qcLqeot2U+gBOhmFgI4RtXy0yBDPH1Creip/O5uLkc2JQBxTLmHX9Vh8UGZjrU4iIZPsMQJjiKd3iRpRcvY4KTOPNxTMUY9YKkUik6XZ7bC48oBmq8zBmTgHpxOUChHG8xHiMXH4WnT6Ie9+sKsqdEKwQ9Iph1I2qab8e4LuaglWp86w1eD0sWmePncYJxFjabvL8m6HcqVBudp4mA3ri4OBOpYNM5OnmJk6xbAXYdjT2VhbZWV1gfLuMpmMXENCus0hnabL1FSeUydnKIzF6Ll12t0Giw86apgok3cYn0mqRt7WVo9KxSWdniSdmqRYnKVYmqU/6LKyeodydQXTFiF0hPSSSsbGyaTnMc0CG5u7bGzuEHVEXNDJp08xkXuemJ2nN1im239ArfU+tdZVMslxSrlDxKxxNK0oY3x0+w06gwYRo4sRFZRWlcFgk8FgF6/fV6ikuDNL3J5lMIzQ7PZpy2S+XmagiRh/luniWYWa73c7DAZdhjJJG8hgnmSBa0R8Hd3TCCT3rbVGMNjhwOEEBw7FqdQDNTnfGTroVh5fi9JsbtBobGI7ETUIYegldKYJg2n6gyz9vtApNIVNlmak744Gv2wzUPl0PpI5a+BEkySiaYXRbbfW6XW3FRZZStPToGXxsZXYIm5MOe50icrwG7heA1Ov8p3/9Z89bLR+8+/9Inokga4nVGNYBDr5kAlWEYL73bqqhKD30qM8qkZlSLPqY6dSOCn5nRZBKLgmEZIlv3TPCRx3qO7WqZRr9DpNhv02Ec0ln4uRz8Yw9aiqgRenPUyqa724FmXYotneVuU4cZXHa0uWr5YmomXw9vJU5YKkqRLXo/SPJWGuqSqUvFVPSDI2f/d/+Ef/mQTg23z+H7+sFnSCKvQ9X+GfJI924hs/zR9+cewTRVzJiLn2b/45v3VRREyTsa//PP/Hi+N/jZ8b8P6//UN+882Rl0tEVRmLF+HXtkyVBTxaao4ESuVGlQ/VqH+k4a+cmuK2Gom/QooeCewjt+ZDAVjlsu67NT9MApaGl7g5lHC891jSyBcvohILhNojg7ERuW6J+cOnePAEv/oLF/h8Seg+sH31f+cP/ipQjYy01qfbairMWyRqYToxnHSORL6EH7G4c3+BuwsLpOOOwjlakjEdEVFbsp1HIrBkRZsq/3H0fEUAETe0bAcZlhB3rxLGXclNFjfbyMEmWdXipBr5xEbimMLjyvGgprrF1TxyiIkDt9/vKWeuytBWTO6RBU8Ebz0SQbJVBwNBMA/w+g3cnoTej7I7DUNEVJtoVLKuRYwwR8KwaaFrRQ7/xHM8eWyCpJjYBpu8+Qd/yvsq/3mUEyzHqTuUmJYhnU6HTnu09hFXqBxD/UGHfr9Fo7pDs7pNyjLIJWziEZ2/9fvXeG7mh/Wlzb84w9/9n/p0+4I4RZVuCopdQtEiIySrcknvDxKMsj+jpoMVFfS2pQQZye7UTQtNlY1kDYWRKIGI3aqio7/3RGJBYwtKXYYodHHf+SKwjPKER4MJI/PeCAs7EoR/87f+W77yOAfwv//DkQP4IZX9o07UjwuMI2FqH1n9oWT4UGjbE00fJyTvb8HHCX+Pbt2HSOA98NOjAvGjrtIfJX4+TgD+uANYBEp11ClH8MgN/LjnNzJBfpj9OvJz7r/IH69JPk40/agA/EcjB/C+q3f0Qh8+6MN/PfK5fUf0h9/0453DH9len4SA/tjL+VFC+w/tE48Rk/cF4E9SbR/FP++/zz8shO+7a0eP9okDCI95nQ9VWMlA13UMJcbKeUVOQbIfjAZ09gVg5dZXIuhIAN53AD9ESO/l+ipq2n5Q+t60woe5wh8+71FG8J5uq5zRyls7emzpozz0lO+/63vfvLe/7UcKKAH24ev70GW9n5kuv8c2ZLBJyGBDTMMdUQ70Ebp86MlgiQx62KDLEKmg/8W2MhKX5fdIt0YNpey9fuVWNoyHuePyfULekPP6yEW9t/2UID4a7JLzrazjNLnP0WRN0CNiDHEMjZgp5yjhEcofGQASgdMmETFJGCYLdy+xcO8SdjLBxMFjZAuTavAtotkq3qDniUCtKxFXRKeMLSZQH7+1i9faVevxWk8oeTHi6RzJRIKM6ZExxOlaxfArdAYBjaHBUIsxXhhjolBidfUma6u3iOg10qkhVlTy5kXQjhJNHcZMHlGIbqFT4HXRJXojaKM7GSJOhjCQ+6gyum4RNSchsKiWb1Ot3MKJtIgZTZVvr0eT6IbQZhqqfHEUh22CIEEQlAj8MXyvgOem8YKmqjCoQVDHNqXvkCOXSquIMysKzVaLWq2h1lymKVFYkvXs4oUeU+MJpicSrCy0uH6lwupyj5kTY8yeKNJu1ek06ypGQiIRvL5PteLTaoSU0mlKqbRy/krUoG+EaLZGxIaxOBRjcmWVod0urqvhDmxa3QgrlQ4r1S7pnEk6F8XUomhuFC2Mq4a91ObSEpvLi7RqfXodHc00SczESE3HOTg5xsGpMbRWC7dSUbnM7WGbQeAyN3uQuZkDNHY8dpfbNCWuIS5kuQjHcgmO5eL84M37qjbcId1UlNh4jBdPZnnxZIaBDKfWGqztuCxswXZLXhtI+ES379Ht+2Skr1NARQjGnCyWlaQzHNKR91yGKSJd1b+My31HGKFcdalUh1ipCFY6wvaOx8K9Ac22R2FaozgDJ+aTnDyQpLPrs3Sjx+pqn/WOS2XoMT5mUBqLELMl5kXWOSMKi8RO7IpY0RqSyVoUSzYHJzOcmC5SNCxW315j9eIalzdDVdljCc68mOXA0TiTms2UZvP+++tcfX+dSsenL4uiWJREzlS9VMkzLiQ8CukI+YyhxJb6bki7BrPjNrMTNlvbbZaWG+pYcoXwmbA5WHI4ULJ562KFN9+qqP6V5PEKzSrumCScKHcehNx5EFBIGJyakyi8kKs3O9xd6pGaskhNRvHcIf1uVyHlo8oBHOX8iZKqS+/U+O53t0jldL7+c2OcuRBnebHK8lKFjW2XzR0XOx5VzuxEwlAuZoZ9CmOOKhk8lNv7atnj7q0BO1shX/vGIb7+zcPERC9ZaLB8v8rVlSpXlqqstTTWWzB72ODYGUM5j3UzSiIe52BpjEPjJbi1i3Zrl2tLNV5Zq7M69Jg+VmDmeJHV1Rqra3VkfRVPa8xNRvn0yThnDtisbzdVFcezTB8Yx+iGtO41qN6pc3PX5WbZ44knbV54IU6tHvInf9pjadXiZ//mU/zs33wS9/YK3p0V3n1/nW9f2uS95SbbgwjbQ6HMhhx8IuTsQZMnZ2zmMw6mH0Mb2uyWR0Phsj62YiLOR9CFEOFLZrhBzzUVkcyJDVSGuBhQqu2RA7iru/TWB/SFfLgjInXIMGLyqafGeO7JEusrdTakyi5btQBXl7hKk8l5i0+fz/GpCzkmzBKFYJzyQpmblz7gvRdTp0YAACAASURBVHeuc3kbrmxDO4jgahLPl+BTT+c4cShG2OpCq8ulq23efb+Na5mkppKYSZNuZ6Bq2HNxex66qWHExPSlMSyH+F0onjNUfe3Jn+Bnn/wyxW6fnatvsfb+m7zfC3mvG3D6rOQaj5PQ+mzdeUCjUsGeS6uaTnnMpFysoI/fldxkj8X1KItrFhu1AZvVgdLujh2LMT9nUxT8fsZBD6dVNZcWqd+9wdpGjaVGhJWOQXzcVnXrZpcr77ZUL+SJZ5M88USWJ+YmeWJ2iuW7t1m+e4flcpfVtk5oJ3j+2WN8+tnjUNtV9fblMn/2gwqNYYQXvzzHM8+MU7mzSfX2Jhc/6PLaB2JUm+DFnzzJiy8dhZVVQcfx/tUKb1+u0pFz9lNpYpMWWws9tu932ah5bErvv6+pmFDVxogGYPqKOiYE37MXcrzwpWnOHClQHMZxmgbv/OCeQuwvDkNWDZPkZISjhyMcPaThNiVSyuXQwQwnTxVIGAm6GyblJZ9rVze59v4GK0ONFZk7D0EkfDnfaZaBbpl71CYXv+3j1QOlY8qaKjR1SvMOY/OOirzUh77qvXV6Jq1OhJZkXDebFDI2E8W4usmqCN00ofHCN/J87hs5ZvpdVWFD8sUFER1wf3nIwtKQd9eHXFp3OXGhxE/9zEGeP57iQL1FZqfFv75U4V+/W+HI6SSf+kyWA9OQMtpYXpsbb4dcfyfg2qrH1U2PcjcYrdsTCZ2TJx1OnYqxvNFlZaPH9GycJ5/Kky9EuXu/wb2FOpGer2puPs6J8xmFUfjOtxu881abZ07HVbWisKH5eO0hdmVAvOWSO54mdyytRN0Hyy2VgZVLSwZGoJjhXgMOzk1yYG6Szc6Q91YrLG63aGwOaWy5CmUsdvZ0NEEhmiWXiZKaH2AX+ize6rF4s8vzqQRfL2UU1mJdMoUdg0vvbvLuu5sKneXYOrm8QWnGUpM6gWbgaxHWH/TZWJSxL4+Y7TFWdHjuhcM8+9nDvCIX5zfuU92WwFpDTe9ZqRAnqTOezDAheXljGnPjIdV+h6vrTd5fadCu6HQqOhMTcebnkpgxXV38BbNRftBVNVWIMlWwmDs8xoFTM2i2xWuvPuC11x7wjfM23zzvkJ1L0CslWW4HvPr6NpcuVZEpRalJcYFOh6SLujrpBFGd61e6qtLJgMlxcfyG6j45Ymok8yaJQpTeokd3yefJZ+J8/RdzjM2bfPuVMt9+pUIunyKXT7OzEyj8r6Bkw4ZLdOjzxLkk584nub874MpyR02TzWUkYyFNenyKzMQU199b5e3X7rG5Vsb1Xax4hMOnixw6XWRju6xcSr42xIyNMpg1meYMTLpNcScJ7srHEsSLGWJo4viQBU8cIxKn3nCpVvoEmqvyguMpEbjFoWVQq3iUtyQXSxpAIwS0ZRlYURMsl9CSrEaLuJnACA2FS3YbXaYVv97GKmgw5hM4Ln5fcGvy/XEcS6ZCNPI5QXN4XLk85Mq7Q9yWh9v0mDwSZ/5MikhCU0gWwVR3l126Sx6FWZvCnKMydTMJRy3M7q2XVYkjfSCudMn/1XVsU1cObXVzPPBp9j1ydpTxhE0spkHMxzN9tlYibK0YZHIe41MeqZS4pVFCecpwSJk2XUOTXZXV9R73b7XptDwOH5ZciiTNYWtUzYBmRfB44ioVvGJIr6kpp5+IwZYzWrR1OiH9Pth2BMuOEDcC4hGfUsriQCmlmPeS11aaHufPX77Lt1++Qy4Z8MRhh8Nzjtx+0kNjeaPNykZHCbyBN5qgcWLye+Swk5znkSNFFoXdJuyuaLR3dY4dT3HsWBI/5tIxetSbAyqrQ1q7HrobIeIZTE2ETE/AqSNznDx8hKmJIuu1+6zXF7j2Vo9rF3scPVriq984SGrc4AfX7vHWzWXqdY1aDayeRmygMZW1eOZslnOnM+SnRnXtwRZvXl9mdafBYBio/XEml2A2H8ew0xh2is2NBkuLO2zu1HHG4qo2brbZvNlRyPUDB2OMzcmNvUasCClLI2WhsgxWN3U2N1zWFto0yn2+/FKWL72UUQ67tTWXpYUe92+32dzoI2Yvqc+eKakqzgYY+S51rc0rb3V4+WKH6UyW6WyWnZUht96vE7ghF57JceaJNPHogFh0QDwdJ55Ls1UZ8v031nnr3W2CoTjeHlLLmRs3eOa0xfGDtsLZ2rEkA63FUG/RdgM6Q53t3ZCrF/tcfbvH1146yNdfOki93eTS1UU2tqs4cQ0nrpPZE9Hqq11277WZSDr8zBcP8vlPT7Gr99nRely9vc3la1u0uwHZTIZUIo4j7n188hNp8hMZbtys8+YbmywvVPnMEzafecIZYQDsBLW+y1azTavWRS/3cPohn3r+DM89f4a15g431he5vVTm8nsdbt3uknRQNVvSODipMT6RIlsaI56J4woWy6vhGWncSIo7V7tce7PO1lKXC88mufBckpWtNitbHZWjPagGOJbN3JEShckMH9zY4tr1LTXpWcw7MixMZ9Cj5w1GAlBUZ7JoMzsWYyIbo5QUdEiEjl+jE9TpD2EwlIGSKK2eRbWls1ERJHOTlD3afyQxUnK4lbMvnkAXd2CvQ9Bv4/bEOWuRTSU5dWycuZksC3c2WLi9weRUikNHC6oBfO3mJvVqm+eOFXn2WJFkUa6dGVbKVW4tb3BzcYuVnSGrO0NKmSRjmQSRoWR8uDiOxfTxMTKTaS6/t8alK2tqwCqTlIUSbK0PKe+6o6EFJyRTdMiOx5R7LeyLcOODNUCz++xu+5R3fDIJi8kxR03WtmVqrh1SKvQp5fsUSzE1ZFKrGnz/zxpcfK1JYswjPuYxPhFjYiKpBOD1uy1qmwOeOD/FE+cmiecMognYrDS4dmOd+w+qihbRa0Mq7ZBOiyNLmuC+ag6JqFktu2QyNpmMw1gpxfhURlFK7tzeZGlxV11HbDlR2x6hNVS5Rzlrgky0IFNChL4cYylSuTz1dov7D+7TaJY5cbjI8UNF4o5Mtw6UaCJiuaCKbi3UuL1QQ4+DHoNMOs5YOoOlOTSqPi3BBrWbuJ0mTz5xgM8+dxwr5nD9gbi0KzRaXRrNHl1xpHm+GpaTa6Sg0MaLx1QFggl3HTbWl1levs329gNijryXnsqkCVyPfD7GzExaHbOSzyqi0eZmU1Uql2RsIquuXQsLVTbWO0yMH2J8/BCpVIFEIk93UGF9+yrVxqLC9hqm4MBc8IakEzNkM4eJmkXlil5eWyGZSZBMJ0knDpNxzuBYGbTILn64wfr2ZTa2LjNRnOfA9BmSsUk8L4PrxpT7oDMoEzF7RO0+vl+l011n0CsrZ6FUOnGAVPyAchqsbe2wXdklFEE62mN++hTzMydVDpoIrX3BLbd2aHYqSlyKRCPYpHHIogkOtb1BONzl0NEkh44mWF1rc+tujb5rkhkrYsZsKpUtKpVNEokUyUSKiDaH5h8k8KcZBgbD0MByLIVNHgw6tJpVlRcdi0qenbmXdueRiuXJxsfQw5BOa5NuR3DHcsSLM6+AGS3hhVF6wyFDQe1aIaYljdKaqmikwp//wz942Mf+qd/6aXStQEQrEgq+cC9jdqSg+AwHNVXxWEAqJQoe6l6g29LVxJEWtYmYMTWIJ+5AmRgVEVgyVsUJ3JKctYYsQOt0BSESCErcoVhwFLrX0A0GnqMEYEEgCmJWGq6V+ooqxxm5iWN2DjOSx9Tzo13GlfmWEZ1EUJAjoVJQfV0ssysvmFDQvL7Jf/M7v/ufSQC+xWf/0fdGIqu4bD0fUzcx9Dy/9d//l48RqB4nH+zy3b/zLX5PkJWRPL/+2/8VXxj7JJlBvl7nO//dv+Gf7Is9EvoXiAAt7m3JuxWRbuRkUo1/1djfw3fKQlXu+9UWGwFAPSXCSYlIGyqRfV8AfVTIEGFJiTB7Iqnsh1LifZb8bxEW9qSoPVSnDCKFSrjzJ4/y2790gc9MxxhJv6OPzSv/G7//3QjTCZ3JWEitvEV1d4tKo06l0aQwOc35536C8ZkD3L5zn9t37xOzDGJK6B45c0VUFYFS1m0jN9dI8BbhZuRyGjXyBQEtJfuLOLtE8BXks5By5P3zRHz05HwvjzESHWUjKpFFpqEVwtqn02nRaNQZDPsK8x+NRkc4UhFkTFM58mXxPJB9UDDS/QZ+vzFCcrsBhinHegInlsSMOqoMI8/Rz3yOC0enyTy6gQabvP6tb/OBbHNd7o9H76M8X3ldkl3c6fXpDwcMPIkzaFNvVKjVy1R31qlsb5BP2ExkkmRjNr/2rRt8+jEC8M7Ln+J/+acuPXFF+yGuLwPCQ/oiNO85oUXUHkXrjFzRIrxH9QiWZiqEuWyvQDcw7BimHceQ1xdLEbHj6KaDFo2N/hZhWBdCgeTcwVDFU3hqbRVIZqQIvworjiqVKS3OaIXU1vl7v/PrfPWxAvC/3BOAR/u8Qmg/JkP2oTi6nx78MdHvIwLwngD91zkqH/c9HxGAP4Rd/1BW7icJwI8+ZxH65YhWIw577l8lAv8YAXjP36m2yb7UPUqN/ahQ+0mv81FB8z/87i8//Paf+a0/+tABvPc8Hn2sD53Xj2C5HyO2SsPr0W3xWGft3nN+KC8+xsH78Hc/Kjg/8oR+nMv5I897X6B8zGt69Pt+1CDAR/e/0U98VAP/5Ezgjz/X0TlY/jwi/or719BGcyh7Aq0SL/dy6tU5Tx2/e9SHh2fxkV9+JJD6D4/v0XDMnsirzj0f/ns0XzA6D+xfC+Qzcg1QePe99/BD5/QId6/2PckE3sdDK/ft/vYYEQXUva9g8T1B2vvELB/H8rCjvqr9x5S+QEfivVxhYAh+3laDSCoobC+3eLSxRSCW5zUS2xUCWg0N7UPT5VrgqXO/MnHIBpR7Cl+oEZI3vIe+lu0mIrAeKCOAYfhY0vNTNGs5Gn0VcSMYaE0zSZkmqWiUteWrrC5fxXAcshNzxNJjGLqNrjn03Qh9GXzTQjw9UKjKvKIfhgzqOwxqO/QCnZ48phnDjqWIOxZ5Y0DeHBAMm6oqHZfdTkg3tJibnGR2Yord3fvs7NwjQpuk4xGNCO1C7od9IsnDGMlD6j7Klaxbf4AdtolqfTwzhmvGgCZaWFVii23m0UKdWuUOteptImEbPWxj2XHseB4jajNob6s4F6EmGZZQa3J4/iQwjWnMqcGmcvk+u5X7+G4FggZxR2e8lGdsLEfMtojZUSXk1uvSB+uMzBa6kGlk6wquVATuOFurLe7dqrK91WfqyATTRybY2txSpXseqaipzBONpghzIbOFcebyJerdDluNKl7EJzkWJ523yRsuOUOw3l36WhfXF7dWjFbLYGGjzf2NDoUpm+KkTcxJqugS08gQsQroVoGFOzdYuHOTyk57RBq0TIqHHcYOJZgfH2d+okS03yPSbuB123S6DXqDLlE7TtSO4fUdBqJqmFEiaVMNiBbCgHwY8urldV69sk4tEqCN2WSnLJ6fs3h+3qJTb9FutKh0o+wOklS6EWqdNo1Odw++olEaE5StrCEMNdwsoJDdep/dRk8RAscnbdJJm5gh+dNitOjT7fXQYz56zKNa9dlY82m1fKyUh5V0OTab5fhcjvrmgLtXayyv9th1A1poythxaDaOFQ3UsStGr1bdpdnwCB2N0NEplGxKUw6TOYfJRIxYT2fp9f+PtveOsSxNz/t+9+Rzc6hbOXR1de6enpx2ZnY5M5t3tFySJqlVIL0yIMCG7AVkSpYhCxCsP0RlWZJtSLBBw7IsiiIpeZcmtTvLjZND51xdOd2qm+O5Jxvfd6t6ZmdGK+kPF/Bierqrbt1wwve9z/v8nhobr9W401O501conUtz/ueyHDuRZCpWmIpV3npnn7ffPaAlojQyCpmSzexMmcmJPJ5XlzU3nWRpIYcyVKmt+zS3fEoTCYqTCoO+Jw0vQkyp9HwCBc4tpTm3lOL1tzq88WaXnhNgJEXMkyopRcV8kpurDrdWBixN5Xjp0WlsReXVH+3y5qUqqQkhitkypjAKRFCxGEiFpK3z9EMLPH1xgbffrvJH/25DEg2/9PPjXHg0xe5Ok73dFptbHpvbPorISi7rZITxyxJDIKLvJOL2THlxHDgxlT2P6wJ7vunz5a+c4kuvnCbbDVC2+1S2mtzZaXBzq8F2S2GrmeDEQxYXn7Gk07Ndc1AxePThCzz6yHnq37lC7TtXuF1tcSkMqac0Tp6f4MSFCXYrTXb2Gww6PqETUUopPHra5MwxjXqnT6MzoFiaZHJqDqUP/bUGjfs1bhx4XD9wefypJC9/Nk2jEfH7/7bLyrrGL/+Zh/mVP/0wynoPZaPPjaub/Oi9+1xdrXO3o3Ovq3PhmYgLz8RcmNc5X7IoqyrDRsCgGdAcRrKsZIq02IgKAk6vw6DTpd5IUKsnmBMxlKeyJNMmgyEIj6GjRAyViPrdtqw7Kx6X12I6vsLFxzNcfCxzSCqK2dsbcn9tQL3to6QSsj/08memefnT0xzPzDGrz9HfrHH/2mVuvHeZ1+7DT5bBERg/S2d6zuKhh5McnzcRW1C9D5dvtblys01DrG8FQUCY0lQDQ9HxxVB54KJoIo4zQcJX8OsJ4oHC+JMq409ofOHRZ/naoy8xF8UMV27QunuNN2sOb9UGPPzkJC++OIcd91m9dIe9zV2iUoZoLM3SuMpSWcGOh0T9Hk7fY6uhsV3X2a64suaPp3jq2RLHFgzUoI8q7n+JRbTEMZrrm9Tv3+HeSpMbW3B7X6G8ZFE+brG87HL1kkMmp/Psp3M8+USRs5PTnJucZuXObVkNd0hf0MByeS6cfpQLpx/Dq9zH37/P6+9X+X9+0pIO0y9+eZLPPF9C2R+gVga8dqXFd95vkZsd4+VXzvLyF07grW7JuvZum/fe6tLSFdJPZDGO2QyqAYNaKLHUa+tD+q5PqAbEYipZGQ2uqqaPang8+sgYL700L3N4jZ0+3kaPP3q/xh+9VyPOm6Rn0owVYyZth5LlUBERe92YTz85ySsvzmENFG7+sM7dyy22B312nAE7zQQ7rSO9RpCXVBJpm0TKHsX1CSpI0yfc9wh6Ab5YetkqM2dLTJ8rUhD9PD1g0HDY2xiwu9aX19puJyRTUCmURQyQSq+bwEwbPPNKjmdfyXPG8jlr+ujNCGcnprYT8Nb1Lm/f6HKzFct66jPT/Nqvn+KF0zbFlS301T3+YDPkDzaESdfk8YeSTI2FGGofNRiwfcOS9fZdhzfu9dhtiVgjlTiTVnj4XJKHzyfZa/vsdTyK4wYnT4iJFZXtLZftrSHK0Cfh+MzMJzl5Ic/QT/C97zZ5/90uT1/IymqpETtBAP2AYjdgbBiTPZ8ncy7H/a02N2/X5aZ6XEwtWTFeLcKtxpw6NcPpk7Pseh7vV2pSAG6tBjTXAiwrkE7FUibHZH6CQsnAnGihZTvUbrvUb7s8NzvOF0/PEmVNLvkub/cHLF+rs3y9LjEkGSFGlEQYti7feB8xkaewt+6xt+4SuSGWGkoB+IXPLcn6wesr/PD1FaoVh8hREPknhincmiqnZwqcmS5QKsXkij677QGXVrtcWukRCTv4UGFyLMncZBrVUmj7Pq2eR2NtSH3d4eRUipNTSSaOFSkujeOpKm+9vslbr23yi08m+aUnkxiTBpW0zv1mwLtvtLl+pSczvsRBODetcHw+QbakECcVPFXh/g2P+zc90smIsZLAPoubtBDPFclyz01ZdO66sh57IskrXy8wcVzn1ddafPe1FrlChlwxzd5WwJ1rPQ62hiQ8sQiOOHnWkiVyKXf2xYJd5B5nmZ3K0x+m6Lsp7t3a49aVTRloLRBlyazG4rkxWY1Wm4ZoqIQCPyby5IQQIHIXDNxBgOeI3JcIXeTuqaOEJyG4g0kcWzhOLLNrhdffTAZYqRDLFjl0Op1WSLMW4HtimjCWjhrRsBECcCLlkUiOGvUpLYMumrHtAX7bYX7MZL5koJfAL0bEVojiuxKjZukZiWm0zBDL8qk2IlbWY+7dj2nterR3PZm9MHfaRk0laImFUMdnWAlw90KK8xalOZts2iRtmAR+zP3tpizZhBPRAIqKpeqYwg2tRhJ7NBBZEEHIeCbFrEDgpRKEhoereOyuJ9hdVyiUQikApzNClIwk0nY8k6WcztLwPRqBz/7BkN1tB9cJmZ4W+RMWw3goZiAl5rRxIKYgY1LpCNuO8QYqXl9M14qGq2iOxfiByHtMYNuKxGqnhctPiZhIm8yPpZgu5yhNlylNjfPdN1ZkjWXg4ok0J+dtBnHEIIpZ2+mytt2l1w8JArE5S0jHkZUU+O6YQT+SGzbhLBI4hdpuQK8RMz9nMzdrE1ng6hHdvker4jJo+ujCZYHCRA7G8/DwmQUeO3+ShYUx1up3Zb3zA593fuBx5sQYf+KVOaZPmNyqVbi9f8C9mwHLN33SCYF/jpkpaZw/kebsUpapY2WmFsq8c2eXP353he194exIkDIMlmbGODE9Rq0VSi5/uy1E9i69oYNr6gxNncG2i7PtkktrTM/YcnORE5OEkwZpLZLO1o1tn7vrPpWKR6MylM7on3s5x8+9nKXXj9mrBOxue2ytuxzsu3jClRKGPHeuzPPny0wugj3lMtAdfvTOgB+/MyCbsMkkbBo7PhvLfekWevLZEg8/kkcJOqhhl3QhJYW+Zj/mvettrt5u06q6knKgGyp20mBhQuXRpQQnZzVSaZEVl6MTtOiEbQYhMnel1khw+fUuV97o8fNfPSWr3W/zzvVlNvdq8t4sBk9GWaspWptDqvd6Mi/9a589xkufmqJCT9at+w2u3a7JHOhMNk3atjDjGCuOGJ8vMT5f5N7dFu++tcfWSoMnz6V46lyK2DSIDYNeKAZwxBCJS1zvYTo+jz26xOOPLbHWqHF1e4vVnQ6rqx47O/5IAE4mmB2D+TJMTorjeFIKwI67j+NWcMnhJnLceHfApR+32F93efGLE7z0xXGu3qpy7fYBg3aA4asS5TsxPxo+unGrys1bVZJ2grGiIe8XXhRIT6ZoHIuaKCrMjIlz1mTMSpIxNTxtIKvV82n3ArqOzsC16DgqtU6PereHLTAkItdcZMaIbEZNQ81aqEkDLRR5IB69NnQaCTLJNBfPz7C0UJQC8Oq9XaZmkhw/WZDC0fJajV7H5cmlaZ5cmsEqWFhFi/t7Va7f3+b66j57jZhKA6aKFlMii1wMHzkahmGRmUmi5QyuXK9w+do+KVNlrGBKIXZv26F64GKLczytkC5YZAoWhkB2uiGxaL4bnryutVoK7VZCDrHkUippW7gZY4IgZmosYGpM4K1s8sUMrabOGz/wuPyOi5kXNWR8wmRqKimbAQdrLu39gPmFLPMLOaaPZ5g6nqHeHvDOpS3uLlcRw7eBF2OLe4eliz25dFWI+1G/m6DfS4wGkHQRB5FiZi4vMXFiolc4gI+S+BJWCKLpYhjk1BIZ4c48FICT4hguiPuiw/buDsNhnwun52XFUZ0oasimu+NGdHoh+zVHUhKwBMIiJJdOM5YpooYGBzsCzzzExMdM+Dz20ALPPnlKOrfev7XNjZV9iUUNY52u26XttBAs91RGIZtNM1Y4zlhhCTXOocZ59nY3WN+4QaWyLO9twjUgCBS6ChMTaeYX8mSzSQZOgn4/Yr/aYv+gTXEsz+RMmaELt2/us7HeZXHxvCwhbsgsNm+fZvcW/eHmyFGnKcShJ0XWXHqBQu40mjrOyvoy99eWKU9OMD45TiY1R9KYR1NM/HAH19ui2V6l2VphZvwsx2eeJG1PMfQMhjK/qcYwqJNQeyhajyCsS/xy4AkBVMMUmSzmLClzlkZryN5BnWqrIYcOsFzKpVlZpi4m/QVCV0SNNBi4LVyRP+t7aEEOIyxhxAomHZJ6n5l5nZkFjZXVLtdvtHD8BMWJHHZGIMvbdLstcplpsplpDHUe4lmiqExfZFD7HnYyjZVMS1R4t1Mn8PsSgWeZQlUKiLWQlFEkawoBGJx+jeFACMUi11vBsCaw7RnBSaEvHIDByKWi6C5B1MQPm9j6gO/85m8/6Fv/8l/7M8RREaISUSQE4JF1TrhgiAM67T1Z+XxMeUyTAmcghkgcka+l4Ar3jWpIjLZuiuxfE0MMQMjcTAVvGOMPRaZznfrBNt6wQzGvURQElGRSXhvd0KYztPHCJLqals3TZnuDRnsDVbh/zAS2lcc2JrCNSUkmEZQUyXVS/FF7VjRmBWbeGmJZLuFQrMmHeKHGX/gf/v9yAN/mhb/56gidLa5ZQSCzB3XlCf7h33qBR0QP9SNflevf52/+zk94e7cPMyf58mKO7ntr3FCEC/RJfvM3X+Ahcbp89OeuvcHf/P3rXG4AM7O8PGvSfGeVG4eij8zJEdm0AuV5GNUycoSJhvihX1Bgi4WTKRY+WUHYGbl+pQAs3L+RIteeYghAiMCymT6yZ41csoIs8aHMUSmwxkL6FY8/yv0WdApF5LrK/MYARUatxDLa5at/4df4r058WNkcvcjtd/4n/t4fapwoGhzPK7Qa+7SaBxzUq+zXaiTzRZbOXqQ4MUulUmOvUpP3A0vmHeujzGNdk1PYokQzX5QQP0YusENMs8ClHoq5QoAQjlPhZhXIZ4FmHuUli587xIIKD7PISBbfo2tyvSSddiJyKBT7iaGc8j7KwpVN6liQa1IS06mbJn4wygP2BTLeE+4i8WfRJBzdJ0WEjSEEaDFMkfg0v/SNE+Q/+uG72/zof/k93pdTDgJ9KvDTws01eiyRlShQ1iKv2PVdugPhoKrTaNZo1g5o1vYppVNMFfMUU0m++X/e5IVPEICrP3qav/tPhPAb4wmEdRjjuC6OwJiJ90aIMvKAEF/ywBhhoA/XG2K+QMglQoBRxWCIYaIKh7NhoWgC6yQGREw005KCgbgvGAJ5LYR7+TmJ7ojILjdFG1UKv8LR5Iu2qshaJoF/mFP9G3/lkwXgq7/7f/CXB4bFYQAAIABJREFUvi+EMSH+/rQA/GEh7ugtlpjaDzmAPyYKHiGoP6RZfqKo+TOcnB8WgI8GKI4e45OEvY+f/R/NABaDCR8goD/s/h1lAH88AfiBi/hD4u+RE1hKeEev85ME2X+PaCqe+7d+8z9/8K+/8Fd+60O+4w9+6JOcw0f/+lF380gcHbnMP/o9H33fPyz+fvjfPirE/ix59We9/x973p/0wXzk7z7JAfzgNR06ZT84f/4jHvDwWz5ZABaJ8yPR/2jYRxVZtoc52kei7hECWg60iIl/if3/QAQeHS0ju6wcFBKDE4cO+iP6+aFx/AN++QOX8GjQ5tC3LXYxkgIwOpyOHL0fDGGMSGsj4fjoeT1wgR8NMEhySYAmHK6inyOEVjXC1MCQVHfxqsVwDfScCMcV12mBXhZ1SAyQz+9wvCkh3L4jAsXhVeuBQC0fS9wHj/LqDx3AYojIcx0pmOqSKDESkeWAkxie0oQQPdpraeItkHEKwgcs4sxkd4qMrsja275JZecmWjJJYXIBS+TTxIZ0CgeRRRDa+AQECQ9Djygl1UMBuIbbquMJhL5mSQHYtNKkTYOy4TCuD+VzdD2HWj/goB/R9RXG8jnK+Ry+X5WxJ2rcRxePEjuEYZ848klkFlHSi0ShKgc8RWZuMh5gxS5D3cQVU4P0SNCS639LS8tBr153hV5nFac/IsPoZppkpiSF4MipEzkNSfZRzQFhoogXzoEyh20toGpl9nZusLt7EyUeYGo+yaSIFkmTy4v80zS2mZZr2n6vQhD2UFRPCsCRCLpIaGRshYyVoFkdsLfdo93yKcyMUZwps793wH7lAAOFgi0iRsQArSMjembzZWZzZfbbbTZrNQItojyXpzyVZUzxGVMD3ESfAV18gTH30vR7Ove2uyxvdZk8lmRyIYWdTKFIMqG4v49jGBOs37/F+sotqvsd6vWIWE8wdsKQYsnM2DgzpXGSgYvl9ki4AxlB4zkOgzCW/RJB7lHUAqlsjnw5QzqpEVerxLUqP7ra4ofXmgyTKuk5m8l5k8dLCo+VFElM7PQHdIMMXSZouhrVdp1GpzHqn8YRU1Mm87Ni2EBhf9enehAQKAZhQidfUhkbV2R/UPSkI1dcMQLkJt32SNieNBvU9hP0B4KWKKhcPnNjKeZKSVoVj9VbXaoNnzBjksiZzJQ1ZsY1/KHPoOdLqp/TDxg6AVZJxS5pFMsm5bIpoxpLIlqnB+tvDlh/a8DtbsTtXsTk+TSPv1RkcckiM3BlXb7Z5/KNPoMoxMxBNm8wWcwylrPpBS36QYvjQpw+MYHlqrTXHFrrfcJkIE0iYljQEmKK67PX7TEIfebHbeYnbK7fcbh2x6HbFWs/MQSiUshZ5HMW93Yc7u0MuHCszCtPL5JSdL71nTV+8OYOVtnALotzxScOXNmjlnqgrXLh+ATnFye4dq3NT14/kALwi5/Lcu4hk2a9T7PRZ3cf9g6EW3GUWCai3FIkSMWwuJjk2GIK149kv3Zr2+X+PYdqNeLLr5zmy185jd4c4K3VpQC8ftBjdb9H1VVknTxn8fBjtjRObayKTG6N5154iOc/fZH6925Qf/UGt6ot3gt9DswEM7N5pmfzdAc9SaSLXFA9nZLMM1Y5NqNQFzGVtS6FYomJiUl0X8erDOntOtyodrlR7XHxYYsXPpXh4CDgd36vw/K6wp/8sxf51V97CHM/xqjA8uV13nrtBjeW97g+0LjuqDzxvMYTz6ucmtI5ntLJBTGD6oBebci+o7M/0LAzKalBiH2FP+jgdNsSW76zG7G4lOP8xQKmZVCrBbS6EY4QkRWFqDokrrlUqhFrtQS9IEF5RmF8RkUR0T1xzP7+kPWNPtWWjyfiIzMan3t5ms+/PMViusy0Wqa/1WD12h3uXrnLRj/FRj9JyxfxUSLuMcHkrMHkuMmknWbCTvHWu3Xeeq/GgePi2CJjGCzVkCX6bF7kySFmy0yg+AphVYeBweSzmqyXHnqUL114mnlx49pcob9yj++vtWQ98dwUX/jyMVKqw8qlO1S2K2jTadTpNHNZnbmcji72HO0WTt+l7lvUfVPS89pdhcnpJKfO5SiXIOzViQYismwKTZ2msVmhtrLO2laP5ZrKSkNDzYl+osbGRsjy3YCxcZ3PvJzmqSeznCyNcaI0xu2rK9y+tkJgQGo2S268xNzEGeYmztK4f5P68k2ur7d4e9MjsGxefH6GZx4dR601UKtNLi13ee1On8zkGM88f5pnnjmBv1vD36lx+/UKV36wK2MB44eTRPMmib4KfUVS6EQ1HY9+IiBQxTmYxBKZesJQYQ45dyrDpx4rs5AzcFc7tFY6fP/WgD++NWByqcCph8sU0yFKt4HSb6IUsij5DItjNqfLFlE7ZOPmgJ2NPi1vVOv7sLYvYiYS6JYqcd6Y0nVH7AvjRIgyDNCGAaYg7WY00jmDsemCrGxaJZtM4Pc8WvsOjb2BpOc2Wx7DMMCNAomzdx0VO6fx5CtJnviKzcWsxkM5Fe0gpLPiUln3ePP2kDduD9noxaz3Y154aZpvfOMEz5wwSVxZw7mxzfcP4Pv7cOZckk89kWa6FJPwHbyew61LCrcuq1xdG3J5w6HWFTsuhTiXVnnyQponLqSohTH1MMZIRRQLocz0atdVWbEzRHQAx6dtjp3KyQbYD3/Q4OrlDk+dz/PUhRytOGLH9TGdmFk3wXysYj6Ux3wox/W7Vd59fwd36DA7pVFMJXD2ApzdgFNnpjl9doa92OdSs8HqQZ/WrYDmrRDb9rGSHhPlEnNTcxTKOnGuAuYB4XIg6+lzS7z41BkOEjH/79oW37q3SXvdpbXhyuZ0Liuckwq5coJkTsGT2SEjAbiy4RMMQnQhOJRtXv7KEi9/5Tg/eH2V77+2wv6+g+8kpEtOLAZTmsJTZ3I8dTaLno3lzWejNuTafYfrK85hE0FhPJdkOp+WCIBm4NLsu7Q2fVkX57M8PJ+V2ABlOkM3hstv7nHpzV1+5ZkUv/JsirCosKyG3DkIuPmOy/I1j1CNCJSQxVmVU4sq2ZJGaCm4isr2KuysgGUG5DIelh6gxcJVm6C4kKZ0LE39Wp/GtR6PPm7zyp8qMHXC4Idv9fnB233MlIGVNqmsuyxf7lPddWWOmG7GTB1TmVxQyag26Sgp3UXZqTRmIcn1Sx2uXepSP+jSbvbwAzGRIVxIGlOLWVlCAhElJtnbPYfhMJC40tgXyFJPZm+JxpVATIm9xWj7IibHVTxfZM5oxHI6UzD1PTn1YdsalqUxdKDXAd8bIUfFFkHXBe7NQM97GHmBF9IxI1s6R4PuUAbOn14wOX3MJE5HNHWPQA/ICIFOiMik0eOMzH7o9wb4CZ3YzuApKe6+3+HupTbpbMTYJCgmDFzhlo0JBA6gH5EdN8lOWGQsg3TCIBzCva0Oy1sdENg3sdnRdGxdZE8IHLMrs8d8JZY1VyqwNDFGKq3gqg6DaMDmcihLIKCn5mNSKdEU9LE0hbmxInOlErv9AXt9h2ZnKPHpgReSzSbIZISjB2KRM9yKqe7FeE5EKhNKp3jk6jL3xHUD3GEgG4RiQ5RQFdJiGi+dIKtCVoEx22AyY1POp0hL52CBn1zd5MdXtyjndB4+nmdpJkU/GtKPXCn+ru50aXUiHEc8pkqhqJFKqdQPfBoHHpZtks5YctPYbjr0ey5jeZNSzpDvvcTuDgOGXUdOtArnk6iCAgUVHj83z9OPL7F0ssS9+j2W68u8/b2Yd/44Zmk2wxdfKrF03qKT9qkmPF7/Tl9WMeWxMOkzXY6ZH9eYnzKYPzEj6+1b+3z37XV2Kl3pwcraNifn5jk1v8DVW3tcuVUhiodkMzG6HXPgxuy7MUYnwOiEZJMGxbEkpYkUxbkMhYkkeuDKurva5eq9Lgc1j0j8jAJPP5uU5bhQb8Zywq5ZE/8NabYdGm2HZ88UeOZskflTGoWFmCAT8vqlgSxnL2RYiehUQ1r1QGaJPvNcWQrAfq+O162jJ3WMnIWLyUHHoNJQWL7RZPlGg1TOZmwqw8KEwtkJj0UxpJPJk87mOXDqHDg1hgKBpSVptjUu/aTF5dfa/NIvnJXVdFq8ef0uqzv7csMtGgT5QoZ8PkNrY0jtbo/JlMnPvzjLZ54ZZzdqsRO1uC+mfdd60gFsmgampmEK4SVKML00ztTSuMwtufrOLjurDS6ezMqK9VjWUGRZJoSzLiJqtNH6DmdPljl3Ypx7B03eW6+wUx/Q64qcbmW0yRSTyfmYmULM+HiW4vQkyZxNt79Fd7BFz0/T89Jcf9fj8o97NHZivvor83z1l+f58Zub/PiNLbxeSN4UE7Y2uXEbI6tz+06DW3eapJMwVtRkNo7Yb8bCOafbqLpNMeMzlnUomooU7UWurppLoOVEXvCASq1PdyiccxYDX6M7HNBzB2jCWSQwpJHwBCqohoKS09DE+SmbEQlqewG7m77MUX7kwgwnFsdYv19h7f4eUzOWdDBGashWpYnrRDw6vyBLyyqoWYW72/tcubfNtfsHMgNH1HgOOWhRMHPkNOFCtHFNjx5DbtxucONOg3zakBhnIUwf7A5o1IbYWQ07q0r8kZUyEe2VWBAWAg9fi2QNXQtnaMrrviakLTU4dA7DeDZiPCcycXUyOYtux+DKuzp3bigkrB4Jsy83uJOTOlqs0N6L6VXFwnCUtXzu8QkefnaGruvz+lub3L5T/VAW2qildZSpJtzUiSgJcZL+oMdg0CVfNJidT8t7TKPu0mqIvMdQ5shjRiSSsXSY2WESK7SIA/HahlhpGzubwo8j2t2OFCUunjnFw2dP0+lu0u1t0ux05EBYuyfcWCLDVcEXWGnVJ5NMUUqViByNjZUW+9s9JvIm4wWTh87M8MiFBSlEvHV1navLFbJ5kRs2TmtY5aCzKe6yWFaCVDJJPjMny9ImsdRJ9iprrG9cZW/vLpYwMhsJ0qL5kNQ4dqzIqTOTJG2brc0e21td9qtNiXQfnxxj7tgU7hCuXt5ldbnN2XOPc/bcE/hhQK/XYejv4cWrBOzLgR6Z2xkNpSs6mzpGPnsONTHBrbu3uH3vFvOLCywsHiOdLmOoBQLfpdG6S6e7CvFAMCiYGXuMhYnnpTjYH3oMXJdQaRIpTcJ4VJ5fwx0eQNyjmM3LUuMyKmW6/ZBWd0B32Cc2hiDzeS1ZgsAhs+RE20/3iBMu9UaDWqNO2E/CIEdKNSWye7KkkCt55Isuy8sDrl0b0B9GZMdUklkhWArBJqSQPUUhcxrDmELVCgRxikavLcu2C1jJghSJBr0uUdTBTorqoVnIaAwzIbJhCyQEGcNt4w/FsQjOQBzTU6Qy81Lw7w47OH4HkWoUJTpENIlokTZUvve3v/Wg8/xn/8dv4vsZAi8jYyeEwCManIauS1fQ7u49dneXmRjXWJhPylyvOLCJPFNGUbQHocQwhpGClUxSLBdIZVJ4h8KUlhCowyS1gz021+7RbR/IiXQRpzI1McbU+BhebNMciOtZClMvSRG409uW11qBrQ6iLpaZIZualRVHOlEoUIsegTh+JO5RNDo0rKTIPXPxej28XleeO9/863+fz38sA3jItd/7e/zlH4kMO4NYTREJV45A+gohzakz7B9IR1UqUyCZzsvH8mSG6QgrGQlh8wizfJizO8Jaf4l//k/OMv+x/n6N3/+L/xf/2O8zFNz2UDia0ljCbZMQ7/cX+Gf/+Cwfj2et8bv/9b/hH0mn7cj9KV1Mwq0kXdSiqT4SgIUQLJrXAp0pMgx1XeTyjsQw6XISlp9IZBWJAblRQ3uU2yoE3NFAn7h2CCH4CBM6Es5GjXIhAh+ClQ/zTAMSwn0sH8sQ3mI5CJuQIrAnJDvZwBWn0s//N9/gv/wEAXjrrX/A3/i3GmfLFmfGdAYDgQxv0mjXqbUaDMUTMlKgJgkjVZZoWorKZdMUCnnpnh/4nnSsShz3UQk3r3C1yQb/CNUthF/xd1K4PXRuHyGiZY6zFIlFw1/McAsBeITVtgwxFGRgmyZ20pRZw+L9aLfbtDrtB/7qbL7A+OQkybQ4p4SrOMINxXkycrlKp6tcPwtRXT0cRjWIwkf46q8e+7gAPNzg1b//W7zpe3LvJBpHfuDhDoYMHZE7NwoRDsLRcErfGdBsNWm1W/TabbrtNsV0mvFCgUI6zX/7L67zmY8fnFR/+Aj/8J+ORHwh/goh2PVD3CCSQnYQjkSbIwT0kZNP5CeLa9voe0au5CNF6sh1F4qhLfG+i8E905SOa5G3nE1nsC17hN82U2jpadT0tBR9BcpSZHcOj/4bgytE/gj+4m988xMdwJd/+3/nm68KLO7IKS0HWQ7diEcC8AN371FG6YeAtZ8ozB7iqI+EvI+e1uLxPgnj++G/GzkPR974f5/T95Me9xPFYPF8BQZcXgeOfKCjc1M+/qEI/ElC6E/FeB+ioP9TBOCPvj/f/lvfePAUv/ZXfkvuyT/p62e6sA8/B/Fz8n2SLtD/gAA8+jAeCM4/yzH8YQH4Z+GWP/oc/2MF4P+Yx/y4C/g/7Pr9qOD9U/9/6P49Em8PE9yP7kwP2A4PBPZD0oPsmoh9u1Apjv78QAA+xKF/yJH7QAD+KdP26DowShA+dAAf3iOEQ18MzRwJvB9+ziPn7ijX90hwHs0bHPHaD+8tAmqWEkOKHoagfIjBHTHQGitocj02wjy7fkzP8Rl4kRQHBXlA3B2jB89VeoHlOk6ReeCH+HMZbTDKGZfXssN72+ifxfpHDJh6DPpdGVuSSlqkUiOiw+i6Jl7H6HWLpr2IAhF9J4nmF9SCQ0U8qUQk1YiDyh0O9m5jpTOUZpakAOwHqoy2gizEWbx4iBv35P6mmFTIGoKm1MJvt/EVFV8ges0klpkmbehMmUMmDYeBG+C4AdVBRNWJaLly3FNWNh+Ty8UowlTR7xF5PRQh6ioecWoeUgskMEhECnoYkvQHWKHL0DBkxYk+ibiLJsh7gmwSB7juNp67TXX/gOpBVe5Zk9kiqVQGOxYuYpeEXgetgZ8o4EbzoM5jp2bR9QI7m9fY2boue64FQfKydVRJvhIDXXlZwh3suXvEtFE0V7qARcwIikXkDoi9AY6Ihev5uG6MnkmjZzM06y2ajRZJVUQnlTA1nf6wi+c5lK0MZTPLXqvDWq0hhZiZxTGmZwuMqxHjWowTd+jEbRmfooait2dwb7Mra+ZESpaIbfB9QSYUgvUMKXOays4y+zv32N/vcFD18BIRuUUozAk0cZGxbIls7JEJBxiBhyoIF65HdeBx0HdRU0Ws7DjliQkW5ibI2zrVO7c4uHOT79/wZFE0GT+RYuGYxTkj5rwJraFD2x0yoISrzdPxDQ7au9S7BwSxSxh7TE4Z0iQhTorNNZf9vZDJuSkmZqdJplwMs4/bG9DYHTJoiZ6pKg0d2KNh2P5A5EoauENFRjLpyZCcDjlBIzwI2Fn35ZDl2Mk8pWNZUvqQpO5Q2/PY2xDnUCBFUUF7yk6pZCcVcjld9gNytkbeUFEGChvvw/qlBFfrA67VByxcyPDC5yZYWjQJq3WiaoPlHZV7u+I8F2tySFkxaUJsJWRoegwNnxPHJjm3NEcmUHE3O/Q22mwN+2wPB4wXbRbKaRJ6SHXYouc72AldJFyz0wzYbfq0mwn6LY3IU0mlFNJJhY2mJ+uxE1P84rMnSSd0fv+Plnn1tQ3MMQWzpI6IBa4wqsSogtaYVJjKWUxlTdbWQm7c9sjk4ZlPqZw6lZA9As8JaHQtGj2R/QVGLkDRQkLhGGwEnDuf5/z5PK22x53lNuubA6rVENdVRwLwK2dwdw6o3Vhnb6tJpRWw2woYmIqsk8ctHjplS5PPtWs9uj2Vz33xDJ/94hkG724zeHeH63tNXuv02PA8koZG0hDnozAjBGRsm2Iyw3jBYn5OYbwcs7/ZYH+zSUHQ6aaypNQUiZ6N3za41ahxs17l1HGTJy6k2doK+Je/1+LeusLXf/0h/tSvPUSyY2K3LdbfWeHKd97n1p0trsZwJU7wqU8n+dQLKRbHNCZUQV4McGtd+nWH9WaSjZaNlTPIlQ2pYSjRkGDosLrusbLmMr+Y5uyFrCRG3rvjSGe1o5oMVZOZ5KhUXWOoaXJt6XiCmiPELxe358oeTqXq0uwFUjhW0zqf+2yZz352nFnbohwZtNfarFzdY+3mAdn5abLzU+y22qzuV2mJ3pWmkU7bPLI0ySMnJnn11T2+9709KoMeXtYjMkV/bnQfG0Yhw2gU8ZQ2RUSjRnCQJDGwmXnBYObTBs+dPcmLJ88zL+6B21u4q2t8+1qVP7hW5Zmfm+Krv7hI3vZZu75Ko1oldzpN/nSGgqJTVHSiTo9Btc7QcRnaKYa2oBfkMDThlLZIZ3V0QX3oVAh7NVQti6JlaW63qK5W2W/5VCOTim+yV4/Za0RUKgkqu8iB9xc/b/HMUxYL2TQLmTRX3tnhytu7pMppjj82zeTCODlrgpw5ycp711h57yoVb0g9ZZCaLPHE2SUuLEzj768RVNYkQfZOLSRZmOLcqZOcPXmCuOMSdVzuf/8Ot/7wOjtOg+YZFWdWxw5sbN9ma6vP1mZfOvv3/QhXVSmVcoyN5fFNh8ByODapcnHBpKTENFYHHKw6XFoNZF14cpbnP3uMpBlwsLpDe3efi88e4+Izx2iuNdm+skevERBpKUk5EYNZw3adO9sJbm8n8MUwcsnASIl9sFyFMOgJ05EwCI7uw+NjGsemk8yNJ7ETKaxEUpL6jJQl9/GJICJ2heGjI2tlo8vyao9G0ycKBfEgwWNfUXjslQSPFLKywl2Xg5tttleHvLeuyBLo5lo/4udemuAb31jkkXmd5hvr7L+7zRu1iDeqIU89k+OLny8yN6bitz06FZfv/XjA937ssFoN2O6EdD2xxjkUgJ+6kOHpCxm6pkLXFBPjLpGYJhMT065F7Nn4Awd/MKRYtpg7nsPx4K03G9y+2eXpc0VZjTBko+eR8mNOJhRO6jqRwLieznDl1gFvviNcAkMW50zG0ir9LZfetsfJs1OcODtFJRFwpd1kvdandTOkdSskbXmkbZ/xCXFDnyMzZhCYu8TaPsX9iNJ+xIWHl3j0U2e52/X47bfu8y9fXyZqQNiAXEqnmNfJFoQbKcJMI29qIluksunJ8gahzFUUAvCXX1niS68c59U3V2Xt7Q+lQzJyQB2GpBIxLz6Z5eeeyOKaAfXYZXXf486qx/KaR9JWZeUsk5xlyVyKbuTRcXxaOwHt7YAnFouy7Mkkw5JJIwi5/nZF1tefy/L15zIEBbhNwK2Kz823Xe5f9SW6Q7VDpiYVZmdU0vkRdiBQNOoVjdqejq642IYzylSJhXs6QX4+S34hS+Nqh8bV7kgA/nqRmRMmP7ni8JPLjlzYiglS4XZbv+bQrfmkcgqpvEK6HJMpx8xk8swlizKDMEir9JQE771+wLuvHUgn76ipPhKNhfurMG5TmLBJ5XVZ7a4jkZLtthB8xUJLZIt4RLEvb7JxKNDQowwzsQB33YR0HSkCQSacKLLZ5JPQBKZZwzRVAk/BcxPSAez7/ggFJ/9NR8+HslTRjPF1FC8hglBJ9D3OnbI5f9ImTAXUcAi0gLwYFjBUebxHnsVBZcjeTh/NMinPF8lPFli52WPlZh/PG4jLAGEcyqlCgdiLxUnuR6SKBqmiTtY0yYvsrGGCu2td7qx25QJClGEI96+JIoYRhh6e6xOrwk0Rc3xqjNPzkyQzKoPEgI7fY+OuKytXhIlZsYkS4WxCAE4wWyowO1ag0huw3xvIrFeBxBZTgqoSoKkBuq2hJTVaLajsRbiDiGw6lmKVWBCFvobnhbieaPIcNrAU4exTKBVU0ppCWlHJ6mJhp5NNmpi5LGY+w43VXVnlvCkRMrMTaWrDHvVhj42dPps7A4k79TwVzRBTgkLU0eSQQXXPk8JfKi2sMbEU3IdD4aC1ZPmBLnMg3GGI74opVxfdjtCTEQUvJu9FPP7wHE8/u8TxMyWub9/jxs49br6rcvNdhZmsyVNnbU6dS5E/m0GbtPn271T59r+qMlbwOHE8YHIspJgLKeUTTM1MMjkzyc31Nm/f3qfWdCTSMG8nOTW3wMm5Y7zx9hpvvLOOYriUp8T0jsJmPWKjHjGuapRVTaK9EwJnkbeZXigwPpUFf0DsD7hxr8X7N1q0Wy4ZU6WYVrjwiMX5hy36LtSaMZ1uAqeXoNcNOagNpFPwsaU0jx7PcPysxeQp4V5XePfGgPduDNi56bBzS+QkRwRegnI5yTPPTXHxkQK9xj69ZkVOryq2QazbBGoOJ0hx++oBt69WSWVtSpNZZscSLOUHzBcicoWCzGbf7TRkuYqw14sGvs6l15pcfq3BL33tNP/ZL5yi7bZ59859VncOpFAmjr9cLk02l6YpnMx3BkymLL762Tk+/WyZ9UFN1nZ1yG7Fkz8jUMKGyJ2LdYxYY3JpnImlcbY3Wty8sktlvcGphQynFzIECYF18knYSdR0Trq0/UYT+l0WZ9Mcm8uwvNfhylqD/ZZAxIuMWp1SVpMlhM3xLDIL1ioU0VIGXrCH61eotnUpkN98z+f6Wy6dfY1f+NVFvvYnF/nj76/xxz9YI3BDxgu2zMQ1MzoJU2V1vc3aehvLiMlnFJJJFSutSRFU0WxUzcbS+lhah6wWU9BsMqaJlhUTeDp7+z2ZZdN1NVyEa19jKDbEviPdswk3Qg0TqHIiTWxOEph5hWSsYccanUZEvRpi6SZLi2VmpnJU9xqyxqdU5hZNef3cr3cFmZeHpo7x0PQCeg4pQN/aOOD9WztcWa7SGhi0HZ2i7VO0fCbyRWaK01LE3u202Gm1WN/uyypkTInvEtfu2l6fZt0hmTOwc4bc/KuacI6FJDyxrvBwiRkmRBN6NCEv3VyhGDgSjaEEyXRC0gRK6ZFAKUgPva7BnZs6q/dFuHsPtD6lkkIDAjoUAAAgAElEQVR5XJeCeK+WoC/u+aIhErk88vQMz7y0iOPFvPb6NnfuVjGtSNYog2zkhBQikKaJjM4kaiJFo9Gm0WzLPPSZOZtURsfpx7L6/dHkc6xHsmchxF0z0tFFTowzxHdcjKSGmbYk6k64uJKWzUNnz3Hx3FmanVVa7VUqtQaVukNDZH+YlnSTBQkXXxmStlKU0iX8vsLK7To7Gx0WprLMT2c5e2KK86dnJHr09ffvc/VuhZn500zPn6bW22CrdhPHb8icIoE+LaSmyKemSJrTJM0pKvsbbGxeZ2/vHrpAeSoq0+Miq95gcWmMk6enSSgG167WuHWzTqvdoSkwrRMFZuZEY0vh/t06ezsOp04/zukzj+MMHZrtOo6/Q6BsEClVmXkpmpAJMW2OWL/Nk02eJhGPcW9FoIfuMr94TArASYEQVUyGTpuD6m2azRWZAy5qsvAoM6Vn0NU8nUGTntsETYyr9/EC4aQeocF8r47CkGKuSClfJBGPSmQAiwbaMPBJGC4Y7gORS0yCizwZ0bg0RO6vGlI5qMoatlX8jknKsJifTjEzKZDHfXSrx+r9IbduiSxNn8xYRDon8qrTstLWaVL2aVQtLxGootnUdrq0Bj2J0rOSYzIGwRN53XEH3aqhW00UQwyIgB6n0cIMCUHfEK5Cd4AzEBjYCMsuk0pPywZs3+0w8ISboYMfdVGUAQl1QNpI8d2//TsP+rJ//u/8dQZ9HWeg4/vi3Bi5Ii3Tlsf+5uZtNjZuMzmhcWwhRSGXRk+kUOKkPDYbXeEQFFOqIVYqydh4WSK6xKDYUFBzjKysg/1d1lZu0mrsyYFNgRefnZqQ5cUmjZ5w9CSx9DEMPYcnmoB+jb5zQH+wj6GLQZppcpkZYrEmlG5lIeL5MncwEVvymDJsD9Py8Ac9WULI/OZf+7ufgIAecu13/w6/8UPRUDKJRH6gaqFFIWocMexXGXQr0u0pxN9kOicF8qNsZel7PRSAhWtKiIoSKZwQCOgv8c//57MsfFQJcXb5X//q7/Ov/b7MQxY4YVO3ZYaqPBf4Av/0H53lY+bMwS7/5C//Ab/zQAAeOXGPhEopAAvXlhQ5heA5wlZqghwj7DsPBGBBWBHrXzHAqKIdZvaKlfTIx3uUBSxQnqPW/sjxdIR9/gAxe9S0Fy5fKQBLd5QYgxMC8KgLL8Xf2Bu5o1T42jf/3CcKwBtv/AP++99VOSMFYIMw6BL5XQZOR+ISW90etVZf4vk0EdNipEmaFklL4O1SEhEu1spDIYoKosAh6lMcH0KcFPeOI9Fa/H8oBNhDAcP3fDzXlSVE1CMBSry30tUs1ISEim2KppNBKmlL4TeXy5DPZaXI3mg1aTabUigWA5G5QpHy+IR0Agux1xPofYFwC0WkiVh3+/K6L13jYSQfY+RAfoqvf+MExY8dNyt8+2/8I34sBkCFACzcx76P6wxxDwVg8Wxd12Uw6NPrC4xYl16vJ/9dDFQX0hnG8nlJj/hLv32TFz9BAD74wQX+4T8TeyjtAWVD0jYOceAjOUUcd6PM5eHQwx26I2H7UOiWwrt0mo/EvCNXtcgrDnyf0PexDJEPqJPLpOR7mLIsibk3rAxqfg41Py8FaC+KJfI51sU5quIJVPShAPznf+Ov8uInIKCv/qv/jd94VYg0Asc2ygYfOV1H+NkPSYbyXT4Ssj5QEn86B/jo5w9lqo98ModirsSMj77jSM96AFmWDuORQD8aoDhE9x6KVB813D747R/6vo9KhVI+O/yVI31btGkO9S2xLTv889HvPXrdR+Lvh3/H6HsOn8yhEfSDV3L4bv173M/i+779t//cBwLwf/db8t758a9RRuxIsB19DqM3/0hwHL1HH3bPykzto6+j9/BDDzxCII++PklQl4/1UfTz4eN8VLAdmVUPPawPrnU//Xef/KoePMEPmNqHztcH33/4+YzcsIdO2MOH/g+YrQ9f2894P0eBzoe443B0DxBdGungPawjd+4DfrMQf0c1cgIfjQz89O95gJiW1IcPDqijz2mEfv4A/yw/A3GuSgFYkddXOXRz9BkdDiWMjv8PxOOjN+7BcSzd3wkpAKczHpoaEku0A6iRjhrrRJGIiVCkM27g+gxFH0P8XlHy1jP6rUdPW4i/ifgov3wk/orr1GiYZfT7xDpdxgWMpmlkpqcY9HRdh3RKkA7tUR7ekQAsHl8cYmL5KjAFh651McwrPdEJAaT2ZDWrd2nW7mJlcoxNn8LMjON4CYaBSkIIwGRlP9UPBZXLo2DH5IwQVxDx2i0izSQ2UxKjbxlJUqbOuO5KB3DbjekMIxpuTNuF9tDH6zfxBy2mpwTZzUSNREzJgNAdkBDrQCEAG2NEZhlFS6OqSYwoJun1sYIhrmHiGhahwNrGA+ROU/EFIJjIrxEGVba2q2xvCQFYJ53LkssmSWshafF5KQ1QGriUcOJFInUGyyqiakmqu7ep7t4aDbEWShimih925X5M18YxtAnZlI2DCpraxRLOTZHlGIs1n8mg26bfbeO54n4SyaGkQNUJVZGtOZQlcMbFZEnS87ygSxgMyKo2WcVmt91jvd5CBN8eW5pkYX6MkhowJkRE+vSiHq4wwXo2/Z7Kyl6XlUqXuZMZ5k9mJFa0308QeDa55Cz55CzNgzVa1TX29jtsVlz6BGSPQW5WYSyZp2znySZ8cpGDFflofkDC96kMRHlERoZEssDU5AQPHZ+XBL3N65dlfe9GzKs3Y8wJm4VzaZaO2yxGAYthQMcLaPsB3bhAX5mmG+q0B/t0nBpu6OCFDuUJnelZUzrm93ci2g2VxRNzsiy9j0qDRqXN/dtdqntDuZdNpXX0jC/LcRJ0mhq+pyBaKJkc6JGHIWhirQS1fRUxnTp5Mkt5MYkW9yUefGfNY31ZCMChjGe001CaVWXlUmLAXiWtK9iq6LeqbN8y2b5tcmm7w6WdDsfPZ3n5C9McP27R2duns7vPfjtNpZWWa3pxnugJFyty0OMhoRiyzcDS3BRnj81SEIagvT7D7Q5XKm2uVFqcOJbjsXNjJNMR1X5T7rlikRk6VOgGAd0woNtS6VYN/IGKaY56AfvdQNbF4xN86YklrFjn3/y7VV59bROjMOqvhP4o41NcLFWRUZtUyGghWT2k1zNodkxKpQQXLwQszIvMzxDfCWm6KVpukthSMbLighLS33dkXTyX5+L5AvWGy81bTbZ2RJ9HrKU1PvWpY7Lcgxr1+1vU97o027HMvY0KEBZgZlxE8Vk0qxHvvNen2VZ45WtLfOUXluhdqcu6vt3mzVqb9Z60bsh8Y0FetJMJysU0s+U85aJNJhOTtEL6jTb9RodsRkRm6uTsPKnEOHpU4F59l+X6DnOTOmcWUqyuBvzf/6bF3Y0EX//1c3z918+THmRJDzJsvbXC1T98hzu317mmR1zTYj79fJYXXsgyX9AoxjHGwKN/0KO973Bj1+bmjo1RUMhOJSjmYwqWMGMF3FlxuHN/yMxcilOns5IYKUyHyytDeiTpkmSxJCpFNmdgZjVETHynP6Tdd/D7If4gpN/xJDJeUPbqwwBPi/ncF8b53BfKTGoheYE13u6zs9yXGsj8mVnmzsxyd6fOpbvbVDoOvohbzCV57vwMz52b5dvf2pa10+3hZF1CIVwLcJVI7FFlUiaa8F6J2aKhRlhNojpJlj6b4sRnUzxxYpFnFk4yKbDn2+sM7t/nW5dqfPtSjec+O8Mv/upxiqmAzevrdBotJh4eY/KRMrYTYg1DWpUOOxt1eoMh9kwSeyZFKTsuKxHrsmceDPswrBG7TTlELapVGVDf7nHQiTkIdXY9nY3diI29UPYLBAFsblHnmc/oPHJRZ0Y1mNZ03n6jyttvHFBcyPHwS3PMnyqTSmRIJzIsv7nM8lvLtM0A/1iS/PwEF2bOcrI0R2fjqqztgc+mq5DKjbM0t8CJmWMori5r97U7bLx6mdXmPvfHPerFBGPJImN2gXqlK8+BtbrPnUZIy1cojWcYK2cxCj560WcqH3AsH5IMQmqbEfubIctbMcvbEReenORTL89hGD47q7u0KnU+/6VH+fwXH+XqH9/ne//iEtXGkMyJSVLlFFq9jl6vc2klkuUlVVLTOmZWIRY5fUOfbjeSKOfsmML0MY1j8xanZrIcG8vgHoBbFYY7G9IpDNsgaSrYOjjuaDDhzp0mN67VaDZF3IRGtqxw9oWAc8/7LKYzHM9kCCoe9Xsd9jZc3l/TeX9Nk450US+9OMF/8WePc2FaZ/dH62y8uc07B76s514s8Ce+Ns5cScM9cGluOnz/bZfvvzPk/oHPRsun64odn0IsbMpPXMjy+IUsYUYhzCRodYdUKz3J+BcCai5l0O0IxKQIebeYmcvIBuq1Ky02VgZ86myZ586Oszv0udMekCbgoSScyyq0yzatcpKryw3eu1qVG/SlGZtyWqO97dDecTh2aoLFU5PsRz7XGy22hAtq3ae75lMwI4pmSLZQIFuexMgY0gWiKW0eMiIuGiETZ8qUHpriyo7H7363wr/+bmW0mxQCUUanVDDlzc3OCiEMosAmDJNUth0q20OGQnwjYGLM5hc+f0LWt95f4dvvr1CpBARdm7gPqlgwKh6f/3SWL3w6J529a+0+q3sum1sh27sRxYxJKSOETeRUtAAeB0qCoRfRqPg09wKeOj7Ok8fLmOUkg5xG3fO59d4uN9/d408/n+dPP19AG9fZNOBWxeWNH7a5/n73/6PszYMkuc/zzCcrr6qsu7v6vqbnPjAYgBiAIAkRBAHxlCFRlixKYdnr1fqQD234kGXvRqwdtkNeR9her3elkLy6/tiVVqJEk5S0oiiQBIgbMzhmMPf0HH0f1XUfmZXnxver7gEIgAy6I74ApZnpruqqzMr83vd9XiamDTW6iH+ZGCOdUjfbwp3vtiy6benGkPbVLoY2wNLlA1rDGs9jjeXoSS/stS4PPZjlcz85xszRDC/f6PHyDUltDajv+qpboXorRBvA/ILN9JyFrjojIsr5MqO5irrA3az1WN3psL3psrXhEYmjQE5+KVlORaqbLpM1yOQMZhfzzC4WaDRclm7W2d11lTAgnXuBONBlWSICqrJ3SvJBfOoJQaCp2b8VERemnGFFCBZkm0yskIEopLEsJmUBViwZashoaPJ6y7IiiNGCmIx0DQwijh7Kc/RQDr0Y0LM7xGZE1khja2nRkBQOVFx1t5dcdE1nZjLHzLQsqIadXndW6ly/uU2945EYcobXlIlAnB7ZokG2pDOSzyicsxRSXL7S4sqVFnoB9IKGbkq/j/DmUgQuhJ7cdMRoccSh+VFOHhpXWIA2LvWgx+rNPqs3eupiqyBJdidRr29aULtOmmI2Qz8IcAVbJzdrlvDlRSOWXmNPocCl2L3RhrWtRKW5RrNiVNBUj8rATdAsTSHLVeKgPzx+5ids5icEqW2j65ZaLEpa3hT+fqagpl1fp9VYp1S0mJgs4RQcbtRa3NxtsbMesLMxXEwK7jEnPRiTQxR7czegVQsU8lFcv4EvHZ0hgRdTGStRGRfHaKLMBa64gV3B4AWk0uLESxj3AsbdgDMPzfHAJw4zdWyEV9+6zmsXrtNqGrRaJllPYzxMWJwp8KEfXmTh/gl+70tL/N6XblIuJRxaNBmtJDiFAelcgEkWA4eWH9Pwh8kIucQuWjaHJyocnhjjrQtbvHVhGy/lYo1ERHbMyqrB6qrO0ckSRyeLeL7HeqMpV9QcOzjCgbkCvmCdDBEQOrz5eotBx2dhVGNhPMXc4QxzR9LqQ3l5J6aliuUjBr2IeiegIX3OE9ZwTuRYOJVXWHfpL7ly2+X6a12unevhtmTVm2JiMs/ZR2c5cbpCs7lJo7mp3JWaYZLsLcXDyKK61aC62VQLA92wGM0mLJQHzI6ihJ+x8TJbjT5bdVclgEU8bvVSXHylxYVXmzz92Vme/twsg6TPtbsbKl3aFgdvPyCbs3ByJtXbEeuXQyZKOb7w9EEef3yKK5tbXNnYptEO6HQjtCgma4Y4ko5PZTD1DMXpIoXpImsbbW5c22J7vaHejwuTNp4fKJRusZRncnoMR2gA9Tphr8X4jPTQpFnf8lha7rEjyJi2fPhqLM6mOTibZqygU8lpJKZOU5BjuqbICYV8wM2VgZprF0NuvR3Rb9j88GcX+NRnF3jh+WU1SRIwPik3yII1lBtqk0azTb3ZVs9FXO35vKkuXCenZMEgJhYDVxKm3RY5K2FuLKc+L4YL5JiG4Lh3fXqxiSed3pqBN+jiet0hK3FvkjBR6eLRGYNiRae7Ad3NRKU380VBo1iKgiD4y1QcqMmXI0oV6bEaUK8PEUDHxmY4PjZDdswgN25w+e4ur13c5M3rNbqBpSYbD8gmA2YnCxxcHEf4yJeWGly/K11HoXKpZ3Np1asrx+rOZlf1tQv6OVsapvrlBkrWN4J6S2mxMqgok0ooy2hjD90vxh3pdpcOd41yPkW5IB3pgvC06bQ0lm4ELC9Lv/BwikVL9azL+71dD+m15HM8IMbnxH1TPHB2jn4PXnt5W33uZEqBGslQy8jnjymmiJQYiIQigTJltBo++WKKyVlJMhnKiS7jD2L8gXxWDRea0huZkZs7Q8Rnn17DV453yxme2/UwRSGT5fipw5w4eRgvWGMQrLO6WWd5tcdGVRziNrojgrGHpkla1qFSLBO4KW5ea7C23GV2ssjsxFAAPnl0isEg4IVzN7h4bZODxx/l0PFHWa9dYWnlZbruFoatKxFlLDuhRhY0aXuE6u4G6+s32NpaIfQtwoHFA8cMzhwzmF0oUZkdo9PXeeGFKq+fr6nFjaQwswWLXCk9RLGGkoiyGR87zvj4cSVG97we3cE6Xf8mbrg5dPRjyR4GS35HpuB9ZyApsl1dY3t3ndGxMTW2mVZI2cGgTb1xm25ng3Kxwkihwmj+MKP5o0pAa3RXaLuborqT6Clcr0mvX2cwaBEFLeQNbRlpJSba6XHs9BhRbKneYjE06aZ0gkaMFBzKhYxaIEqiTpaFsu2T1GCr1afZ7NHvBLjdQL2+o6MWJTHa4ZIkLhvrLivLrkrqFUYTSqNppssLTI8sEEaTajwxrnkeviQy5e5P+nLyFezcmPqMTwZ9YlleaS1CrcPAD/ECwQg5ZFJZZQoLPVnqieFJ8MORwqoadkahU+WzRQSxYa+poLyH3aciQn/5l//dvW3vP/zV/0SzIe9nj4E3XKiJkCr9pGJ62Ni4w8bGbUrFhIkJg3LBwbFzZIwsre5AjWBivWCAbloKY2dn8sSx9PHZ2FYOyxTTxDZrqzdot7dV9UgmHTNaLjJSKuAHsiCRha6NLe5kM49lxWrx1+1t02ytK9xiNlsk55SJIlNNKiXo6aGRQPUOivwo3XymKnBRI2LUz//jf/UBvboeF770H/nHz9lDRLo6+4gQJ8lB8HtNBl0xDcj5xsHOZKV0mEQJnTqJEk+Hy165dhThXInnKtX5Kf7vXz35fgG4v8Gv/vMv84exr7DiktYV4U/XDTWp1Gf49f9w8gME4HV+5Z9+lS/dW7kP19vDdJaISsPrsaGAKaa+LGeeeJCfeWiGQxNDpKB17xUP8fsDttbXeenV1/mtV2vqe+2v89V/JSGlBJq9ftB3iWfv1neGV+J7vcIzD/Iv/8YDPDa5h3gOBmytbfLtb73Ib7zRUUv2H/+F/46/e+T9COjlF/8Tv/D7KeaLFgslA5M+ptbHlKuJxFVJrN1ag2bxw3z6s09x8vAiU6Wscs6/+0sJq16d3c1bXHrxOV6527y35FcJU12x/IeIc0HQ6yklwIowKQv/YWptPyktaekE3xfBQAwRljKMptNpMpk0aTF8HnyYBx8+zsRIiYxgpCXQ9a4vJYb6XVo7d7h0/mUu7EgHo4i4gm7e+9/iuthLkQfhX+aXfvkR3hdW71/h937xl3nWNIZilxJXEuJw+J4LBwGh79NsNNjZ2aHVaA7F4YE3BLJqUhuQZaSYJ59z+MX/9+YHCsDb37qff/crQyFEdXQqoWSIypZzgmkNjzf11kCjXm+qicREag7F7/2iUJUeT7S94+IYn/x7/yOf/8SDzM8UyNnp96haAwJ/QHvlKje/9Vv8yTdusulL2izEyWYpl8s4gt7cS4aKwPT0L/06D7xPAPa49l9/m3/7nQwDMXEIU0odD3t91vJchkxzdZwOj6Jhck/enxL6Hh4/YoIZmr/k9z1x6H5+5tPHOT1Topx5z7HkutxeXuUv/vRF/mx9KPQqgXFP3VMY3j1c7jsC4Dsp4P2kZLKPYN4/xpWmNOwp3UfXqu+t0J5yaA4l3/3e3/005lD4G75C++La/nliH/l8D/0sApgi174jmO2p5Hu/m32B+z0v1564L4/la//+5+794Y/9099Wx9W7VPB35L898XMfuD183nuP810q4T26wD2s8P632BNo1Yu2l3L+Ht2+3/Vo9//O3uvxQclUdUztC8of1PMrh9y+mviux6V+d3vC5v6j20cf72vq+0L93ul0L7c7lF2HX99HXf/up/6eF2HvrKEew34Kd/913H//7XVE7z3GfZT/8L3/rif0Xf/7nR/6jsC+/6PfUe6Vvr4n794T0FVSftjdPTwO3jFc7NX/Dp/tnlA9fNxybpHPbcHsS2XBELesUKrSwysmL4VSlH2OhaXb6pwkRh7ZCyksvfpBw3SuMmOp7z+8Zh9aI4ZINfV4xbR1zyQ1vK6T438Y7n3ntRCRWND6Qs0QWoHUWigGUbyHgJZ/I+wMMRcJ2UAzFYZaJaDFfEJEOnSxQ5de+xr99nXsbJni+HFMZ5J+KN2/gr63iRKpGpFjUeq6QkadAQWrT6dRpVPfQbeKWNkxZZCx07a638lrETktYkfSv4NI9V0Gkaau+932Nm5nm9mxFLNjGrYhezMxd8nvKkQ2jmqXJuj+9CipzIQye2aCFumoT2jkiIw8fhwziAN0OmSMXWytoVLEcdBjZa3NylpH0ZhGRnRKJanp8bCNgaQFlLHTS6boJkfwGRsaX0SIbq/ht1axszmc4ghaKmDgreIPJH0mmOgFCDvgV8k5PuNjuhKboj5E/YT2QOhXffqeiyfXnYO9vvpQ6heEXiKZZpMMttrJ6PgYWoClZbBTabY6PdZaYqy0OHpolkMLEzj0yNJTpBTpYhYzZaseUWsErHX7ag4cKrBwWLDa0GhEuD2DseIMY4UZ3Noq/d017m51uLoxoElM+YjB6KLFbLrIbLpAPg5wYhcjGiC4PzE5dzWTnmZSbcfsNCMmCiU+fGSexXKW6vIS1btL/PnbEd+4FOJMORw5nePI4TSTwYAJqXrwdLpeim3PZH1g0ZK3sz5AFrNiuu17ntoDjkwJGSeNHhcwtQKVcpbRkRwFvU9e67Kx0uHVc11u3PKUcGlmU5Tl341r6ndRrYbqvn1hxlSjRT5a7OO6Gdr9In5sYWR89LQENeR4CdneCFlbCZUAbBgxdiZhctZgcs6klE8oZBNsqfILIezp7K5m2F1L88a1Dm9c73DgRIknPjfDwmGHWrVOrdqg383idnO0Wx6NeoMw7JHPB+QKEXpBxyjqzE8UOTxZZiRJYzQ0gp2Yl29UeelGlfsfGOUTj0+rern1DSE5dVX4SsxinhgfQglyGfjdDHGgqxSsYYa0GqFCjc9NlDhzbIrAN/izb23xnVd3sbMGVs4gEsGwr4q8VPWY9EDnzQE5c8DYWI7xyRJzMyaH50IqhYDaruzTXYU23vJMtEyGbCGrDJu9dpt+p82x2RxH53L0Wz4rdzrUWx5JJiYl9WHFIqPFImqrFPsEnYheLabfiojHBsTjvjLVZXSbteWI115xabVT/NhfWeALP7XAyitVVl7ZVen2K7suu4OAfDFRI7sLmbFKhvm5PLmMQa8eMOiGjE8mTEwme9VQESO5EaaKs4zlJljdWWZlZ4XRoslMxeH67YDf/+Mm19cTfvJnj/ETf+0ohd4I+W6Z5fN3eeMvznHtxgrXzJDrVsTHP1zg8Q8XWJBAkRaT6oVsrwxYX/F58Sq8dC1BG9Fw5uDQrM59UzrHKjpX7va5csdlcizPofkybjfm6pUGt+722R447AwcMolGWio6DU3pDmYmRXbUVOOkCzjpIokfKRRurdbmxuou2+02n/r8jJox2hS6VbT2gEEnRdA1MbNFLKfIuSstnn19l24qYPq4zcHDDmcnRnlocpSvfmWdr3x1ndv1Pg0rwpUKSw1Vv5PPQ74gVYqoWr9BWyNpmlihzUN/qcJDP1Lh/gPHOD15ily3Rf/2G+xefZ1vXXX55lWXH/rhWX78iwcZzYSsnr9DZ6fLzIeOMv3QUYxGFaO5w9UbDV660GKr47H4UIqDH9KZyk8wlZ8k6iW0dlzCwQDbibBtCZAMp9cIaNcCbm0EXNqI1LhaCjelUXQyjOYcpubTzJ40mZ0xmGprTHdSPPfqjprCYZv7PlPhwKkCE7bDhOWwe7FP9aLLrh5RndCwJ0a5b+I+1a+8dekVti+9zLLncSdOKIznOLU4wqnFMUyvjDEo07+xTffSKtc2d3i+1+C2FnFwYZaDB2ZJGm2Seou3b/f5zlWX27UAK5fCzKU4eMzk4HGTsXJIOS2EzYTurkOnarOyHrC6FlCaNZg6KgnegGAg2ljEJz/yBE8++gSv/8kF/vw3v81Gp4X9oUmyB4qMtVwq7T4vXnJ54XKffjoiM5dg5RPkRKy1QrqDhJ6fMDljcOyEzYHZLJO5EcpGnrVrTTUqjZ5Nk8qksMwEx4EDcyU1ne061eUttdvJlfMURm0mpz0mp10iufYRJ0w3JtUWGkPCaxciXrsYs2mEbJkRTz0+w8//lWM8MJlm7cXbLL+ywmtrAzVnnyjzqS+MM1UGb6NDb6XLejXLejXHS9c7PHe5wUbd2xeADR64r8CD9xVUoswc1dnYdLlxuU2nMWBuRldTa/+/9gcAACAASURBVETU6qHqNZ2eyikz4tL1NtU1jx86MaXmTtfjjWqHgjHgbCXhzBhsmBbrlsXbdzq8da2p7tYOTzlUsib1dcFT9Jg7NMbswTGqQcDVapuNWp/e9oDets+ErTFhadjZPFq+rHof47BPWvP41EGNTy+CfsDCXbB55VrAV7/S5WtflX64CM2MKZcsKiMSh09UgkDwxFpYgLDA1mafzY0erjiYUwGTlTQ/9cQRvvjJo/zhhVt86eISW1sJSTOP1tUwgjYFs89nnizy2acKbLRdrmy0ubPus7OTUKtpTBUzTJYcOt6A3W6fgSzdTFlqpahv+9S3Ax45PMWHj0xhlm3aGY2aN2Dp4iZLFzf46Y+N8sWPjuJMptlxDK5ueXzzmW3On6tz4nhWTT0OWHc9hcMpmhYF08b3ZSxiv0fst5UAnLZEJNaIcjk1/q0uwa0eDz2Y53M/PsHMMYdzq13Or3W5c73H3Rs9mqsh/S3BgJg8cCbH8eMZ+nGAGweYmRK2U2Fnx+fa9W2uX9sBET/1lMIWiltSesOk42WI6BpSdU6eqaip7brK9bC91UPIeDLS9TII5OJOlgpDlI8pArAmizdNxePlgj2WHjS5KN9zrYooK/CfvToY1e3oucNemMqEwZh0VaR0Qk0fstYDHy0KKYUJ5VA6GIocPFjCHvGJsi1iM0QL8yS+IG4Dmq2AWzd9blwZkPJhpmQqx9XxB6fUnL+4wzefW2Z1q0dsSnGMhh7HGFGksMnSwzg+mmVmokgqNrj4Zp2Lb9QxRjQ1mrmHFZJuANci6hukxD3oBxw9OMJ9x8awywYNPKpBn/WlDutLbXRbw5bUkZhL7ES5Skz54JPXQN3wCE3PwpCyUzOF3+2pEXS91PfV2rCyi8K+TGRMypZBt+vT7QQ4ZZP8uK1cwf2qT9wJOTbrcHzWIRH0ayqtOuRi30dEqFgvkBgFsuE62WiDXNHEGSni2zbn1xq8vtqguQ6tDdTjHB2FciVFcdIgO5LC60oaJ6Lbiel2JGWH+qCMPIPxmQrjUtQqN2rSqdL36fRFOIqJrSH+d9YbMOcOOPHwDMc+eYji4RG+89x1nn/2GtnRNLkRm3gzwLvkMlcs8aM/8yCPPHmI3/6jN/mtL79JoaizeCBLQV6PfJ/E9ujuxHS3YzIlh9x4jkzGIp1oFEyTgyNZDpZzLN1oq2kkXbysSyv2WbmeZvW6zSOnpnn4vmm2W03O3biD6/d48MgoJw4W6eUGaq5f6nH5XA+tH3B6Fk7OaZRmHcpzDrd3Iq4sB8oZNMQJhXQ81EwVNaYLKY6cKHD4dJmxuRzLGy53NzzeeqHLmy90cdux6ludnCpw5uw8R06Ns9vaoNraGHZEpaRXW1f9QLEcX3GPOOqr16HfiXGMiOliyNRoipn5MjMLZbZ2Ira3I1zpAbRs2n2Nt8+3ePtci08/OcKnP1kmpYesVwVvIViLPq2OhxigpCJ08yasXEoYL5f4wk8d5fGn5jh/bY3Xr0nnpyy1Ujh6SMkYkLfEKJDHtgsY5TRmKcPadotbd3bZ2W4yWU6pHt1+z6fX85meKHH8yJQy3fSbdfxei9ykQX5SDAYxO2uRuslZ2w5otCNOH3M4fTRLRVBFjqHcobdaLs1I0PpZFmeyvH65zvnLdW5eCVm/lSLoZfihj8/x2MfneO2lVTUYA8bnU2QK4rQTLKpNGHXU+L2IQSehVLA4dbrEkaP5ewuxaq2rcFLZjMbRxTxjoza7tYGaQSNi0IzppSz6aZu+oeO6YsTqkojwJhhXX5bCseoHn1+0GZswWL0YsPp2yPziCMdPj2M7Jts7goocMFWxmaqksXMehtPHG/RoVHskXsLRsUmOVqYoTJoUJ00u3a7z8ps7vHmtga/Z+FoavesqrPbCQpaTD4wSGzrPv7zLGxeaZHMG2byO5dgYmTTeIGZ7QwRgl1w5Q37EIZAEYd9X5/NsRkQYjW5voF47uTgOo2ECM53TyGRTwwS4LvhP6bEVBKoJUVp1l9+902ZjvYuTRV1M5XIOOTHYxCl149jteupzX+bAgQpHj0zSbWlceLXB8p0W2YkB2fEBRiqDoWewLB1T+llSQh7w6PUEnZ/QbkKhaDAxY6rn5/siFshyaXjzFHkJsTdcLGXFJexAczOkuRWqZJKRjkmnUmQTm7KT5+DJOQ6emEfTq2hGlbsrDa4vdbi77pGSfqWCrRzPMqVchspISZEtlm60WF/tM1kpqDl+eJKTR6dVOuulV6/y9rUtjt3/JMfOPMXK1ptcXXqGVncdMy09uGnG0yOM20LsKJDJFWk0qkr83d7aptu06DRNnnrU4slHLcans+jFPOvVmG98o8pLL9VIZxJsZTSLMZTT21KmnJHKKGlrgbR9QPVySjKv7W6w271Cu78uspoSibOWqZB2VqqEro0oxLY7aOL6TdW35WSl70e6gmN8r0Onu4Hn1hgrz6opOBPk0+NEsU+jc4NWf4UklSVJ5ej2OrQ7DQaStgxFUPXxAzGNQa40oUbTMsRSGBPLe0q02ISF6VEWpkfQUxHuQI4HEShCJex7nnwuJvT6PXr9jjISyGtrpsUwJQspWU646uY+0SMKoxqVsTzHZu5XU29naHQcGg2hnNQUYrAwOkphtIJZqGDmKxhy8yv0kLCPG/ZUur/ZGtBoDVR3UE76NeOE0O0pAVgepyRlkDGkh27Y3xkq45tJFFpkMyPk0qMqQfm7//of3Fsm//Pf+U1qOw12dxq4/UAZHCTh7WSLysRWrW5QrW6SSQ8oFCJKeTGS5VWHeE/qL3oDXN/FDfpq8aubWVJmDj1VIqWXsCwHUwxB7SrbO3fo92uq11hGEpzZTEYhzWQ54XuSshccbEbVApRKBTqdbeqNVYUKF9OKCG9C/AgC6VCVz4Cior8IZSVOVEsoKS1QVJt0Rq4Xff7mz/9PfGLsvftzj7e+9L/zj55LDxe7ItYpIUueg0bkdgl7bbWYNU0xy4i5zUSX8u+9LsB9fLLoJ1H0BL/zQanf963t3/3/qPH1X9jg5H8+/QG46O/3Dxt8/e//Af/uXr7qnb976LGn+F+ePsz8B/QPf9B39GvrfO1rz/Krb3S+64+HKbmhGKy+nniaP/6JafLf9bcGvPWHv8M/2v4h/svfOMnhD/iZfsfFkuvMH/hrwJ1v/BpfuuBTsoW4ExJ5ORY++7M8crSiVvk/2FdA4/ZLfPW3vsod01S0A+nZFey8ruvKUW1aQ1FgiIWWVLCIf3KMD9HKnifLaTGGDmk8pm1imRbW2P186i9/hjMT7xUyv98jc6le/BN+43efpxqF+L6vROCB/0l+6f/465z4AV8v9RO2nuO//1f/l8JHy7g9F6/nsr21xeryCo1aTXVPCRY8Y6dw0ikK+TSFvEMum+YXf3+ZT35AAnjrm2f41/95D/wtwoaIOHul0JZt42Tz6lgY9hrHbG3vsLW1oxaomVxaudhThpjYRCQWTGuK2S/+Ov/4rz/G+Pt1/+/5y/I3n+cv/tWn+LW/8KmUyhyYmaFSLg2Tw6ahfsaj//OfIF6z7/7yuP213+DXXs7TjhPasSSvpbd4hn/wzz7NUxMf9O4J2brwEr/0G1fZ1aXzWgzC0VAA1hf4W3/vE3z2UOFdBorv9bBDtpeu8Tu/+zLP1va6R/cE5ns3oPuh0nso3KF5ZJhGH4pn97KRKuE/TFrvS7n3xGKVnB2icIeBxL3OY3n/iiFjz8iwH0YdhjP3e36H/1UJTcEtx4KIHQqI8nUvTfuuPtb3JmxVd+tewvOr//F/uPcL+bFf/G1Scq//nj7kd/979Qj30dvvicCqJLPC2Q/Tq+99TB+Ekf6e6d/vkwx+XwJ4L/X7vV5Z9fuXNcJeKFlJp2Ii2ROAhxnadxK+73QrCxJ4qIcPG5uHwu+wwfZ7wbJ/sLOb/C2pA5DP+v0e4HeTGtRr+V2z19f9HtFcvafUj/z+j+cHwpbvPdd9GXrvtzIkSOwfC8q9sF/FJeYUISDI+XVIa7MUmc1QxDZJH/pCbZPdm9Ql2LYy4AhVQM6fgvAfBsuHndHy3tnH/++/l4TKkEh6VNEphmUHiRArVG3BcDQtUuYPqXt5xww1tFQMhWRDGXPDSCgNw/e3qQk1TmxjQ6NZqDmEOEMBWN8TgAddbK9L4F0jcK9jOyM45ZOk0lO4kYkb6QpnL6dYsT2JcJk1IkazXQpWi/ruJo3ahjIqZqWmxSlip81hF738m0hTdXrrfqAoDYIWlYvbfntDzXTBY7owwHEs1dWbGLbqKgxEsHabxF4TLTtDqriorm8yYZ10LKJYmUQr48YpehLY0OrkjGXs1BbJICD2Q5bXB6xsDMhkfMYqIaNlD10SpWaXVGiTiizceJ4Wx3GjEpHfJPab2GEDO2xiODlS+RGiRMyUl3F7y6SMY6TMo+D3SQZ1RosJiwccJsoWgRC6mj6N0KMRurTdPn23p+oOAi8kGASkxCgqIQQhYPkxVhST0WOEaIyWVlPtu2x1e0oQve/wAY7OT6HHdfRIAkNCR0zTboWq3mZzt0s18ajiqT3g4mIJ143Zls7TDkyPTDM9OkNQ28CvbXJzs8ubaz5VLWH0RJrxwxkO2UUOpwtkY1+ZASR8E0Y9Ajxip0DsFLm13OLqjRqjZpqPH53jxFiBTm2bTn2br1/0+fOLPsWZDKcezHPsWIaC26fg9en1bbp9m+W2r0JVrShSvbX5rEm7I322LukRyE9pFMpZxsvTVIpj2FqEpYUqRT5pDli+7fLnz3U5f9mDdAIZmJ61mJkx6bsBW1suSRhx+nBGjdxrCWXPi4r0owm6nk67VaXfq5Et6qpCsV5L2N6KcYWcKWEcM2Zm1mJ61qRcjCgVJFEeE7oJg16KVt2h3cjw5htd3nyzx/yxEj/0uVlmj+TYaXbYEdO8myXVd9hab3Pn9iY9r83YXIrR6RRWTsfM68yUbeZH0ozgYPcd4rrNsxe2eO6tLR5+bJzPPT2vsM53rjXY3uxANkbLyjVgj0QmMEgCR6UjU2aIbgmG2GdQE+O/w/h0mWZP59svNHntjY4yZIhBRGrnvO6AIEkRmhkSqf5KexQzHmfOlDl7VhKNJhO5QOkSa2ttVlfbrLmw6moqJFMqSSLexgsauEGD2bzFXMEm7oe0a2IW9rFGY/RcQnM7prmVUKnkVXevHUmSL8Cv+WjTfbQpeX+kaDdNbt+MeOPcQFWcfeGLM2ouPrfN28/tsLzqsdEcoogrMwmVaen5Tui2EyqK+pXB1DTuXnHZXfP50EcdHvyYEKB8/J7LeKHM4ZlFFidnqW7dZWfrLo5tqLDRlSWfL329yc3NiB/72UN84a8eotCtUOhUuPPmCuefe4Prt1a4bQbctkJFTJVZKGqMSo9rO1KP/frNiGfeGPDMmwOiSkJ6AR44ZvHJI2keW7S4strn8mqfSr7Iwtio2hnfXNrl1kqPta7DajdDV8z39YE6dwlpzsnpzJ8qs3CqxPjEDGMTM5IFwxi41LZqvH75Dnc2tnnq8/M89SNzVOJdcq01slFI2sxi6VlqNZ1a3eA7r/f4xsttKGk88uksHzqb43Ta4T47y1e+ts5XvrbB9eqAbQ26e7QWuRybnYKZKU1V261vxbQaCSkXcobB41+Y4fEvzHJs+iSHyvej1Xeo3vgOa5e/w7lljXPL8NhTc/zoTy5SNgLWXr5Nd9Nl9uxDzJ19iGRziXhziRcv1Pnyqz3udjwefjLk4ScD5nIzzOdn8KoB20uC2w9UBWFxQpZUPZKW7HoT+r0Ul2/5vHCpz0tX+2QmDDKTBofnchyfy1OZdjAnLJyMweRGzMRGzDOv7/DM+R2cYxrHP5flwOk0B3NpFrM27o2cmi0NlkshlIocLR1nzpph+fwLrJx7gbthj2UjYWTW4sGjWT50pIDdr2D3x9BrLqlqh7eXa/zX65u83fY5/dBRNflei0K3zbm3W3ztpSYX7vbwzQEDY8BHPpLjIx/JUy4GqgYs8TXC/gh+p0ht22d328czOwROG7sUUBwdhqMeO/IZNa/+0Tn+9L/8KSteHf3jE+ROlDnYTzjYS/jWG02++WaTju1hz4eYUru5E0E1xtc1AiPF4qLFA/elmZ/IYQWj0Mty6fw6l86v0U6B6xjEElgzQ6ULPfnYYTWOJLIb6zg2lCZHKJQcMlGPdNTlTqPNnUYLIzEYNbP4HYOXX+zzykt9lvMRK4WQJx+b5+8/fYoHxxzWX7nNyvllzq+4nFv2OP14mceeHqeSj3CXa3grLSx7GjM9w//3Wo0/eG6dG+s9ZZRN8jmdB07neOB0HrtiYVds7t7tceG1Bs2qy+FDBkcOGdRaEfVWRDZrMVFx1PXV3aUu9U2fT5yZVXOl2ubFO1Vyus9HpkwenjLZtE02bJO377S5cL2unM0HJhxGMgbNTZfWVp/KdEFN009YqXtUmz7t2oB2zWc2n1EjClbPMFRnVNT2yIQBP/nhCj/x4QqNQp/bdptzV11e/mbIS98MCI2ASPcZGbGZGEvj5MQo6A0XtEkenYISfzc3+rgitGiREoC/+NRRfvqpo3zpzSX+4M0lNjcC4qaNHaSo5AImyiEPns7w4P0Zqt0Bd6oum7WQuiyO2xqjuQyj2Qyu59PuubhRpN4okhxvbwS0N0IePjXOI6cmIG1QDULa3oDBbgO/1uRjp8o8dl9ZzhTqpHJ7x+OtczWWrnU4dmqcoyfHWG60uby2qxJwImIU0waur9P3U+hRgBkPyFkR5VxCxtHpmjl6Vh53qU3/VoezH3L4/E9WWDiZ4VK1z6WdPpfOD3j7vDyOANuPmB2zefQjFU6dKbG6O2BFJYShWdXoNAO8viBZXPqaYIp1Yi8m6UdoSYRphKr8XAzDsiQ/fHyEIydGaLc9bi3V2Kn21YWxjLqJkvvCRPq/ht014r4cCsCCKEvQBb2hBM49lJRyVA67yIbdXyIMS/JYbjZ08nlbTd8P6EkCQBzviVzYJ1SMkDEj5OCRIotHiui5CFd3FRpiaznF7qbgVS0M26Sx61Pd8PDaIswmZFI6Z89WeOihCjtdnzvbfW6vu9yR/obaQAmsMgU7omjHTIkzbH4STbc4d26T8+c3scsp7JGUBE7UzbAkmGMRgD2DWFxmfZ9jB0ucPlkhXTapJwOqvsvG7Q6btzoYmRTpooGTgawpqclY4QUcW1yn4nZLwE5h5AzVP40vbLoITZfFh3QiJmzVwPc0ysrJptPrSo9jQGUiz/S8LF1hZ71Fp9bj5LTDieks7RC2pLAr0RixdDKGiavZuCmbQlyjmNTJSe9nySFIW1za7nB5p0tjTaOxLk7VhPIIZAsJehYMJ0VWFk+2Tbs7UOnwXlswJCZe28TJ22TyNtk06iQpt2yCSHH9SL2uknY+qicc1WHqSIWRUxMkY1leP7fC6+eXmT1QZmaxTLTp0XyzzlQuw4/91ft59IcP8Adff5vf//pFnKzO9KRDOi+c/wF+ysdvxfgtebPoSrUWx7KkUouWxXyhxEKhTLsVqRuJWtCiljTZ7HS4dVFX8zHpG3h4ls3dFi+8sUyn3+OhkyOcPFqgbXdp2V2qG1BdTmEFcKgSszgGY4slxg4UeeNmm+ffrLO745KV9XWcKCx0b5CwOGmyKL0vizYTByxyYyab1ZCN6jCpeutiTEsuaPs+xWKa+x6c4dCxCrutbXZbW6SkF9t2VKpeEv+dlo+c/3M5ufmVVImLHgQ4Ucxo1uDkmVFOPDDK8nJfdZQE2Bi5HP2BwVuv7fLmazVVNi/jZFP0FLYrpCfoUn+AbqRImSnWr4bcfStkpFDgR378CB95fJYX3rrNi2/eVse1mIrydkxO71NIw9joJGOVSVxd+jpCbq00ubFUY2uzw0xFHIiyqByorryJ0RyLc2OUsxZhr0c8cDFLYJUg9A38vkW9HnJjucX6Tpej8xZH5i1G8oK4sRhosOWHyv0mKde5yQIvv1Hl5der3L7uU10WFFhGidafeGqeF59f4aXnV4m1AZVZQTyLAGwzGAhCvY8v6FZX0tso89HpM0WOHMnRbg9otwaq3y0l76eCydRYRi1xl5c7rKx0sJIEO4F+yqClG3S0FMFAlskDfDdRpIA4GKZ3JJk6v5BlfDzNxnWPzRse8wcqHLtvSq2NLl+usrLc5v5TI5w5VSZXDrFyLs1Gh9s3GkpofvTUQT5yahFf7+IbPfX5/NpbDS4v9UgXS6SLRfzdJkGtycHFIg9+eJZYN/jGt9Z4+dw2k5M5JqeyCrkjudtuL2BLTF1VD2cP+6/w+wrjurccigQzL+hMOR9ZIMloMcOYku6LSZu6Wgbnshq5bApd+tdjQUAnbKz1qW67mFaiEoRizpDElrjdRVAeeOIY1skVUpRLWUZGsrTrCTfe7rC16VKYSChOyGeIiIIGhqlhykMwZJ8uqNeE+m5IYzdgpJJm4VCebE6n0ejRbrnDZZGmEw2GiCfDSMiVU2RyKTrVSPVvy8pNno907ozYaUbzWcbnRhmfk/7kLqbdYWW9xc1bbZY3+5C1IGehx76aoiSAR0rqJlWWEdJdI51acn4/fniG0ycWVPLq9beWuLq0xeSBDzG58BDb9avcXXsFP2iTzUrfVpakK/ZTMQbMMn9wTuFCa9VdttarbNzpqPnCZyb4sc9M4pQ16r7HzdUuzz/f4Pz5NumsIKMSytJlPp4j7ZgqLSMiQCF3iEL+kOqQ7Pt92v1Nat2bdLxNUilbjXSb23INoMn1VhmNLKEgvRIPx3FwstK7LMepdM/3cN1d/EGbvFMk7xTIZcrkMiX1fu92dlR/KJZYfMWE0qXZaeIPXEXNEJFn2E0bks0LhaJESnpLxZgWSt5b1oQJ8/OjCg0nS3MhSrh9n35/gOcGaJqletNk+SgJvyAUXE8HL+goBKuk7jwvVmlaM61TGDFVF83C+DEWxo+z23TZbXrU6k2ajaYSmUYm5hkZn0d3yhhOebjQFZU69kn0AREBzXZMox2jJwGWuM0iWXw1iAbNob9OUFJWBsNyIJUhTsSIZRNJyiQ0sExH4YZTmsUf/q+/cG/L/Eu/9Rt0mn06rR7djhgkBgp7m3EKWLZDp9Ok021gGi4Z21NiUjYtKWBHpUjEgOcF0kXXVd2xqqhYF6RxAU3Lqy5l00zT6zdoNjfwvKa69pPJZoYCcBjKosnAdVG/OxHcRsolyuUiYdjB8+poqRBLKjsE9euC64mpbWgC0kQAVjhowV8Kytcfdpk5EusJ+dt/95/z+AcIwBf+6P/knzwrCWB9TwCO1DWXJjUbvkfiSb+qpPiFQCCJYwNNTsx7CaqhVDasRYmTT/I7v/IBqd/vu8+v8+f/cIOT/9t970/9ft9/JwLw7/NOjlv+cp6//He/wN866fwAYtV7v3mfK9/+Nn//y6v3/uCdhN5euPiJp/nTn5z5AAH4GRpPfJ4nRj/oAfd57daARw6Vf3BVA4+lr/86X76qk9M9stoUj/zEj3Ni6r9FRH7nx4X1t/mz33uGLdNW4qVQaizLHgpv6v2yLzTJ/y3JKOlY81SCRkw0nivVELLElISo4LAe5ad/7ikO5d4TP/4Bn2Hvym/yz/7Nn7CjkpwyP8K//M2/yansD/gN5K8tf42Hf+Zf7ElJqT20cki33VEpYK/vYqh+aEjbQoBKkXUsdV+esU3+2R+u88Pv45PD5jNn+OVfGXZKq2onJYxHynyTFnJIrqCEkGarRavZVgk5OZdKZUvasTHlxkYw2Cm5T4Pjf+f/4W9/7hj/Ldr2vd/C4AbP/Z37+d3zGcZHy5QKWQqOpcbJ2Jz9F88y9T4BuMfdL/0iv/ZtB09P4xlpotQoT/783+CLhz9YrO8tvcA/+s8X2BKiEYk6r4fi4qp8iH/7Tz7Gw4Uf3HKgHnt7g1/991/hK40hOlc0pX1Z6V6yfr8HWP5gz2CxL97dS47e4zTfA0vfQ1jvo9nlvHMvyzmMVr5DPd7D4O7/PvdhvO+IycM/kaoQkbT2gcrvFvo+SHC91ym7J+J+9T+8kwD+URGA5Yb++wjA98TQd/X+7j/GewKwHJMKMfzO1/v6eN+FbH7vkfNugfeDxOsPOtLe/Vzf9/32kdsScN8Tf9/933cgynuoayXmD183+e+QkTAUge8JwHsJ9P+Go/59f3W/gmBoeB9miu893z1xWv7Rfkp52MH7TpL6nTT0u8wB3+MB/UAC8LvQ5MN31J4orjDVw3T88HwrnfSysxHaiHy+yvW1poyfcp0tQqwIrX4g95yiaUoSVxJKQ7FFXXcFgTL93xO998wDKgggBgLZEgkxQBaYgoNNhJ4w/HlKBI6FvCACcKQEYEkey73o/gGkTJyCoI+FDjBEZieJGM2GFIlUMhR+dS1UaaGADKEm9BVJAMtzDMlGLrlIUoXX8d0bGOkymeIxNHsSNzLwYkORRyS1qieG6oVM6yFFu0PWbNFuVtXYmTGc/Cx2uqDOtYbQK0SYlT1zGKoR86nQnzQ5H9PBpIM+WEX3V9SCPlcsKzILeloRT9xOg367jpmfwi4fUB33+bhBJhEcc4kwLuMmOq56DVs4+joWO0QDj3gwYH1H6ER9LHNAuRBQyPlDvLTeJ2PmyJh5+vEMjeAg3cAhDndIghp20iOd9LEzRdLZCn7Up9a4SrOzSi53nFz+BKHXYtDdppwPWJx3mKxYaP0ErR8Pq4XaTdpievZdgsAXbguG7Bj9GNePsVMGecMWHRMt8NCE7qE5oGWp+QN2PJdszuH+w/Mcn58EvwF+XXVMy/cSo/XN201Wqh16dkg/HXL4QJnDiyP0+yHbOz26XZgbn2N2fI7uxgqdzWWWNnq8vRFR02DkqEXlkM3xwpiarFy3iwAcugRhlyByGdgFBlaeuxtNlpZ3VbfsA1MTHCjmGXTbeL0237zU55uXXSYWc3zokRFOn8hidzqkOx0avYR6L2G9GXK3IbVJsS3F1wAAIABJREFUJtOTo1RG8uxst9QUpg3GDqZx8hapaCjMG4n0akccHbc4NWWxvTngz55r8PqVDlohRaqgMVIUzC7qWrzTlV1rikOzjhrBgseJ3McYbOxkqDUSvH6HIOhRnEip8URErMXEvhzXuqocKo0klEbk2j6hXE6wTTGYSd0N1Hd16lWDixd93r4QMLVY4uEnppg+5NB2W7S9Nr26Qb9mUt2SUFZT7emPHS+p7teW26XZ71EpmUxXMuQU41fDryVcutvj0t0+px8s8dgnKsq4c/WNBqsrXcxSosZI+eipgGiQwu+bylRaGU9TmUgTNvtq0laGXEE6eTVefa3GxUttsrkcTi6ndlmdvtQERqRysn8VDHKZE/MlFqYd5qfSqh856u3idptsNgO2mgE7bkS1H2E6DuWRIhnHUlVXQqtK3EiN7DfLBY2sk1KkFdllLN/tc/dun7GJEnMHxpQZpLPRpVftkp2Nyc0OCYG7m5LgjqnuynnM4pGPjql5/ds7vPFslWY3JpIwUFanVI4pjyRsbwfs7ASMjOocPGSTsWH7rqv2hsfvdzh+fwZdk5BBSCVf4MDUBHPjY3RqLTq7TTJmjMgxV2/1+fJfNFnajnj6pw/y9M8cIt8uqFm+vMYbr17k5vI6d4lYJuLJx0o89bESU+mEtNClNn0uXAq5eC3k4lrCxfUEa0ynOKdzYsHgoVmdM1Mp7u70WN7pkU3nGcmV1POW5OvtNQltZGiEGbXvHPR8hd72PelqTlGedBiZylIczVEcyVPKWqriMRY8uzwXt8fZR0ucfbTIpISTggi97+F1Xdr1Phevx2quLXvcWPUoz6b56KcrPHy2xBHT4ohl88x3Vnnm+VXWBTGdSdNNdGqbAfXNgEPHTA4dt+h1AlbueLi9gNERjckpk7Mfn+bsx2c4kF9gzlokrDfYXrnI2t23WekaLHcNTt8/wcc+PIXpu9x5bYnGZovp+48yffoo7p0V+rdXubrR49x2zG4ScfS0z9H7AxbL97NYPsPu7QaXz13G89ocOzvBgZNl/K0qg80qXTdFe2CzspVwc9nnxuqAoBgRFEIOTlscn7UZrWRJFfJqr1BpJYw1Y165VOeVyzWM6YTZD5tMHTQ5kHNYzGVYeztm7WJC28gwmMyROA7mwEbvp6jfXaexvE7TSdEasZg7OMXDxw/y8OF5zI0tzPVNomaLsN3m8kaXP1vqc71ncN/Z45w+ewKj56u5cWuXVy9tcGeriW9H+HbIg2cyPHgmjSafNds1ui0xTOWIoixaaCCF8P2gTTeoK8rh1KEy8wfHORbOcyyY59vP3OKPvnqB1aRP/iMlRo45zA9iFvyY1y63ee1Km66RYMmbxAJP6gq3fCYXHKYOOBwZ0zk5klIp9KXNFLc2YWOjw/pGG89ICIRCa4kAHJPPp/j0Jw6oGdUCsv2eMuwoMoMlpi9JMA9oeB4N18NKmRTNLF47xYsv1nnxxQbVEY1qOcWjD03xU584zPGSTfWtVbavrHNTfke9ATMnyxx7qIIVx7SXmrSWWoRWnsgs8NrbXZ4732R9ezC8firkUtx/f5Yzpx0y41k1N692eeXZKrXNHqdOGdx3yqTejWh0ZOkqSGXpBdZYv91XZfFPPrzAk48s8PryLt+4tEJWC/j4fJaPLmTZShts2QaX7jZ563pN4SBnK2lKaYPOtkt72yM7YitkpAiYu82YZicepiLaPoujZQ5UygxSMTuhq3pkg+0BWTfh5/7SMX7uR45xM9zkxeYSb1zqcPM1gxvndLyUh5vyqEgCajKj0iyhfLhpEbaex9LzbKzLh410jsr6OmKqkuFnPn2Un/7UUf7g9SV+//xN1tdd4kaKvK4rNMFBiZNP6kxN6DTdUBVp17sxnT70PY18Ok0hnVGuIbfv0gtDuqlkGBkXbMZKyMMfqqiRy9TVmofrDpi0PSbsAfOzReZnC0qQ2PRE3HFZvdFmd93j8P0HOHz6AG/f3ualC3fp9DqU8zrFnKZKnTt+TFrTyKWgktWYHtHI50xqcY7dOEfnVov2UouzZ22e/qkyB++3udUasNTyeOXbES9/KyLVD5jM+Zw8lObxp2Y5c3acN266vHnD5cqbTa6dbyrX0vioyeiIRU1OeomO3wmI2gNSIkBbEaYZqcWl3DMeOFRm4ZA47AYKz1GrubQl2t5WFROYabnuFhemLPsF6DlE5kRxSBhHWMrlL8lUSSwObwIkECyjUGxhiC1l3CURswR96mAZWZpduZBqq+9ppNI4ZoqpnMdkzuPg8QIHjxeJbY2mH7GyNuCtl/pcf9tneqHI9HwJIumbc6nveGyt+bRqEY8/UlSTmciSlB2Fin322ztcvtxW7jinqDOiDSinBszOjrFwdBHNyvDCK3d48dW7OGWdbNlQi0i1gAk04oFF7Bn4bZ9Ba8Dxw0XO3DdKumxQi32qgwGbd7ts3elgOoKXFrQFZFMhWTOiKCjnrE7DTdTEgqJwYnQLLM1UE+KraXcS6nUIPI2sZZDRhwJwX4SC+WFqTozat+9ssb1Z49RklpOTWdbbA67XJJGU4nA5z1guQyOBhgjCWk+NpOXSBZswbXCr6bHU9KivpaivSkIZimVZnIsjLRLyNbPTZTWtTpdqrU6rHtLeSdOtyRLeJ4wFsWIxOZEm45jSOjdEqTf6ah4oWJwp2jjjOYKxPC1L5+rlKlev7HDfmWlOnZkm3Oyx+doGY5kUP/7XTvLRz8zzp9+5yp88dwXTTjE6kkG3U3SjgL6wxL1Eda32g5iuEqkScuLSSdvMOGNMO+MqqZRJ2+x4DVa72yxt7nLtXMzVczGffHyeJz8+z+pmh28+v6ywomcfKHPqeJ663qCeahIPHHBLOBhMOSGThYTpI2NMHRnn2+c2+eozd9ja7DFq6TgpHVeEVT/h5MEMJw5mqEyDU4mUeWG3CVJ7U1222Vmx2d3wqG62sCyNE/dNsnhkhN1mld2W3Gw6OPkCbj/h9lKDrbUuMzMlZqaLaHqPMG4QdAYEO5DTLR59YoxHPzHG9RsNrl1vEuvS513Gj23OvbzF+Ve2OH3U4vQRi/KoFN5nSdk6Ucol0qTpddg8snppwO3zLsVsjk/9pSM89NFpnnn5Ot985Zo6P81MyAWaOHq7lByNgwcOcnDhIDv9Jtv9Jldv1rl6rcnGeo/5CXFbCVJ5QMoYMFJ0mK4UKWbS6OIAlLSPHRKnQzLpHNl0gWYn5K3rWywtV5kb15gbg1LWppC2FSpdusxj22JyrMTEWInvvLTNd17eYvmGR2szxkrSPPn5BT75uXm+8+wKz317WR1LI5Mm6ayB5+nDvnIRkvqCXBeRASqjFvc/WODwkSzrq23WVzqMjjvMLBQZGU2Tz5gKgSZ9q1ev1BgrCv4nRT+VohZrNCWhHSYkUUJfzBHtWN1UyTm1kLeYny8xPpZl526Pnbtd5g+Mc+zULP1+wnPPLnPp4g5PPTHLU5+cpTweky76bK43eeOVbdo7ET/yxCk+/8RJNuprrDfWeP1SndcvdLi5HDE+N6GmvbZNe22Lw4crfOSHDhPrJl/90yWee2GVw0dG1QzigbqgbjTlPOmxW/XJFCBT1FQHYDadUYtmMQxJklJ1CAokOC39GFnV5SydRjEDhfJ20iaZtIaTFgyiThwbig5Qkz6LmmxChhsSwcqJ4Ue+l+o7iWImJtOMT0hnqCSmExrVkJXbA5r1UL1e5UlL9VNLZ7xuJBhmoo4Vlf4yTarbUn/hMjaZ4/gp6RTSWV/bZWerqf6OadmE0sXl+urfF0YNnIJOvx7Trw+XSmJqktdWaCBjpQxO2cERh58Tqlnf6rB0p8XKZo/YMUgcU/VGSSS64DgqESWJNnkdxWUd+fKecjl+eJ4z9x1Ri7FLV+9y8+42zsgiTvkg9c4dqrXLCq03UpzFSuXYXt5g++4GD334FA89ckpVGbQaPbZW61x7/S7XX1/mZ3/6BH/tiyeIbZfrG6tcvLnDa+e6XLzUU6Y5oePOL46zeHhKJTh2a01abY/KyDFGR44pE1rH7dDqbdHo3aE32MEwLAxT+u2lJzQglWRVH1qKPCljaICQzvdsNqOEdxFifNfF9zuEQQ8zlcLUNRw5XwkeVBDR7UBhuLSMrqbV79LotvB9WdYNy9lE3Bn4Hplsmkw2gzBCpIZYC0EPY4wwZv7QGPMHxxT2VPqEhHzRaffp9yTxkCfj5FRiQp6D57lsVzfY3d1S31e+v4gk8mdOLk1pRBCmJSbKi0yUD7BT32SntsHObp1Gva2EzPGp40xMH0eziqRE0JRlZTBckFoZQTsnNNo6zXaKOBRCjlwji3N3i9CvDhMhhmDRK6Qzk+jGKJomoltOVSfIyHWRvpf8+uP/n7b3gJIzvc4znz9Wzt3VuRtooJExM8BEDuNQw0wl0yIVbB1JluS1zTWtI1JeWeZ67bXXli1LXFukJdNWtC3bYpaYKQ1nOORwMgEMQgc0Ond1d+Vc9ac996tuDGYAcSl7t8+5BzNAd3WFv776vvve93l/7QM327wf+g8fp98RB75LrdakVK4P8nwjIq5GcTzBFffQaKBrDSxDMO22yhC3rKhyCfeUANwYxHQIClFE9SCqUMQSGWCK86TfUA4B+VNHbq97M8dZAhR6rkVLogxKdRqNLtlshlw2gyUNFUMGhQLV/BT3ZrMpRBAX04wTskUAln3hYC/ou12V8R2LWcRi4tzx+Zvvv7MAfPHT/45f+rqtBFxXhB9f8ut8tW5ortBe5NqUprE47aSBLA3igVxygGwdYJJFAH6U37sT9vm7dvjLfPUXC5y4E/b5u/6cCMD/9RYBOMF7PvAjvP8OeOXvXWDosfTk1/j5/7a+L0wOfnJAsw0IHvlBvvDe2wXgpXWPo1N/gcRXWuLvLeb4yEN/OQF44fO/zWeW44RpMvPmn+Ddp4eUSPU/+tXffYE//cYypmGptUIGSwZ5uR3l9pQBM2mqe94A+amGOPar3WnT6/cH54kgwT3v/Xneeuh/TIwe3P8iT/+Ld/HLX5M1QgaM3se//K9/mzN/GQF44Q8JnfvZm+KhCI1SKodaohQ0GYg0CYubzha0mCCsDcJhicTR+ZVP7/COQ7c/m9tfu4t//rEwIdPcF5X7g6En31fPWSqZVp8rm5sSE7BJPJFQFYlGCAnhQ7J6FfoZnNP/kF/55e/jjnMB3+sLeeU/8o9+6BdwYiHiUYtcKkwuGSaXinLP//kcmdsE4Aarf/D9/PaXQ3jhLEFkiOM/+WF+8oG88v+9+qu9doGPf/QbPOf4dFyPjuPhBAFOcIhf+sc/zDtG/5Li78EvqC3zq//gC/yZyhYdCKyCsBehRwaapYE7iGQ9cEYOxCr53gNktHLZytlPhhT2VbyD3G8RqQa404PI0lvyhRUme3D7B1+CyJX1TfDXyom67zhWUUqarsQTlX96B+zyTbzv/r8NqM0v5xq/UgD+HeXEvJPD9uDGX+1mPriPtwp5A/H3Foz2HcTeVwvCt762fxkB+C8SvF9xe0rKHYi6N121t2Qt7ycb33z+DqRrGeRUwu8tzlj5eTXw+L3gq7/L+0S9DnL7+w7wl5HS+z90iwAsf6NE6lsysNXswU0H9v6j+i736XsRgG9Cx/eV+8H1fcuDV2voYH2S/oEaWjNksGYfwy7h8fsUBl+JrTLYpanhLFmDJMJCHHLyvhAXsAzxvOK62e/9DPKJ98VwRY8ZlGmKSUDu0UAAVk5gRYzzlQNZBrkP8sIVAlriM+QNK3tH9Ya1VXSJyjb2egqDa8oZQ/eV+OsqEVjDU85gl5TeJ6WJ8LBIv7WAHkpjJ+bAHlHib0+yjPdjJTTfQPd0bK1PzKwTNmq0mhVazSp2ZJhIfBI7lBgMTMv72xVKYUAt8KkJtaIjbkof3fXJJSCbDChtPU9x83kiYZ3hfJ5kKocVSqnM30pZ9p9lwsk88aFpYmGLNGXiNOg5aXr9NF3NpCcvlNYkrO1gyr6z18Tttdit1JUrUyiCsbBD1BaRtUNAl3QiRzqRpeWPUexM0uib+O4mgVdQAndEd4iFssQjeXpOj7W9a+zWNsgPnVbVbZdoVtdJRLvMTocZHw4Rcg1s12CpUGCpIDm3st8Ut4FPLBwjHokrpO9epUXMDjGWThEzDLq1Gv2W4J3jBFqCiu9ScvskklHumZvm5FQer13Ba5cVCUHcw1s7Lb6zUGJ5tw6pAFJw7FCOYzM5FTNW2GvQbPnMjB1iZvwQxZXrlG4scX2rzZXtgKqukT5qMnQ4xJnhCVWxwFUCMO7gDNN3OjSFUmTE2dirsFrYw/Z0DieyjIRjSoTynT5PXGvyxLUG03MpHn7tiKJwamVxhlXZaXYoNDoUKh6FUoBuSEbwNBMjeVZX9lQNH4owfSapKI/l3Ra1YhuxnUsM3f3HM7xRxX85fPHxHZ67VsXMGRg5Q9HWpGTwQTDlMjQ3NiR9lKiMcRNoTVbXe1y52lcGKImakYGKoRmN3IyGLi9NXcwJMnwqgxs2driPFe6RzenkhgYGFXHRyzlb6HG7BZ+rlzWuXNYYmkhz9sE8I4fC9IOqjMCqDOPdjYBS0aFS7pOKR3jwvmlOnxhmcXWLhZUtkkmTkZEoluDLyx3ae10KVYPtis7RE1HuPhen23B54ZtVblxvEhlmUCEI29LzhFZN1iWbo8dzzB3PETTrBK0Guh/C1NPK3Xzpwi6L81WS6QzJdJaG16XUa+FFuoQzDpkxnTffd1JVRvZfvku9uMv6jetsbRfYc032PJN6u0+t0ycSs9UQdSJmE8IgjM7aalPV2JjJ3fdEmByNoLXD9OsmF66VuXitzPBYlkNz4wpDX1wvUimUyc+EyE/byt24dUOut4BQ0iKRDTMxkWJyMs23/3yPp/98j8C2GDqSJj0SJh7xSER8JSyvrHZIpTWOHLFJiuN4r0232Wd6NsLUbHg/mlBiuKJM5JOqv+bWQJKWImaPqN3h2vUGn32sooiF73rfLO983yyJWph4LcLawiYXL15haaPAuuOz1g8UKfDtj2bJCtdiW4iWHb71vMMzlx0KfYuCY5PKC4nM5vCoztFcwGzaY6/epFhroutRbCvJ7p7Ppfk6N7Z6uGYYxwor5Lov/dumT70mcV2aMnCZtkUk6avKD8VU5nEmFVHrbCiic2RO5+icxkQsx4SdxylLb2SN5flVvvDNHl98skel7dLzPaUVvOmtUzxw3zBThsa0qfPtl1Z5+tIqVRnQyiZpuTbzz7e59kKb0w/EOHN/lFaty43LNTxX9Budo3fZnDw1xsnT44xpQ4z0huhWmmzurrG5t043FKZrS8xdhmMTOXrlOvMvLrC3XWT02Cgjx8eoXNmhfKXAjuNTiFh04zojI33yI33m8m/m2PAjLF/a4Ikv/TntboHXvvsw5143SvPGCs0bq1S7FmUvTqVuUq/4VCouRbtFyW5xaCTgxJjEr8UJrCEsPUnGCVS9tFTjpet1/KRDehayIwaHEjFmEjEuPFvjwnM1/FCG9PQ0nmWxtbZJYXMXpy252zbaaAJ9Jsnxk2d46NRreM2RuzEufwXz8lfoyIB/r86VXZevrxgsd5Ocvv8MZ+47rTK7nbZOYXub1bUlirUiThj6kYBTxyxOHjOp7VZZuFSgUGjiCcnLDjGUTjGcTtGo1yiX9kiPJzh67yGOnZ0he7FJ9lKTP32mwn/6dokt2yN/X4SRoxaTvsuE73JlqcXV603amo2RSeDpFpWtNpXNNg++NsuDr81xMqpxtOPQKLT53KUaX1to0g40JIjVtz2CsIdhDcyJqYTJOx+d5F2PTjIZDjHkmVhen55bw3HbKqJUHSK0Ae0nYoaIWTG1Zn3jm9s88eQ2rbxNM29z5uQwbz43yaGYRW1+m9qNXXYiLoWwS2w4TXo0R78SsHe1xu5VEbGhaWhcX3KYv+JQLYspUNMCUaXP3h1WFcrFsXNxlq60ePaxItWdNvecC3PuXJjdWo+dWl9tUOIRi6CnU9706Fc1vu/hKd788BTfXtzhc8+sEgkc3jQT5/WH4+yEdXbCGpdX61xYrCrc3lg2RCZs0K95OFUPQqKSazQ7UKlBqwM92aT5ASPxBKOJOG3PZ6fbpVPvESt2yffhx957hh/7kbM8tbXKpy9d4cKVCsVlk/INEzMmWbkmsXhAIhZgmA5u0FFZECIQWmaM7a2uyq/tdgdoKBGAf+xtc/zY2+f442eW+ONnZEFvE9RRjuXTx6PMHQ6jaQMUXdcJaPc1mj2fpmR19H3idoyYHSWka9gaNNw+G502u/Ue3dWA3hrcK9iIuzMQ8tltd+g7PYYYVH4yzshknK5uUOzATqmv3J/lQo+Z4+NMHxvj6kqJ5y5v0ep0yKQkR8Ngr9Wn2OyrSYSkpjOZsTg+ZTOUC7HRCbMhmQ6rFRorVe4VAfi9aWZOhbikJttaXPymz4Vv+iRNk+PTIWYPhZk8IlM0YS4udLiw2GFzsUthqaM2okMZnUxOp27o1E2Nft2jX/GQsU4lANuS6SgT6gZjk0nGp5L4geR9NqlVu2ysOmyuiq0exNgS6IKklQlMaf5Kg1QyYAYZd5ZCuolLYzAhJUPcrsIHSYNn8OYSJHIsLo1SHbdvKfefH/Twgh6+hLI7JlFb5+ikztyUztBkhKHJKPWeoGs7rG/0WVvy2dkISA+HVYkbt1fvqGzJVlNyclF5uDP5EIeOpzh0Kk2lG/DMpRpXFhs0q5KT3WMiBZMpjZHRLMOTY7i6zdMX1lRFEwaxpEzSSxa15PtpBH0Lv2vQrzv0ag6njmc4f/cQobTBbr/HdqvD7lqT3bUGVtgkkrKJhSBpCPdeY2o8wdRYksWtJoubTVxDsi4DleFi+JZCCXT8Pl2vN3DiNHV8Z4BaFVBeu+kpAXhmMsOxI0OqqbS1W6FSaXAoFVa1Um5zudAkbBqcHUszkYlS9AOKgU+k1yLcb5LJhMjkY5gJi/lik4W9BpUtk+qWqRr6kkFhSPZfz6HneYyNxBnNx5QLqucJftWjsKJR3NAwTcno8MgNWQyPhDBtnY68z1oelWKXaqnHG2bTvHE2jZYIsWsZbPQ8luaLLC2UmJsbYm5umFhfrMt1JnNh3vTOI5x9zRiPPTvPY8/NE4kZDOXFlQZrOy22i22ipqYcv/Kh33bFHWIQtSOEtTBmy8JsWswdy3Hs2BA7rRrXtgpcvbHL5oLD1rzLveemVa1tNnjiW2uq8X732QTHjkfoRruqvHYYvxnDdDQSdMlEfE7cO8Px+6Z57NkNPvnlBQpbDYZClhKAG02XRsvjnlMJVel8gB7v41p9doseeyXJCInSLkUoFXrsbtXUOj13PK+yPXcrRXbLRYXyS2QSdNpwfb7K1lqLoVxMVSzhEkn0CIlTrmWQtGxmT0c4cjrCtat1rl6rkcimmDwygh2N8/ifr/PEn20wO64zOyGH0BipobTC9bhaUw3b9D2LvmtSXHLZueqQjsd43VsOcereEZ54boEnnl0km7SZGUuQjAboQZN4ROPI1GGOTB9mp11mp1Xm2vUK8wsNtrc6TIqAOhzBCnWx7C7JaIhsLE46EiUVMolaGtVuk0q3STYrgu4wrW6gBODF1SIyFDwzAlFpOBiWyhPtmQG+LetokmQ8wVPPlfj2syWV1641NJKhMOffMMb514/y+OPrPPH1daHKMjohAqZJRXI2q70Brqor+CPJAUGRJ+45n+XoXIKlhQrXF6rkxyMcOpYkmZZ8S1/ljV69XOfa5QZHpi1VLS1gq+2x25ZmhKZcjCL+tusD94RtQTxmMjQUUVgopxXgNgNywxlGxoaVQ/2pb25y7XKJN71xmDe9YZjcGMRznnIFf+OrRcqbPu/9wbO87wfPsLS5xNLmdS5crXD5ao+VDZ/UcJb0cAanXFUTiseOjfHg607i6zaf+dNrfP3JFeUKPjybwtddlUkq2c/b612Ku13CyUCVcgKGo8rNIjiaXrdPS1DubbneYqpEAO66HeUMjUhz2zZUUzsSMlSTSTkR2wGVoketKqKRHIgHcQAH2HtpjFq2Tn4kokpmOcSpWa+4SjgWUcmOGoSignSWnEZZXwJCYcHJGkTVUEeYne0WO9tt8koAHlaUADlsb29WBpg6cSk4rsplFOEqnjEJx6UZ4dGpigNVMGw6qZjFzEiIEcFvJyKEkhEMQ/ZPDrvFNhuFNoVSF8cGV0I89zPq5bnKJFMqz7bXE8eaTDmJK7TP5NgQh6fG0A2DzUKZQrFBEMrih7K02tvUWytqYnMkc4yQnmF1aYGVpXnuPn+ce84fU89JabdBcaNMfW2X+toef/Wv3M+PvOd+6m6JZxYu8Py1NS5d6bG07DA0HCKXD5MbTjE0nFJN0r1ijVqtS374OPmhYyqLWwbR6u1dGt11Wr29gXvUl31inEQkRuCF6PdMfM8mFJZmQYhEMkIiIYjgDvValXarjus08QSDs+9si0biRCMJTEE5d6N4PZuWW6fl1Wi069SbtYEbQ8QQoV3QJ6A/QF7HkvQF59zo0Wn0CCTws+8wdXiE6cOjRCJpND9Ov2fQqLdoNTvKqSKHw4Pc1k5HBOBNiqUdhRv2g75smpVQGQpFiMWTym2dimdJxrKUKwXKVRGLJbJCMjVTJNOzJDOzOK6t1kOxy4tgrbKzwoLW61NraVSbGq6g9FwRgKtKBPbcGpYhIquFHZJc4zFMawhNHwjACuEvocAqHkOwsD5f/I2/d7O1/Hc/+lHVHBUHdLXaYGevTLvbJxSOKwfwfjwinlfDdcrK7RIyJYcujGGEMEzJsBOCiuyjJGNOwxUMmmsr9LRth7HtiBJl+70aTr+JI2Jxv0EyESeViKMZIZxAXMAepT25dlrEoiL+R1XzUrLMpXm7n+ZBv6/T74lgEsU0JBtUGrMD4cH3ZC/XIxw1iEREMPb5+fd/kDcMvbqb3uXSp3+bD3194FYc3HeL9XHXAAAgAElEQVRf7f3V8Mh+tp+iEhwkN6rc3/2m9kFz+6Dfrr2V3//Y6b8kyrnMVz9Y4MSv3SH397uKZCIA/9FNAXjkPe/lDx4ZuqPzt1fa5EtffoHPPbnGEkM88Na7+KlH5jidupO41eaZP/x9funbA/vhLVGmf4EA/N2VvKVv/Gd+znonj/0lBeArn/0Yv381QtI4w8/8wusZu+2udihe/hZPfOMFHr+0iuOlOHbPfTzyV97O3fk7ibMNlj//33hsm8GAjmUrAUFcZCIECz1DRF8RgF0pldMruPjevsuoNxgqPfp3+OcffJjbLqV+hctf/13+6BNf4jvbDp3xu3nPD/wM7330LobugD5uPP/PePRvf2I/HfYn+K2vfYh7X8nW/u5P7PzvY9z104psJAqTDFwq+pF60cDUDSIyIBUSkVkcOBAOm6psy+BX/nidt99BAN76ymn+8W+GCVm2+iwWp4zKF9/Hr8YEx6/rVCri5q/eJDSI8CvoXyX+KUc8vP7DX+Cdcy8nTx88oM7mV3ns9/6QJy8uYemjHH3jD/PAD/wQx8fv9AQs8sy9r+dT+2t9MgSJEORTUR7+VwsM3xaWXOfGx1/Db3xOMm+SDP3QR/nQT55VTrBXfzmFZ/kP/+zTXDFD6uzV8aDri4lO4+zP/i3+j7tSt/9Qp8I3n3yRTz05z3dKOe57y3n+zlvujFsvX32MH/2t+cH6ue98vMlyVm7FfTfmQVbqgbh4oDCqqFQRzAZK3qsFuAPx+CAP+sC5KHscWQvlzwMTsXIyHmCb91HEA3em0FMGpYS6Wy23r3j0B87Wg2jjl+3Jf3JLBvAPfPB3bt6GEuFuFW73edSvzADef2wHGeP7aGx9XwB+xd15dTbvq/7/FsP04J6r523wHB/czquFaaWhvkpc/ouEzoMs35tir7hAb03SfdUdOPh+JYoeuIFvCrGD7Ob/6S/1Jh08htsF4P0Jyv1fotJwbxGAbz5HB7K1uj93vk/fi/h78FgGqGsZmhq4bw8w0IPrdD9fex+DqYb/RQCWhUb5pP2b+by+ZuJpg+EsNYQSiEg7GMCUQQahfQyE3sF1e/Dngav5wH2spG9R4MU0sB83Jg5kodDJ2Ur9nSE0Eckeln7QYEBTCDpCIBLc/YEDWNPlPCbDbUJlG+TcWjcF4DCOJHKKAKx8vS4JOiS1Ll5vBa+3im6nMWNH8e0huq5OT/ZlEl8jBCN1hhNHfl+Jv7ZWV8SbbreJFR4iFB3FsOL7pG4NTbDtXkBH0+hIslrPx+v6GJ5HNhGQTfg0Kgs0ygtq4C5kW0QjMeLJHJFIilqzS032s1YSO5IlZmsMW1XSRotuP6ZKbrejy56ojR1UMbwa3WZTVbPfodWTFnabkNHFNrqYthCaHGKRYeLRYVruEKV2jlZf1qM9dK1EyPAJC5ZZixAmqoZD16tb7LZrjOVPMT58knJpje2tK8QjLU4eSTA9GsHsBxi9gMXtXRa39xRBLNDk90EmniQdT1Jp9KnW+0Qtm+GE3H5Au1qnU2vS6Fg0ujZd26QbMckNJbj36ASnpobp1ip0xQ3tyeiizvpOg6fnd1jaqREZsojmhKqW5PBoQpEgdystmh2PkeyoquZOgdbONje22lzddKkFGrk5m+HZCEczeeYyedXvthxxAHfx3DZ9p8tO22CnZdDy+rT9HlHTYiycIqmHaNQbNOpNnl/r8sJaV4mRr394nLuPJ6mv7NBYLVDxHVVdN4zrJAnbKTWcnkrEWF4qsLy0w9BhEYBlsDSgsFGlVGgQtSKqzh1J8NCJJMW9Dp/92jbPzVdIHtZJHNIZScRUuY5GXfq2TqAoghFbG0RkdLvsFvtsbfdpNFxFuhDqVmICEpOQ1U2yvkXYt5T7XkHOIxIR6BBL+MQSQuiSdUKIPz67IgDveixcM5m/ZpHOx5i7J8HwpPR0O+hGm/U1h/V16Q/79PoBuXSU+86Mcmwmy0vXtlVJbymdD6kYHbfRU2aZ3YrBXkXn2Ikw587L0C+sLfbZ2uhTd/rU3b4aJI9GZEhWyF+yf7KZOZxi+nAKs9vD7Irz3cTphygWXeYXSqxt1BgdHWJsLKewzEHUxZQsUFuGEjRGU0lGUinajUDlCDcbdTqdXZq9GpW+Tln6qypCKSCaMEkkxbRjEkInjMHmdktVbsjm2LE4qXCY6qpGeV0i+uqs7dVJDycYmcyqgfXd7TrVcpMzp4c4fSbH3maN1fk9en2HWNYmmQ2Ty8XJZRN8+4kqTz9eJYhoDB8Lkxm1yEY0MlGd68tdlm50SWc0js0JslvMBT264rI0hYZkYpmWGqgcG41yZDbO0cMJzE4IsyMCdoeQ1uTaUpXPP17hRtHjXT96hHe/7wjhSkCkDKvXC1y8sszqbomG5at6+IFhVXbTobpQY/lam29ddnh+yaMbtulGbEaGLSZHTSZzGqMi2sY8hTqXqjctas0whXLAWqHPTtXF0Qz6KrJnQHsQgpv00z0PWq5O2xMhE9JJiErGvGSFh23CGYPkkMGZEzZnT4TIaklS/RSljTaLC1tcm9+m5IYoObaiPsiea3g0ytGTWQ5PxxgL+ozR58mLOzx5sUDHgKiYUmyL4rbH3rZ7U0yXaL2dNRk67REb6ZIZ9zl3zxT33DPNUMcmVdHZXa/z0uouVzf2SI6HSE2EODKR5cTkEEG7y/r8GtVSi9zMDLnpQ9x4elFV0etSzZqQNTg0Y3B4RmcifIbJ8Bm2Vgpc+M7z9LwWZ197iqNnpym+dJXi5auUHJ2SHqEtOklbp9/RKBtdymaP6SGfubzAL2VNjeA4IZK6TlLXKNZ9ijUPKxWQGvdJpiGjaWR0jbWVPuurQtKNEUlmFLVyfnmX66vScwjR6tqkDufIHh/m1Mm7OH/0Ic5PnMH59mdwnvoMAXWCqM9yw+PJdYfrnSgzJ04zc/yM6hdK339na4uNlRt0uzXG51JMzKXJxNpkY+L+bbCyVGd7p0PD9enrOqePjXD6+Kgysi0vbZEcSnLm/uOcPj1L67FV2o+t8th8k8/f6LIXCciesBmeMZi0PaZsj62trqpK26TuRmj2TdqNgVby6KNDqg77AcNrbQrXG3zyao0v3WjghXXciM7oRJLJmRTpuIbtd4hqPaYnosyMx8hGw2TCYVIhj7jdxhTqwl5fDcDkJ6IMT0SR1cxsBbQqLpevNrh8rUE7btCOmyrDe1Yc7kZAt1CjU2pQi+nU4hp+OAShML16QGerS2OrS7HtU+z4bG/7bG0GtFoIEc0I4kmNM/dYqsx0UuXALV9t8+LjJZp7Pe5/IMYDD8TZKDVZLzcVMksmS4OOQbdooXfDvPmNY7z5DeM88VKBP358hbDb55HDcd4wG2c3DHsRuLzW5OJSXTVf82lDCapmz8DombSdPi1ZrJvi/JVMWAmrt7DjFnHTImHYykG70/QIGn2mql2OBgHv+uv3qPqTF5b591+8wKWrRfy6BJia5PI5VSChynV8v60cRuICMIwwphlhZ7tPYVuQqYLC8hjLRfjRdxxR9cmnbvCJp26ws9NC6wbkUxbn7k5z7FiM3d0GezJBJngS06Yf+LScHm3PIWImiJpxhuNR8skoVafLpWKRGzt1nDUDd9Xk/Jkk508nsVMeLVNwyD1izS4xcUfMRMjNROkbNvWeRanssbXSorzbY3Q6w+h0muXNBpcXy/Qch0zaIpE0Wa90WC+3iXgy2KYzNxLm/pMJJsaiLFYNFmomzc0Kja2KEoC//z1pJo5afGu+xlPzdVZe8LnxYsBkLsX5u4cZHQvT8FpUOm3mr3eYX+7Sq+h4dYuQHijBSKofDdQkRreu0SsJ2VDs7h52KFBuXEGVDg3HyQ3HlUtXMyRvtsfVF9tc+U4bOw629AdUxssg6yUSGiBEJIvKcWUjIY1ZaUKIU2OA/Ol1Bgi3aFRcvyaRiKbokHIgV4jeqkcqoZFMaHh9+ZATvKjOubuSnL8rgZkysZImGzstri1U2C4IIiSC3w+jhWQowadd7NEU7rELoaipMlra0uiv+Txwf4Y3v2mIUNZmsdxnYbPNwvMV5p+vcGwmwvGZCJlckkgyrfJWXlzc5MXFLaIRXd1nOZMJDl3EaZVNIXiSuk+v5nH2dJYH7s1jpQy2mm3Way1KG01Kmw0MQbIlbOVKzegeo0mLs6fGOXtqgicvbvPkhW0cvatEwkhcxGXJvTBoOj0abk8Jv7pjonn7bhcftah1Gq4S4uZmUkSjJvVOV6GWc6Zw6C2u7zZ5aatO3Da5fybLIXEeBh67gYtXbeBXGmo6b/JQmnguwuXNEi9tlmns2NR3Q8qFEU9oaKZHveXQ7jlqeCGT1omlTWIpS4ns1y/1WF/s72eAClrGJJUzZK6Xaq1PVQLs9zyFXP3BB8f4wQfH6YZ0hT+4VmpxY7HMjaUyE6NxxkfiTKctpuMGc9NJztw3zfSxHE9fWeTpywskMjajEwlaXZ/nL5S4tlgll9bVcIOgnvqC09EjhO0c9CLsLNbYWarzlrfM8OhbZijUWzx/dYeL87t09rp0ij0OHZri8Mw0q+sNnn52jVqjwYkTIWaPhjCHdDWF2asbdPYM3KaL3m0T0V0eessJHnrLcb7+3Bqf+PIVClt1coLIxqBS6qupyAfOZ3jgnDy/Aa7dp+V12S502dqW8MoYdONUi312Nxvq0DwzO8zoeJLtvRLbxSKxpE16KKay75bnW2ysdIiEDYWRyo9ZjE5Y5NMhhuww6YhJKOkQSrlcu9pk/mqLySN57nloitxYii9+7gZf/OwNRtIBo+lA5SrIZjWakunnCl2/Qbtn0epadLahuxGQScQ497oJZs9keObiDZ65uMxQMsThMXHqSh5si5CpMTs+zez4FLudErudMosrdRavtykU+ozloqrC0TbhSJuIaRLVo2SjMSaGEspFslLYZWV7l/HxYY7MTtL3dS4s7LK0XuLwhKZKDgOCTxXUmme6KtvJMKMYRoQXLzZ44VJd5b5ndJuRVITpsxlm7srw+OMbPPHEJoZlM3lIsL7iEC1T2K4SCJ5ZUPFC9Q1rjI1HOXd+mKNzGS5fLPHShRIjUzazJ6MIsavd6VEp91TO+MLVPufPhjl/NkLDd7lRlsNzX713A0dXB41OQxrAgaJZRMIy2aoTjRhKWE/FY4TsOLYdp1xyufB8kRvXqzz0QIyHHowzPKmRGtVYXmrz5c9U2FmFn/6Js/zUT5zhpeWrqq4u1Fle9tjcBisSwYpGCDs9wv0eJ05Mc//DZ/C0MJ/9/BUef/I6k5NhpibCmGFd5Y23Wi5b6y2FaQ4nfUJJyQIVzHsEyxAx16ff99jZ7bC7KznBUeKZGP6+AOz4PUKWrpxNYctSjQ1pLokDsNv2qZU1mjLBa4Ml0cAK0yt58xBPyOegTS4fYWg4Sr8H7aZknbh02j2VgSrTsr1eoHLHBHEZCkmWsEFMPqdiYeVIlcGL7a0m+ZE4J07lFW52+foum2sVhaeMyhOvkMN9oVcTSZpKWO41+qo6si/qmqSTFkenLSZGbax4FDseHSDCex1FNilVXcpNl67u0BPsr6OjuRoRK6rwxzKlLO5WESxkIEpe92QsTDoRVY5FRQVwAlquNBkMek6ZvrNHIjzEZO4cYX2YhcUXWVh4kRMnZzh+cppO02F7vUytUCXjdsl4Xd7xjjfx9nc+wkZtgz978TGeuTLP9RWfrR2NmcMZZg6n1SStNPy6PZdSuaHiAkbyc4zmBwJws9mi1S3SdrZo94q0Wg6ttsNY/pAqz9EVgrjblQiRJLF4glQ6oqrZqrK3s0m9UVT52UHQUlQA+UyPRdJExVlhZjGCUQIvzXbpBtulZVqtMt1OjbDpMSx53kmDUNhTFYnnicSHqVb77BRq7O3WcLqCVe4wNTPO1PQE2fQkiegkuvgiGk31GBy3Qd9t7mctSjOkzV5xh2p1D9N2MUP7B81ABoMkzzanppIFgSZO9EatRKNeJBrPkc5OksrMYFoi2o5Rr7uqBBRpWpYabrLtGrrRoN4JqHV8hb8eiMBNhYHWgq76/BF6iRUawQ6PYooD2EiDFpXLUDVMleNF3NZ4fPUjv3Cz9/w3//VvYBohLD1EtVpna2eHZqurYgAsO6qarpZt0+9W6HT20AOXiBUmYkUUOlliOeQalxLHkzjNZD8mGX69vkYkLCKuuLtdPMFW91s064JhKirMczaTwrAF1WqpaIBysa4Q9Go/J6SaeEjllwoa0hXaiycOIkFMh9GQPyMYeghDMnrV/tAhkKyskEYorKshkJ/72x/g9bepdv9z7ffG/GN8/6+/sG/B2ydHKuyqtMDfwe9/7C5uo+y2N/nND32KTyoE5qD5LJ8N4t6Wdcp1v4//+BtnbheRO5t87H/7DJ8M5LV8dZP+HB/9jddw6g4Wx8bCN/jZj1ygcNtDneb9H3wbPzJ7B3WytMyHPvxFntnXUA5EgTs7gF++4WZhkd/7o6f55GJdCU9HTk3BlXWu7ws/spd9zwd+5o4u5dWnPsqP/54MzDgEnkM+aZJPGAy97kf4J++a4tXw3vJLv8Vv/dES61t7hKMx8qOjxBNxfD/K3T/yU7xp6nbcb23hP/F//9GiGg4dKGMDcajValKulCiXZZjCwXUdfMmTVkhxEYI7uL44gAPe/K++zj996NUs8T7XPvmT/MLvbClR+SCfst/rc+Yff4Xffcfk7Rfajc9w9vv/vnIWiwAtnzMiRgd8jKf2fpxjr/6J6uP84uSj/JsDSW8fp6oEYF8GYQfOeOUsFPSzoasGZkgyjgV7qsl+QNzPtsrX/Af/ZYm33QEBvfml4/zyR8KE7dDN8l1XDTNJ40/wq4JKFae9XK8imMj/i9amXHrKvSfvgL/F//oHf4XxVz+O4pP84S/9I1aU81S0jABDhCHvvfz4x/8XJm7Ti+ssffQ8H/9coAZPbL+rmiSjiQhv+WiBydt+QY3F3zzJP/uEwdBf/QQffv+DYt66Xfzd+Sb//cP/gm81E4SSWYxokp5m0ddMnMy7+N9/5fzt793OJv/+Vz/Fp4syKCKz9wPnP7nj/MMPvO0OCPQSf/pPP82/KR1kTHvCmlCPW5y+MqAl159cZ8pdLlFHB6LlgTh8oMmKkLY/4CLPu/xmyasXYq2KN5Kf3xfeb07sKCfuPnpYXSYHWa+DIGIljEpu6r4QfGfx7zZZ9VXPpcbnbxGA3/3B/3igEA9kxVuQw4qYcMvS9TJ++EBFPciolXskg54vC8gHv/TVgvDB399J2B28w1++D3/h93yPAvCBkfUmKvsVDuCXUd5Ke94X2Qf/fSAAD/77AMP8/5UAPBjQ2hdBD/jhyj19q8N3f4TpDgLwwXiTGhr4HkTp7/Y98rhlDZBrTa1Haj//8mCKEk4PcntVO2fgkJc1avC5uZ/FLoQm3cTXLXzJxZb9iwwdi+hgSW9ncM2rJ3T/Md1ydd8kIxz8m9BhVMTMPohbzhhq7dHBtET4FQKEIKAFOe0PhoMk51woQLLfkMehKCAWIgLLmit7e813FRHFMjxcQir+SN6dviarg0PMbxL3m2j+NppXQA9l0KKH8YycMob0XNENJF/GVrE9IoRpXg9TqyuMs5BXXDlD2FnM0DCaEZERvsFQiAjAIlQbJp5pKuoTfR/TF0KQQyoijrcSgVek16oq7Kzsp4aGRkhlhmk5EsckdBgTz7UUKW4s2mQ41Kbbt+n0bVqaQ0vv4tPF8rsqm7dRbdCsNAhUCLE8zia618DSWkRiAdFYgGWNYJp5Wv0UlWaMruQThxoq3iZkoNYuq+didV3aXYcNiZ1xfCbyJ5nMn2R9/TLzC08RD9e553SOIxMxglYf2n0Wt0ssbpfpeX01nCuDuUOpFLl0kk7XoN0TjLZGKqRhei5tOYtUWmwVXTaLHlo6jj2SZmwsw/1zY5yZzNEolakXS2qfEdV11nbrPHFtk4XdKtmRGLnRKBOpEOPpMF2nR7HZptlzSURSqqRTHrRarG23ubraoe5Dfi7GyGyciXiS8ViSsLjF3a56fcU57jg9rm8PKpSxSY7IuS1GxoxhOSL+7apaLPkslDxOnRzhjQ9OceZwkrULq6q6UehGNaKxPLnEFIlIhpAklAQOiwvbqnKHwkydSYLls7FSZq/QIJ/OM5we5tRkiLumTZV3/IkvbfLcfInRuzXG7tY4PjHFiYkpWg2f1dU6pVJLDeJKVUoelbKnTFF9z1UirkTDRGI6dj7AGvGZjUc5FosR9W1lKJE871DCIxT30K0+mtkbkHb0AMcJ2Ct6FEse1xfCLC2EiWUtpk8Y5MZ0IhKXZAUsr3ZYXuuo940RMhnORjh7OM2h4TgvXtjlxQt7BDGN8JCpziNa38XreuztyVAynDpl88D9IXIZm17bolLWuHq9zpWlBjF5HqODqLFkMkwyaTM8GlbGkoirE3E1+s2ARs1nZ6/L8laF7VKLuSPDzM3myYuRasokKcPpHR2jAWsrRVZX9xQtbX7Np695ZEdcwgmXentwnpuesZk6ZCv0q/QaLBNCga6q1OhQqneJxmRIPInXsrj+TJ/VS306Zpeu2VVGHyGjtvoBOxLZ1vR55LWHefPDh9lbK7B06QadToto1iaelrNUlEQixtPfavH0N1t4UYfcUZ/MmMZozFa1sNxnYdkhk9M4cdxiKAuuyjiW3kDA1rq8x8NEYxFm56KcPRfjnnNxEm6cuBfDdtqYbo1rixW++GSZtbLHu3/0qCqz2MYqtVi5UeTCfIHtah0r62HnPE4dHeX03Cid7R5rL5S4drnJ08seF7cE/WwTGraYHtaZHdIZSQXEIyK0ezh1V9FFb2wGLKzBTk2j6cr6Bh13QHcRWoZMNAo1LhmVvY9GoRmoGk9ZjEtPsg57mz49LyA2oZGZNnj47pSqUMsiKBrcmG/zwiWJQGtw7o157nljnmgkgsj2hmUpumHICBh26qr+TDJiX6jhWh5D4xIJZWCHLeyIrUySsaiF2zNoNnRqzR7FbokOLV73mllVqWqH0HqV+SsVHn+pyrcW6szdZXPsLpvTR4c4M5snQkB5u0ynEZDMnyI5fJoXv/Y03/na0+y6ddrDGqExk7vOxLnrdIx0J02mm6ZWq7JZWce1LCZmz5MdOcL6My+y9swL7AUepbCJo9lYro3p2dQNn7ruM5H2mc2Kw85jc89VkZExiRmIGIrWZ8tQv5j/hn0iYYkYa0GzrYRix7Fxe7oQztktOVy4Lnj2DqWOrmri+AhH7p7g9Im7OD15npO549S/+sfUv/IJ1S+MT8bY9F2+vVVjqamTHjtNZvQM5ZaQXJtsr22zsbiOHvR401sP88hbD9MubdEub1Ha67Kz61MoOWxXuzRdj0deP6Pq+tIOzz+3QiKW4r77znDX8aNc+/RFrn7mIs/vdnmuEVCNa8QnDeXun04FTKd8ZeiQ2izA8qZOsW4QiGnItPiBdw2pGq25GM/XuXG5zqdW6nxlq4UmB5Okxn33HeINDx9jJmcQ7pawWnvsFjrs7HQIxUPEs0Jd0Jkb9kiZDleutbhyrc3Z14xw5qE8EdmnbDTo7PXYLWmqOkBbxh0C6fn0VD/E7zqKJNmNhenGQ9Qdj2pP1kdfDVfJD2wUPFWVhkatZdBzRYvBCBJJjbP32qr8SAw/GmPlaoeXnqzQKfd56KEED70mwUqxrkqcO34ffBl7qIcJezEeeWSEN71phK9/p8B///NVrF6fNx2K8frDMUpRKMekX9Di0vUGnZ5LLqGTiZoICEyq0upQbnWo1lyqFdk8aQoLHcsMkAkyNdNowW49INT0ONvtcrcNr/3rd6n6xOM3+M0/usCVhZKYiRXWNpcdJpcbwpfGlFPH89sEAl3WfZWFKU2l3YLL7rZHv+2qC340G+K97zjCe98xyye/ucKnnrzB3l4bw/EZydmcuzfD3LEE15cqXF+qErIskrGo2jCJGNOWDZ4fVTWdT3NkLE3V6/HcVoH5zSrOmom7ZnDfiST3nkgQzfv0km1crUtQkJI8iDAjhwVNGqbphimWA1auNylsdRibjDM2FWez0GFptY7jBaQztmp+rxRb3NgTJyYkPZ1TEzHecD7Noek4LxV9LhUDJf42tqrce2+IH3hPmtFDJl97vspXn69SXQ5UHRrPce+5SZKZEIube1zfKrFVcFTRNTH7IbXRC0U87KiLH5Py6DU0ehVh7IuQIgIwpFI2SfkQS4RVsy8mWQeJgF7X5eLTTS483cSKaUoElhFWcbPI1KjgjcOhANcdZACrQ6069A6yWgLfUPkgUvLY0+kwlinIT0GOeLSafdWkHsvZjA6F1H1q1h0lLtxzLsM996TpaDJh6bOy0eTa1TLVikcyniIWjdN2Bd3dobbVp7bWV1lKacGUp2x2d6Sp7CgR/40PZRiZidGLhdSExXOPb/Ls17eYnYxyeCpGPBXHDIt7XePK2g6X13cGk3YhBa3EU3hXEYBF5NHo1QKVP3vXmSwP3p/HTOis11uslppUC01qhRa6HGqiNglbY8hwmc6Euf/+w9x/3yxfeHKFL3xjhZ7eZmhCJs80vK5kVho03b7CHGuehuVbCkk0QDBBp+6pkmnMuekYibiIeIFy4Nuehi1533stFrYbpKMWr5kd4vBonB3PYUc24rIuFBuMjcaYPZohk4+ojOorGyVqBZvqjqWcC9GkrtDXzbZLp+sStj0iIfnwjDAyFaPbhWsvNFm51lEbuVzaJj1skh4y6XmuEo3Ezdcq+rT2fH7s0cP86KOHqeHxQqHGixsVtlbrbK7WySUHOa8np2Kcm4tzfDbF6HSOVD7GlZVVrqyukcyFGJtKUm97PP38HpevVhgbsRkfsfddyX05NmCbeZxWhOVLu9y4uMcP//AcP/xDc2yUWnzjuS0uXN4lIig93yOdHSOTGWNltc5zL6zTaNU4dtJm9piFnbNVNfcCaps+/bqL4UrGJ+1P4+4AACAASURBVLzubSd53dtP8PgLq3ziy5cpbNcYCknWjU55t095r89D92d5zX05IpmArtGj3uuwtibTk21suZ/EaJRdioUWWmAwc3iY/GiKzZ09VfG0RXYkosSxGwsdNm70sCwN24Th0RCj4yGmRqMcHoorUaWnNenR5MpLHa5c6nL87Bive+thpo5k+NNPL/Mnn14maXskLI/RsbjKXU5kDXp+la7XoFQ3KNd1qBgYFZ1sKsaJe4eZOJ7k0sIGLy2sMxSXjV9UYXq6Tldhw2aGxzk0PEbJqVJ2qtzYaLK8IqKhQz4dZTgdJZboqDJl+rtrk4nEOH4oy0Q+xtUbW1xd3lT52ydPHMLxDZ65VODajSInj5icPCq0AY1OV1B7kg0peZwejhfC8UNcFdz9QpskIWaSMaaG4sQnI8Qno3zzqW2+9a1tzFCE6UMjqhGyfL3A+lpRoWYluykVN8gkDcbHI5y5K8fMoSSXvlNWNX44xLG7Y9jRgEqtRaHQZvGKq+rh+6M8fH+MhueyuNdmtdhT7123K1N6Ok5XmhkSw+ATDvnYVqDWktF8hpF8hn7Pot00KO46LM3XKGw1ufdciPPnQwxNaCr/dvl6j698tsHumsXf+Mmz/MxP3sWL85dULS432NzQ2CkI6sxQ049pI1B18uQhzj94VjVCPveFyzz+jUVGR0zGRkwS8nqkYnR7PusrNZXVHEoEal0P25Yq+ayUprWs6Wvrg8zjVC5KcihKYLj0/S4iAMu0sayNgoQTEVgaItIYFQxavaLRrGtqMlzcT4O8ME9l+SZTpnJV54bCKr+30xaxOKDfH7j+5PuqZYda2VHNf0HMi7g7GFKSLGEZIrLYLbTYLbSVAHz8pODeTW5c32VjraIeg7jM5FCsSz6YpRGK24rK0G9JHliHdsuk3ZKYDJuTR22mJ0PokUG1mi3arRbVuqvyeeoi+pl9HMPB72kqU8nWI0TsGKZu4ohg4blE5TARsQbRCJJbJg0tlYVrU+u61Dri0mzg+3VSkRGmsvcS0fPMX3+OhaXnmTk8ysyhUUWnKKxXaBdrHI1pzMXgDd/3fapWKht89YWv8ey1eVY3fXaKgn5OMX0oqUYFJbet03YpVUQsdRgZnlUl8Rn1RotOv0Lf36HrlGnK52+rz8TIUcZHjyrncb0uea+SOZ4hHs+SSMlBPEyzVWZvb4NGYwfXE4GptX9IDxMLDRGx89jGEIY+QRCk2dpbYGtvnkZtl3a9SMzuMzFsMzZskc3ZZHMWmpVDM3NsbjdZWdlTsROS6SavWX5khJGRUbLpaTKJWSwjRbvdUmJRU1zMrT0lEom1Rxo5jUaNVrumnLqG3cOTWAinD4HkHGfQ9Ti66agKRORyHJKpcTJDh0hmZgjIEZClWfdo1F2cfRSxZnYIWRUMo64IMo2eEE3auH0Rf3vIyJOhBJ6oEkVNaxgzlEc3RfyNgybZ14OGoSfOWMmQJuBrtwjAP/V//UtCdpSwFaFak+nYHRqtNobkCVsRwuGIcjJ3O2VazR30wCcWGmQAO5LP5wbq2g5HTPWmdCVn2XHpdDxVsleKRWKKwiLMe7cvGeO71Mq7CvGcy6YxQ2E8w6Ir779KU+URS2SHiHHiAE+lZKAB+pJz7vSx7YQqgjC+bysnsmWLI1kmPiS7VAgzgwEQEYB//v1/9/8HAfjPefe/HgjAt1IGpIlN8E5+79/dfQcBeIPf/OCn+IRqeA9yZQ8EYOUw9R7l479+6s4C8N/fF4Bfaezinp/+63zk3uTtKldpgQ99+Ms8faBC3PYdJ/hX/+ItPHibQuZy+TO/zd/68qC7fpMS+uYfugMCev9G62v86i9/ni/t53oOUKCvFHBEOPirH/gbvP/Y7aLz6lO/yY//vuzl5TnwSNquqpG3/QQfeffMqwTgDrvf+hh/8GVpkA4iK4ZHR1UWm1wvztg7+ekfPUas01FDGaVSkfUrL3Hp6QsstcR5I3mJjvpMFlFTHPyVSplKtTwQ4+T62bdqimtAPgOESqSGKMZew9vO38/rHnkNx48dYXo0R7z1Iv/0fR/gq3IQ7w+EXCXo9h16j/4uT33kEW4jFe89wd994K/xyV5POWlUdnhfYg9+l8vuT3HiNgH46/xC/hH+zQE2+MCtdyAAC3JecqpF0BMB2DTUYJS4fQfOOo9IxFaNRBlQ/Yf/ZZG330kA/vIpPvTrNiFTsoKFZBFWsQxyZpLbFvFFxOWDvExxHcvvE7ecPF4ZzlBSTRAwevYNTJ28n+NHj5IfHyWdsil97Z18/L9riigkYoSIv8r853m84R/9Gffe6T599jT/9ncCSenGcttYTpt8NMTbPrbN9B0E4IWPzPFPVv4t//JX38f4HeYbaD7Lf/u5n+PLOyZmJE44PYQVS+MYNo4e4ujPfJhfvDf7qlfAZfFPfoNf+aoMuMg7fF9CkrxPEWYf+GH+81+b4dU/VXjx8/y1P9gcoLldGYoHS5NBLTmrvlIAVi+lyhsdnGNfDvMVkehVArC4IUVI0UUIGzzf6uf3UcWDBWngxj4QgQdS7ss2YyVEiiVUyaS38KJveeQHuOc7jsrsC29f+LWfvfnP7/rF/3CbADwQm+Wj8pWDK0oAvkXZfUWW6777/OUf+W5u2ZdpBa++nwfIY/X776BlD27/5dzegWh969/d8ZHv69gv47tvPtGveO72V5H9u37w/A+E91c6gP8icfrOv33/b/eF3wPU98s+55uTO69AcR84Ym9zCu9fFwMR+f/NlfyK3/Ly3Tt4jOqzaeDWlfVVhhDVdbb/jN10tO+/FgMU9P7zL8MjSgAeDN/4MswlNDcRgPe/XwRaEWoH1/X+B+FNe/fLWdmvfBSy3ki2q6HcxYGc5UT81eR8IEN5pioZsJD7ImcAWcPFWDCIlZD3pERJDERgQeIqcd1z0QIXU/eVC9jVbFykJyACsKxrDmG3QsSpYOkVbKOKZmfwQzO4RpqeE9AXjLNhKxHYFQG4L5TBHkYgMRkttcdUyGwrhW5lCLSQIpHJe17e8IosoJrNNrofoPs+VuCSCPdUyaCkdHa7zTLNSlEJj+l0ikQqSU+P0dfjKubLaQcqkm8q2WI02qHTN+n0TFq6Q8vo4fhdtH4Hr9umWWvRqrWwxEwhQooMZDpV9KBBPG4QS4jbN4+uD9PqRag3pU+kYUdcFWdiqwgRH61ZR6vX1JD/TmBT1aKMZY+purH6Ha5e/QbRcJVzp7JKAPYbbbxmh+s7da4X6ni6RziqK8pVKhYhHYvi+VG8IKbMJ1HdQXN6dKptmpUOKzs9Vnf6hPJZUjMjTI5nOX8oy4nRJJXdCuXdMhENkpbB6l6dr19dZ363yth4grGxOPmYRT5u0fUcKt2OItSZmo0pXRXdIKabbGy3uSwReo7H6FxC5fYOy/4kGiO0LwDrag/uqv3t8lZHVXw4zNBknKRE3hDB7wSsrBdY2Siw2dbYbOucPJbntefGFSnj+nMrXH9+BSdlqMpmJxjPHSEVTauBULffZmlxS1VyMsTosQS+4bO5Wqa002JqdJKpsQmODouwIAJvlU9/ZZsXl6vMPGComh2aYHZ4klrJ5fqNCnvFljrXyDDc5orHxqqnBIZQzFHCfzyqE43p6LlA1clMnLsyCaKeSa3mU2t4g4HvhA+GQ6CL0UosG5o6Q5QrnqqFayEWrtrEsiYzp3Ty4wYpyyRlm1y93uDacoNeEBBKmAznwpyaiDOVDXPhYoULlyr0ZIgspWOEBnRNw4dKOaBS9jl90uK+8zZD2RBuTwZeNS5caXDxagNbovBsSCVDZDLhQV86bZLMGAxHQgxHbBoll83VHjulLuV+h7bmcGo2z6kjw4xMmuQmICoo95KJsxXw3IU1nru4xsK2x/U9JTowMWOQykrfQc56HnMnIqrSaQiFHLWe0JfDjk7H6Svjm66HCFkxGkWd+We73HipSyjjEcr4GBKBZWs0nICimHRcg7c9PMfbXztHcX2T65eXBgJwJkI4HlZD9pZh8txzPZ57tkcQ7zN0zCE7GjASCTEasVlac1lcc8hkdI4dledZQ/Md3J7D2lLA2nWhAtjq3DZ7LMo9D0S594E4OdJkSWP3u5i9JvOLZb70zR3WK33e9b453vm+OYy9Krogz9cqXFqpUGy1yU7oqsZTOcbTOfaW28w/K73WBt8p+MxXITsZITMVZjrtM5N0ycV95ZwOhQJo+dAMuHbD48Kiy25DU4hfR9PV+7TRk+ttgOwQxG4+K4NEOmtFl7WSy1TaZiptUd31WF7o0fUCxs/YTJ0Oc+9cnHuPxenueFRWHDZWXVa3A8Tb98a3ZXjj2zN4jk2tbOAFBnZCIxLyyXYaZLtNvvRUTZUe9Zk5qjMyaZAbiZD9f1h7DyDJ7vu+8/NCd7/O3dNh8s5O2JnN2IAFFhkgIBEUQYqgaJLSydK5TrrzVfl8MnVi+VxnlXQ+qXx3JcpBki3JKrmo4KsTTSoQDGBCBoiwOc/s5Ng5vu7XL139/z2zCwIgJV95ij/OYqe3u+f1C//3+/6+n2/ewOsouB3R99Ap13SKdZtCq0Tba/HEYzM88dgBosUa2u1tblwr88LNFq8vtjh0IsDhewIcms5xaGqQiKLQ3KnRM0X+9nESg8d46+uvy6r4dZxRhehYkJPHkpw4liJSVQlXBS2zQcUp4YQMErmjGNH9rL15ldU3r7Bl22xpIqhJR3dD6H4QN6zhhcXn5DKRcrG7FksbXQoVYbDoU4DG9mUYnciQySikkjZGoIfTaOM02+jCVKkZdGou9YLFtuhBFn1Zt7cdbu84TB7Nc+y+UY4fPMzB0ePMpqZofO+vqX/3rwklFCLCrOTbvF2ocLvpocdn0eNzlBt1ys06xa0ixfUdoobHJ589yCc/eZD1m4us3Vxip2BRqusyN73W7WErPo89OMJjD4xya6HIm2+vE9SiHJudZnZ0nPNfu8q5564yX7dZcBQ6cY3wqMbAiM7scJDZ4QCdikW33GVx2eHyLZftioAPhQgmQnz0x7I88+MZojs2jZdr3L7W5OVal7fbPcIZFSOrcfrEBA/eO8NYAvRmESo7zC+3mF9pgYjsSYSYGglw32SQkbjC9ZvmrgCc5+gDg1DvUr5aorVlYvlBLIK0BHG4p9LumphdEW9qEwsGJdmp5kPNUyiYFoV2F1VRyUTCJIMhtjbsflU9tuuedGgrGoqfSGqcPBvhxNkIbS8oa+1mh/k3G9gNm7MPRGUtlposlRrUGy7dFvimRsAKk1AjPPpEjkcfz/Hi+R2+9J019LbFQ2NhHtgXoZlUaaY0bqy3ubzYotWxZYi4yADOheOyig2TkqiyLREMIuczJrJSBzQCaAQUjWZToVxWSHU9Hg/YPJJWmPnMHDOfPsiXv7nKH/7xDRaWqkTEjpTQ0H0DzRPCoCfdFqomRvJEh97rT3MEdco7UCqAbdqovR5D6SCfeHqKZz8yxZdfWOLLLyxTLpsYvkc+F+To6TQTM1GuXqxz9WKNhJjeyUXRDR/TFwJwl15Dw6przE1muOdglrbi8uZ6kevrdTqrCt1VhQdnkzwwmyI26tEb7NDRupRvdajMm8xOB2VpUYOOGmGj7HP+Uo2F222mJiNMT0YpVrqsbZoSb5cSGaixIMtFU1bAhEhX5di+OB9+OM/MdJy3t03e3jGprTVknTkd4tlPpsiPBfjy92qyjK6P0YV9wxnm5sZQAgHOXdviyu0Snq/i+qpcvLimJycudeFuCKkQsvANC6er4JiaFDT3BOBUOoQouXz3fZLigjskmvpw5W2TK2+3pXtMlLilckVOh8i4CvdzGyQOSN4LqHKu0+kp9LoCiQN62JV5skJcTsRFrgY0Sl3MZg89KLjrHvvyUSbyEfmcliUcPAr7Z6LyM9ysddmsWWxudCQK17MVxsfTsvFfaLQoNJqUl23Kt4VIp5IUk3zJAM2eQ8NySUeFkyHIgekM99w7TjoT4bXXbvHqa7eIGjrRUICgESMQidPzNRaLFZaKFQxdIaz3b5zEZPgeHkgMVVjC/V6D40fT3HdfFi2qsFxpsVxqYYrMi3JHhusI1ERCh2HNZTJr8OAjB3jgkVn+4usLfOlrC3SVFvn9PtEk9Doava6GrXiIpGvxP5GFIkJ4bUfFtlXpaO7WRe6Jzuz+oLyQOmIp6yoSnSqC7As1i51al3zC4OxMVro2t3siv8GmXmpRK7YYHjKYnk6QGTS4vV1jQbiv1qCwJhqGQgAOoAXEa4Ld83GsHo5lSdT4/sMJ+fnfuNBk+WabbCJMJh4mN2qQHxfTmQ4rK012Ntr0qg69isPPfewwP/fxw2yabV6cX+f1W9vUiza1kkNETC5qHicPxXjsbEYeN77u4yge2yJjpVYjkQuTG4nRtj0u36iyuNJkfCQmkdrC/VVvNujZQRQlQ7dtsHKtLOsnPzbLT35sjoXVBs+/tMKFS0Wmh2JMD8bwVIHETXL7dpUL59YwrTpHTgWYOaLjGwF8Q6e46rCz0JPHUyapM5g3uPfRac48Os0L55b58revsrNdIxvWiaJSLTiyzp7JyDJSYCpdKmaH27faLN4yiQRDRAIhOk1XuoB1Ncjk9DCDwwOsbm6xurkp80rzowLrobB0s8vGsr2LW9UwwgIlCBPDYY7Pptk3YtASqFW3zsW3elx8y+b46RE+/IkpZo9m+NpzS3z9q8uoPRfFcsnnQ+ybjJHKKriauGCZUkhaXncJWwFSboBsKszYoSTZ/RFWN4usbhXlNO9QPCCnIzvCAaFqjCayjMSzmFobU22zXjRZ3ejK60M6FmEgFiaR6pFI2/J8ZBZ90kaY08cGmZ1McvHGOpdurrNv3whHDk/TtlS+9fIy71zZ5OzpCPefjkoEmMgGFmjIYNBCUV2alk6rq7O6abO20WM8meTYaJapoTQt3acVgHPni5y7UJQuutHxIek6unljk6XbOwR8Bd1XyGdDDA32a9/+MLlcgBvXGhL1PHUowfH7BtCjPhs7ddbWWty8bHHrco9HH4jz6Nk4La/HQkEM9HToNlWJbFcVAbAKyutZMCA+N+GmhHhMI5cbIJ9PU9hyWFuyKG6LHF6BtbU4fizEPccMkjmXyIDD2prDa9+1qRei/P3PnuRnP3uCt66d581rF1hZbVEuaJRLYoHhYnY98mGVfERjbm6CY/cexvIC/M3Xr/DiK/NkU4qs0X056awUAyVi2m51tYweVdAiwrHUdwQJ96zAV+Frdwaokruofc0QTSFL5ir3Oi5WxyMsheOgbC+5nifdoyKvpNm42+0T+cCiRASAGEgSN6vpbIB0JkBbTLpVZCobkbhwsML2psn2RlvGE+gBj1g8SDwmnL+SwYyiONSrNrVqj8F8QiLUw4bOynKJzbUqrq1IbFYwKG5OPAKh/lRkIBSi121jd1qYLZ12S+CMwpw8FmVyv4GjKTiqIrFfrWabcs2mUu8LwHrMR4t5dFv9UrwAAflZi2EnT0YFZNJxiXYSmGLhoBTttEQ6TjgeodHpyZIDbn6bRCjHSPIYYTXD4volltYuSTR4NpuW18bKdhO/2eFkJsDJbJBTDz/KqYceZb1d5NUb3+fC4iKrGxZbxR6pAUhmRD5ygoCeltk6pXKdRr1LZmCMzMA4ZrtHrdbCEgFBegWXBj3LlZVKjZJKjsqmX6crXA8OsWhWlmEEpGDR6zVotop0OiVsp4brN0kk4rLC2hghdR8qWXwlieOFaZirNMwVyjvLlLeWiegmkyNBpsajzBzIMTObp1oPUG0EuH5L3GhusrpRYWgoKisUFPm3CaLhYeKRfQS0BLYtEE0m5eoqpcqqXKtoakA2OAVCUAwQ9JyGHCQUucCdbgfPFU3QKKomugsWSqBHPjZELj5MMJgHPY2vDeAJVDNxfCcgWd8tq0GtW8L2yoQDdYKBJh0RPS/cvI6L7zjSVxPUBKI+BH5YiqGKnkQR4q8alTm8HoE7YpbnCRFLNJ8UvvWFz91p3n72V/8PjGAUIxSV0RuFUoFWx0TVQ6i6IcXfUDBMx6zQahak6ywRiUt0d9dy6VgiL7gvLoneqEDoCmejyPJuC2JNNE4sEicosNmqyCgVWdsFqpUimYFk3wEcCksHcE8MmkknviVzwHtWl0ikjwIXjdtOx6RrdYhEUrI8LyCHDkQ2n5hI10QzVTRMhStSF01o4UTy+B9/6Zd49L3GzR/ZXf/bfygcwM/89rldV5FYuwjcvFjDCgH4o/zHf3/iRwjAu1mIwoGk9wU1KZTwJP/+/z70fgHYXOd3hQD8LkGn/w5H+dVff5YPvS9otc33v/hH/Mobu7/Hu8WWvV/NVxj86Z/mS499wIZZu8Cjv/nKbuN9t53+IwTg1Tf+lJ//YmM3O/iufPrefM2f+qVf4B//EAH4Z/9UHET95r7aq6H26gx9/Bf445+afB/Ct1d4g2/9h69yy3Lkmk9QjkSjXmREC+d8pV6hWi/La4JoTIh7BNPsyszfdtuUTn4h/gp3u7h4iNxfgRTtZ6zukVB3XWkia0lUX9XuY03vIHOFBVMMQTg4cuihj0a0LJueJRDTv8P3yz/7fkdv/VX+t6mP8bu7jmH574VzXQjA7gcLwJ8bepLf2RWy7ogfu3By6V4TArAUZPs4aCHUquKmRogIQgCOBCW9IhQK8Ot/scRHPwgB/e0zfP63xUyDKocxNVWTWW/iu3St7rpXxfpc7LcSmyodwYKY4UoheM//KAchpNNdCChiSKUvM0rhReTOChewKu7b+y7UE7/8JR6dE1O+P/hV+N4J/vW/UwgI94bXI+LbpAMaj//WDcaG3/voOvNf+G3cX/w1Dn4QUbp1gRd/42f4f16zpfNMnHP0SBzViOJqIVxtnH/4O3/Mw6PveV57mW987g/4inDsivtMVcdXBaJW3AOpOP5J/vlvPMXR97Kmd27wod/83i6BQdyhit+9L/7tHRt3nLB7QpkUgPvHnNh/hXgscbpyx+wLX+IcJ4d/5DbuP3Y3NbfvSr5zVuoLr3su0b1M1js6nzxfSSDuD8H/ip/3n/3u//e3TV9QVPjGb/3inY31E7/8h31hau8F+hbcu8LzDwik/We860C969btk43fLTb+/xSAd1++n6z8g193nnEPEb3nBN572HuR0/K59tJ9+//63RjuO+b8XbVybwjmDpp7V1juD6rf/fz3PtP37fh/h794N7X5XTroB6rdd1HYd3Hee/9GuHTvOMf/Dq/77oe8Gx3eF7LvIqDlfrv73PK1docV+jtT/33cdULv/ls5ROTJ3GSZnfyuj148n6j3fu3to31c+g+K1OK/5PCKGFZ1RFap3R+80lRJMBCDMuL7nqtYCMBiSEgcezJKTPwGQvjdFaPl8SaPwd3jUBH4W0eMp+Ds5vmKk53i99DMLfTONjGjRyzcww+ksfVRbDUph+odGSotrIrChSvWRk7fWYwYzhbY2z7KXaznxECfK15DIEx3j0mZFy7w0UpAnh9FFrGhO8SCFrGQRafbxZToWhOsNoorBGHRH7LxozmI5fC7Ol5bIaHZ7E+3GUl0MAWRS5Sm0AlCx25jNspY7fpuP6aHEVVl4TRwOxVwmrLHKNaBKEKsHsASTWjTxhaRbeEYejiCoXUxVAu3voldWZNDf81Qno4xRCqyn1RkkrX1yywsvkY4UOHIgRj78gHcVlvWcqnLSqkr+4FimDce1yX2WnMdQqEswVCWgOIScFv4Vge7ZWM2HFbKolySY4MMTo8xOpTgYDbERFKnsFOjsFNH/DqpkM5qsc73rm9wq1hjYjTGxEicdCRAOhygJxJwHZtmz5ZI3K7ZYzSbZyQ7yNZ2m4vXdqh2ugxNRRncF2MgbJCOhAkJBLRnoe8ODYjGXrnuyhLY4khKCHMqiqXRbTmsbJZY3ipTJ0BdEbFPKY7PZJhIhVi5sCnLSes4QqRMDZFPT5CIJNFUcd/RZmV5i+XlbYIDOvGRiMy2L2y2aFR6zOwfY2ZyjLG4y1iky9panW++UuLGVpuZByLMPBBGM4PoZpBKyZZmItNyyeUi5PJhLr/T5dI7XTzFIpHvEks5fUNOWEFNiYKDuwJwyBb3g13KNYtgXAjAPlpIxLz1c+rFVVEcC42mS73pcfEcstKDQQ7fZ7Bvv0FGD5PRDc5fK3H+epGWIHrFVDIDAQ6NhRnPhFhYMGWJTGyRZamFNOLCZWkE+jFJXY/ZSZ3jc0EMXaW45bGz7bK8bbO8I9Zq/TVcKKQRjQSls1w4msMRhSMzYY5MR9hesXnntRaFiktyOkh20uDwSJZDI1n0YBtXr2GVe5hrKrVFOLdQ5vztCu2gihMLEEkJ17JGNKTQKrq0Sy4TsxFZmaxDIm4S0GyaFZ2mMEQIXUL36HZUmk2NUtFjVQjQ2z3yQyL2TtwzCaOMLd2MLTF8EtR59Oh+Hj02Qb1YYH1pRfa1jXhakpbMuonZaHPlmseVay562mPokEdmSGC7NQYUMQBhs1JwSCRUJkaEACyG7R10zaFVVWU12tAwYXBfiGOnIpy4N86gmmNIyRG2IdRzuTVf4puvLrFSafH0p+b48KdmUQoF1EKR9Z0GN3fa1B2Psakk41NJtJqKWlVYutHkwvki15ZbLJo+m47C6GRSPi4f6JClISkHRkLFEOjcrkbQ0ri55HBxwaHcQlqpHVWlZvVk9VfBHgPJMGP5BEE9yMp6R9bIgM5IRqNcdJift9DCAR78SI4zj6bJGx65kMfqfJMbV5rS7DM0NsL4/kH2DbfYN9TmwgWTl17toBoaJx+OMXswTKLpkWh5/M23i3z120ViWZ8T9weZnAuSGxTOcoPKukVlvcuNBZ/ztxQ2hJAabhMbsPnQU3M88dQc4Z0a/s1N1tbLXK21uNFqMb5PCK0aYyM5RocH0XsezdUibtsjN3OE3IEjXPjmJVlmoENwJkhywmBuJsHBmSTBkk+w6GN2a9TcAlbAsc+IVgAAIABJREFUQ08MyQGl0uUipStFblcd5psexbaCZanYrkZuxCA3bDCSthlNdmVU2/KGw8aOS62myrr3gTz3PjDIYN4lHhJZ9l10x0cX0pqMLYDius3qrR6VGvjxKG0tyEtvtnjp+y0mBX310Swnj01zeOwgh/L7sa68jHXlFXoi1zsQYqNrc6XaYLHl0mEIk2GJv65W2rKHZLkNclmdzzwzy6efmePS6wtcemOBta0eO60AlhoglQ2SyQWZGTWYGQ1JfL8wn9odhawRIamFuH65JKvY9KhaCn5KJzYZZHAmyn1zWc7M5SgslWVdvdHi3PUOmxWHWF4nltN45N4BHj6dwVyxuPlilbWVLvW4hpkMMDQSZmg4zEDCIBULo4soonKNbrlG2VeoeCImzsWzHWZHwvzYyQxHxqKUy3YfAT0WYXAsyvZCk2uvbFNYaxHKKLIqVoRKN4yj9NC0NumYyvRgjuFEkutLRa4tFdjs9NjuOSTTcWbHcsyMZKR21Cl3eOdmk9evNdiuiDgz8IUod/qhBPc+nKDYRNbmvMX6xTa+6XL2gTD3PxBmsdzidrlFuezQrIDb1oj5BhkjwkOPZ3josQwvny/xle+sozQs7h8McWbUoJcLYGWD3BRZs0st6q0eId0nYeiMJdOMp1IUaiY7dVOq+IUdS+aFRdMQSwukkph+1mnVFao7CsOOzyczPk+P6cQ/to/4M/t47mvb/Kc/WmJlvUkkL9R3BbPiYlY96Z4R/P2gvCh50oGoCQdmSKOyo1IuqHimjW53GUoH+OiHJ/noh6f48reX+Mp3lqnXTKK6z2A+yIGTSYYmo5x/vc75N+pkUgYT4zGMuFh6dTG9LvVNl/qWy/HDOR44Myynlr6/WubaaoPWqkd7zeOxA2kem0kT2+9jjXVoaBaLF02WLnQ4PaNz74xOOBWma0RZLvu8+EaZC9caHBYXqwMR6k2bnUJXXmCTCYFrCLG8Y7K800Ft+hhtlRNTKT7+5AhzhxK8sl6RVVluUV1pc98pg58SAvBwgD97rsaffa3GaEKRNZxLMzQ0LHErr5/f4tLNEsl0SJbTsek2u3iOiqaHZRMRrY2vm/2sOVe0IMXkp7jYQjpjkM6EaLctWq0uA9kA4/ujclF+/WJH1t4NsJgsFZPUIjNG5IAKAVgs+MU62vHEQkKVOZCCqS+Q3QKDG8sgs+SiomHZ8NleMWlWuyQHfJIZn5mhBDNDcQxDxVVcRD81ORQgNRzgxkqbGystitsWzaJNJBjgyJEME1MJlnaqLO3UKC64lOY9uXATi1ExLOFGfLyIT6vq0NxxODo9xGc/fpR7jmR58+o13rxyjVbDk+WrYbRQXN487LRasoKKL/PcVHn3I0RgBc/xpUvZqilSAD56JMWZMwIphHR2LxaaOM0edtOSTQrR3EhpMKa7zA6Gefipg7K++Bc3+ZO/uElHaTI0LYYofLodna5w60s+WR+RLU7WQszo2RqWWJTWxWsL97fC7KRCOqmjqCFcTyCyTdYKpsS7ChFmLBPl/rk8+4fjbJoWm2aXcsmkVGozlA8yPRUlPxhkrdRmrdxme8Vle1XcdKkEI7pEWCuewO+qNCsdmmWT/YdjzN2bQNVh/mqDtQWTVCgia3QqxviBGGbP4ebNChvLDWj0UBo2/+DvneIffOokt6sVnjt3ixcur9BravRaOgG7S8DpcN+pJD/x9BATEyE2d6rslOu4AmeJT1wIUENhOq4vxdzNQoeJ0bSsVkugccq0TYWem6LZDLFxqybrmadn+ehH5rh2s8rffHOJC5dKPHTPqKxiXaVYU5mfL3Pl0ga21+D4AwHmTuhYvk7P11m/1WXligk9hcn9caamkhw5PSbrpQsr/PUL1ykUauSjKlFFpbbjUt/xuP++LPefyRJMCp9cl1LT5MZlkxuX2sSjuixH5F7WXDlVODk9ytBIhuW1NZbX10nmNYb2GTiOwvJNMe3pSGdhJBLAFZPRVlcKwA+cznBgKkLdqcl6+xVH1qn7R/n4p6c4fm+G559fldWtubKyGZ2JySCZQRXV6OGoPS5ft7hyw5IY5bGwQTZtkNkfIT4cpNpoUG3UiWkeadGrVfrDfr6iMxhKkg8l8aM2XsRhp9ZhY6dDqWoTDxnEQgYDeZF569Op2BSXunLK6dEHRrjnSIZzV9Zk7ZsY48jhA9Sa8Jdfv8Wrb63y5GNJnnw8JfHmhYrIBhQObAtNdSi1FEotlUrNo1zzODya54HZUWZHsizVuixXLa7eKHP1elmiUEZGh+S2vHJpjfmbWwQVlZCiMjoSZmI8Io+DXF6gz2H+Zov5Gy3m7slw5tFBKY7eXq2wsFjn5sUONy91+dBDSZ58OEXb73G72GSx0KZZUWhUhIAakbl8uiaa2SIr1yU9oDGQFoJnivRAmoXrLS6/U6W4Y0r3qKI6HJ4zZEUHegQTFlubHhffVDFrST79yVN85pOneP3yO7xx5RxbW2IKPEC9qlGtdqlUu4ylQ4ylQszMjnPw2AFMR+O556/y0qvzpKMeqajP3KH9HD1+QLoCrt9cY3FxC4GJ8INCuHblNL0QWvPZNLoa4vrVkqzUYJB0PiSzggNhF191ZLa3qEgoKHOa95qlQpBq1l3aTdGMlsYiiUkOyKxSMXTURQ/1GMjqpHMazZpCuSDmZQQWWoi0OqtLddaWG0RiCpEYJGQOrcDYCiGyJavThk7bJz+YYma67wDeWCuztVGTr90S086GiDeAoCEmZeNoAplrN3HtJu2myJQNSgT92TNpZmcitJ2erEajLfNmi+UexYpLw/SIZfsLyqZA21d7uJaYvBejeUKM6ItIw8NZRkayFIt11jYKsoGVG0qRysZptDs02l2Zf6sqPeLBDLnIAUJKkvXCDdZ2bhCJRYhEoxLz1CqbBLsOD49GeWQ0xtx99zN35n42OjXeWrzK1dVV1rbabJdNAqEOAaODYWQJh4ax7QDlcoNGo0s6NUQ6OSTRzpVyk57dQAnUUMR6QGKJIRzJEQ5nEaNH4ufieyI6JEsKLaogUAj0cg3brtKzK7hek3g8RTyeJqRME/Rnwc/gYMj8Wdvfwva22Fq9ycbta4S1BgfGQxyaSXLq9CSnTk+xvNplac3i3MVNzl1cZ32zypFjIxw5OkynE6DTEZn0wl08TFCPy8FAx+2wtbMgS7x/IQCHQmJaPE4kYkiRutEqShd3q2X2h9W0IGpAlQKwGISbGznJwZGT0vHbMPu5ZLYQMv0g4UCcSCBGtV1ko7ZA29okGmwRDnb6QoO4OHuq/NwDSohwMI6hR3E9A9c18NUIvhrFJSjXQ2IgT6CGBZpZTIEKEVg0Qp//rf/lTg/1E5//NcKhKIagkJhtKrWSzHYTzhLhTgkGwjLD12xXaTWLBFWFVDxJIpaQuTuiwWdEQsRiYXmM2W6PXq9Ls9mk1WgREwKwQOAJR6KmSsRvrVqkWimRTsVJJ+OoIiNYE+4WFUc4cHpCTOvQMU0MI0g0ZkhHfrvVxOy0icXT0iXueiKrWzSRAv3IFrGtRcNXNm2FIOtKGsI/+pXP8UE6539hr/sHHt689cIdAbgvoYjXE01j4eJ5hv/4+yc/QABeu+MAFm4ksRDeE4D7yMyn+L1/Ocf4e9+YEIA/vysA35FNwE8/yRf/xeEPFJr/zS9/ib94z/PcdZrtddYf5Y9//yQH3vt69jZ/+j99id+/8/cK/FABuMEr/+rP+Oe39lC0PwDjvCOUiD986p/84g8VgH/uz4Ny6EA02rv1Lbr1bYbP/H2++PkTvE/fls/aobGxzPzbL/PN515mudkkGo8Ti8fZKm6yXdySbnEhnInjUIiy3Y5FvSEGlJvSoSYEYMMwMMIG4bCI/OnnQPa/hHDZpw7t9vz7qGPHlfcgQuyUf5bf+w1Esy3WwDM88t98kp959uM8dv9Bht5Po4bai/zK4If5nd1c1j2nF/wxV36IAPzLQ0/xu4KAJPGj/WxY6VoTTtpd3Grfddd3svXFIfFZOHKfDEdCdwTg3/jKOh+ffP/ev/W9h/mVL7gSFdbHxiOnxsWxK/HSuzjpvgAshn767jnxOIFxFNtCSm3iONh1HouOT//Y6ItnQuaXArCikT30GEfv/zgzRw8ylHm/+CveYfHF+/jd/6ASUhXiqk9cg7gCZ//3Nxh5nwDcpdNUCIug4Pd+Wbd569c+wl9e0iXOv1pvYInOcyCErxv4eghf+6f8y+/9Iu+LLi69zb/71T9kURGUA1067jwtKO+xLHEO8jX+28//Mx4dfM+LysGNL/Ofd4UkKZuKc/IHfO2JW3vioNB49pDid362J1KKoS8xzew7coJf4qHFlt9VBPfMkX2drZ83LGtPfJZ7d38IRZ655Pv74V9754297+/OzX3+C//DnX/4kc/9QX9IYu9v9rDPdxXnO4+9c5a4++A7BlSZS/zDA4k/8I1+YL7vnoj8rte489be9R7fKy+/L2/5jpD8nlzjvefYE8n36Ax7Aze7T/zu7SX//K585nf/Mj/KCfzB6OU9QfqDJPp3P/O7RN93fRZ3Zl3e5Rj/EbvB+370Qe+pj3O+K+b3H9Mv+SOp1u5ZhneHE973WQsXrWjX99cud55vz639AW5ymTHc13/vDlfsvpIYkBGDLI4gwvVEU3RX/BXEoZAYLA5I8UecwyX62XGkyLon/Pbx2MJgIMTX/jbvS9tCBLZliWEQUWIaUA5reBZKa1VWOq7J+BFPT2MySE9J7B5zYn0mwfDS+SwFYHlcC4ijQBz38zZ9Qni+geOJgXsxGCL2w/5gjaTdIWgPfp+WFnCIBiwiAUvGyFTrPXTfk/fQQqytN5ZpmTsEMuOyNNtA7+ikdGEUaDGa7GB2ApidIF09iBUK0Og0qZQ2aDVKaIqHrvQzS6NxEUtWw26X8KwG4YiIXYrgKwlZkoLRbeIKD3Z4FC2cJaI2iWhNrMoCneJNLJG1nJjBiU0TUkcIaSPs7NxgbeNtwnqJ6fEAw2kfp92SAvBaxWW96hIRiN68oMOI9UKDbr1OIjFKPDEqZHKUXhWva+LIfqDHat1ntQ75/aNMzE0ykosxHrHJB3ps7jRlxXWFAUNjrdTghRubLBRrzIzFZcVCAVmOCh3fp9nrUSnVZB2cmZO1UzC5cGmNSrNBfjxMdsQgGTZIhEOEFAEJ70mRPigGnlXRW1Nlobkogf5115aY4R5L2xWWt6rYEUPW+FCMA8NRhsIam1dLbF4tSvHXSQWIJvMMJMb6g5ZBcZ9nsrG+zfrGFm5IQU2EsITLtmDRaXkcnhvnyMExcoEuAzTZ3Gjw2qUGyxWbA2cTsrbnm+zMN6XgUBVDx4EAhw/lOXRokFe+0+Tl77bw1DbZiQ6JTE/uf+JWXBPu24TKbCrK0VQU3RKkKJNCuU1Q5P7GPILhAKFIQLrqBdvDdRXapku74/HmazZvvt4jNxbm3scSzByIMRyIM6zHef38Bq9fWKdqWRCF1IDGgdEQ49kA62sOG+sOxa5LyXHRjAADyQiZVFi+t0DAZ2JQZWZEwzVdlhc6rK/1KJoaJVPtE6mawjUv+gT99U1AArR8Hj4b55GzMVZu9vjW3zQoVH0OPTbA3AMDzCXTzKYGMLsFqq11iqttyrdg87rH5S2LS1tdYhNB8ocEdSxAQkRXeQrdgidrZCrC8LToh1pkBxoENIvNdZ2tNZ1YRCEeVqhWXVbXXbZKNpWOTct1mRyLMjkak/fW5VKLtu/iRDS0RIhT40Oc2jdEu1ahWNiWJh0jmsf3w2yvFtlZLbCwrHB7WSE8qDB2VCUzpBDr+bK2Ww5bLVfmIg+ldTJpSCQd4gkXzQ+g+wG2io4U1BI5nYP3RDh6Is6YPsyoPkzcCRHuBbh9u8jzr15jpVzhQ5+Yk6UWNlF2ttiutlls2nS0ADOzY7J3VLlUpXyxxpWrVd68WuH6TpsdxacRVDkwm+XAXJaEXSPaKhIJWRgZnchAgIgdJGoHWFjzuLrkUG0LtL8YzoOdjsW22ZXir8hmz6YT7BvMYmgGK4stVhdb5LMKgxmVYtnm1qKIRozy6Z+f5CM/OUqvVKNXrHHhUoU3z5UZHM3zYx8+zo//2CG80gJecYEvfaXIH/1ZmVBG59O/kOOJp9JEGgaRusFzX9vkq1/bIjsKDz4VZe5YiGw2QDYbZO1ak9VrTV49Z/PNt2Cl6JIfshmbUHj8wwd54umDGFs1vOubVBpltoIttoMtklGVRFQllcmRyg6KMGPat7dwmxa5I7PkDh/g1ouLsryIS2wuTGp/mKmJFFP70yhbFuqWGBCq0qBIRzVxQv0IlNZtn+aCz/UNl4tbLsslj0rLk/GqBw/GZI1mewynOpLstrzusbzmsbzks7wEH3l2hJ94doTRwS5hChiq0MbCRAMRvE4Hv9NhdcHm+kXROwgyMjdANB/nS39ZlrXvqMGpJ6KcPjHOsf3THB0dx9+8gr95WZoiig2F1YbNfNNkueVS6SYodxPUtzrUtjvoEYfYoMfEpMFPPTHJpx6f5JXnb/Pq8wssbAgtIkAgGeH48TSH5hKEXZOwY7JW9VkoQb1ioTZNnJrJUslnsehjCeBaW4irOomDBmNHknzo1CRPnJrk9sV1WRev1XjnZputmkVqxJM5zsemBjg+NcD6bYvXXqpSKNkMzcQZmY4xNRpnShy/dZNyoUFtp0VL9nI7uIMx3MEonUaXTrElKQfPPjrOQ0ez4taqT/vYvRe79naFV7++xepyg/ikR2LSo9BNUugkCEbEOdJicjjCfZP7mMvlePWNeV59fZ4NQd5QYXA0w8nZMU7OjqKbbXTT5Buv7fAX39tift1ECWr4ibTO6QcTnH4oydKmxfKWRWHZorpoE3R8zj4Q4f6zEZZrHZarHXYKDuVtF6epkNKD5KIG9z2c4f6HMrx+qcJXX9hGqXc5NaBzejCIMhZFGYtwa9vk8mKTcr0rwm0IawpjiRhj8TjVjkO160rxd3tdTHLbhBMgIhi0kCFxm2bNo77VY0KFnzkY4ZlDYdqHDcwjBpcvtjn/Uo21zR5iQKTh+bQbtsT+GkY/I1Z8DwVFTqwQKBS0sMrWqsv2motqOSQ0h9FciCefmuTJp6b4yjeX+Mvnl+i2OxJZnRsKkpuJEx8Kc/XNJte+3ySd0hkdFQ1sBVtz6XoOtXWb6rrNyXvyPPzICHYQ3loscW25TnPVobXm8KFjKZ48lkbPeuxEO5ScLusLNhsLPe6b0Ll/Qic2EKYXj7BS9Xjx9QoXrjRk/vDcbERmyRULPTm9nRkQ3P8Qt5Yb3FxuEOxA3FE5OZvhmacmmD6Y4DuLG3x3cZ36kkV9ucfZExF+6tk0o/t0nnu9ynOv18glDXLJMIiMkEaAhgz87lAVgq/oTergityFnoPq6wT1sMyX6/aEc8OUGXhGKIimi0W9TSDgkc6GGBACsGlJEViIyCNjIjMvwMqCxepti3ZLhGqLZosr+amhACSi4gKpoeqqrGbLpV4X2EBx8hdoPYGo8QmGPRRfBMiJ3AcwazaW6RAIuNLlNTsSYm40RDwVIBDVUQXGJOahxn0W1rssiCmdHQez4JIwQtxzPMfUdIJbmxVubVSobng0NsAz+9PdIYEaHdJJDGo0Wz6Vsks2HOGe8Syzo3ESeY/EoMuNpTo3l2uUqy5mW6XbU7A0D0vzca0eXs/enaYWDd9+w84XGIKKT7fqc3AuysmTCZQwrFY7rJY7uG0Ht2X3G6moiOz3ScPj4FCE+546wP1PHeBP/nyeP/1P83SUFkMHhLgAPUuXaFjREOjfhPYn+QWapWOqdNoqbkvFaWlMjnocnPKkqKQH43iEubnS4NZyXTaAhENoajjJQ4dGmBhKcqvU4FaxTq0umm9dclmNifEQmYzedwzXLTwrjG9FqLdsyrU2LVPkEPu4Peg1XVnD0yGJ5AhFhCgsBkxcOmUwSzB1KM3h01k6PZuLF3ZYW6yQwCeJx9975jSffuY088Uyz71znRcuLkkUea+pkjZs0mGb0ydTPPHEMOmBAFeu7nB7scLwaFxm/wYTHlrcoWn1uL1mslnokU8nyQ8k0JQ2nlen0XLZLocoFFSqmx1qm10ef3iExx8e5cbNFs9/p8CtW10+8vicrHNXtjl3dYfllSrbG3UC4R5H7w8xd0KsoMMousHStRY3z9UENVPmwwoBOD8cZXA4yoXFIq9cWafR6pCPB4hqKtUth9qWw5kzGe4TDuC0T0ftUmyaXHmnw5W3u8SiEIsqqL6GZ+my8T8ylmcgk2R5fYOV9XXSgyoj+w2J97x9vcf6kkM6FWEgFZHTv1a7w9CAxj0HY+yfCOKELdywxVsvW7z1isXhY1l+7COjzB1N8t0XNvnei5sotiIOdwZSOsNDATJ5nXhWRYv4vPH9pqycEWZqIEZ2IExsOEw4G6DdaWN2WkQ1h6Ten+FrCKSvp5ILxGVF8wFiuQA79TYrm3W2Cm00T9AddMYmQoztD9EsdFm70iKqaPJzOXl8gCu3drh8a4eR0WEOzExSa3p8/TvzvHl+lUcfTPDIgwmZ87Nd6coGairqEdQ9dho+O3Uk0qjRdJgbHuDeqTyTgwMsVTyWymKyssDV60Vi8SSTM+N4It/77RWuX9mQ54gACsPDAcbHAoyMRJicTJHLR7l8ucDlS0Xmjg9w5pFhBMPoxu0qN+frLFztyHr6sSxPP5bDDtgsV5ssFVrsbNoUNgWyJ0p6IIrvOXTbpqQkTE3HGRsTeEwd29aZv9bk2sUa9VoXI+oRjXtMjoeYGgsRy7gYaYftLZdzb/g0SlGeefowH3v6CO/cuMa569ep1iwcJ0CnpbK11WF7q8uBkRgHRuIS/zK4P0+96/G9lxd56501MnHIxHzm5vZz+NgB2dBYWFpneXWbVk9gRnx0XZzTPbmfDQ9lZR7phbd3uPh2gUReI5HXGdoXY2Q8SSwRYGWpwOpygZgRJm5EZFZXyxTOKzFBL3JA77oA7K5GryNcYCLWwSJg2Iztj8sSGOz1la6kDUQTotmiyJyQctGSTmFZ4mY1FJLNbiEAum4XoY8JykQul2Rif142yLc2qjJLVuQQixIZzFFxHdEFplkIWCFiEYtoRDggobADY8NJuT8emotTbNYoNcQ5VAgMHpvbXTmdWqrZZMcMeUNcK3eolbu4PRXND0kyhBDLBFpvcDjD4FCGbs+i0WrLxlk0ESUUDlKu1ClX60QjQqyMERPCoZ+UmfKbxVW2iqtEE2GiCUOSTsxqh0jP47GxLI+N5Zi4d4qJ01Pc2Cnx7TdvcPn2JjVxve7ZpAYMGX3Q7So0mwLTKwgfIRQlQj43Ri43RqPepFwsUakVqDe2MDsV6bQTGWy5/BT5/BRmt0m5ukHXajE+OsP46AE6ZldW16rT7VV23b9i9SYE5zhGKEZEP0BEPywR/IFQVJJbmtYCLes2W2u32Vi6TZA2+4aEAzjC7GyeublBNra6bGxZLC5XWVmryOGlkycOcOrEATaLsFUQdJEYocCAzLANR4Q45FEsL1EoLdFqNqXgIxrrQgCORg0azQqNRhmz3ZWuZ9HMN6IGoWhQOhbEenI8eZDx5ByKmqbrGpi2TsO0aJo9DD0kq2lVKLbX6Dk1kkY/K1zV46harC+m+I7cdgLlJZBetji2HQ0PkZUdw/ENObErBuJknqm4/XUEmrqLpui88Hu/dqeZ+8znfk26f0VZvQ6NVk1i9ncnJggIYVU36LRrtFtF2fxLRGPEwnG6Pej0BGpZk9miYjhLCE4it85stSQyOyxw0UZEOvUFsl2410yBzG41MEK6dM+rwShKMCEdLpa4xliWzLUWJQXgqEA921L87XRN6UoOhgw8X5cisC8WnvKsqkthSTgLEbf/YqBP9fif/9df4UPv4/D+l7S63//Y5q2X+Ni/Ot//PHbFX1Xcnfmi7fBR/uh3T3yAk3dNZgB/SdJuhHtvNwdREyhK4WJ+it/5zdkPEIDFv/tL/vNufO0doeCJT/LVT43xPrPj9jUe+fXn74ot7+Wfyp66aP/P8lv/10c+AAPd4OUvfJF/dutdZrIPPcvXPzP6/teyt/nzX/oKf7iby7gn7Mg2/3sa9T9UAH7j9/j5PxfNc+GGUnHNCk67TDa6n3/6L36Bh/7Wz66HWSuwtXSDpfPn+d5Lr3K9WqJlmtJJLtalmh6QQ8KieS7+W2YuC5rInoAqs2xFRuVe/m8/01Y0/KXDVTRnJaK6n2O5h1Yfve9pPvbRT/P4yQPMjO9jUBywf9uXyPTN/Tj/dg+ZLfGnYj/6Y654H+wA/uW8cADvuT2lJHJHNtkTCIVjTGKghZNIUoDFp9BfNxlGiHA4JI/V3/ybLZ79AAF441tn+Ef/p8j8vet4FqhmITKGQ0F5/ejjUvvDDsIVLOJ45ICqK8Rp8Zn3Xb/9AQzhXhV/FprXDAefeIrjp04yPjxBSkTffEBu9Xs3Xenlx/mjP/RkruNAOCArrLgc+/zz5P7W/eLus9kLX+TffO4L2ALl2GxQqVZlNr3MGZXTYSG49w/47X/9FP/14sLLfPcf/xH/dteB2vOFYKzjeAJruyfi7+bx7rqC9xzc4vPr72ti4Pmu87G/7+3eo+0OAdx1b/axzzLvd0/RFTO9u872PRe2lHvl6wunZZ+c9aPwvz+Q17u7SfeO7W/99j+8s5Gf/id9AXgve7X/vn5QkLv7ifzgoMidvVnOIO+6pP+24+jv8PM99HH/oe93Et89Rf2on/XPlncMzR9wbutrwLu/07vOt+/OQb7z5/9KAvDdd/z+oZv3bpr30hj2tkbfwft3wT9/8MZ+n1j+vqd613bd3Sf7bLO+x3vPlS4337s+H3HOkhQBGbHwg47pPUG4v8l33em73z/4sf3rrCA9CIKKEICDMk+4j5QW50w5eLbr/O3nZYtzmxhy72ecC0FYbmU5yCIQ9rsjCgLL5vf6uGoxHCJkYTlrum6MAAAgAElEQVQDYxGw1glYG6TiQVk9JUnNztDxhKO3//v2x9WEA9mViGqxzvHFTb9voweCkmiBL+5fxLWrH8nVzwqXneC+g1iQDDRfOvSCqk2QDgE6VOo25bpNLBRiKBWVWb3r65fYKS2gD4wQyIwwEM6SNbJkQiqD0QaZkFhjiWgEnaYnkoh1au0a5coK7VYBQ/TwghrJZJRkKorbKWPW1rHNMkY0jhGJo+lRWQJn7fQacl3nBibwg0MktBIJvUivsUqnuiKzkDvBfXQCY3huWpZlbdPtLEsHcDbRJRHq4nVMKSAs7dgsFXokMhHG9yXIZUN0qhW61SrhcJ5IJE9Y9zFUcZPWoV21aNQs1k2NdVNldP84Bw5OMzQQJqM0iHlNtspdtkod4gGFbFhju9bi+7cFurbFgdEkB8aSu3QQVczj0xEu055NpVijUqxz6OBhWSK2Z35hh3KthhET99c2MZGNaQSIhxRZYeEwNcRQVRChY4rqrwPF0lHF76o06jZXbm9wdXETOxrCiRnsH41xcDzKeDJAbblKbbki83+tiEIomicWHycWHSAaEWQOj7X1FVlNx5V5kKbl0araOF04dmSEY0eHSfktot0KtVqX+R2fYlchNRYiPR5i6WqT5WtNLNtDjajEU0FmZ5LMzqR47cU6r73YwKJHYsjDSLjCciKHLSOZINFMkNGIyrihyWhEsV3qTQct4qGLEmTI4G5G+G5Wfbfr0bE8zr1pc+5Nh+xohBMPJZmbjTOTTHEgleK1N5d59a0ViqaFLWLy4hpjQyEyyQCrS5aslif6XsjnjxiaPO4mptPsn04RdtsEzDp2u0OraVOre6xXVDYqGj3Lw+qJYT4PR+SU6z6xFLLuOZiQVdlxuXzepFhxCA+HiGRDJGyDhBMikRXboovVsCjfttm+1WOh4jBfdogOG2QmwsTiOkHfw1B8ibROBTSSIvt5MEx2wCGfFHFlPZbneywvCFqBL40/xYrHesGjLu610hpGWmcsE2MsG6PT6lCvNOVQghMJQSTEUEBnSBdE1BaVWl0OIKdyCXQ9yNZ8Q5a4x90sKiRGdPYdCzCQU9FaDnrLoemrNCU035NrrWTcZ2gMcsMQEmm3ik6h5LOx7RFKqozNBpicNZiM5JmM5Ih7CSJujJWlEi+9cYW1UoGzPz7N/R+ehu0t2Nmm2m2z7Tn0QhH2jRxnfPQe1l+6ztpLN7i8UOGd7Q7zYoAFDzOocPhgkkNzScLdNoFaVSJ+40MiOztEoOsRsFwqzSiFRoxuN4hmK7TaDuc3KlzYrBKMeISi4t41SiaWJECA8laH8naHZFwllVBpdB22q5aMGvzpn5ni6aeHKcxvszO/xabIja265EeznDq1n+NHRti6cJvt87f59qtNnnvFJLM/xM/89xme/PE0kV6YaC/M1fNFWfG0zvThGNlBEU8pBuBNttdddtZdFndUbhVVtmsedqeNrrrc/9gMZx+bIdloEV4vYTlVqrEWlUgLq6bTremkh/PkJocJiX12dQer1KQeilM3Yvg7dbydGo7u0kuqRPJR7jkxwT0n92MubmAubcpBeiXSwwnadDyPtu3TWNWor2qslBQWK0h3/EahR6HmMHMwysxchJmJADMTOo4pMrs7LMx3+7nRSzaf+Mwon/j0KCM5k0Bvi6DfIhEWfTpDGgMtYQYoqRQKQdkTyw2G5TDI179R52vfaKBlFZLTOseOD/PgsSnOHhrHXLomSxDnNiqCeOrJY2tLHOiRNMIJurVQY2uhzr7pCPc+muPg4TgHs5qs77+8w5svF7i902Wz6xPLR3j8kWHuvWeAylKZ8mKJ1YrCUl3H9iBhuIQ1l6W1vkmgUVdoN1WCGZXsEZg4ZHB2bpSzc2Nce6fE9XfKrJZ9tuwAbaFbRipEwhUm8zmm8jm2Cy6XbzaotxyGhyMM5QziqkNMdamJ80VNxIhZsvcmqHhOIoybiGDWupglk0P7Ivzkj43wyOksqYBOOqjTaYpohw5Ll2pcfaXMyopJKa5SjKm0OoJSGSA/EWPmRIq5yTgH4xEmQiEZU7e+UqVrQC8hCCgqcV8hLohyos8ZDPL113f4f7+9wcJ6GyUcxBcs/FMPJjn5QJKrtxpcudWgumnTK/jENE2Kv2fPRllt9Fht9tjctCUuodfwyRgaQ8kgp85mOXU2w1tXajz/chFqXY7HFe7J6IRnUkRmksxvd7i02GCn0sESOU2+z1jUYDRq0PZ0TE/gOrpsLoucsB4h4bCJgR6Po8fiWFWb1nqT6bDCf/dIlp88k2Ix3JDVKIG5pbG5BYtFj9vbHk2zS7NtySzasMiTiASIRftuNy2CdGCtzHdlGa7HYETgj8M89KFJHnxikr/+2iJ/9bUlibUbG9TIDAUJDkdREiHm326z8LZJKglDI6rEFbgBFQF4qa5YVJctTt+X57EnR3FD8PZ8iesLVRprPRqrFh8+k+bD96XoRVzmLZONtkVhy5P14GiAh0Z0ElkDJx1mre7xwmsVzl9pMD0XY2ouSluIs9s9mUmYz8dIJw0uXy9z5VqZsAsDmsapQ3k+8uPT7J9N8vUb83ztxjztJY/Wos/Ze2J86hNpJqZ0Xr1R5dWbVVKplKzNpR5X325QLfZIDwRl87xiWpRNSzajxZI/pAYwBEJQFVkLIo/LlC5r0SwWeEyRJSEw0APZoCyzY2GaFvFEhPxQilDQoLhjy99hZ7NLYbMrczMEujkSFi4UgQsNSsSmyKCT+8WGiRiwTueCskQDUDQkO01oVwVOWIhfgvkmENHiYLM5NK5waByyQ2Gi+ShaXKeldGjRZWnbYXnLpVHwsQowYIQ5dTLP7IEUV1dLspoVH6uqYDV8eUL0bZ+JA2EmDhg0LBFI72FXXUIlm/GowbOfPcAnPzvDd95Z57vn1phfqLO9JrB0LuF0mPBAGLNh0m6ad/BfogEjZ6JdFbPsYpY9ZmZCHD0algLwRsNmo9bDNz38jsgpVeh5CtkAzEV9Do2GOfnkNCeenOLP/uQ2f/bF230B+KAvKEA4dhDbCeKLCdSeiy+2m+7JjJpmHcyGAqZgAQWZGrM5NG2TzQQJRbN4WoIL1wWapUQw0M82PTyRkRiS8XyacysFWe2OLR1DAwMwMqSRTivUWgKx65IbGCSbHmRzu8WV6xtsbFbpdR2croPa1VG7GmmRnTClyfxY4fzTBCb2kinr8IlB7nt8jK5t8/03VlmZLzImFocJlY8+eYaPPnWG69tFnnv7Ci9cWKDX6KO0x/Me+3I+95xIc/ahEXlD+OILa1y8UOTMmVFZfriNqZQpt0yWNsS0qMjYiZMIx0gluqSTbaoNi6u3XZZXPezdjOYzJxLceyLJrZs9XnyhyfqqzmeePc1nnr2Xv/rmOf7qG+fZ2KpjWx7JjMrR+wxm7wkTEsKGkeDW5SoXv1/E7YnJqwxT0ynE2UNkCwnn5/WthsT65FIhoppGZaNHZdOSAvAZkQGc8ejqHUrNDudft7jwmkVUCH4xgYkKEtIisok/kE0TFUMkG5usrG+QGVYZmwxJAfjWVYu1RYehwSRDgwkcs0en3mYg6jGzT2dsTCOUUzFyKm++0ubNV0ymphI8/EiW/dMRXn6twMuvFwmLRn9IJxXVGUjqZHNBhibDcnrvO9+q8O1vlRmORzk4miKTiRAcCKEnBd6zIyuq2sQ1MdjQo2pbWK7PgBolo0UZnkzKKtSbLKwVWdmo0DN97DbMHkowezhJbbPDzTcrhFyFDz06xL2nMtxcrnBr+f9j7U2g5DrP88znLrXvVd1dvW8AGvtGiiS4SuJikYolR/KWiddMzsTnxHFiW3E2J5lkkvE4i2Nb8rFjJ7ETTzyJZUuKJFqUaYsSSZEiwQUE0Ni60ftWe9ded685/3+7AYgEbTkn0PkICF2orr7Lf+/93u993l0GBoeYmpqQDygvvHyTC5c3OPeBOA/eF6fRc9gSGAzFI59WCYcUtmsu27uedL6JOjSU5PRUlomBNMtljeWKxvyVAleuFMjkMhw5MSsRX+dfXebS25vSASMqPwxjowqTU0lOnJhkanKIN95c4823ViU++/5HR3E1lUvXd7l6vcHK9S4r13p8/MkRSW3oRxy22m1Wy01WljqsLnUZHo0zMhrHMmx2y21iUY177h3m8JEsW5sGW5s9Fq82uXGlSa9nMTAicp0VRnIBWYkB5EDIzo7Lm6/aVAtBnnjsgKzLN1e5vLgqm6aiKeHYKmvLPVmnDmY4dTBLLh8lnAlSaZu89laBy1cqDCVhKAFzh6c4emwOPaSztrXF+naBYsWmWLFkjks83mdwIM7E+BABNcwbL+9w/uVtYoMKsSE4dmqUk2emGRlLc/niAvOXFklFE7K6XZtKrYVh2kTCIrtQNESE+xfpjK6VxYO2i6KZhCIeh08Mcfj4IFubXRZuNKRbVeCeRSChEG97vb4Ux8NR8VArENJ+llkfW5Zji0EnhVwuxfj4kBxWKu00qJRaWKbAYfYJR/xzTbhrRMZLz9AYHekzMizEX4f1NYeJkSxPPzHLiWMZ1ovbsoTgJYakVte7XFsQAw0G4weTjB9IUi23qVXaeJYQuqJ4tkqn1cMyLQbzWVlCaBQPr4ou0MS6bFztFMrs7JQZGhxkcnKCaCCM3TYkCqpUqVCqVImnQ8QzITzDwmz0SDoKH5qY5MMTEwzfkyB/NsGbC0U+99wC71wv4uouakiRiHNRO4VdVlZ2pBCcTo6RSY8zOjrN2OgU9XqNUmmbzc11VleWKZUL8lohJsYPHDjN7IHT7DYqrK5fp9GqcuLYWU4cP0u1tEulLPKCq3QEEtltoGqWjOrQ1LCsePgwqfBJ4tFRkomURAZX2peotC+yvbnO1vommiuGVgKMDoYYG4sxNhqjVDEoV0zqu8KtahDUwzzwgTOc+8BZri7bXF12MEyBU49KgohYlxJJnd36OrX6BqXiNsXCjswdFWKGECkbzTrNZp1e15bHkXCUJ3MR4mnxkBMnKB4+tUmy+iRaIIOnRzA8jVKtSqlalQ5Z4Q4whFPDKtNXDLLiOhMVYrdAjQ+hKDYIRKAiiAQCSS6Qy30McUz2Y7j9JI4XxrQDMr5BZlkLxK3TxXG6KEqAb/32v73Vzf3ITwkBWAi0MRzPpGu2sD2LvlRtRHM0JMvoCnd7BV1xiYV9Udd2BYLMz/71X+4jl+U9V7ctKxQQwxMhwsEwETGoqWjYAs0npij6/vmkBRMEIoN4SphutysR2vtSlzgfBBpeNIPFEKFpde9oWOuyASqao2I96nsqAS0ghfG+eG/hkFP7fOqf/AOefLc7D4PLn/8N/sGLQiT3nZWusDLudcb9ITqBtxVaiY+l9B10PrZSijKyhStoC+KeV4iJvuil8FF+69On7opy/rWf+xyfk04if8jOb/6pvhM1/CSf+ZeHGH93r73rC8B/eIf7Vza/f/iHeenBdyePQmvhRZ75d2+/p2N/pwNYNuAVlX/4z36Kjw6/+6UmFz77H/jbL3wHAnB3i1/7u1+UeGopTt2Bi313M/79ENDrr/97fuz3VPrCDSXQoHYb7BbpkEP2zMf5xR8/y9B3IBbe/ik6lBcu8MIXf41f+ux5Kfgmk2mSiSSRSIxIJEq315MudYEr38d/GqYYNhEDQZafJ+w4WI6PBO0JspE4yYQQMPn9/MK/+fv86KNnGE5/ByrUu19Sf5GfzT7Jp+UggC99SDlAEQLwj901A/hnc4/zGSmkCoHXz4/dF+b2t7MQOUROpu/4lFq6HOYUw0DC6SbOJfG1f/WVEt87+97PvfHVU/z1fyHWCj/fXJyDUoQUuczxGAO5jBSBxZrio0r3hUhx7kkO/p4zTYjDgqzRZ/Kpn+d7nn6UydEEf6FduPfxaq88w+/9B4ewmFZPR8mnogQVm+m/+Ydk/kJKbYu1//IRnn05TKtZl+QegUeVrWvh8BP54T/w+/zKTz5A9H9il979n/S4/vl/zf/zkq+KtdwQTSeM4QpXunBmi/XCX0v21zs/m1o0x4Ui4GNmhRNRiPri2VoMLUgXuLwfkSGq8jzed1n6YtVtp6J4lUR3+8ZTuWaJHHfxvQUeXAhXnuC87buL75IDezcBeF+Eu1MA/q49AdjXff2f+d0C4W2n8ftCmf3Peyub9y+2M+7uSt1DNt/NVfxn0aX3vrXcR7fg2nuXiDu2k3/23s6g3XdB+4Lx7W3wv1IAvo1v3v/e++vIu7fX3s/+Lhe0//H3ZPe77Ps/L5f4boKyf0x8+yzBnceOv9b5AyUS/C6pAvuw79sudP91YkDKkeuJPD/uWO/2j739n1Rec/bc17fw6nfs11tO4j0lV9zTC9evONf2/clijRfDlHsX5D2Uvsj+FYOfrhSGxPOBP8yioili4EzcN4iel+GTAfbut8WaqbgGUa9AxNshnYiQikfpunHKvRRtR2CSfUKDtpdQvJ/VLoRgzxNrg0sgEJQNWTFgI4Y9PSn+ioENsTw7sk+j6AGUgCCfiJXMQfVMkVeHYneoNByJGB5IpTg4Pozmtbl2/WWWVy+gZ4fRs3mmh2eYG5mVJp2kUifaFxEmGqahUTNUKqZKtVWlurtMt1ckIWgvsRAD2Sy5bBa7U6RZXaLXLBCKpQnH0pKKEwpHUAVu2hWRLUF66kEcbZSsvkVO38LuFui2d+QAYcsdoeUO0TFDtI0w0XCPRLRDWK8T6FfQvF1fKTVNFrYMFrdMcvkEh+ZyjI1E6dYqdKui/5QhqKdJRHRSUQ/FMakVmvK5adsOsmUHmJ2Z4tiRQwwlA4TNEnqvwk7dZafhkAwoDEY1aq0OFzcqlFo95sYyzI1mpFNZ9B2E0CZKCsClBrvFBkdPnOTYiVOYlsLmdp3abgXTLmI7FaJhlVhYJRMPkUuGSMbCpJJx4tGIjDESaGJJRXR1VDeIJq4RdZvX52/y2uUl3ERI1oGpOMdm4swOBbFKDaxyk47u0RG0r8gQ4dgUsfgQmWRc0qrWN2+ytrFIsdGjJIxOXQezJY5LOHN6mNNn8sSsOoF6EdNyaRCnrYRxVRGBBlffaXHtQhM9opIX2NMx8RnCzE5FeP2VOq99s07H9QjlAgjIo6DDKX2X7HCEbD5COmCTVsSx6GGYGj1LQw15qEFxzPpECum03RtWs2wPyxIIaIdLb7sMjMQ4+UCaI4dTnB3NcmY0yyuvLvHNby2x0zDp6BpKJEBOCM4xnZXFHsuLXZkdrkU0ATCSEQnCJPTQh2Z56MOzNDcK7MwvY7YaMs5MnO1LWxrL2zKcQg5vGJYrIyj7mktuBLKjwtCSlmUbfSplk1LNotRwqNQdOjse3R2XuTNRTj0SJ6R71FY6FJc6bLVhsw3RbFS6SoUpSTxfRwN95qbDzM1ECMSDBONBcjEYjrtopsXCfIMbl+vUap7MRS7s9tnaBTesM3YsxthcnHwsznAsgdkRmdxNrL6CG43hBsO4lRpueVcOFTd6NqGESn4yKAXxrXmTrXnx91DvQnYixNTJCJkBDbtqyOrHInjxCI5hYzd7xMIOM0d1Jg/ostcYUzUqVZWdosg1VsiMKwxNqsylcsylsiTVHNF+jq31GufPX2S7vMOJRyY5+egU/UKRfqFAlx6NmIMXTZNPfoih1IdY+NLXufHlb3B5q8o7Jqw4HiLMygn0OXk0JivQNuiXO8RiKrnxCNnxEHS79Ltd0IYhMI5ixVFafcrFHl+Z3+S5+U3Sg5AZgkgwRFCJogqyZUP0OkxJcAuHNCzNpaOYMgLyh75/lqc/NML1N1a48cYybiiMlk0yOJphciJDPhPn4peXeefZZd5atHhzo8/0qSg/+jeyfNdH00TVKFE1RrdQp1usEwwEiQsxSFMo7WxT2tlitxmm1gxjBELYsSC7HZe1qw3Kmz1OnZvm1APTDNsmA40mWrCBMdCmnWizfiXI+nyQ7Eye0ZNjJPU++laZ9laNt7bavLXV4kBGk2V6HgVBr03EeOTDp3n08dOUr16idPUiuiYQ7mHUMDR6ghJnUdsJsbsTotLSKXc0VrZtbq71WNs2mD4cYXouwskTaU6fSNPv9lm40OD6pSbzKx2uLHf5gR8Z5wd/eJyRbBulvYnuNknHBeY4RHPXpFUzsDxB/EqjByKkw3101+PFb3R48RtddhybWtDh8LFBvuuRWZ68f4Lq9euy1nYslkuwUlJZEmReI0x2IkduYoDli0WWL5U49/AIP/R/nODee7PYO5s4hS0uvNnjwhs9lmsGW5bBwESET373DB98YJhL31iXtVbTWO+ECaRCjE4ITLfG6kKDlRtNKjWVaiNAcMBj9KTB9BGF0+NDnB7Lc+H1Du+83qUdiKNODKEmNVRzGc1cZjA6wmB0mFqvz3K9i+G4jCVC5EMa3WKFblHoCi4VQakQs26C3CSi4ER/Lhiiu2vSKfc4fCDKx/7SEB96KMdUPMxUIkJtu0Ztp8bOtSZbF1usblicN4K8bgTxRNxbz+bwfaOc+/gcJ45mGDc75A0DzdFQXZ3oUJD4WJBuvUHx+jalhSLhfJ5QfojnXivx2ec3WFxvoQjCUzKtcc+DCe45l+DyjRbz11u0Ky5qB1IhjdOnopw+FWO7a7HdsdjatNm46QvAQymV0YEAR09nOHY6y8XrLV58vYraMDkeg5NZjeThjKzFYo/LKw0KVZFDYQuuL0MBnXwgIDeIHQhRKlpsLgkMpUVCWLKzGrYWwhITvHULtdDhaDbAD390lGceG2CxXWSxU6TXC+KacVY3+1xe7HF5yUAN9P0IDjll6BGL6GSTAmen4wUd3KDNxpIjRZCE0mcyqTAxHOL4A6Oyvvr8pixx4zU9HiI9FMROaBi6Khfa7SsmyVSfoRHhVNbpBwU2Sqe20qO20uXE2QznHhvCC/a5dLPGqtjgDQ+13ueBMynOnU5iBD2WO122GhYbK8KRZ/PIbIBHZwKkh8KQiVAz4Nq1DsurPaLDEaLDYco7JjurXcKBABMTKYaGYsxfLTN/pUxcgcGwyqnDA3zwsVlGZpM8f32J52/cxFhG1rkzcb73E1kOHAlxtdrlWk1MHIQwOiHWFy1uXGzTqAmcpsjiUNgVYl5b3GoLl64nJwvkpFsgQL1syYrGRU6uTjgqcqogKITcnE4mp9HumNIFrOsBorEoAT2IbQmHk8rmSleWbdvStRuNqHJBScYCcnBbF7u+bsmGrnBcpXMRkkJIbQunuIFrgmcJbObeJK/blwKjbbicPhzizFyYeFbFiYAd6NPuO7Q9W154C7U+7YqHUfZIBUIcP5JjejLB1fVdrmzUMLsKfeGgFaz8tofT8xgd1xgZ0wjFwujhKJ2aQ3mxScD0ePqJEZ5+coQdw2XH8Ji/VuOt8wW2d9rEsyESuSBGT6CURePWk81H+dAk8Y8avV2XXs1ldibIsaNh1KhCoeOy03RwRV5py8EW/Pi+wnBUk+fX8akoRx+d5MhjE/y3/7LMf//dZUytx9gxleSQiikuhpYmFw2BOkfvo0b62F6fxm5folJVI4RqhDk04XBsVgj/Iq82g6HEuXSlyuX5GuFon2xW49TsEE+cOMTkQI6XFjd4aXET07Alhm9w0HfEC2d8oSRoAT0mx0eYHBuhUO5y6eqOFIA908YzHdymitNSSY1oZKY0ssMhRodTpBJRLrxSlTV7JMPZB/O4fZerVyqUt5pMZQJMpYOcu+8oD953lOuFMl+7eJ1XLq9g7CKd1McOhjl+MMShw2kOHs3RM/t87flN3nmrypOPT/LkExMQa9HVyuzUWly60uPGokWwHybQDzF3CE4c69O1Xd6+arO4akPHpd9xeeADGVnX5k2+9scNVm+qfO8n7uH7PnEvn3v2LT7/R29TrjWlCyKVVRk/GGBsNkQ+n2Uon+P6pRpvvlrEMT2OHBvgwIE0mhiAcBy2Oz3WWx16rk1YDAC7gnzgUC+4nDmT5eyZLNGcghOyqHVMLrzWlRUVk00Rl1gkLEXseDRGLB6X+aSbO0U2tovkhlVGZ0ISNbV03WBrzSaXiZPNxOkbFk6rRzbucXBCCMABwvkQ4eEQ1y62ZU1OxLn3nqzMN3jh5SIvvFwiEtYkXSEd1xhI6Azlw4wdSpIciPD8V8qyxnJxjh/IyTxwO+jiiAxWzZZTzckgpIIKtmdTNQ06hkPEChExgxw9NcjR04NUO21ubpZZ2qhQLzvUyzYnzqQ4fiZJc8dk4Y06ARseezAvHcArO01Wd5okUmkGBwdkpvy1xSIbWxXmZjTmplXqRp/tusiGV8hndEIBlfWSzXpJ5AL7KMjxTJTZwTiDiThbjSDb9SA3rhe4cb1IZiDDkZPTCKD766+scfGtLem8EI29sTGVqWmVyckEc4fGGRsbYPHmNotL24xNJTh0fIBGz+ONC7tcud6gUbSpF20++tiILKI2hV6TzUbTzyjf7JEbjMtqN2y2N1rEIkEefniS4yeGefuNEhfeKLGz1aNSNAkEVaYOxRmbDKO5XVS3SzavMzAeoFhyOf9yj8q2xpOPzfLkB2d468oab19dxVU8kqmwnIxfutHh5vUO95/Ic9/xPLG0hhmwKDa7zC80WFppkg17sg4dmuTIsYNSAF4vbLGxIxBVliyRU5zNKgznhQA8IF2Hb3yzJKf2YgOerIPHhjhybIz8aJKlxTWWbq6RCCflcdxuWRSLTXqGKeMcxABXMhEhGY9Q2jHZWO1hGi6xhCZzo6YPZZg6mGFtpSHXi1qttzdNLxryfjM1nlJIpPwMdssQDjBxjyDypx2MHpjSAZxmejovBefCthA5/YEO2/KIx8V1UbiRoVLp02oLsTPAgdkghW2T5SWD0aE0H/nwAY4dybC6vcHK9roUlXO5JKvrHS5fqbKx3WH8QEZWpdyW5RgqihfGMaHd6EiX20A+IyuRiRFLR/EUj3qjJXGn7WaXdrNDNjvI8PAo4UDYF3o7XeqNXSnQ7g+82QCpXJoAACAASURBVC0Ls2aRdoN87ORhPnZyjsicTXTO5pWLBT77hTWu3WzKB/30UERmr4ob+Uqtzk65gqKEGR89wkj+EMlETtZufYdSZY3trU0213eoVWtERJ54BEbHDjM6ephOr0GhvErPqHNgZo7ZmTkp/lZKVbq9BqbdxHW7kgAiYjqCgbD83iF9mJA+SjScJ5MaJxbNUKhdYGf3AruVEvVyjYjuMjYYkQLwQC4kXQOFkkGxaNBqC8epTSQS4f6zZ7jvnjNcXdK4uqTSNXXZKIxGg2SyYRIJjd36GrX6GsXiOsXihsTDixzbRDzK7m6d+m4dQ95beAQiQVK5GMlsikRilERijEg/QbQvyBk6tqLQdR3qzRb1VouA1pfT+2LQxfQM2fhPBjMkQxnCwSzhUAYUQcdpIQD//X5b5jqLKX1TEDOIS+6F249iO2IN12Qz0fVEvlVHlqIGefV3fvlWl/iZn/4F6bjXNSHsmJhOG6dvykE6IQJrSghdDWMJF3a3hi7uk8NhoqEwphvEdAWC0L+HFsbbQEA0vF2MXhvT6OzliAoaTIiQyOlVNVzLwLFM6agXAz6BcIZwfAzUKF0hHPe6e24Yl4j4XtGIbLw6rontCkyb72r2mza+O8Zzheiro6u6HNoQTlzxOnFf/7P/+O/x1F0E4Et/+Bn+/ou+a0e4PPedc6LB6nsahDi8LwALIeVOAXhfFLjTAbyfBfwM//HTJ++Kcv7Mp/6AP5Ddaj8rcV8kCIVF3vJT/MYvzt1VAP7Mp77AH+5lwN6SGn70R3j5/QTgX3r727Gue0LjHlBzz32l8o/++d9+HwH4t/ipr90hAD/xCb76g3dxG1cX+MGff56CFDNvO9H2HcB3CgXv5wBef+03+NHf85M/pQDsdMDpENcFrt7i4Id+kL/z0dMMfAfm2nfLH1bhTT7/Cz/CL3/Lv4sOigaQOHZNESNkYNkCje47LWUWr2PjiIEJVzjZRfmuEIkGtT1Of+qP+Pw/eZrp/4nPcuuz1V/kZ7JP8Kt3iL++qPHbXHkfB/DPDjwhEdACLypzM28JUHsOOdFQFeerICLtIaB9+uqeABwUJIugFBZ/8Y8KfPIuAvD6V47xV/+xgSVtST6ydd+Rmk4mGMwJh5HI4xbUCUcKwKKkMCHFCXHu77mD80/wv/3cp3hk+m5hvN+5qFd9+Sn+82/6NLB8OsZQOkpAtTj4k59j4C8kAAOVb/LcP/5nXGs12a3XfQS0RD8H5LOO/bH/xL/9ifvekzn9nX/ad7+yy43/9nf4pReEgKthanF6alJGvIj7R7HeaLrv8nO8vjzWJERbZg37jmqJohVORE2Tf953n4tmkdg3/h7Yk4/3UM5+dqkvCPq42j1knO9P3BMz/d9dRZECuHQj3kX8le/yLpflnQLctwnAP/2bexjeb3c13xLq7sjHfb9tKj63L1Z/e5brn7sPfLPxt7l894XoOxHMf+773OUF+yLhu+Hd+/m0Uvy9Q3AU580e9Ph2/vL+9r1FRPYHON79691/916H7e1vtC+dfpv4vPeGtwzg77NP/U11exu/R6i/y2fb/6zvJ/7uC8B3/n7nvt+nJvjDR+K/IuJD+r1vrWd7j0d7A1ViuEqgjv01T16fhcHglqgutsXeEM3+/t/7mq9v+18Xg10C/+k7jwV5xs84v50/jJ/BKwhzEvfsr7Pyswl3sCRGCLft3oCXFLCF6CqOCEuWuFcSJZzEwlggBOBsuEYuvEtMRBKFIzStGIVunJYd2vu5xLGuC26JvKcVUTjinsWR92zi+Tco+2GSgu2KewZxAyB8eeAqItdS5Os6OH0xqKoT0oMEhajtmiiOQbnepbLbJZtMMjOWJxLwKBZvSIKNyN6s2x5TwxPMTRwgn4yT0kwSqoVjKziWQrHlsN20qffq9Cwx7FgjoCkyBiSXGWAgm6PX3GS3dJ1uc4tYZoh4eojQXrayrohrhImnRDC0GVwtT05fleWYLcxeh1YXKs0I1XaEnhfE8AIkYy7ZpEVYa9F3qvTtOm7PwO0aLBVMbu6YZIdisicyPhqDXhul25aIW/phKQDnEhqqY1He2ZWDuTtOkB3HF4BPzM0yENdR2kXcTplKG8ptpAM4G1ZodrssFmvsdgxm8mlmh9JU2yaVloUb1NGjYTxVobZTpVaokp+YYXh8hr4eoWuIbM023c4WplEgItDcgT4DyTCD6SixqECO6xJRqwohSo0QUKLoROhbKlbHpVrt8NbVFVlWVMeKBJieiHJ0OsbscBitbaN1bKo9g6rIeNbTBMIjhCM5EtG4JFKVa2uUd1epdgyqHYd215XZwkL1PHt2WFagtYtbLPg0ikwaMxChUDQoFHrsbNhsrzvoAiM6opLL6xyYDHNwMsK1qx2uXenQMFzMYF9mc1pdkVfpMTweIj8eIqa7RPoWfafv0w1tBTXooQX8e0RxrxAMaPJ5XRxTYoi723W4eQOWFhQy+SiHzyQ5eDDGmdEUZ8aSXHxni0si/7jcY6fnYekKA/kgiZTGzprBzropo28kSUacK16fUEDj+H05TnwgRxKPqGFjNdrUanVqjQ4Vcfz1IBhKEAom2a1bbBda9CyTwUlkDcTCDMTDsh/dbLrsNl0qu361yg7Nss3J+1I88HhW4tY35xusiyF7PURPD6IJelRco68Iwd8iqPc5MhvhyIEoQfG1mMpYOs3B3CBhW+PKm8vMv7HMWtFlrehRs/q0BKkmIeLZfDF+MJFgMBnH6gqzUFMOUhj9MD03iFNt4labtC2HluMRTSuMTeukUiqdTYXOhkKxCqUahLMqgzMKsSTYTRu7YaPEg6jxIGbHoVuxSMTg+H1RDh2PEBDENgM21lyWlly8cJ/cjMrYnMbZ8RxnJ3Kk1CRhN8n2Wp0337jBTrnM8YfHOPbwKNZWEXurSFexaIvUj/gAo5mnGMk8xZXPPcfVzz3H5VKVy5rGqgct08FRPO45Fefe0wlijkewIzKn+8QGVGJZ6DW69OpdotER4slpNDOKW7LY2ejwpfkdvjy/Q2ZIITukEIuEiATCKJ5Ku27Qqhuoe7FKA2Oa/DmOHo/y8D0DnJlLUVmtUxF0S/FIGdbxFBGFF6Db0rj2WlnWatllra5y6GyUv/K/Z3n8I2mSaoSEeKYWcWQtkUkuQP7QbZtcvLrDxasFjGBQVmIwQX40RacN518sceNyk4eemOHBx2fJdprECxUC4RaMWjiDNtvXFbavq8THcmQP50mGVGLCAFFs8fqyKIENDnFsLCyjxC4vtLGVEE9/4gzPfOIs1ZsXqd68hB7okhjQ0cMKhulIx/TSgiZLi6WIZDNUazY3F2ssL+0SHgoQGtS5/wOzPPrgYbSOy7WXbnLj4pbM413pOHzk6RHpnB5KNKG3TkDEdcVTJBNpdot16iURryiMayL2K4TV7tKud5m/5DJ/2aOhK3RjKoeP5fnw/dM8cnqEtdcvsfraJTZ3LTY7CmtVRQ5tVNqCJJmQ20+1LVRbUHXTPPX4CLNTYerbBRo7Rebnba5csanZfawY5CciPHbfIKcOpXjjhW3Of32b9arCdidAdjTF8ZNZDs0lmX9tmyvf2qZi6+wKjHVeYfqQxeR0n4lMVNZbr1q8/aqFGU8QOzJEZDBEwqmScCqEiRMWRDZVoae5WJaNWzexawbdaptOtU3bU2iJIUwx/C9MEZq/VpqWKg1tYh06ciTGx58Z4dEPZBjsuwz1xbOojuXo1BdblN6qsHqzw3Nlj6+WPCaHYkzk4xw9keHUfQOM5XQUoakUmlQ6AcrtAAOzIcaOhkloDmqpA8UuTU+R9bULDf7otRorBcOPlxELx73nYtz7QJT5G10u3+hgtzwifUhHNKlQzx2MUTQtSobFxprN6nVbThyNDqmMjWjMHEozfSjF1Ztdzr/TQG+aHI32OZ5WyB7LkTmW42apKwXg7WqPjhDATJeMp5ARi3o8gpKISvfM2mJPZu3lR0MMjYapdz3qvT6RhkVm1+DUaITv/cFpPvxUnpsbQslex1BiuIEsC2su59+u8+bFhpxUyg6F5U2bcERFgxr5XJhkUhNpvRhKl611RVZWVziUVRjPBxg9nmH0eJavv1DiG18vSezvgZkYiVyAhmJTdxx2l1zqSx7JtEduxCOaCqKGIvS1MNXltqyDx+KceiCFF3BZWGlQLvTIqQFyis7c4QRzh+P0NI/NlslW1WRxvsvifIfHjoV47FiQnLgZSIeFh4JG2aVR96gFdapBnfXFNitXGkQCAQ4cyjAxmeLKlRJXr5ZJBTyGEwpHDma59/5JMmMJvrGwytcX1nBWwBEC8NkEn/hkjsOnoxS0PgW1z/K8zdIVm7VFIYxbdFo2yYxFLOHQbmt02jqu6tDXbUIRiCcEhkOlviMEKs//uyRE4zrReIhYIkgyq0gHpHDhtNoGltXHdcRNuC5z5WLxCKsLHVYWOjJTRAjAkbBKUkwiRgJoQQc1YNMz/QwJLRAinkzIPMNysUmp0CCoq8RCOiKKTxFP1Y4rhTVRD9yT4YGzGZSIRdls0rANesJp66k0umIyRmRFO3RFBrCic3AyxfBQjGubDa5tNOn3NZkx6Rga3VZfug/TSZtM0mZmMsfszBDtlsc7FypUdlqcnQlwz7TO+MlJxk9M8faVKl/44g2uXiuRyKgkMyK7TzzsC7SjJxtUMktQ5Mu4GkbTxWi4zEwGOHw4jBZTqfQ8Sh0Pc9dv3jt9RSKgx1MBPjAW5tRsgulzeaYfGOaz/3mFz/6XZdyAzeTJkERVC+FTlGj+O00bLdQnkBJjDX12qx6NGuhWFN2KMDfucGLWkuJGR09Qd8Ncn69zbb5BLOmRHVY4e2CYZ04cZyo3wFeuLPPclRXZ8BVO+eHhiHQ9CqFvdXmXleVdDh0c5dDBESoiP/VGhWKhiSrUDcumU4ZOCRJ5nfSEQMHGOHp0mNGRNC89v8lLf7LJ6ESEI6fTEuEqBK5e02EqE2Y6G+aQyGc9NM5CscQr15Z489oG7b33PHdvhnP3ZBmdTJAcjFKuOvzJV7Z5581dPvHxST7xsSn0dJNusMRaocnLL7d44/Uubk9gCjUeeyTC009H6esK37pscWPJQjNMWY88PMTDDw0x/3aP5/5HhRvzHh/7ntN87HvO8IUvv8Pnn71Io9uSGebxFMRSKqmszuHDw8wdHubq5SqvfXMH0/Q4emyAgwcyRBxF1q5nUPK6NG2Rw9Cl1zZpl/pyWx07luH4sazMDe1H+zQNiwvnm7xzvikzgkJBl1Q8QiaZlAKwLhpgisZ2sSorm9cYnhLZzn3WlgwKG5YUjOPRMKplo/RMBpN9Dk4KhHGI0HCMcD7O1nqTrbUW48NRjh3JkkqE+eoLBf74hQKBsEIwrJCNawwldInBmDycJZVP8PyXCjz/pSLjoymZiR5P6dSsBi27TSKmkIgqpKMhsrEQtudR6fSoty36uwrersKDj4zx4COjNO0uN7fKLKyV2Vo12Frtceb+BGfuT9IpW9x8s0XAVDj3gUFOHs2wVeuwXRMZpmFigo2tKLR7XUyzRyZmkoka7PYUih3RVNUZzATlOrK0abK8ZSKiAoO6Qi4aYCAaJBYMsdsTwzhhVhZLLC+WyAykmDsxhdcP8torW7zzZgHXEyh7h+kZnUNzAcYnfNfr0FCa2m5NogkTmRC5fJzNosVLr1a4cq2F7kHAhScfGObJ+/MoMYuS1aDYa7C7a7G7axIXk8XJOJWixcpii2gowuOPH+L0qTGe+9ISz315mV7Xz43LDcY4dmaYmUMZSpublLa25IOFyNKuVDxe/UaT8hZ85EMzsr719irfentFRiMMjcUIR4Jcv9yU9ei9Ezxy7wRqxKFs1tipt1gTA0gli4Rwbys2Bw9OcPjorHSobhS3WC8UWF22WF22SacVhoc1RsdijI9nCWgR3npVDEDsEs3axHIO4zNJJmcGyA1GKZXKlIsVosE40UCCZt1iZ7tBt2sQiShyIligpIfzOTZWmixcqUoBeGgkydBwkqGxCEOjERYXa1y6WKBc7sr+iugOyRiIsCapFJnBAJbhyonsTtuWDkdRYj3vtD05rHHo0IgUnLe3ShQKVYmSsiyXdCooc16EALy9bbFbdzhxPC5LCPYLN1oM55I8+dgBjhxMs7y5KmtyKi9rbb3NO5eKrG60GJ3OySqXO5TLbRll4NkB+dAtBGCjazAwnGYgn2ZgdICBsQEs12ZpeZWNDYEdFz4DXeamJpMDhAIRSZDrO5bMdu11axiKiamY9GoOvaLLADH+6gdP80MfPI01XMIaKfGN1wt89r8XWNlwOHJqSIrohZ02hUKLltGla/n5rHMH72Vm6iSeK3DQOtX6GuXqoswjKu80aYup4oS4P4BEcpxkagzbFUN/Fbx+l8GBPIO5vHRpVas1LLOLJzB7fZHN5rc2I9GIzBzz8XgaocAA2dQx4pFJNktvsVF8C7PTwulZZKIa0yNxxkRmWFInmRAkGFNioDtdSwo90ViEe06flHV9Oc71pTg9U5MkZHFMpVJiMK1Prb5KdXeFcmWVcnlF4vqEM05M9VcrdarlXWxL5HmJrCsx0JUglR1iIHOMgfQxFDEpb9sYdpeu3aVjdWV0ge+sdwnojmz295UgATVBTBsipg0QDMQI6iJfTQi/DTyvieXUsBwhjgsBWJA7kqCm6RPH60dwPYGb8h0ltt3GtlooWoRXfudXbvWdv/tT/w7F01H6wu1qYnttXNm086QILMRfUSK72haOAdUjFgoRDYXoukF6ghyy123WRXMwKDC0HqbZkXnZfmaxyDwTja+QbJq6toXrmJhWG9NqEYwMEE/NoukJup0W3W5LujBty5SZ5vFYXKJrZZ4pjmx8+seD7/qVOXj9EAKuL4QWITLvC8BCyv3Zf/R37yoAv/P7v8zfe0mQYsQx5AvAos8rhBY/udRHqu435WXu3x7S1I+G3Xduiubt7VweRXma//SZE3dFOX/6Zz7LZ7+tue4HF4aEMBn8Ln7rl+6WAbzBp3/m8/zBu2maP/ojfPOhuziAb7zI07902wF8S2e8JQnvufNQ+Pl//nf46HuyVE0u/P5v8re+doeg8n4CsMBN/9M/ucP36x9a7xaARVP9+37mb9w1A3j9tV/nR/+raG77+EzcHjhdQqpBRLjgowpjU3M8/viHOSWat5G/oIxjrvI/fvLD/M0v1W/lOopmvxB1JQ5aop9Fc993zYo/iwa8ROTuYZrlxeFvfY3Sv/kgf7bp16BeWOWd117ij38zzY899wN3cfS+yM9knuBXbu2P/UGA9xeAPzX0JL++54TznZV722DPIbcv1AqBVwjAfhjrntyviHy+gESwC3fpLzy7xSfuIgCv/dER/vLPNel1OntSWp9IOCLzkTOppHR9CQF4H3u+H5EszhlBjBH3jMLJpnCKH//Vf82DY3fJ4r1j19lWk8bSRW5ceJb60Z/nL51NvmfHlr/xGL/1GwrRgC7jh0QTXVdNjv/tLzI8+Bc8DrCovvDX+L3fXabZbOEoGsFoCgJh2oZJ54lf5hf/+j3/CwXgNjd++5N8+nnfyUckTT+Sw1XFcI4Qe1UCoSiBcJSe7WI4nqye08cSlCpRnggKD4pcIyndik0s9r2gRQQE1laKwv755mf57g8H3CkUitgAfzWTPifhPNxDQwuJRjih/Pzg9//1fo7QOwXgp376N/3Dbl+Eu8P96q9B70UV3ymB7n913wF8N8Pu3T7hbbHP/+otv++eE3lf6Hs/gfvPO4puabb7Gb/77Ia9TfYeAXhPaJTi+y1B8s5z9ttp1P+zblv/erQv/u9L/v7q6x8H7/3J3i053xLH99zKf95nuZsI/O3fxR8Eup1Ffvvz+YM2Qr70I618YVcIsfu4AjFwKQZKxNCCT9aQrnUpxu5/zZN/lv9m33V9xzG3/zPf6bx2hEgqUer+YML+dpNy8F5g9m1kuniNL0hLvVUOYggBWF6YfNetfAchAAvagqDROIjT1FP6GD2LXsdAcXqM53qMZ8V1LERQC1M3Imy3Y7SsIIqgpYj7K0X0pUQ8gSfJNuKaY4lrk+j5qLq8lxEkf1VE2MihHDGwJhKVDOy+Qdto0TZbhIIxktEssUgSre+i9l3KtRrlWlXSG8bzg9KJLPJhLbvFwtoaN9bXGB3Mc3BqmuF0moGwTiak790A9dmsdVittGhbLbSguHfs4BomjmmSSw+QS+Xo1FepFC7Tbm6Qzo+THhonJEViQWDyEdt9PYGtjePqWXL6TbL6Tfqit2XpNJt91rfEs6KNGwzISieEYCqycru4dh3bbGK1upjtLqtlm9WyJU0ek1NxJkaixFVPliVMwgYkIgEGRb/VdShvV+VgbtENypqdGufEwWkyEQ2rUcBsVagbGnVDJ6aLQXPRC+uxWWvQNgzGsykmMklWSi1WS20CiTiZfJZIPExtq8DuVgE1lkWJ5gjGM4QTKVAcuq1NzM6ORHKHVEdeu/LZmDTGiJge2/VIJPMkEsOEg2nCegq751Ev1ykUKly+uSnL0IV4oDA+FmFuKsas+Hm9ADEvwFa5yWZZuD8jqIEsgUCKsC4GpHR6zg5dZ4eWbdOwhCjt0m3Z9F2Pe86OyPKqNbprO9Itm5jK4UQizL+zy/yFOrYVwDYDKMKhl3RIpBUOTUY4OBmlWLApFhxKLZOKYVBv23TrfemQHZ8OMDGjE9JAE+eNI55NRB+zL8Vfoc26Qod2kEJ1JhkmEtRkJJWowo4YkBbmpgjTR6NMTYU5MRrh5FiE9cU6azfrLG52uFYwaHkuQxMCX6zTKFk0SxZmz4+zcyxdErLE/wZnYWgW7p0b5dzcJHbD5K3zS9wUualxFy/hkUyMyNreMrh6pUSt0SY/A8OzfQJ9CPb7WKZCp6PS7io029DqQLNp02xa3PNAlkceH8LruVx/rcqN83XiQwnigwkc3ZHP1l3Hom3YMgLx8FRUVijeJxjzOJQ/wD1jZ0j2E7zzzfOy5jc95rc8uiHQBiGchrTIPo6JAYw4uWwCy+jRabdoikiytk6jpUHLot+yJNZX4L9jOZiYVcgPaoR6YULdMCtrsLqm4AYsIjkTPWLjiNtuoy/Jp6J6rT6tokc6GeC+D6U5+YEETsWRdW3e4OKFLm7IY/ioxuyZII8dH+DREzlSSoSgHWJ7tcnbb6xTqDQ49vAQxx4aorNeor1eootLRxi4Enkmh55hcuhpLv3+F7n02f/B/G6Vq9EgawjB3ZLxK+c+kOTcfSkGQgGSCAy9gxYxEHmWu2WDWrlHJjVKfnCaYC+EsdZhc6nFF69X+dL1KpkBxTerJYMk4mF5HahUBc67gwQOdRTO3hflqe9JcPZshKGYxkBEJ+iEZJlGj57RYn29x43rNvPzFhtblly7WoZKx1E5em+MT/xwlsceT5HRQqSFO82KothR9HaPQHOX2k6D514t89yrFdQxFXVU5cCBAc4eHsFuanz5Dzd5/ZtVnv7kAZ755AGilTLcXCcQ6hCe0QhOqFRXHVmBwRSRySxJkXfds3F3Lc7f7HF+0eD4TIQT01FuLnT52gtVmh2N7//xU3zfj52muXWF1tZVVL1JJCP6FAK2oWJ0VF5/w5U1fnCc4/dM45g2y1c2uXlli7ICFRUee+R+vvupxwi1La585RUW3rlOORmQdd/pQVmZyC6qvUaADtH4MNH4CLWtHblmCtKXFs/TMXXWVgW+WKx5AYo7OkomRjAf48iRYR48NcE9B4e4/NU3mP/qGxQMi7KmstmAlc0+xV2R3KJLU4nI9D15Ks3cmMaBAY9k0KFUbVKutFhYdllYclFiAm8vYg+jzI0EySdUXn2pyqsvVdis9Cm2FaYODvLoY9Pcd+8orz27wGvP3qAWC9IeSZAeC3BowmNiyCUS8uvNl0V5uOkE6VM5MmMxRrU+o5pIIHCxur4ZZGAogNUzuX6hyPKVCkbHz6YXzm8nGSIYUSUZIKL2ZUxpr+5ghR2smMPxk0k+/l1jPHQySbhaJ1StE8tPEh+eonezTf3VDZauVPn95Q6/v9zmww9P8/jDMxyZDDCZswkabbbmK6xfr/HmjiZr/GSYo+ciHB+PcygQY1oJc315m+tLW7xyw+TFaw5bu/5YaD+V0Tj3UJxzD8W4eLXDpWtdPMOVzqx0THD4o4wPR+ioHm3VZWPNYvGySaduM5yHkWGV4fGErMU1g0vX2gTbFkciHsfSCoMnBmTdLHe4tFJnq2rQ6fkuiqTVJylMiekoWkYIwC6rCwbdlsf4VIyJqTg71R6FSo9sx2HWcDk7FeOJH5jg/qcG2VgvsrFeoNQLULajXFuxuHi5wfzVFiMTMVlG15H29GhQZVyIwhkdQ+lhqD3WV/qsr0I+rHI8rzExEiB9MEXqUIqXv16WJdxUMzMxomkhXhjsGibd7b6sdAaJ2oylw2ihGMJvX1xqUrzZZGI2wNzJKMGYwm7dxmi7JDyVpKcyMROTZQegYtkUqibzb7RkPSYW27MhckMBVLGIBgJoVgjX0lk0HBZ7NmsLbdavNgkH/AyEsckUiwsVWQndZTCqMD2V4MjJIZLDUd5YK/LGehF1TUFZh3P3pvj49w1w4FSUFdtmxXJYeMOQtbPuUSuLSQWXWMogFBdoWJ1eQ1hAXJSwI3n7kbhCKKLQ2lZpbYvmoEsk7kpkdCIZkbkSiaxKMifyAy1abcFCd2g3RdNSJTsQkQ3/9Zs91pd6srEqIlGCAYWIphMOaITjNqG4uAFXcWQWnGgERvC8ELVqg1q1STSkyMzggKA/W64M0Y6IuISwwqmTGU6ezGBrNoV2Q07MNdvCsSXghKossV96uw5BT2V0MEYmGeLmTpub222JIBRuJNfW6XXB7PaJ6QZR3WBuNsvxw0PYrsrV5TaFnQ7ZvkEWk4c/fJiHHz/CzZ0mX31pifnFMrZpYgkBMRRCDYbkQ4tA1Akhra9syAAAIABJREFUuC/cPLaK3XFlTY0HOXQghB5TqVp9KQL3Kha9shCAxYSoytRgmIdm45yeSzB4Is3QyRRf+L0NvvB76/QDHtMnIqSHdemo7Jo2TlPkdrvSmR0RjmgVKlWX3WofpRNE6YQ4Otnn9CGPaFKh5AQoGBrrix1Z8UyfgVG458AIzxw7xURmkC9cvMEX3rkhNjyKYzM8GmNiOk0yFWLpRpXlGzVmZnLMzubYbdksrLSkIy/suYTEA2NHp9/R0OKgpfrkRiIcPTbE+Hia86/u8PorBenUGxFiZCiAKZDRrkY+opGPqoxPDzExPchCocL566tcXNjGqIJRUXj4XJ5Hzg2TyAqCgMLmjsErL5ZYmG/yPc+M8fFnRgkPdLHjdTZKbb7x9Savf6uD0VAw6/DEh2J8z8cT6FGV89ctljYtYp5DzLM5cybNmdNpFuYNXvrjJkvX+zz8oSOynv3qFZ796lXadpvkAESSfpZaNCKyD4Y5dWqY69d3Of96AcN0OXQoy+x0iqSjk3Q0eiGLdsRg1+xQqjXYrXbp1VR6NY2Z6TgzU3HiA2H0RICu0+fyhRqXLlRlhq2oVDxMNh0jKmx4Ip/H1ShVG/KCmR7UGZoIyYf47fUupR2LcEC4t0JEcIniMpxSmBnTGR4Oog2E0AYEcaAta2I4wbG5HOlkhK99s8SfvlKSjrie4ZKJK4zndCbGY0wcGSQ9lOZPvrjD818sMDmZ5tSZIXlcFRplat1dBrMBWamoyJCIYLl9Ku0etbpJe9OlteXw5FPjPPnkBIZqsFqucnOzysoNMTDS5fQDcc7cH6dXdVl9p4Nuqtx3ekDmiVQ6AllvSVy6cH0Kl284BKGQyD3pEFHb1C2FiimyLYPyQUU0BhZWeyys9EjFdZJxjaiuEhRIsL5G147I2lwpy8oOpjh0fBLHC/LKN7d4+82i78bzXKamdQ4eCjAs8mGyKbKZGKouREYHLajKCeG1LYNvvVnnxs02wnAk2qkfumdQlha3qbpNanaTdtei3bXRAhFUPUKt7LK1ZhAJRXjw3AxzB/P80eeXefZzy3KKPZ7UyI8lOHpqhKkDWQobGxTWNxkcDTE+m6Ra8XjtpQbVbXjmiRk++sQsr5xf4ZtvrKBFVYYnk4RjQa6+s8vVd+o89cghnnp0DkvpsFhcY7VSo7jbp9rokxXZvgGPcZElOz2CGoTtapGtcomVGw4rN2xyAwrjkxpT0wlmDwhHbYzXXqrx+stCALakCCyc/7mhKIlUQGaLdtptAkTQlQituk2lLJywFkITFASP0ZEhxkYG2Vips3C1JPFSo2M58qNpmceSyAS4uVTlyuUipUpPOt5FPyga1SU6eyAfktXtOFRLIgfEJhhSCYZEto5Dq+UylE/7AnAsQLFQoVyuSXKDcJQKOkUmJQRghWLZkv9G5LYfPSzuYSxWlrsMZ1N8+KEZDs0kubm+zM21ZeYOT3D48AQbWy3eubTD8lqdgdEsg2MZyuUe5UpPUic8W8fsuNRromHfY3x6kImZAZKDKWK5FB3DYPHmEuvrGyRlVnKERHyIeHwYXYv4jgfbxDEqOGaVruLSUx3aRYv2hknWi/DXvvse/tp330s5vC7rlfNFnv2SwEl7HD3tHzs3b1RZvFHB0220mEcmN8ihA/cyNXEco+fJqtSWKNeuU62U5MOauN9KZwJkMgEi8UGisUEpAPeMKo7XIZVIkkqmZJauzAHu9aQrVDTNxWcPBKMyiiKVTtPpNSU2GqJkk8eJRSfZKl5ks3gJV6CELVc2g+Ymk0yK5slezMfySpvl1ba87glXcTId4/SpE5w5eYKFlSQLKym6hhBT3D1EuU447FGrr1Ctr9BqbdBsbcrmXzaTlSLl9kaZ7c2SdPnruioJIJF0nERqiMHUSVlGdxezW8f2OniKiY2JYVlSBBaRGKru+dnGkQHCWpaAl0X3kr7zS4pUPRS1h+d1sJ0mttOSA18iG66vJlC0JCgxvH7Yd8cK1KjnYJoCT96ir4b55m/fdgB/96c+Td9V5XBZXwi/dPEUA0+4UVTPdwAroT0BeJeg5hILBfcE4BAdJ+y7NvecNfsCsGULYkuXvuvnWEkBWAvLhq/rCAFY3Nd0sEUuVygrEXZCABauYSH4i/3d63YlrjcRTxIQEzfSgS8wLiLfV6yjfiNJZAEL54e4lskmr+gaC7yq8Mr0PT71jz71vgLwz90SgH0BS4hZ4nchiOyLIvtN833H1W2RwfffiTbxvgAsndDK0/zOr5+4awbwr/70f98TgPcb476gI/K5AoGP8NufPvI+/+5z/MEtV9OeM/eJ7727K3fnKg/90z/+tr783QxdinKYf/dvP8q51LuFgiZ/+g9/h/+zKq6Ne1974pP88V+5iwN45yoPv+t7vZ8A/P0/+xN3FYDXXvs1fuR3/VxIX8kSyB4T3eui9bvkoipTAzEGIgr2bpHs6IM8/F3nmJmeJCYQKN/Jr/KL/M2ZZ/ivspkvUNX7/lVf8BVC7/6xsy/87qc0+obbD/L/3vgaPzB1t29W58ZLX+Z3/81n+FdffWcPGS5e9x+5+j5I55/OPMGv7kkYt7Wa3+bq+2YA+wKwFCb2gb8Su66g64JU4GfqiXXHjyvYR4z7O1C8RuTYCwH4/352k798lwzgtWeP8Il/0MLoCTy7f1zHY2IAI0YiHiMVjxMOhfxzqy/WBpGFqUj3qun4WckSkfrJ3+Df/8jxuyKf7d0bXHvh/+OF577EtU1bDvUKZOpTv/IWP3QXAbj0wjl+/TdCxEIB0oLEIJ53FZMP/P2vMvEeV//+vrHYXdkkMTOLeCL8tl/2NS78k5/gTzd6eFqQQCyNp4ep1ZvUTv1f/Oufe5D3yNCFP+Ff/Ny/9N3g7p5MKbNzxborHIbiGBLC1R0DA3tWRnGWh0Li2SREMJZGj2VxFV3GVYi8sWAkTjCawHAViYHruYoswxMxPiqWeO4T4q8WwJOpfP66EZD42L2BFTm0IiH0/gSDRDqL3/2VSuwrsT/FJ94XgHVJd/DFXxEq8F4v6ru22/u84Plf/olbLxQCsBDw9pG9d4pwdw7S3PnO8m33hdS9xcYfLLhDMP1Ozu871M478ca+k3j/vW7//l7R8u7f5NZ7CRz3nuC4vyn2hd9bm2Z/e+9//j0h+NZn2DOl+lmyt7/fnyW6vi9qWX6PPRrAfj7trZxaf6Pe6UqWa/K7Hdj7n3dPKN//SH+uCPxud/Yd/9+/TxGDkoLytj+M4v+sYvhVkBZ8J7BPZBCUE/FcJdf+vfxccS7JZOo7BGDpdpfnl7gHuv2+8rOK95I52XvXK5mN7QvMYjuL5y1BB7s1mODTl/1d4C9zt8kKe4uxP8oiVlHfYeyXHykmPqfSD0qTgsg9DWiu78T1BPnExOiYEsU8kzeZzpvo/RBaP0StF2GrHaVpCRKDiMuAoBqQJe4zNc1GjIUYYgDEEfvXj5/RxFrbd30suswLFp7jHlZfDE226JhNQoEE8UiOWDiDGMTThUN1t8huvUgkEpRuXUFxCEeEqNxnYXmRxeWbJOJxBnMDDKYSjArCQiLC/8/Zm0DJdZ5nes/da9+rurt6R3djJ0AQJCiJoklREiRLlrzItuJFE8f22HNOzvEyE8c+kxknZ2InmUlseRvbsWM5Hk+8aGRLY4u2NsqkRFKiAGIhtm5sjd6rqmtfbm13yfn/6iZBEoqTtM53QKHRVdW3bv33v9/7vc+rSdq1z0a5wd1Cna5rE4wOMYw+3XaTXrtJPBohEYnSbW5Q312h2ymSnJgnNXEAw+9j0JfuVvQY6El8PQt6hIR2i4R2Ww6GDp0Q9brDnTtl1rfqmLEwRixMJDAkGuihK2KfazMc2PRbXXrNLltNl22Ba05a5CdC5MeCpAOqjBoU0SvCSRoxNdIxQWnzqJeb1GodCkNN1mx+nMNzk0QtlU69iN2s0nUD9ByLoCZcwB69gU2xUac77EtnZj6R5NZOS/b8AvEIuck0sUSI9k6RVqFAdWBSHRiYsRSJsRxmQGXQ3mFoFwmqIr7AZSwRZCIdkZEk5UaTRqdHOjtHJjOLrosExiCdtqBz7VIqltncrbNZqjMQQoKukM0YTOdMJlIWAcck6FqUGx6VpsiuFcObYg9soGPK88TVy7jaLl08Or5Cd+DREQ5mQTE5McHJE+O45Tqde0U0E6LzSZygxeVzdV47V5f515pmyIFvQRkMRFSmMgZTWZNabUit5lC1B1T6fWrifrjs0W/5TC9ozCwI4X8UUy3Xz/0Bjr09iejjClKWcOcmY0EsXaNaEdmgPSplg3LZJJ61mFoKMDVtcSRvcWQyQFGgle+JQf8Oyzs2tuoxuxRiYsZi0HAZ1B1qux7lkke7qTLo6QyHGla6h5XucvaJQ3zvMyehN+Cl569y7foqftSFmEc4lCMSHqOw1Wf5RpVGyya/JJytCoO2y7DtYnd8Ol2wuwq9nkqvL6h0HkPX5aGHEjz6WIp+2+Hqq1VuXGqQmRL37Sm6Q5tWt0mn38MeihhDODgX4tB8EDPkyDo0tsQj048R9+Kcf/4VXv2Hb3Fp0+PypgcZjcxBk4RwsPoeIcUnGDIIBA26gojXtWU/otVW5O9Nx0OxPTxTwxc49KzK9KzPWFYh0DcIDEyu34Abyz59f4AZ66FaQxxH0A7EUJwrM3O7DYXGjkIsZvHYM3HZTzPaQ4zWkBuXBVbXFneLxOc08kdMzp7JcfaxHFERHdT32V5tcfFcgVK5w7F3ZTn2RJbd20V2b5douS520MSI5zg0814Oz7yXi5/5Oy4JF3C9xnLYYEOYsKqOFNJOPRzm1KkQExGTjKkTCboYgR6K2WO31Ke8OyCXyjOTn0NtadSuVVldrvGFey2+sNoim9PJ5jQsU5drqOj31No9WYIMKs7Vd39HjI99PMNDR02GVVsK6ePpFOOpFL1Oh3atzsqNJhcudPjWeZvVXYXV8uiYgc7xR0N8948kePKZGGnFlAVjKORQKjXU7VUKqwU+/UKNTz9fJ3xYJXRE5fihNO88mMeta/zVX2zx4gs1vueHFvneH17EKGzTu34HQ7eJHggQmrVobvdobvXw4lGUsQSxUIAJ0YO0Pc6vNHl1pcXRpZisOys2X/1ShXoDvusHD/NdHz9Eu3iTVvEmutUmlHaxQgqGYzJsa3zlhQFffn7A9NIEDz0+Qyyg0C1UaG7vcqfb5Y7d5R1nnuADT38As9bjxt9+hdsXX2N3zGQ3Z7GQj7GQjzOWbJOK7BIJDTGDk1ihSar3tqnd26LT0+gpccotuHWvxt3NBt2uRde2CIkeXz7MkcNjPHZ0iofns1z/8gVufOkC290hBVVjq6WyXlApCSy6NAW4vP/sNGfPzjAdHxLt1/DtJutVm/VKV+ZnbxU94pk4cwdzjGUDhAVhrdvllQtNvvVqk0pHoT3UWVwc4zveNctjJyb42ueWeeFzN+iOW3AkTmxMZzzokA46mOEhRmTIyqs6yxc0nFCAyEKYaDZA3gyRN4M0G20ajTaZuMaB6ZA0I5x/eZvLF4p0ezp234CYEL0NAlGFcMAnZHiSGNupuBhJl+CYx7FjEc4+McbpxTBaqYxa3CU5s0hidgFP6IwX6qzdqPOXrxX5y9cKvPvpWZ54apaFMYWJQAe31mTlUpWb15vc7ka404uQX9JYPK6wlAkyp8WYIsTWblnW16/bPHely2ZF3FFoup9KGTz1dIynno5z4XKLC6+18ByHVEQhHhb5BgGSAneb1NETBhvrPa5faFEXomzKJZn2SWTCJLJh1raFU65LsDfkUNDjWFxh/ERW1q3dNpdXq1IAbneRE0VRIQL3PfRUCCMdpFh0WV3pyVzXuYU4cwdirG82WNtsMD3wOK3pnD4Q5uSH0xz6jgT1ao9arcvltS7nVm2WV7tsbg4oFIQYFWRiMkinKTITe4RNjQOTIXI5a4SAtlxuLfe5udInH1J5ZNZibipASLjxFpN8/Ss7fP25gtxNTsyECERVGr0eTbvPoAaDmk86rTOW14gmguhWRCIS12/WWL9ZZWxckRm7mVyAWDSMqZnYZRH83GNqSrihwigRBdt0KTeHXPh6Q9aTj5qyUmkVMZ4ksGZRI4muRrlcqnOpVKOw3mP3Xk/miGQn4yRzETY3amys17E8l6jIVBozmTsUIZIzuFXucLtiE9yG4A48/niSD318jPFDQV64U+Vrd6oUXnMpXHZp1wU22EDsOay4wIQ49MpCgBxNk1gxMCIg9n8Csd0r6HQLBoYhFoMBoajAa5rEksIBrBFNa3QkpsShVh1SKQ/lxFg6o8vprtKWQ2nbwR2KZoeYiFTwBx6aJwRBj3TeQzdDqFoYu2NQryCdq47bwXHbBE0IW6roGdJv+1IInps3mJ03GZ8KMT4Zoq9CpetIEbK40aG4aWOGdcywxnCInNYQqIhkRDQ/dTZ3bTZ2xQZVTG8GcB2NwQCZ/2i6PUynz0w+yIGZCIFoENsP0OooEidRWW3wnU/N8sGn5kYZz+0aq7sNVi5WWL5UwYoFCMSC0oUzcAYMBg4iMm8g6I99H3/gM503WZgTeBGVquNR6XnYpQF2UWSlgqsqclrwqaMJTh6OEpo1CM0YPPvXJf7ur4pyEm/+SEgKfp2ByP7r49kqfkchEFaJplVEvF+x4rJb8RiUfQa7PsfnDR49asr87TtNh3v1IbWiwA8PSaYhm4dT83nOHj5JPpbl069e5S8vXJGbcYFHyY2HmZiJEYlZ3FuusbpcZ2xcoI8DNGyf9eKATtsnpmokdINsNCyrNRS4mw5mSGVuPs7YeJjVtSZ311r47hBddaSgGYumiFghrGEXa9AlfyDL5IEst3aqnLu+wdWVArRVWe94bIJ3nJnANxV2miLnoMXK9TqFzQ7PvCPNM+/IEBn30DIi86PHN19pc/GijV1WsCsq7z5jcvaZAGZU4er2kJ2aR85UyVoa4+MKY+MqhXsut644lLYMZg9NM3dohueev81XX7hFx7ElxkRcgFVfTLUZPHQiw4mHMtxda3L5allmkgis8tR4hIxrkHEM/KSDmxlQ7nW4t1Vnp2AzaBoMmjrppEYmqRJNRQgm4ziKwfXrRa5fK2KK+QzNJxrWiUdFVqrIFzKlAFxr9qg1u8QyOpkJkbnosVuwqZX70uEumvcZkQcTUplIiEEIjVRKZRD1GEY8Sls9drf7HJiK8/CxHBO5KN+8WuWVK1Xu3bWl4JUM+SxNaczNR5g6OEYsm+S5vynImp6Pc/LRHIGYz2a5JHOHpicC8jMkhlgEprQ38Kl2BpQrA4o3exRu9vjwd+b50IcmUcJDCq0Ga6W6xBLfvmFz7JGwrH5NYHn6GAOdRx5KcvRQTE6Ptj2XukBciegAIB0XE6kqQc0mpNq0fIW6yLbTRQ5lkKGjsXzL5satDmNpi7GMKRsJ0vUp4m7cAI5jsbtZlpXOJVg8OsvAM/ja1zY4d257lM+Gz8Sk2JRrJFOaxEKJXKXxiTBjExGcoU+367JZ6HHjTpv1TRvPdvA7Dk+eTPPkyRRGzKGhdmj4HWwhIPUH9Aaisahjt1U6TZWgGZSDFdlUhBe+UOT5vy/KDPVEBtJjAaYX04xPipv4Kt1GjVjaIj0hyAkur36jRXNX4SPvX+AjZxd4+dyqLAIa6ck4esDk+sUy1y5U+O4PnuSjHzhJo1/jWyvXWNkssNsUKC2V6YTJVEKIfSHiSYEmdtltCYG4wb3rDmvXHXICrXJA4eCRFMdOzBGNJHj+SyWe/3KJUHpIKO0QFBPhIWHWEQ18B88d4oob375OtyNuboeyQRQRa5fAjKdTZDNpmc27vlrGdXyyY0nS2bictjOCKmvrdW7drlCt9aTbRnyJnJygpZIdt8iOWbSaDsWdPo2aQyQakCWiCoRzNJ2JMzs3RihsUq/XqdcbdOWkaA9DGQ0p+S60u6Kh4zOV15nOazRrIgfYZzKb5MkzM8zPRLh59w4rd2/z0EMHOH58np2iQM5vcmetQiQVlVUpO5QrQ4Z9HUXg0touu8WaRDwfOzXF8VPTuLpCx3Oot9psbe1Q3i2TEgMf4SCJxByJxKIUS1sCId9pwKAEgyJOIMgwEKCxZVO7XSc2VPjx73+E/+oHTnHHXudOZ4MLVwq88tKufB1TcxkyuTi3romNZZVQSiM1ZZLKZchPHCWbWZDT+P2eIt2/hfI1qpVdGRvhDCCXi5LLRonG00SEk8AW2VnbdOwKsVhktB/SR67Xek0MT+3S63nEY+MkEhPkxiYZG5uisLvG2tYy/YFDLDZLMJilVLlFqXITx+4iwnHHkyZHF2McmBLY+wDRUGAUW3CtQs8RN+AKqWyMEyeOcfLEUW7fi3FrNYb4cdEe13WfoJgGNoQDeJVa4y6uVwGlKrE90XASUwtze2WNW8vrWAGFeMIiGA2iR4IEwimSwYMkA4eoNwrU6gUCQZ9YwsIKqTQ7bVlyEdIgER1jLDlH2Mri9EyGPZVWu0KrVZEZu2IATgiOnidybkW2tYWqWygjjjeoYv0W+c8CQS4EFpFJ3JTlKiZf+6Nfe737/J0/91vgGSMXsMgU1kSWUv+NjDmRUecLN0CdQa8sHQ0CLR8KCAewyLUTLuxRa1I0unWh0yriM9rDFYjn4cgNrasWlhlCUw0p/ooMUVRRfZDCdQ4U8VijfNF2qy0zWgNWkHAoim6MOkrisQ0R+2EK16Fofgknp/g9xdCSsZdBKhrAokYu3V/4l/8NZx+AgL78md/mF14YOesE/VGWRLEK7OQok0dakOSXtAPt1cjlNAoe3BOBxfPty4rKd/If//A4b9MK7Q1+8+f+jL+UzWfRrL7PpSfcPtoH+NPfO/pgAfhnP8On37B97j3/Wf78D48+4Hk2+Y2f/U/yeR78tZ89+zT/4Y8e4eBb/5Etfv4zfFq+xr1vvu9jfOnbCMDv+tdfePMj3OcmvF8E+sF/8c8eLAB/47f4kT/ZE2qkz0lkPwr7Yxt/2CId0VkcTzAW0XHqRZx6gYihEjU0guPHmT/1ODPzM0QzOen+efBXma/+xBLf+xd9ev3ByKGmifNFZA/vYQn3HGoSiSikNiFw7qFC/Y/9Z1b/9Cxvi0vuLfMnH3uIn/jiSGCR58V+Burs/8Wdux9n7q0vqP48P5d6ZiQA74snUl36I667P/bgDODMe/mdvXNR7CHEa9MNVd4PCbSzEGaFCCwFYCmEjAZG9nHh4rOpCeecpkoH8Hc/CAH97DF+6H8QaHaRdSzZ59LxKzLQLZFHKURmgWJ1HFmaMkKpivsNkZEonk28hh/7nVf44AMe3772G/zb//4vqEi2scgWHuULiz3Ue//ti3z/ibfjootffpR//4dRIpZo0PuydL/Hk7/6NRbe5lwfHej+8u/yp//Lbd75P/06x/JvPxvs6/8rn/rksziqiRKI0Udnp1Rmp/QzfPK5j/K2h21e4LM/8wtcEjmh4nffcxyORLY32yzlcZfH3sUXC4rvEbTEXtsiGArLGgj8arON3RONpChWOIajWdIZPFBNhoooQ6Ki+76Bo+g4qr6HpB/llXvOEH84ei1i+Ef4Az1FH+VoCwKCKhdiKaztr1WKFIGF+1fU6HwYJa2+gXp/3Ud6/9rx+q/4dkvpmwTgn/19edq8VQD+duLv/pK6/w69mbTw/1UA3luj98m/ewm3I/fumwXgt+OO95XAB60cez97nwC8/6+lOLh3Wdi/RryBnR497xtu09H/H6mNbzzfPya2vhVfff9rF48trrwyTOAt75e8tNyfU7znvn7T841e7OvH53Ug9Fud2vsP/pZz/X7ntXxd4t5GnJuuJ1H0YiBlH0cvnkeIv0IEHrl8xQse5QCPaoSC3sdEj6DkwgUszqfR47w581xslvavw/su4T2RWA4h7GGcJTpaIKBHB2h06PdE433nsBSi99bNPaFcHFNJhti7DsjrhBCAfUeSKkZGAzF442MYYh/SozcU+PyhjBYzFYf58S7zY0JgCKC6ASrdEFudEM2hiS7WMUGRUgwsKQAL8stAPmfPUei7QmQWx0STWaaGL5huewIwihSA+0Lec/pyr6WrwvkZwzTEsJyGaWq0WwXa7R35/8ORGEGBB7aC8ppRKReo7O7IPZRo8wqi3oGJGNPZMJqroHkKm7sN7hXrMo5EUMoMc4DdKtNp7xK2RMNawDp26bV28Byb+NghEuOH0NyaLJcYQ2USX8+gC4KNYRBS7hJWV/EdHccJy2H/lZU11tYLUjxN5rKoNFGGYqizg6IJ0V/k1w7oNwcS41kRETuCsJQOMC4iXUK6LEGA6tpdgppKImhhqSrD3lAOoO/YPtsdn/Fskvl8VkZnNepiT91AUSIi9IegjkQX9wZtSq0K/WGPfCona7XYZbXYw4oFSY/HSMRMnGoFp1rlVqnPrVIPNRInkR8jFDGFwwC1XyNqQszwGU+GpQAsPgP3dsoUam1y4wuyBPKz1R1QazQp75aoNxq4guInBtNF39JSiYQgFvII6z7DhorTVNBMMVA9zqDvYDfrDMXAq7zku/hmFayqFI/7mnAEC3KVuPfyOHx4TAosvsDGblVARM9MhOmbBrevd7l13R4NJKguRsjCjESwxJ7f8AgbAlHdo1Lt0hOZ9CaSHljbcejUhXNQxJmJbF9xYRL3TQLRPLpvFq9TkLiEyUWUrgiwpxCsNcqlAZVdEeOnslsR/UeTyUWL/JTFwckgS5MhSndtWZu7XdYbfdSIJmMUl47EUGxfip53b7ZYudGgsO3S6Rh0ujqO2cexenzk/Uf44e8+RUjrc/6VSyyv3KXj+9hygDOIpgZpVH1KBWEM8Jg5qstqFqFVhEZzSMMe0Om6OEMNz1UJRzTCYY25fJDFqZDM3b2+2mRlo0NmIktmPEu31aRRqcjBOsEwCoYUDi4GZBnWEMMaMJ+Z4tjEYYLDMOe+usy3nlvm6o4d3mMkAAAgAElEQVQnKzobZOnxCBNTAQJ9MAWxcdCT1e4LV7Ho/3gMhyIyEXks6EAoESSSjZAZ15ia8EjFXIYNF6fucPGyx8VLHn3PJZx00UXkHwYDdMJhQcQa0qsr1LY12d848WSI42cCTIYcpkIOd28MuHahT6nl4UQ0rIzBh5/M8+F3TxASQ7r9Hlt3G1z+lhiM7/HQu3I89ESW1WtF7l0tUOs5dCydYDzJ6SNnOH3kcS4++xIXP/8yN4RgZWhsDjWaFeh3FOYXFQ4sKuSjKhNBhUxcIZbwicR8diuuNCrlc3nmp2ZxKy5rr2yy8touL5YGvFgaMpm3yE+KCEtfagnNpoej+DiqTyIHySy8851JPvwBkYuuU1wu0diss7iUZfFglmFnQKtss3q7xY0bLS5eaXN53eDyuo4z1NF9nYcfC/I9/yTG0+8Nk/FN0p64UZ3H1w7g7uzg3L7I5s01/vzrLf7sxRaZUzrpUzpHF+KcnkriVDX+819X+OY3O3z/jy7ysU8sou1s0rmygq7YRGfDRCZDdEo27aJNPxShH0/IYZz5iEXQ9blwvcDFGwUZG3j4SIbC1oCL32zQbvo89sQUj717mkZplebuPcxIj/iEQjiiYw1Mhg2Nz3+px99+sUc4F2FiKc7cRIi5mMZkRGGlWWSlWeLg0uM8+tD7UIpd7vzdc9y9dJm1lMZaUiMVMGUtzfkcO+qSzxuoxjiaMU7jZonGrRLbhR7rFZ/1qsNmrc9OU9yPCSS+LsmVgkp65FCaM8enpAN4W2DEzy1zt+Zx1zbYaFoUGwEqLY3BsEN/2OajH17iuz+8RM4SGdHbdKpVlkttVkodmn1o9H0mxnMcPjhLMhSgvlGislnmymqXK/dsXC2AHgyzMJ3m1MEMR6YSPP/3d2SZCxapx+KYEQWv2kEb9onlVWKTGrX1MLX1CH1XwQs4aJZKwoyQMKOUa1Uq1SrZmM7BScFY97h4oci1axWaXYtmTwhTvjS2BWIeoahPIITs3XaaGmNjPtNTHseXAjx+PMaRvIFRr2HU6kTGxoiOjaO2EnhbMYqrLs++vCIrdzwma0LQl2Oibzxg5arN2qpDanaa5Mw0iXiPeLiJYQ9xiuBXFGL5CPGJCF86X+Kv/mGLO1sdsf+w/EzG4Oz7U5w9m+KV8zVeOV+XiLVsWiA6NQxPx/AMUtNBUjNBtjZ6XHm1QaXYIZZ0iSZcKYJZkQDbpSGrm30ifYeDQZ9jcZXJUzmmTuW4WWpxabXMRrlHy1YYdCHe84mJPLVsACMTlAjo1eWRALywmGRxKcXtu2Vu3ymzpCq8Nx7k0aUwc0/HyD8aodH2abY9XnitypfO73LznsjDU+jaCuN5i4m8RbM6oLzdJ2ppErMxlQ+ix3T0mMFrFxu8drHOVEznXQdDHJgNoczEYTbOy8/t8PJXCzieR3LcxAgpdOwedneA1xuRzHJZk4mJALF4EE0PyjzI1ZtV6XxMJjwmxmF+TuRAjpOKR7i7UpPfPzAV48B0DC2hYIeGlNsDXn2hyavPt3j3YzpPPKaTTPoomkvACpCMTmCZKc6v7XD+3g6NikuvCppuERS2+miQwnZdojK1gYfpIAXk/IJGJKdQaHuyUhWVZFXh0ccTvOcHcsQPGHzuXEFW/ZpP/Tq4wmVpWqghHT3qowQ9usUBvZLI+dWIJA30MLiGKxfYQdlgsGtKvKEZ6BOOQCShE03oxNIGsbROu+PKKpeHFIt9esIxmEZWq45smrtDsSHW8UVGSUdwRFzy8wr5eRXdCqMoUepVVWJrxcJnBvtYgT6m5mEJjs7Qx7EVifo++UiQk6eDGDEDI6bTGqpU2lCtuhRuN2VFMxqxtCbdxd3+KOfKEllbvkKlMaDc7OMMBWbRkpsBMQkuUEF6f4DWH5COq4yldVK5KPGJHL4W5Mr5MldfLfOhx8b50Jlx0gdM3LxPZdjj61/elkMFekgIu6ZgqOAxlAKwwI5220L0VkTEMlPjJnNTppzOq3siJ8KlU3CwCyID2JcXt6XpMM88kuHkkShqxkPJuHzl2Rpf+buavEGbWwiRSAvnYleW29FxbV0KKOkxTQwUslVx2Ck79AoO/cKQo3MBTh8NYoQVblZ73Kn1JZK62/DIpJFDDQ/PT/HM0kmykSx/fu4if/6tSwRUsBQhPIXI5CMEwyYbKy02b7akSz6RVGj1fXbqAqOkkiBAxgxybDHNsaUUW2WxqSrTc4eM5SySaZPmwKMlfu+Gjd3oEA4EmcxPkIpFGVQbDGt18os58ktj3N6qcf7qFjduljAH4oKn8dijeVnNwYAbG1XubTekk9Bu9Tl9MMqjByPEp3RCeZV61+HSax2uXuvSLil0SipnTpq8550GZhxuVgZUez6z8QBzcXGTZaPpXdoVhWbBxG6GCGWzsr7+4hpfe/EeHadHIK1gBFSUoYapmJw8meLkyTQbxSY37lbpDRxymQBjyQDjrsW4mP6cBGvWo9jrcPVmldW1Nk7HlBWyhoQCDrFUgmg6i2KEuHl7R5bYcOvKSAAWiFoxDTfoq1Kkafdc2l2HaEonmTNlJlG9atMSG23fkjUp8lNTBpNJjTEhMsd9OlafTqBPYV0MTgxYmk5y+kSOmakoV9eaXLnX5NL5DpfOt4kHPA7PKSwshJk6NE4sl+Krf1PgqwIBfSDK8ccyWFGfrXKJaqvK4myExdmwvAkWWeB2z6NhO3JAZO2KzdrVLt/zkbwsK+lQHbbYqjW4ed2WdehEmEMPhenXfXZuDDGHOqeOxzlyKMZAZAqbsLXdZu1eC2/gks8GmEiZxIMDWbbm0xJNMpHFZISwezrXb3S4vmwzPW4yNWExGHrUmg5NOSASkNUoVGgUK2RyCQ4cmaHn6Dz/9XW+dW779Xy37LjKxJRCNCoyqcQarrB0UGw2c3RaDpXdHsVyn53qgN1qn265j13p8+6Hkrz7RAoz5tJUOzRVm4E3ZOCLqVyo1kVzUNxUhQiYAeICL6LpnHu+wbnnmwSjHpm8TyJrkBoPkRBOcTGx7fexwgaBmCkF4KuvdunWND56doGPnj3AuUvrnL+0zkBTCacjMsv+2sVdrl8o8/HvPcMPfs8ZCo0SXzl3ntfubFDriptOnaXxMEtjYQIBEc3jMfQG1Ps21ZbN+lWXjSsO43k4cBCOnchw6tEl4vE0X/z8Dl/42x0iOZdIzkOx+rhKD18doBsKmqHQawuMishzR+bh6oo4nhox6c6OymrWO1RKddnzSaRixBJR2fAXuLadYpvNrRaNlrjhG2k7AU0hKCauJywpAjfqDjubfWoVl3gyTDwRptfv0Rv0iCcijOfThCMWffF3/S6drmjsdnBtD7/r44uNoWhw6SrJmEcy6tGzddoNg+nxNE8+Os3sVJgbt29x4/ZtHj65IKtUaXN9ZZO7G2WMUAA9HKBaQdZwsCcA2w7VckPeWJ5+5zyn3zFPxW6zXqpQronJ97oU0rIxkRlkkU4dIZ0+ieMGJRqu2Sij9LZR+ztoySx6Mkd1rUHx2g6hbp8f/9FH+IlPPML5tVXOra1y606Re7ertJsO8UQMKxDiznKDuzeaJCYsJhYjpMbSpFJzxOPTOI4Q+wwKpZts7lyhXt+l1xV4Op3xXJrxXIZILEY4HqfR3KW0u0GzWSIaE3m7ARLRceLRMRnlcPvWOt2Oz8TEEvmJRcbHF5gYP8Da9jLLt8/T6TWJCrx1KEq5sspuZRXH7uFLAdjg6EKUucmIzK4VzvjLV3a5fHUXV/WJJkWuUpwjhw9y9MhBVjeSrG4msQVq2xtK0VE01IRzotleo9m6h242CARbmLoYqhGbe4vl66usXLtHNKaRHQ8QjAdk0LFuxYnpM7Iq9V1ZsbjBWC5GLG5SbVapipwFw0LRLTKxSSZTBwiZSYkeF86AerNAvVWQ+WFisEMIqaOgXg3DDKObYfmzYpzfV4UQsIdIFA5gd0i3I5ziDYa+zvN/+O9e73Sf/ZnfRvEMVM9E0wV9oIuqCQT0ULpspbjrawy6FfrdkszfjAZNmaVk+1G6XhRfDMnsuYDFdUPIEb7fl5jmYX8om6IC6x4KRNGF0OENcN0Buimm4UXmXYDBMIbvByRaX1U9mo0mzUZL0lUCwfAIJSgkJsUlGNIJhnUGApsqmkoDheFQnGua3A+LDdIor3eEbP5v/7tf4AMPEoD/6nf5hRdUSZtxXeFkHO3fhAtYODWkkW4P+SzFHmko3su63RP79ii7e4194YwUh/aD/MUff3sB+NN7trd9AVhqhrIJ/kH+7A+PPVg4loLsfqrn6O3z/YN88tce5ODt8M1P/SE///KbFeA3RILR7zDxiU/wuffk3qZ69O+c4+n/+cWRi+x1Afj7+fIPPdgB/M5/JQTgkSg56rK/IRTdL2B8WwH45d/gh/7PEdZzlAs5EuDdQQun3yQTNTg0mWYiZjGsbjGobksaSVBxR/EUsSiqrlPvdGjEnuYHfvoHmA69Xcy5+5k53vnTTRrNpjzemshXlA60kVvOcUT2r2jyS2lHigKGpss/3d89j/2JQ2970PoL/5z0M7+5J7bu/frSqKvCzzxH+deffjsyWgrA7+E3947T68ft/0EA/vn0M28SgIWSYZi6bO4HA5bMyhb/LQRgIe7Jk/V+X+eejU1861f+bofveWAG8HH+y1/dF79HrvZAICAfXz6mcPe5Lu5ADOOKoUtdxgsIAXEgxB9FwTA+zq/89b/kmMh3e9PXDud/+mN8anfkYZU+ZhmwPTrOP/o7r3Bm8u3v2c4XH+I3/iApMzQtXFmG1+N9/9s3OPiAf9+/8b/zx7/8H6hpKqFnfo2f+qkzD0A6r3Pj13+cL9628K2IjPzZLOyyVZjhlz/9KU6/TeXf5LVf/Ek+uzOgPxBDN3sOQ7G+7GG5JVpWnEei+b6H3fcF69Ib5ZiLYyhczCKKqNfrU642aNl9rEgMKxLH1Sw8LYCjB3BEdpxq4ghUtCghAIvyxT2mIp3Iw4HA+gtBbZS9LPyBrhj6UUVOnT66Bshs1ZGrfuQal3+zlwk8cm+P0LV7mcFvdZLuvR1vEvre8hZ98Tf+2et/8/6f+f3X0e/7x2V/LXig0HmfSPn68MSee1aKXf8IlvpBcu1o+dm3FI8Ev9HTjP7u/oGU+3/+Qa/vTe7bvTzlUXL7aKxCfMLEp2Vfzn3rc8jrz563VcQg7Blu37Cd3ufK/cd+l7e+bmms20+1fR1Tv7f27h3X+x3A+yL8g4Ti+x3K/9gxuf/7bxWnxfc84ZCXDmBBtXpzHrlw6ggn7r4APCKHjM7RfQF4X58dDVO9GQE9mrd647Mnn09elPezyrVRtvZeTvBI1BVe4r0xGPlW7dt591zA0kU9EqGlyCxF5ZHwKx5bwrT3xGTxbktxTUZPWNIBLAVg3ZP7/k6vLXNQFU8jqHvM5jrMjbXBCcmq2CE29wRg8XO6AQEhACuj4TsxDCcEop6j0XcEu0DsqzR0kfErgt7k7IAYWFPoqz0GSk9+T3zyVSE2+CEUJST3qoalM+gVZIl9jOiPiT2iYQZltrDbbcqqt2zKjS4BS2VpOsb8RATdVTA8ha1ynXsi1sYfEkuIDHmXdnNHVsDsEjS6KE4Tv9+Q60o4c5hI9jCaU0BzCwz8DB3/IJ42RkhcpwwPS9nEUjYQ7gLPDVKpNLl2fZnVtXXyU7NMTM0y7JXoNNdx/Q56YJTDLF2YLZe6cPV6HuGYSTphkUsG5GBYLmzQtTv0uh1MFKKGQUC4WAWpQYjZ9QGbjSGZZJSpsaTcZ1abDZrtDkEtRkCWuP8TAnCTcrtE3+0xmckzmZlkfddhvexgRUxS2QCJuIbeaqK1Wpy/U+Hc7SpuOEJqWuSQWhjDBqbTJh0UoojOeCLEeCrMYDBgZb3AeqnBWP4gYxMHqXVsCrUau/UK5XqZbq9DIpYgHo+P6P8mWPpQDl+q7pB2WaFVhmTmCMn0UYZdm2Zpjb4gIYkBBYYogQZYDfq6SlczpAAs7iVExN7CQpYDC1mUeodhQQj1Lm7SxNZ1Nu8N2bznyJgFXRU91KBEW4toPU+YRAZ96nWbWt3GE5/xkCHjH+pSAHYYXxDYZAXLUmTkXiIeIJONkkqHadT7krTpDHq4w57EhIcsce+hSSqWEF5LZSiWRVqCTnbaYGzCZGEmxOJMmMLNLsVb4nwVzuMhkZzFmXflOHEqjd710Lsu1y5XOH+uxL17Axotg3rLwGZIlyHf+d5FPv7RYyQiA27fvM7a2jrVtk+lI1Gncn22WwrNmsCYqMweM5g5ZlDbVGVVawMqLVvS1pyBKj/nk1MhWeMRTVJCq3af60J4qnbJZLOks1k6lQb17V36gqyiQyimcvBQgIOHgphGH0vvk48nmU9PovctXvnqtqy1lsJ6CzILYQ6fEaaXINTBa3jSUdy2mzRFzq/IHd/LsBID527Tx2165CbjTB5ISxEunx0StfpUtm2q2zaXrnhcuiLIBT6RBOghhZ5i0FMNklGXRNTFrkJpTdDoNJYeMzj0iMHpBYXTB1Q2bw64fqHHWsGjPFTp6gYffU+ejzw9Qcjo4w87IwH4mzUqxQEnnhjj5LvGuHZhh+sXClS7A3pBjWgqxrtOHOFdDx3l4j9c5eJXr3Bjt8NN8ZntaDTKOt22xsTskPzskJmEwlxUYSKlkkyrMte4XIdKXfTE8yzNzGDv9Ln63B1eO1fgQgsuNmFpKcrBxSiN8pDb19sjkV9TGWoaB45rzD+k8fjpFE+fyZEJKNz81gbbN0s8dHqSE6fz9ETM2kabzfUW97barNyz+caywTdWDGlEEB2302cCfP+PhXnmvWGSTpCUE8TTF/D1A9hrG7SuvML6jVU+e7HLZy/0yDyikz2lszgd5HgmjFNV+MpzHV67Mhw5gP+LBdTiNva1W+h+l6ggmOWCtIotWQ09TDMYI5VMcGQ8RVLXeO3aHVnzR7McOJrFbmps3nGliC5oudMzESrFLarFLRmtllswSCRMAj1xb2Xw18+2+evPd3CCGqFxg4cOJXnq2DjvPJJipXableodxscfZXHmvbibXVa/8Byrly9zJ6HIslwFy1M4etjgnU+YkoyrauNo2jiNayUa10vcWW1xdaPDWt2lpZh0VFNSNEzdJZBwCCaHHFpM8NixPI8s5Wgtr9O6scFywedqSWe9EWS3G6Yp8LiqoJq1+eh7D/GR9x0iPGxTuytiCUqs1LqsVG0Gqi8NfnNTE5w8uEhEtbh1cZ0717ZZrTusNoZY0QjRZJzZsSiHxiLMxAJ846VNXn5xi/higMnHoniqy86tOp1Gl7GDFmMHA+h2Es1O0a0PaFTrkgComzEMK0qpWmG3ViEV0jmQjaE5Csu3qtxebdLsB2n0hFtyiBYSg0WONE5aUegPAwwGFgsTPkdnfQ5PaxyatphOKZjtFmanRTQdJ5qKY3lTaJ15GgWTl56/wksvvEYjB42cLzWc+XETsbVYvtZnc93n5GOLsqKGjeXW6Gy1KN3qUVt3WDg9xeIj0zz70iZ/+jc3WV6ti1Ux5GezJh/6UIoPfyjF11/e5cWXy3JuVOT2hYMqnQrYFZg8ZDF1yGK3KBABtnR7pMZGGa+uJvJhNQplh82dPtGhy1IAjiVU5h6bYP7MBDdLTS7eLXGv2KXWEs1dSA0VUkMVPWtiZEx2C0PWrnclbmJxKcnSwSQrd6qyjkVUvmsmzOOHo+RPJ0gcCbOy1WRlu8H5a22+9VqbzW1Hss6dgUZ+ymRiyqBeHlDa7BE1VY7MhyVCNZFPkcgneenrW7z0tW1mkzrvO5ngwFyIWlyjllC5/E2xwDXoDR2shOi9iVxZkV0sknVG/xPiTX4sRChoyo1IfwBrqy3urbaIh33G03BwMc7pU1Ok01FeenmHl79R4InjOd59LMcg5LDq1Fmv2SyfG8h6x0mfx0/45EQugMQsh9AD4/hKguW1bZZFroNvEdIjKHqAgW5i+yprd8us36mgDMDyNDI5lelDKvFxhd2Ww27bYbpvyTpyKsCJsxbWtMJzyy2eu9GkdMll95KL0xldFAR/nbCBb2p0KyLYuicnuuIx0fT0GSpDIV/Sa6l0WypiOD8a9AlHVCIxfSQCp4QAbFBrDKiLC3tlIEVgIQALgUlkBgvH0HAgBgJU+l0Nb6BgKB4B3Sc3GZAl0By1ushr9Og0Pey2aF5oBIOqfACxeQloPrGQJp17x0+EOX4yzDAk7PsqG6U+N+/YFLcHDEsew6JLLOcSz7k4mkZnKNx1KsOug9N1JfJMXHSFeDboChTY6F5bUIdMDyxfXOt9uV1PpsNMzmVlbsjtmxWJ4T42meLYZFoukNMLQWncuXC7yoU7VUrFHqWicOF4CGq4uBFp1l2Zey1ws4aiks+ZzOSFAAx1z6U2dOiVoFsSC4hDz3VkXsf7zmR5+HgMJeFAwuGFr7Z5/rm2bFZM5Q2JT+45tsT8tCoKrapKJmUxPxdEDyrcLnbZ2O1hNBWMlsJ0VuPAlI4V1ij7GlVXkQjiWtkmm1CYyuo8NDPFu5YeJhlO85evvCpLTFcKYSWStIikA5Lbv3tvSHl1QCqjkc5otIcOhUafdtNDbehEnABPvSvP009Mcmujwrmr21SF0BvUCIZUlKiOEtUYdPr0GzZBUyeTiREJWnRLNt3dDpOH8kwdznN3q8mrr22xcrNM2DdlnX50jNOP5ig2bM4vF7lXENmKjgStLaQMFlImiSmT6IxBc+hx7UaHlZsjAVjUO04Gee+7wuhhcWHqULYdjoyFODIepj/oyIxDv2ei9sOoXgw9nUBPJXjuS5s89+VNKYSZaU9icX3bwPItTp1K88gjaXYadW5t7dIdDIhHDJIBg/wwwMQgQOZggPRDQXZsmxfP7XBtuYpjazgd4Sb1CAc9EqkEsXQG1RJO6RJ313dRhLPJ88ikQkzmo/JGcbfUoSKwsi4SOxVOaMQyIvtylGfUt4cMeuK815iM68ynDKYzGpNZiCfBDvh0ArB5pydrbiLMqaMJpqeCrOy0WS60uHbJ4+oll7Dmc2DcZ34+yNyJLKnJBF/9XIHnPlskNx1i8USMQBxqQqwYdCUa9+B8HNsWGbddWgLxNBBZ5y6by0M2bwz5vu+a4fs+MiNzTKpOhe1GldvLfUluOHA4Iqtb8dm60cdyVE6fjHP8qAgg1SGqsXyjxqULZTqNPuMxg4mkwYFpkwPTFn1zSFMb0JeCSoR2R6BzbG7c6DI1LjacCp2eS7EmyAEKASUqq1st06uUSWZiTC1MYjs6L31zi1cvlWS2t7hlz00YTE4bRKKiqWBLOoLAYE9PC2rFgOJ2l0bHpecr2D2fZqEn6+mHszz1cA41PKQ8bFHz2qMFx3ApFB12imJyN0gsEiNgWhL/J9asyy93uPRyh1ROZ3rBJJZRMcK+XF/iQYOYWJw1F1dzJULp3rKPa1t84Dum+MBTU9xeq8qqdR26KFRbjsSKLF+u8cM/cIYf+YEzrO+W+NuvfYuLtzbpuIZ02BzKh2QJUcn1BLbMoev7tPseW1cGsvKTcOAQHD6e5PjJGULhOJ//7A7PfrZAalonNaOjWAN5G+eKm9KALnN6ux2XbseR4q+ghgqsoUD8Cke1cNQrwgHpDKXjUODWAqEApmXSG3j0hh6ttkOz7cgJZpG5J/J6dc9Fd13G8gFyeYt6zWF7o0+l7BKJBAhHAwxdIRgP5aS3cDVH4gFCYQsroNPptmS1BDa6IFzK4hjrWCGNgO4Q1Fx5Det2TOanMjz9jjkOTEe4cfsmN27d4tjROY4dnaXW6nJ3vchmUQiDurzGVqs6tYouCQkC/yzcUwHLk9fTpWOTLB3Ls1GqcGN1S6Lhe70ezmAgHXTpsEYq8TCp5BkcP8hufZtafRu3to1T2yY5v0hqfpHyaoX1V2+jN5v80598jH/6E4/x+Zev8PmXr1IqV0fXUuEacA0GfZ3ido/Cdo9QwiSeC8hNaSozQSI5TiCQwrJSrG8sc+vOBWy7QiikEQkFScRyJKM5FF0g1nVanQrNpkDjVIhETKJRg0gwJ6u40+DmyobMYFpcPMbc3BHC4Ski4SlK5U02dm4xdNrEE0GCYY3NnWU2CssMuwP8gUI8pDGZM8nERQCVUJZUtnZstra7MoZiYjrC5EyCfHaciewYxfoshfqcxPQ4zkAilGUDVqTPisaWs4OiFlH1Eq7Tpd9RsVtQ3K5R3KoTTXikc2Izb+EaEVQjRkRNEdVSDD0TxxNIUI1QQDj4hFt7l5pwVcTHCccnCGlxgn5YUk4a7Sqtbh3DUtAtBUsPjjKchTOsD85QuPrETZaA88tWoHSAiRxhmQuq+uiKQHG36XfbDFyF537vf3y9j/vMf/3b0uGr7QvARhdVF65cMUouXCcaKjr9bpm+LSgSA2Jhi2g4SF9J0Ffie5Pn4nzcwy4LT4lwtChCeO5hd7pYRphIJDWKy3BF7vIA3XJkCfG22wvKc0pkpAlnjHByiJ/TVAvDCMi9tLg2+7iEo6b87AnhQ4i2vR6jz0TfR9VHWWP7EqQQgH/pX/8SH3ygAPx7/PxXfSn+yjxhsV4IuoxQRSQXTGAj90UD0fQdNaBl5qZ0MO1973UJYF8tPctffOrBQu5v/Yu/5D/tsUPfQEvKR0LhA/zZ//FtBOCf+6uRALzXv95/A0/91I/zu2fenp1KeYWf+6W/55X7Ovb3ixy+f4Tf+OQHeefb8M8OVz/zW/zk349e0+uCwfu/n6/80DRv82ju4abvF1nuF4D3n158fr4dAvreS7/OD/+JaMQLPKXYNXty75s9kOfo7DRnD+VYmEyRjgcJ+CVe/MWf5QtNhZihEI2EiMVi6KZJu9+n0+9z+Mc/ydmFtyvAm185y0f++TpraxtyqFLqj/uiunTy7Us7I6FACAMjB7CK97uv0nmQAPz8z5N532/eT3R9/Wz4xOe3+eMPvk1NhH0BeHQC3RzjbEYAACAASURBVPcOfYob38YBLDKAf2dPzZJinnDG7YksAu0s3FXSdScGVGUJd+4IDy2GJ6TbVrrvPH71C0W+Z+HtktP6s8f5kX8zkJ8xK2AQEM1ZKXLuAVr3Y4Ul81i4SMXqoOEqCkMhJMqMzR/iVz7zLx4gAG/zyo99lD8oK+ja6LVJP6QQgHO/yC/9wffxAD2XzWfn+eXfjhMLhUgKd0HQJMiQ9/zKPzzAAdxi/T+e5fc/NyRiBUgF53nyX/0Rx+YEiu/NX86tP+Hf/5tPUbci9DGpNlpU6y0+8O/+np849fZc7cblX+Z3f/sVBgIHtYeMFcKEHNz42Cf5xQ8tgF2jXi5Q3lln8/wrbNx6gbVdX9JjhJPaVH1MxZV5co1mW1JbAuEogXCMTn9IRwyziH24EHoFXjYQGg02G6Yc7hGHXQybiyGeoRJiqARwxb/1FIa+ylAgo8Wfe/8tV2Oxrkmc8kgulI7K/fNHiIji+is2R6/HoY4WmLcKhfvu0LeKsl/8zTcE4Pf9zO+94QC+TxgfiXoPwBG8RQDe/3fyc/f/U/zdX5NHH8L9D/gbouH/GwH4rb/j/ssc+Xf34epvF4D3s7n3aRijvNk9ofZN1Od9lMS3OS73nar3v963uYHFYwp18/7ju+fqHb2W0doiXcp74v5b31dxQuyfF/evRP+YM/n+4/z663rd0r3vdN5bXfempMTg5X4u+UiH3QtQkEr16Ei9IdmLs3d0zuy7c/ff0v1r8uhaODoAo38jBGAHxxnhnkcOZHHe733tnYJvEs/3D9D+sMw+G3rvT/ma5S8r1twR5cMX93CuKf8U5DFRzU5DlsjzDZphueccj5eZiFdQvCiKG6Nsh9hoB2TjWpBjBMnFRMcSqpA6wFd70pHf9UwGriBZiBIIaAfDG1GqxL5PfJ6H2gBHH2C4HoYn7utFE0GQX0S+sCfNA6pXRfEqKJqKYoTxNQtfiM2oWG5PVrML1Y4Y3NGYyZpMpo3X44a2ykVWC1vyni2RiMi9WatRpCUIHKEOkaCN7ssAzZEIH55GDc8Q0kqyun6emnsChwkZOxfVh1hGVZZE0Yv7yEqV166/xt17q0xPHWJm6hB2e5ta9TaO18IIm6iGgdMB11Yo2Lbsewh6zsRYhMlcmFxIIycGAvsdBj3xmnwCioAhj9Y7MdS3Xuqxvtsjm4kzM5XGsDRqdpdWr0/EDxP2I5iqh6G6dIUA3Ckx8PtM5qaYyk2zU1VkBSI6yaxAF0PAtmV9/UaBF68XGATDJGcnpOPVHLYIejZjYYuxiEUmbJIKG/T6fW5vFyVeO5NdIp09SLHVZKNSotyu0u4L9++QVDxNOpaW0SuO0yZkuURDEDQ0+q0AvVaAcGKBcHwBV/RLdu/hdiuYhodhuvhGG9/sSDJgyfZpdgVVTAy5qczMJpidS6I0W7i7NXrOkE5QE75rdksupZJHSBNuaHH6abiaIV3ig57LsOdIF79Arw6GCr2BQr+rMOz4eMKZPe4TnfDI5QwmchappEU4bBEImOxsdNjZsEcxMqJHFTVllq2l62xvt9nZ7lAoIcsRtLowRFMaBw9GOHQwzPprHVmiL2KrkMkHeOLJLI+ciuPVurj1rkT0XrnWZG3TodrUqLU1vICKH1Q4uhjn1JGkdI96wxb9nk2l6VBpDkkmNRIJlUbFY2PVlT2X8QVVll1RsKuKxF7v1vqyz9yuiaFzjWOPpDl+OkM+qDCuuZQqHS6u17my1SKTSZBJx2mUbcpbTUlZdAIewaTGwcMRDh6KENX6RLSe7O+lAyGGHZVzL3c4940OwbEAwTGLQFzQpEyGfSjd61Hf6ZFIe7JElm7TcWWEhOfqUtdobPZobPVYOpTh+CMTzM0YjCU6WHS4u9zh7g2bnZrCtjBVCaJScIhv+LR9lRYaE8kRary243LvuohgcskuaUwfMvjoU0k++h0pNleavPbNCjdXB2y1dOqOwYfek+DD74kTjwgsvsP2apuLL9XY3Rpy8h15WZfOb3H53BZtHLSsTnIszJmDszy+NMvlc0K0vcO1LZsbdYW1qkqlqNFpaRx4yOfAcY+jEybHswGyETCMAao2oNoS/SiYmcizNDtD7V6fb3zuLudeLHC1A9fa8OSTU7L8bpftW0W2N1qs7LisbHuceU9U1uljEU7PRwn5DlcvbbN+t8bJh4/w8KkjlG4VufvqHXZKdTmEUuj5fOsSnLs0woBrpsuZd1h84p9Eed974pi9JGYvJYdcRJVvFdi4cIvNuyWuluGaMN7PDNFnHHJJnWmBCuip3LwjDFcK3/H+OZ56/zzBegvWdzG9HqGkIvOid+7U2blTo+TrlAyLsfE8jx88zHQ8zo2rF7lx7RKJ2RDJ2TABawLdm0XzIqhuGc0rs3WvzObaLpkZWHpHgIl8ELMVYlAy+atna/z1s1V6loqRMThxLM/7HlnkqZNTrFUvs165RDZzhun8WbobNrf+/kvcvXKJnTGT7ZxJ2NQJmwYzMw6Lh/pMTBjEjHli5hy7l9coXV5jrdjhTtulrYdJTUwTS4/Rre9iC4OA1qZrtWXm+cMHs5yYTdO9uUv3Zpkra0MubPjcrqkUeiZdQ2fukCrrselJHp2aornTYOW1VbZ3qrQDPi3Lp+24UluYn8py+vAMISyund9m5couYnSpIWyF4QBmJCiNVtPpABNRg9XVJqurLTmMkhwP0Oj2uHWnQrXVYfZwkLnDQbLBNLlg+v+m7U2gJLvvu97Prf3WvnVV79vsu2ak0WpJlm15Sew4tuXYEDBwgJDFCfAIyzGPBEIgL/BCIAsBkjwSCGTxmhBbtmNLli1rRiONZl97md67uva96tbd3vn9q0eSrTGE884r6XemT3d1161bd/19f9/Pl9Z6h62rO8r02pF70WCQRteg0TNUPGBY8qBNl0a9Q6vZZ+DGGUi0l/AH3BaewABPBHwRjXBUJxINM5N12DtiMZ5BUT3jAngzDLx9g7F8jPFcDF0bxdOfpF8JsvzaKsvnV7lg9Lho9MhN65w8lkD3ern6coOlGx1S82lS8ymmJkJMizFV5oUKNlrJITgSIpgN8aWXCvzBl9dYWGvLZU/clYP5B38gzQ9+MMPXn9/muecLKodrcjpAKKCxtWSq2nefX1Wj5rBwTZwLLrnJAKmcn5YBTcOlWDHZKZnEbYd9QTic9LL/0Un2PTrJ7WKd80sFlrcl29JRLt8R10dOGlRZL74RH5Vtg/Wrgjx12b8/xf4DKa4v1lSdzPn5oeNRHjmSIHsgTXAywgs3NvjGjQ2u3xqwcNOhUtIUNlL4xRMzfiamfVSLBlsrPeJBD0f3hDmwJ8nk/mkmD8zw7Jdu8eUv3WZPxs8HHs4xPxdmiS7LWo/FywaLVwYKw+AExTFh4rMcfJJVF/LgDWrksxEmRmIEvB76/QHtdp/1TYO1DYN40FUHsmOH0jzx+Awj+Tif+R8rfPZPV/noY9N89LEZGt4uZ6tb3Cw2WL/uUfXAAYMHDg4YG/eQzPjwR6MY3hxdO8nG6qaqbDrN1Ngorj9MSfAndYuF6zssXC+gDTSCBMiN+pg9opGekGm4gcIfH/RHVU0fdhl/eIA7avHKhs0rGw4b5wZsnDOxW65yvnh9PuxgWE0viwtTKh4Mk4qI08NVuX6G3aUj+RMDh3jQTzocUA7EcNxLJCETQIKBDlKSQPZKj2pVxB5ToUJCYZeQ7BQ+aWRo9Noa9YoHx9BIRCER85AZiSt84+Z2m+XlGi3BCcgNpNdLVI8S0aMY7R7deot4xGFuxs+e+RCHjsQ5fCRO0w/NAFy51eDsmRLrSz3iPZ14P0xitEtytIfp89K0dRpdjUapT6s+IBj0qSZut23TacpFkasm9QKSLewNEhacd8NS7vJkQufAwQyZkRAb22U2ChUixIhqMU7MpnjiWFplgd6yO9y2u1w8W1IlcJ7kSEDRvOpVi3bdIuQfZh+PZQNM5AMKs91wTeq2hVH2YpS8dPsDlTexZ0ZX7PiTx+O4UROiFt9+yeCll6Rz7JBPi2BiYzgdDLdLYctlZ8tlIhfmxOE4oaiXa5tNlnfapJwgKTugML7iYgsJ5iYZxw7rbO9U2dqpMhr1MJMOcGRymvv3nVCZNJ8+c45Pnz1HOKApDHcgKnm+csPj3c2G9jCS8zOS99OxBSnSploe0F0Db9PPMx/awzM/uIfLtwp8/aUVlRUjLgRxJyRnwyRmwrgqv7ivnN7xuFehjlvbJu2CxdThKaYOT7OyIej6bSXAJ3y6qpP3Z1StFps8/+qGmspMpDwk4h4yghd3XJKTQZLzYbquy+3FLktLPdolaJXg0eMxnn40qRzwFzbrlLp9Ts3EODUbU82kWqNFxBMmraeIR1LYyQhOKsqzX9jm2S8UqPTaeDIDNJ9M7AUImCFOn87ywAMZSv0qK9UdOkaXkLgu8TJh6KpmTqaZfTTDervLl76+wsuvFbG6Q+JAVC6aI5DMJElmMvhCUda3q6xv17ANe+h0HUuwf38OyWtcvF1gZbU0RMZ5fOhxD5GUhi8wRACKyNSqO7QE7xPzMZ/2MyuDI4JeH9HoCgpUD7J8o8OdG12mRvwc268zNelnudphudbh1pUgt64GCbouE0mb6ZkA+x/IkJuL8fXPFfnaZ3dI5P1MHtQJJz0YjtwMOxycT3NgPk25Ihf0ZRrtnmqAdTouWwsu2wvwzPvnVYWzHWpOge12kaVbFku3babmY0ztidMp2WxclxtejQdPxjl+LEogGySQCfDyy0W+8bVNKtsdRkIaYwkfp09mOX0ygxnu0fS16CJZbHHqzSA3bvS5ecNgMj9QVetarJdsyg0vcV+auD+N3SzhNMskUlFGpkfpmF7OvbbDpWtllQdsOn5Gx0NMzoSIRmVivY5Ha5OTm9lcmPKOwcZqB8PSCKV0NK+P6nqP6kaPd54a4533j+MEBmx26pTNpsKxy+TYyprB6ppQD6KM5jMK8d1utKmXOtx41eD6qwbj0zr7jwlSGAy3pVy1Y9kUY5kkfbNHs9uiWnYpbQTxmhHe/lCOpx7OKdqB1Hqpy2alx/J6i8UrTRavNvnLH3+QT/yFh1jaLvBHXz7Hq7fWMQVJGwxyaErn0KSIO216/ToDcQEEQhhOgJ0rfQqX+0xMuuw5BPsOx9l/eFQ5Gr/w6W3++DMFRveGGdsbAd2kL0hZzwA96lcCULczULlPdl/oDuIAlmO+4Bb9dJqGqrAurmCP2talgyLtombLViVOGWHhW64X09IUelvygaTy40FGJ0LUajabawaloqUydyR7R47LgrIWw6Vfl0EImQLOMZIfZtK2e00Kyx22b3UxBVucDajcYZn+cg1xRUqzws/emRzvemyefbNxbizc4sbCbfbvm1TVMQZsFYeobFOTYSqXajVIrRqiVhnQqLSV82B2LsLsXIz8dJb8VFaJv69eWaJYbaq+lVeDVBhSOqQTp0knnsR0QxRbd6jWVultbtLb2mLm5ClmT56iuFRg4aUrOJUif+vHH+ZHf+IRfuuPzvBbnz7LwGoxOykNLo1SwaZSsmh1XFptF6+40cIizIVJjaRJZbNkMtOqFhavc/nKK1h2lYlJnVwuTtg3Stg/pm6Ke6rq9I0qttNUGO9o1EvIL6i2EbY369y+uY5t+Th24iT7DxwDJ4frjNBo1qk1doR7RSbjEo4YLK5dYmH1Iobh4FoBgl4PMV0oIDIYZtFrSyaupmpqJsHegynm5lLoHp2wR6dpHaNpHac30DEHBqZpKtFb8nR9wSreQAXbWcN0Vui2awqVX90xVEyD0YVYyiA50scf9mN5k+CJEtYCRLQAenSecHR+OJww6DIwJA9sm0a3wIigs8cOoxleeuU2rVqJcmuVllFgbHJCVcgvjaqwQuj1xAGvMNVClpGMdDBkOUX49Q/dgaGAh1DAy6DfwTS69C346q/849dbzE/+2K8OxV9XHMAmPn8fj6+vGpLiSvGKKKf5GAjqr7OtnAjJWIhELIzpyzDwZlTOs+yLlil5w9J8lTw7G59PnLxtVZJrnEzmCIYiWApb+IYALA7edlvEdi+hoOALZUDTUi43aYJKm1ScRSIaCw5QOcTjITxiodH8dLsO1aqhYkQED+0PiYh7F88Mn/rZT/G+t+hwBpc+9+/5qa+KqK/2lO8oAaK57mCIdd51KN0VXwVfKX3nu815EcneMFtKw/hd/P7/cy808zq/9vc/zWdcEWaGJs1d0u7u5/Hu7yEAb/Arf/eziHNYBg2/45F5gt/9+ZPsvwf5uHXrBT7xry9SuNv/fr37P83f+dT38fE9kpv8XY/ta/z4//kVzr9Jr1G/9vRH+fpfvJcAfI23/eyfvZGv+CYX8HeLCM/83R+5JwJ65du/xF/4HcmNkzgVaTY62O4Rfu2XHufUPZy8nSu/wb/6+S+iRQIkY1HiyTiBUBDDtjHsAzz9Uz/GvtR3v7EOy5/7h/zUf7rCxUtXaLU7GIbkNt718Mn9jGChVad/2PPfFTilUe38xmu0/9JbHcD0z/KvjjzKz26+IZ/I9jH5yS/x7X/z3rcio+UPf4cA/Obl/M/fQwB+gZ8eHQrAd9Hkw0UcfkhK8BW3nRJrwevVCPj8BOVeQfJnA0GFbDZNC9uy+Bd/VuJD30MA/vjPdlWmViwuwnoE05T9eqB0G58S5oair/w3dDd61PHG8opoKdv0B/m5P/pHHH2LAxiKL/4Yf+/nzhIMDJdtuPwP8fF/84s8Phd867YIrP3JCJ/81zGVPzyZSjCZThDD4sl/8mVm3jLU0WL1v76dX/njAZlwnLFYiuih/4P3fvIdbx1coMnSbz/Fr381hu0L0TNkEMxi4rF/zqf+0eNvzQGmyOJ//4d85vktpQZ5dp3haKf44M/9U/Zl3rr41tJv8Qs//4cqPzkajeCxDRh0MPtdOt0upiU0A6EhRalUa1RqdTo9QTuaSh6JxCQqJ0EgGCIQ0lV8iCCoRfgd6KOYwZFdVKggY2WQF3rW8F8pyYaXnGFE9BExbNftuMuGUMKYPxBQQ3HKBb/rJP1e4t/d492bBdIvv1kA/snfGDqA3yT+/k9dvPcQgJWYp7Klh0v55sefR5Qc7re7wqccuNS0znc6f7+XCPzdr/fmZRchScmaIijtooeHXvnhYxfqoF77rqN2+O+bBGAlAt8dMrmHIH6PPeAtou/dY5M8d2hB/k5xfXedquWQ3Nw3Ld8bR7rdb775ubvvT72Xe4n1f85lG25jQyFW4Z7FknZ3zMYr+81QmFbbmyy+yq8eisFDtPLulIvC8r9ZAH7r9qBWgcLcv+EAlms1ITncFYDVAM/uZ6C2DfX1rut3d+phuN0PB2SUuCzLqFy/w1Kiv7vrRhZTruMd0m0c+UsD4VNRa1aoNatEQhEyyQzZhE4qtEE6tInHTakqiQDcDNI0fQSlV7QrAAdcGTA2cD2CiIW+qzNQMqwMrshwnonfERKXrMoh3cUOWDhBSwxEBNX0jWQD+9RAiIU4icXw0EL3tdCUiBfGcv0Ylo1lOaR8LilxLps6NSOqBq9G49KPFPHPJexx2Civsby9hOnapJJyPxmiWS3SrBVJxFsk4y0CWk8d1+Rapu/JYHgyJPUyyXCZtjtL0TzNwJ4g5emT8PYI3qXy+QYEPQOqtQIXr73G4vIC85P3MTd5gmZjlWLxGgMRgONiFgjh9ny4fR93qhXuVKsk0zozUylmxxPkwh5yEblm7GCZXTyqB+vZdUzb2JbNnY2OqvxoipnZEYKRELWBScd0iFu6qiFk36JrNih3Sww0g8nRGabGZijXA5TrQUJRcd66pBI2McMgbgz46oV1/uziOn1dJzU7puL+QmabiNtnMhFlMh4hHtSIyWCj0WW5UGSz1iSZ3EciuY+NRpWl0gZVo8bA01OZvLlEnnwiT7u+TaexTSzsMJIOkoyFsQcJbDOJPzxJIDKJ06ljlpfxDmR4FsIRB1sGrr0GqxWDpYKhnK6GIdusn/HJqCpPp4lTqapeoVi6qpa7S8yEpD+oynIs2qahsmt7XZSIHI55icS8aui1Uhz26YOal4BPQ0tYkLDYvy/MsUMxspngMGrAdlm60WTpuuRHexjNBZgYizI5niISDrKxXmVjo8ZWAVU1iQQUykhY49DxKIePx1g412LxnBC2JMXIx+RsmCefSHP6VIx+oU5/u8bSHYObSwPWxJnaRGV7BlM6wWSISGBA1NdjNB1gZjJFKhGmXO9TqRvMzvqYnfNR2ra4drGnTEipSUhPyuABOGIwqtnslGyKOw7lTXnfXt72fVO87X1TTAVd8pbB1madc7crvLpUJZuKkE2FqZYG7Gz2aVomRtQhmBUBOMmBg0nSWo+0p0/Ilaxwg3bd4dULPs5f8HHfY3FOPhZXZKPCus3KQo+rF+qsLrY4fp/Osft0DL9Lw3XoWV4sUxDHPrZuNNm80eTU/WM8+Y5Z9u/xkY3UwKhz4eUOF851scJe7IgP12vhePqYWNQkF9eB2VySuVyS4orBtVfq7BR7BESEmvLxYz+8hx/74XnWbxQ5/81Vrt7oslzyU2gHeO9TAd7zlJ9sxks04mV7tc/5F6rsrFmcOD3FfaeneOXldV49t44ZsojNB8hN6JyaznL/dJar17e4emOLqysGV9ZhaVOjuC0oey+HH9FUPTgf4+HpOOmgDDU36XRa1Luomh4fZ//cDDu3DL76e3f41tcK3O7BQg+eeeYwz3z0CHFPm/rqHdaXSzx7zuDZVwze99Ec3/fRHPfNh9gv2ZjdPheuF1ha63Dy+MOqFs9e57UvnaHYrOCOheilQrx2xuK1MyaGxBjFDB591M/f/OEk73kijdkZV2V3ajjdGivXKlx7ucLmRo9BJKSqGW7RjLQIBRySQu/xeOjaXpxAgKMnpzlycopkXyNSNdEdg0Cwh6Z1WLhU5valEmsDh3UNJmf28O4HnuDA2ARLV7/J0rVv4mZRNTZ5gn0zTxEP5thePE9h6TyLN5os3mwyecTL6fdHmNsbwV+NY2yF+MwXC6o6kpOZDnDf8Xne+8h9vOvBA5TKL1IqvUgy9RD5/PfRXOly/dlnWb52gdpUmPp0hEQ8RFIq0yY1UiKVcBkLHWJcP8zGqzfYePUmm50+Wz4fgdExTp48zYG9Bygs3aawdIutbpFtq0oq4+XwTJJD4wnMpTbmYpsLCwZnFw1ulC3WDRcn6ePt70/y1PtTjHeSTHSTLFyp8M1vr7C6XSc+GyI+q1PtGNS6BnMTSR48PIbuBrhwpsT1y3W8yRCeRBBNHGpBL7Goj2zcSybmpW+gymtqBCwPW+U25+/sUOi0OXg4zMEjEQ5MZDkwmaVxvc7tr66xfrvKhpAlgzLI5afnBmi3ZXAK1X/XAwNFwvD6s3j8GUXhMNsVbPrYAdAiGpNiSJiMMpmwmIwZxEK2inpVJzSFKXPZr4w1ESK+LJijOC2d3u0a/YU6n1uo8vnFGvl9MZ565zipsJ+LzxW4/kqZVsKlmXA5dnKCBx+c4UAqQa6rkWlDqdei2Gvx7EsVPvd8ieUNsfoQGiKg353iPe9Jc/aVEmfPDdF56dFhnkRpeUD5jsnh+/0cvj9AuWxx+UJPuTEnJ3zk8z7a0rh3XBodl2YL/F2XpOEw6vFw/+NTnHp8khs7Fc4ubLG83abWcBl0NXJeDzm5eRkJoo0EqRQGbNzoYDQcpmYTTM/GWV1us7bc5rFpD594OMDDRyP4J1OY6Qhffm1bVb8XxGNH8ThhcCS7MYDp7WN5+3RqgtDoEvF7mBiNMjEeZ3w2y9jMCGdeXOalby0xlQ3x9gfGGB0Pc6NZ40azTmXTQ2VTo90xlWPNHAzQBjaafEhyEenVmJ1IsH8mrRCY7W6bems45bRdhHzax/RoQGGoRyZ0XI/GS9+qcebFKt/36Djf/+gYVbPLmbVtFgot6psa9S0P+6ZN9s1Y7Jn1s2dOsod11lsBNps+OoU67Z0ac7OjHDo8Tc/1cXOzwdWVGoU7LbaXm8R9XrIRPyPjAUYPBNFHvGwW+qrGPT7GPF5m9/uYP+1DH9NYrFosVS1uvtjn1osGg65kO3jxBWVMS7BT4oCRfBBDZcPFIyHluDKtAYY1oCeOK0MCrj3EAz7CupeQwvh5iSR9ynXYaBs0pZoiOLmYfW3YwJCKWITCFr2eQ10hTjXSCS/JmJegHlTNn3K5z/Z2m3ZbmpByQewlEgqrMrt9+u0uE3kPD52McexIhNxMmJGZMEulPkvlPrdutbh+pUF5e0DMFyTmDRHPGSRyhsJq9U2ddstDpdhTznbJkQzqHvotyUQeYo2k+RgICWI6gO4P0K05tEoWI0md48dGGB/X2a7UVGmeEJoWJBnwk5fpr3iQ3N44+b1xvvLCCl95YZVuzyIZCw5PDJ0+/a6JR5PcsgC5EY3RUfDqLh3HoWU6akpNypAGd9tk33yYp9+R4fiJGC3XUfvgq2c7nD/bwed1mBgfImi7tqOqUrBUjWd0juxLENQ1bqxJDkyLUT2gSkaOTZlIDQVIZNNEEzH6dpu+1cZvmgQtiz0jeR45fIxkPM2nz13gj85dJBP2kQ771VDrwLvrnm5oDOoaoyMRxrIRHK9D2xQXuMHmzT6dos1H3j/JR94/xdU7ZZ4/v8laoY1lSjMeQpJjGwuKDk064ShsY0flsbropkbIhOzkCJmpLHc2O1y6XmJ5pcFI3E82FmD/wbyqnUqTS9fW1XTXUMT3MC5u0HgAf9KDJwWNrs3SrT5riwOsGpg1eOzBHO96xxjesM3l5S0qzQb37YmqKpXbqqL+BNnYCHoozZZhs2nY3Lje4sa1JhVBV5s9DMkVk5tCr59HT+R45HiOqllltVWga5sEfVFCmk60ahGtWRw4nefoUxMUBz2+/K1FXr2wrdbjoCbZky6JhEs8kyCayigE9Op6ldX1irTq8LiCnU8wNy+5PB6Wlous6t1qSgAAIABJREFUrlUxTQ8DUzJNNKIJjUhEvhbsk5dqWbDLFjkdpuIaEyMexie8Ch/exqsmB9ulrqqJnM7euQQjuQgrVZuVms2lc11VftdmPOswPaez/2SO3EyCr/+PAs/9j+3dzJeIykMW15hrWRw5kubokQz1TpPtSpVGq6cQsnJ82LgNmwsaH/vQLB//0BzeWJ/NdpnVUpn1xR7ri3327s+w90CWdm3A6u0aHtPk+KEoB/dFCeUChEaCvHapyrdfLFLd7iE943zQy/0PpLn//gzEBnSDXXVx3W/FqNcC3FnvsLzeIZOCTFKj0bIpFG3qNZdEyEdCxMdGm06zQyabZnqvIKADvPjyJucvF9ECGlrAQy7nZXTMpwR7j+aonNFk1qNKHMCl7Z7KFPeFhzmF/aKBURrw5AMTPHn/JB23z2K5wkargT/iVVnlW9smW4UBeiBELh1VLliZrN3a6lBatyivWeTGgkzN6UTikjHUU4Nc47kM4/ks5XJPIbF7XVtNsscifvaJYDwtInQIjzek8nfubLZYWGuwttpidbXFO95+kHe8/QBbxRrfOHOTxbWSMKvw6T513pwa0ZVF1xz0FHoZXVdZpOsXumxc6DAxDXuPahw4muLg0WkCoShf+MyaquSon+RYAF9EppoHaAGToO5VjtpWzaFZc3AswUi6SuxKhIOE/X7qJVNVMOISEcRRUKZdpXmnYfQ9DPpedR4RdL8lNIfBMJMwFLAIBWwS6bBqMrSEjFHqU6sO1DkFx4M/6CjCxet4Lt1PJBpDj0SG3w85lDc6bN9pYZuSuRwgnhC8voPdceg1XFXzs1ne8fQc8/sTXL25zNWbS6QTcVX5kJcRvzRiYEsuPi0vK2s9Vtd6dLsGjmOQTuscOzbJ/v15DGFtuCaL60Vu3NlSaDfJYwx4BYcGcR+kUqfJZJ7AIki5sUy1vkq3XKBb3mZsdh9jM/to7lTYur2Et1/jIx87xkc+dpTPfvEyn/viFfqmQW5EV3+3XDSplk06XYtOzyIox4uEl2hcJ5FMkEymSCfHSCXHWFhY5vKlqwysLuNTcYVGD/izBP0Zuv2WKtNu4LgNNE9PuUujkTDYkiMRpbjdZnW5iEaYo0dOs3//cVxXV9Xq1Gi0iqAJkluc4Ra3ly+zsHxZNSDF/SZagwwHeeXc1ZfzgzPMJ+5pTE4n2bc/w+xsBr8bVdUzD9AzD9IXNDEWA6vHoN/EMhvowSqhYIVGa5uKyizuqP100Hfptw2M9oBI3CSRsfDrOo4ng+ZJEvKIEB0gFM6qEhxYp1Vj0GsR1P2E5AZETjRaClfcJQMPtpA8nDaWZpAdSTMykkYTvKgIBKqvGlQoQsOSCij3mJBJRAXy+/3qcwr6PAR8gsEzFJZZIgWe/aV/8Ho794kf/VWVASyNRckXFiyzTFVrWh/NI/EZrsqNt4wqZrdEwGeqvDhxXrr+DE4gS6NhU63I/u0oPLvospJtFRCCQrNNq9Em4BMqQUpl0KlsPyw1LCclQny7LXQcDx6fVzWJTdvGkgxNJcz61XCGORA3v00iGVJub3/Ar4TuTkeaMuKqM1S2twjAal+VDDU0PvXP/v49BOB76k3/m980eO33/wM/8bWheKLygKW57Xma3/+tewvAv/rTn+HTwy77G4KLtJhVI/+9/P5vHXtrZmx3g3/3tz+nMn3vNsXfvKAP/chf49/eywUseajlDb707Kt8/oVVbrtZHn7fSf7G0/s5mhAB7rseZpUv/trv8M+vvpEJevcZ7ru+twD8mAjA3wEcviugDlvudzXhd/7kX+efHom89XXLN/n5X/8yX9Hm+dCDB5jc/jq/fMbh9I/+ZX7l1Fssyur3e+XrLL70FRZvXKcxCOPLHiR/8AGOnbyP0eQ91PDmNT79z36FPy3sUCgUKYvgVq0pIVgGc1UusDhqfYKgHrrJREAR0VPwrebDv8fVZ3/grXhuadgXXuD3fubv8cnfvcjU2/4yP/0zP8tfeXJWtfDv+RABOPXUbgbwm5/xy1xw/g73veWX6rz8fz/DX/nZNWY/8FH+0rv6/Iu/+6ts3BUp1JDCXVz5riAsy+6VYQpx1YuQMESzynb6C18p8eF7CMD/mxv/dz69/Rq/9cxP8Me2zSf+3bf46OF7CbpNtr7xH/lvv/uHLFUOcujDn+CHnnk3Y/cQi+/+8Y1nD/DT/0YGzf3E5Z4jGCDi8/DBX/wGh94S1tti9ffew3/4U4u0rpOPRghoGlN/67/y2JG3unopfoPf/OQ/4SpeOj1DDc7mM4d4/8/9R965/x7bKW1KZ/6AL/3JH7KwPsrcEx/jHR96N3Mjb3UYQ4Gbv/RX+eMlOZeJABweppo6jipxKSpUraI1+NR22Op0FN5Zjt9ev2QnJonHE+rn4tJVeb+C4Nb8WP44lk8yJUVAk2u5YZnOkIogw0ADy1XnA0MQkVKW5KXLawuiX0StoUgszmKFwN11TN4FzSuChKD3d9G7b0TBDnHtsuxf+bd/4/Xt4F0/+RtKkVT7jwxSvMkXf9eBqhRUJfIOhwnuHgdlYYbi4a7vUw7hu2LkMM92OPyw+11FtnkDiD/84W7CsfpXMpEl81jck8Ok46EIrNgQSpgduqLVX5Rjsbgod4XJIe1jV/DdfdPDTNlhnqylhM0hGljhi0XwVj8TOsRQcB4u21CElVIitHqN3f10N7v3O63Ww+Pl7v/f9fV3zRjJmVFO9bsuWvWKd2dQXrcsv9nT+/qR/PXPRf1UHZzvEjOGoPA3zNdvZCcPf/u7Res3L+uuuCoOc4lYuUt4V9vn8O/KkIpXcsTV5393zmb4XBmgt+VzGE64DBHMivgxfGMyMHeXZiCiskRzSB7v0AEseboBVUJ2EDT6cEhjSHAYfpa756Tdr4ef8RtnrddzstX5e/d977qp7w5GqOEaNUfqVZFIMpTWMyp0+9XhtZeNiqFKhMOkpZEcrpANV7HMGLYZp9IPsCXxL/bwmswvy+dKyUoT4oiltnnJ4rRE6HWHPlmvbMfqmkmWWNz6HhyvrcpnuQJuUsuk9gGZhbW7DOwOul9TJd8XiLQlNCjHUA7TeCBAPBigKzmbhsSb+BhRTlU/Oi102myXFlnZvqUcbvHEJHowjtmrqgrrDSKhJo68liEDfR58+jj+8Bh6qIce6tJzRmmY+zHtNGH6hDWDmI5ysmpuGdfZodneYnXrNjvlTbKJGUaSs7TrFWqlTYQ1JRFtnpAPU2J+ei6LOy0WC00yWZ09swn2TokAHCanhzHtjnrfQjrzWj48poNtGGr5ttsOW23pjYTJZWLqc5RebLdnMBKOkY1EkdEzjyOY/xbNXgULk+zIHNmRWbZLNlslRyFnx8d8jKY1/L0O/m6XM7cLnLm9TdMTwpcaIaiHlPgb1wbsyUWYH4kQC/jQBcfc67K2VVA9QF96Dl96lp1mhY3KFpZtEo+II1an13fo9mTUuIZFnXwyyGQ2Ri4eZ9ANMejptMwAbTOIhDDo3h7RgElKd4kFJRqlRb/fYrVsslSyFXErGHDRgx5i2TDxbIRBQ6KlurQ6Bg3TomMLeSUEWhCvDLtaFt2BRVMyhgdy3pD4AQ++kKYMTr2WS3PHwexqBGQAOODBDpnKDPXIg2O884kpslEvrVKD6nadpa0WS5ttQhEviVRARS0emImqftzOVoedzQ5LSzaLSxYVcQjaNpoOs/uCzOwP0tyCxpZszl4CMS/5MR+HD/vZM+uhvdmls9Hl+k2TS9dNtnckl1vOgxrRsQjRsTCaDCr0u4oCOTYaI5EI0B30Vc1OhpmdCtMqm6zc6qj7fV8CfAnp68o9v0flqJZ3JEPWZnvdUrGE9z8+yqm3jTEZhbxXCJRdbm+2uL3RGpIrTYkwtKjXTFzpDU/4SEz4mZj0DbWRgEPO7+AObDWcXG863NnycGfTw4PHsqq2CwPOvFrjxq0OxbJNq2Ozdz/sPYCiNLo+jW5Po1XXqJdgZ8VQdfLBER5/1zgHZjRyvhq0W5y9OODMBZOBF4XF9QVtAkEb12tT67tU+zCW0VWZDY36hgxQeElM6qpf/sTxMI8fD1Ncq7B0vcB6oU/F8NFy/dx/QufUiTA5cVPHvJTWu1x4scrOhsmh+8c5eP8YF89tceHcFm7YJL3XR34yxH3jGe6byHBrocKthTJXFwZcWXRY2oCdhkvX1nj7O0Oqsn6NqPR2JaM6YOD1idlJTE9ete9k4nF6FVi71mV92WC942O97WVSSJtzEfJxyAWF0jrg3K025263Of5QnGMPx5mIesiaDq7Q6boOtYGPQ1OHOTR5mMsvXOVbf3KGQquIZ8aPPerj9hWH21ds5ehOTXi5/6TOB56K8+DRFE5/Ars/jtNYw22ssXKzwbXXumxsDeiGxDgDVQyq9FUkmfgTYhEvI2NiDgmzd99e9u7bh9428JcltrOF19vFdlos366zdKvGUsNhqQ1Tc/P8wDsf58T8OGuXX1TVSWh0kxqp3DiTo3uIBZP0S036xSZXL+9w5fIOU0f9PPKDSfbuCxMoaww2XT7/bJXPP1tjx/HQCvu578RePvTUKX7g8UOUt16gvPkCiexjZCd+gMZGh2t/9icsXXuFxniE+ngYy5ToHshPOMztF40hwmT4OBPh49x87hVV660mBV3DjCfIZmdIpfJ4KKC5OzStNnWry1hO5+TeEU5MpaldrlK7VOPs0oBvLlsslC2qHZtIOsBH/tIMH/7hafpXOvQvd1lcrnF5rawoEf68n8Coj6iuE9VDjMcCzMYC2F2X124a3FgxCafCKitb4hgbRodcKsiR2TQHJhJsbFTYXK8yGPiwnRBVY8BKt07X2+fI3oiqXsWvKmr7yMgA8cDkzlaRO5tFSoZO0dBpGg7tgZDkTKI+W2ZXwBNH88QxnT4Dq41pGeraX66bDx8b4fCxLL5BG6dRIxyyyY7pJFJefGYPn9VjdjLL7OQIdttHfd2hX4GAoMjFbLRVVJWfnebBh+4n7Opc/NOLXP7GDVbDNqthwcOnmJnKktF1wgOx+XqZ25Njbk+eLz23zO999jq3FityheR1U2k/Tz6Z5Iknk1y5JsiOGobmJZiJqAn8pvD2VweceDDAfQ8G2NoxOHuuQ71ssmfMy2TeS9dnqxpYkt3lx6yDXbQJtODJp6Z58u1TXC0U+eatNZYLLTotD7ahkRcXbVDDzUVwc2HFk9+82aZXt8iNxxgZj1FZMaisGrxrn8PfegoeOhail0lSDUb4wrd3VI2NZDk8P8lIKq3yyGS6bmm7zFKhzKDdwu20CYprNBZT2X75sQj5sSjXLq2qEpHq1IlJEpkwFzd2uLi+g9PXVbXrJvVqh26zj2NYCoUh93FSh/dkOXk4jx5xqXeqlJt1qvUglVqImakwB2X6ImJT6jfZqXZYuWqzetXi7Q9neeqRLDutLmeu77C81cbuaNgdD7kRi1zO5tiBMA8dTxCO+zm/0efaVg9/bYC/PuDYiRlOP7qXqmnx7SvrfOviOp1tm/a2zXjCy+yIn9yUTnI+CvEAi3e6LCx3iDgmEcdibk+Iw6diZMaDVPumqlef63L++Y7CHofjASWAar4hKq/XdRSSU9Cc4YhkmghuRG48HYXmkxK9WPdqypEi+aOCzAwJSiUGfdOkZ4k7R6PX9Kic4SA6IXSiqS7RVI/eQLAecvOlMZL2k4oP8ycGpkuzYdKom8oNYg4kL1gjEpCpr5DCYA56fQ7tCfH+d2Z46HQCTyaIJxPg7KU6Zy/WWVpos3mnR7thEUsEiCUFVWwSy5p48eP0w3QbHnYKPaqVPsGIpqrftOlUh2OsgRBKwFKZXHJxXXZpFWzG0xEePJljdjZCsdmg2GrS83roejSa5QG1tT5xv59nvv8AH/n+/fyXr17nd79yXV00JLw6QU1Eii6mbWDaQUwrSHrEIj9m4tMdhf/omnIBIE5NF6vuYNVdDuzVeff7khw5GWW7AdsNjSvnGqr0kM3MvEY87aVlBlU1igaNYp+xZIhDcwk10XdzpcZaocHMSEBVtWex1TLxeINM50eYzKXQEwP05IBmqUV1s8lkIs2Txw8pF/qnz1/jj85fYzweVCU3E3VjQKtvqohBYcdNppNMZpIEg34cn6sE4KsXa2ytdvjwe3J8+L05rm/WeeFaibViF8MA09BwBz4Y+Jjf5+fgET+2x2FxTRzkNtOJINOJAOFEBD0RYXmzy5WFBmvbbcbyHsbzXsanxpmYGqdVa7G+vE65WKVnDqe6Z6djzE3HMHwmbbdPpTpg5brJ1oKFrwXeFjz2xDRPf/9efLrJtVuLVKtFThyIcHx/lMJ2m8J2h2goQz41gc+f5vxajdfWanRNwQwJjaDHzkZbudZdyXkJ+3jy0ChPHMxTd2ts9LcVLjcQyOHTUjgbVezNGicemeTh9+2h7hr82dkbnL+8Qb/gwSh4SY3YpLIO0XSCUCKN49W5c6esKuh3VeXycaZnMqrZvrxSZnWjTrctGE0N0V0ScUgm/eTzUZIpncKOSaFgkvRb5MMW+axXXbiJq7HZd2j2HHS3R9jpKTTFxESGeDrNWtXPWjXAyy9s8vI3NvFgMDaqMT0fYd+JMfJTKZ778hbPP7up0OCjM1FFFuiUuzjdASceyHDf/Rk6bpuSCD3NnsqZqRcd1hc8rN/28MM/NMMP/9AsVsBkoVjj9nqV4nKL4nKTw4fHOXxknHa7w53lbWyjy76ZMPPTYcKjQSKjIS7fbKpc+9p2n0TPJaNpnHowrcqbtLDCBr2ej04xSqPkZ6vWZKveJBwOoIeDtGpQKdh0ZF8Nd0mGe5QbNuW6Q35slEOH9jKwQzz34hovv7ZNMOEQjDtk0oLidolG/PjF1RfQCWcGhNMDus0BzYrcuA7FHMG8eZsm3qbFY6eneeyBaUr9DlfWiyyWavjDQfx6gFLFolS2CPt8jMQCWH2HGwsdllc6uAMV1Ec67WMkHxANFgR37nWZGM8zPp5jbdng5tWWineYnheBGsJ+i3DAJJ/Jk8/m2Sz2uXmnpo4LhVpb1f4DY+w/MEq10uXG9W1K5Sb+sEYorJGKSj59EM+we6majL6YjusNcOeVFsuvtpmchf3HvRw6keXwiT0E9Thf+Mwin//sIqGYRlCVQyBqERC8UEAEJo1qQaOyI40/l4Cgz8OaIkxE/X5K6w7FdRt/zCactdFCDgNNKCwePHYIzQrh9F2sXayV2TfV+05kIZmV6FYZRojQ61s0Wz0ajb6Knei3IBIblgjAgpyVJo1p+nDwkxmNkMlHqZXbCgcsjqu0CMByrmppmE2N9o5JqzBgZj7JUz8wx+zRJJeurXHx+hpOX7Ryl4fzMZ6eSXAkH+dSN8ilXoAr17e4cmNLNXFicZeZ2QyPPHKUo8fmWVhdY3F1nbVClbVijZ5hogfFreslLJq7A+nsA2Tyj2NrQaq1RWqNVdotydsqko6Pqhp0mrSq2wR8bZ585yxPvmuO559f4vlvLNE1XGKJuMLIVUuSiyzO3YFy8cZSMhmvEYsHdvOX46TiWZKxLLdvbnHp4rJyH4xOZkjn0/j8CbwBwbtX6PTKoDXw+jsEghaxcIpYJKmiOqTKOz0Kmy38niRHDz3Cvj0ncDVpDlp0+hVanTKuNiAS1dVncmvhiiqP1ySki6iza7d0pKk4FNskXqTfhalJiRHJMjs9AnYCzUpiDuawBvMYnhCG31EibK+9yaC3TTxUIaZX2dgucWe1RKdvEYroBAUt3mypCkdslasUCMbQPDk8ngw+XxC/T4bVxHHlp9GoUCnKYGKbmcl5pqfmKRV7FIs9JWwHQyn8kpkr2Z66ZI4JNltn0KvRbZaG2ZJ6Ur1GqyfHYb9yfQ1Uk1mm8f0EZMrWI1lcGprPwuO3MPoD/vT/+juvN+0f/9Ffw3bEsSPiq6AAxUEoDpquqpDfVOUO6thGjYDHIqIHiIZDeIIjaKERSkWTrc0eAxN1TAyFPQTDhqpms6UEYL8nQDQUQ/cH1TE+6JOBDR960KfO562WNFM1BDotLXsLW5W0PkUENuUasmdhGrYafJASR77g4GVIQwZXqrX+UACW61I3qLCI4lH8xz/3t3nfW8Si/09y1+4vDwXgH//aEEWpcLYKu/0e/vtvHrpHlu8Gv/L3RAAW+7DyPykbsFxxyHbpON/PH/zmiXsKwL/8yc/zh+p3hiLCdz5m+Ps/8z4+PH1vF+Wf7532ee33f48f/9qQHPAWE9jTH/0eCOhrPPozf7b7O0OB8e7jzfmo6nsf+ihff+8Y/6ulXP32r/Ox3xbH9yj/5Bd+kA+O30Os/vO9qd1n9Vl99l/x619eUWKXCBJb2zusbWywUyxTb7RoNNrq5lvK5xsOFoh4IMOXsjIM40F+7dxX+cQ9TMD/W4uinnyT39EO8dfe8otP8vk73+AHZ/8Xf7H+Av9g6mn+o1eiOry7aGe5D7srYt3NPb2bE+xXQp4IMCJ8/OKzJT7y/4MA/J9+8JN83rJwP/zv+cxPPcD/RNf9c6+y7pV/y09+6g+G27049BybcDDAJ379Ze5/CzO6zcp/+wD/+VmHlO5jJBxQ3ahW6K/wgX/5CSbeotMabH7x4/zib2/R6fRpd3tk0xmy+/4af/3nfoTpe7jP/3wLbrDz3Kf4tf9yi3QmRSQSViKwZPua3hCuZ/h5yI5sDIa5wnf/9fn9BHUdPRwmkUySSKaGorEtQtlw/xdx0xG/mmT97or6SsxUbsUhxl56D/2B3GcInrZPs91VmcPtrkHXGBKrZF9o9UyaPROPRxr4AQQnflc/VENEfr86FtiCEJd8V7UCBOMtA0N+vvLLf/X1VSICsGD/ZXhCsLNDyXCIk74rIg95xBLX4cMv4aSy/DLoIwQtTfY3kTMEQi7LJwKIiILDOSDlzBQsv5whXMlbl69lcSTHWyQyobOIjCNOSJ9aS34MlZ9696gk605JsyrzVc4t4k6T9SsDxHLsHorQrwvAihAgmbbD86O4S8WFLcc5tU/5ZD1IedXAkvxMOV/lele6Z+rnuyK6ErmH2cvDvOjvPF4Ohd+7oupdl+wQY63W/F0hfvdriYKSd3mXvPwdAHtZzbvvY/iJDR93ZVD1/nax1HcdrurnbxbB3/T13c/y7op88yDSG6cjwcJLEIV8gnI9LEMLwwxWiVfw+yQz16eisSSWQuHIlTbuMJB1J9dnHq8yFAhi1rZNhayXQU0ZvBQHqhANHLuPaXWHQ20y0il56H7J09QxDJvBQLYaEd+H+bFDHXd3SOtNO/DrIvDrMQ9vuJOHT9vddndzg2WmQTbrgMdP0CMTpTbFxgql+ipePYMnlCEcDBL1ayRCDvlYl3y0R68XpteNUB14KA6g68g12d1zy66uvrsM8gHddUQrA7vcAirH8u4wwW5e8d2MYol0UsMTu9h/GXEVAXNgNtH9cfSAxEN41OCIJeIvbeX4C4dihPU4fctWtCGhvGSiSdJ6hJBTQLd3KJRusL59hYGlEY3tIayP4Heb+Gji99bxeev0+kMBcWB5SaXmSKZmkVUjg86mk6Q/yGNbOl5H9kMhMwTJRIJY5jI94yZdY4Nmb5uOUSHkSxLyJunVDNqVtroC9CU9iCYp2Yr9vsWt9T631nvkRkIc2BPj4GySnJ4mr6fpuy0MJHNZw2sFcHs2g1aLfqdLxRei4g2pa86oNCIHAxqlKv1Wm4nRJBNjKZHd0aQRL+uvX1PDHtHUHiLpeVa22qxutRlJ+9g3HWY658NqN7HbTa5slFVVBkF6vhSaJ6jE37Tf5tBkmIOTESKBgBqq7nd7bG1sslOu0M9OYGQnqLaqlCtbhL0h5tLzRH1Jrq9sKZqTL9HHn+wzm0+wN5dlMp5WObXSI10tNVgrNZQJIj+eIpfSGQk6JL0WrUqFVrXCStlmqSxDBTa5tEkmZaNFdDxRnWZVo77j0GyatHtdRUOJS/ZwPEm31aDXbtDomNQEHy2AS7U/iZtcRTgrE1Zvx8HuC5o2oAa+B0hUk8H3v+cAf/EjJ8j4XdavrnDn8grL7S5L7S6aLgLuMMLu5J4AMxkf1YJFrWBx5ZLBlUt9ii2blhzvdMhNaeSmPQS1KEEtRjTqJyYiY8YhN9IjFe/TWLNorNlcuGRy7rxFuSRxCxD0a6TmY6T2ROm1+rRKYn6BTDakIgjxSS5vn9nRBDOjCcyGSWmtRaPWp+dFVTTvI5b3qRzV+rZLccNmbWVAuWRz6L4sh+7LMJ70MiozywOLcn1AodxnfaPD+nqXbldiH1yiIwHGDkcY3RMgleirGtf9TOh+1X/bLjlUWy4NGxqWxttmxnjb9DiXrjb473+6xvlbTbnBwh8NMj7dZ3y6RyIqdCs/vaYsl0lhzaS8A6UdjZOPJHnbu7McmHAZs2q49Q7fuO7ywjWUo1tK110ScblHhmpr+PqppIdUwqNMUBE7SjIeZ3RfhvxsgrSnQdrTpFGuUdqp0R6YmAEPbtjH1FRcVT7lIxfXqG12uXSmSmHLYP5knvlTOa6c2+HKuQLeqEluv0fFcB4bzXAsn2b5TovllSbXbphcvmKzuGmzM7DoBx0+9v4EP/SBBI2dHiu3WoowIX2aRNaDJXqS6cc1XSWkBzwBwoG4MFQot4KUmkE2KiU2K2XmJ8I8dmyU0YzOUqHG0k6d1FiA9Lgff8/GUzRwLB/WSEY2EubCk8xFJjnz1St85XMvsdkpENyj4Z3R2Fxx2boDYzMR5g/HOXowxukDUfaNp9CsCTAncCvXcMtXWbnd5tpVWN92aAYMmn6DnY5DUQwBMpTnuoyMeDl9f4hT98WYGj3C5NgRPPUmTrGA263g0FbHdTFdrK41ubHtcqMAM3vn+OiH3saDR8cpXHiJ7QsvUY54qEQ0QgkfmXSAWDCMbuQJ9fO8cn6FV86vMnU0wBMfybH/QJBgsYO50eGPv9LlT77SYbnnZcvj576T+/iL73uAj734cYzrAAAgAElEQVTrCNU7z1Fdfo5Y/glScx+hVmhz7eufZenGWRq5CI1cmJ1Cn+J2n6m5EKceTrJvb57p2Cmmo/fz6hee45XPP89qs0wx5lL3een2wioSa2K+x8QeMYg49C2XPeNJHj44xunZHGtnCqy/VOCFZYuvrbrcKVkYzQH5rM6P/MQx/uZPHOXaFxa49vkFlnfqrIqw7rOwEhp2QuPQVJ7DU3kycu9Qb1KvDHhtJ8CNWoB0Kko6FWGnVmattM1MPsJTJ2d57PAEl15b4PJrC9T7EqEapx3SaMe6+FM2x6YiHJ+Kcua5Hmee73Jgb44PfGAPcxNBbn/7KrdevMZyO8pyK0bNNel628JvJu5xiaphQR1HqG1eB8NvMjBMzJalcoIffnyKR56YorxR5s61dRXzduB4mpmZECGzRsisMzY9raq21uHOK5u0dnqMjOdUbda32Kpvkps4weGj78fbjnHxD7/MhS+9wAW/xUWfhesPEQyE1XWzHPclovZjH3yUj3/wEb74xUv8p9/8BteubcjliMcVZ8Xp0zEeOB1jfbujqjnQ6Hv9GKaHvuTqbts88GhY1Uahz7dfblDZMdgjuNCcByfh4CRcel0v3YaPdhE6OxZO08O7nprhne+Y4VapyJmlFdZ2WnTaHtUMzcrB2guesQSe0QTlYp/1G3XaFYN4Qld5s6Gehd61eOJIgA8/GWHv3gAbrstK3+Gliy2+faml3BNzczmioSh238+g42G72mCr1lDcPp/VVdOUEsYqE1y50SD5fIjiVpniVoXJ8QQnTk6hx0N88+I637y4gd8TIuAJ0qnbCiPdb5vKWSn4Y487nBzfN5fhsOBWdRGAG5QbTYo7GjsFTeW/HjkUwxM2FQZkq9xkZ1GjuARveyjL4w+NsF3t8OLFIssbLVxDA0NTqMN01uXkoTiPn8oqVO83b1U5f6dOyvCQHGgcOzHB/Y/MsdM2eO7cKs+fXcPTA60H09kA86NBsuNBghNBTN3DrYUetxd6hFxT1eyczuHjSTL5IPW+RaNncfGlHhdeEqezh2gySECmj9wBtmvQ6wgG0NkVgOXGSq6xRPx1djN8IRyS/L9h/om43iSrTY9LgeFIkL2j8kYHHZ8SgOn6oRcgOzogM2biejV6lgfL2b1BkxtTy1XOrV7PVNXvOiqT1+xpBLxDV2Um5pBNOBw9HOXxJ3IcOJKgaklm6ICzr7Y4+0qbLUF0VE1MwyEieOq4h5QSA1xccQA2/bTrUKsatBomesSDHtHoNFwaJUfd8IV0QVCCHgmqTMhW0aa2YTMS1zl1LM2ePTGcEDghl81mh61mm8J6j53FLmHHz0feMc+H37mHby5v863lbdVUbRVkws4moFsqY7rTk9xRTS3XyLiLX4QN06VvOCq/olF2FG4y5gtxYF+YR5+IMLMvwMJmn8XNPrcvtLl9oaOchzN7vMQzMpEapGUHaRR6Kl9iIhPm6J60ctTdWCornML0aFBVsWWyWjZUXtt8LsVsLkEy7yGR09jZbLC+VGUiEefpBw8wNpLiD84s8odnFjg8EVHVsQZsNrvstHq4IgBbGvlIgnw0QSIhoqKfetPg3NkiywsNnnlvnmfeN8q1jRrPXd1hrdTDGngYGB4hmqg6dFTn1EMRoSBxfblHuWKxN6Or8kSCeCNBlta7XL9VZ6PQYWrOryqiJ4iE41gy/V9r0Gm2aXYN5cidm48zPx/HkKk+26Batdi4ZVJYtPA2bLxNm7e9fT9Pf+AYPt3g8rUrVMrrHDkU4ejBMNvrPfXZxsNZ8rkJPL4Ez5/f4bnzBTKjUdL5COWdDgs3ypSKbVw/ytn42IE8j+7P0/c3qFDG9HoIBifwahlq1zep3tjiwSdneMeHDtLyGnz5zDVevbSGWfZhlWSy0iYulU0STY/g+iPcXiiwsLCNHvCoUpiOdEQ1VP5f2t4EWLb7ru/8nK1P79vd1/feffuipyc97ZJlWzjYlg2xY2MMmRrCMGESMJMwqQqVQKZmSTLUZGoCCTCGUAmT4NiYALaxBZYta7ctWdLb9+XuW/ftfTt91qnfv/tKz5IAZ6po1a/u03vdt7vP+Z//+f9/361cb1Gpd+i0NDpNUd0LS1SYsibTsymKo3HW1j3WNjzGlcW3ztioTm5MJ5aCRltyKgPGkwHjKZ/xEXlNFjudZb0eY60R4+x3Njn33U28vkMmDZOyKbpnkumFAi8/u6kqLhk5UylMDTqlLlHH5d4Hx7j3oVG6tNnp1Wh3HNy2XG8Rty6F3LwU8ROf2stP/theulqfy6s7XF3eobHWpbnW5fjxGU6cmFXOC4tLa8oCdWEmzfxUCksYvCNwY9nhwtUurbJLuh2QD8UeI8uJe7JC0lKZLZ2mTm3Fol7SaYdd2qHYNMUwYhbtikZ9K1KboYkRUZC4bNdDSrWAbH6U+bk5uo7FC99Z4/XzW2QnNHITGumkTzruqfkwly+SzeeI533iBbF6F/JUm76AktLXk0yjDtidiPtPzfPAqT2UnS4X17e5ti2kBY2eUnBrarMe1wxylmRjB9xabbO62VXzoG2Y5HIWhXxMWZAJI03UEYVilmIxw+JNl6vnJY9Yrqk483sNYlofS6ywJiZVbZT7XFuqc3Wlxk67Q7nTpSjnfCRFq+Gyudai3XIw46KEhWzCJhO3FQglfHZDsuOTNqEe4/ZrAwB47wGDY/fFOHRihIVDM+hWkq9++TZf+9IiZmJgs5zMR4PKRcRsTVV9x6BWNpUig5hHPAaFuE1Kj1Fe9ymveQoAToyGGKmIwDIIDZ3IsQkdG78bEEimu+Mpy1lRQI5OmoxOSc5WTCW4e2GEH0rzwaMxVBWPjFoURy1lVTuwiDMIfMnos5Qjg3z3vtOn2+kjDRmJMrBtjVBIbW2dbtmjve0yszfLwx+aY+ZIhgtXtjl/ZQu77xHrezy+d5wPHZ3h6NQoTy92+MZih9WNqiqZ84ujplKvHj02x56949xe3eD26iZblRbb9a4iXokbR8Ky0Ps+uuMzOnGaydnHlEpofeMKO9UlgqCrWPyF5DjF1AShZJf3dojbbe55cETVd7+zokoA4GQ2iR+Y7Gx6VMsefd/D9X0yhZDCGGSyFtlUVlUmmSOdzHHrxjaXL6yp+/v4bJH8WA7NTKGZSbrdmioj1iGe6JNIyufOk7TzdJqRqvpOn0rJwbZGOXH0IQUA+6GwYTt0+zU6TlWpJ5KppGrSXrt2kavXLmJYktMsitQBAKxUO8PWrtORHOWIiYkse/bkmJkaxWAMMxrD92bx3Vn6mkXP9HGiJl5vE7+/gRFsoQdbKju61gpx3EjZgYttauh0CHtddb4TGRmjaQxjDMPID5sng+xqmedbzRrVnTKuI+zzg+yZPcBO2WGn3CMkRSxexIrnMOIZLDtFWrKTUwZOp6ws4aS5ncuPkUwVqbZR5QaS/zhQfEhzXcArS9MwpXlo+eixQLnU/Pm/+kdvtkHf8/f+DUEkjVoh7YlKR17uQyT5L13SiVBV0K/jdWtYmkcyLvdOGys1rqq07bG+5tCXvOuEqJwN7FSfeLJPp92h02kjbd+EmcQWa9qB2xJJ2yQRF+tnUUZo9IaMfVHSOBJpEfqKYKrpMUXoE/DX74dkMqayahLltFTPkdwyUQC7GDENQ+jUoYUmFen803/+D3jyrwsA/sJv85lvDpRfAuLKMdT1DyoF8DtwPFHy/uIf8ocKqAtVpqCAwKoBrzJaP8Ln/yIA+OeHAPAwh/Ctlv4wuTaa5x/+8gf5if3vplz8K2Arr8N3vvzH/OJT5b/giRH8jU/xjXfNAB4CwEpROMzcHCINCkhRDetd/9TTfPY3H+XEuwh073zjyoWv85F/fQM/6OMX7uJ3/tcneODdFMs/EBrn07j2Jf79H79OtVobKstDGq02ddmLlXfY3CqxtVVWQGoQBQP1rwJMxT3AVM33viiJHv8tzvzBT3H4L5T2vvMDbS1tMbn37f7jDt/91QQP/5N3Pv+9n1/kuU//VQjwOX4jfT+/IrZxpijFQtWsVrnASr0m+7KBNaqpnjMo+T4DALjEJxZ+oIP3gz+p/Tr/7mOf4UuBgGPjfOLXv8DP3P2OxOi/+Pe569TdGfJvR41LL/Kv/u4/4aqKI/GJAl9ZSP93v/UKD86+/dcJAPwx/tMzBoW4wUjCIPD6Km83/d/+Pj/1xLt8afciT3/mZ/jCimTd9UmnMmTSGeL3/SN+4TMfYer/BwjcvPK7/O6/+ZawKCkUC8piOSYq7FiKKJZWALCCvcTS2RsAisL+F5BmFwC2bZt4IqHA4IFdvJLpKpWs/BSQdwAUCaFJwMsBqDiQyQ5UtJ44m/ihIoOpjOGeS1spnQVw9nHE1lPUXUJaH9oky+uUyjgQJwhRHov6IVKq4QEIPTTUVQp5k2/+27/75kn44C98Fl1YvUOZ6+7s9qbsdXjvlWlCpj7pt+zGwspvNTRDqYJFqRio/4Z6XzWwNQUEDwBgcTIKhgDwgPSgjokAwJqAwGLmaqp/F1tNIxL0YqB2FSBSrQKGn1/mJyGqy3ceZH4P8ofFtlTpQ4c+/eLOJn+hQGnlTLGbOzsAkgVolPlf1qJyL9glwggQrjKWh1Ojsk1XOczvBCTfBGh3gdu3M33kXO8ebQHRlR508LnetHoe/nnXknr36W8CwAr0fQvgHnxHRUEaAMTvAgC/20V7J9HnrQzgXQBYTPxlhWIoNa6oz2WcR6LoDXwsPUKEqTFLV9nlQkQORdWqSjLFzUG4sSZAunDd5H5uYFuybxH6kERBiA+skA12UWwVWEoQCPlhcH0odfmb32kI6Q5dOt48Lm/a/b+Vmfx9FuJ3WGLLeZM9jKytLMntDUSJtE6tu4aRGMdMjGObhlKnZW2fqZzHdNaj1Y7TbtnUPB3RCvQiWZOZyl3iLRLAW4p0BT0PiVTqWhmCvoP76WCsK2Bc2V8Ham0rtv+SrS5rCt/r4XkSiZXCMlLqGAahpwDzUO8S6S6xWEqtK31xCgjEHcckYyfIxGIkwxKJqESlcp3N8lVFEEzn9pFKjhHT2thaG6dXwumW1N667TjK0Wl25ggzM0fwJVZHN/H8NJ6bJ/DkWuxh0mckYSsQuOdcp90WV6EN3KiOH8kaMYmppejV+3SrPQI8zEyEHhf3lxDfC7i85HBlyWFyIs3xw3mO7S8yaudUdcMGvbAJQmb04sgQ8VodnE6PDTRV6WGOvOEHtKot+h2H6ZkcMzM5dL9P1GuraJYo7KjjbCRn0ZMzlGq+qmImUv3siXyA123jd1ssV+osV+uUezp1V6JYDBJaQDYWcWqhqCoh841Y9Le7bG9tU6rUaObGaWbHaTt1Ou0SeTvDwZHDJLUiL529zstnb1CY1ynMawqg3DeSZzqdp9+J4XZirFYarO7UiaWTjE6MMJaPM273yRs9attb1Le3WKlELFUlpkFjZjxifDTCsTT6pkZD+pk7Gk5H1L2+mnvzxYK6Z1VLZSqlHbpugCMRSZI1H6DGi2pDi7tMM8CtyB4adNtCixkEulgKe3z4b+znxz52jLwesnJ2ldtvrLAWeqzLOBRSbspg77TFfQdt9o2ZNLZ9GiWP82f7nDvbZ7sBjcAgiGmMSNzYdIDmJdG8BGMTSeYXEkxO6+RyfVJ2n+qiQ+W2w+VrPheuBuyUBkpO8VRPTiVITCdwui7thqNI77m8RSYvPVxfVTGXVOWKCrfUU26LVlJXRHZD9pCpgUtRpQTVEtRKoeoHj04nGJ2KMy378RFdxc85TkCr7XP9epvrNzr4si8woDATY/5EkmkBgNM++bRP0dRUNcTVbjOg0QUrF8fMxdmnZ1SdvdjgT57b4NJqh1ghSaJoMz3tMDXtkEtbyvWs10T1PLZWfGVRXd4OOfVIjsc+NMLhaZh0mgS1Dt+6GPCtS+LI6dMXsNTWSGdNpXD2IgM31Nk3GWfvRBw6EqUn90aTzEyO9GSKtNkgZTVIWH0Spkur57NVD6l0IvYfyqiaLcaYyZs0Nh3OvVpha9Nl3z3j7Ltngiuvb6kSAHjsoMbkjM2x0RFVa+tN1tdaXL3qc+68NgCAfRcnHvCpD43wqQ+PcPt6m1dfqeGGDjP7YHafRspKkbZSyiFAel4iZGm0hBBtk8xnSOYyrG2VVMUNAafzpJM2WtxBjztkc7qq6kaflYsSM2czd98e5o7PMOUmmXQTvPTMdZ76ynlWexXMgxrmfp1e3cZpiBBOovNMjh7I88T9U5w8OEHkFQj9AvrONfTKdW5fq3P2bJ/Vko+f11XdWu9za92h5YSKojY3H+dDPzzK+94zRiE1RT41SVRr4pfKBO0agd/GdVps7Dis7zisNU1WmxYze/fyw+8/zbG9o2y89jLrr73ETkZXJZF+Y1nI2nES3gRxb5LXz67zxrl15o7bPP6xMQ7st9G2unSXunz1Gx2++nSX2x2N9Ujn1L17+fRHT/HpDx3FWb+Is34J7L1ombvY2mxw8dWXWF6+hjabRpvJsLHaZWO1w8y+DPc8Ms7B/ePMG/uZMw/wzS99R9WWW6U/GdEXJXTHxHUNFUNanJHe3iA+6sBMhnsPjnP3/Agbb5TZPFPimUs+f3YlYqutqxjR/XuL/OSn7+cnf+I+Ln/+FS59/hVWO1W2Rnwa2RA3HdFPRZzYM8OJvTMkew7BRonSepczGxZXyjaWPYgYcLUG/ajCobkMjx+f5/6FKb71/E2+9bwAwBY9LUN8zGLkEEzMw1zKYC6l88zXuzzzdIeFg+M8+fEDHF5I0b68ROvKImfWDc6s6/hJneyUxCoGtKsSR9oHXdQjMbqBOB34WLGIbMpgvGBx4nCBE4eKXL9a5fXvbZHO6Dzy+DgnjqWw3Tq22yA/NklhfIrqcpPl11eob3ewx8awx8XZs60qm1ugULyfXsnk4tde5uJzr3PJiLhkRvSVY44xjJCRvo3Nxz50Dx/74Cmef+46X/zCa9y4UZK1hxml0zonTiQ4fjxBywloOz5lsb5s+jSbIVENVQ8+luPB92RZ2+7x4nerKhtt34jO3KiGPTOoRgkqqxq1jYjmTojf0fnAEwt84Il9LNW2ObOyzPqOKIAHmZZ5P6IQRMRmRlSJSmLpyo76wnIxJwyTQ/mIg/mQ0ycLPPToFJnJGOfLZS6VaqwshywvR5ipBIliCq9v0NwKVCmNQeRhRi4xhPkBPU/CbS0mJqXEiq+vamFhhLvvnVNqq68+u8ifPntbqRficYNeA2rbIb4oZPKQzurEdUMpimem88zPF9FjGg1hotU7rN3usXq7x96FJMdPZIllA0qdGqVah/Iyqh57YIJH759gbafDC69vcXNZAGDUomZkVFd177ECj987QSxh8M0Lm7xyfYdJ3WbSiHH0+LgKgN+oOjzz0hrPvrxO1oZMXGN+LMG+ySS5cQNtLKJnBly/0efGjT5JBECUnM4kh45nyY/aihlUaYVcPedw5ZyjwuYl50KUWJ7YI3o9Om2xsBAFsElKsgWEgdwLVIWeplic2VycQjFJLBbiS7CC3ieZHzT33SCiL6xk1yDsW/g9g14lQnq703s0ZvbIZBZDsxP0hElZcpRSVIAFUxdmbl/J6N1uSL+t4baFNznYZJ44YHD6mMHxk3kOnp4iN5vm1toON9fKnD3jcuaMR70mloODplzcHoBgYtM6PmYqu8jKjtiNBgro9pyAlNhXJw0aVWFbyRo8JJkMSKcjUjmbVNZWjLbSiks2bnPsUI4DB3OM7ckytifHpcVNLi1usbnUobbsYXsGjx0b59Fj47QyEc003LzV4vyrohRyyI9aymKz1upTb/XJjVoKwI/Zsjh26fdc6psBta2Q6fEce+eKHD6c4vhdNsXxiHM3K5y/ucPyRY+lix6ZtMGeBUsBwJ1IyqC67qiaH8twz9FxBdhfvrnN4nqV6ckE0xNJyg25ifWUbdHCaJo9YymKk7YKSV9fbXD7eoW5kTRPvucgs5MFPv+tFVWPHMvwyNEsjcDhRqXBYrWtVLy+A3kzTcFMMz6RZGouQbvn8fKLm1y/UuXHPzLLj39khvMrFb5xdl0BwGFgqXHSKvmqTpxM88DDOYhrXFnuUan5HCgk2F9MEiZjhKkYtxbbXLlUY3OrPQhwP5pQCwZfCIChplTWgedR67SUnfvehQz79qXxLWmDR8rmcvOWR2nJI6y4RBWXx953gh/+0fsw4g5nzr/G9s4tjh5NcPRYgu0ll9KiRyYzwtT0JJGR4alvrvPUM2scuWuKo3dNsV1qcvaNVZV9IhvVmGVw36Ex7j88BqkOPbsuFEYS8TkMRll5dZHlV5d49AN7efInj9M2+nz1pYu8cm4FGiZR0ySd9lUVxkfJj0+i2xkuX13lytVVZY0rgJBlibWbpmxfxOZIrGO7bcl0MRSzXrj06bTG5KxNYdRiZdVXtWc8wdG5FGOjGrGMC5ZLXQCaVsR8UWe+aFDMxUiJ4jNms9Ey2Wxb3LxQ5ebFKu26S+iLQjnOiQfH2XMox2vfLqkybJN0MakaQr1yD7o+px8e476Hx+nSotyp4vT7aJ5BuwqXznhcesPlU59c4Mc/sY9m0ObC0iZXFks4ZQ+n7HP8xCzHj8/S7bVZWhkAwHuF7TueJkg5hKnBgmxpLaRb80m2PbJ+wKHjMvclFFPVtXQaFdi6FSq2rJ4WBq1Y5hhEhk67otPY0ghaOnvnDPbMmWzXXLZrHqaZJpsepd6A776+wYWrJcbnbcbmY8R0FyNwlAJ4enaMiekidk7HzknOeY2drTKO01MKU6HTJHoG8Z7BPUfnuefYPBWvx7VSiWvbFTZLLptlVxFPpGxMbF+n3/XZrrWoNHskYkmSVpJMxiabEbs06V/IXO4qy3Op5dsuNy6Ljb/FiZM5FvYnSJquWuhPj40xPT7GVqXP9dUmN9bqVHs9VSKkkB6XOECIHb4wtbEClW2dtuOkJYfQ0rBNsYg1EKRWLM5uv95m8Y0OB47ZnHooycLRLBMzBfVvT39tja8/tY4VF5sjSBcgW9TIFIUoIfb7Gu16jE7DUpl5/dBR1nM5K06SGJWtviorE5IYibAyOmbKVBvVXsPAaRh4XZ+g5xG6PpE/UBaPTyUYn47TcySvKUIXqzYBb6NILRzLG12mppNMTaWIxyU7TxqANoaZVtZZO40ddhplxaiVnHhNlzxLV2We6j0No6vj1AO6NVHDpjn1ngnGF9Jcvl5VNam5TOoeDx+c47ETB5kcHePzLy3yhZdv4wVy3wzJ5i1GJ+KMjsv1KVaRJuV6m51am0rTodJ08QONhCgmxBav6eC2HCanTzG/71F6bsCNm2fY2l4kLmsYWzJPphlNT6GFDl6/Sjze4sjJGEfusnnt9TVef32dnjCG06ayi99eiShvyncTDUZIOi+28+FQAZwjm8qpMZeIpVheLHPj2gZeFDI2nSU3miYUgF2P0et26Hbb2AmXVMZXymrbzKhqN0LajUDdd+tVj6Q9xoljD3Jw4SR9v4nryVzdUPnB6HL/TSgF39Wrl7h67ZICgFMCxA6VX6qPPEyu7Ms6oRtSKMQZn0gxPpYnbs6oCrxJfH9CNeo6OLiRLEZ3CL0S7doy7foysXiGeHoUL9CoVMs06lWsyBejPeyhE4gVT2FZBQwjrQAaqURKAFILp9el1Wgq4sHk6LyqbkdTm9cwSqJbYv2ZAUOA8oRak0j1u2W6rS215hkZnSSbHaXcECWKrzbwgXQapMksTqIqt3MAAIsCWEqsE5/5tbeQp8f//r9WRAdpnA+sMaVp6hIGbYh65DO6svPyenWc9o5qpidtg6RkbWcnSGQnKJd9NjccZVtnxkwVg2EnPeJJT31PKSFE2oYQQUSVLJbcssYy1BpDZjg/MFQEgThwSLUdsfYaOI0YZhLku4k7hx8SsyIsS8iGFnZy4ALTaIr7S6AaLVJC2osCuZ9p/PK/+MW/NgD4zBd+h888I03qQCn1Boq0D/IH/+H4uwDAq/z6PxwCwLoAFwPNlgKDBDQIP8J//p2T76oc/tc/twsAD99j2MEeWGQOlGQyRx16/0f4F586wt4fELhqbV7ltz77FH+y+pdhfRF84FN84y/IAH7knz19hzptCE3fqaoa2q7Kkyae+AS/9+nZd8lkfev9W9de5If/1Tk1ZwbidpCY5L/5+3+Tn7xbrCT/Kx79HZa+9xQvXSnRaIrKt0Wj1VR/FlDGitnKBnppaZXFpWW1vpAaNN9FCSwWyrYCTiVbUmr247/OF379Z7k7/1d8DmeJ5z77c3zg3/44F2/9FEfe9nTnu79K8pHBdfj9ausP8h+ufIm/c+QvQ5mX+MOjB/nvN01l8TyENgaWpwoEGAJXcmUNlb8DO1QhLMGvfm2bv/XXAAD/7t/6eb4i3vRhgGUc5hP/8t/yyftGVZLlX/borPwZv/9L/5jYL32bnz71dtB4kzd++VP8xkWRw8nvDrEsk5/+zZd56B0K4BaLv/9xvvBiknx8AAIHruyXWlTrj/OJ3/nfOPYuTtCNM/87v/grX6bfd4lZMSyxk5XjNv4x/s7//LOcnv0BgWxvh+XvfoU///olgkyaTDanHDN2ATorniaWyKj5zlXZ8gKWDpSaAxtiBuPSiqlzOTC3fQsA2lWcyppjNztciEcKAN7Nnh0ClwokGqpdZcYQ2FRIYQIGi9V1p9tTJUpheW8BhF1XrNDF1aNPz+mLmbMqAZKlxFo6HNrSyneQevazP//mqf3wL/y20n3uZuMOfgopRtSzkkMsn3sATktevLijCOhqGaZS/u5a9SoylVpVCOg7sMF981go+FYI9vKNBAQeBOGqMS/P1QRMNBWQKONF8kk1ITqK1HQInqv7oz5QMA8AYF+VrA0U+Gvoijwlf961BlbAr7Io3rVNvmNE72YOD/W1u3bXuyCs/Nx1Q1A2vgJC7nJl7rz47wB+31TV3qHiHdyfB49dEFflwgvGIn8AACAASURBVN5xLxgKrHef9I7Lblf1K59j8Ht2Z4+3wuXvzB3+SzOcdz/LHbnEhiYg8OBeJKSCXt+h2+sqEliv28LpthRIIgQwWT8nE0lsW5xbEuhWAtEPC4Av625T7PhlrKvoFcmIN4fK80GTWJxdTGEMCyDlBCrTXchimmEPwHhlsz7M9R1+0bd/n7/q+32fo4XS0kZqbaUFGlHg4YRVVcSKaFZRrctieKQtj5liwGwhpNGwaDYs6r5BPdLoM1C67wLA8lnfrtG+88QNQPkhkWoXsB8CwJom15CQV4eqfMl9Vmp9UcjLNWUqK20BgCOEUOwru2nNsND12JDoGlPgn61H2HpAWquRpk69sUy5uqRk2tnCPOl0kRgdLK1DeWuNne1Vmt0mPd/BsG0OHLybgwdO0QsseoHYcSfx3TShr6MrgLdHIWGRj5t0O9dpNC/Sd7eJ9EEv0NASmFqcnnL6aqt7v5kUq1f5LuKEpXPpdo+Lt3pMT+c4eXyM4wdHKcQS5K0EXa9Gx68Tyft5Segban8nwN/NXoeb3Q4j6QRzhQy2JtEhnhKoTE5lmJjMIGG2frMuXtMYZohIRT2tiKeN4PhxHD9BWgDWZIe03cHv9wj6sgduUes2KbUDSi1oy75RixTZ/sHDMzxwZBpbJs+OxOR1Ke9UKTea1OwCVbuAKzEvfo1iIsv+4iFiQZ6nX77M09++wtzxJHPHE8xPpJnJJBlLpAndLGE/S7ndo9x2VK8lk86ST+mMJtrkrCaVzTUqm6usV2C1JrY+FrPS0x41aEQOzbBHUyycJVLP09W6XNT1uUKObDHH1kqJzZXSQMuftMXKgG5X1tg+nRC6EbjtAF/6pr2IQPpnsheOhep8Pf74FB/+4DyZKGL9fJnVC2V2TKhI2kwiQk9G7Jm2uP9QkoUxi2bZobnjcOGCx4XzHps1g5pr4xs6IxMexXFxGDRolnTm92U49UCBhYMiAINkLKB0o075eoPljYDFrZDSVkBrx6dVDYjSJsi+NRSxjK8I7tKjz4rIpwD5AuiWgR7TlZNlqyZklYjpCZPpSZOuE6g4vkoTSjWNZksn6sQIHcnQDYnMgJlxgz3TJpnUgNQkQqJrV3uqRIosLmaj8xZzx2LM7IsxKhbxaRNL+i+BR7Xisb7h0esbjM3lGZ8Xxz+faN3n8vU237nSYLnWxypYJIoGM5M+M5MBmVSMVCJBv21Q3Y4or4dsbvbZ2nS455E8j31olMPTOmNOm6DS5Zlzfb51zsFTkToiwjKIiShLHO1yNol8nAf2FXlwX1G56H3vpQ2WV9v4aZsoazEy0ac44XJg3uDQHpNqNeC1s30uXnW558Ek9zyQYmE8zp58nOZ2n3Ov19jadtl3akLVjXOb3Di7hZ52KS7ojE3ZHB4Z5UhxhPJWg/J2nWvXI85fMLm5HrEd9OlZPj/6vjF+9L3jnL/Y5tnna3h6h/3HPI7cFTKbKzCXLxL1LdX3v3Grz8uvNVje9jlx3yjH7x+l12zitFqsrva5dVPOZ8ShIyaHjsp5gNEMXL/i8OLzHZwwyeN/8yAPvX+e4o7DyI78/RpPfX2JJa+NdkBHP2iS0HIktazCIsSB6sj+Ef72x47y3gf34Lmmqlh1Dau2xo3LZV79XoXVcp/kfJ7EnhxnLzU4e6lOo+sJZ4WFgzk++Yl9fPiH51XkqyVOLrU2frlJ0GoSOB3cnrghCl4U0tKTdI0M49NznDp2jKlsmuVXX2TllReo5nWqBRnjlrI+zotgRbLe+2kuXKmqmj9m89hHCuzdE8dd86jfdvmzb7Z46hstljsh2wGcPD3DJ3/kCD/25CGMWgOz1lCOAdW25KpXuHBthY1qjbGFLGP7c2ytddla7zKxJ8uxByYUDjHn5Jhz8vzRU5f4o69dpmG2SR2IsItiyWcpO4EwZhJagh31yWYc9s3EObq3wOGZLLUbNVXfeC3gT18JaZBg4Wie4ydn+eBjD/PDjz3C6he/qWorLFPeF9AYD3ETAf1kyIHZGQ7MTqO3unRXN9lYanLups7lZY2mZ6oamfaYnO9zYiHD6flJDo2M8CdfX+GPv75Co2fg6wlm9yc4/WiCw0dM4k6PeL/Hiy/0eeHFPiPTeWUFv39vmrFuR9XzV9o8f7lNZjzF8VOjxOIGFy/tcONmTfVJxGWq2faoNvsUx02OnEhx7ESKyZjGpKXxxrkWz7/SID9i89EnJ3jo3gxGv43Z75BI5YincjQ3Wmxf3aJW6tCwMjRiafbM2OydtjG0DE4vR2mlz7Xv3OLGmRVWLINV06BvSE68rNUH7ipCrrvv1BSn757m3JkSzz27osgYmm6YUSIhatUY+/ZZmAkDK2myWe1zY7WrwtKNtq7q0feO8Oj7Rlgrd3nhu2VKW2325g3mRDF2wCC732B7OWTlok9pdZDfJ4DsB96/jx96/1622mWuba6wVZUsVwHxIN0NSfdCMrMjZGdHqVR7LN8oUy93SIpJsGbzwJ6QB/eGLJwYY+bUPO2EzguXbvHKtTW8ho0nTA1bx0lq1KoB5cU+1SWXXNognzJIxyNSwjLzodaS3Bwh7+rkCjojaYNiRufI0XFO3T+PkYjxX756kz/62k3iCZTNpdPUaZQGi9TChEF+TBhguqrR8QzjMzlla1Nr9tmp9ti81WDzdkNlMR4+niGWCal0W1SbPeqlSIHk950c5/67J1jb7vLC66U3AeCwDyMjBiMjJqeOFHns1BRWXOcb59d49do2c4kk88kECwcK7D9aZKPU5/mXtnn5OyVGJci9iJK575lMkyxo9FM9mlGfxdsei7dd8rZG3taZnI4zt5AimYtRaUClobF4s8/STUGhTdKZhMp66/c7OP0e3c7ABlpsJ1OpmKLuCiDgdAPFyJNBVhhNMTaZBt2j1arR99qkChrpoiiAI2VfGHpizyIAsE5r26O57bFwOMbCIZvsSAozmabV0bl2vcXyUpd4TCylBeoVOyAHrxfitXVVphYptun7HrR58n0JDpzMY+8Zoxe3eeONVc68scb1K3D9qthloXItRC0kNoeyEJ6ZtJmZjNPphWxu9anXfAXyi9VEIRejmI1RqURsbYUEvjSgQ1LpkHjKIp62qJZ8ttdcRVLYM5tkYSHH8QdmOX7/HK+ev61qc7FNYy1A72rsLyQVaDl/eoS5e0e5frvJc9/cYHmlTW7EJpmzqIlyodUiO5ZidDqrPq/b6eDI5FaGTllj//4Rjt01wcKBJDOzEEv0OXNtS9X6lYj1q5HK95zdK8fUoKejqrLaVyWq3vtOTCiWzfXlMstbdQpFUY0mqNUdtso9zDBkb95mvmhTmEpTmEyxstLkxrUK8+NpPvaBA+ydKfC5r63zuafW+ciDRZ58aISK3+XMVo1L2w0Fpvc6EQlf2Elx5ubTHD6Rww19nv/WOpcvVPiJH5lXdWaxzNffWGV5u6syvIVV2i65tEseJ+8u8OCjY0jo2pXlJjvVPguFFPvzKZyERT9hcvtmi+sXapS2Ouy7J83CPWmqa02q6y1Sps1EIa+A0Uq7StdrsW8hw8JCBldAvjCi2YyorPlU1z38soNXdnj4sZP80JMPKQD4wpVX2K7eYOFQjH2HYlSWUJXNFhmfGSMgwZf+ZJkvf2mZBx/dx4OP7KPWbHPh4jLLyxV6HckBhpOHRrj7UJF40cXIdTGTcRLxWfRghKvP3eTqczd435MLfPynT9K2+vzJc+f5zpll9J6pSjJME5bP6NQE47MzxFJZLl5a4uLlReJGjIRhqxxFafToVkRuTGyyLVqNaBBU7wphw1dz29iUQbaos7TssbjicUA2XQcKjI5qaLZkU3ZptAYA8IEJm/2TcZWvIjmQga6z3TUodQ02FiUPVVStLu26Typrcfz+IvOH01w+W1MlDRtTwHrJLBOFuRPwwKOTPPDYJO2gyXarrDLF44ZNv6lz9ns9zn6vy498dC8/+tF9NNwmF5bWuLa8TSDxAqIMPzbNkWPTeL7DZqmE3+8znstQzCToW01VlbbGTsNUymK71Sfleur87Tsomw+TXmhS2Q7YuOHS2PHJTRjkJg360jSLoF3WaG5paL0Yx45kOHoky3bVYasm6jcDt2dTKolFeJnFtRrTCwmm9iUQn3qv1SObsTl0dJK9B8aIbPEsgkatSrVcou92BgCwkFK6JnbX5MSBWVWNsM9io8L1UoXbyx1uLXcojCQpyBzpGYQtDbcn6sUe/cglFU8r2y/bEgcGsbeUBo2rckG9wMEPHNaXPZZuisVrXOUv719Ik0sE5JOS3TzC1NiIArdvrje5tdmk6vSoOWJx1KfXFeBQ7ItFkSt5ux6BFqrxJucsnRTVs9gm64RWTKkVF890WDrb4fBdSe57T1otsFJ5YYeHvPCtHV58ZmegABYl8YjcPwxyI8bAaj+u4Tq2qo6yMeziuwGJyMYOTNpNl07DxUqDLXa8GYN4VhS6ouQO1X3W63iEjkfkS75WRCJuMDGdZnI6Ta3uUm9I1ruQnWIqL3t9ucnGSov5uSzz8zniMbGj0xWbPl+YIJ7McPn6dS5fu0YiY1AcS6omVasrx6hHrK9h9zUCybNyNIqTCfbfnSc3Hlf3s+s32txdCDlZCLnr4DwHDx/ATBX5va9d4Pe+epGccjwR4DepcmIyeQ3MDqHRoy3Z2L2AZjtQqnxRVdpWHEu36Xckm7bP5OQJ5vbcp47X1esCAC+Rz2bI59IUU5MU01MY9Am8OrbdYO+hgL2HA86f3+bc+S0cz8VOSbNNY2tJo7wmMasDdY6QuDJiaZ6JkcsUlALY0CylLNhYq7KyVFaEu5HJJNlifNikNel1XTV+EqmATF5eL4BlAkNLKvB3UCHtpihRJzhx7AEO7L+LrlOj69RxvCauLwvVkEQioZRQV69c4erVK1h2QCZnKPW19H+VQkp1cIUcESiymBC58gVRxWfJJPaTTS7gB0WCoEgvDGmHHbyoiR5WCf0y5a1ldraWKI5NMT23oBroS7dvs7G2RsrWVMl6zJCfdhzLymCYNmEk+W4eyeSApCHrBbFjxtcpZCZU+aIi9+IEkdDw0kLFw4+SBIh9tI9p+kqd7bS3lHpmcmKWQnGcrWpfrcd9acobsQE44AWDLDQBgIUKZ3pgDBT/z//mP3uzv/jen/u/xK9PKPzqdQJSC/DmewMAeKQQZzRv4/bqdJs7yOCNW7qKuEgXJ1VVKj5bmz26PWksSs6frItF+S52jJJl3kMP5byKbsbA0lHrsmRcJxGXhrupGveSL9bph6oabZdGx8U0kwps1zWLSCxIRYUWDDKwY4mYOpYCRDhuqBxnBooa5W6vSgDgX/mX/+ivFQD+hWd2VXMDZRh8kC/+vyfeFQD+tf/xD/hDGYsKAL4jB1FZuX6Yz/32uwPA//fP/TFfHARJvq2pv2uxKj93/03j0GPv4afec5DTe7KkkxKnsvvw6Xc7LK+s8rUvfYc/EFu5H+QhCuB3BYAv8sivfOMOxdJQkXeHmkwBDbsgSRQxcd+j/MMnj3HPVErlk+8++l6f9k6NS99+lV/68xXCSCxAPUUcysUjRmf38OkPPsrpvUUyqTiGafH9YmIPv9elsbPBxvUXOX9xA1dYPZqO64qLg5BGJfu3SjyZJJPNKlB4aWmF24tLyq5cwGEBepUiUDJ0hSFuibJsoBJUSu/Zx/j5f/or/MwHTjI/kX8r69dxqG+f44Uv/g7/yz/5Pc4qS/D3859vPMOn3iHqXeIPntjHTzz3Lnbb3M3f+w+/xj/42EPszce/7/c7zhbXzv05v/s/fIb/uCUuFAJiDQACyS8W0HrgWn2HJbmoEHfzgjX4P766+dcCAP/7T/49vrYL0A2zQPf+0Gf4xJMf4tj+EVJKvTd4uO0dyre/zdP/8bN85eyGIk/w6d/nv/zsyXcAxu61z/Kz//hzA+BMGtKGwU//xgs8/C4A8K3/9HE+/1KaXNwgZxv4rkOz1abaaKH92L/jl3/81LsA0ku88Es/xmfPCtAwQIoG9t9yLDVG7vokT37yAxw9fIh82v6+17tui97OBtuLZzn3xgWqQZZEKk0ykyYpP1Mp5ZDh+R62nSIuDXzZG/eEOO0OLIKFjTeE4nazdYWG4zgCxjoqn1M+jzSMxJJZKUpVZvjgmpcaKGhlHAxNmu8gYOjK0jymADmxx5XYhmarpWrXkrjn9Gh3uiqLuNlu02h3lIpTVkbiEBGIAkyV/Hnw/+LE9cxv/+Kb5/Sjv/A7ah2lwFLZy2tDxarcEywB9QTcGyTOCtgsJaQEBbrLTUMeCjgcmEAPAFtR9OoDVacA5MMjNdCXDtSPAyspAYHVxPqmmjQSwkDgogU+mqjfBRwbwswD22YLXRSnuwDwUJkrn0nlsw7zceUzKScYlfs7VPRK32wIwg0slGXeG6qBhzQqBU3vXodDR4GB6YOMsx9k0n2nInd3LlXX/EACPmQJqH8hVArgv/iXD1Y/uwrgIQisfgxes/vKtwDot/Jz3/6J7wSKB59LOXUrhfMu4a3b69Dutmi16jTqZZr1HWJ6pAhgAjglk0kSiTSJZJZYfBAvImQ0lV1ux9TaQOLatMgcumTInCqAZ4AlwEpcgExxEPEUSBOLJbHspBp/Mo/7omQf5hq//fO+/fvcCfa+qeC+Q4W9O/8IWTRwAgUAY/fQYj1CI0ug59CjUAlKUqbL7AjMjUCtZlCv6zR8g5Zm4IqCWKndxRp89xq+I8T5bWD1rip7YEk9JHsNHUd0IRIb4jw4zEjWhdkrJbEeYqM9IP2FuESinlckILGJH9pLGylMU9ZXQhrsYkYd0npLVaezTaO5hWYaZPITpNJZYjhY9FhZXGJ1aZGW08DVHOKZBEeP3qeq5cRoyt6sHydw4yKbR48amFqbrK2RtXU6nVs0G1fxvAq64aProsCXlapJt92h3WwShQ5WPCAWE4qiHDOTCze6nL/ZY2Z2hFMnpzlxZIKsIXa1Bm23QrtfIZBw035ysBd1ZB71udlpcLPTZCKbYF8xQ8pO0Pdj+JpNcSSunM7CVh2vWiHyHZl2CA2TfpDGCYWIKYTMPDFdogJ3iGm1QfSCIoaIa49DqdFlpdyl0vKQxCUzZvH4yf08ftcBrF4fv9Kg22yz02pRaXfZIUslyhIZQqJuMZrKsa94AK2f5SvPXOAr37rIofvyHLqvwMy4zUjcIC+bYXeEyBul5QU0fcmNjBEXcrcdMpquk41V2dlcpryxzHZNZ6suAK7N9FiCYiHGjttgx60rgrOIW/TIImHESdoJ0sUMmZEsG4slNm6X0cXOfDSJETOpVXvUqg4ddLoSe9QJCZoebleiBiKVgZ1IQTwF957O89CjIyT8iO3LLTavtGglTNoJEy0VYqR9pQC+/1Ca/WMxmjtdVRcu+qo2KhZVJ46vG4xNuoxPupRXInaWYc9CmtOPFjhwJKPczFJxg+2rJbavlmn2deVmuLMjEVB9NlccWn5I0wsIhS1jRComSEiq4g41NmoyNmrQCTy6knnch56jKyX/sX0WR/dZKnZyZ9tVSteNpjgwmiSiBFZg0+x0aXZ7TE0a7Jm3KGaFSCGGVBHXr7lcv9bHyuqkJwzG95jMHzKZnotRjMcZiSfw+h18t6sIzjsluVZN9uwfZ++BcW69WuXWqxUW13osVj3qQUB8RCc5ojNVDFXF43HMWJx+16JV0ahtw+ZWV8XP3fNonsc/PMaBSYN8u4O30+Xbl/t8+7KjhDdybUjAoaubqvc2vZBV9TcOTaq6eXabL//RZd44v03L1OnHdSYOaowfhPuOx3noRIKNFZ+vPtXhm892eOgJm4feH1OW54fG0nR2fM4oANjjwD0Tqm5f2uT2xU30lE9ur8nIRJz9uSL78wValRrtao1r1+CN8zFurGmUwx69WMAT94/xxH1jvHa2w9efE2FMlxP3edz7QMDBkSIHRwrobhKvG+e1My2+8NU1Li62eOKjk7z/o1PEg76q73y3yR//aZXVzT7vfyKrajYTYy4T48wbbb70VIVOFOdv/dRxPvTRfcRvbZK4ucm3X6nwjZdrLIUu/n6T6ECMvJ1XdfNanfPnyhw7MMHP/fRDPPmBQzg9F8dxsetbqq5f3OQ7r2ywXukzcnRK1be/W+Ll75aptlzhN3Pw6Ag/+beP86Mf3Q9uE63fIKw7BLK3b7Tw2w2cZoPtvs6WoxEks0jW1PjUDIcX9lOw49x8+UVVvQkLZyJGIW8zl4mTkz1MLyLsRVxf7HF90WHuUJwHn8gzPWHTuu1TuubxZ8+2+PNnW6y3fapBwMn7Jvj4jy7wiR85QNpJkOnF2Vy7ycrSJa6tlrmw4VLqa+w/WGD/oTzryx02VjqM7ylw7KFZ5qezTJb7TJYcPvf8Jp97bhMn5TB1NKIwoWGLa15gUunaVHoxRvIOU2M95qd1ZqdSzI4nCHYcwp0ez3zb48vPevjJHKd/aA/3PnSAk/P3cnL+NI2vfoPmV5+mZGyxteBRHw9wUwFeMmB2Ypy5yQmCRpfG6jZrt5qcv+Rz+UZIzTdUHTxmcvc9Fkdmk8wn0hSJ87k/K6sKTZtsIcldJ9L80PtTnDxi0pOYte0ar571efWcTHxxxvZlmJ5KcO9YnNPjNs+eKfPs2TITM3keeXivIuo8/dw6L79WIpEzSeZMWvU+9ZLD/P6YOhcPPZ5BW2+hbTR59Xyf58+4FCcSfPxHxnjkgSxmv4/Zd7HMpOqNdLZbVBdLlEsdbnQsVY+emuSRUxLnJnhdlds3aty61mJxsUNNt6kZsUFWe1J+j45IhpKGzeioycioya1bPS5ebCtSiqabemTbKDXkxLgAnDaF8Tg7TVfZqpbLnmq2hzV4/Ilx3vP+CTYrHV763jY7pS77ijZ7RmPkFizy+y1u3XC5dNZhe8VV+amaC+9/zzTve2yaWr/GSnWT7XqPWtNUtqQxUZW2A5UtOT0uliIu1VpTkYFnJvcwMznPfKarKjGhw6zFSsfh6ec3eOm7JXBMNMdAK+hoY5I1q9EU++kyFKyAohkwMZ5gcipFpBtUmgG1pk+37ahcoJkRnelRjeMnx7jnoXkSWZtvvbzMt15eGtgwITl1Jt26pZSJccnGTRn49Z6qyfkMc4cKakGwvtlRTBHL94j5kmFsMTUfI9AjtsoOlYZL4InVScj+2ZyqtVKf1y42WNmQGVvFFJLLGeTEcmBfhtNHCip39rWVMle3akzGYkzFYkxMZZicybHTCLl4pc3lay3SdkjGjpgZTzA3mcZMRzS1HjXPYXu7T2nbZc9kTFn9ipWjNL9F2tXsGSpnbmNV8isctRkTpa80GnzfU+zZwJcmmKasAaU5o8uNRcBYRzamiltLthAjPxKj3XZYulVhZ6dNKm+QKuj0o4ESURrjYVeYexpeJ1B15C6Lw3fF0CyLZjtGtaKxtdJnZ9NFuQWpHMaBYVToRQSisPc15kZM5kZNHn44yePvS5GbsShHsFL1OPPtBmdfbrBTgZ0dyc6TFdtgB2NoocqomduTYH5PAi+AnZpPve7TrbvKknnvrDAtUjQaLttiGaLYVLLRNYY5NANws9eW7Yuu2Hkzkynuf3ye+x/fw6XbG1y6vc7aUpOS2I/VAvKaSU63OHrviKqWE3FrpcvaZo9arUe92cM3XQKjT2Eyy+hMUbG/66UmrXKLnJUgayYYGxegPaUsrLP5HprlsLLTY7nssHrJZ+1ioNQ3Yr+RLug4VkDf8pVddX3NZ240xd2HC4wUYlQ7fWpdV8HrbhQNbLbbPnYUMZ00mUybpMbipMfirK62uXG9wb6pPJ/84GEW5op87su3+dxXbvGJ98zwyfdMU/JcXtms88ZGnWajS7PZRWuZqg4cyHPvQyPqnL7w3AZXLlb41JOzqs4tV3n6jQ2WNrvKJtwXMMXTifk6J05OcO+Dsyp95I0rq2xs1tg7klXVNg3aps7K7S5Ll5tUdxwWTidZuC/F9s0m2zcaKid6SrKMkzpNp4qL5JoWOXykyE6rz0q5Ta3h0auDU4vwqy5BxeXE3Ye575G7SYiCv3KZdn+F3HhIfiKiW0qpSibz5EcL9F2TP/vT2/z5ny5y7PgEx49LLriGF/Wo1trcuNZQ9hnHDmZV5SYgPRpiJ+OY5jiRm+HGi0tcf3GRJz56kE/8zClaZp8vPnOGF1+/NQgr6ekqBUtY+FMz48zunSOdz3L5+hJXri+i+waaLwzhSG0M5aa2/9gUM3tG2VivsS4Zw16IFg5Uc+m8RiwZsbjaY2m1y2QuycJEmmLRwM546LZLx/GUI8S+kRh7R2OkxApIE8sgkx3HoCy11mNnrUtPGKN9UcHpTB+wKU5ZrC16rN32cDzRnQ0yWf26i+VFPPLeOR557yzVXoWl8jp+6FJIpohci4tn2lw80+HBByd56KFJOmGHxXKZ1e0qbhX6VVg4MKIqmZYmsLgQBLhtB6/r4Me7+HZHAbw9LzawMar3sXv+m4QTsWaRLN9KKaS2Bm5HY3TGYmzGotH3abg+je2A9kaE5Vrce3qM06fFtt9VtbrssHzDYWuzS73bpeP1GJm0KE6a4IT4rYCRQop7Hpjj4PEJNqtVNipV1fQ2lJWeUM1DBVBGdU+CYTi2b4JjCxN0dJ+1bpvVVoudWo9yvacaJQLm9BvQ2xk4L6TyliLxiG2iNFW6HY92UwycIjJZk2RKp+916HtdylsB2+uhyuucnU4yM2EzWdSZHNHYMznO/OQ423WX6+sNrm/UqXTa7HTFDiyk3xMHDOm3iVVUhC8AsPCHXZNILF4KltpsSc51INERvsHy+Y6qw3fFuefRJOOzJpoVKvuks691Ofdal1hSFL+QL1rkJUs3LyoPYbO7mEYSw0jSdULq7T7dtk/QDAm7Ai4N8kWNpI6e1NDjGnpCcbTUxlDK7wXgDRP1dEgmDMYn00yIPXvFpVIVkEknW7RUs2lztcPWseA/lAAAIABJREFUapfp6TQz02l1nch7ptMFjp04ztyeeb73xjlee+M8etwlVZCubERbNshOSMKDpCcCaIu4bZEesclNx9FiOrfOtbh1vs2Td6f58KkMhYkEfirGtqvx7Kt1nn21psCyZFxjVLKEZuMKEJdMZN322S532Sp3aDRClacqFvlhKAoAi0wqTSYlc9EeUokF+m7ITm2VTneHZFInmdBJWhmSVpbIkw1pDctqsO+gxt5DcPFilUuXqirv1rB1XEejuh4p63NpOAaapu4jAtKns8JGF2v9DL5Y9sp7lZpsb9aU8qAwFiNTiGFYcYxYnG5H1Egesbiof0OJOEKLYmihrY5tt+XTaYV02hHp5ATHjz3M/oW7aLV3aHYquEFL2ccJACyAvDT7bly/yfXrN0lKBvWITSJpDC0d5bgEqkQdL+Q0+f5id18o5BjJHmcke4xAy4gHgsrNcjVp1NfodVfpdTbodpr0Og3iyRyp7KhSnWwsr1Da2CST1MkkDXTbUHZoulIYSd6j2BVrA+W6Lbm1siKQDpOlwO5sskg2OTKINVDXj4DAafwohRcmCKL4QPFiCKGuRK+1pUhv09NzSgW8WemyWe0pBXCkiyWsRuRHQwB4kBMotmyRPphXXvh/3gKAn/jM/ykJ2oRSovASF5bAxfM6ihwyVkwyJs45TpNeu0rk9RSxTtwqcmNTqqo1V2Xed7pi/zqwRVc22MkI1+viCpFFAcAxZX0YtwzisvGwQ5Vvs2vj6AURnX5Ex4mGRIYAM5bCjmcVCCIq29ATpY9Dv99TIF46m1bAghdK/mKo7l9KKRwMYjmU1eiuslm+oFj8SkSLPsh13M3iDFRupoAMUkOF3a5Ad9gp3m2+SsN5V9G1mxO4Cwa8I/d22FZXDeWh4le9952CtDtUPUJQkPOnoA7pCsi5G0QFD9rz7wCAd4Ggt+VJvisAOwCL5SHA1n/t484G+Z2vvRPcvVNR9Zc13N+yuNxNFZXzNMg6lH2YsuoPB81r/K5qiCQNl/2TWRYmsrjNEv1mWZm9yn1NGuC71p8yHgRUU1bOAuRJFnbMVspKBUwFIbV6QwHBAvg6vb4Cv8rlHVWdTodur6dAHV2pMeWaGhxfGdsDoOcta1fPEzDLexN0Vc/d1XarzPFBRuOduZ8qi3xIVvj+Yzn4vwHu8BZA8yYgMYh6VWNXlLAKEBzaPiurZ1GyyOAafgJRM8oYV++vMlTfqgEQNAid3LW6HShJBybCAiYKYUxK/R5ljTtQEsvxHgwmGZO6CscUYEH+XtnnDl2/d5/z5jHZJWhIfM8gvlK5Woi7hTzHNm3ilpBYBsdHvosoAeU95SIQEEa+58CaewgIDmTwAwvs4WdMxXSV9Rj6nlK6tjpdGp2eatgKJKTGmKiWlDpdwHMZQ9YAaNVNldmby2YVqUgYK5ql0XOkqddX6tGYLTntSVKpDElVaVLpjFKVm1ZMNWbjSckpjysQSvJhZV4Rq325vgfAoLz1QOW4i77J+VGZsWJw63q4nli3DvJ3Je9Zzreas4bOt4NzL3tWOQViDSt7cdmTS6yFqIxlVT14CMju+ZIR6ilr/nanPQCIxG5fqd/lXtylJuq0RlMR2hKpDHGpZBbdiivQV2xAxflC9sVf/LX/6c3h+9Ff+C18AYcls1hAThlvMk52bYnvsCfeVdYOsk0H14aA7zLiQ00AK7Ftluwva+gQIYJeyc8VYreh9MeSJSs2z6oZJIrgYUalEBAFsFVpybrk2cvkuWudO1Cmyj1Z5gU534Pjq/TGaoqWYzkYW7tzqih/BySlAQAs/zI4nuq1yt1jCAArC4qBqnp3DA8yhAXoF0cKhQqrcfz2OfTdAMhdwHf35/ddv7u3lOFUoegRdwDAb9lFv/VecoQViK7uiUMgeDfweJh5+yYYPBSmvnWnuBMw3p1HBm++i5Oq8yHnYshu8gNxTpDrpkunWaXdqhGpjUJ/YAkdipLXJJGUMZbGtMVZLj7Io47J/GYTs1IYepx6vUGj3qDbrdPr1pWVazKTVHnZlgC/sRQxWyqtgH4hIqhYBmU1PrjG7jx+dx7/t6yYv/+u+A6QWzpNro/XFTcrFysVEkvJTicl9D4FACuXFNNjtqgzO6JRraGq5eu0NRNPAcDmEABWTI7BWBm+9e7U/+YxHf7FW5/xrXuHZblYsQEALICymIIHrknQF+t2h1BKGYwObNBFHS1rUqXQlitLk2ObGc7tA3VvghoJ6jhOjU6vrlRCsXiOWCyBrXnYusv25gZb/x9j7xVjV37n+X3OuefmnCoHsshiaDbZbHbOUgeNpFmNPLvWzsBeP/hhbBheYw0D6wfDfjNgA/aDDcNh39fYBdbjsSdoZ7WjVrdarQ4iu5kzWTndHM69J59j/P63ik21NYtl44dqVrGq7j3nf/7h9017uzjhkDDhkhLL2uXnObb8PN1Rgs44QeAm0IM4WuChhW1idMnEIzKJiMA7wHN3CH0Bej0FpgeHrgCj8RBzNFBRJNlcXPWqjCAgFoTceGhz44HN3OIUzz23yLkzM2S1kJwuzpQtTKelnAjtviGCXkw5P0gWcDGJW0hSMgJqMY90IoWWmUHL1FTsTCotIowB2qDPSBwjhiNMNyCZkf5qhZEVw7TEhtwkn+mRTY8x4hmlXM+mxFoa9lsDJZjYaY8m+bWJBB+8eI7vvXiO2KCPvbvHaNCn447ouA5dr0zXq6AZNoYxpJrLs1Q+Dk6Wv/zFbf7yw9usXCyx8nyJqYrEOkUywjD7BUb9wsSGWdNIp1OUchnKOagWBhTSfboH23Qb23T6MTrDFEGQIJeSfZBOyzNpuiZxFcGSUIQBT3iAQYxsPUu2nsM8MBk2TEW0FvGJROs0DoY0DkzCTJ4wncO3fbzBCMu0GY4Dxq5kCGvkizonTuc4/Ywo1kJa90c0H4wYJuKqkuWIXDVkZTHOCytZjlXj9Js2/YbNV9dcvromCmCNvhdDS8Y4dlwEaBrROA3jDKmUuEZ6lGox1bevlJJ0HrRU5WvTlBeXcIM4zf0he9sDtvdNtvdGBL6r8uO9CGx5Tgx94thZQq19lpDBI+lVG2TSBisLcY7Pxxl2PQZdn4NOyG5Xeg3CYNOJPF1xZ4UsUKsbTM/E1PjWHJdw5LG95bO9HZCs6uTnYkwvJVg+nmK6niBmayp+2I/Z+LpNFGhoruREJ1QcV6Wc58onba78sq0IvkMtgKxOeS5FaTpJwbApxB0Vx2QHccZjXdlAm91oQl7vubz4VoV3fjjFYiUitt/FbY5VLNtOP4nVCRh3Qho9iZ908eMxzrxQV/X6XJnX58vsP2zz+a/W2NwZYFSyJERgcFynfExnqehxLO9y78aY//enJj/90OTUy7qq587kubhawO6EfPVpn/1dj3OvVFVt3G2ycaeJntUoLmUo1dMsiio/l8IfdAkGPW7cCPjlr2Pc3oBB0sfLhVw8nefi6Rx3Hjh8fmVMtgQvvZbkldcSlKOQkrigeGkiN8vajsNnt9rs9G0uvFjj/It1clhkI4vf/Mbkz/9qyMaezwtvFVQ9UzvO2dpxdh42+eLXt7BDl5d+eJ7zrx7H+3od76t1rt0d8Jt7JjsxcBYT2LMJRq2IUVNiLm0cz+LS+SX+wd99g3dePav6FtK/iHXuoHfusnavydWrA/a7IfmTNXInq3z+RZvPv2gp3Edm6KUTJf7g31nlg+8dp57WqYtV+hhkMnG7TazOBv3mBjf3NFVtO8nAS3Hy9Cw/+MFpzhzPc/PDy9z88ArFkyVKq2Wq9QT1kvR3AhxzhGOabB7AZkOytfM8+3yVStKgd63H3td9/uJzm7/4wqI5FvJ7xAsvTvP3/vAEP/nxSTJOmoybpnPwmIO92zw+aHCn4XJgw8J8ifn5Mndu9Ll7vcfy6Rne+P4ZVo8VyDzaJvN4m7+4NeYvblnYKY/qgrioRujjGJEVo6FpNNFYqMHJGZiu6eSKOkXJ1o6lmdFTfH7Z5Gef9NDyNV59/wLPXjpJNZmnmswRXL9HcP0um4MGd8I+B4ZFVIlUzVUyqrRxiN102d1yuHLX4e6mx/zJvKrl2TTHp0WIFuIeWHQ2x/zlbyz+8kuLs89N8dZ35nn2rDjn+tSzLnZziN0wubMTcWc7ojGekExSKY3XV7O8tppRyvn1rSHJTJqp2RJdU+dnH3f57OsB9dUstZMZ0oIFjhyWFnXOPp/k1LMJWrf7tO4M2Nz3VYZ7birO+RczrK4mKQT6pLI1VcO9PgcPNtne7vHVgcGVhsEP35rjB2/NY3VG3P56h7t3O9zfcXh84GG6SYZuklTdIzvnUCunmEmXmE4XGTquqsfrI+4/kogkD00EBXLekOxGqcUTWZZOZOmNAx5vj2k0XBx5CJoR77w3y3fem6XRG/HrK3t0WhYnqlmO1bOUjidV3bg9VpmrexuWmiSTQcDbr9Z4+9Uqo1BsNNoqZ7TRi9Pvx9AGPtogYLUU51Q5TioRKAAsU8xy/uLLnL/4CnGnQ8Lt0DXa7CbbXF3v8Od/2uXDf9UnGUEihMwCZI4DKcn/TeKP4tRCm2pgs3KywuozU8TSSZo9n90Diwd3Ozy822VlHk7Mw/nna1x6Y4liPc3Xt7a5emuH4SiGOY7hWAm8cRI/SBIlUip/prveorvWYvFUntXnK8rr+97DPmtrfU7OJTk5l6BYhUwZzHHE1mZIpxOSyvuk8z6ldJJyJsnuQcCthw77TV9Z+sk2VhrV2YzBymyKZ46lyeTh0XDI9mhEzdCpxTRyuSy5QhbTNththuw1AuK+j+H5zNTTzM9miBIRB9aYlthBKcDb4fyZLOfP5lSjozcIMC0Nx0/iBEmazRGt5lhZ64jt5ySLRPavYpcm9jwx8tk0hWyGuCY2vZqqhGEQN2Jk8hrZAuzvmlz5rM3awyGZUpxsOY4TjXGw8EYRXl9yGgWPDTH0iGdfMDj/gqHyb9fWIg62I6wmWJ0IVw9wZHFUu+XJwVgOWCkDXl5N8/LJNC+8mefSOwWctMNXaw2+vtXj6s9Drv580sAOBcgWNwL5/6f6YsdWMxw/lVXNjcE4otfz6O5bWH2XC2crXDhbZmiaNFo9TDsk0JK4QYLmvkVzb6w244awr4W57LhUiwne+d5x3vneCuuNFhuNNhsbfTbWBrT3bXyJLxnAi89XeOn5CplaFi+ZYq/t8NWXu9y51SBTh3QNavNl6gt11cTeX+vQ3upzZqnC6aUKiZQ0LCI0YwyxLoEuuaVJzDDFxjVHVSIWozot6k8dL+Wo6u/AYAfmyknOrWSYnU6jpZL4cYOtzoit9gj8SD1PWQ1qhkZZrF0rsqkz2Ny2ePTQ5MR8jT/+4TOsLlX5p//3bf7PP7vDP3h3hf/g3RX2vIBPtgd8ttVRDbhOt4vTRNUzZyu89d4sqZzBrz4WALjDv/v9Of7e92e5ttHj5183eLw7xpTskRHMFdLM5VM8c36ZZ19cYWiP+ezyTdY3dlisl1mqV+hG0BPyxZrNzr0xw67LiVcyqrau99i60Vc2tQvzZWULY4VdQmPEs+enOffsNI93ely9u0+rY6P5BppYlPd8Vcsrxzn1zCmKNenVbhEZB4RJmyhpE5p1wlGdVKKkFAHjUcSHP33Ih//yIYvzeZbmCyovY/WZvMoc/ujnO3x9ucnqyQwnT6SV/XJ9VhROaYgKeFaKR7/e5tGn27z/B6f5yZ+8QN+w+Wc/+w2/uPwAcVQPLdlERmgeLC5Os7K6SKVe4N7jde6vbeCaoXq+hIYv/bS5hSqvvnOBcxdPcPfuI+7eeaQIFKLUihkasWREqPusbQ9UFeJx6pkUpZJBvqqTyoc4ga1qsWSwWIqTFFupMKHYtR03Rscz6O6LMsYm8kLiMU3loWcqAYlcwKCdVDVRfDk4Y5do6JOK4J13V3j73RV2+/vc235MELrMVIoktCR3bwy5e9Pk+AmxKi7h6DatcY/2wFTknnELFpZyLCznmJ2vMTM7TRTqrN3dZmt9DzIOZGy05MRWPnI1wpZLzPQ5cSbJidNJGm2bjS2LTiPC6sTR/SRzy0nmjyXZH9ociB37nst41yPlx3nj7QXefHuRnY7Pbsfn2pU2n3+0z872QLkcZKtiPYSaAxlrBIMYs1NFXv/uCucuzfDVrUd8deshuXySmakiqVR80hy1xdJ6qOrMcoUzxyo4BjR8l5bn4IQOTuTQ7YjDhU53T8gcnmL2Lq/UmFsqqbx13QjZ3emxsdZRDYD5haIiioydgapBB/odTZEEckmdSj7G8fkEKwtJTszPcGJhlv2+y73tPnd3OzSGfVWuHcOzjQkA7B2q4TQPL/QZ91E1M51UZJpsPoGnx7G9GFu3RmzdMlk9l+DiGxmK9ZCxM6LXd1i7r7H2YAIkpTJQFqeBqgA+BrZjYjsjcspmMYflaHQHgVKYd/fGWB2XpaWCUurqKUMd9IJYRBDzsQOX7UemqsCJiAXK6Uvl0osatF4XO+AcBw2HRkMAYMmBF1tbONi2OdixFWFMyrF8Og2LamWK93/vHS69eIGPP/mSj3/5JV6sj5EfK9axacWxbYN8EJELIiq1NLXpLImCgR+PMEc+61+YrH8x4k9+NMef/MEco7TJtV6Drw96PF7L8ng9h6E5qmr1GPNLcWqzosKMk8jpPF7r8mitQ78rtska1liYzALmGRxbWeLYyiKhW8EelQjEkUNY54aFIc2HuI0uuVmhji+MfquDERtwbDXG8VWDO7eH3LkzVPsUARhdG8xGyKgdHnHSyFUM5SaQK6TIZaVxnmE0sDAHFoPuiH53hB4LKMphWOaJTFY1/MSGbTTyicV9UhlfRRqEyr7XwBqJfZvPeByq+TOfneHc2ddZOX6B7qBBt3+AHw0J9BG6HpI0Esqa7/GjDR493FD2R0KGyuXiCkQQkMMc2IwGtnJckJ8tTgeFQoxyucRM9QVmay8QxBKK9ans8mKiwmrSbt2n11tXiiEhuEjeYECc0dCmsbVL76BJIR9TpSXihHGh4gjpZJLPVqokKVVEtSggjUEynicRE5vsEtlkgZxkmFk+liVAZnIC/gZSGfwwpQBuaWTb4wOs4S6ppM7i4jJTU7PstkbstsxJTpcoQKQLPBFFIa1yUd0GYuusecR0j1/9k28A4A/+0X9PEMYJxVUj1AjEZtyXpq1FFDpM1QqqfNfEHvUIXEs95OJKUJ2dpzI7r8hp+wcDzKGrlOfSaRQylRB9RCHnim2W7BFJkIjFySSFKCSAnIM0MKVJLy9YQBIBgE0bBiYMhhBP5kmlCwrIE6Ai8FxM08Icjsnm8xRKJeKpuFqnAgGBFelQGr+T5vLECHWyqRMgTtms6pFs6ZRSWVSTstcNZFlUe1kBaMQ28dCW+UkW36FC6jBDcAKyHeI2hw1c+dvEcncCwklJ01YRJFVu5KH+TUA8wTYOwRv12p4ABodKoMOsTZVZqYB5+VcTu9Mnvp1P9aq/+f6nmv1HmYFHjeWn1Uzf+tpvt71/999+FwD87c/9m0Df32W3+QRYPQQ9lUpfrIUk21YBwD622WHQ2kFz+5ycL7M6X8HwRxjBWMzDlUHsBOCUfUv8iVpX7resc8lEimq1SqVcpVAoUigUuHX7DleufKUUj/K5bCbH9vaOqm63S7/fx/F8pQKSm3UEHMizKzmtR/dYACBRc4q6+EiNqXKgBcQTcNMLlOPKEXAq7/coI1SJ957CgY4U4X/bdZogGJO9m7xfOXMJIHiU/auAUbEWk8F9eD2Psn8nFtCSfToBblSWrDorCS/hSJd5lH0qJIQJkBM/zEEW8Hdi9iBWoxNQfaLlPBRqCnHWiE2IZuKx+K1nQwEOQi5R4KDsEUQpOgGABfyVHFx1r0TNZAgZZQIIy++S9ySWvBO14zcAsDiZiHWZXFt5vfKMObaNbdkqZ1ys6gUctF1Pgbem7UwycAXodDyEcCL2y6KQzWSyZLM5Zf8sitRatcb87CzFchktnUTLJA+zYoW0klbAbzqdJZlMKXKBIhso+/3JH7k+omBMJGVunVjRivOGrPVCHJdMYDkbHt1/lfF7OLccZTXLuJH5WMBZKZVJHZe1TNJfJ9NAPC5g+ITgJMBlIDFItoVtjRibA0bDAb4vkRATNaBcI1FGjsdjNW4de4xjC8lJQGMhqolLWZd2t0e1Pj2pqRlq07OksgVcsY4U9wofHC/i//jvvsmT/9F/9r9gBgIuTQDgCWAtMK1kEcv8LvP8ZMDL5yf25eLqMFHSKXBS0wg0WavcyXMn5wmVJStjBhK6NMnjKkNWRqAuE6N8QeyedYnciB2+Pp9IC9UZRhHED7kKcj2ljq7lBEw/VNEeEgzU83DEujl0VRDwWzMm91meH0U5l7VS7q1SLU8UyPJcyVNxBAwfjQe5FgJ0qpVIBv7hjf/2s/675vGjn/Fb4K8i1R9GGx/lAKvXNVEAH00r/7/5+VABPCFFHVpJT7IxJt/51Fr2u+b7b9SovwtMlXvpKkBvAngLSePQkj7wsRR5boAzlhKFaR/T7BMGHulcVqnlM7m8qnhCooomRItctkzcyLK9ta2qsb9Fs7GlFK2FcpFSpUq1PkutPqvA32Qyjybz09GEGsQUuDWZE3+bBHO09j798enV79vvV77mOx7WcEzouWRLBtmyKEUTqkcmAHgs9MnEfeYrMRaqBq1OQLsTKAB4rBv4hxnCsjc7Iuo8De4eJSZ8s1x/s/f4xuVj8l6SSY9kSgBguZcTF0J3bOCO4wSRqUoyk4V8KUQXTc+iaWlFjpAxq5NFp4AhsRzGiHhsSCJqEQ9beELe8y1F+AijpLKTTsfE1Ul6lU263RaBMVZ5nqlSmpn6BWbrF2gM4jSHcULfIBnFMEILwn0IGySNgERMcqBNjNgQLbAJbAfPdrAtIRNLpvAA0+krJ7FyKUcunUB3bHRXwF+HGw8d5hbnOH/xGGfPzJJBouschlYD027S79jK4anT8mh3HYbjkOkzi0yfWSDj9UkOD5Q7UnrmLMnacaJoSBgNidsmyfGIdrPD/c0Dmn2L+tQ0U9PT7DeEYDsmnTKplEaUKwHpXJ10foq5cpq5cobdvRbXbm/waK9LKwQ3keRHb1ziR69fQms1MNcfKRJEV7Po4TOw6vTHdXTDJp40qeayLJQWCZ00P/3oLj/96B5LzxZZerZEpRgpAlzMC2jspWjspYniMaKEQamYZqaapS6OlSWTQnbIsL3HoL2HacYZmmlcIQTI3O2FND2bpmsph6rZ2Ty4Gq1Nh1E/IDOTJjuTQTMDtFFANqNTqop9f8jOdk9VojJFsjqNL8SOQRdzYNIduJhj/9CdMkZtNkltLkU4DuitWXTWLAZ6QlVxBqrzsLoU5/ljaZZKcXoHLr2GxxdXbL74ymGvF2BGIfGszrPnUjx7Lk0tXaWWqdHrDtnY2cWPHJZPlJidzTF83Gb4qM3pi89y8c2XSBWytNsddneb3L7Z4tbNJt54TMy3GTqwP06ojGEj5xPPCzjm4I5ckjFD5cMWcvGJBbQoKYVQILa77YDdZkCrK+unpzJ0S3UBMTMUqwaFso4hhJfuCKc9oivEjw5KmFZY1plZTCvhUDWXZLRnM9538LNSLoVsmnq2QCGRmbgkYfA3P2vx85+16bseySoUZ8U+usj0fJaYNUQfDxUY3TJ1zFGkBFfOSPJ9I6XufvmdKu/+cJp6zmf06AC3McLI1DGydfrbHoNtj7sbJl+t9RkS8fL7C7zywQIXChmeK2QYNwasPdhXIo/6cpXqcpncgkF2IUZ62CXVanL5113+9K9M/p+/GVI7F1I7F/DSiwXeeKmM34PLPx9wsOlx6e0il94usX2/q0r2U4XFEoVqGokbnhaendUlYXW5fNnnpz+DG48jnFJEWIal+ThLcwYb2z53HvhMz2V46+0qb71exG828ZsNBQDrUYGhG7E3HimRxNxiWVVBH1HQx1y9Muan/9JmfS9k9dUCq68VeHn+DV6efxPvYJPNWx/ihm1mX7pA5eRx2h/fo/3RXR7vWdxvezTEvn4qTb+U4P7VNve/bjM1C8urOq+/vMqP33uHF599FlP6ML2QsPUZYfszth91uXcnpNk3SCwXSC4X+PLLDl/+pkOz42IHEdMLed793jJvvbPI2bkqZ2crpPwEMSuO095icHCdg63rfHQbfnELHu/C9gE8//IM//A/f4a336hw+V/e5vJf3+b08wuceX6B+rxBvuJhJCxG/QbjfpMDM6WqVK1w7Ni0tEFp/2qb7U/3+LPrAX92zacnesMIXnl5mp/83ZP80d9dJemlVY26a/Q7d9nuNLjXtWnYEdVSmVq5zBeftPjykzZnLizzo3/vBc6tFvGvfk1w7Ws+biRUWYZEhXkkCAjaOk5f4yDrs5/1WJ1JcWE2Q7mo4SVcYumAF+ZmuTQ7w43rbX752R6p4gxvfPAWZ86vYnV3sXu7pLoW6Z6lCDifPdxjYzAgNgvGrMZ0PmAmH5Bwk4Rmlv19jc8fmDxouHzv96f53u9PMZcqUA2zNO8PuPnFJpc/3eKTRzFVf+/fP8U//EfnePZUkrDbxleYhY3TdNhyNLYdjVsbJl/f7jC2Hb77YoHvvlRAG/vo0tNxYOjoPNgI+Ne/tPnihsex18osv1ZiMR2wiMvSdMDccajPBNz5vK9KBHdRWiMhOOFCSKGmM6NlmNUzTJeXmK4sM9hts33rPo8eN/loLcbHawZ/9INF/vgHS4z2e1z++BHXbre4O4CHfQ1nIA6aSSorHtPPOKwu5zlbmWUlP83Nxz1uPO7xeGfI2o7JcCQK4CSRnOdE9VUpx6jPxZmaTUhEowJLxVK5t+2pCeWNt+q88fYUHdPi6zsNhn2PE7USi9UCQdEnKAasPba5f9tWlgqe5ROLAl67mOe15/NKNTRwnQkr5SCk1w4pOJO6eK7Cc89USGcM3CDA9WNYXgHLLXDdgT46AAAgAElEQVRi2mVl2mUcN9kK+9zYNPnF39h88amrDrfCtizOQmUxIpmLo0UpjCilsnJnY3Hlv12aMRSQuN+zOGg7NHdDmjsRx+d9VuZ9lQ1Yns2TyCUYOY6quw9s7t6XJqecvGKEUZxAWOZaDKdhYjeGnDxT4tkXqrhhyP1HXdY3+pw9WebsyQoYY+xIMqlcDvZ1Bn1ISBM0HZBPxcmnE/RNjZ1WRN8UJqO8l4BkIqZUFLOVGMendZKZiB3H5cDxSDshKblmhQyFco7BSGNrx1X5AqUUlMTatZ5kejpFYEQcjG261uSA6doup48XOXW8pJpxTWncmpJLYGDZBqbpMjRddTaSg5YwcmVxdO2ITDZFOpNUAI/k8koDUlSaoQs5sdnOxihXE8pqRQ7/osQUdp6W0FQ5YaCukSgEQysklGD0kYc/9jl1NsnqM0m0uM5wJBaUh46GgZwCJyWHPVFHSCNBDvyh53GsEGO5oHP8TJFj5yuEqZDNRlcxwnbXBBSUBq2wxIUtOclhkjadMMREEZwuxFQ1mw5rj0bs79pqUnfGEXPzCebn5EAoFqIuvvxuXccVuznbwHWk8ZoioaVxhy79/T5G6HLplTqXXqnR9xz6vsPWzphHD0e0Go7ap0cuzFeTLNQSzC9XWVidUXazly8/5satLQJDwzc0qrNF6vNl1Vxq7/cYtIaszJc4PldW6qZBz1EZfNOLHtlKSMPUaI50dm777NyRrEJR1elkChpaIUAvhgz3NMxdnflKknMn0szOpNBSKTzd4O5mV1XoBMRDyMVjzEiDPR8nzIREGcnd8Njb9Di9OM0ff/+CAoD/+U+v8c//6jp/+Opx/vDVFbZNj0/WOny52cFyB1juEPsAnAasnizxylszZHMxvv7qgI21Ln/n3Wl+9N40d/dsPr03UIro/S2LQcPjzEJe1dRimepChbE7ZnNtk16nS6VeoTpVUc+z1O6mQ3NdAIWIk6+kWH0lzc5tk93bJqlYnKl6hmxBI4iPiKVdzp6d5uzZGTb3e9x61KDVtnDH4I1AhaCMJIuzQqk2Ra6okckOyBRGFOo++XpAq5Gi1Ujj2xliYYrxAG7fbHLnZpN8KkkhmeLM6RwvvFRUNr8f/fKAr652OLaQZ3k+z/JKiqUVUa8ZWFZMgWgHN3qqXn/vON//+2fo6WP+9FfX+OTamlKnSvZ1IghJ+BGLC2IjM0epWuTuw23uPtwSMSKxKCKbTlDIiwViTimE0/k0w1FflRwEk/EJw11U7WMnUPN5Z2SR0nTykosnTXM5XyciYikfIxWwUDRYKMZJGTK/igJ4knnUDQw2745VJVRuZZxCWSNR8DHSkhmbYNhN0Bu4yiLfHnlg+qQjjXfeW+E776+w093nzoZkoFpMl9Mk9Thbay6bjx3qMwWmZgqEcRcrHCkSQG9/osxdEPeF5QLlmgAFBaVSfXjngO2NFtlapMpIG8Qkk9YCc9vH74ScPZ/mmfNp2j2bzR2xrg5w+waxIMHcQo75xfwTFeyw6RJ2A4pGnDffmeeNd+a5/mCoakdcCnY8RgOXKD7JTJbsyngiJBHESPoGc7NFXnlriVPn6/zys8d88vkjKjUB7eT+iBJmcnBzewO8/oCTs1VOztawxGLb8Wm4AgBLbsmIxj40DoQAkCSjZ9R1EmBMj4UkMjGlZm00RuzuCN1XMp6LCog0xwOG4wFjU2KQBATU0P1I2ShePJtRNVupMFeusNdzubdrcm+3z16vz36vrxSbumzn3AjPOVS7CCBDiHUIAE9Pp1lczCl7/LFS+gUcPLTZf2hz/FSMsy8myJZChmOHfl+s8w0Odgwykqme49CmK0Mma9Dt9ul0+ypeoTZVoD8I2dqxaB042F1X2dycPFnn5Ik6VuDQs0zlMCHjVQBZcR9pbHm4I59A5jPJKs7p5PI6+VyCfD6hGjadtk8ya6j8dVFvtvZtRe4RW1wpy/RoHViUCiXe/u4lnrt0mhs3H3L95kMGdhcr6is7eyEFCchWNmJUxE6tOGE3xnMapDWlkjVvjRndGvHjD1b48Qcn2Lb7fLK2yWdrDdrdFO1eiqLYFWcN5ufTLK9kKdYkT8xk5Jusr41YWzexhC0qZJBQwJC0ssMrVioUq1VGQwH4J2qiZDpSFsloNpom5AwdPJ1MQiIxxGEElfcjdfN6nxs3+owtDSORxHfF9tzBbHsqNymWFEcAjVRRAHtDgb+i3BB7m2FfSB0OruWSTgvpKE2uKJbIorgURZSAbzpGwlcVM0TlKXmvOq7jqrKskPFYAOBZzp5+neXl8xw0tzlobuGEPQKtj64FSj0WC2PsbjfZ3W6Qy8ep1tLK2hsmTWZPbK+cEHPoqBJ7uWxOo1IWm7VXmZ9+FU8LcbVIWUyLDV4QdEmlRsQTNrajqRpbHiPJUhyM6O23GXW6FPK6qsAw1JqpGmeugI0apdokrzmTyZHJ5DG0PFqQI64VKGSK5DMlBWBK49wNDEW6s9y4irsY22JFm1RAg2XuMextkYzLHL9EfWqGZt+m1XOwAonRkJ6irgh4Yr8t2buiVBcAWCoe8/nkn/zXT3qcv/9f/I84cq29iYJS+tLyGnxfFDoepUKaciGFFkkusE3gjvFcWzU/M6WKKltsm01R+YgN80RFK867UmE4JghlQIoieWJ7mE4kSScSpNIeqbSPITaGovoKxUoOLBlfI9nrSSRHhmQqq4AgAaQEEBwOHFXJTJ5svoSRNIh0eX8+njVphMg7lnuuVF2HSichAEXhxA5cCdMO50bZNx5lFkqCH9HELlWuw7eVqkoFethE/l3N8qfVwUfN/SN18KQ1HyrBpFJZyms4tIE+UoQehkxOFMCqRf80APxEV/rEUvlpoO2oif1ELXqUzfgU8PvtJvjf1vh+ugn+9P9/GxR4+hr824C/fxvg8TSYKOpMhZCrayOuICb2sEkw7pLRbDKaxVw1x6zEHcg9d8aT/PdSmWKxNLH+lDxTy1ZAl6j8qtUa5XJFAb0C9h0cNNja3sEcmpMxH0RYh1b98vmN9U36pokv4KJSEk8A/aMcVgFUJ2BPqFShogKYqN4OW/oq03UCDMm9FRKC1NNA/7dEgE/GwtPX8duqQPUr1LiRcTzJ/D1iBAiZQYGBxgRIE8XvBCQWUFgcCSZW0EppLR/lP6U2nyiA5TmRuUp+orK3DIPJ9wtpRd6/UtdOFKqiOHtiY3t49pLfJ+Cv/L5vxuUE41CKSMXNnSgwFb6mFIuyBkSK6CbvVRFWDhWx8h7l56VSYoEvxJYjkHTy/uU1TVScRwraaAKW2s5h6q0AkT6eJ/2CYKLmFv/HmEEoTgmKOjAB62XNEiWhXBsZL/lcnnK5rEApIcAGibiy7RfQT+ZhGUepVPowM1ishA/Hg9zvYJI7eqRsnRBqJG5jQhxS1uUJyRqeWD9PrrsQR77J+VTX7DDLU+JaBNiWPwKqKVBc3nfskBQjCmNR+7oTQHeSu25OAGBzqNSXUq6c8d1JHYHKcs4XAF4smgWUlntxsN9gf79BuVJWxKjp2TnmF5ZUprEr6kd34rYgauL//X/9n57c6//wH/8P2E/y7if3VABSX8B+Bf5PsE9ZokSBO1HWT6yU1b1XubyxQ+NpIfSIMjya9Hu8yevMpCUSJ62yVsWJQlNrlafcfSRqQTeSah07UgBruocmBPHDB/NonlWW6YoUcQgAK/XvpMdylDWt7MZl7Ese82Fe6pHUVc3E6r0cqTcnctlDMfrh55+aOWXNEPLFoXJbfXwKjPz2fPttRervAl5FEKBGj0JyD0lO31JZ/5sA4AkIPAFEvw0A/5sIRb8LRJ28fpnzJmv0kfvCE0eBKFR27IFnKwVwFMiYHmFJ7qrvTOY0XRz1JspUITrExS0lkSKVLBCPZxgOTDVfd7sHdDr7uJ6QGGPERFWYKpBK56nV56lNzSkV8UQNral9hwCjT1TPR+SnQ2Xt4Qz4jf/1N4j7oZPB4TU6ZF4FMhYtRxHSklmNVE7HCeKqZEWIayGZeEg9H1HPQ28Q0R9EjHwdS4+p/uARMe/oun2zDh+5KnwTEfFb4LByOpjM/TKfp5K+AoGFJXbkfuKL9bETQzccNMNRUQqSASzq/TBIE4aiAp6MPwHWk0YOIyZxaT0MvU88GhAPhThi46p7I3bcReKxFLo3RPNMNrfX2NpeR2yNMtUExakKU9XzTFUu0DLjNEciAAmV26ERjkjobeKxLvGYkMAjUgmHVMJGDx388QQEjkJXvdZ2v81Bt6kihITkl0kmibkjVfc2A+5vBswszvPM+RVOnJhBdyZ2qX44VHWwN2Tj4YBmw8GRrGYjwer5FU5eWEEf7uE3HikSZ3rmHKn6SRJxh4ThEAxa+N0GnXabnWZXnVGPLy5xbGGZjd0+m3t9dN0kl7NIpVzGXoKxF+fscp0zx2r0+n3uP95ko9mmIXnrMYP3Lz7LexfPE+w36D1axxQr9LhLPxYwGJVUSUxNRcjhCYNUmFK5tR9+tsMvPtvh4tvHeP6tY+SyDqHVwhtZjAbTjIfT9EYD+qMBuawxAYArBuVSQCHrYg3a2AOJFpOzk656puLUJXm2DcfiwLHUeWR6Jg2OTnvDY9yPSM8lyUhf0/TRzYBS3qA2JWRN2N/vs7/Xx03m8VL5Sb62L+pVIXvLjlscPAKS8YBCPUVJREZ2yGh3TH97TMuJ0bZj1BbizK0kOHM8zaVjWRYLBgdbA/Y3B1y5EXL5RkBHiJxxSOV1Tp5MsbqaYrqQZbqQY2fT5OrVJpYb8OyLdVZPFxg+amI+bDB7bInlZ06TrWUJNRs3HLOzIb2YIaOBiTMa0e56bDc1Ff+lZQO03MSpSsarEemk9El/XWKrslmdRHLioNYfeDQOLNodT8UsjW2o1MWJS+L5RBChoYkDUS/A6/qMRhGjcURuNqK0HCkxwupifWLVe7XFw6+bJBYCEos+y3NFzs5NUU5mlSNkY8vm88tDvrg8wIw8EtWQymyKE8crLMwVMBtdRs0ubTOiPdJwhciuh8q90nHiOLbBxdeyvPZellrWw97sEvV8StV5ypV5Gvc6NO51uf54xBcbFl00Lr0zxaXvTPFitcyLtTJ7j7p8/usNdhsmxdkiuek85DS0nM7pGZfn5ieE+8+/HPH5lRFhzSeoB5w4luSZE2nGnYivf23R2g958a2yqp1HHXYed9AzMfILGUq1HEulGkvlGrHuJnp3k6vXxe5X47rE6OkhZjxibs5gfs5gezfgwUOPhYUs3/1Ole+8XcJvtQlabfQgha7lVT7t4+aA9tihUk1TqaRZqnss1V3u3Pb42c899toJXnz/GC+8d5zjUZFjUYGte7t88cVNxnrAi3/nBc68ssruX15j7y+vcrdtc8sOaSR1vFKcUSbG+t0xG3dHnDoX59KrKV58oc5L54+xurQM1iJYSwTNLwlav+HxnT2uXx2y0/SJZnKqbt0yuX3TZGj7KvqtUEkqQcup1RLfeWma77w4TcKO8LsebqeN29+l39jhF7cDPrrts7YfsdUMufjiLP/Jf3qB775Z49GnN1UlygWS5YKyHi/MRGSKESkhyWsBWwcemwcehWqO5RNVikYC7/6IwV2Tn3024l99ZrIz8mn5ARdfWOTv/8EFfvKj88RsG10IlsN1RoOHbLW63N73ObAMFudqLMzV+fSTfVXLq1O8+3dOc3olh/boPtrj+zz20zwK0ipWUcWHjjwa6yM6+xbaQgJ9MUEhFqOERrmsUZrVqMzq1McJaqMEl68N+cVveqSKJd567wwXzs8T91wSnstos63qUafHTXNAI3LI1ZLkagmqKZ9aOiAYivOvzn4z5E7LZc8N+eH3Z1SVdInY03h8fciXHzf47JM241yWUTbDW29U+f57dWbLEZaI/dpDur2AbjfA1GOYWoz1psW9zQGuF/LWsxXefLZKMrJIYdNpBOxuwu0HPp/esLm64bPwUonFl8o8Nx/j0hRMZV1E7h2KI2gjSacpMZfiYhbgSW8752LkAlbycU7k41QyJSqZMgcbQ+5d3eXxlsl9N63qR6/O86PX5uhudPn8F4+4/ajLXjLFvh6nueHR3PRYOZ/i3OtZVsVmO0pTc5N8+bDLlw86rB9YbDVtFSmn6SmiRFJjWgLkpxMUiijbBNnEjIMY5jBi/5GlmrmvvFrh5VcrDAUcXWtjWREn6nXmyiUawVBVa9eltenR7/rY4stPyItnk7x0NoEeN3Ajg0Yn4PHGmG7DYYEIifp5/f1lXnv/mLJ8EY/+g4bLx5/u8MtPd3nnxYQqP+myPhpxd8vjN7/RuXFdxxdmMAG1esTMLBRLcWXLlE1nWUpXWRY5ZXKMlxzQdQbs9ga0+h7usIA3LHJ8TgKpHULNpyvAZCymAIC5pQI//0WLn3/Yotv1FHAiXSUvZhBIw8B00Ucez56rcOmlKcIo4MGjNptbAy5cWODChUV64xZ7rW1a7TH9jsF4pBNLBBhJydI1yCQNBaTIRsMVmarKxHInB19dp5wJmc77xFMR7UijKzbMXZeg41EopSnXcyqjc+2xxdaGxfxUnPkpQ9kCVGoJ/JhI1x16tkskh6jA4/hslWNzNca2zU6zQ6c/YjzSVMlhTA5hwr0VGxnP0ug3PcUcK1ayFMsZZYvjORbe2Ff2z6GrUavoVCs60zM5ZueKqilbFDV3NoYteaSKUSwsyjiSryK5Pb6wpRsOpvijH8uoyldiJPKo7IZyVqcoi7Ns/hPSAPRVE3DkWgxMqTGZsU/G8ilMVSjO1ZQtozUe4bi2YmEKYBuMk6oikQCrQ2rEWPC9QKM/9lXdudHl8q8arD+Qg3Qc1zdICesx71MuxKgUYhipCNfw8eIR6XRJVVLLk4hyDPbHbNzeZdTpcfJ0ktUzKfRcHD0fZ+fA4+4DS1mpK1WK9L5G3mTsPDvPW++eUQzTL7+6zdc3H9Eb6fRMnfJUjqn5ApoeMOgLs3bEwlSR+ekirS2LrQdDiuWIC6+mmD0eZ6PpsdH0OXgYcvAwIhaG5HKhUo+n6rqq0X5M1WItybMnk8zOpNGSKRziXLm9z5XbB/iWjxFAIRNnYSbD9FSSsWZj6TaDNvT34dzSAn/0exc5vVTjX/z8Mv/ib67wwYXjqjbaNr+63+TKRhsSYk9tYe2DvQ/Hl4tcenmKfCHG/QcNGgc9vvdmne+9VWetG3Flw+PhusUjAULXRrx8rqJKzxo4CV0xVsVGRA6YqXqV1FSV9Y22qoMtj+6BpoCFU6+mOP1Kkv17Ngf3bYxIU6pWuRZ6TuyMIk6vznDq1Ay7zT4PNho0WqIeDhj1Q2LS1Jf4xlCeTwE8Yipbe2pGY+GkxuJJnXtrPvfXfJUN7vfjWF1dhb0LUzIwNcKhrpT2332nRCan8/Hnbb66MWCuVlJ16nSa089IRpKwCG16LZvResBo3efia7O88b0lOvqIv7p8m8/ubjGWbJKhTiYMyYYBCws1jh2fpVAucPvBPrfv75FLo/LO67UCs7M1xRhe3+ywd9BXNrfFilgCi80seH5Eqx3Q6QUE8QA/Lvc9JC5qDbHpHEsuFuSrGoWqxnwhznzBIB0XNYLkcMXohzH6kcHNz0xVkkV44mRaZQvHsh5aUhSiCUaDOJ2eS7trY5m+Yp+m0fnuByt89/0TbHf2uL32WGWG14ox0kaMdgM6DUjncqqEKaYlHLzQprkjBB5Hgb+Ly0UyebHlM5Rd+4M7XbbWB0wvx5laSpDM6cTTOo4JzQcB5j5cfCHHxUtZukNLkUUGHQ9/oBEPE8zNVZifq/Kbu/tcvnuAJTbBTsRULsEb35nlje/O8eFnB3z4eQPHMiiniypLbjg2GdmmahqIrWXBiFNKJFiYL3DptXmOn6nw1z97rGp6AWV7L0pRTcsoi4Jg3Fd1rFLnWLXOKDLYk8Oc2BKGfexgwPZWoKpWKHPq2ByZRJzdzX0aBy0VXZAuJOh2XZqNsSLwTC8UqUxl6Q8H9M0BrqPhiw2tGWF3A7KGztuvFHjnlQKlVFYdTnY6Hvf3x9zdNdltD9hpD0gnpUmTIvTECtpReXfEJxlwAgBLTU/lmF8oEE/HGDgO/bFDR55JsWFZ0ThxXiOZDekNZT6DYSfJsCtRBGJVHVKrp6lWJUPPYGe3zc5Oh/mlIvOLRZotlzt3B+zv2EgwcyKK8cwzizxzdoHWsMNWY0eRQ+Jizxs36O1Db19jPBQ7e4dEPKJSnQCz0rsW5nm/j6pULqHAu1QmRrdlK+JSMZukKESwvkdjb0w2l+W1N1Z59rkldna6bO90OOi2VI1d2dhNGs9TuSTTuSTJlKzZDkY2IibjD0hvWKpee/MZXn/zGa7vdfirKw/56PYWfhTHw2CuXmC+nmfleJGTp8tkCgG7nS12mrtsbHhsrLsq20fc3oThXihXyRcrhEaCIJak0+rS2GupBl2hKBaVkhNmKau4wNZVzVRrLM3NKmJCIt0hkelw9asuX1/pYDsx0pksoScq8xFmyyJdiJPOx9HFQi3lE0sI+DfJbut3xDrLVV6fYtlYKKSZniuTL6YZDi2GpkUynSSRThKLC1FBgjJ8fAEjXV01BiWf2rEDpWjOZmc4fep1lhbOs7nzmM3tx9h+E1/roGseqZgQ+xJ0Wiad1kg1Rkrl5ASI9EWZEkzspYnT747p90YKcBYr/nKpzNLsWyzPvYUluUPRmHZni8befXRtoFxiRDHf7YvFVkRbkRC6mP0h484Ad2hSyGvkCxqeJk4SMVxP8p4nObyV6QSVqQSlYo1isY4W5AnsDJqfo5QvU8qXVF60Hg/VXs9yJ64jLcl+GohdkqwTJUZyCGyvETcCFubnmapLIyhQjjwjx2fs+WpeTycyJGKpSbc90BRb3pfc3HjIJ//kv3rSb/7D//J/VhbqI1vAZ9nETuyPg0Ds0AKyaUPZqScMVPPO9yyssdjmjtCTGWLiz67JfjCm1L/SaPL9w4xblXNrK5KBqLyEICJWjKl4Utl1Z3MBmZxP0nAxxNAuEqBGxxGrxLG464iKKKlUQKLgVlbRkcwPHoOBsJql6VtGT+pEsYnVoWeBa4l1rLjUHALAqqcq3WADwkl0yQRE85SdvDwwR5asupZG11IKtPOVvedvW3U+Da4+reb8tkrr2w19pRoT29dDa10BNp9kAMtLO1SGTuC3SU0a1pO8vicW0E/lO/4uMPVpEPjpr3/73x5ZVf8ulde/Dfj7NDAuAM63wd/J+/1tNfLT4PPTwLV8/5GFryAkChRUAI0oTXV1HgicAc6wRXf3Mb29xzx39riquFg/9jsK8FtYmGdhYQHXtnFth363p5q5AqTVanUFAIsaWAA85azhegyH5hNrUQH0ZB27d/cBV69dZ7/VxlOKxAmQ+rSyW1nBqkzRSAFqAvCJ3a2AifL7RPmrQNRDqeYhRnqEYf7OS/y0Avjp+/Xb90hsqH/bInoCosnZQV6nplTtE+vnyflIaqJMn3xOgV/qDCmEjImyVhEb1BF2Aigpu/VAAOAjhamAwBPgQdmNHgLAyrI3EnKNsMUnwM1EHXz4R4krJ6jUBJBRo2DyucPMVvX3I1HkYTjlEUgtVsrZbFaBk4cS/SdZzMr6+Ak4PwGzJCJK7LglT9qR+6KUpwIwapSqNaUWTOfyJLOSzS7qXHnUYqTFsjmdVpE68szL7xOgMRaPY2s6jpwVjwDgeJJMOq3GkmTXCiB7ZF8ultNiwSwl10/yZV1lWe8oy+h0tkDyEDiW66QAZwG6EzLPydr0VLasKJTDCNuysERhfvicKXVxKqXA8fF4pIgLw0GP4aDLyBxM1L+jIdZoqD6aprgziHWuKOxE8WurPZoCTnXpVxgqD7skbgrxONuborTcUSTyYj6tnqmVlRW1RnqOnO9dRTwWy9b/7Z/+X09u9T/+b/5b/HR5MpdFYFo25tjG8ZXZLOFhbrAvrgayIxAnDTnuH7mISRZwPKHihZKE6v6NLIuxa2N5rnKUyRey5IuSWyrXTeZFyZmXyAIhkGUxEhlCzVCkMpUBHEoTQkDgieH5E8eBp5Wgh2N/QrCfNN1kvZLzeDqZVEpuOed54cSae/I8HvpEH9l3PyE3TKy9j8b50cWZKIKFcvCN1f23gdS/bT4/mje//VHFGxy+lKPF5GipU8/0U84ST9Yn9fsnVtpHiutvA8DfOBT8dqzA73q9TwPT6toeWmIresmhpb+QnSbZwJO4lbjMEyLK9W08V/oxYxzXUq4+g+GAwbCPkZDYDAGekhixLHEjrfaUUqbZYzBoKeLqyBphqedc9os6x0+cYeXkmck+Vb1/yUo20I4A4EPQW67Xkc3+E37U00v9UYb2oRz3m3szidcQEFiIAqIwl96PRNo4gTgVaCRiKCvYQsqnmPIxRxqjsYYV6NiSOS3PfCQQ8OEaf+g6p67fkcvHoaW9vLajPPcnNvcyB8cnLgxJAYDFFdFzcSwX1/IJfV0JGxLpkEQqIIh8HNfFkZxWN4Hvyv5ciA0y72XIpHJKlRvTxKa5QzyyiYc2fuDi+i7JRJZicYZMMoszPMAdNrh9/zp37t9AF/LkQpn6/Dy18nnqpQu0xnFaI8nfdYg5Q+LRkGyyTzohqt+J41I2HZLLBMou2zctQstRMTvSa95u7LO2u6P2solsQc3FcXdI3B2wdqCxtg/TC0ucOneC5eVpnL7EQTQwpEcR99l43OL617vs74+J5zLkygWef+E0ly6dwWk/or9+TRG+UjPnSU2dppAJyWdCxq1t+nsb9LpNuqORsto4t3KacyuneLDV4sFWE883SSQEqLbYboxVvXx+mVcuHMN1Tbb2ttjptNl3PcxI4/VTp3h99TT2Tov2vU2G5oBBOmCYkJiTLEMzy8xsjqXlvAJnJMptb3PA51/3+ezrPu/9+CLv//giifiQfmudYaeHFq2iRafY3F5nY3uddCJitp6lVklRKsbJ53R8a+Ph8m4AACAASURBVEBgDXDHjjqT25bP0AzpjwLl+rhvjSlWJV83DhLpsx4qkUJ6Pk56IUFs6GGYvnItnJ3LkE7pNJsDVR0vRscXAo9GWvqdqRipbJJkWpTnY9yxRaaSJjeVkyYZdmvE6GCMpADt9jTmjmVYOZPl3IkcLxwvMJ832HhwwMbDBlfv6Vy7q2MGEMtqpIs6S0spFpdSzFVjSlV/7+aID/91D3Os89oHM1x8qYL5cA/zwR6ZUpnC7Ayl2RyFqRj5msao5zLqunQ7A3qdPrs7NuvrPvvNgDAbTQQsynFHQ/c0Yt7E/ClQ61hETeL2ZvM4I5fOfp9226EzkFjEmMrMrFTjxLOgpSbW0GE/RtCX85C4/0QUFnwqxzyOHStybmmRvJ7lk79+zCd/vUbpfETpQsTFZ+q8eWaJWjLH1V+3Vd18ZHPrsY1leMRrAfXZFOeOT3NsusTeWoO9tSbNYUjbEvl+RD4fks8JwVkiezKcvaTx/BtQybp4e2PiY53F+eMszR9n88omG19tcuXhiE83AyRM5fzrJc6/Uea12RlVd79u8ud/fo/bDzukq1mSxTSmL0SWiN97O8lPfpCinA7YWhuz8XjMXuCzH0hPHGZKOr1mwPWvPTodnZffrPLKW1V2N9rsrbfR5JmbF/FdkdWZ05yaPUO0e5No7xY375n86obOtQ3YGIrIIWR61mBqLsb+Xsj6Y59jy1nef7fK+98pEXR6+O0eepQkFstx0PG4vdZluzlS8VbZlM750xEXTkc8Xo/48JcRHbPAuz9+gfd+/ALZrU2ymxt8+fkBf/ZhCzOe5w/+5FXe/sEZ1v7ZF6z/88+5YdpcFZvipEaY0XDjGnvrIXvrAa+8meX9H+U4fyHJwozGdLlCLnyTXPQWXuMr/MZX3Lu2zm8+32NtZ4RVSWNXMqyvuWw8FvFYRLKkEU8rSiT5XIw/+vECf/zjeWIjh9HugKA7RpNe38DmozsuH98RS9+A7VbAhRfm+I/+4+d5/60pOjdu0Ll+nZ1+xE4PYhWd0rJBaTrBXLXMXLXEw0cdHj5qk60mWDxdol7KkenHoaHzyc/b/OpvWtzr2zxyPZ55boWf/PBVfvKDlwhHewTmLq61iWuts9Uccm1DU2riUydnVX30yRYff7JFfSHPq+8ssLKUJtHcIdHYxi3mcAs5PD2JF8RpNW3uXdtnY73N/IUycxdKqu842BHgXufEhRQrZxJY14eMr5l8etXh51cdksUU33mnyqXnytQSBVUbNzfZuLnFhj9iPR9gZnVqxRz1Up5SzKNkeJhNl8amy0HXYyeMMNM6f/DBHD/6YJakkDQ7Y65/OeTDn5n86uMxZ16vcOa1KqsLsDolwiqb7v6AdstiR8R0ptyzOEZG1juXzbalzjWvnpjm1RMz5NNDcqkhew9d7nwZcuOWx5Vtm7s9n9mLZWafL/Pd8ym+/2yKAmN2t1vs7fSJFxYw8kIgCGBg0bPHbPsmjmFzflbj/CzkhaQa01l/YPPV5SFr+wFmrciwXuTdM9O8e2aGgwdtfv2vH3F/Z4i1WGRYyfDoWkfV869N8Z0fLLJaTVFquST2LD661+bj+2022h67PV+5sWlakkh8recWk8wvyoZMDkehUmNGiRhCTN26a7F91+bi8wWef76Aq7lst4e40hhPlyincgz1EQN9TK8b0GtO1L3DvqgpQy6sxriwKvmASfF8w7Y1xYKKxrCUSrCcTjJ/Ic/8cwVGts7udsjmhsWVKztcvrLLH35Q5g8/qDAIXS5vdbn+yObeHZ31xzpJWZySMaYEAJ75/yh7sxjJzvRM7zlbnNjXjNyXqsrasjZWcW1S3aS62eqWplsaqTUaj2RZAmxoAMEXvpk7X/jOV7ZhGMYANuARYAMzMCzPjLZR97Cbre4mm+wii2TtVZlVuWdGZkTGvp44m/H9J7NYTVEGhsAHklWZkZEnzvL/3/u9zxsQT2v4snk1TRZieVWxTIiedWk4PdarTZWpFvTSqs6fCVWJO211Y0B/DCuXC1y8UuDDj1p8eLNF9VBcLtK8Cgltg9DS0Qce2sDnxqUJXn95Wr2HSrVHrTGgOJ2hOJOm3mywd3ioMvDkQGuaqdxhphWozYdMEI99cTqLI0QcMa5qWkTT5DpTeYOlSZNEWqMRBjRcT2El+gcj8sUEpem0QkNsrffZ2x1yeiHOabkghW5oSoqiTzf0GAae2vjooc9kPs9UPs/QcThqt1XubKcVqrJsAysuiCWd0VBj1A8YdnyViZstiKgrThFx3zrHmW8WtmFRLpuqJieTKl+xUIqTydqYtk6zPaLRkU2iwcg3lcPZlKacbNzbgoMOKZWicGpZaAeGYBkFUxs1MMQNHYvJZtJTDcC47ZJRSA0XgdbEgM7YpjlOMHL1KE9TMFC6jy9YRTemSvd0DJkWFFezH117kgUgyNBaZcTe+ohaxVOO7LbgNcM+QwaUinFmymmVU+ng4GouppXFMHMgmQROnPbhkP2nVXr1NpNTOlNTGpmpFNnJpHLRC3NdptJO8pCcpse44bN8psgrr85RnrHVVORRs8H2/pCdvZFyoqdLCeVqcz3JZR6TT8XJJ+PUNsfsPnYoTWi8+qsJ5s6bPN52WN0Z0diC5raKtSKXQ4me9oROrKTT3dfoVmChZHH1gs3MlI2nxxkFJsKy39yWHECH8WCsskSKU3GVD9L1h6pGTY3xkcELp+b5Z996gYunS/zb9z7h3773Ka8sz/Pq2QW2q0NuPq5xd7uBnhijx13l/h1XYXE2w9Vr0qQxqR21VMPijRs53riRZb0Z8tmuz5PNEU9vd6huDPnGV+ZUNYZDNuuyMB4zl9bIpUyGqTjDZJynazWePqlxtCe4YblyLM6/aquqPBpReTQkpoXkJb8yB0bax87BmaVJzixN0eiO2D/qqiGN2uFACUCWjyrNTKBZqQiD7oxIJwNeeDXO9VcS3Hky4PbakMNtn96hRv9IE9IOkkIybgeM2z4XTsV5/aU0haLB2u6YzQMXw41hjGNcuZzmpZeyZHM6rfaIVmPEcC9gsBtw4WqR61+ZpKH1effhGh+vV2g3DTpNg5wekjdgYa7AwlKZZDbFp3cO+fROlalJnemywfRUlumpkmrWf/bZHo/XampxKedZNqeRzcjCV7KLdNodWdOOVUkal6RF+q7koYmooJHMQyoH87k4CzmbZEyahJGTvunJUIrO3Z8PufvzAemkwdnzMabmTKy0uIdDuk3oNERQcam3XJy+jz4MSGsGv/rN06oqrUMeb2/hOB3yaQ2JJu+2dXotafwnCfUkibROMiciksveVp+97T6Lp/IsnS5gWBojd6yEdLkXHlZGzJ1JMnc6qRzwghiWIZbN2y61DZ8bN1LceDGpsCyNvqeEvnFzhOmbnD61yKlTi/zoww1++IsNxp0heUNjthDj+mtFrr9W4r1P6rz3SYPxKEY+kVfT3t2+NCt6EHqiRpExLXKmzfxchhffmOXMxSLvvLvFD9/dYmLa58xFg3xR8IYJJegEbpdg3GUpO8lSboqOD/uDEQfSzAsd3HBEtepRq7rk03lOzU6TtCya1SPaR03laBTEfa/n0emI09JUz4dsKUmr01UlGe5CsnAHIU7LI23BW69lePO1DFkrRc5MqUGSh7t9Hu71OWwNlLs+mbCUSOQ6Pr2OECIChUazUwZ9mZJreuRzKcrlDHpMo+0MaA9H9A9D+tWQ2VMaSysaZjygLuuDZki/ZSl3eDYruBifySl5doh7y2Rrq6FqbjGr6uBwzP37HeqHDqmYSTZhszA3zfzcNLXOEbu1XYbeADslzhuTdlWndagx7AjKzSGdNphdTKmcYXGNjQYjuj1Ulm4iEyM3ESeZMZXLsd9zSFiSYyoZUy6t+ohkMs6164ucPT/NYbXL4WGXWqtNrd1SNAppMMsAwkwpqUqGuMRFqbDHaaFyGCwHSZbDFOmpHKmpHA8OW/ziSYXbOzIJL2hfnYlsgnI2yexsioWlDIm0z1HvkKPOEQcVn0olUG6HWCgYTlshG2OJtBIjR4GhcMy9pjjiRBjNYcctOt0mnW6DUDauY4OF6RmWTy0wP5vD17bx2OHhgw6PHggS1SCeSKqhrlZlQO9opIgqguzXEwFa3EO3QizJv9V1ui2fbkscnjpx0yCbS1IuCxI/QbPZVdnn2UKGTD6DITdUPcosG/Yl61YcPSJo6IxGHt2uZD7nmZ+7ykRp+dgBvIdHG8yeyseN6zHVWGse9WkcDUinYuQLkp8bKiymNKzFUSLieLstAvBANZzSGZNisczC9FdV9dwWXbfN4cETdjfvYZk9Xnz5NOcvzrGx1WV9q0e7I011abL3cVpd3P5A3TtFAPZ0kTNNHCfE6cv1Lk2EGKVpEYBnKORmCJwsTk/Q8xlK+aIq0/ax7EChf4auptB1MhjT6gbE7BwxO0+vtUvr6Cmm7jE3O0N5okxPEEMjGIw9+mNZS5okJTvXjIteqtY0rjgtgpEadnjvf/9cAP6tf/G/KPS0OAPkni/fGwkyEW5YOUMkay9hqtgRQTyKADwYdBUC29NE8LEUFlccbu7YwJdhOhVSKR1VySYfRoKSxJo/E4Dj2HEHO+EQN8fEdVnX+niBztjX6Q401eARrK+IEjHbxI5FeaDtlke7JX6DhDyw0RS/UK4zyZjXcB1xKcr5I0+hY86sUp8kWzpC5opYJcJvyCjKx5PGqxICZNUo8sMxFvqX9d/I5/QcFvrLBIXnRdgTx3CEg44E4JNGrojAx/TOY9EkcitHmYqfi8DKlPZMVYgcQF8mCnzxfX2ZCP1lQvV/igj8D/3+XxR3TwTgk9//y97v88fplwVgcYJFYmqUPSt5n0IDarH79B57T++zcmaWleU5MgnJ1XTU/mpmepqZmSn8sQjGY7rtDq1mU4lD4ugUxK9gYhX+1ZTBkJjK/223Wipb8kR0P6hUFQq6Ujui2m6r3Fj1XiTD8wSffOwuUy37Y8TviQijBGDZZ8hndqznKxOiXItfcj49/zmdOLOeN21//j3HstKzzM5ICI7+Xs55yQWORPMTEVgJuJYMaPyy4CH/L4mRkQwU/SPnaIQTFvEscmUq96+4To+zf5VD+CSz9dkbV1MmSs9VYqghr3zsSjx+byfu6JNz95kv/1j1lj+XoQshPjiOqxyu8nNFAJYcXrkHKHehuGKfc+ZHTudIzFDo5OPrxwtDXCE6HR9vTT3ziuSKJZLprBKBJatXJDn1e4vjUBywItoGgfr5ti2OUkMRmKRCXz5rwTvL0HFciZVKgBZHn3JI69H3C2pZkNbHArBypHuyN42EY0FMy2elcMLHWFolxh/jiBUJwpOseiFgOAovLqLtyaCFcn4rxK1OV87PTptms06zUaffl0E+EZzF8SsC24jhoKf2UoJ6dl1HoTtPxCbDTmHEU9iJBHHJgwyhdnhI9aBKKZ+iWEgzMzXJ/Nws2VQK13HwnPGzHNt/+ec/fHYW/Hf/4k/RE2m0Y2y6OLRksEiiCdBt5aIVIdULZdBfV4Lq2EO5l8SdKJ+RfK9EDMVCGawYM3BGDMaO2odHArDEgMhAkLimI8epHCPB7BuSyWmJAGzgh4JgD9AEQSaDX+r8j5ziz98n1Xl/XCq7Vhzcguz3xmoYQrKgZThA3IDyu5xkiss5JwKRvOYzt+wz9/+xAKyGGk6AzMfo4eMzVKHuvyST9osi8Bfv4Z8LudGZHgnA0WufDJs8E37/AQFYxN/ImRsdk8hBrI7Mc4SCCFX/y/emX8Ynf/E5FA1xyPFQrIPo/SnR148w/ZqvHGpS4lY7yXj35bNVOeqSxd6j3++q686UwRUzhmkkMQ25B4hrPsbY7TMadRk6Iv4OGYm46YCcltOzC0zNLGLZ8WdCvKw5hILyDz03v+yYf+nXHg+zyGtFGdyCFxfrXUQklHWLnDO2oRE3JYZsTMKQQRRZCxo4gjJXueOyI9QiOstxBvbn5+RJzEM0IBadr8ckEi38Qv670A8E/yz5ua6KCvLHn8cN6Jav1tWCXx+MRAA+dgCHcUVikfMgLjmwsrYyhQ5TVy5gK9BVjZwRQ2eAbScoFaZIJxKMRQDoVXiwdp8Hq/fRkhb5mTLFmQVKuYsUcxdoOTFaoxih7HHcNjE6JK0ucUuiWuR5rpNOCdFHrCQuXrePP4jW4lJr2/vcX9tUlMnspBDhUmjDOtrgiL2WxX7TpDQ7z6mzp5idmyQYdggkv1dzQHNYf1Lhs1sbaqC8PD/L9MIMF87McmF5ln51lfr2Z2roJDN3ncz0CvmETy7pc7S/zv7mY4aDDqYtcS5Jzk8vcGFmnsf7R6zuHxFI3nDSUmvbpzsNnu42OLdY5OxiCd10VZRSc9jhoNelMx7z4uISLy2corPd4ODxHp1en2EWhikDZ5zBGWcplmwmJy30YEy31uZwV5ywQ27dG/Kt336Jb//2S5hGi6ODp/TabYr5VynkX+XJk0c8ffIIz+uQjHtksyYTJSFXJDF8R5XT6zLoCGp9RKMd0BDB0B3SGI9I5TUKJV1Fh7W2JUNWIz6vY89pJMchCSckn5S9ka3W3t3OiE5nxF7XZ68ja1lIxaRfZDMxlSVXkHzQNs1qi3Q5QWE+rTKxR/UBvcMBO7WQ3SrMn05x7nKGa+fzvHqmxHzG4unqNk8f7/B4x+bxbpyG9JYlYzsJ51YSnFtJMpXVmcwa3Pu0zzt/06Ld03nj2/PceL2MdtBAO2iq3mxzaKIlTTJlk+ykSVIyxk2ToSvkziH1+kjFOTUaYzyJQI7BYBjd371BQNCXNk2oeqtS5ZkMk7NZxl2X5l6XRm1Mo2fQGRnkJMs2pSkB2EjJrJHOuG3gigiskgRCFi/GOPeCzZmlDKdKRYyRwTt/scE7f7nJzOs6M68bvHCxxOtnZsiGCX72gyN++h9rVNo++x0PV/bVRY/J6QQvnpnj/GSJB3cqPLhboSXPJcR9LDnEUCyIMUL6PjFWXoSX3gwo5zyC+piEG+PcqfOcWzrH+gdrbHywxq2nfd7fh8PA4PSNDGeuZ/j66QVVdz+u8q//nwfcul/FyNnyYasYxsFA47vfTfGf/0GGxVJIe2dAbbPP46qrqlzSWZrT6XVC7t13abZ0XnytyI1XixxV6tQqdUh4ynRUKOdYWXiZlYWX8DZu4W18wuPNNh9twt29gCe1QJ1rk1Mmk9Om6nFsbPicWkzyzbcLvP2rOcJmGxpCohMiZ4qtfZdf3GmyVRkwPy89NpuLS2MuLjnsH2ncemTQdXN87a0X+OqvXsP55BHOp4/4yUd1/vzmgGG2wB/+16/x3d++yP5/+Jj9v7nF4/6QB0HArh/S9kJaAipsavSaOq++keTr30px5qxGKjkkm0xRjn+VifhXCQ7X8KtPuP/xFu/93Q6rmx062RidnE11P6BaCbFSGnm55nLynByTSYb81rfnVbnVLkerdRWLl5QYiiDGu3fa/Ph2m/Wax04j4OqLM/zJn1zjW29O4z7Zxn26zf3tNg+2W1DQKC7HKEwnmM7mVd2+e8Rnd48ozllcFQyxDHg0LfSqzp2bHW7f7LDl++xaAWcuLvOtr7zCt169gdvfwOuv097fprW7xc5Rn9WeJLsnWDkzw8rpWb7/7jY/eHebVNHkyktFlsW8lwhZikNtMKImxo++Rrtv0hsGjEcDgsBh/kyauTNpqgdDNte7SgC++lKGy5cS1H5Rp3bziLsb8Nm2gW8ZLC0aTJdlWDCjyut3lEGmaTkcpDycpM5kKsVkKk0wHOIPheApfSXUvWVLendByHfenlWlOwMGR20+vdnlRz8c8sEHLt/6Jwt863cXmJVsdVz6hx02Hh+ytdPiIISDUPLOTXXf7fm+EoFlDf/yqSlekcGkfhOn16RdCWnu2Kxv+nz4pMvdgyGzL+aYfTHP2y+k+Y1rKazBgMd3azx92GT63Cmmzp6mURmwv96kJaSUtEMs73JpUlMVk+xgz+Px6pgPPxZkvsHUtSlVKxmbS5kYT+83effH+zyqDPAW0zhl0YbaHG22efUrs3zz26dZziVIVkaw3edHa1V+tHrIZi1gv67Rl8cpJqHkeS0oJKm4fKSRE2AlIJbVlVNs477D5n2HSysJVlaSGEmfni+bjwBzZGN5FrGCj1UIRNCm0dM42g9pbAt2NuTCsq4qmYsRS9kqk7NoJijHUywW8iwU89RjTepWk4drPT69OWTzyZD2UZ9Ovc8ffW9B1XZ7yF9+tM+HD9pUdjzq0lwuppktpJmcgvJUZKc+Gjk0Ry7TxJjBYmI2x8RSgbbncn+7yuZ+G6+l4bV0rl5JcPVqkr0Dhw8/7lBv+Vy7nuHq9SzbFZediqtQn/tbQ7pdDyNtoCc0gp6P3/N45eIkb16fZbKUUoLCQDIchm2qgza1oyhT17B0JqalAS3T6QF2LFCZPDK93BsEtLsoIbfbEXShrxb9sgg9PZ/m2oWiQnkcuQOORgOaOwOauwMKpQST8xmVAyhiSK0y5OxymrPLGdXEbjQGDAMXUgESuCkLUlPTSFlxUrG4mpqWjZeI0/Wqr2zsuVKcXDFOv+9zVBvTF4RzIM2ZUGUzinPTlkxYUxyicfLZFKV8hvKkLHBiFIqyCRfB1iQQYXsYsHfQUTX0QkZeqBp3tuVh6xqJMEEyTKqJOysm+OkhtcaIo7pH/UgagRFKwBS0p7h3/YCzc/DaFYOvvGCQmkyokoGAD+8MqNZDNSUk05HD/lBVzNCxTZ1YYGJ7FrofTW5JrFCqMCZdHKsp6FxashMt9mryEBmy3+moKhazzEwXsQUN4Q5xnCGDUUxVvytNd41ew6V7JBi7EXFbMqQCphYyqnrDMfuHXdoSTOEbKqd01DYYtg0KOYP5WZOFhThLp3KUywnuPzrg/sMDZNbEsw20hI4Z12RuAt0NVDV3dGobBpNTBq9+3WJ2WePO2oC7a0PlcOxXxOVpUCqbpHIGehY0QRXteqoWJmRBYjM1aTHwLIbizB4ZBI5Bq9mjXu8wDj3MfAw9Y9AaO7THDmFbQ28YvHx6lt//9SusnC3xFx/d5d9/dJezM1OcnZ1i72DA3VWZpmyCiAaJAO8I/DrMldNcOJ+nPCnpAEMMy+HKsuCobZ7WfT7dcVnfGrN5b0Br1+c3v3le1drOAR/cXVebrjdWpjg9l2XbHbHjjnj6uM6TR3UaBz6DtjRqLM69Ele1d6/P7v0+ccE1zehkSqAnA4VmnZ+eYE5EUnEjjaQRP2Rnp6EQOMpDFsriuUxhcoZey+fJ3Qrjfpdv/nqBb367wCdrPT5ZExSRQ33Ho3UoTHELLWHiDzy8vstcSWdl0WBy0iZMJXCNOHtrfXZXB7x4rchbX51U147KDuu5dPdcensui6fTnL2co6X1+XBrkzu7Neo1i6OqxWRcV7Uwl2NuMY+VsHn/gxrvf1Dl3NkY587K55qmkM/R7fh89NE+9+/XKE1ZqgpFKJQC1XwbjhIMRxbtYZ/WUI6TYIokA84k0CwlbCnXn+2zVEirkslnCSF2Q5faCI5GIQ8/cnl4c6ycxUundaZmDZX9HUsZ1A9H1KtDGk1fbVAE4Wk5IRnT5K1vLKk66h2xXtnFGXdI2wG2IbhGndFAZ+jEGTgJsnmLiUnBBQrxoMXG0zanloucOlPCCyQLqM3R0YDDQ492O2DhdJbFMxkygu9OB7TrLvd+PmDr/ojr1+JcfyGOkUrgWUlG/TGDwwamp7GycoVLK1f58+/f5f/9/j21cZ0R1PyUxamLSU5fTHB3c8i9jQG9tok2SuA7MHS6OO6AmCnNxYBEaJEMLOZmMrz81VnOXS7x/i/2eP/DXdIFT7mA0xlpOsdUwzWMQp5ZTE+zmJ5R19xOv8XBqEeoPguL/mBMrz/G0hKkYzkSkqenjTH8MXtHPVWSD+O6gvI1Vf6KPHNbnQGtjux6pDFkKAZ+MHDJ2SGvv5jk9RcT5MwsWTPH+r7DnY0u97f7NAY+zYGvjnkiHjLoeTSPPMQdNbeYZmI6rpzrraNh5PhLJQkN6Hh9es4Ir2XgtgxmlgwWLkS55eLmrR/5dJo63aZBJuORTnvMziaZm8soRPPmRpONzRbTc2mm5jIcHo55eL+nBMeZcpKpUpKYmcU2czT6dardA8bhiGQ6wsq1DkKaFXC6EQZanNZnL5UpTSY4PBCXbJNe36fXD5TDNTdhk8pbUQap5Jv54irQcEeSI+uSTNicWZ5mZraoslAPDjp0BiN64kwRO6Q8I3XU+5eSgYJmTXJ3x+RSLgvFOG+dPc9bZ89xd7/Cvf19lWFSGznUBf8YKGOzUIJUZTKGepbKpi8wHTxtTKsV0G4FKnIgYabQhdAh79HX6XsGfRmu8hIYfoJUXNCOk5iWze7+Fnt725FDIjBYnJ1i+dQcszMpes4DeqMHanhsd3eoBr8EAe07Gt2DET3JzI4bCgFtJEMMcTTb4gKTXMWQQUcqwLYsUnGbdDpJLptRjb16vUu90aM0WaI4WcKyJR+wrybsW00ZFByorE6p4dBVX++OTdKpORLxCfrDNr1hCyPmqsgMcW7bIhYFUDvoqpIs7WIxpRp1vU5fucPSqQTpdEI1M6SSKcnmFWF6htny66pawxqtUZW9nUdsrt0mbg/52ltXuPrCaT7+bJePP91RwpEgkn35fLo9vMFA3UvERS6WY8kQHo4Cuq1IeJY89/JsjFx6jlxmHneQZ9BKEAwlY3eCyYkyZtzFirvIKJtkLPbHAd1+QHcojdk0QZii3dihVXuihuRmpieZmJhg6MqQoK7WlsNjATgRSxEzZa0j9w4UGcH1HYU7/+D/+G+f9XV/47/5nxmNfEaO/FTJiLPU9Rs1h6XBLuhnh1w2TiEv55Wn8KIiKsjPlKE6GW6QwQpdk3WduOoirGbkTOwThINIUJKcac0gHouTiEmucQ/NkAiGMWnTV84g8eyKGNCR37svuGQRL0Q4DgAAIABJREFUOwySyRjptAgothoibTd9BiOT0Vjyf3U1TKRb0uuP3C/i/lUC8PEUP9IAFgFYZdmdqHAOYSgCdeRejBCWsgY7dqfJyva4wf+8gPk8nvN5gff5XGBpnkvepvz78zzgEwE4OvyR9hW9l89f80SoO3EH6WptqxrEz4mHzzuvnm9Wf/G9fZkL93nh4YtiyBcFhy9rjn/R/XtyDL74np5/L8+/xy93uknDW9yt4oESh+DnfGxbcHwJi9AdsPn4NluP76goiOlinKlSWmVUF3Mp8jLtncugC3HA95Vzst/rK0foSUbridNUkL8iCIu4PhzI1w1otVq0mi0lKMoAzWG9zt3HaypvTjvOdT4RUhUiXJylykAqjtjj/OwvCJTPSN7HAvA/JOj8/eP+y3/yxaxg9RmqIeHPcdAnuaryb3HnyLohEhqjTFIRJp+5+44zZ+XZFIlBEU5Z5daKYHwsVMlrRaLwicgZnZ/PriHRuBW5KPp5f88leOygOxGc5GtO/lFDJs9lagt9qdPt0en2lfgaVSwSYnVx+HlKWD8RTU9+lvyduMSkJJ9XRGMhE2h2IsI+qwGsGMlUmmQqgy3ZvQkRC2Pqs1Z1LOZFx8hXgrB6HVMoGZ5aQ4rCJo5CGSIwZV1mWEpCRwnAQhY4Rhqre1+E/o7Em+j6jukhcUOOd2R3fiYcyj1K5f0KdjsSuD1XKAcdJe4qdLMjBIto+EMkRUEwS4+g0WjQbDao14+oN+pK6I2yfl1JolU/RzKARWAT8of8mVxnJ272ZLZAIltQovdoJHSHPv2OZAd3mZksMD0pw0kZ8tk0cVPQshIDMMYS0Vwz+Jd/9eGzz/O//5Nfj4Z07DhmLIGvxfCwCAzJq0wRmElczcbV4gw8TSFxBy4MXRhJPmUo937UILYRaOqzHnkeju8ylmctvnpeS8lgkgiKIu66Y0cJ7kKLMMw4QWio4VR1jZwQF06Gao6xv8qRe3y8T87NEwFYBHLXGSkxLycI2mSSertPoy1iWFxhwWVY4ERAFVKEfHbquamyBaJhBvns5bjKf0fOeDlfNPUZPz8J8g8Jk88/c74oXEfhACcI5+cR0JEQ/Py59UvPgGMHcpTpfZwFri6oX34OPX/vfiY6f0l+7i/fpURKtwUEi46ca2IsUCPP6t8yIi8ZV4KMlbWTfDYnSPrIoS0ue19d55LNLTcWXbeeCcAqT1j2QniE8jqaEBYCNeQha1Mpw0pgWgnlLj9JQlY/57mH55c9E59/dn3xuH9+vzqea9OEhiDXu1xNQhGRmBdZawuWXsOSQRzBsTLCCIcEgUTARNFwni5rC10ZJDR1L/lcmI7el5QKZn8mACvQ+PHfqcOiBn0itL+szcLAIZR9hhc5zBMJXZUXSPa3y2Dk0h1KP1G+J4tlptX+RX6UOH9j1hjbGpCItUhYPUw/i+ln6A3kXtxSA53lYpFsMkbg7BOM9lndWFflxxIkS1NkSvPks0vkM4sMvDh9wbEGI+ygQ4wuli7VV8PMUpmURjYtAvAYt9vF6/ci44sZcvfhDjc/W8fRYsyfP0txsojb3sdt7XM0sqkP42TL0woDPTk1SULTJEmH4ajDaNTm6ZMt7t1eU/FV565cYfnieSaSFqWkSae2Rr1yV/UuJhZfojR7iZw9Jms7bG8+Zu3RXTRtzMLCJPNTJeYTSeYTKVZrLdaOWsSSKSYmSth2kidbVdY2DxWNR45jMmOQysvnPKbSqNLptbg8Oc2lqWnqmy12HlXVvtArGnh5GW6Q/N8JTBUNNSB0h7jdEc3qiNsPHe48HPP2d67zze9cR9fbSgB2hkOWl7+tSt7r2sN71JvbDEYVzJjL7MykGu5PWhpJEwbNOu3aAa3WgMNGQLUd0GdMXxtjp6J4JX9g0NkzcXoG1pxPbC6goBkUZJBUYh3UsI14cjQ13PnkcKTK8wLihkYxn+DUcpnJmRw7T2uqCnM2s+fTmHpI/2hI52DI9n7AdkV6LykuXMly4+IEXzk7w2IuztrjNdYer7LTyrHTzrJ7MGZnt60IPS/9SpoXv5oiF4upunurxzv/oU6ra/DKNxYVEa84dii6DvcfNLn5WYOjroOZllgik1NzOU7N5TGzBqRRrvZBs8ewPzq+S+nKnHVQjXoIw46QJSQiDNIiqpaSFCaSOE2f5uaIZs2jNdTpjnQSBMRDn7gYCfLg+ZqKaxu0ZT0YRYu8/EaZr709w/JSkrweMqwN+f5f7fODv9rnzDdinPm6zcVTWS4Xclh9k3f+uqHKjYEb0/AzPkFuzPRkijfOnGKlPMn7P9/h/Q92GMk9MCVESI3ZWZ1yWePJfZ8nDwKuvAyv/5rGbDlE7/hkSHJp+RIryyus/+wBT392n083+nxY1dj3DUpnk0ycTfCPLp3mO5dPc/tWlT/7N/f54O4BbsrEjRuM+xZu3+TXfyfN7/1xltMTAc72gM5aj1uPxnz8aMyZZYvr1+NKAH+w6oo2y6VrOS69kKPTbNBuNAkk3zUbki3kuXz6q6qch7/AefQh6wcN7jZ8HtQCVsXsdxQyOWGp2qsESkibX0jwjW/k+PqbGYxWG6PVgcCGMMWjdZcfvt9io+Lw+usFvvJGkdl0i5l0k+ZYY70bZ2xkuXbuNNfOn+LgR085ePcpP37Q5t9vOASzRf75n77M7/3uOTqfPqDz6X122n22hmPWmh7r9YD1uvR0JK7E5NoLNi+/mmByUoY+B9hWjPnideZKL0D1SNWdn+/z7vd3eLDaop42qKd1ug1T9biyYsw5r1GeE+S6w1TJ5ys35vnKi/M0V5vs3KqgDQ0myjK8mOeHNyu8c/OAp0cuu+2QKy9O8V/9lyv8+ltz2HtDYvsjbq1tqyIfUD6fIF+Ok9Wi+tkvmqoWVmy+8Y/zXDgTx9jzCHY8trZ8tjd9WjmLjhBjl05z49RVbixeZDxcwx2usXtrk80Pttlt9dnPGYxLCVZmZliZnebffX+Hf/e3OxD3OX0xxtmzGd66cpq3rp7io1tPufnxE57uDtlr6Jgpmxsv57hyNUspqVFKaKzvt7i/VSdfNHj5hQI3LmbZ//iQyscHVPtxam6W5iCkJQP8bYdmy6LZNrl8KcmVlSSkPVqM8Ayfsh2nbCfYq7TYq7Qx4xb5coaBr3N/rcdu1eHbX5/lW1+fBcmeP6rz2Sdd/u6nIz6+7fNf/MkKf/gnKxQNm1hbZ+9RjVvvrfLg0R6NtE8zHVAqSryQQWCE9HyPeMzkxuIENxbKrN2v8eReDSuIM5GboNnW+OHNKjcft1h4Javqa5ezvH0xi18b8dkHNR5+2uTSa4tcenWJ2/eP+Ol7e/SDPrOXRIPVOZ01OJM18AdDgsGQ+6se730S0BrZvPntU7z17SVSjTbpRptPPmvzN++1uXfg4IumUjIUMtvyHL7y8hy/+rUlTiXT2Ice/q7DD5/uqdrY09irWIrCpsYsRQBePGuzdDbOqOep3Fd5eKTLUW7qxoMx6/ddls/EOHPaJpELCeKykPMZ1sDtwNSizuSSziA0aTsWh9tQeehy9NTn4lmDlbOGsqTbBZtcMk45lmQqkWahWGShWOJxf5fV/h43P23y/t912XkyIm+F5M2QP/zPTvOH//QM9/d6/Nnf7vDz2w2cnq/yZ89OFTg7XaA4EZIr+XQYstXrstfpMeFolEcac0sTzF2You2H3F6vsbHXwjjOQLhyPcfVGzk2d1x++n6HyuGYCxcSnL8QxwktBF63vTFk9W6bo5qDmdExJNev5+N2fV48U+JXViY5PV8gmU9ipmLc3t7i9tYWrZaIUjpW3KQ4I6hJk3QchWoV8VVcuJ2ur3jj4kZqt6DdCgnckNANOLuU5+UXppR7r+52qY961LcH1HcGygFcnkurh3T1YECrPmRpKc2pxRT1I4f9nQFDf4xVCBVWOR6ziMum5ri5LQ9AX6a3RiGH+56q8nSS8nRKiVGV/QH97piErZOIa2SzBtmsrsTSfCZJIZuImoa5OLm8QS4XibUytSuE0OFAU79bpdqmctjBCQNVhi6LKZ+4oZOz0uSsDLHYkFhsRLc/5qjucnAQsL0D+/shI0ey58YqD8jS4OXLMb7z9QT/6BtJxmkbJxPj5p0OP/lFUz08Qj+FZKQM2gMG7SFxOyRuQ1I3SWoWcc1UWaUxcfUthswsBCwsZllcmMSybXYP+wotUekMqXQGmLZgvdLK3dLvjui3BXul0R1CuxnSrIcMez7eSJzRgtnx1fTr5GyGqdm0cibWGh16PUc1Ln3XYDyM4Qxl2tUjFXdYmovz+ssLXF0ps7F1qGq/N6IyHKtFQiIjbjuTUd3FqXt0qybdquBqTV59y2D6NHzyoM8nDwZ4TQu3ZZFNWQr/kshqOJaLY3o0d8e09lxOTVm8dCWpphJbA52+o5PTEuR0EQRlSndAxxtTDz1VPc+l67kYLQ2rrvHq6Rl+/zdWuHy+xF/ffcxf33nMdKnEdKlI5aDP2pMjNndb+CLc2xA0oprKi0M9w/R0jHQhIFcUQd9ied7i0YHDRxsDNrZdDlZdBlWd737zIt/55gU+e7jDD99/SC5h8JtfXebyhRKPWg0etkX8bbH2uEm7GuL2TDV9f+6VFOdeTrJxu83mZ23SyZDFMxb5SQ1f8nTsgGI6p0oXF5URo9d32dkVp11T5SdLi2xyRqZLF6lXXD768Sbtwybf+71Jfuf3JvlkrcOt1Q5PHg/YW3c4OvCIZWzsrK0c1JIhVEwEzOZClbU8dbpItpzlzi8a3P1Fg5eu5PjG18rMzSbVpnHsaWrKrrYxYHYuyZlzGXrmkDu1PR5VG1T2TSp7JrMpi5mkyeJCRrkjDTvGu+9WeffdGlevxbnyQpzJiRTpVFo5qT7++JD79+tkChqZvM5EWVOLyGQqhqYLRsvm4KjDQb1D3NJIJwR5bRGT7NyYjqd5Am3ldCnHmVJOIYFkEtfxx1R6AQe9gNVPx6x+6pKMhywt6ZSnTSWsCZK3WRvQqPVV5upRM8QfQRKNYkIydRf52puL1Pt1Ng9FAO6SivlKABaUt+ca1JomR02TQiHB3GxCZXBubrbY2GqxsFRUNRo71I6a0cBNQ4SFUGH8pfJFjVwupH3k8tnP+jy9M+TaSoyrlyxiuSxBKqccD+NajXgAV6+/our/+vNb/J9/fgvGfU5NWpyajVGaN5iYM9g4ctk8EjFUo1+TRbPgkB2BRWIZPqbhkwhMkoHJ3HSGl35lhrOXC3z8WYWPPj0gkfGZmIJUxlDCijQ9ZLBEajk3zZn8NG13yHa/zsGwS0hcueGkSSk17huMOjYJLcbiZExhs1e3mqqGjmSzaUq0SRVs4mlLUR7ancEzd4MpWdGuRyER8uIVU1XBKpK3CjzdG/PZ0w73tvq0RxrtIcREhIu5DPsenaYQLEwWTmeYmkvRaYxoNwRfKMAzU+U6DbURo3CM3zYVLml6KcbCeYvADDg8dJSLud0I6TRQ4m8m5bOwkGRxMUM+b7O50VZVKCcpllNUay5rj/uMhxpnT+eZn8nSaehKRO65bXp+A18fYwuuxTJoVUJaB4HC84bjkPJ0hgtXZxQOe2PtgM0nBzhuwMgNSOQssiWbZEEcN25UXmTklmewYK/jtsXkVFEJENVaj1q1p/BlI+UGkpwkXz2b5k/lVTUqY/bW+9i+y9KEz8X5FG++cJU3r1/lb2/e4W9v3lUDXXrKwrfFDenTHXgYMnQTeCQSIams4M917LRkWOt0WoLG9TFJENdTKqJBNAcvhL5r0PN0bL1Iypggk5wim51C0222dyKUsmq/hTqzU0WW5kVYtGj17tDq342oLYKC93U0w1KI3U7FUUgdXc7PWCQAC9JaKB1CGDGtkFE/ZNSTvK8YybjkJkqGc0o1yqu1DtVal9mFOWbn5zFjIlA2GI7EydRXVZ6YZrI8o6bXK5UaXcGSGTlMI02oR5yuhJAwBPEuEZHuEG8kWdBdaoddctkUE6WcIn40jloqq7NYTFIspdQke7ctAnCcQilLuTzHzMRrTE+8RrW9Ta29rRzA1d1HJBMur37lPOdXFvjgo00+/GgTb+wRk26bL7mzfXxnpEgsgvO3EnHMRFwNR8qaQJpwhQldUSYyyXnSyQW8QYlhO0s4yjNRLFEuFbESkQAc6IKBFmqBiL+empR1vRSul6TT2KF99BRDGzNVnqBYLKj4jJGUH+D40uA3lPvXEtfVFxzAgt/78F99ngH89p/+T1Geo+TNKDFDxKMTsQfGrmT+DsjnkkxMZBQKeizIRmfwTKSV6z0et1SmI0EkAJ/kVwahOGwFwymiRyQA25atNslB2MUPOyRNj1wM4maU2ivnbG8gv7eyDCsxK5UUGkCSTDqhBh0UlaYHnZ7AfzWMhGQBivvoOO/PiBDQnwsxcn5HAvCz5rtqSkt2q8RvHIuPoinIAKBmEWjiEBR45YnzMhLGVZ7psQsxajJHQpvKk4xUhwgDfCwwRIJ6lBd70nx+5oiMrESfo0mPXyD6+6jBf/Lznr34cW5jJMQdN5DV1544zz7PpYyEwy/aTk/caM99faQw/HI///g1o/fxnKtN8Xwjgf9zd9Jz4t+xuv3MHf25gvBMIDw+TMeZmZFb/MSZHWWzRihycaXLpjqbjmMEY/a3VtnfXMX0pVHdZX6mwPnleWamSqRkeDhpKwlCyD8Kvys4YEGnSXaVRN0co4ZF/M1kssoJJVQlGeioVmuqMtkMpVKJZrvLnUerrG/tMHQk/1sGBk4GGyTfNDpeIhLKc0WyZpV48QzL+tzhPDZ2/f8J7P+pTuwTlPkJ2lk55WNRBq8SVpQoeyJOR+/tcwE4Ehk9EcePkdBWzFJuRxFSlTNN1rnHGcAnArASSqL03uhEVyTcKBv4eWH/RFA9Ecyj1xPBKTpnRHmP8kJ99f3yc+QVxW3d7Q9JJhMql1cEYHH+iYgbCcBe5Eg+QXIrTLjQASLBWPKdJZ/XTKaVG1WJkceZu7GY0K/iKh9U9nKCgFZDG+rajK6ZKPs4WsPI64mzWMQqwQhHkpsMZhjKrSpg22NwNoYhmG1h5Bxnw54IvHJXVS5LDTMcYwYOWhh9DrI2OHEHC3nEGcqzwlM/X9yvjUZdCbzi/pU6QUArsdYZMxg50dBCq6nyJ5stIY5IBkQkJEV5zYL4jgZPRKSPWZEjXJ0rlkk6XyKdK9IfytBVQ5UrTuHRkJmpCWanS+RSCRIxU1GjlNDk+9hyzA2T//Uvbz47pf/HP3yZQjzEtBMYsTiYSVW+kWAs2D8tzlhP4OpxBr7JIDAUncTxhVCi4Ujer1DUZIAoEBFXBpdCRcRwRegNfTU8Li73E2epPOAEty3nkm6II1sYRYLNFyH0eFjhGOcbzSJErl05hnJ/kGManb/RcRIHsLimVcSBBrlsllQypaKwGkIMOUaSy/E7wegrAVjw3McZ4ZEAHN3rT9DPsu+0YjJ8JEQOOfePB46eqYsnl9MX0cTRNfZsYODZ7fzzXPHjiYxjB3B0ZUbO42O38/F/n9xzn4m/x6J45AA+lkufnbefO6VPvu/EaXzy3PnivUx5qbUEEBcYO7oSfyWPewThiEDiRqSUC92Jrgl1HVtYhjh9RVRXyeTPYgAUPFo9t2PH+dcmuhlgGEJ7EpJdJBT7ganKcUNVorGr8RxZP0Q8D/V2vzjw9MXBpL/vav5cGD/JkZY1jHV87/BlXE8wxsrFHuG9TUHxy/H0hyClyf3UVmjywIiGmyR7XQTgE+JD5L4+/nDVs/BLMoDlz9Tgjxw3ue9Jv8hRJeetEeoKrZ1OQyotuGcXR6gwI5/OQLK4Zaglh22L6gcyP2EaAyyjh231ScW7JGJDDK+E4RXp9bu0e021tp7IZcgkdRjvgrvLduWArcohYz2NkZoilpkll5kmm5nB8WM4gYUZjrC1LhY99LCLHgzQNfmMLVJJyKREJHfwel38QQ/dkOFhn8/ubvPBR0/VveL0lYuUZ8s4rX2c5h7tIEknSJDIT5CbKFEsTlBMZigmMjQkv7dZY293h62NLXVerFy/ztmLF4m5DrY7ol1fp157rOL6SrNXKU2eJU6XBF12dp+yvv6YVMrghavLnF+cpiD7YM9jozNgoztQwzKyJ0kksjzdrvJ0q0q721IkJelpCCrYige02gfKAXauOMH54gQHG22ePqzRGTpokzH0cgI7MUU8Oc3Y7eCMjgjcoRoyH3ZhdcNndT3gta+e49VfOUfgN6gerKsh1qvXfpOrL/wWTx/e4+mDu+wfrlFtrxNofWamy0oAnhDaUi5F96hKY2+PWq3L1qFEBgXogitOaRiWq8rpaHT2bIY9A3vex573mI7HmYrbGL649MbK9CV0IPnsnlZHqsTgFdcgn02weLpEeSrL1lqd7Sd1yksxFi8l1cBptzaiWRmyvRewsy8CcJILV9K8tDLF1y4usZhPcu/OA1WVYU7VQc3lsCIDoh4vv5nilbdSBAOdcKDz4HafD34SOYCvvDHPpRenOZMxWc6YvPfePn/9/S029jqEMoyc1lk5V2LlbBE7b6NJXFFMnJYD5baU/Y7UplDFtps0jly6rShypTgXlcQI5Qo2g6OA6lMZ3g7oS0yPpxEb+9iOTywFdlbSdjRGI6FWRcNics945bVJ3vzVGU7NxIi7I7oHPX70To0fvXPE+W+muPB2isWSzZwMTB2F/Oj7XX74gy6Jkk5iQkfLB4Q5n+lykjcWFrmYL/POT3ZV+YKALwoS3WBx0WJq0uT2h0M++3DAC6+bvPWdGLOT0l91SZPk+qVrXF+5ytb7D9h+/z63nrR5f9dncwT2rI09F+N7Ly/zu68sc+fTOn/2bx7w8zuHjDLgxDX8toXfMfn6P07z3T/OsDwFZmWEtz7kxx+O+fGHDpdfsPnqNxJYtsbqmkezBafPJzlzPqnc9SNRyGMuZlriRAtcWHqLC6feovPxe3Rvvcduu846AU86AatbATuHIdOlODMTCbZ3PR49cZies3nzzQxvfi2N1e0S63ZwR5J9bLO26fOzW30OmiFv/9o0b//aFEn3gJRbYWBoNGJJwkSO0+VFTk8ssvoXqzz+i1V+tt7hBx0Pa7nEn/7zl/hnv3Oe1t2HNO8+5KjX48gdsdkMWK/C+lFEK5Df8fy5GFckri/h0+5EQy4isq+cXYGDPhz2uP3+AT/+/g53HzXZszT2RNzvxRj3LCaXTE7dMFk8FzBTGjE/6XH+1JyKcaveP2Lr5h6MDSZnpkgVi7zz3j7vvL/HZtOnMoTLN8r80R+d49ffnCfbNMm0LG4/fsxnj1bxMx75UwnSRZuUJxXn+z9tqDp3I87v/OEEV89ZeKs9Rmt91iuGKmfKJjwVZ2FpmWtz17g6s4IzvMd4dI/Vn2zx4G93qA7HOOdT6AspymZU4qL+6cdHDMMRmQmJ5Unw7a9c4tuvX+LH//EBP/7BA55W+hyOoDSf5je/u8DXvzaFezRkXBtSGfTZHfaYKBvcOJ/m6lKC/U+rVD6t0tXS9BMFjnqwv9Nld3fA+rbL+o7HS2+UeOn1CXIlCA1H9VkLpknRMnm80WJ1s0mqkGTpfBkMi4cSBbjd58bVCW5cK+P0+rRqTdaeDLj32GOrovHHf3yJP/rjy6S9OH7V5NEnh/zo+/e5dXeb4aTPqCwCsM5EQXo+ocKCZlImV+YnVH380xof/7RKKpFk+dykovn+9OeHfHK/zuT1FFMvJPnalQnevlxmtOfw4Q8P+PT9Gte+Pq3q9r06P/3pHp4+4uKLFstCz4ybTMUt+s0B/daAR+s+Hz0OcUjxu9+7yPe+d5H+vXX699d579M2f/GJw/1GQGzaID6lI1T+yUzIy5dmeeP6ImU9jrfr0N0a8OHhIR8cyjNN6MkWnY70+8xEaCc15s8YzC0b9Ooe/bpPPBOqkGbNDNle9dhe85ibialKFjTMTMDYC2ju+gwFZ3tJ4+yKMKKSjIM0+xsBT2732X044OVLcV65bJOcjmOWbcYBdOtjwl7IfCzFnJ3i0BpQtQbcX+1z62afxv6Y8wWNCwWNX/udBX7tt+e5+ajH//Z/73LrTod8MkYpbXN2Js/yrGAHwUoE1MM+W06HnUGHQsOgUBe2fJLJ02lavsfd7Q771T4TBkzocPpyllOXM+wc+Hx0a8h+xY2wD2mddClFppRkd6vH3U+OqOz30G05JhpuP8Dth5yfjHNtLsWFsyUWlqeYXCpya2OTT9Y3cMc2RpBRm56e28XXHMp5k8mCpfAXgj3q9wN6vZBBH/o9g17PYNQbM+yOWZxLce1SgYlpmx4jup5DqzKkuT8ik7MplmU+KaAr6Mf+iHzGUtVtatRrMA48jIxLLCsPuTSFQlqJU2Nxt/jRYtMZhezuBuzt+pQnk5SnkjgjceD2GY88xdiXrL2JCZvShGCDy8xOTRG3RaAZ4Ls9QvqEDKhXA2oHIb1ulBPnyoCAL7+noxbGgalHmyPXUxkMyTBGIowxPRswPStN74RCWjqexcGBy37FYfNJR1Uh7jGTC3ntlSTf+GaBN97K8dHjPh89HrAlDqb9IY16SE/yWHs63tjHd0SMEcShYF1k2tdQNVmwmSrEWFqKc2pJBOwIZyrHstV16PY9AiNGYIg4NmKn0md/36F6EFA79NU1IZjqXluj09AYj2RjKY0LyWjQSEujOBVX6NCeuJuafeXcE7Su5LeEalEiDQXUdOFM0ebFcwWunMmq81iQtfcOmny0U1MOsVhSJkJ1ejsG/R0DR3LwxiELSwavvR5jekHn1r0+H9/vYzpZzHGOXEayoDWspMfRqEdt2KV3GNA78Dm/mOb1l2X6O85hy6XR8ck6GpmxHjXQp9K0XZebm1Vu79XxYuJGDtFrAUYl5JWlSX7/Ny5weaXEDx5v8f3HW5RKBSZKeaqHXTbWa+zs1nH0EEeos43IAVxISs6lxcyMxfSiyeyixdn5JOfIwrPKAAAgAElEQVTmU3y60eEn95tsbjv0KtFC5PWXF1XdfVDhpx9sMJGN8dtvL3PtUolHjaqq1bUuq2sdBg0NbShOtATnXs1z9tU8j39RVVUq6Vx6IcPErCwL+4yCoUIx666lxP1kOqM2d/VGl1a7r85RmdjPl8Q1OE193+Wzn+wxaHT5p38wxe/9wRS3n3S4s9bl0eM+m09GHOy7Koc1mYlHgwLdEQkjoJCAqYkYp87KdZzmzsdt7tzqcGXZ5I0bNovzKRKFgsK0rd49YvVOTYm7KytF/JTH094h640Wm5uwtakxK8cwYXFqKcfCmQJmwuadHxyouvpinGsv2pSKSeJ2WhEFHjyq82RdXC/RprpcjjEzbatFbyZvE4ubbO102NzpKHBVQpwUGY20DI6kIpHM8UKWJwoslwsKAY24xDyX3ZbHXttj7faAJ3cGZFIGZ84klPNcs9SoP6OBhzPwOKx6VA5cNbRTSujMFGxe/5UlXn9jiWqnxtO9bcbjDlkRv6S7K7mTmKzv+GzsBGoTsjQnxIEY1XqPw3qPUjmrSlyYsjCrt4ZUaiPq7TETJZtSyWZiQu5dBoN2wMObI7Yfjlk5Y6py7QQ9M0XousSHTUq2weWXXlX1Z//6Y/7s33yM5g9ZnrNZmo+RKqCeffsdl/32mKPDgMZeyHigk0hJppWO5wzxxiMypkHBMpmdTnHtlTKnzmf55M6hKhHip+diKic9kbRUI6t62KNa7XNldlLVAIe9YYvKsMtQNhxyIR0HDTarUNnUsEObGytpzi0lebrX5el+j2Z7rPIzpbsl2H5BHLd7AzrdoWpkS66cLWh9QgrJkEtnAy6d8ynFy0zEy2xWXO5sdnmwNaDZF5yK7LNH6LqjMvokSz1mGxTKMdL5GOOhroRZEYcHg7FyN2qpkDAW4hxpOEcwsxRn8WJCTdHtV4ZKBBYhudMIlPibTgUq8+X0mYx6zmxtddje6hBPJ0ik4jQaLjtbA/TQ4uK5aRbniqyvddhY7eBbQ4yMZI2LW0AQjRqdakj3ULLILCXelqdyLJ2dIJWN8+TeHmv39hXFQ4vrSgCWqW47oysH5dgfKTFX9Z0CHc3XVDNI3M123KYt+aTtMX13rJ7hcp8wPIHKGsyfKbJwpsjBlmTCt5iwA37lSoIb5zNMTs8wNTXDux+t8eOP1hhoPolSHD1pcngwVJVJo/DsuYJGvqiTzJqYkhtomBzuO6rkXPMdQzlVSpM5sqU0Ay+g7wZY5IlrE9hmiZhdACwa7Qr1dgVNKYUe+WyciUKaVCqk1Vul3VtTWF/XEaSVKVBght2Axq5MdTsYIqrHLYx4gB73scQNngY7Dk4fnEGEERVEq4gLiWRaXbuVSpvKQZuz5y6wfO4Cgdah09uk3d1j0JdhApepySWmy0uKOrGxuUurJflbaWJ2Sg2oJFIW+WKBYrFEKMNItV3qtQrtxkBl/Jby8gwrK7G2sltVbsDZ+Syz8znq9R6NelcJAdl8mmJxltnJ15gtv8rm/kO29h8wdg6xaJFKioM3SzoX59Fqg4erdXxHBHlBTEqkhGAmvZNeAumsvGZc3TtFXNDEDWKPMGIj4tYs8dgs+niWcDSF7k+STabJSM5l0ieWkIgLyR0VV29Ao9OnLcNhYQY/zNDvVOg1NpQAPFEokM9lIwewDI+Jg0Y1vQ2M0EQXMVTwm5K9KI22cKzyJj/8V587gN/8k/8hapZLPcuejbCo0gB3Rj0cp0cul6BUTBOPiywk+ZYuRw2Ho+aYmG2RTEr+krjlxCWAEjb+P9Le9EmS+7zv/ORZ93119d3TMz33DAbAgAABgoQpipQlU5ZkWbItWVbs8cav9h/YiA1HOMJv9tUesbuSfEiWJUuiREqySPEGCILEDDDA3H3MTN9XdXXdR1ZlZm08v6weDCHI8sYi4omZQXdXVefxy8zn+3w/XxHW5P5KENxP0cbjbEDBAMo9oVTchnRYst3lc/oIvrU/8FRpmjTWfSJhi3g8TCwSHt8LQ7Mlx6iIAzqGDCIo5+KJoCMuIhHjTpx4YwewJG4rMVrEAFdlR8vQoTQ5RRwXUUBKcrfdkYgJIuoGjVolpumSZSnijbxu4PCVpnLgqBNEcODIVAOUcmyIQ3KM2vwJsXSM/xwbJJ9xAAdN4Gcb0UpEGIuNajt+LMfwqetSyXLB73YiaH2yABwIx2Nl4Wnj+aPvfRZP+rT9HzTQT17/Yxjs4Pce40Sfcq0/JiKcYIhPhOVnROWnOGw5XMcOYOWyFeSuoRMRtLEucTN1Vcfbq1R3VpmaSHHp0hnl2EnEQiTEJa7rREQAHYu9vV6favWYRqOhRD8RBEVcjESEDiDknkAkFhdwu9NR+1JE0P7QpdbsUKnV2dzaYmtrSz2zPMU7jzHQgVlZU9QkcXzIf8rpepL7PDZ1/Q0d/uQYGCsp/18F4EAwD95LhL4T3LNcx0XQUkhoJZgF2PPAqR18VtnK3U6XblsaVtIPl2cIm3BYYp6sQMWUxxjlbg5woU/Rz2Ns6VNnuxLTRDg9QZqL+Czr3hgF/ayFTs4dycgVoVPctp6rhErlkBTMszjkdFNdT0XMFfyzOHFln8l5J+eB/FvlNYcFIx/GDoWUY1u5gJXQZjMS+oElCGf7KaJe8kQVtlnEG5lGFllI9pk6vwL088n2CVzdY1RukGCr1lURf04kcLW2BqBbRcVRZBxFHBhjqsfrw1MR3HPQvL6KOZJDQrZZp9OhI67bVpt2u62curJtJDNYuXuPj2m3W3TabfUZ5f1kPVDY24EMNjhqMEGGHEUUlvcXgUjqRAgO9pNGOGQTi0WIRkQEFwHYGrui4+o9RHCui+Dc6+B0uxRyGQr5DPGIZLabhCwT2wgc4fKn1P/6B995qgP+b//sBRaysmYGCHfU8GwYmeOpdYe0+p5y9Q00G1+yeoXvGYqiWWFGVki5doci+o6jBYaYuILNFSqWKzmrgaPKlXNMKXwn2P7gRD8R4cWRLfd6AdZYhogCp75a9dS2kDU8EGfV2j3Gm58MNjj9Lt2OxLV4JOISOxKlP5Bhc9m242ujOMaVa3x8np+sBc8O4TyDeA5c5ir1NTDbjtfojwZpfnL45uSYORn6+ZukhjFEffz+Y+Z6IAI/M/LzcSdvgGUe45+Dq2WwndTnH3+Gp7CJv/mZTq6Ff1P8VaueuqccYcmqqspgoK6xksU8HAqNofPUka6GQtS2l4EVWWMEaSyIYAPdlHM3hOfqdDoDnL5PKplSRBh5Vg2GMUXFlH0re06GtcRpK85XubeQY/BkPQoQ1B/fFifkimC9Hu/LZ/bZxwXjEyqCXOeCa/14qEsTcVWuVQFNQWWlP6WnDNQwpohnypU8XrSDELcTGsIzIvOYCnKyWxX9aez+/UggDrLa5TNL5rggy+UuxRL8tAnhyIBIRPJ7Ua7krqOp6LyhJ6QWQWmHlANZNqNtdrCtNiGzS9juKRS05iZhmFTDJN1BW5FZkpEwMdNlNFyHwTrVdo/jdpeOn2So5xhZJZLxIslEkcEw6P3qox6W1sYYdRi5HSWG25bQmSQ/fUjI7isBeNTvKVy0pstQwIC797d57711HGwmT58iW8rito9xO1U6epS2EcWIxAnFosTjacrpEhOpEju7W2zvbNLtNvCGHaLxCFPz80xMTqE7AwxnQKOxTa2+rswtkfgUoXAer72H29qj3T2m2alTnkjx0rVznJsrEWo2CTUa7Luw542wotI7y2CYMbb36qoq9RpHjRrCrg8nJZ9dBn5bRI0ep7N5TmfybK0d8+DuPk1nQHgqSqgsFIoSdqREp12j2dhH9z1SoYR0Wdg7Mtk7MpieTTE9l6TTOmR/bx3HGXDp6he4fPULbK+tsLO2wkF1nUpni8GoSTIeIpOKcmq2yOJMkValytHmHju7LR6sD1g/cClMx1V50kUYNGkeeRxtWHSaJvG5EYk5mErGmEpGcXuSnStuWXHvB88TR32fSk+GWIJRj7BlEE1Y2GGD4/0hx/sDJhYsZs5L1IFP/bBPdbfP3sGI3f0R0/MhFs+HuX6pxBuXF5lNJvjRD+7xox/cZ6MdYqNlo1k2yYSt8nXPXLZZumyz9ajD1qM26ysOT5YHOEOTyfMZZs9muDaXVPX2m/v8+V9s8GS7ySjiYyZGzE9FmJuOKAd8t2dgRHRSJUjkdfXcIkSJrSdVNp8cUTscqlgyoSblS5oqiaSTmLbjyoiNNZeqGBXCOiNxWQ8hIrNhmo9v+GghE0OGzGQIWIat7IDiOD9jUJC+mabhNF1uvFfjxnt1lj6dZunVDCkT7GPpbQ65ccPl5g2XRAEShRHhvIaVM5jIRbiWyzEXSvLXPzjkr98+ZBQeEMt7lGdt1SOZKEV4/wdNVS9+JsZP/UKKfMan9qSB2Td45foLvHz9Baq3Vqm+v8YPb1f4q9tN7lcd/IKBX9D51c8t8qufXWT5bpPf/4Mn3Lhfwct5yok8rOgMKhrXfzrCZ/9xlLOzJrkOhCsj/uwbDl/9hsOVVyw+//M28ZjBxjI0qhqlaZ3SjIHvdvG8rhqWTmRNUpkck8VXVB1853vsf/d7VNwG1ZzFrg+PNgfsHXoq93iumGbtcZdbdxpk8gYvv5rklVfihJw2oX5LxYoeH8LBsca+ILitCC99qshLnxKBcYPh0SZDa8QwHcNM5CilL1JKX+L9P7zJe3/4Hjd3jnnXd4mfK/A//ObL/MLPnGflr99n+Zu3aGtt+okhfd2gPwjTHYRouaK59JifCXNuUfjfHhubLXWcvf7aRV5/7RLuTgNvt8m9G3v88Ltb3F2pszKEVbkkdi38rsnMuTDnPx1l8QJMZ7pM5YaUc2XKuUlqjyvs39tWWkUsm0KPxPjOWzW+++Yxe12fKnDhuTy/8stn+HuvTZEcWqQGNtuPl9l5vEJXdxhlLeW2zZoZsmaar35nnz/7zj7nnovxK78xwZV5i86tCtUPj3nzocb3H2q4eRNrxuDqpQu8ceU13rhyHaf3rqoHb23xwTf36Ok2+U/NEJpJsbtaZXftGMfQGZgazX6fWlsy332unM5x5XSeWz844oO3q7SNIeYMzC/F+NL1KV46XeDmO8fc/OEx0akQxfOSia4xnx8ym3A4ut1UtU+E/VCSofTbJNKu7XL/XluVPRkmNBmmNGEyM2GSTwrN1idujni82eGxmCJTcU6dKimE/9HBMbVqI4iW0CMcHQ84OOwr6trIMlRf9IufnuWLr8xg9k2c6ogPblX56tcf86N7BxjTOsa0QTwEcWWAlBhUVzmClyZLLE0Vef/NqqqRKbSJuNyJ8uRBg62NNuaMgTlr8vnrM3z55VP0dwZ8/6vrvP3NDebeSDL7RoJetU99vUtI9yhP6eSLBlFbYhZDHO33OTpw2DkcsnHoYUYT/OzPvMDP/v3n2X/rfVVv3qvxtTWPx67G5FKIqUWb6bTOTFrjwvQEl2an0Js+u8sVNpcP2dRctjSXlVWPB3c9ZV7UTDM5CkWhvKBRXoDG/pD6vkskMSI/rSn02u66z+6GTz5tkcvYxLMa4aymbgIO1yXXwOXqCxpXntcIhZJoo7T6meUPm2w+aPPqlRivXolil0P4RYv9psODB8ccbrYpuyZlz2RQsBjkLR7vDLn9QZf+sctrs6aqy18qcvmLRd58v8X/8Tu73L3bY2kuyemZJLOFOLNFyZiTodIRh36XdbfBRq9Bas8iuSvoU4PCrE7NFQG4y2F9wFLaZCljkj8TI38mzm51xJ17A3a23QAd2XKZXhSRJcX+Xou77x+ws91UNxZyIyiYREF/TsdhIQXnzxa4cG2OUxenuPn4Ce89XsfSU6TCReqtASubO1SbNWaKYVX90ZC+P1QI536b8VSRRb9v0a71adX7ioF+9nSMXNFiYHoKB9GsOLSOHKIxi1Q6rG6W5UbOUbm8I9El6bdDdBth1WjTon2VgVycTFMop2nVOrRqMrE3Ug98w4HGxqbH+qZHviCoxKhqkInTVf6MRXWVoThRTlAux5menGJmakZdQavVPY4qO7Tlxq1zxMp9jwe3A1esLggnyQsUDIzKA5UmsoU7zs3zez5GH8z+iDPnLZbOm8ycyjM5O0k4GlVI3sphh9s3qnx4o8pM2uXClM+LLyd48Y08Z19K8wdfPeQ/ffWATnuoUNW99ojjikanGTTyVG5TMC9MPDUiU4Rc3mB+MsJCOcr8dIqF6SSaOaQzaKnt6AoC3YdcNqfq3soR736ww537HZ48ho0NmWoaqddz2jrduqncwVbIIxLzleAkeca+G1SrLYiMvnKYDh3JPRIXlaFK5Qyhk41aXCjaXJiMcOW5HFeey/LOxj5/eWeDjVpLNYHwdZqrYZpr8tDtQmTA/CmDV16KUJ40uXW/x/sP+thuFtvLKcd2Lu+i2Q6bx8dsHtfoHY3oHcGFU2k+83KJUinCzlGPw6M+0eaQWHPIhYuTPPfiLHXX44/eWuEbt9YxkjpGykA7cNE2XV6cyfNP//4Sly7m+faTPb71ZI9kJkUym+S40mRn45CdnSptz6ftjZT461YhbkIuDuWyweKFMItnoyzNplW986DK12/ss7HVZ9QMYQ3CnFnMsbSY48GDKjfe3VU3SL/0pUWeu5JjtbrPSvWAB2ttHqx1GNRlWs8mHYtx+qWCqjtvb3P3B9uUyzYvfjpHcdag1pcckQa92oj+McoNkslnlCNAuc0HQwYDcZa4RGIJookMxztDHrxziNvs8yv/fELVvbWmqvsPO6yt9tjZHZJISvZ1mFqtR73WQ/d9oUJTyNqcWUwyMRHl3p0u9+52OTM54IWlIXOzMQqzM0QzeX789hbvvr3FwlyK5y4XCWVH7Hk1tltNVtdk4XaZDNmUwxanTmWYO5PDjob5+l/u8vW/3OPKdZsrL9qk0hEMLaaw8pvbTXb2WvT7Q5W1WchFmCzFFbJ9YtpUrrXV1Raray1GgpDSQsSSIzLlAZHUULnd2104U8pxppgjFpYHY4+e67JZHbJx7PLobpNH95qk4haLpxJkciYDN0CSqiwi3WB3d8DmVl/RDaazJvOlMC++NMf1l+bZOz5gdWtdCcAZEcHUwIM0sGxuL/e4/bCnqBELk0k1JdgeOrSHA8KRCJFoRDWN+o4MMvTYOmyxX+uo7MB4VKdUsJko2bhdjbXbQ/bXPJamdZamDOrY7A8kV3RISW8znQ5x7vp1zr34Er/1H26o0kd9Ts+FmZsJYUZkHRPstcNRf8DB7pD9xy6DrgxbJEimo7QbTdpNGVgxKMZMpspRzl/NML0Y44O7h3x4t6Kyf6dmouQKYWIJS4BgrK21WFtr89LpPC+dyTMwh+z2W+x22tQbQ+pNwUiJs1cbX1tdbN/ijZezvHA5xUbFYbPSZ/+gy/5hVzXRRKSKxEO0uz1a3Z5qINshW+XlRA1Dbeszc/L7ORRiRYrREluHHvc3uzyU3Je6z2FdPp24/HpEJE81YhGO6OihEYYI9X4EzRfXXo9atY2LRygnGdAGnT2f9p5PeS7C3Pk4vj5ie7fL/kGfVs2lVfOUO18yURZOxRROplgKsaWm/1qg24z0kIpeOK70VbbrhbMzzEwWeP/dHW69u00o5ZKelHxhmYgf0euN6FRGtI9k6CeisLb5YpLidEY1y1dubbP8wQ6xvEWsYBNOW4quIPu1O+zSG3SVEz4i21pwZp6FIX8zJWfRoNsd0ZWMeNeh5/WVAGwNDSKaxdRCTtXuWotHH1RZyJr8o88X+NTVNMeuwbFncPPDHd67vYMX0kiVJU7DYkOh5NuUygbFSYN8SSdb1ImlxD0RxvNsNta6bD4S7LivrnPxeIxTZyeYXsjTHQ7oug6mn5bACwzSaFoCfyS5SMeqRr44jPqEhCgRkoa2Q6u3Rbu3ialFMHU5jyyF2Ws3PA7XZQivjx21VekhH9121SRkPAnRmEZfsqQ7gbBmWyIK24QjcSUi7+422N1rcvHic1y8eA3HPWT/6D5Hx4+VSC/o4nJhkXJxkcphg+WVRxzXGkoUEBdxJivu/ST5QpliYVLlxz15dI+NjWW6bUdVMVdkujylBkw2Hm2pvMT5M1kWTmc5OKhzeCiDLzLQEiedLjNZvK7q4doNltduEAl3mJkUUUkyeQVb3mNvf8De3gDXcdEGAVJTuVH0EQNxK3mjcaaXDI4F55cZEjdvnf6wgaVPYBtlLH8ey5/FGk0SkkxJ0yIcHSmyjmYa+LpFb+gq8em41UbT0qCn6bUP6DU30UcOmWSSRCweoJhlcMyw0EW8EQFNOulCc1GChaGwdJ40ZTWdHz2DgH7lX/wb5dyVCvL7pHs8do6pAcA2/V6LZDKkssVikqMtxHndZ3e/w+5+V+3XeEJEGsn/FWehN3atOcqRGLKlASrKXtDwDNyzsm7IBP6ARMggG7EJWzruyFMlYkzgsHTV9SRkG0Tle0I2A0dn0NdptGUgz1PZe5opgxCCrw6a/J64cnxx54zdVuq9A3aHWlBl/kgPsghNc6SOT/nTd0WAkeapiePaKkvyRGAVIUwcSyfuPXHwnbgqT5CqJ43kn8AfPxVbPxJEP0LljpvvY2fpiWjzbAbsR5mnQaf+k5ChH0dYPosA/Uh/eyqDnIQ+fqIrSmkCH8sZfrbh/6xQ+XGc5rMu0E8SCf62r580vEVDOHEAK41nHCUtOcC2uJvChrp2r374DqsfvEOxEOPKc2eZn59Qjc9sKkrcNIibguGUXFWTbrfH7u4+lUpFOUClxN0pf8oxKcer5ASLuCglgrA4MFV2eyhCzxly995d7t69R7fn0OvJQIac84E7z1NZs4HrTB3WKpc2yBtV+24s3n+SAPzJQsp/2/99qv08IwIrsfYkO1kN3thqMElygeXYlHM0yMqFRkMQw8I7HKnBELmnUq5XU/J25XMHrkYlGJ3k/o5FmwAZHbyWCOKDfpDD+nS0YCx4nYhR6jg5EVrlHBsGrk1pmqkBoXBIib2RRJJoIqXW+FgspsS3aCSqRF0lqEvuoFwDxOkrX4/HVS69En4tcdoFQo7ITwOljotbOBD95VgQsUkJ07JGiLtpMFT7W53LMhB9kiV84lSWFUO223j4wxQRR/0q42zxMYZXnMJSgllWQyQKwxwI3CdYV1+59cQNGbgRZXsFDt66Qj1LrrwIv5IX7Dh9lV9dq9VojVHQQhSQfS7H1NANIqLGnkAleCpBUn3+gOLgq3VUhpzNgPgSjZJKJVQUg20GDmDJJZbsX3kPwUgfV6vK/drvdlRMTDaVJBIWYoMcSwHFQxwNlhKCTf7N7/z504P1//61F7k6GWcwdHGGLiPdUvSkZsdhryoiSYf+SFdZqFY8hRVLEk6lCcWT2DERJGTwSaev26qGmuBUbQa+DMTLQJTERrkqr9ETp7BYhMfiXYAHHgv0499fERcQ1/9QLfmyrQK6hYhx41x1GX6QfafoDcHWlN+/026pfamoJZGIutcUJ6cc67J/1P4fn4ByrsvrnqC+1Z/jQYuTIYkTnq9y24/Fv6du/Gdw4Ccb829zoj4rSj5dSwNLbiAungi6HxOBT9aep/j0pwjpTxCAn1l+/q71/CdXqvFEivr9XHQZetddTE1wOZJl3aLXa6vjfigY6KcQgSCLWLaNJfnscmzZgtmOMxxC9ahFq9WjWCiqqAxNyB7IGjzE82XIS4R5iZQQEpLsW6lxCrG4ZmVQ7xn6xscHbT66Fn9Esfj4Ciw/ExAMTgZ7AtR24J4OhjLkmJBLQnAPMBojxsXVaihMfDCFE/yQOl6VYK5S5J+BdJyQME6Gzk5E4hNKSICUP9nVyjDhCjVPcoclXkNw4x0su4PrW6r6Q4vuQCJh5Hkh6CsJjNwUuobVIWS3sM0+tjFQ+2s0jOIPo7gjGYRzlJs5KlFp8pw3WGPkrOFg0h8ZtNw07UEGZ5QnHsuSiOVwh3015KyNxPEr0UVd3EEHfzggGooRCcUxjC6G3kIbOWiui+6JoN9D03qsruxx986OIgPkZyZJZFJ4ctzIsHMoSi8UYyRUCNMiGokznZ1lOjfL2uNHrD1Zw7JcivkwuVyCVCZLPJlSkUZeb0C7e0Srd4AjOeh+RBH3WpUntA6fYNgy1G6xuFDmlefPcX62gLu/j3ewT80IUTNDmOEkkUgKXY9wUOlweNRl97jK3vExPb+Hb7mEI0OKSZeJ5IjFTJ5TmRwba8fcu7tHazAkPpcgNpXEDOUwQ1ma9Rq16gGWplNKF0lEMjR7YZp9oXEIXUsMN3vs7W4qAt+FK69x4cqrHG1scLS5wVFjl6pzQNdtYOoDYmGNKxfmuXphnuZBjYPH+2po+tZqn7Vdl7OXi5y7VKLn1KnVDjjcddh7ZNJqmGRPGWRPmcxk48zmZOC0y+6OkCEkxkXiZIQYaOCIA10ypOX6JwNJQ8m6HuC0bPoti4l5EbaCKJZaxeFoz+GwAoeHI8pzJgtnLV66PMFPPbfEbDLJt/7LPb71V/d50oLHLXG0prhyJc/CQpx8WSNfhg/fO+KDm0ccbA1pVuQe3yQ+GSI3HeW1KyVeu1zknbcO+fOvbvNkpwFRDyPuUSpolPIarYpOZUfDjFoUz4YpiBlBEaGi7DyusPOkQuvIpdcSRLtOKa8zkTdIJH2SSZ/dQ4+Hqz6HzRFmRsdOGCQ8nbhnMBh46j7RjNrEcnEShQSRuAxYWYT1DmGtSVT3iRshfEdjdb3N2nqbxWt5VVp3QOtJneOtPstrBitrBumiT7rokZqwSZUjTGTCnLbDFH2Tb77b4Fs3GhDuE88PmJoJMz+fYqKU4NZbNd7/QZ2XPpfhS79cIhl12by9j9vwef0zL/L669cZrGwzWNnhzR/v8kdv7vHeZpNOBrpZ+PUvLfBrX1rgyYMef/Sf9/hwuYY24UBmQH93hLMz4vzrNtd+LsSl02EWrBAFJ8Tv/VGf3/vjPtc+q/Olf2KSSZnsPTRoHjh1GssAACAASURBVGjEsx7xnItlDrGsAZmsTaEUIZMpkEq8SCr5Io+/9i2efO1bNKw2gzMx6lGdze0e1SOXM+USS+Uid+/X+eG7h0RT8MLLSa5/Kk7Y6xBy2xxsO2w/GdAbWJjJBKlimosXS6pqm4+obz1iFPKxi3HCqQKJ6PMkI8/z/d/7AW/+3g+4Wz1iNepRuFTiN//Za/zsGxd5+/ff4Yf/8UcM4h2MGV9R85KhBDErxm63yV6nwUQ+zMJEnE7L4+79Nj3H4Bd/6TK/8IuXcLZqONs1lt/f5+Y7O9xbrfNhCz5sgt43VC1eiXHtp1Kcu2Iwk24zlRqQDJdJhieob1U4erSl7gfNeIihYfPWm13efLPLsT+iG4azV/N8+WcXee3lKdJWiIwVprOxTHvjIY1hl7ql49thSpESpegEf/Ltbb7ynW3OXYnxT39tikszJvV3t9l794Cv3NL5yvsagxjYRZ9XXrzCL/29L/CLn3uNQfeHOJ23ufvjbd578xDCSZY+c55IOcv3v/1A1cXreVW1Vo/7y0dq3ZjMG0zlTJZvuCzf8IjOwMxndC5eifKZySJnY2n+8E8O+MM/3uf8p4u8/ouznD2jkbWqpPwjmvf6NO45PPJCrBoRQpko56eiZEydu+8fc/f9Gk9cn3XXZ2omxPVzMebLJhFrqGpje8DGtkM2meLM/ASFlIXvVNUg8eYGbG7CplBlD0RkD7F4McaFy3GuFpJcySdx22JG8bhxp86ffPuAH63Uic1ZxOZsxMckVci7TM+6lEsmM4UCs8UCH7xV59ZbdfoS/TJlKWNgd6dPr9Knl/bppn1+6pVFfuGz5+ltD/jOV1b5/l89Ivc5S1VR0yl2ddK6TjyiEw5L9GIQv7i1LYj8IfWuS9dzSWSS/NQbr/L5z73K47/8Po//4vt8d6XKXxzAXsTk0vNRLl6JsJg3OZU3mU/kmYuXqO90uPvBOnfubDIsxBgWY9y/53DrRo+K6DmmkRzZEZhY0JhY0Kntist0QCjqkylLY1WjXtVpVCWnSR7OTULJEXZKEltGtCs6w47OlYuoEodjt2XgdkLQC2MNw5yaC7EwH6JudTnQ2yq8e+Vun8N1h5znk/c8ogtxYqdiPN4ccPNHTYW7/fKlBD9/OUH0okXsosUPP2zzR1+psbk14tL5AqcXMnSbjqpkArJZjbrv8bjhsF4bkGn6ZBrSXI6weCFKdeDyw7tNdg4cXppO8KmZOOa0hTljs1fzlciytysXnx7Nox6lqagq9dDQ9mg1HY5rHYUXjIdNYmGTYhImkijhNF1MEsvGebRbUWWZERLhFM2Oy+O9GjVxqGRNJnMW7aFHy5XXhPYx9DoyzWcwdMWmIM09yKVNJkuWcoy5loeru3SbQzrNIUmZ+EhF1I2iZID0+pK5IpksQ0bDMOoMl5vjcB8j6hJJh1QdbjtUdgbkUjFOz2eIRGxWN9uqpFmucuBGJsOejjcQhFIHXR8wWc4wOZlVaFYJ2u50emqquNsVl42LZbtsbwx4vOrQ7wmixiYU0/GtoSo9LE32wJ3hDzxGfR+34eE1fCanDKYkNzQRxQon1IN+SJM54WHQMPQ95goaSxNyo2Bg53X8hMaN9/uqxLHrqCxGA0sLEzJDJGMGyZipXDvSEzRCqCa/YNMMT8eQPBkRzAXHNXTpDQaqWSDIT90bUchGKWZj0jXEMwzW93rcXmlwb61FsRChmI9gSxaOa2MJeivkEY54xBM68aQ44gSDDd2eq1Df4gA+2O9zeNBX2Y0yxSpOIN3SiVsGZctmNhHi1deSvPpagpV2gx/vH/H4oE/tCI4PNHqbBt0tmXDzsFJDTi/ZvHY9xeJCgt1amN1ahMf3Wzy511I3laXJEaG4T6XfV6JV69CjfegxNxHl2sU0uVyYqiDIWy56tYd+3OflF2f43OcW6Yx8fv+by3ztR0/Qk1pQhyP0bY/rCxP8+pcvcOVykW892uBbjzaJxWPEEoId7lA5qHF42KDmuNQdD7eq4VV1YkAq4lMqapw6b7N4LsylpSwXz2R568NjvvbWPps7A6JejBjSzDBIpnSVcf1otclMMc4/eGNOCcD7w46q9z48UtWve4Q8U+HM5q8WWLha4MGNPVUT5RAvvJwnO2GwV6ty1KhjuZJdLk0lEyskD6QGlgjztoHj+DiO5C1q9AeaWg8PV9uEvBE//48n+fKvTHJnpRJkHa/02XriUz1ECXpSOztdtndk8nZELmOQTZlkkrYSz6o1qNZHnCoMuTTlKIEwOztDKJ3nW99Y51vfeMLiXJzrz+VJlXWado+jQZfl1R7LKz1ymkg8JvMLOebPFQnFo3zzr7f55jd2uHDV4sJVaQYZdDsGHRHDHIeOM6DdlLXGJWJZxEM2+ZzJ4pK4sA329hz29h11zvsDQ03vZSd87LhPteYpfPOFmRwXZnOk4tJw8xmMPDZrQ7ZqLk8eNHnysKnytksFcb7rDMQFMnKDNSUVY2enx6PHbZUxP5u3WJgIc/W5Ka5em2b3aJ+VjQ0lAOeSGhnJ2olHlJvhxu02N+50COsm09kwk/ko4UxwkzAYSIPPx1Hl0ug67DdaHEnGnAEhHQo5i4lCcFO+veJyvO1xYTrEhWmbzRbcP5J5dp/zaY8zE1Gmr15k5uolfuff3+J3/t0tRn6X+TmLmRkRCi1CcUuSTOmOhuxuDFm/P6TXNChNpckWojRrdRq1OilbIx+xFLb64rUMs4sxPrxXUZVMWUxMRMjkLOLpAIn68KHDwwcOn7lU4PXLRfqay0ajw2ZdslS7VGs9YjGTWNxib8tj+baD5Wl89nqSFy7FqfYMjnome/stJb7JuhM4YQTB5+C4TjCFL80BwbRqOtm4ztWLBlcvGCSMBAkzyWFdY7PqsbY34NFmk0dbrQCjHx6pBnw+k8YWbHGvRkfyib0IIzeCOxTMrItnSLi6h297NDd8GpseEyIAn4vhmSN29tpqEk9ETEFhRUM+sZDP/HyM02eSKhN7a7vJ9lYTRwbDXGm8BdP00VCEQlqGEBLc/3Cf+7f3iOU18nMmVjS4LvW6Pq3KkFZF8mBtMpkwyUyMRCahpvS3liuqSvNJVUYU3HGm9UAcwL6jcu5FBJYBLxnO0rFIpkSYjNBo9KnX++rexzeCHFVDmtz6iFw2Rj4T43ijz/7DDudn8/yTX7zIlUsF3ry1zlu3NnD8Ps5IOOgj9ISmsn+3HjpsPxxQnrOZnLdJFeVBRO7BpCkVwhuaPH7g8Pi+CLjiksiSSMbIFELEMyatbpNmp0nIyBOxpgjbJWw7D1qIenufemcfRj2Vh2rqQ4XPsaweZqiKGa7KlkUniuNAtyto8wH7j/tUd/oYYVMNK9lRg1DUFEOPytQOhX2Vjd6uyUNf4Ai2wxZWOKRyZludobouLy5eZPHURZrtA7Z2H1CprhMJhYiEwiRjReUqqB42ebK2Ra83oFSepFAqYYlIbRvEYglisRROv8fm5iP2dtdx+g5Oz6FcmGJmckFRTR6vPKZRr3JqKcvC2SyHh01Vlh0lkcqQzkySS10km77Ig+UfqsqkPc6fzZFI6uwdVTisHtNqGbRbck/r4nbF+ethhiSCW1CVwbpXyEYUrisaM2UuC08cInTUxH00NEMsNIPuTkO/hDbMq6anbRjE5RqQElSgCLqSATyk0W3T6vVBizPShNByxLCzpwTgmDiqQ2F1HggVRe5FtBMB2B0pIIA41qQkJ9rT5B5Q593f/p+f9jev//N/rYYXRDRQDp6xqy1oUGoK/ywVi5okkuIgE/ekXEM0tndbbO+01OCETNILnlMwo9J6FSFDsitFfJZs4DHFcuwyOrFEipPHJ2JqxOX6qsta56khSrkP09RrKVlAZWjLwJ64awTzPPJ1us6Idl+woeLPk2EQEXokM1jyAEXEDRr1AVkxcOoFjugAvyganbyuYBNNySA2fTWxLNcviQmot8CRvuQ4+1DhcNX2DUSYZ3N+T9xMzwqxH+Geg235E6Lw+DWfMct+hGAe5zGeNHkDoUApi2OX1Uft6b8NYfnse/2NhvdT59GJu+jZDOKfFH8/SQD42wTgv0s4/q8JwsH2C1Ckkp0mjio1vKByVtUGV3ly8lwlz5nry7fYeHgLS++Rz0Uo5RMsnZ5h6fQsMVMnLg5OddBpKitV3L2drgw+iXgm+dCBMCjXPJmglHNEnKSCaRXxV5DRIvTKmiMDUuIeFsF0d29ficnyWkOVCR840NRHVMLgGME6/mVPRKHA8vdxFPd/m9D7ydttrPWM3XvKoT7OyFRi7Rj9LMKqEoCVSCWibeDola/L84xkyyoRTagWKgNYBGAzoNyMM2fVMa2+69ksasnvDERlcbIKmjIYhgiig9QQtBK+gw+ohDe5tzBPSgTJsBLYkvG4yoZPJEX8TRJLJAPM81iQFrev/F0J9Er8CDC+cv8iTlbJ8rXtwN17cv7JGuqOaQjqvkYJfHK8n6wFJ3JfsB3Vnhmfd0pMExevOudk2wTC8YlTVD2jCt7dUz5XNSwdyE0+Q4nq6PcYOD0Gg776twiGnhC9en26gnoeOGp79fp9Gs0GzUZDNc/luJOvSam/q9cKvn8wHO+nE0F+jImVwR0laIuoL07Kk0xjJUYH7uYABW2oQZxYVNx34vAO3LNC5RCBs90aO4Drx2rdlgzcbDpNJpMiZFnqNcQxLOJ7LBJTYrAcK//6//rjp4fnb/2PX+DqdEah75XI544Yej6dXo/jhuBkO3QHQ1WWiMjRKBHZ58kkoVhMDfzIIMXA19UzcF9hNsVDGsI3E3hmHE8LqRIygwznSCtE7o+F0DRwPRzXD5yWKo/Zwx/KYNswOEfVGhMMO6lhgrGYp9ae8TEuR+twKGKl3A/5RMVlHgqpJoH4wE+GfhQ1YDw8cOIKlvVDHOmytpzgl0+uEWqwQK6z4+ReuSJ8fEjnk4Zp/i4BVv3MT4i/4zP1I93wKfZ4bIgNzshnft+novEzP3OyU/+u9/8ba9NJDvhoiO672OaIkKw5mqd6QZ1OW8nyavxLtqETON5lzZI1KhGNEo8FOb66GcGX63zXVRQ1lQluSx64uLrF7T7EHwUCsK6L2UFyJwUHfRKOHmQGa2OagTrPP2EN/rgA/Ox17NnfL3D3ypDcCMF+K7f92A2s6B5qvTwRgE+uqeNXGA+vnKjeKvv3KbHj2etCIOafkAg+IjZ8Uq7zGJEh/dGQSTxqEhUm76gFozZDzw4EYFeGCUUAlmtdgJCOWLoiroSMHraIseLElW2pSEDBfZIv+cpaEHUSFSqUCLndh3i9ZXwrychO0qdAx8szoIBlxLDNGJrXRfe6Af5b9pM80/TlPrKv0PFCDtD1LprWDrKhZUZGokv0tqqaxOjst3BHkqmbVEON9Uqd2lGNthWiY4WIZ9Nkc1lymTwJM0XCSPNka5P1rU0iEU89V2elD2ALhjhMv9On3+0z0j10y1NrakN6tfUmbq+C162QlKzzXJ6ZcpYzsxlKcYvW1i6t7V3qmkFdM0nnZylPnCKZnKBy1Fa1ebTNVmWbttdkqPex7AGZqE8+DqezWRazGY7FrbXZxvF1opNJQvk47f5Q1UgWLzEDmGHSkZRySTd7Oo2+TiysK8pirXbIwf6uuu+YXrzI9OIFeodH9CsVjlt1Kr0GnWEHw3dUDNeV87NcPj9HdfuAzeUN1jfr3N1y2TyGT782z6dfnaNaPWRjY53N9Tbbj3XaTZPyUlRVMR6ikAjTbHTY3pGc+Y4ymaiKGSC9hpBJUnD8nkej1aPZ6tNvW/RaJvkpjfIpDSus4XQ1Oi0UtXF/32Vi1mLubIgXLhR44/I8k5EY/+VPH/JXf/aQQzQO0Fk4m+SllwpMT8u+69Lrdmm2RzQ7qB713qMenbaLXTBJlGxeOJfnxbM53n+3wXf+usLWfptRxEOPBQJwsaDTq0HzQProOlrMxE6GSOVipHMxjg5qVA5rxCybiUyKUirGYjHGYilGs7ZHo77P6obDh2s+O00go2GkdXIhm2wohOt49OWZUM5zMUHIuZg0iCUNUhHISG9ZYqVarqKhqWx716U4G6U0G8NpDjle7yr39O6hZBLrhGI+4diI2YUk5y4WmMyEida7aNUeN58MeO+Jg6s7mBFHZaYqQTUdZuuBw+b9Ptdey/DZf1BQ+dSPbuzRPRzw4itLXP/0WVI1l1Td5R0RgL/xiJuPq7QLOu2Cwa/+1AT/5PNl1u8N+dM/qHJ7ucVoSpykA7o7qJp7XuPM6zrPX4rywmSSM4kYv/t7TX7vdxucf9nkjV+wSSV1Ko986nseA6H3aB7Fsk+p7DNRCjNRTJBJl4iEXyISeYnlP/6GqlakgX81gpMzqddkiFxnKT/BmfwE79w45Ovf2VT60sufTfHK60l0p40hDuBDj+qeT7Nt0PFt7FiCK1dmuXp1Drf1BK/9RFHd9GwaK5Qk1s0S72b5068+5E//7CGP2i1qqRFzVyb4jV9+mZ957Tzf//fv8uZ/+DG9lIO2oCnRP+JZREQ0SHqMkq7qs4UGGpV9lwcrDq5m88/++Rn+6W8s4WzXcbbqPHyvxs23jrm70uFOz+V230Pvaeh9nbPXYrz4pSQXnzOYSfaYirsk7TIJq8zj+wc8eH+TntMjmQ9hJy1u3uxz82YPJzSCNCycS/PqazNcuzxFMVqkFCtSX7lFY/WWEoCbYRvXDpO2U6p+dKuqauaUzWc/n2Z+SqO3VaW51eTeRkLV6v6AR/s9zl+Y4h99+Sq//HMX8JuPGTUesbyyy537u9Q6BmasRM+Lcnf1gHsrB3zmsyVe/9wE7X6PB6sHyuC2NCc46ym++7VtvvfnO2QWDJ7/cpLTp8NkKmAf+vx4tavqzJUkL76a5dS8QSbikDJ6NO83Vd2uGbzXDEEszNJMjHLaottw6DUdVg+HqhK5EQunNaYndKYTJtNJSxnAHqx1iWcSLJ4pkZWc9nYNv91iNIzBMMrmfp/H223CqQSnzk1x5uwEydYRyfYRleqQnarPyv6QD7dFO3Swkh5WwmXYFpQ3TM2GOX81psxkYYmOG/rcutnjg/eEQBhhYilNNG7RO2gzqPeITBpEyiZnpuNcmEnSqfa5+2GF5ZVjFl7NsfBalkSjR3SnQdyPkkzNELITdCq7dCp7PKq5PKp5dGyNUcokXczy+pWX+czlV3jyzbd48s03eWu9yjfqHpW4zrVrIZ67EmapFOdsKU7OiJAhTGW7xf2H+zxYORAEK1o2xq3bDu+801NrtWZogQBcWtBVHe/0VVkhn2RBCD46AyekypZsDGnSRAUtPFBDb24vgumFuXx6xJXTIzqNHkf7XTKRFGdnZjg/N0sooxNOG6y2drlT3WT5UZvHHwSLR8LvkfB6TF/NMn0ly6P1Pm9/9xjnyOVfvFbgN18tsp9sq7pxr8P3visP6yGuvTDN6dMFbt3a4f1bO0wU4MyCRd8zWNvXebyrkXf75Nw+V66kuPZSjmrP4+s/rLK+1eeL5wr89LkCnQK08yP2Gx5bWz4H+wMOt1pUtptk8zbZvEV5QpyvafUQ8fix5ITWmZwIUy4JjkMjGZcxU1+hGNuOy3Gtp5r2tmkqpF2r77NVcWh0h5RSmqpafxRUFer70JWMc5la1bQAdRazVSZHUrIHwiN828U3ZRLbVYjmTCyiMiAE29Hu+rQ7ctMs+UB9QnqEiB5X2DtsCXF0cG0fL+SzuSJI7xFn5ot87tVZJspx7m9WuLdRUQ/q4jixtTiGZOn2RTTax+nVmZoqMjVZ4vHaIXc+3FLNVWm2yIOX5AYXy3GqwnjfaqqGS76UIJay6Y8EudtVArASgaUpJzfTA5/uoWS9uqTiGumEZCtoHDc05WKez46YL+ksPZ9g6VqSU5MWCyWLVr/H8l6D+9tNqkchjis2zZ5LwxEsjs1UMc1kMU45b6oaCdIwoqsMou5AcolH7DwZsvNkwO56jZ0n0vSViWYNdzBCOvKW5zOR1ShndS5dnebqiwtUnQFv39vix8s7zE/kmCvnyMZjpKMRYhGdUMhVIrAluRT2KMhVrLnqIcjXXNodh+UHdZYfNlS2XasTEFesiECVDMJti+zI5ks/E+ZLPxOiGhrwyO2xuuXx6L7GozswOPQZHo6U6y1adDl3Lsrr1wtcPlfEC5fxQ5P81Z/e5etfuYM/6jA1qxPPGnR0KZ36wZDG/kBNyJyeiZBO2bSGOp0+OLJwHXT4wmfn+cWfOyveHf7tXzzkT773GJKoMo7A2IWXT0/yG79wleeem+Cbq2uqFLYtJPhGh0ZDcLwdKp0BlfYAr2rgV03CniAbPAr5EQvnDBbP21y7XOD5SwW+c/OYP/rWPjuSRR1Ok7Zj9IdNVY2qR/3IZ6Gc4ouvTvHc5TxdydGOaLz1w23eenubTn2gphVT8RAz5wpMn8uzevuQlQ8PKZfDXLteIJU3eLJ7xG6lrjJlspGkcgQ5w64StbKlBKlsTKHA+n3Y22+zs9tQrnu/6pGNhPjCz0/z01+e5sPlHW4/3GZ9zeVwy6RzLI7aMOWpMCurbVbW2kRiGtOzlsKO+z0PeRay4hHseJS51IDT6T6lfITM3AxGMs+f/skaX/mTR5yZj/DKC2lKczZ+xqfFkIcrTR4sN0kOTBKOCMAFFs5PEE7H+Pa3t/j2d7ZYOm+oGgw99g+GdB2fSFLHimrUqoJ88PDkPr+nkcvoXH7O5PQ5can76rzotcFpadhhXYnlQnDb2XUUiv3q6TzPnc6TSwsKSDIUPbYaQ7bqLhurTTZXmmp4Qh5UpZk0EPeCBnOzOeZmcmxtd1hZqeE5kkFtc6oc5sKFEhcultg+PGB5fZ3hsE0+HQy+ZDIJMtk4b91s8YObTfThiFLUZLoQZXKpzNTZMkfjPNZOTxw9Pu3BQOHO604Hbeihux75tE0pZ6O5GkdbHu2Kz5WZGFdmotzdHfCDR31kiXhlxubqQpLM+VNkzi/wb//tHf7dv7uL67WZmdWYnDGJJaNEU4K18xiFXLYeDXl4c0C7bjA9n6FQjlGrCnqkSsLUyIYtpsoRLr+QZu5MjNv3K6pEbCnkw+qmXrKwBYt65/aIO3d8fvrFCb5wvUTX93lU6bB20OLwSPJUm2RyYbLZiHIeL9/pYro+n3k+wguXIvSNJH0jpY7Xrc0qjbo0FqU5ruEbQ0aG4hiphrlMv5q+RjZp8cr1BK+8FMdyLVWNvkW1Z7J55PH+3T1u3d0jkwqRSdsK/z8zOYlpamztbbBX2cUfRPAGUYWJDUdMRpZP3+qoaenjNY/aI4/SbITZ81GVAbyz36JS7Qfo6L6uMOlhMxCAF08nlQN4c6vB1laDdi/IWhc0bCEfJRGJwiDCsGPx6OEhj5YrpCYtJk5HlItXjt9uy6chA1yVniJXZLKmwkgbIXG4GlQ3mxxtNjl9qcjixSK+KVN2IsK1ERlPKmSLAKzTacp0swxVWZSncuTySSpHDSqVOroMKUUiijwi110ZkoqJyKcb9HY9Wusu1y6c5td/8w3OXJji//z331a1dDHG0sU4etKjqznU2gN2747YuQszZyNML0WI5R3MeAvDHigHstszlHt99UOXyck5Tp89QyoTwzdEdBTs9yH1eoVwqEwiukAiNkssNo1uxDg43uDweBPoqpKpfclrs+0uhXKXwkSPkS/3EXH1wF1rdDja77G7NuBwUzKAxRijEUtEiKeihKM64aiLZUlW0oDaoTjTRyq2IBigMdGlAS0bxpABiCVVleoBT5484KCySUGcvdkkphbF0CNUD5rsPBaR2mTpwnnmFhdxBj0ccVMpR6ShGgR7+5J1tafy5SQXbao0z/z0Ek7HYfXhMvXjAxbPZTl1Lhs0byotQuEk6WyJdGaKWHiBWGSB+/e/r0rIGS+8OE8iZbK8tsHjzV3wY2h+TFFg+nVHNcxMMQhFBF0pD7kuxWyUqXwcy9RoOX3lBseUxX1IOr5AOrYAzgSDdga3m1IipFQmmySTS6kIlGZ3SNsRjLijcPq+JnEeEXynht+roPvi2JD7bYPhKMzQl+BlGWiTm7oAQawE4LH4oRzAmrhudG7+zv/ytK/53K/9q3HO54lLN3CmBCMV4sR28FyHUFgjInEfcZuEZNmraIAGG9sNJYwIolmy4aVEHBZHtpQ/1NRQoHweaZgq663k7YrYohROcWpqahhHch1VnuJImr2mQmgHWY/icnGVm16ydQPUraG2k2AOxa078AQRayn8vGULEl8a9NJ8FAE4cGMG4o9K4EN8WIK1FeeXYKrV4IPpEYvpimpzVBuyW3HodAO3njSJFWLWljzSk9cTsTLAQD/bNH62aR402gOH00dO3o9E5ZOf+4nG9Dj/70SaCtDRJwJwkDP8X3MxPdu0/sSG94mcd0L8HDvQnv25Z4Xsj4sA/zUB+JOEg5Of/6TPfPL7By7T4BIkbgq5XouwJ8hKOR4FcykCWywiArDJzvoDdjfu06ntMOgckoxqfPqV5/n0y9eIG5oqcX6pZxDBcAtaWNNoNls0Wq3ARaXLcRRkc4qLVATIRDKlRNFur8txtcb+3gHNZptkQr6W5P79Bzx48JBK9ZhOt6/u3wMU7Dh3dKQFjmARUIM3GYug0lgPjpP/P//95L4IBIef2N+BIW0sRGjKWSsOTzlnnhWA1b/FMTnGNMuhEGTpyvcGLnc5157ddydDD8F5KM784LgWAUflCYsrVQnsriLlyDmonKni7LPFvS/Df7Kd4yQTceXmmygWKRbyFFSeeZZYXATgxFMhWYnAtuDlTbUvXdenJ5nOjhNsYzm7ZT/aP+kAVor2eMhifAYqp7c4ONWaIMO9Jz8n1yQ1/CbiUeCa9UQ8HCPcgwxPcRAHTmCVXTwUHrGgV0foIha7jnpW6HdadNsNeh3Jumsr0WvQ7ygBRBrkdWmUj1HjkrHZbIkLu6GEWzmORJTvSQavO1RrpIooNAi+KgAAIABJREFUFvFeCfoytBBk+IZtcftJ9nQggCuKgww0KHFFXisQgKWU4KeuMbrKABa398DpK1dJPBJVoq4gpmv1Go1GXSG65XzLZjJkpFmqcpBHyuEs+cqBA1ucsTH+1f/+H58efr/zP/0yV2dLShyXY0dE1H6vp86lbrejqtVp02q3sMI2VsgmnkwQTyWIxGJqoEKOHRkC9YYeHcen2R/h6BHMRAkzUcSMZVV5RghXsxiMRCT26Awl51R6KH3xngZOCc/DEyFXbKRP3bqyfayxYK7Y7UqsVcfRGPUvPycCtmw3yaAWioWcurLMy3ovJcdfq9lWyPiT4Z9EKkk6k1FCpfQ9VFazCPgS0zS+dsg1Rx2PKnbhbx8IeVaU/LggeXJOPnUQq28Yn/hqvuFjTuCT9wm04uBa9bTUlMxH/+MZ+sPH3/dkR/9tn1tt4gBahu4P0bwhESF3SI63odNqtZQpABlaMEw1GNBoieu9H1BiBJWYTakyLDVVp6KwJAN4JPm+jqMGIjQZZNPleUUGTkTcF/x3WInAQ0+ixcao7xMKgTTOTtjYn7D4ftK17uMObPkxEagDAdhXDnc5DuR8M+RzqrX9JKM3oBCoKAPBRI+/FmSfB/zvj4Td8VDNeI98/H0/6dor2//puS3nt++RjNvqOUyoVsN+k0G/qQTgoW8rkknPMxVKXdY1uf9KRnQSYYOQPsASZ68n90sj1RvQjCGaIQQMyQAAW9eIaTq212HQusegdRcrXsaKlXGtSfraBINRXhHtRq7EB7UJjTpqH410uQYP6fW66lwIoO5CMuiA1lYDlCNPBo5knzXQ9boie+si0skZaQhydcjmkwqb60c0TIOmaVKeneLU4hwz5Um8to7f1tja32Nrb49kcsTcbIRsygZXhtY1NXwi624sJSJvRt2bbj5ZZ39nSwngtt5lojzN9MwixXScTGSA7bbZf7zFwaNtmiONxghm5i9z9uxLTE2d4+iowdFRk/WDNZ4crtIYVOnRQjMcEqER6bDO6VyKM/k0w45Jp6Ez0sOE82mMZITtg222D7aIS68pmSceShA2wmgjk0Z/SL03JBWPKNNCs3nM4eEBzU6LVKlMsjSJ3u5itHvUOw6H3QHtvoM+7BHWPS6dm+Hi2Wn217dZu7vCk60aDw9HHPRNfu5nzvNzf/8821tb3L79gNXlGptPoNW2WLiQZv58mmTIIBnWOT5usSkCcF2c3DIYYBDOmISzFpm4RSFqons+h9JrqXaVuUuyhNNFyE/5RCRzVw/j+2F2d3vs7fYoztjMLUV47lyWz1yYomCF+eofrPC1/7RKJ6nTSRqcfy7F65/NUy5arNypsHq7Qm46R34mx9F2j9VbVY4OO2jpEaGszsVTWS4sZHjwYZcfvdVUUV+jsIcmjs6CRqGg47ZGOMcjGrUR1br0e00S+TiJXFxtV7kuLc6m+dSVaS4vFLhaznJlIsf9D29z//Zt3n/Y4sYarDfBzQJZjYlslHImitfzGTRd2n2XljekM3JVJFgsDRPpOOVUgkHHZ2ujSbPRoyCY2gkxMuhE4xIV6LG/MeD4yKPVh1Y/WJdltbh8cYLPvbbATDZEbXmb6qMDHrUMHreFiuHgClo9PCIm4mTUoHuo0zvQufRKhutfyMFwwMO39qhtd7lwfYKL18ucsXOcsfLc/PEu//nP7vLuyj6tsklzwuSXP5tRtXHH489/v8Od5S7+TB8vP6C1o9He1igs+Uw+5/Hyi3E+fzXH9VNpfvf/qfC7v1Vh8TmLl78UIZUccbzpqLjOg7qn6uwVnXOXNeZm4kwX0mQSZQzzUxjmy9z9/f/C3f/4V7STNfSXbbRZGwa20o+WUpMsJcv89fe2+cM/X8VIDfnMF9O89oUUXquF127Sa2h06wbHx7BXHeER5dq1Ja49f4aotalKl0i1eA59FCKy1SSy1eK3v13ht759xO5wiFnQOH9lgl//hy/xxU8t8e3fvsl3fvsmnZyLd8ZEj4wwWy7hgcfE2TATZyM0dx2qq102Hw9ZfjJCC4X57/7lLP/9v5ylv93E2W7w8N0uN77b4+6Kw11XaoDeQ1FOz78Y5ZWfS3D5msVs3GFKYs/0SRLGJDd/vM+b31un0+9SmrHJlGzuP+hz776DmRoRLcP0qQTnL5Y4szjJdOo0M+nTHN19m+q9HyoBuC33VvKMo0vZbG302FrvkilqnL4ox6Hk1XfxJbapPcGwXf5/SXuzL0nO88zvF2vu+1KZtW+9d6OBBtAgCAKkSFGURGq3ZrzMyD5z7Avf+A/wtY99fMbX9njmeCRZ1IiWJVILpRElggAJkkCj0ehG713VXV37mvuekRkRPu8XVY0mJPpmSL4sLFnVlRkRX8T3Pu/ze3j7xx2++/26Mmf88/+qzD//zycwKn2Mao+nR7s8PNrm6UaPrUc225s6e4MR+4MRv/mrU/zmr0zheD0erO3RH8JL56/w0oWX+ZN/e4P/8O9uUD5t8ku/N8X0pMXO24fsflDlUKLOItK3tjh32mambJNJWqTCOq2HR7QfHPH+OryzYTC0wixJJJz00/MG5YLB/YdDHjwc4kX7pOb6FEsel4tJXiwm+ehukxt3W4RzceYuSq/HZlxtoLV7zBSKqjZ3m6w8PcSK51g4fYG5+WVqdz6kfvs6K/sDHhzCvmvRjUUYCIpqJETMNs1DaB7B4pkcr35xismpMK2NPdobu9y673Prnk+ylOPcy1Pk8hH6lSbjTpfp5SjTyxFsv4vhtGh3+xx2RjRduPzaHJdfm8faPMK9t0l4mCVTuIptTHB07xqVex/wwPF4KPGLxRChhRj5qSKvTb7G56ausv7DH7P+w5/w/t4Rb/fGNNM+r75k8cqlEBem8lyYzBMajNHaQ/Z2Wjxaq7Oy0cRORrETEa7dHPLOTyQ2VQnAEd8Oa+RmdfKzGoPGmGF9rBwP4YSQcaTZI6KCoZrojAWx4GGnRioob9SzsVybL5zxefNMgGoZjMKYdlxhCgUn1GyNabRGDCMdhsk2h/Uha49EOBkRHg8IuwOyc0my8ymaVY/tlQH2wOfrL2b4+otpNs02W2ab++sjbt/xqRxZJJOyUYkyGvQYD/pMTGhMT5vUui53njjcezIkOxqQGQ156XJOceIPOx5/9cMj1jcG/GevlPjdl0usmS2emm2e7o1YE/zDrkur3qdd66uJu1jUUEHXS4uyKdI4OGjRbPY5vZji1GIazR4z0oe0nSGNrqPK72vQh7AtTfEQrb7L04OuypctJHWKKZ2OawTV0uhWNeWG6jmOmp6NqDw9A4nbVL4NmZo3JYPgJGtNULoWxaRksQQCXnfgY5gOhjnC75t4XcF9GSRzMtXi0XL7NN0+tX2d6p7O8kyRN65MU5yIs3JY59FhHV/EAqmBjdcLM+pLhmcdz+txammG5eUZHj3a5cZHT6hWWxi2jhU2yYiIlYsoFMjhdk9tNrIFm1jKwNGH6vPRbAs9ZKn3IpOj3sCju++qSiVQIrDk9WlmjHjUoJwZMJV3OHc+xvlzUUoli0LBoNZ2eLje5eFGHzuUUBihg2qX7X15uDQoFjKkEnHcgY47EIeVuHY8hW9UU8eOT63qUqt6NBttWs0OY+HCq7xHE31sYnom6binamoywfRMipEJu+0+u60eXk/D7WqkYzbZVBjbCnBj6B6huEs47qFiA0eyMXHRVVYdjPo2ziDErmBljvoqs7TRGjDsuIR6FinN5CtftfnyVy2GSZ2KrfF4Y8y9mw73P3LwWz5+C+zEmHB2xNkzUb50Nc+FM1l6WoqeluSd767xg79ZwzAcZhdtEnkTGWiTEgG4fuCQCulMCwJVHiZkg+3K+TpAVvPXX5jkF6/OoVsGP7y3zwerRzQkY9UdMd7zcbd9Xl2a5Pd+5yKXLxf43r0H/P39hwHm0rBUPowgvFqSfdwPnMduxcar2JhDl5DvkEm6zCzLFKDF518rqHr7Wp1v/d0BG5sj0nqUhGz4QiO0kCBbxG3mM5ON8PmLKc4uxxlmLJy0xYfv76uS6Ty53uKSKzIRJTcR5WCnz8FOj3TaUojZUAx25KG+2aOczlFK5eh32zSbVUzbozSTVDm9zkjeh8mTJw0erRzh9XymEnHmS3HOvxpTdffxPnef7LP7ZExjw2TUCDGzmGZ2Mc2t2zU+uVNTbvBTp8Nq03a0N6ReHRHP2cTzNudLOpcndUqFOLHJEm40w7f/fI1vf3uNeREmLsUoz9tYBbkhejx63GDlSYNIxyLatZidKzJ/vkw4E+fdd7d494dbzC9qzC/q9B2ZxHRUAz1bjpDI2lQlG/dwyKDmM6j7Svx78eUYZy+EGTiCvu3Tbfp069LMs8hORDAjBtu7Hbb2Olw5k+HKaZnItVUTXrbnm3WHjZrDztM2O2st1XjKJMOqN9doDugPxizM51iYy7O3N2Btrc144DCZ8ZnOy2eT5fSpLNV2i62jCq7bJR1zySQ1cvmEqneutXn3WkvhjmfTUeZLScqnC5TOFFh9dMjqyiHjsUYkGmVs+FSGdWrDFv5grCodNcgmZIpVsmE9Ri2fF6Yltz3CrW2Xd1dHCMn485MmL8zHyVxaJPPCIv/3v7/HH/7+PUZehykRgGdNUtk4yVwM3XbRQi6bq0PuXRvQbVrMnypSmkmxs3nA7tYhAg+YyopzOMKFF1PMLkW5dbvKrTtVYlFNoeIlezyWFnFD49YnDjc/GfL112f4+uvTDHF5Um2zstdgY6OpamE5w+JSmuqBoPZ7jDtDLs55nJnVCRcKqgS7u7FW4eioT7MxptNzSeYskjlTOa9Gjkxcugw7I+K2xuuvJfj8awmFMI5oNs2+xpGgw6sO91aqqpLxKKl4lHKxwMzUpMouX99eY2t3i27LoteySGUi5IpRzIhHR2vTHnWprnjUHvlMSAbw+Qi+5bJ31KVSHzIeSl6ygeVLdq2v8m2UA3jCZnNLMhkbtPsanb6uHqwW5hNErBCHmx5H2zJc06FZ7xAvWmSnwxi2odDFUv2GQ7/pEItppNI6hkQdiJA6kkbCQNX82QkWzk7QHQ85qErOUytwNfkQFZdrVO7JPvVDaSSHmJnPUiwl2D+ocnBQRTPkOoiiWxpeyMEXvFrLw2r6zERTLCQznDpV4szVWYxEiD/+1seqLr6S4MIrSUI5yVLxaHZHrH/UZ/16n6kzMSZPx4jmHcx4B80c4jviRtU42NA43NCYKE0zuzivGqz1ZoVGu6oa0VKRUFEJv6nkAtnsEqFwlqPGFkf1bfqDCv1+RSGaIiFIpXwmZ4aUZ4YMeib9nkmrPaTZ6tGoOjQPfJqyyTpG9ir0pHJtyUBa4KYctOUz0shkYmoILBy1hEqMgCsHyq3jKvRyJlWi3qiwu7tBrXag8nCTsZhq/IftEK1Gl8PdGoYWYfnUJWZnTzNw+mpdUq6SXlPlJ9YFpdlsH+e5+kwW55gpnaLf6rNy7z616h6L59KqDo4dwJFolmx+kkxmlpA9RdiaZu3pT3m69r4SgF+8MkM0rnN/ZZ3H63uEzTRhK03rqEdjt6WcWmZMw4hpSACbJjjjmEEhFjT+6t0x3dEYO+ZiCzUnsUQmsYg/KDBoJxn3YsqBapuaciCk0knVqGv1XOUAVu58eR6S3ERZiUZNGNZU9rg4z3RpJBtxMGLKOSx+WekuqszOY+FRGs4qA1gb4PsmH//+//SsDfryf/M/Bw1sVYFbV8RR1XwT06I0WD0R9D1s21eUARm4EKF3Z7/D9l5HNbQtcZOERPzXleNbCcCjIf7YwhdxVuFxXQLJRs4Acf3Y6CKsiENNRE8C16C8QgRmyRQTF6eILL6IN44IAzJIJ5EagdDmCA7Vk+s3gudLBqiGZcuwoEQaCGVC+Q+PHVmBWGuKm0+9T8mJVTI3Aia1jJFaS/JCPml47B2NlUv9pOmvXIkK9R44LJ93cJ00kU+a4582yQOspLgzn8/yDZrrJ614JekeZ7QG6EelG6rXyD8/EYCV31C17k9E509dxsHv9HzT/ue5nZ5JAMqUetKA/lk89cnPeb45/k8JAM9//2d765/93uc/m+cb3c8ceIH5KXAOjgWtLmJkOBBXRYzEI6yGb6DT2KXT3KW+v0Z1Z0WSyXn1lUtcffUS+ViYfDSszqsg31XeY4B87XR7dHq9Z4MBIp5JXrodlmxEC1PEnuPXCkWg3WzT7wmaMmjqiyC8tx/U7v6hEpSPg3hVjrYnzinvOYeYCgiWz1byoAOR4D/1P5+KAsdI7+dF4BPtRznRJHJJ9nkiYAaKz4lDLRAUAxzoyXGS9y+OUPmqBhvE5Xo8uBFcA4I0Ps6+dsVZGny/CCPi/JdBELkPiMAjV5TiU0jWsoiGcSE1xIkn4kGubyRMKpkknUySTCRISC9A1nyF6JZhLMnVdBWhRNy94txU7mIZ+pB10RkFTtPjIWOFd1YiaiBKy75K1hvBWAcX/zENQa4Rta4FOdtB1m+AdhdxVWVnK4dicM2pc/bYEXfimhWH7LDfZywDLkqwdHAGfYbDHt12k26rQbfTVChhuT8ppLL8dV8iU0TgHSr37+BYhBVhS96nZDfLOaqc1LK2GwGRSmI5lDtdzk9x0Jl64KxUH7WlSkQ/JfU+yycNBkXUwIu6rgLMtwwaKULDYKBEYMuSPOCwun8KirrTbgXHU9cVAlocwCJ6qaxmQX6GAuqE3JtF6Pzf/uBTBPT//j/8DgvFdIDL1sQYIIKdOKEdJSrL34sAKJXKpEln0ooKFY4GOc5C8pIBIM0ZojtDas0Ou9UWzYEMpyfx7ASySfPtGK5u44rLV2IP7DCaGWIgeFKhigt6WrcZ+0Ia0nAUUUDO3xNnuuiBx+KvJmtE4Fo/ycYNPrbg/Agc8+J8OzFNB+ulDBLIMRQH68kaKO5fiZwx1ZBQcF2NZThi7D5zyx/Lv0oA/nnC7vPrw2eHiT67vqv7gHIznyi7z4m/z0+HPOeCfXbXeU739UXsO3EGP/d9P29457Nu5eNvDobP1BPESEXnyKBkRIZ+NZdK9YhKtXLs8k8xcn2F1BfRPzg3DbWXkGc/zRSxTJ21avBPRMLxyGHkyGCECMAy3CXUgQDHb5oRRdRz1for17FCIhwD2j8lZ3x2YOZn1+KTY3LyT4/vxceLp9BH1LWgBotOMsNlSE0IJ3L1ffoZqqcZuW+JIq7W/WDtP34S+VSJV/f95wfCPl3MT3R7xV94RmGQP0UIBME6HAwPSkyOTjIuYjsqv3vY6zPyxPUbINSHvqUctb5MBWoBVSlqu9iC6ZaMMk8ytg11rYy8JiO/iWZqGJKHKM+mJkRk1LzzgHHnPnZ8CTu2hGNM0SfHwEvjjWVoyCXidYn4XcauDDDKUJCr1jNZT01NAPDiNpZMcxnE8gJKlC9CYRVdq6nzxvQCuoJ8UN3eiJVHR6w+OmKUTDBKxpk/Nc/ZM0tMl0s0dtvUd9s0uh3q3Q7xxJhSEVIxHcsLoY0M9qoV9msVonEZ+Myr56fKwQ7N+iGxqEcs5lGemGOqdIqY7Nm6u/j96vGEoUulO+ao6yonVnHiFKnkNI2mmI36bB6usHG4SmdcZ2QO8M0RIcMjavosZOIsZmKYrhwYO0DJxyN4YYta64Ba85BMMs9EdoqorG8yMDmGznikYqxigt0Pheh229TqNTqDHtF8hmg+jd7qo7d7tAZCgeurHmbCDJOyI0wW4pQLcSo7u+ysrbNTabHW9Km4Jr/41jxfeWuevZ0DHtzfYGO9x/6eTbdvK3F2YjZEzNKJ2QaNVo+dgwb11oCR5EgPNJJFm0TRYiIbYiodxhh7bGw22d6WuBhL7ReTeZds2SWalD1hFM0IU2+41OuuEkbTExrnF1O8dX6SUiSqepJv/81T3Akbd8Ji4UyCly6lVOTHjXcO+eidQ869VuL8axPU9ns8vLbP4X4LK6cTlti+Uob5UppHd7vc+KDB3sFQPkp8W6M8LQPagn11cdoj2k2Pai3oHVhxEztmMhBq1HAQOH9LWZbKGV5eKnJlucig0aTfaPJ4pcbt2xUe7rRZx2HPGJHJyPB7SLlAdQcGjkt75NDxHPU+4xmNbCJEIR5BOzZjybNtKuWqMuS+g0+vC62mrmLZ2oNASB6NJILR4KXzJX7pzXnKMZPV609Zu71DxdCpSOTO8Uyt3L/G8l/5eT0Nratz6fU8r3yliNsfcfvtXQ6ftli6kmT55SQvpuZ5MTnPJ9cO+dM/v8NHK/t05006cxa/+nKaX72SZvf+kHf+sqEclP2CyyDtookwPYBw2iNS8HjlcpSvvZHmjYtJ/uKbDb7zzQYzpy0ufyFCJOJR2+lQPRhQ62vU+3DqoqZqtpRgKpMjHZtEt6+gWS9z+4++x+0/+jvqkRqjl3XspTDFdJJCPEm2Y5PtWLxzvcpfvLePkYPXfjHN576cwGi30NsirFk47RBbu3D78ZDGIMQbb57jjTfPk4tskwvvKFKZFs3gDXUGd/YZ3j7gjz4a8M2PhgwzHlMX4cUrZb7x+ue4unSO7/27D/m7f3ud4eQQ87LOyBzTlQio2ohLV2O8cDVGZ3fI4cMu9apHy7OIZuN89Zdm+erX5nAPOrgHXR5cr3Ht3Qp3HnW4PYDbMhM+9FTP+8yVMK/+coyzFw3Kdp9y2KUQmaIQneZH7+3z3b99Ss8ZsHA6wsxCmJUnfVbW+pgJjZhgyufiSoBcnJ9gPrXAfHqe/bvXObhznarTpRG28SIhyukkk+kk91br3F+pky1pnH8pQj6t0d3tMzgaEYoXCccKfHC9xQ/erZCbDPO1357ka782weBJneFanZ1Gnc12g9X1Iffuamzv6cSmdGKTBm+cT/GF80m6Tp+VvZoyXL64fJHLpy7yrW/e5Vt/fIf5s1F+8/cWyGctfvyddW6+s0d6MUFKYhDzHuXsiGLBIJMPqd58d6tOb6vOrccu11ckf9zEioVUTm8uaZBPmVSbY6otcQCPmVwcK4rofCLCfCLM060OT7fbxNJxphcmlA5wtFGjddhmupxVtXfYZ229xdiIkSqViWXz7N1aZe+TVfY6HruOTscwcaMWetQgERuTjI0ZNDzVL5fe7qkXJsjlwwz2G/QP6ty4OeDGLXGoRMgtZcjkw6Q8l7TpUV4MUV6Qe0IXt9lUQ059dFzb5uLlSS68MIl51Mdbb6K3TUwty6ins/PoMduPHnOU0jhMaoRKYXJTcQrZDMvxM5yKneH2929y5+2b3Os2eRDz8Cd1rlyyefGczXw2znwmgSHDuR3JEe6zuTtgZ98hlZaYwjhvX+vw7e83eLI1FAHY8q0wKkcvI1l6roapJuwQa6JCHQ5GLgPHY9wXEUvDivpEsr4a3hOevjnS+PWL8BsXIFOaxs4v0vIt9pptNo6arN5qs3KrzezZEOevxvBCrgpulqxCc+xgjByMeAQjHiXi2cQcg5xt8eJ8mMvzETbdLhtul62qzvauzda2xtb6QLlzrr6Q5OqlFIWyQbKgs3nY44M7Na7frpEaOqSHQ65cmuBzV6fZb/r82dsiMvX5V29N8a++OMkHrW3eb+1wd3XAo098DrYlJ8xTG1TLNzB9nekpnVNndDJZX4ka8hz44sUSly+WaI777HYa7Le6VNpD6u0RWaKqJFsnHA1R6zo83gmEp0LCoJA0cMyQqvHQZNTWGXQ9quK+aXXkNFHOCG/gM+7CWCgqsgHUNMIqg9EmH/eZSEpzGvqOzmAkzj1PTQp1Dj0aOzJNbzG7FCdVNNltN9jrNBkPJYfXYn4ix+WlMtlMjKedLuvdLtX9DrWDLp2KS68mjWfZIMt0q8/lF5a5/MISKys73PholUa7TSxlEUtbhGMG4ZhJ42BMdTvIfkpkfKIpD9/2FJdfBGAsO3hYlmnyniy0PkKnzKSCmpjMMDVbViJAMlEjk2xxumRyesIinteJ5KHa9nn61GNzBybn00wuZFjfqPLg/i69geReZvGJs3rPY+W+OBuHtNsDhbsxLV9NsLoyCa7rWBHJNBwTMsWhYiqks+HHMYlgW9IUlbyUHu6wpxajdClDJJPg3vVD7n50QDSkkcuKRG/QVDhBn3h+rLIQEpEQScm0MwQx65KIhlmeX2B5YYGHmxUebh3x6FGNB/drVPf6hMcGKcvk9S+afP4tEzMfwYlHWdsYcfNai1sftDBHOoYjjs4xVtzhzKkwv/BajrPLCQ67Hgddnxvv1bnxXkPldMoNJVkwqY5HVCWP6mBE43BEWPPJRXXldJNZBUdM0hGPSNjjfCnL5ckCsWiIQ2/EgeOwdtDnyUGPzqbLYN3npcUJ/uXvnOfSC2n+4827/MdbdwSGTUi2Sb7MgFpKVK6N+tRGA7yjMO5RBK3rojl94pER5VmYWzb5ypfzfOXLBb7/fpM//u4Rj58MiAiG2DfJlMKkSxHECCYicDECF6d05iZNRhNhVXevVbn7YVVlV0aSkskoTWLJFBQ8sMXQsQnbqJxHXx9T6w7oDF1m8mVm8yUatQr7+1vopsPMYpLSTALXi6q6e7fKxzf2FDbmjRemuHQ2Q7zUV/Vgs8qDzRqVJ2O66xpaI8zSuTKLZ8t88OE+71/bV+LTpYsxwmGdh/e7rK/3SZcgVfJ5bTnOm6eTTJVTGPkcfSvOd/5ig+98Z4Opgs/FU4JntolNhiVmlcfrdR6vN7AbNnbdZnpugrlzZSLZBO/9eIv33tuiPAXlKZ/+cMyBuJYNg/JCilxZEDhtVZ19j45cc/EwV17JcuFSgpFfZeRXaNd9mhVpikTJFlNKZNrcr7G1V+flc0leOZckm44qV83IN1irDHlaGXCw1WF/s60Q15ITLo1ZyUuvVfrMz2eZX8hSOXLZ2hww7g/JRfsUEg4Li0kWFpL03TGNvogXQ2L2gGTMo1BIkC8m+P77Lf7hp23iRpzTpRynZ3LkFhPkFuN8eG1DlWmEmZoqYScsDoeHVAZV3O6SGzpIAAAgAElEQVQItztWm7S4DUImHrYlIF3jhUlL1cfbGj9YAXMMnyvApdko2ZeXyb2yxB/9+wd88/fv47hdyiIAz5vkJhKqdFMaly4bjwbc+aBLr2Vz6sI0U3N5Vh5ss/pwh3IelmdsFhbCnLuUZGo+wsc363z8cY2o4KMKkEyFVMbdcGRy/Vab6zfb/NZbC/z2m4uMjDFrjQYPd2SNaPDwfpOXr5a5crVEswr3P+nROuhSjrYoJ4eUz04xeW6K3d02a6tV9nY77O8NaDQd5k6lVEn+eKc9plEdUN0TnNSIz1+N8fprcZLhMKlQmHpvzF5zwEalx/pOl6fbPaJ2nGgoTilfYLpcVnmoa1tPWN/epHqAqtJknLnFlIqHaLpNGoM21YdQfagpJ/vs+TB+2OOw1qfedBg7EjGgK2e3DPtLFvbymSADeGOrzsZmnc5AV5u4qekYFy4kFbr6zrU2q7e72BEfK+wRzVhEMyFJTKBZG9GuSxaUh9tzicZQWe2C7VRY36FGJuSRDntMLRSZWixS7fRZ36mxc9BkPBa0rGDn5dhIo0WnVRHBK8z8coaJqRh7e4dKGJCGhin86JCOGxsztsa46yPcjRG//Moi/+zLZylOh9mjyWqlxg/+bp8ffG+fc1cTnH8tQaIUhphFr+/x6EcVHv2oSul0XFU0P8ZM9pAd56jr4nR9Ru2Q2vykc0XypZISUZ5u7LC9c6CiDHQXwuEskWiRTGaRcukiiWSJWnuPenuXo+oGlcpGMHyQi1MuhZmZGzE9P6JWdajVHIW3bnX69LrirAkxGpgKkdobDOlJY7svSD6PkGRpWRq6G0X3oszNT7B8epJoMqwG2DrDAbVmi2qrTciSe2mETqdJvXFEp9XE0GwM5B4fIpmw1ea8WWtjGQnmpl9ksnRWuX/FBXxU3eLgaJ1Wq6EGi5yhRzweIpEIU8rNUi4s0ql1eXT7LtWjbRbOJ5g/l1CDevsHTaJxcZ/NksnNYRoTWPoEBwcfc3Bwk1JZ58KlCYUxu/dog7X1fRKxPMlonspmk53VI3q9HkZCw0zohJMJQoIyFQeA3sMZjjlqQ3cE8bSucO6Z5JIqb5Bj0Ioy6gmmDoUUjyViSiARVF+nD32Z8PSGOCrD0MQV0XLcRnfr8qCNLzmLYw8znMEKpRlJE0/lRGoq41GyH6W7KI1Ex+/h+H310H7rD/6XZ33P1/7b//WZm0Ty2E1DRFkTzROXkrzMQ5MhNWOMoY+IRg0lAEejNgeVIYeVgRLZpG0pz0+C/hac8khhTofgS+MjGjiolKsuyJVzJVtOj6prJMjVC1QaQbxK81TEX6FuSM6YPEHJM7cQZyR2xA676llW8IRBZrDJ2IvjE8YyfVWSFTmQ16v+uLRYRDwKHEOWbmOLA13Ec8mSdAV9KJl0DjPTaTXQ12zrHNSgJfQXETIEZ33iKDwWgD8rYirXz7E752dxz0G+oXIsKixu0Cj+mSy/551BSsQ6EesCHG0gHsqm6/msyUCMCBCYgUD5WcfQs1b2Z5v6AfP2H2FIn3/9Z11o/38C8M++30/FjZ/nYPonBWA58opqKaKMvBdpCosLLBDt5P8ko9DQxlhaX9XR9iPWH97A6VV54eIyly4tM5PLMJPPELJM1XiWvZoIhiLWDAU7KtSdY0efYYlrPKyGS8XVJ6+RvxbssLqGZLc1GlOr1anWasH3+bC5tcODh484ODgMWv/qd5ShABEIBEkrDuBPhQTxI4gI/Ayj/J+qAj+n9wTH6VjgVYf1JBtVXOuS2S2iduBcDLDGx8dHoaID4VaEXBH0xNkpbkWVYyt5p4K5Ps49VREOSlQNzjn5uZZpE42EiKtIDiFASMWwIzHscIxMvkAuP0Eml1fu6mQyrURX5UY+zpFVf/5xzrCiD2iGcoOKEKoE5mOHayAuabiuXMuBG1hw3s9Q08fnv1wLkrfrjfrKqatEMk/2MNKUPF5vFK47cMjK2qDeiwwhy2cim2Y1/aKUYrF9qhLsr1Sv21WZufJVIZr7A7rdlhI2200ZQqqrvx8MeirzVOgU4n5VMRhjESM99fmqP/v4uIn4e1JKlDcEXxvgWqMxyV4XikogAlsi+kiSrmB2FQI6cEcLVecEka2GeVRucZA0euxHVDQFcd2NFKJ/oDJ2ZcSu3eko96/8rtFIWJHJ0uKWSyZVD8ETR7IccyNAuCrR3DD5P7793rMz+V//979OLh7EN0iMg1w3IvrKRSMCnyCz5TPqtttMz84wPTNNNB4LhHtBVivh3cca9rAcIXocsLq+zW61QVcIXR5BhrDC0xp4uoEdjpIWDGw6hxGKYdgxJTZoRgjHiNDR4vR8W13b8hwhOY2DoaOQ0Sq7VQ2cuEqkOkGan7jBgzXq2LGpLqtjVPTxWqruVXKtq8znQOSS31+hzpVYL47sIJv4BB2twBfHjI3n19d/ap08EaJ/nlD8bKAmeMFz9t7jv/6sABwsoceyWnADUkvFp3bgf3QP+acE4J9HcpAf5LomrkRt6bJGj9TeWiV7eQN2drbY3t2kUJpUZVgR9VpZMzUv4HLIuSX3Zk93g5JzQlyc4hBVefAizIujW5xvIsALYl2oPHJ9xNQ9Q6JcAhz/MSFADUWcDEcF9z0Vx3t8T/ns15+9Z57kAksiVzBYJ98ogotCQCPirwyFBQNKwQccyMFu0Kl7hoeXITe1tBw7zo/DKZ4T3p8jlcj7VobhwNRxgr1XAy5CTD4WgBWNKKQHgq7kWxpjhhJ51h0FArAvQWmWwpLK86OaRxIjgqCf9R6W66u9LzJER1jt2zvOHp3hHoalq3thPCT7ojFxo43fe4TfX8GKXsKKXGKglel6KXpuVB1jzxsSc3vEXBl46VPv9hl6vqIhySCSpfUwtS6u22bstmQpwvdT+ETQtUN0/QDD7WK6feVslncrBL67dyvcuXOEXS5hT5Y4fWGZi+eXmS4V2Xi4zcaDbTzLwDV1otEByXhHuXBjelKJwE92N1SFwgmSyYK65zmDBuNRm3QuRDprM5Gdo5xbxu/3qGzdYdjeY2Z6kunpSXYOB+wc9Bk6UTQ9ievF6HU9ej2PnaMVdior9OmoPSyW3Osl+9plNhFmNhlShoWoHkYy5wbSk9WFdNNl7HcpZiYp5+cJGTF17NTwIiMG2ghbM1Xvsd8XckRHEYFCuSh2NopW70CjS8dpU6OFbplMJqeZiE1g+kMshrRqhzQO96h0emw7UNcMrr6Q57XLOYXZfvqkysG+T6OVYOCEiKQcokmHiCkZmoaiKhw2utRbDr0mdJsa2Smb3KTNzESUhWJcoY0fPazx5EkTZ2jjOLYSYjIlh2jKxLQjGHaEoWMyHFn45gCsPktTcd66MMVMMs6N97e48dMtzLkIxmyEiakIc+UY9Hx++J0KP/zOEV/4jUne/I0yrUqbez/Z4XC/SaRkEivaFJNpCskMq/eb3Pqoyu6uw0AEVN9idjnCzFIEQewJhrzbcZXY2u3B2BjhilNdYgdHLqZjEBrZ5KJRrr5U5tWXSiyVyiyVyzTWDlj96QNu3t/knaM2Hza6hJPSV5SYPou4bqvnq854SE8JwJqqeFgjHhJ6UoRoOkE4ZmPSwZSwsPaYUVuIIxauGcbx5TPv0+r2GfRC9HshXj4zwa98foacpfHh9x9z69omThaGOenFRQjpUbp9j0q7R63VR2aR45rG5deLvPLlSUWr+vjvdtleqTFz2WT6RZPPFy/w+YkL3LtW48/+9C43Vg7onzUZnDF5cznDW6fSVFa7fPT2AatPO9RjGp24Tjrlk0oGRgGJcrx0LsSvfCXOl16L8IPv9Hnn2z2K0yGWXwhjWmMqu01qtT59zaSvm8yf8Zk/A1O5FOVYgVRkEi18SdUnf/B9PvnDf2DfqNC84BM7H+GFMxOcmc4yul9X9ZOHfb7/cIhetnnpiymuvBkn2mkQbTfwexG8XpwHT3y+/1GbrYbJL/3qJVXTkT2mInsKp25E4ow6Hjvvbar6zorJt1dNkmc1Xvlln6uvTfLa3Bc4Fb/AX/+ba/z1//kB/mKP2Osebd9h59GQ+pbDl78SVzU4cJQDWPYAqbko+VnBKs8zP7WAXuuj1wc8uLHNT999wicPatzsRLjVCWOPR9ijEUsvmLz45QjLpzVyWpe8MWY+N8NcbobvvX3An3znKYOxw6UX4pw5H2Ntu8uTnS6m4OGTFvnpGLOnMszN5llKT7KUmmTnzm22797hoN/mSLZQ8RCXF0pcXijzo1vb/OiTbQozBq++kaYQsTj4aZfanSHp5SzpUxlWHtb55KNDUqUoV786y8tvTnJ0Y1OVCK2VocejLY8P7/nst3Veeiusak6HeUOj0RvwpNlTWfEXpxe5ML3At7/7VNWZ8xn+i//ylIqr+w9//Ijv/f0mVz83wdXXJ0jZPSJeg1TGJzsVJlOyGTR6DJtd1h4NeXTfYW3PY72jUxnqhDSTsG4QyXmEhQo7b3DulMVUwSCqCblCU/chQeen4wkm80XcocHDu0dsrNUpTsWZmIxRqcD2tkdjCE4Yuhrs3O2yfa9D3zAZxWy8kIZmukTjMDcfZnYujN4XlLdLPBUhU0oRjYXRuj56z+Pa+1U+fL/K0dhlkNJJZm3O5eKcLkTIz5rkZg28bp9xtavy1XWJ60lEObWc4dRyFnsQgqbNqNKie7BFfXeftc2+Km3ZRFu2KBYjzGViFCNxUm6e9LjAj/52lff+dpVds09n2SB5yuKyaKtLNrmwQTako0mc6cCh3fCoVqBRNyjlM5Tyab79wxr/13f3uP+0J8/lum+HNPKTOgXJYQ3bxMI2juvRHogjVW5YQYmj0RcHcNjHjsumCvShRhydX7sc4huXJcx8ErMwzU4X7m5WuLl6yMbtLpu3u5y7lODVL2Swkx6b1RaVZhfTQ9XYsBgbJknNpohNMWJxai6qcKgrjRYrzTY7VZ3DSojdXVh/2qV26PDmlRxvvpwnXxCcJuzUu9xcrfPJao2kMybluJw/XeDFy2WqHZ9/uFZh72DAP3utyO++VuTDyg7XKts8eOKw9lCneiAbVMkjQ7kKxS01VYbzZ3VKZQNNssxCFuVcilI2TcvvUxl1OOz2qLSG1FsjClqMghYP8tTigtUcsbbXotbsk46ZZOIGrmEzNi28kYE3kGlaj3qnR6PTC1wZwosVtJ5jMRqKy1dyamWjZWPqIQopn3JaNiM+XQf6Y4gmdGKCm9iTvAGHeDTE0rkUmXKI3Xad3ZbgVyx012aukOXCXIlEPMqjepuHtTbVvTaVvQ6toxHdio/b9xUKPBYzOHduQdXa2h63bz9RyIJUNqS49ce0R8Xor+2NVcMtkXSJJF1MidGNi/tWJnYt3JGH5zj4Q1dFmQjaJZ81yGcMJmfSTM0XKZYsEvEa6UST+Zytygt5yglZEefGjrjAdRYvZFm4kGV19YhbN3aoVl1MyS0ZRll9CCuPfNpNRxXaGNN2MQRpKejBkLjvPOJpl5BMYfuS9BjC1ONYehTDGqtqVZvU9xsqe2HpbJHpuRzX3ttRJUJILG4wdnUlAI88GYDwyU5APGwTD1mSXIcuCJ9omAtnl7hwdpmDeoPDel1NpKyuttnb7jFoOGjOmJde1bnyqkFyMkm4mGZ9y+HD92tc/2kNXXKLxwZmaIwZHnP+dISvvZXn7OkYTytd1is9bl/rc+eDPomEzdKZOMmCRWU45Gg4pCnOroqD6cokoSJK4kjGl6WTzkMqp1E0o5S0OJlkhPRchHDR5u6TDneftDlcdaitOlyay/MvfvsML1xK871PHvC9Ww+lfY0pDWAlANsMPIPWeKjKrUZwaxH8rrgye0TsEQVBW8wZfPWXCqre+aDJn/zVEU8e97HHGmFfpyCTL5NxHAd6HY9syOV0zmWyoOFORHFLUR591GDlehPPsIjlo0TTMhHaQ5MGuhHDN6JBTqd4Kj2HnjS7gPmJaRaKU9SqB+zsbuL5PXKSxzsRIxJOEw6nuXnziJ/+ZJtMNMSvfHGBl17I0TWO6JkV9pp99psD6hsjOhtj/LrF9PwkM3OTXLu+z4fXAwH44kVxPYgA3OHpWpdoxiOa9XjzUpqvvpRnairBKBanic3f/vUuf/PdHSZyPmcXDSbnbNJTYbSYxtp2g6dbDYyapWpypsTc2WkimSQ//sk67/10g+KERmFCUw3Qak1G0AzKcynypRj1Sod6pU1zz6O566vz8cUrBc6eT+Hrh3j6Ie26R+NIw7Ji5Cay2JEw2/s1tvervHgmwYtnE2RlGtI21fT9emWkam+zzf5Wh1w6ytJSTiGCV1cr7Gw3mZvJMDubod3yOTqU9XSIOeoQ1QecOpPk9JkEvaFLrTVUm/5kdEg25TFZjqt658MeP/iwR8RIMF/IMT+ZIzMbVvXeO09VCQ3i4guzpAo2e709DnqHDJpj+o0xiZBkTZgKO9VpjBh3x1wumbxQMrm1o/PDx3JNabyWhwuCRX95nvTLc/z5/7PKn31rlf6wR64AhbJJvhxT56NpeRi2y/bjIQ+u9xh0wiyfm6M0XeTuJxvc+2SDqaIcQ5PFxRBnLiWYno9w936He/fEwTgiEXdVTno0lmQwsrhxq8lHt5r82psL/Npbi3iWx2arxePdOnduBvXWL0zz5pdnaNY9PrnZ4nCzTcRpktQHnPvcNOdem2Fvr83qoyo7W222tvpK3Dt1Psvp8zmF3my1hrTqQ+qVAdp4zPmzFufOWBRScQrJGM2Bw65kD1e6ampMKh6KK3xVPpunVCwp98yTjcc83d5UxA6p8oxMbaexY1Drt6i1u9TXNFWFSZOpU5bCQwv9o9EeKdyUNIVk2pShxvRMhIXTMXJFi83NpqrhSGc41plbSPLi5azKV/vw3Sq3rzeIp3RiKZ1QwlC5LTIp22mO6bbGjLsyOCVCoU4yHXS/uh2f8VCGAXzilkd5ocDkQoFqq8/6dpWd/aa6F7tjyWrVVS5sIABLAybE0tkMk3NRtrYO2dwSUUBcRWF8aUrYHp40Xao+4arHb7x1mn/x9UuYSZ/3nq7y/qNt7l7vcud6l/NX45wTwb0UwYiG6fV97r17wP13DymfiVE6G1MPu0asr1BtImS7EhE7iqE5MSKxJJFkil7f4en6Lts7h9hy59JkEjuFaaVJp2YpTZwjlSrTd7sMxl129lbZ3X9MPAYTxSST5QjF8oBiqa+GBBoNqT6txoBB30P3wwrNJ6KANFC73QHtzkA1tk1ThBoNS5ovepL5+TJLp6cIRyWOoa9wbNV6i0qjrRqltmWrhnmzVaPTaaH7JrpvkclIplFENZGbdfnnUUqFc+SzS0qIEMdQrbHPUW1HCcCdlvxuDtlcilw2SSE3QzE7T6vS4uHNT6gcbDJzNsbs2RhHhy2ODlrEEkUKpTmyuXk0LYum5Wi37tNp3Seb95lbkgwyn9UnB2xu10lF8yQjeQ7Wq2w+3FMbCzMJlpxv2SSxTBLL7WMO2yqKo9E3VcM6kdZUpROnSSdO4Y+yjLph3EHgWlW50pFAPPHEsaHObRGAHRxpXPg6Y9kkeCIAN2Dcw1WIZRFE01jhjHIOO5L9q5kqr1Ea9CcuNhF/R14gAN/8w08F4Nf/u3/9zOEqooGpC4XFCBxKqlktP0/cUYJ8Hal7VSxqK6xss+PQaDuMR+JICRqLVsjFMEYKwy2la5IfLQ4PEfVE9JBmR5DfZ+gxDE3uvyKgBULMSVajuHhViTNIBFwRTYYBGtSyJXfZxddc5L8iYLh+THzDymmk6x5DyeSSZ8jjRr+0ZeXPFxejbdhYEtwsWshYGswjPMmt0xymplKq+o68P1NFp4goIg04Je4eO8NO8laD5uwxclKEp2eO0xNxNnD3SBtYCQSBwv0ZH2ggMgSus0D0ORGAgx5+4J4JBOBPHcCfddQ+LwD/PCH4uP19Ih8e/+zgbz91EwevUrmYJ43zT2Xrn4myfd4FrRraJ2Tvk8/lZ1zOnzqOT9zPz0QQRTIK0KiyVgfGNmWBfPaeldCNoFllgFIGqzWqO6tsPLxBr7nP9FSOmcksS1MllqdLxCKSNy4idzCwK4hiEckE2ywiopyzIqApgdG06PaCRoEtuaixGNFwhGgorEiYlUqVarX2DK8rWcCrq0+UANwXVLuISuI0DMxUx46nZ+bTQNpSLuAT8f+zTuDPsJz/kVP4+X//Kenpmfh74ig/xocH56Q0CANksFovlUAYILEVFvvYaX4yPCDCr4ikglNWbt8giPnEqn6MOA1+rpz/4tYN22ESiZgSCxOJONF4gkg8TiQqjU6J6ciTyRdJpQXvHDiBT7jVx/qLcukqbPAJctnXjjNkx+r8E7LESVbziTVeCW/HSGiVw3w86HJyPvkyWOr0A3S8uuY04uJAjseDrGQloojILNe+CM2BGP7MAXzyO8lrhj3Gksc7DHJ6xS0rpAn5qnJ95bzpdp65W8VF2+93VQawyvE9dvoGca0nSPjjnGZBcZsicgeZx/JVhhLEdeofC/nRaEQ5SxVGWP69Quw6AWZX1mqJARCBWvDWxxnJ6j2KCfI4aTTIQVULnlrvAgfwEFcTcUgGzaQxLvesgXJISE5wOhEnnUwEArArz2TyVBOsZepa1TT+5O07zwTg//FffoVE1CJk2YTlmjqeclHoaUFTy3xlX9yJXRaWFllcXCQSCQfH7tnaD7aIHOMh+weHPN7YYvuoqiKcpPquS18G8FVUgK/umYViiVyugK8LNlh21OJANxmZcZxQFseIq+tenlUGI+mTjJUALPKSfJXBKelnqenvE2ewDAepXO/g3ArcwYGQeCKuK9y2ZE2rIQl5DnLUgIBcH8Hgha2w3XL+yp8tTmA5QM+fA2qdfg5VfsJoDq7R5yTC5y7/wBEaiKFyTE+yjIPvDX5eMN/zs5jpE533+FX/tAB88rOPvz47uMfL1bPf6Fg4fva7nMicrojdBpbhYeuuGhqTe/LI6XJwuMfB4S7F8pQqEWyVS0RGvI6f90+oHK7u4uqBE14ZVMcyqCICrJx38iziMBr31YCFXMPhUIxQOKYGhgxNngeORVJxxMn1Yog4HQyznAy9BANbwRDIyX07IBrIUEXgEFevOT4ocu5Lyf+esRwkp0uJwMeI/+NjECSCy7iFvCOlsAoQUT0XyyFXwvbJveCZ8/rYlX583ANyxc+eL8F1J4c9+J0llkNEDRlotw1xFI6VWUSoceL4FeCyOOI9w1a52MF7EjijCLE9TLkHjgO0rwyDjH2N1mCP1mAXO2yrgZ647ZIy28S0GpqzgeZsYkSuYESv0Pcn6LhR+mMbQ6Lc/B6hcQfbbQfZ3+0hjidDLEk1XBQyWoTMlhq4U9hRdc+MMRZSDHt47CoktS0ivzzzjaDZcPjk9hGf3K6QXpghtTjLmQunOX92kYlCjsf3nrJ6b42w0ASSccKhLmGrStQcEdcz2H6Utb1N1va2sKwI8WhafQbDgeDuOxQmYhQnYsRDE8SsMiNxEh89wBtVWV5e4tTyEkd1OKxr9LoGo6HBsG/Q7/sMej571afsVddoOQ169Bjro2AY0oZSVFcV1SzCgjL3NfqCENd9tf8UClw+XaKYnQLXolHr0G73GPgjVWEzrMhW8swi0QBDGWBMWZhJC7/Zw2/06IybNLQ6ZthiIbvIVGoK3+nhD/s0qkdUDw+o9Xocuj5tQ+fy2RSXz6SoHnbZfNqiVtPpD5MM3RCa1QOrR9g0CZsGveGIuuztumM6DY12QyMzYZKeMJmbjHFqOqXOoQf3KjxeaeAMLJyhGHLGpEpjomkZ0glhhSPqGI9dO6DJDbssTsX5yiuzLBUSfHJ9i08+3CK8GCGyFKZQjFJOR3Ga8HffOlL15d8tqvIHQ7bvVqkedHFsj7GtkRFndzzJ9nqHx4/qKuKsI8doJCanmKrx2KGn8oRd+j2Jv/LxDAfPlH6z9J09nIbGoKoR0UNcupjj0sU8L59b5JVzi2jVNtU7azxc2eEf1iv8ZLfO0HAZ6p6672ViIbU2dOVYuWL00UjkJGvbI6L5JNJhMlMpYpkw/rCDJ1FksiXro/LsHd1SBItGq0+z1Wc8ks8szPn5LG+8UEB2OB++u8mdj/eIzhpEZwxCRpSwH6PZcdmtd9ivd4kZvqqLr+Z46a0Jxh2Xu98/YHu1QWoZUssav7B4kV9YusjjGw3+6k8fcOvhIa05S9XnljKq2lstHny4y9pGmz0MaoZBaVqnPKWpiK5eU2N5weStNyw+d8Xkk3dcPnlnTDpvMrkoVJKRGjJotQYQD6HFbCbnXMpzLhPpFMXoBIlQGdM+jxk6x/U/+AHX//AHbGsV6mc9kheivHF5ghcXMtRvHtG4ecjNjRHXdnzMyTDnXo9z8WqUaKtFTFyUzRDdZpx7jz2+/1GX3bbJN37rAr/2WxeYjraZibaIyrWpefSqfe69u829d7a51gjxQSPM5BWTz3/D5MrlCU5FrlBwlvnLP7jBX/7+x5jLAzJv+HQ1h+3VAdXtIV96M8qXvhBj1BgrQVgEzfnzCcpzGSJmibBVJtSDcE/j8a0NPnr3PrfvH3KtHuVaI6roC1KzZw3Ofc5iYRmKIYeJiMdCepKFVJm/efuQb/7FBkN/zEtXkkoE3jnoKPqWK8/hlkm2HGPmbIr5+Qyn0nlOpfJs3l5h484K250O27qHngzz1oU5Vd+7vsbfX3/CxFyIN79UJG+FWP9ug+0fd7GWY6oqtTZ7O3WK0ymuvDHPpSuTbL+3yvZ7K+zUPHa6Jjsdk62mxTgU4uqbKV57M0l4v6GqNuix5Tn0NYNiuMREaILbKw1ur9Y5s5jiV740pZ5V/923HvPdd3b5xq9M841fniHutTGaVaywo/K9QwUxWboYnsvu6oCNuz0ebIy4deizVtdAyMOOiKk+2Vmf86dtrpyPMFs0lV6iOS6GJbqPR9qOUrDTdGtw4+YR9x/VSU6ESQjj39MAACAASURBVE6EGPUlu9yi0RtRHfU46PXYWtHYXhUSn4kfMyUJBl0bkUjCuUtxpVdafRdL8pwtAy0WwrBtouMQUTfM9Q8P+fDDAw7lmTNhkkjbXMpFOZuLEMr7hAo+/sDB7zhq0DgUCSkBeSIv8ThxEnaSuJXGbzfp7a1S391hddtVlb4YJnMxxFQxzlwiSVoLMz7QcA81Pv7giI/fP6IWGuIseCSXDM6diXJ6MUTKHJO0xjAcKyJCu+Gr9b/ZtJidFIJjgf/37UP+zZ9vc+dJB02zNT8a1lmYsVmcCZEoJEgW4xx1Bqzt1jms9nDaglYQR41BJCabtQBPEtd95iIWi2mbq1cKvHqlgGN5NDyHhzs9Pn7Y5ebDLqG+hj3QmJ0Ks7gQURnC1WGT7lgmkeJEzQSOMVb2e7PjE6r7pA2Ts5eyqq6tVLi2esTa5oi9bY12V8LnDUJhg3woTC4UJp+S7Ei58Y44GDocDkekfI0UUBJs6HQKx/fZPOyozfz5qSgXpmLs1Jvs1JocNXSqzTC9gYXpa6q29mvKATddMLlyJs7ifJxoKYaZCPHgRpuHN1rYkgE8KYu7q/DEIgDHRhaxkUkipZHIwNBzOWyMaPcEcWYSsU2FxZFSzbWxNI8E9efLoB6aPwQEYSnTrxmFHdvda7Ani+2BSfPApJi1mS7baKZHve/QGo7I5EwyOQun4tDdHaqb1uzpFOlyiLpMkTlt6Biq5ooFLi1NKVTXew/2+PGDPZVhIG6jYcun3xT8oNzUIJWRLMU8mWyOnd2qEoFdb0Q6FyGdDQetI99XjeRaNZgITsQ0EnGIZQUJ4lGvW9TrJk7PwxuO1OZBRN9CVmeyEGEyH1GOYjtukki4FJM9JtIDCpMpipMpDiojNnb6HB0O6TRHDPous+cyzJ5L8/Bhk4+uH7G9PqLblKkqwUfZCqsoSJOx4KAlH8+QDbE0li1czyQUcgiHhnhDT7kD/ZFMRIpjwFIY51DMo3XkUt0Zk08Kuz7K0kKYBytNHqy2aPc0BmNDCb/ifrHDMDkVYXIqevyQ7jHsy5T0CN3XyaaSZFMpZooGsxMmRshmqIfYPxpy58Y+T1eOOHvG54xMUC1lKS8V2T4Y8ZMPjvjx+4fP3oupBXiwly4l+K2vT3DpUoI72w3ubjW580GPO9f6JOMRTp/LkM6HqPb6VHuSUSW5RgOlVNueTLzqypUtv0d+SgRXHefIp7vpq5zDL32txOWrOW7ebXPzbovVO03Wbjc5PZnkv/71U7x0KccPH+3w7so2Y62vSkgBw4FGX0omY6SJ07YZtwWHMEYbDQmZI1Jpn+KEwS98tajqp9ca/MV3D9nYGBAyDXWNZJOC2LboOj5NQdmGfE7lNSbzBn42CrkYqzfaqsxYiMxskmQxBN02freNIxN3go2SxokzUIMVuh3gJxeLUywWp2m0quwfbdPudRjLptcwmJuZVHXj+j7v/OApqZjF17+ywMWLKdZbu6y3doglosTiUVrVoQpabx2NiVp5VQ8f1Hl4v0Y8pbGwLPlzcLjd5WhfmvQoNPNbV7P86hcLKjO4CRz2xvzo72v86O+rCnW+tBxSAnB+2sKK+2zst1T5DR3qOuXyFHPL80QSad57f5Ufv/9YiWe5CTm3JXN6oBqAkhkrTrt+V/LLhtTlfD701AT/mXM5FpYSmFYdw6zRabi0qvL5RJmYzBOJR9jfa6k6vRjnzFKcTMbHjkr2j8tuVWO3ChtrHTbXOkyWs7z00gyhiMmtO5usPt5nspiiXEyrhq/gwUWEPVzv0604vPq5DK++nuVgv8PqSl09KU9NesxO65yei3J6LsaH98d8eE8yuiVrO6Hy5bJlk2zJ4r2/3+HH39thZjbJL3xtltKixVZji+36PrUDl9qBRymXZKGclW4Q6+sNjvbavFQ0ebFo8mBf44MNsH2DV4sWZ6ejRC7liV4q8Pa7W/zg3U1atYGAMPj/KHvvJkvO68zzl+5678q7LtO+G5YArUhIQ0oUOUFpRK2k2IlQKGJ3v8bG7v4332A3YnZmNbsyM5JIygxFIxIgSPgG2nd1V3V5c6vuretN5k2zcd681QAhamIX4AmA3Y2quplvvpl5nvP8nmRUro8YpekYkaRPJOVTO3DZvT9i1Esxs7BIvjTB7VsbfPTBBtNFj9UFnQtLES7fTLKwKplAPgdVD7s/xJNcLJlmTiWV6/TOvQ5373b54qszfPGzM2pApd5z2Tvuc+/dE+6+e8K/+vo8/+q35qm3h7x7q8rTx02GJy76IOALX5vi81+dUveI9Uc19na77O3a1E5cVlZzrKzk8NQL0gDXE0dZRE1JR8wBUWvI3GSB+akCPW9Etdvj8KzH8YHHsdr7EpQzCTK5IunchHIuPt7eYGd/Rz1sG7pPaTJBZS5NYOicnAw5PbXpnkGvoYV0h3LAKPA5boxo9rxxxp1OMNQIhjJ8ZqmXCnmhOtzuc7DTVxPquqmroYLnnpvG1CzeeaPK7Q9qGJFAXctWMlDXhy73TnHfOAGdk4DOqU8uG1UTdImENPV83JFL88ym2bCZWSkxs1KkOxxyXG1wVmtj+BqGH+YZmtEog7bs/yOVf3rl+TzzKyk2Nmpq4Mg3JApDVoaO30fRGS5PJ9VzxYtX53j5xhLHnQHfeWud12/vqJyc+pHNleeTXH4hSboYQyboJDLt/pt17v2szty1GLPXYsTyHoHloJsySqMpEgl2lsDJ4vm62qfElVtvNGg225iagXjZPC+B5yaIRorkM9NkMhPEMwUSmQK7h49VxeIO5WKEQgGMSENVCK7TaYsT+GhAvy34XnEBmSRTMZJpyaB1cEaydsRdFwpvupbGIEOhmKNUziv0XLPdotXu0euJaOyTzqYU+rjdbVI7q9JqN8JojKhFqZCjlM/R7/Y4PTrFkUnLhGCsi5iR0O0TaNK40um2OxztbFE/OaIyOUFlaoJCYYZCYZZWtcGj9z7g5OAplZUEldU47VqP9mmXbG6C8tQi+fKccDhEWgJ3B7wdosmBynASl+lJ1eas5hLX8yT0HCd7NfafHjK0e0TzGjGZ9i5ESOYjOOKGbgraUJ7ZIuiSg5fwlLM/lbhCKnkFk/x42C5EIEtjULcSGKY41CJKAJcGoAjAtqD0Rj7DkeDyWiAOYL+nGmh4tspyNowUgZbEJyETbMoVFop3IuKIS07c2QLmN3nvP/6vz/q6n/2TfzfOpg2dgaq9rzqMYwfwGB+qHC5yLRu6yt+1JNYicFQ5trgpQmeqYXho0rgVN0gwQNejCpEu+7sIUKqhqZyHoipECXwRAOTbSSb8GMOpXHi+KkuuI+nLS1PUkwoRhuHPE+aLiquCQHIXDdxAsM9hs/1ZDqtC88pjZyjAistZSjmABf+pcLcyaeKQycZUyWS95E/LUIy4vHu9/jOh/LwhHDqJQndO6B6TYzB2MY8FqfMGbqiwfiz8jj2Y4/PwCVHwEwTPcyfnWJ4dN/c/zh8+P4nnuNJPumo/aTD9VaJjKIKNhQTV4B639p819kULCZ3LH/9e6CY/dzmFaOMwj/BczvxY7x2L2M+EhLGbTh2DZ2rC2LU2FlfE4S7XsxoUcMdupRBvKqf9k98jE7fIxi0GzWPODjfonR3h2U28YZPLq4uq8tkUUclKjZkk44J6Nhn2RTQY4Clcpfz8sreJ+1DHHjkKxXUuyInglojElBP4PBO33ZGGloh9PZX/Kf9+VD3h6PiEnuTw9WSQMFzjIsyck1dFSAoxmGMx/xP677N1PBbMnjnSnsn0v7xazgUcdbUqd3s4PBFa5MbO8XFurBI2jRBbqj7DJ3JH1SiBiBFjsUmTa23sWgxdvr7K4xVMrwinqaTQaoRYEFElWbBSko+czWYV4jkqvz9GaitndUQqqkR2wxBc8TijVlDR5ybb8TFR63TsZAzdx7J3yS10vCed//PjhT/Ge0tEzxileu5vHmeQPhPcNIlrSpFKiEgU2v8EbS/55oKRVZnytqwNaRD3lbArJU33brtOp3OmXOSSDz1Qjt8B/f5QETAE6RwiJAV7Ly4jGQYI74Oyls+HcAT1LzQpEXEF6ywCoUI/W2aYYRwdZ/mqzyn7VYjhlucwKSXmmyIAC57/fBca+3vHbs/zvUhlM0v/QCYS1GeVfc5VVAZx/ko2r6DN9VgcPSoZjeKoHuGKyC3i8GBILpNUJUhoQWrLJq6w4Oq8hGvyp7ePnm01//Y3b6rMSuUelwZ4PKbiHOKyXgSxLXuJ0BY8l+WlRS5cWFKDSoL2FUS0EliFXqFLNqmhaCMnjRa1dkcJGM3BAEfc/MrRP1B46UjEpFwqKadyo9mm0WjT69sKt62bCZLZCvF0QT2vmZEogRlRJUNZ0my3fQ1XE/ejuMV0Rd/o2676GkNHBMjQzRmK8+PhKPVzSmZ06IQOUeNyv5HP4aiBYrlHKmdzaLlUDo8Q/hAOVj37a7zfK5lP9uSx8Kj2irGIe77jPkMCj68RicqS4XG1D4d28WcDG+G+E0YFyLWvLqNx1EM4wCH39/EF+EwR/vQQyifvIueEgV/+M88GjdStRO6n4bODrHXTkKxpGZ4SBHpX5VqLSJ7N5sjk8phyLsZDTSESe2zLVc8Dmmpwq88glA7J7B5TAnQtfMYYjeR67ajrNx5LqL1JIiWk1HmTIR/1vCEEE18NOEjJQEI8HlXrWuVEj3ttItLHE0JhyYRrRWIexMWrMPgSiav4BOP75jjfd/xsHD7zhpnpz+6b50QO2QN8EcLBkmtXHw+DjSkgKhlendMwp/782jrHJodO7RAxrcahxnEZcv6ErhdPyloLVenAhUFvxLAr+evhPUiXPVft66HbWm6sMkil/Mmy5cojlUIxyxCOQ2/UVDjjZCpJNpMlbnQxh9uYo33MoK0qSL5AkHyRvl+kN5JBUI2U3ycV9Bl5dRz/TDntJX7O94WyliEeSZCM10nG6op8F5PjMArUUG63azP0dlUJwTCZSCvnt/TyTqsDJZzcuX/C7KUlZi9eYGntAguLcwojv7G5zebTbYqFEsV8iajVxvQPMZWQnFPUvprsI/IuZMjAroFjDziuHtJq1liYSTM/k6HTMqidhM+1iWyPbA6mS1NMlaYhNgWxaXQvhiHGm2FAv+vS742onh1z0qiyc7LD5tFTem5bicqlUoyMNSJjObg9j2HLwxVdW5zklsnSYoWlhbKKQEgkUvQ6Q/b2jlWEUG8oGegu+VyBQq6Ipgc47kD9bEZMV+X1Xby+oKKbND0RTeBCaYb5wiRRzVC1u3vC5uYBJ80uHYm6M+HKWpbLazlq1S67203abRnZTuCJ9O7ZDH2HqES6yPCy74XUFMen37Hody0iiTDSZm42xaXVIlFdZ+PhKTtPGgy7uqpEOSA1E5AqyrtPRJEpnZ6u6qw1ot60Wb2Q51tfW+byUpb33tjkvZ89Jb1skV4xmZ7IsFDM4bQN/uYvqvz1Xxzz+a+nVE3loyRHETo1l9uPGjze7pDJSf8hzlBiFhRp0+WsG9AawsxMkumZpDK3nOwPGXRlsEyIRZDMSk6vCPtC9nDonel0a5YyVk2UTSpli+treW5czDGZSJH1k/RaNnee7nFv+5CtU5utkyHxrE6uYipnWG8gUYI6+UlNVdzzidoS/acRnzGx8rqid4qBqpxKUk4l6PUcjk+71BsylO/SqLkk5N06FaNUjDJZjuKPfDbX2xzt9Vi+lOTCpSTRkYnRk4xrl+PugKOeqMnhPXb1apKrL2QUavjowzan0ldL6XRTGr/1ygq/9coqx/eb/PSvN7h354w9K6rqlet5XrlewG23OXh8yM5ei426zkFPZ245xuxylGhEnkNMJis+FxZcFmdczh7rNNYNoimfVEnu0yNqpyP6Q5/MVExVITcknx+SS2fJpiZIRSZJahdJapf4pz99nX/6v15nzzijdQUKl6L82lqOF+dS1Dd71Dclf3bERs0lOmGydDPGhesRjNMBRq3P/r7G9r7B+g7c35LQoxjf+r1VVRPJOBUh1PRqGPVdGgcnvPFWgzfeajKSuK2CwdJzKZ77fJYLMwWyjQr6UYbvfneD7313g8RSwOTLpsqUlp7foG2ztmSytmjhuRq9nkYpm+DqUo7ZiRQ916TvmuSMIlm9xMndA568fpeH94/5UdXkR8cSN6NjWjqVeZi75LOworMsVMCpGNN+RtX3f17jz35wyMgIeO75DDdvpGjXe7TrXVo9j4ZQTSdirNzIsbKWYS2fZjWXYuujPbZv7/GkOWRd5o/SSX77hRW+8eIqP3h7nR++s870QpKvvLZIUYty/z8f8eAfT9hL6uwmDEzRZYoely+VefW5JV68OMPOj+6z8+N73Npzea+qQynFlZdKrF0rM1+eZL4yxemdh5zefUQjaNIqjGjqAdXtJCfbSZZWUqrmMhozEY/jwz5/+oNTfnS7wx/84SJ/+IeL5AZ9zMMzuoMuNd2mYTlMF+KqTrcG7D/o8WDX5v0Tl8dnAV7PwutHyEx6qq5fjfC55+MsTZkEPRtxP6bLCdLlJCnXItXWOdt3+MWHdW49akFG8J8RJnNxZvNxNcB3dNZVOuCe0IQPI7T7gVrDI3nPNXzSeZ2bryRVma1AVd93aRoerq5R0dKUtTQfrddUjWJxUjNFCtk4065Dybdp6TZNfagGhYSQElOUWYjoOu4wijuIMjub48JSgUJSJzoa4nT7PNluqVq4nGThSoJKpUAhXcawTfbfP+Tg/UMcMR0MTRp+jxOtgVZ0WbyaYX41SSk6oBTpK2ONxJTW6z4HJ6I/wuLqDEtr03znByf8+7/Y5cFjifeKEaTiBlfmE1ydT5KZz5FdyLHX6PLRkyp7hy1GZx6jhkd+wqJQEd5LgNN1KRnwmYkoL84kWHhunsXn5znpH7NT3+bWowbv3Ha5dc9jpZxktZKgnDYpJnWMqEPf6uBbHpn4BJl4hYHWoy/oEAl337VJBiaXX53m8men+MEvDvnBLw54/LjP0a6rHqSWrkjTPUlLbN17PqW4x3TWI57XcPMGQd4kY1hkTItkOkIiEyWaFOFYprfCSU154fEEz9DxFB7FsVL4EqQdiANR48H+IQ8PDpnKWby8VGD1QoHccg4tG+fP//dN/vz/2FSYx0vPZ7GSBvWWQ705Ci3iPZ9c0aMw4akByFZfprAkb0amf0UI7alSIrA8fBo6qWyUVFYaZoLWsylN5pi7MIkRsdjeqbKzVWPvgcbuA0Emx5maSqps4Fq3R2M4oDIVpTIZxeiO4MwhnTSZWEyRnojQDQZ0/QH+KfinGhemKjx/dQErFuU7b2zwnZ9tENWiRDRxrejYXV85VyrTBoWKZLBFGflR6rU21WpTNdwLxSSFYjzMbrMlz3CokDDy4JqNmWSSOtmSp/IiqgcGx4cGTl9wldIoDVi7bHLxislsOc1sRSbHR3ScLhFjwFxhxEwRIpMlIpNlHj0Y8uH74lDugThwdIeptSxTqxmePBnw0a02Tx+PqG5r9Dsm5bkYlfk4RhDD8GO4moOj9XB8l+HAVFkWZtDHCgb0m4JG9nCGPpGkRjQFiQwkshIAblHftyinDK6twKWlgMOmp6p6plNtSK6KTyQqzUWNpYWCqqP9AccHA5pNm448sA9k0lxe0D2++mKRr75UYmmtQn6pwlnX40f/uMF7b20zO+kxO+WyfKnM6rUpjhoub7xX5fV3Tuh2BOEaEPF14oHBK8/n+IPfn+G5F9O8vV5TgxL33+tz/70B2XSStbUS+WKMM0GHdHsqZ2DgDBVqMbDFmWxiRePEEnGmlgwmFw127g949E6X6VKC/+F/XOZb35rl1kddbn3U48P3qtx675ilUoI//voFXrpe5u29Fu/stuhoYUmDrNf26HfElSFNCo3R0FI4UbFQyGS7YIwSsYB8TudLvzHBF3+jwvvvNvnHfxA3rq0wzvGEXLuByqZp2T71oadQK8tlg6liBCOTRM8m2figy5NbPWKFOBNrWYqzMbROW1VHt+jqkv/h4nSH0j5WE5nZrMVyZZblygztXpOT5jG1Rpuj6oB22+O5G0s8d32JD9494kc/2FT5O7/9tQUuXknz4d4ut3Z3uLw6xZXVKRXuvndY4+Cwg13PqDra76mHuHg6oDJnkkyKI9HB6TicnMLJScCXvlDkm79ZpjJjctTvsS/kgte7qgoTUeZXkswsWkzMCILGZ7/WZa/WxRV9oAWTlTnmF5aJJfK8+c4j3nz7IflKnEIlrl6e5QVIC1ySlkVCJpxC2wpnDY+TmrjbLeYXs8zMpohHu8QiXfXC0214Kk93aq5EKpPg5FDyObsszCWZn0uRK9jE0l00a0itGaHWiLD5uMfmky6LCxN87vOr6vy9fesx9x7sUs5lqGQzKjsyGg9o1DzuvD1kb93lK18t8dpXy2xvnvHRu1VESbuworG2YnBzNc7NlTgPdg0e7JjUuoIVt1QuWKGkUyhp/OIfTvn5359y9XqW3/3v51m6ZrJd22Xn5Ij9XZ/93YALsxNcW51RiLHbd495unHK8yWD54smm6fw4X5A3LB4aSrBxbkE+loSfS3BB/dPVNUPbEZngSJdlGcsStMRJdBJRkqnFnD6VMx6GUqVReKpCT56f50PP3jMZG7E8ozG4qLJpRtxFi/GaTtWWPUB7dOewp5GE1GFL3+83ufJep8bL5S4/kJZTdT2bUO5pu+/dcS9t4/5xrcW+ObvLFBtd3jjvR3u3mtw+tTAPovwjW9P8o3fm+DwuMX9ByfsbPfY23apVeUBPs3SfJrAl8Zgl2gi8szhXT2qUT2qc2GuzNJ8CVvzqA97nLQGnOwGnO75zE/IxF1MNdq0eJlG3+Px5ia7gnsr+aoy5RipcgLHMTjYcjneE+xeOOyQiXgU4i6243HU8GkPA1JxcRrqIX/e1slO6BTmNeK5gONth+qODECJQK6ztjrJ888tKvLF228e8OEHVUaBq8pKeEqMl+EbyWKXv0+2XU52PEqFFDPTGcqlCLmsNMxcHqy3eLjeZmolz/RKHscdKvdpr9UlGkBUyR8JfC1JvzGiVe2rTPobrxa5cCXDw3t1Htyv41keRlZDl7iMU4PEwOJrr03x1demKJfypFJZbj9t8mc/WOenH+xiCILQc7l8PakqkRYXg0G7FfDg7RYP3mmzeNNi4aapCCmuNsIwA7Jxk2QkijfI4Q5yKs6g2ZEhtiEjd4grAmEgjk6dYT98gRckr+RNZdIVpuavqto6WGfr4DFWpEM+K1SPId3BMb3hsZpKTKTidOsete0hvYa4XAL1AjMxnWNyKo8ekaEPQfuOcMTtIpMsWgaNjMpwFHyl5CSeNep02z28UQxvFCdfzqlqdRscnRzSbNVUTns6bVEpVKgUyvSaHQ53Dmk3OkrYlGzQVHaSZGaSVHaaVG6aXqfLxt132N98wOTcLJNzc+SK02Tz0zSP6qy/8y7HOxvkl2LklmIMzwbYjSG5/ATl6QVy5VnsIMYwiJGwqiQiVXy9ja11sUceg06MYS+O6SQwnAS1wxrH+4c4bp9UKcziSeQhUQhonvnUq9J4NUlmxU1oEjUdIqZDPH5DVdTMqWagYMvDpqJgLWVdCdIrSlwGMICh5yj8U3co6Gxxq7UI/DOCoIPmdyDoq4d0LRDsZRHdKBHI11HJuWIBk+dhEQFCB6LgCt/+j//zxwLwH/+7X3IlfhrvGPYmP0b6nv+H0qeOxh1V8sIx6EZwJXRLdRPlewqiXARgQZFKfqf0JcQBKQSJqHLgeqMI3kjWeYCvsI6Sz6tmrMZfw8WUiAwxgoZ2MvU/aQiLg1OcPqYcJ4V9lGatDNw56piFjtnQvfUsA9YPEb3KJSRZbNK8HQuYQv8QPLRhSXNOI5sS8SOj3gFEABbBT8QUEZaVkPxMzA1FYHlmDwXgsevzmbgV/tjnbfNPo48/KeKG+t+/5BA9R3X+y5jnT56rTwvAn3Tqyu+pjOhPYaM/fe7Pkaif/Jk++WfksyiHljrW4V+fdB7//xGkxcko50TOjWAkPd8WmyOaEYrLrsJuygGSdW2Qi8fJJuIwbGO3q3Trh+xv3GNv4x7Xr61x7eoq5VKWdNIin01QKWcpZFP0ux363W5IGpKBIPc8c1jmHv0wr1ALJVUR3MTNKEjbMKc2zdHRMcfHx2odi6NJRIONp1uqAS1T81Li1hl7uscuwvHrpMJ6jocYPnG8wrzQj7NpwzX0yw7hj9MsPx4/CAWzsbgrAp3SlkLx2TBDzLLSn8aOs/Ove06GPc8JH18pYxRs6PA9H24oVcqUJiqUS2UltGUyGZLxBIl4nExKjkmKdDpLKpMjHhexMETfSlatZVrKlSr3A+WAVGKLiDHhO25oZQvdis8+r/rW4ZoS4eX810UfCjHX54MFoVs+lD/H1825oKWy0YVSIVFJcuTk2pR84wSJWGKMdhZx1cZzxaXbpd1uqGo1m7QaDTqdHr2uDH50FWWi0awqkXc4dFRJ1NPQFietPLfIZ5Nc0PEQzdh9fe7mN63Q4ZuIaIhJKBGX9xcR0yW7NnQAK7E8FnuGqlUOP4XhHikntpAeRLg2jVB4VE0DhPAwdnOfZzqrQZTwpIubdzgcqkEYeb6XdamE34GI14KlHhBNJYmkk8olrvJN3RHN2hmN2hnZdJxcJkHElPUZDgSMxOk+kr06FOnubvWeXftffWWRbEbQqF16vR6FbJpKqUBasOKCazZ0IuKONXSWFua5sLig/l0EZ6FZyHoUcTsalcGNFKNAoz8S0pxNvdeh0evh+q7Cg0u2cr/XVPeGciFHJhlnd2eXvZ1d6vUmTaGLmFEmihWKhTKpbI5UNouVyqgSNGHfDeh7Oq4ewzVi2IHJ0Ddpdm1qjS7dvgw4hbhpMxpTIrJ4QNU9RH5WWeviFlUSsRxjh8ATAVgGpUJHucSLyPYYYoJlIDBc65/EN8s5VM7t8wxt5ga0zQAAIABJREFURS0Y68Rqkcs1Hg44hPM54TUgES1SitNxLgCrcx9i6OXPq+GmMUpX4c1lbxhnPJ9nWo+V5mfn8Zf3nk8NnzzLov3nzwWhyKzSb8fr1KDdbqvs0l63p6gKSUHEx2Lh2ld53OF3O78/nt+nfM0kkCzn8ZCWrL1nArA4mnSf0ahPv9diNBqO8e4x9SwgArBC8cuxV1/cQdNHNM7qKtLJMnUy6aSKCJDhA1nPobt/RDqXp1CsEInLs5ice129p4h5WwnACgM+JlMIhlztuZL1LP2McChNDWvIMZbngjE+XdaFEoAFCS5fV7nLxfk3dhPL88u4wo3tPJ5BVF0PzRfyha8yQ9UdUAQsDSIpnWhK1qR8FlPF2Az7I1VCZBEKnQwSy6CEZLYHvgFSsnMKentMGdB8B23UIXC7DIMhw8Amm81QLBSw/Bpu4zZ+7ylRE6IWOIkXGCVfYCD4Z0eEXJ+i36cU9Gj7J7SDE2wZ4hmZaIE80+aImQkyqWOy6WMykQhZ6acK3eukQaNeo+Pu0Bltk8gWSRdmcJ0oZ9UBRwcd7j8+UbV8ZYkLVy4wszBHqTJJLJVi62iP7cN9JdbOlKaIai0CcSp7PXRyaEGaoR0wHMowsk3EkNi3Jk+3tqlWj1lbyLG2kGd7q8PdBw0CCxauppheyJAyM6TNLPmZa+SnrylXVtLXsEbiI7Dpd2zOZECl0+buxgPevfsuZ70qSxcKzM5niehdLL1HszagLgjpgaxjU5EPXryxqioWF+Ew4LRW4/GTLXZ2j+l2BZfvMzE5zaRyy8t1HRp/5FIXMIozDCNvum6bjlcnGgtYqZRZKJVIWUmSVoqH61U+vLNHtd7GlUGIKCwvZ1m5kKNe67C/c0avL/RDMcSYtAcuraGHpQaVwsFocbDLtTQcRBWW2GOganY+xaUrZRIxk70ndQ43GwyagapoRSM2q5MuG2TE/ZYw6dXFeelxWguo1gIuXirz3/2bVW5czvGLH6/zix89prCqU1w1mBUBOF/EaZv85d8c85//uspnvmzxma9EuLZc4PLkBL26xnf+bp8fv35MqiiuY7mvasTjGr2Rz2lnRL3nUSkmKBfjVLdddh7ZDLsu0ZhHMi3kNumJR2iq9+YhrbpJ8ySG3ZXreKjWy6VljYvLGpcWF7m0cI20maS6vc3+9i4frHf4YL2LngtITcvjqUm/G1Eo7PKcRnkeogMfq+UpY5sxM0LL+7i9CKNuhJXZIstzRdqNLk83jzk8aHF6FHB6GFCZjjIxFYWoz9Af0R16NBsB9lDnMzfyvHwzj9nxcasO7Z5D3XU4lSF+W2KZHOYvmKxeskjIfW5zRGPfY6uv83Rg8Du/Paeqs9nm1vd2eHiryYN6jPv1KC+9XODll/NYQZf2yREHB23ubAY8PYL5SykWLqfIFyNkcxbp9IhkrEsy0iPejRHvxCTcFj/SpzP0FFp36JpMr8RUpaJ90pE+iaSQYiZIRCbIj1bIu8v83f/zc/7uz37Brtmie1WnvGrylYUYL1WinFQDqtWAWnPEaXtEoqwzd8Vids3EPXDwDm3uPPZ4/6HL1rFGs2eQzCb4nX8zz7d+d558coF8ch6rugMbb3HydIu/vz3i7z8asfKcx8pNn9XredauTFGKpXEf+7QfOPztG1X+9o0TsvMm8zfipIqyb9to2KTNgLQVQFxi+OJMZ1PcKGWZSglpsMvRoMNUbpmp3Ar9h1Wqr99m894h392D7+2DFo9CPEqu4lGadVhcMbh+M8/ltSyFhqHqh+81+C8/P8WNajz3XJbnbqRxz7qq9k8ddmojkuUIV17Jcflqmov5KGuFGJsfVlXdq4+4LQa3ZJrf/+xFfv/VS/z47Qeq5hby/PprF8n7MT74T1u89ze7/Lzn8GZ3xPRzES5+LsbnXpzhi5cu8Nm5Gba+/xFP/+uH/GTT4fv7OlM3C/zx/7TEV7+6QLQ9R6Qzx4Ofv82DN9+iHa3hLo2o4fHm66j6kz9eVpV3+jTv7HP/dp3v3LF55zDgj/9kWVW23kdbP+Pg6IwH3RYbdofnVouqznaG7D3ocH93wLunDut1D7cXVddSsugq6sCN6xZfeiXB8oyBmv5o2RQXixQXSsS6YO4NOXzc4ye3mrz1sKvQzk4yws3lBK+uJTB9l72DLtt7XfaaMfabMY6ORlQPh2ooJ7B0FZv54hcTvPjFOFQDgmpAY2RzrA9wNJ+pIMNkkOHhYYMHRw3SkyWWry4zkUkSPTpBOz5lo9Nho91REXUFcSHHIOaPMG2X/W2dvS2NlUtZbrwoelGeyXyOqG6xvX3M9laVS6tJRXbNlSaIpWcYtHXu/N1H3P672ywsTTG/OEVjIITIXfpWn8nreaYuZZiIt5mItaFv4LUtjk88nh7Z7J15LF6dZeHaLN//QY3/+8/3eKwE4AiBTALNFFPMFtMYGQ0zo+MYAQPfV1OSw9aAoQTSGyDvJoKIzqYkID7KlckIaxMRUnmTVMFgqNtKbHy4O+S9uzYf3LUpmAZ5M3Q9LkxLbqyPF7VVtzVulohbRY6bDY6aTeItm3LHpRyzmH9lkvlXpvjuPx7xvX88Ui4N6T3JzTJdiZDImwwaPv2GTzkJU1np4Gq00CQxgZhmEMdkYSLK8kyMyYkYOXEImppyjT5ab4d3Wl1n4Gh0e5rqb02lNaYlgHnCJzLhI32IpEIemvh6BMc12X/UVpWcsMgvxakPPNY3h6w/GSCWvqAZMDltMLMkuGc4EFRmTyOftsinBJE7YOgN1UubiILypJmIxElG4/S7Q/pdm2QyQqmUplSOU66YZDKGEhYP9wacVj1OT3xa4kbxRzjaiELZolCymE7EmYnJw5iJkYNR1GO/PWS/PcA7cFW9uDrDb315jVwhyZ+9/oA/e/0hlviIJFOkp9Fv+8Qsg/kLSSZmEnR70OlCvd6hdtrGsjSK5VAA7rTFlSvIKUEBhWjwTFoymWQzDR9KRZSSnLm8CHVTGSrlOAuzJvMzBrGESTSunnhwu21ixoDK5IhM3mN9L8rjvShPN0dsPbFxhiNSCU8hpjNlcaxHVJ6YLQ9srQitkxRNEW0lg7DZxtBiKtM3sEa4kT6+ITlXMvlmqgyNCA7DdkC3Jg1MnWTOJJ42cP1A5XwNuzBoQzYBs5MaMxMajqfhuJrKHBaEZ78vLhJHZTwtr1VYvjjB3t4ZuxJu3hccIqphPhDcYNflwlSSC1MJSoUkmawgbSSYeIgeDEkmRyQkgHwiTmYqxXHb5+6TLh897HJ67HBy5JAUgd0MePlmjt/9nRnWrmb48btVfvzeCYe7Nke7NololKmJFPG4RUMeYjs2VlxwLQbOYMSgNVQNMvXSlolRnIbCNOw9tHn8/oBiKsLvfqvCa68VOTzROahqKnvj/beqzOci/NHXZnjpeoG7dUdVtdeg2m/QbA3odUZKTJQXEHkREZSqIEXkJUKws1HDI5PSKBYNXv1SkVd/rciHt1r85IeSx+sSTyeIJ2PEA5t4IGgwjzPbJx03WSnHmSnFMfMJrHySB2+f8eCdBpGsSWUtyeSiTMFoFKM6e80ee60e/a6D35fMooBczqSQjzJTnGKmOEl30KTROqYpGd41j15XZ2V1ktXVKR7eq/LOL3bJpAy+8to0F9ZS3Ns54u7OEVcuVri8NkG92WfjaV3lo3SO4rSPY+rFQSqehtyETrEYoSQNxkiM9cdNHj9p8tz1NL/2+Ty5ssFxv8dho8/6rSGPP7AVWn1qLsH0gsHUvE8y73FQczisCU7CV1UuzjI9fQErmuft9x7z9vuPKU8nKE2La05cDD08x8EURyOGQr5FLYtm26F2ZqtBdZlgLRaj5DMeuYyH62jYA03h6MrTGaJxi73tJvs7TRZmkyzMJsgVPGJpGyM6otWL0O5ZbG0O2N4cMDmZ4+ZzU0Ri4gA+ZH3jlEo2OXaPCrJXxBOXD37eZ+Ohw+e/WODzXyrQb3ucHIxwnT7xRJtiweHacpxrywkOGxmOmhlOW4HKUu+PJMzeJ5v3uP3TFrdfb3H1Rp5v/eEcF67HOGyfcNCssf3UZWvTZSKfY2G6qFBTjx6fsb/b5EY+4HreZ7sacHcf0rEYryxnubiUwp2L4M5HuPXglFv3T2mfOtDzsTyd4kRM3cyt1IhIekTnTKO+Z2B3EsRTZQwzzdMn+2w+2aeShcVJi6lJk9nFCJVpk8bAp9mX1KiAiCFO+YBGU8gJHs32iGZrxOx8RpUM/Qw9nWbDY+NWk40Pm/zOt+f51rfn2at2+a//tM+dO036NTBGJt/89gLf/PY8WzunfHBrl6ebXQ53wkiD2WmD2RlDNUIGfUdN0i6sVMiXksr5elZvKYSwuDIczWWgOSq2oLoN1Z2Am5dzPHc5pzLYWsM4x2c2G1v7HBxXWVwwWVg0iedMdQ12+7DzeMTB1ihUdTSdXEITs75qWrYdne4QhjIR3rFVTr1UtqKRnZJoCZ/q/oiTA5dYVHJtYW11ihefu4CpRXjz9T3ef/dwLAB75MtR5cqWKXnlhxz57G302X/SJ5MS3EqCxcUily9Pkc3GeP/2Bu/f3iQqOYZJcV9Lk7eP40jLUPJI5e3bQtMjDFoenVOHVDLOzc/OsHy1xOO7xzy+c8xIswliLhEzkBYEE/E4X/vKK3z1K69yeHDCgwdbPNw/5mG9yU6zjdN1cLo2F1aSLK2Ku1VTkQ6thsvBwxGHjxxmrurMXtUxkh6OPyIS0ajkU+RSCc6OUdXujGh3RYgV4kSI0bX7LnZfPoeOPTQwSJCM5MlmppldfJ7ZpefZOnjE1uEj0GokEz1isTYj/wzXb4C4SQ0Lu6XTP9EVAcSVZieuWivimDRiPoY1UrhkEU5kgCQayRGN5sMmky6unbBhJxhNy8gSMbM4QsjwTFrdJq1Onf6wpUgyyYRJKV+mnC/Tbw2o7p/SbvTUwJCweCpTS1SmLhBLlrBiBZW7uHH/F+w/vU1hskhhskCpPEu5NE/7pMX6u7ep7u9QWEqqstsDnPaATKZEaWKWTH6agZdg6CYw9R1VgdHFt8RRauEN84wGaYYNR1Wr1qR5WleNxfxMlOxUhGhakOMajTOH2ok0ayxyxTQJCRn3upJnQSr1AunU86op5tk2gSvNlhgRK6qE20BPYMm1JrDBQDJ9R9iei+0FCgkd0JaHRwK/gz9q4Xvdj1HKeh6MIowFYEWNQcSoUWgNkUaiuOT/9H/5JQH40yLkJ8XDT6OEn4l6IgDHbCIxW927Bz0TV86NaudKt3QAuogPIfZZGrnSPBcxOPy8MTzXVAKw8i+Kq0fRAqRJPRaAxaGiXMGh++VcAA7Jl9KINVXDVzmxxlmx4pa2Ja/yPFNYhjhVEzx0e4bPHCKejEW3sUtKOaSFAGIESnRMxmKkEgnVmJb1Kg3icyxniHIOMb/K/SrLWwnd5wLwuPGsGv1jX7Vy0v6ySPrpY/tp8fefifFj59d/C+/8q0TgX8I0j52DyqkkYwdjEfhfEv7l93+VAHyO2g2dap8SK88Vxl8hCn9S5P5lf5kMQYiYIu1tETXEwSRibOg2lMEPaZBL7qtUJh4jK/jYYQu7WaXXOKK6+1jV4sIMS4szVMo5Crkk5VKG6YkC5WIGV7KpJft0JF8nUM/dggJ0ZMhDGme2o5rv4oZVDulAmvamEn9FBA7zoB113MTBKWe32x/Q7Q3Y2T9id++Iw+Mq1ZMT2p1uOEccSuPhChZRc+wUOz/24TH5uMby69gQN854Hou9oVASisDK7akQpb/89/g3Q1ryubFufJZCA3f438djcVW5gogeReX0jcZiRAXZGI0q5HA6kyGdzZBOp8mk5F0kpsQdEb4k+kByg9VARySmhN1wXYXYZvlz5zhsEX6fYXCVTVkENMm9FWHsfBAjzKaV8yO/Lr8fZqieo1HFqSRCW+hmVuQE9bOIKBoKLvJ9xNEnjjskO11EZ3l9llwXdf1ryuUr+b39nuT4tuh2xQUVCsDi8JVSQv04LtkwPQzT5/S0Tu20TrfXVzmNIvrIfibDC+rcqn1AV/m98q6nRCCV7SufVVPu35gIKBFTDUXJPXLs3R679ORrfYztDV2+wdihF+Z8h25geV+OoOnWmHQQCuyyT53n0YqTQcRfcSurPUoRGMIs7JEjGPQQV6zepdKSnypipsRu+GpAYtDpkk6KgzeOJedhnIksuGz5euef82cffewA/p3XrqqIMHFAi9NYxC6hNclQj9DCRHaKCFRK15ienGBmYkLlDcv/F3FsvEkTj2dIxLPKozgYefRGrsJq9lwh/Yhb21bive85qgdRymfJJBOc1c44q9eVK7/T7qnPGjpAhQIQJyoRC8k0sVRa4XFVxIInDuAwI9VKZLCSGZXD2HM8hqNADd8LFtfVo4yMiIoWsIchQl5RNkQcHp9noRbIfUTNXYn7V+2d4cCKYKnln6GnVOp8aOZjR+0nd9KQCnCe5Xu+N4zvJx9jFsa7gfxjPOkxHt44/43w/hQCi0MHcOgElnWkfv18kasBqn/+V5g4+7FC++z/j3/tnCJx/kdknSh5UeWK63Q6HRoNycTuqYEZIQbIniF1nst7/vWVg/ickqDcsHKfDikd40+ofhrpH5mWXMdt6rWqig9RhIJ0Sj1XRKy4es4J1MCXyFfyDCfvNpLH3VMCcCoRU+vzXABWSHEvIBKTgfekcszKm5jIraqpqZvosm+LyDvee8P3l1B8F/FX/nt1fMfZ26EALNnXsh/JahaDYDjJIvuLGmgau3TDEYKPh2HUIM/40J+L6nINhT+R7AVhJrEe9RXpSHpoEk8jz1SBJ47zMf1FIhPkGUr9qHKELfUWEzrRQ7qHuk94A/xhDX/UwJPHVTFGJdJkklkM+wy7fh+/v6eiP8Sh2zdXGVirjEirQVVFA/S6qmyjj2P0sV2hDTgShkMmXiSTkFiFfRKxPWJBgqifxx2OODvbo9k6wDWajPQmZqSIFZtkZFt0lCOyx/ZRl53jLql8glQ+STKbIZGSeJYYJ80W1WaLbCxDLpYhQhfDO8bUbGKRLFYkzQhNpFMsXVzBgtcNM3VtZ8jKQoXlhQrtuk/1YKQGTKK5AD3mMZDs27ZDLFUmmqpQyBQppHOkYhlscVoNZG3IM4rP9u46dx+8x2ltX5Ew4wkxUDiYUfmaMgglQws+rsy2YXJ9dUGVkCoxfFrtNvtHx5zUm7gyzO5ZxOJJNXAvfbpoTIZjZP8P4xvqpy1qJy0VnRTJSmROjPlijqlsGn+g4fV1Hj054u6DfZq9vsoLFQzpzFRSldwHW602Q1uQ+CaOZ9KTPqkjyP+QaiDrVu6lsraHQzHGSI/bUcO+ZTEiLKRJxk3aJyM6tZF6NxRaop9yCXIjUiWLUjGhIuNO9nqc7PYVityMR1ldKfLlz80xP5lQDuD3f7bB1JWUqlREJzL06Zy5vPVBh7dudfnyV6b4ypenKCd1rL7N4V6Pn77T4p17HSL5CNFChFjUIxGRz6PTsyMMRhJZqalq1V3qx47qP45GIqR75AoGuaKJI/cC16fb0pUI7AzEKe4Sj7rMTvrMTgbkojmS2iRREhj+gMAbcNTqc9gaqHiCjuMwcHQcRwgEFpPLARPLAUbfI6gLMRJSiwZWTqNd9Wkf+xQKaRVXFLFkaM3B7jvsbvXZ2+qTKRmkSwZ24NPui9YiQ22BcmcL/e7iYmhwqz6Rdx4PK+9j5OV51sce+czM6yws6+i9gNodj+MNn+22zk5H5w/+aJ4/+KM5/KMu69/f5clHTT44gg+ONa7dyHLtepakOBo7oiUMuLPZZ+NgSGEmqjKgxeiXL1tkMi7xyJB0zGZS4gGthKI89EcDTs9G7B4EtAYakxciqqbzHjMFj3QqQzxRJmYUSdsV0vYEP/reHX70vdscx7vY1zQKSxovlgwupQz29wL2doV06LN77FGcifHcq1luvpTG2eng7HR574HHz+75ND2NwpzG/EqML3xmgi98ZpJ0dJVUbI3gYBPn0U+p7WzyzoGlavaqzdy1ITNLaWbnS2SI4z926D60+cH7TX7wXpP0vMns1Rj5CZ1YRGIhPfpnI/r1EeWZClPL0yTlnnXcwWn2qOu2qusXL6oSN0n9J3fZuXfE9w9R1fMt+l6E4ozGwsWA1StRrl3Pc/FCmsixQ+TI5qcftvm791sEcYObN7Ncv5qmudumsdti/9Rlp+apGMCXvpTn+efzXCoWuVwosHl7k6e3N7l/2udOT2MUT/CNlxb55suLvHt/i/cebDE9U+Szr1wm7SS48xe7fPS3+/y8PeTN9pCJGwYrr1p89qVpvnh5mc8uzrL7Tx+p2rR9nmgRSqt5vvilKS6vlehVI/SqUZqH+7QO93HEZVrwaHkBH96Fj+7C1786y29/dYbhcZuHr+/y5GmDLVPnLBXlG19e5re/vEzrzim7P9ll86DOJgOOYjavvVzktZeKHNyzuf9mj3sbA+40huwNXRLpqDJwlic8yhMuq6s6V68YzEyYJGwpCzNhYshe3NWxTjR2Hjt89+dt3rg/4OpLea6+WGAu6zEbdzDcgG7PoNnWOenYVNs2Hz4Y8N7tIQ3pfRejFKfjXL2W4Mr1hMoIFlE6U4qzcKNAKhuh/qjJ2XqL7fqAnbMhl27M8hu/eZWFUozaRxuc3N/mSdfhSc+mMpdhScwmEnema6Q82Nxps7ndZiCWNCvCxEyaa1cKqr+udbto3R7l0ohyySWZKhFLzDNsR3j4k8c8/Mk6c0tzzC/NUe83WT98St/oMHMtw/TFJDmrR87q43cN3FaE09OA3arLXs0nkklgZZK88+GAf/pFh4MjuWuaQm001A0vFc0w9LuqCpUE80sF0tkIvY68RLXoNl2F7KiU0qwuF5WraF6a3AUdu1NVZaXjRAtZtk/hg/sD3r/bJ+g4BO0Rq0sW1y5HKU4aGEkfPWZiBTmFy1vfOmF9+4TS0OaqAQu5CIXPTFD8zAR/+V+q/OVfVXEGLtMVk2RawzYCHC18wZfcsHJaZyqnM3Q19hs+Bw255+oYns7LS3G+cDHO5dUs08sFRnqE7/ztPt/52wOMQgyzEKPbHnF22EN3HK7NwtVZjVe+XlFlayN295oc7Pap7Xh0jgMWJ6IsiJic1xnlNB7s2fz83R5vvtXFFzHxFBYvxFi5ksDRNR7tO9RbPvOVqKq+5TCwQiSZ03Pw7YC4nyTuJahXh6pkwjkRhbWVNL/19SW+IEHdrRon7TpvvtHixz9sc3BsY8QCzARkcwaZvMHzixN85oIgIE2afofjQY97h0NV3tMh3taQX39hgT/+vRvMzKf59z+5zf/5kzvh8QoMJYh2znwS0Qirl4vKKXhac6id2pzVu6rkQaU8maJQinNSFXGyg+EZRIiQTEK64GJGA+rVOGfVGDMLfWYXe1y6UeTaS/MsXihSSRuqOr5DR16s2h2sszZxvUd2wUXLOvzVX9v89V/b7O/5nNUCYlGdyUnJY9bRLA/d9FX+w8pFmVwvYLcnONmP8OabG7z5sydYehzTiKPFXZBcxViIgNMtCRj3iGg+o57OoCGTjBbZclShqM/qPo26ILEc1ayKx3xSaY1sWicTj5COi1wuCSwj2s0RB3suA9tk9eYMazdmeLpzyNPdA/XCHhUGAJKvMaLTkEZk+OIS9TQSnsbyTJxf/0qJz76SCzMBfYeh5TO0Aqq9gL1T2DoK2HnSY/dJl4zmMhFzefFmhq//9hzzy2m++8MjvvPDI2zbZeh4CjWQjIicoXPWcWm0XcoTGUqTGWyZJjtu4ToumXyKdD5OuuSSLnrsrzts3hqRNDV+7fMJXn4piWdk8I0stz9o8M6bJ0ynDL796yVeup5jc6CzOdTZOjljq1qn3ujR7QwVclheQqVpOuxJnramMjiCkaemTAtZnUrF5IVXs7zw2Sz37nR48/WG2rASGXl4SGCMuhhOl47j0VACcJTVSobZSopoMUm0mOCjnx1z+81jzDRUVmLMrqVYm8mzNl3g7tYBd7YO1XCCZHHEDZ1SMUKxEKeYK1PMVxgOGrQ7J/S6Q1pNQznDJ2dzTM3m2Nms8+juEZmszqufrzB7IcGj7Trr2zWuXCpz5XKZo5Medx/UeHC/RW1Hp7YjTpcQSSUO4GRBY3o6zfXVRRamKrzz3jbvvLvNhcUoL1zPkMjqHPf6HLf67K/L8Zf87BilSpypOY2Z5ZG6lo5qgSpd8ggGLoWcNECX0I0873+4wfu3NphcSDExn8LXHDqdFsO+jYqFHOlqcl9KsGtyjkbeSGULictyqmwxWZZML3mptpT4nqvE0C2NzSenbD6psTCdYGFGBGCIpz2seKDyV/ojEYltdrcdlem5spxW2F7BpG/v9Cino1QyMQplyFeg0Rzx9s+6PLxr89LLWVWpWAqTFPagT7N5AH6DSxcSqobeFAN/kmrD4ajW4KzbJJWWPA6bzfcHbLw/4PqNAt/4/TlWbiap2W1Oeh0er9s8WR+SisYpZpKMbNTPc3Lc40rG5nLGZq/q82gXlYX2ueslLq5m6Fd0+mWNDx/U+ehhjX7TwRr5xHSdnLzolJIYMRs9PqTX0jk7jNBri280rl6yTqtn1KpnlDIRZktxinmLXEFX06j1Tp96p0exFGF6Ok634/Po0YD9Q4dIPMBKQDIRJZGQKUuBeEG357F/32bvgc23/3CO3/vDOTZ3evzVd4/46KMmuuORiup88/fX+NffXmP9yQE//8VjNh53OdqJcVa1mJiwmajIy7o0/wJKExmuPj/FzEKWTrtPp9WndtimfthhpI3QEoFy7h5twdFT+MoXJvjKFyYl5Vs9TGwf9Hm6fcrxaZMrVxNcuZLASoMf85WY/eSBze7GSE3gRyIG+ZRJKWMSiVl4VpS+DQebTQ42W4pYUZmMka1AUrJv4z6nxy4n1VBctUyfSyvTvPz8CkYQ4af/tMU7b+0xCjx6gV78AAAgAElEQVSFlJ5dynFhrUg6K45DoTs4bD5osfmwSUK+d8bi+tVFXnvtReYWSrzxzlu88fbbdFsWnZbg0sW+IWL1OCMOyXQLe0J2G7o1n3Q6w83PrbB8dZqnd/bYur3H0O0y0ockEy7zZVieTfG1L/++qu//w8/5D//hr3hS3Sa2FEUrGLRP+7RPB0zPJZmZSzLyPVpdm+aZQ/fIoHdoMLkWMHlRCL8uQ3ekUOrzU0XKuTRb6022Hwte2aXb99U9rFBOqs/dPuvRqvexbcFcC25Y8q5KFDJzLCy/wvzyK2wdPGTr8CEjbx/LrGNF6uhWF93sMbRhYGv4/Rh0kqqxMLB72KOBGvQyJas1Luh3Xw1rpTNxUukk6XSRVKqI68sgWxfHlby2nhLn0qkKmXSZg/0B+wd92t029qiDG/SJxzRiMZ1itkwpV2bQGVE7atI+k8a7iG4WS8tXWVy5hhHJKNG02Thh48HP2N36gFQxphDakxPzTE8s0asNWP/gAdWDI0pLaYoXMoz6A0a9PulUgXxhilRmkr6TYuCk8P11An9d5WHpMREhUuj+FIFTpLZ/Qm2/yqDVYdjuEYnDxFKa0rxc9wZG3KBx1qd20lWCSLFcIJWOYQ8a2IMzcrmXVY2GgrdrYff7xONpEjINZCRAT8gKwxoTaIbioBMUqDRsVVNYcllE+G0zshu4tuQopzHNNJqWAy03dgBLw1lyd8Nse6E9IC11PcK7/+l/+5UC8K8SFv9FAVgwl9FhKAAPxXUizdRz8UIEYOlyiVjWZ2hLvq4IZoJWFvdv2KSVZqXvhuKJuP7EVa7y+lSHVZrWwugdN6FUszpUyZRbUp5cxD0t2dbKdSjuUaGtuEoAVl9HD0UPEUekES7uUYVkHzuBVUKmanxLHmzYJJZjFOCpgShBl0qzXOXFiuAkQohyYwmSOERHh47gT+Coxwzec7E4zNINHWP/0rH8ZNv9vykC/38UgD8tAn/a/Tu2RY0b2aEIfP5nPi3+f1oA/qSIHeYjflr+/WWR+1doCr/yl0TQV24v5dAWxKc46F11TkRIMUVgVLQWcWDaZOJR9bwXDFoMm8f0xaV5tM3Z8RblYl5RFiqVPJMTeaYnC8xOl5iq5McoTXEmyV4oDpqwMWvbI9q9Pp1eH00ERUtc6wHOULqhgcIciwCclGzgREK5XNXPZVoKGZpKZ3m4/oQHj59w795Dbt+9z8GROIVDATg89+fo4bGYp4RLycwUkVKGJMIlrhzlyhUsQkG4vmRtq+dl5Zo9d8yFTsCQ73ruPB8DocfIabmuFF01XBShmC/rFY1cLk82l+PC8jKra2tMTk2SzmZJZdPjvN6UIjeE2bOWcvSKgKEGKlSWZriuRciQ2AgZig2zfENhVESwcxe570nzW0RKeb8J1PUjX1fEZuVMk3Gi0Yh+q6UqFo8rl5RCRysHquS1hmhhhTb2XExxlaq82hBJLS5WybUVl6rnDdXeJ6KoDAULGnKg0MAOjXqdWv2Us9opZ2enNBq1ZwKw7CUyUBKLSjREklQqycRkgYmJIltb22xt7Yyb5vLepynsdTyeeIaAPxd8rYilXHcirIZOYLAUAlbuvxJdIVx7cZ+7Kp82JAOH19O5EifCqxK4danz/Fm5XuUZRPKtrfDzjXOJRWwToU2EX3H4itNXBGDlAJbTrpyMYfb1uQs1mZFoJcF2Sy66rDF5D7PxRg7JeEwNwohQFvIVPpYIlWPYNPne64+eXc//9pufUcj+8zUmz+vDXlcJ+r64hn0Xa3wcirkcxVxWZQxnUkklBMv3dMWFmcqr+7IIcP2Rix0EuLqBq+n0hn36gn42IGbpKue7kMkoYoM9lGGkocozHvSH1BoNDk+rnLWbao0JslLOl4iQKk1cBkCkAonNMMhPTKkyEykCIVRoEt/kY/vQ8U06nkW7IxSonhKCwwErQyHOZWDCC3wVF+GL0DYWDWVYLVBIYkO5ieWuLNKiRKOEgtwzavMYwx0iu8+HGsLrNkQgq+P6DOEuorSlMpyfMQHOs4TPdePzbOUxPvgTW4W6x4b3GhlBGC/QTwwpPdN8z+kfz87yx4L1x3T/Z/5dJeQrgMcYM93pdmk2m2o9Sr647J3quh8LwKGWPY5SOB+EUessRPOfD+GEP0/4+aPRMN6t02mwt7dNs1lXCHop9SyVkNxqcWub6hyFA3QjJWaJSC+OdomQktgNEYJk3wmHcSQKQITYMB/aU/jv0P0tJDTNc9FcO7yHnOOdlbJqPMsQDl3Q5yL7OOpCPcOcY7jHzuxxHIUMi8h9JHQDh8hqteer7OKxY1sGJOT6Px8e0EIxX5EdtBG+LgKd4KzF3St7dVyVCHeCdJbBNnkGlMMnlA1FP5ENx5evEQrA4vwdDQ7w7BP0dAwjLdmzSZISLdJrMKw9xu0dE0+niKeTdPwpOv4kGEl1D5TrOuK2ibodtJiOFtVx3B6DQUPte5V8mVI2g2U8xTK30OwM2qDCsD+k0X5Eu/8UMxZgxOUY/L+0vVeQZfl93/c5+eZ8b+cw3T15ZtMsNmHBxS4SRUpFAoQsiZQsyCW5ZJUll1WWXlzWi/xg+91WlawHyyxRVSRlEqCABQSAADdi8+Tc0znevjmfcI/r9z/dswsQksuy1cCvemc6zL3nnH/6fVMRP6jgDk1G3b6KqxIl55HExoy69EYdld0tRFwZt93RmM4oxPJNTN/ACvvYNIlZAjRFa1kQMwniIuoY4NDDEmeZuE0imeDUwgxL87MYXoywZ9PvjWj2W1QbNdY3dlhf31V24jIGy5UppmbnKVXm8N0MgZdRfY1CLk7tYJXVux+wt/2ITmdAbzDCSIGZ1LDTBk5Gnkfotny8QcjZ2SnOzUxiibrXGNN3B9RbLbrDEZadwrRTkQBI5uJkjGxO4hbikbIcWFvdYe3hNolMkulTM0xNF5nKxSkmHBr7Axr7Q+6v7nLnwTZDb8TkTJqJ6TSFrE0h46AbQ0JNgPqAnmS6jkyGgcEwkKiMEaPBCM8bEQTyOWAo6vKhhmb6qrcqjoalskkqboMbg1EMrzfG74f09D5ds0+qaDM9mVPku0d3a6zdqVGaTjC/kmF5qcD5xTLZmMXVd9e4+rM1Fp8sq/Illm79kNp+h63amK1ayK+/eolfe/UyYbvN+s0H3Lt7wMdrY27vhpCz0XIOMWtEQpd8a4cwzAFZNHGTkTPoyFf7PBEk1WsSgeAqrCCREtefyKWj39doNTQ8FzKpkGw6JJ/2VQ0bGrVNA82PMT+bZWo6BfERJFzWNnrcf9Cj0ZS11lL7x+kLAdPnA8adMaNDici0qJxOEsub7D/sq9JlHozFmJE85aW0ihK7f6fGgzs1rGyoqj0IORS7Wx+KWShLZFbeZjJvs3bb59aHPpoRMntGZ/a0WNZHZ5zKNEzPh7i1kI33QjZvhGzWdTbrGn/z783zrb83T6zRY+dPd1i7XuftLZe3NkesnEmxciZNVsiAnq1EGTce1Li31cTOaNgZKEyalGYEAA6J2x6ZWMCZSpKzFXHZ8agLQLfjce+Rz2ErpLJoUBG3u1mT83MW+UwWJ1bC0TLE+3HivQRv/ekj3vrJI2rpPuPLIdm5kLOxkFl9zMPVkNWHIXfX4M5aqPo6X/raJK+9Vmb4sM7wYY03r4/54TWgCM9+WePpFy3OTeU4N50nZl4mbl5itHGfzo0fUN9+yKqbZdXNUD7bVSXOimIpHx9ZcG9A/+6An94a8Ge3+qTnTKbOCxhnkU/rpByN9dsD1m4NOP/EMs994SJe1+PaD2/z4OYW7XRIOxPy2q9c5NVfuUh8s0brT2+yc2Ofnxyg6rBtctixmFg0ufCMxYUn4ly8mGdlIYW33sRda/LWrR4/ujFAT1o8cTnLxXNptm432L7TYPMgYLMGlcUEX/hqgRefL3OhNM+F4hyPbl7j0Y2r3DnocKMNI9vhS09N8tpTk9zb2ufu1h4TExM8efkCiX6KO3+0za3X93mr0VNVugSnntN54dkpvnBxmZeW59h5+5oqscweLybJTGWZqRRIWjG2RQi03iBxTLYwhRcjIlEX7m/Dgx2NZy8LJlBi7WaDP/32GmuHbTLPJSheyfDC/DLPz69w8/V13vhXt7i5ecROOqA1Ad/8cpFvfqXEw3ddfvbtHjfuDLjfGXCkeUydsZk67bAwE7AwHTAzN2ZyfkypYFLS8pS0nHIf6fa6aB0Tux3n4QP43R91+fGNEb/zO3Oq0n6L8OgQ3TUwzQKanqHZO1T1vbd7/F8/GrDfNymeyjC5kGZpNsHSbJKfvbGv6tITU/zlv3aZ+dk0b37nBm9+5yaHPTjshnzpKyv8l3/7CmdnHK7/4GNuvHGTe31ULV+Y4KlnZjg9nWPGilHSTG5vbHJnc5MP7g54/45HqhLni18p8dyzGZbiGksxubZHqmyzQMw+hdtJ8vD9TVVzp04xd2qRar/O7Z0H9I0G8xeSzJyOE9dHqoK2idu0qVV19o7GKn7wsOVSbY7UvbqzZdDoyt7EFPNAA1uaNkYc3xrgW31yZUctKOmURdDrM5YNnthlWaIyTVOZyhNPWmqB94d9SrEmxViTdClNcqLAVk3j49t9VabrY7oB89MWSwuOAhH0hKuivcajJMEwxepGk4ebDRZNg5eKcRaKMbpzDr05RwGdP/5Ri5Rjc/GMZBHprO832a11lAVYOmVSSAYUUj4BBg03Rn1o4w6keeXyzJTN5+djLC3myJ4q09Ec/uiPNlTFchaxnK0YH7FwRD4RcvFMkotnk5glB6PsUGsO2V5vc7g7pF3T8XsGz1yMceVCjLET0Mdnv62xXTXZ2NfpVgeqEhmDTNGiKY3++0MOqz4VlTsgMuqxqsHAV7mY/kDsbhOkjbiyEZE8PGHjirKjUnJ45skSly6KtSSkUyH3hSVxo89ebcQgDBhJwoMlDfOQxWKC0+UUyaTB0BzT9AIe7Ho83PPwtwZ4m32++NQUv/2b55iZS/F7763ye+89inQTwoYdhCoLWNi+p5azTM0kqVYFAHZpNYe0W+JtLg2GmLJz3N9rcrDXJBxoGJ4cjCGWk0wEHUvPYhsZphcDZhZ91QCXPGZpmg7aPsNOQH8QHdxn8nB+xiSf92mZbQ6Gbf7dd11+8N2RUhJJPq+8p1RGI5nQ6LZcRUi4cCnFM89lScRTVHdjVPcMqtWBqr2dHrs7/cg20PEUozKW0YlldbRj759gYOD2hDlpkcpbxFMG3Y6vSnIjpSFhSnasZDykdBKB2G7YVDKyUEfZdUd16A4NnFxC1eFRg+pRU23+soW4yrM8rA44rPaVGlFK/sWYoavMi0unU5xfSlDMj1Xp+RDyGtVhqMgUD3fGrN0a8ei2SwaPcszj2ady/NpfmlcA8B99f5s//v52pEYeSMamqZTmwoZt9wPafZ+J6YIqabRvPTxSSvNsMU626JApoWrnvsuj6644w3PlSYsnLjokigWShSJXP2jw9k8OmUwY/OXXysqiZCvQ2Rob3Fw95OZqlUZroDZi0oCLDjgw6IYMuuCPBAAeEzN1SrLBmbC5fCXBpSsJ7t7u8t67TQ72BdRPYFgOuXhANuHTHHhUOy4x02Ium2QynyReShIrJbnzwSG33z9ET4zJL1hMCXA4l+fsXIG7W0fc26riD3zh9JE0TaWKz6QsUtkC6Uwe120y6FWjJlIvgTeKK5WXnYKmqN33mmTzJueeKlKoxLh1q8GtW3WevlLg6WfyHLUG3FttcPt2m807Glt3NGXV48SFEaipMVAsJFicKjJVEiJFh8Nal5S83kwIZkDdG1EbelQfhRyuoexRCyWbyVmNWQl5L46ptTWO2hphx2Pc8cilJymV5tGNHJ9cXeeTT9YpLzhU5sXCx6UjjaKeh9/XCF2DbCZBNptQzZVWt6uadXKYt02N+ek481NxZZfYH4j9ucP0YoZE2mRjvcrGWpWZiZSyaZcNtRXz0e1A5WtJba/7bG/4ZDIWC4sCAuisbozY3nFJ66iamYupfJHecMwH77e5c6fH6ZUYKysxipkCuWRZ2dft7W0wHNZYOeWwshSj3c3SkRqKXZyPK/k98RHxxJDGmkbjkaY2tC+8mmV6xaI5HnA0HCjL+Dt3BoxdMbkQZeSYat2l13a5VPC4lPfY3w9Z3RA7/RTPPVNh+VyWRnJMMxly7W6d63freH0XcSpOWQbJdFLlJlkJFzsxot8zaBw5dJomAzlgdaFebakqZm2mKgmKBZNCUWzHQzqDHt1Bj/JkQs27tUbIRx/0WFsfqXUiU5RccslgFrZqqIBSye9pbvk0NgN+4xsL/MbXF1nd7PLH/3aT69cbaO6YpGXwtd88zdd+Y4U7d3d58+0HrD3sUN936NQtJic9JiY8lYsoquNUJs7MYo7ylABTYqvksL16yPZqlf5oxNgUiCTE6+uqXnhqTtVRw+PjmzW2D3qq2yl9hmTCJZkY4WQtrKxDdxCw9qDL9ka0X4hZVmQLqIVkRK01LXltNvduHXL/VpV8waBQMBQpTNiXMvb2D1z29l1p72CGASunJnnm8hLa2ObNn67zwXvbj5nxM4sFFpcrJFOOAg6EyLF2t8navRYxS+ZAh5WVKT737GlOLRVptXZUfXKrpUoagKmUgZPQ1TUfCstf2TUHyuqqW4VsOsOVl5c4c2mKOze2uXtji2G3z3g0olKyeO5KiWeenGSmconpyiV+/KNP+Dd/+FP2elUKF1PEp2yVRysl9740kVBNK7EiFAC4v2vQ39OZOqczfU5HiwXK6lblx+TTZJNxdtf6Khu50/XVGJIGsxASZB3ttz1VkmcqDHRLi5NyCuQys8yeusLs4hV2j9bYOVqj21vH83YYj/cii9+ENJhDRl6I17EJmnLIF0eNEb4ocBIR011IUVLiIKFyJ02xwYurLFXJOTFtAXQECO6o9louM0EuW2F7p6mq0xOAWJrVrsrPkyadY6aImSlCT8eXPc9QgBppjuksLJ1j4dQ5dCtNoAlBr8b2xocc7N3EjNmYcZt8Ok0xm2XQHrD9cJdGrUlmKkl2KqkUAIHYN8dL5FLTJBNTDIMYIz8GrIL2kLE2JBArQtLHAHCe6sY21c0tmTGwLbFo14gXbBI5GzsVw0nGGQzEKUKUt5pSS0gv2Bu2cUdtisUXKJaeZyRGMPUaA7FGTGRISp6EkUCT7FmxSZamfSAKpQBX1EailDMNPL+OOzpkHHQwkBx3IVIlMXTJAE4TkiGU1VmT0SEAUpT9+xgAFgXwzwHA/8tnALljQOn4bx73mtWffz7/VawFYwmJAxAwTbL+dDw3AtUEpBHwVzMkF7qvSoCVWEwsYh0IJXJAKmpUnFhaHrtdHjdXo3C6CGySRmakYlLglwKeVJv5WMUqqmJRxIkzS6CcWU4AYPn5E9BJ2maaXBfJYxTvRgUgy98Jxhc1h0XVLtdLAJdI+fapHa4oPi3L4uv/8B/wX5+V5+Q/xccRf/JX/xknJt2f3oNP81FPgOSf+9pnGvS/IMB9nNsr3//b/+Qf8Y8u/PnXvv5n/yO/9c/+vJL3s6B19O9F3/PzCuA/fx3+n1TKf/4nInWmUooLOKIAYBnrAgZLjq2twHrZl4hyMR2zScUsRu0qrf0NuvU9uo1dpQQWQEmsiUvFLBOVLNOTReZny8xMFVVeu5xbJF5BKSFdAYCDY2Kkx2AkFvaeIhHIeih7dxE/iuJVnA3yeSGM5BU4KDamAv4Ypo2x9BrPnysjmuD/uA+x64Vhc517197gd//7v8//fj3KgRUSUgQIRYBIBARFIEMEHkQ5n0pQpuyfLeXSIoBLPJlQoIsArZLNK8Ck5Mjalk0mk1VVLJUolctkshniktmaiGPHYtgxh4WzV1hJy8nv5z8GzZvc2Ima4gL8useOSAL0CthxAupEajgZq9GjI+CvsoIOAgUgCnCrrKqVqj9g3B8QDAZRlvEJwnRCfDgGREQBqtSunqdIXaJiVLm4otaXHF7J6R11GIzaCgQVta6Av7L293pi/9mm3W4pq+LBoMtw0H+cASxODKLOdZxIHS3XIptLkculODiocnhYVb9frrUA4uKQJHbYJ/bUx6YmSvGrVMni06ogJbGsl/NulOEb5bVGALAozk6UgIqIcZyprRR+Cp2RZ/AYXFfXTq65kHsE0JXzpzhMDVRO+WA4xBPSuCvZxmJZH9mRy9hSIJMf2ZCr8atrxJMO8aStwOoIbBb9dqRSjQsJRoDhx3a28p6OFdei7DVNfu+7Hz1+MP7ON39FARORqjSkLzE7rZYCgLVQQE+NVNxRpX63bZGMOcRjjspFFgBYLK9lLUwlcuqZEvtnAWCNWBzNdnB9T5UpBCQDRUKPAOCUmq9NcWGT6xOIo1qXvcYh9U4ryrsdi32thWPaitQhwgBFAhGSkC9KSkc15GMpId7mMWyHkaiOgzEDI0FfT6gsTCFRy1lIgGPZi0iYpHJICWRfJnpTyfk0laVqoNmMBfIdixo+AvHUvlXNcVEW78k9PwFdT7K5H6v9HwuBj/9GRRCEjA2bwJAc3cfT8mOQPkrPPfnC8bz+2fn7s8P5eI0TS+/H8O5jcPozgO9nfuazts3HC8IxD0XAyYikJe9PxSd0uoqUEIvH1JiSNVTAFgW6Rj988v9jJb289uN9wcl3KNJL5AJiWWJpLI58Lfb2tmk261GGtmVTLFYoFCcwjRhBIGNEiCNjRQaV9V16ZkJSkP2lmnZOsnuPrRKEZKdMb0OJBEABjZIHLM+CHvroYvF9EnmgxLwRMUON2eN5+TEIfGy1Hf39p4rvyPL7OFdY3CZObPyPf8eJYlv2wXKdIneDyEHk5PUe033wlbpZ5iMRKNho4h2jIi4s5YAghDbZb4eKACiwujjLSP76iUuJzNWiLOxjhDUMWoROkrGTVCKBuIDZow7jzgGMOujxDHosSzdIqBKig23KvAZGMMIIXHTbUg5Vgd/FHdVV77SSy1LMxLHMHWxzh17DplNNKkeNQN8hMPYJZc3XZZ4rMA7kvK/Ta7Zpttrs1XvsNXoqUiWZi6l8Zk9UqW5IoytnJZ98PKsqpvewOURHXHfkWmu4kkctb1uQvdFQKal1ITXFHAr5vCpbc7DGptoThvL94zGNTpdGp4cmc6Y8FLLeiqpbXKDCNIRpSrkkpXyScNRk0Nih0ziiXu/QbHXoay59RhgJHVOsunUNfySuDjrLlTLLE2XVK5X3PnBd2v0BAzfAtJMKAB6OhsrKXwgPyZT0Ny3sYzeJ/Z1D9ncPcRJxihMVSqU85UxKOaMIcFrb67B30GR3v6Gy6MVdsZCPkUlI/J64OgmxeaQIK77m4I4tBab3hiG9zoB+d6CcHIQ8ELlHwMjVVE8Kc0w6o6nzeSpuYQRxdN9h1PEZSTayNqJvjEgVLKank1QqCao7fao7Ud87W3KYmcqwMlckF3dYvb3D6p1dKktpKssZ+s0h+w/FUtonUyySLZaYymWYymU52q5z//omD9YbrLVDtgcaVt7GyjmY4xGWN0QTMgRJCJMq+kYp8A3pHQYK+G3UXJWVLddVlNWWLUQPk35vTEusZb2xyoDO5UWMAoUMtA7G7NwfM+oZlCeTlCYTpHKQkj7s4ZCdrYFyZBPCtJBH5p7QmH0CuocBtTWPZMpk6akkxUmb+robVR/qPZicjHPubJpi3lQCqka9h2e6eKZHd6DTakvEDqRsl6TjK7fDTNxgT1SxD8V9C6YXYXohmk9kf5EvQmkC+lVYfx+2bmns1TX2Gzrf+FZZVWE4YvBJjf17HX50f8iP74kS1mHmVIyJXJpKMqv6s1dvH3L7YY1Q3AZsyE8ZFGelxwCpeEgho3FhOsb56RijXkCr7vLwkcdHNzw2D8dMLVtMLZtcXtC4PK+TT+dxrIqyhk95MVJunB//YJUf/WCVXmFI8nM6xUWNBSOk5IdcuzXm6s2Aw0ZIozNmYTnF518W0DNP52Gb7sM21zcDPtgKyUzbvPKVJE8+FSM+GpNwQ/KTL1GYfJHwYJXh7ddp7z5gzc2w5mbRy11VIu6S2JicZJZvuPirI17/pMPrH3eYumBz/qU4s3MOWdsghs7tj/rc+rBPZa7E4oVpNM9n/+4+exs1tj2fbS/g618/yze+cY7EXpP6jx6we6vKe42Q9+ohB3VNVWHaYOmSwflLCZ56osiZU2maDxo07zf4aHXIu6tCJLG4cC7FmVMJHl5t8+Bqm1ofmr7OwtkMr36tzAufq3AqPsGp2ARrd66xfvsqa40ej0YWI8vm0mJaVX3QodbvUJ6Y4szyebSGw7XfX+Xadzf4qOXzYdsnd3bM9NNjnrsyxatPnOFXzi3SvH1NFUULfTaDbzmM2gYDEQT2OrS7HXI5h3zOUXbFhq8jW/mHBx6rhx5n5zOcncvy6G6HN364x153yMwrKeZezPJ0ZZGny4u8950Nvv8v73DnoE57OiRY0vnNzxf5+ktF1j7o8eG/a7G159FN6gRZk9yMTW7WAa8LXoe5BZtzl1NMTzgk+gHJfhD10bojzKFDapRmfU3jd3/Y5k9vDPjW35zmW9+aJuF18KpV6IvIMcfYS7N+cMj6/iEf3PX52e2QumuQVG7GNmnbImVbPHzQVvX0c1N887cvMD+X5I1v31JVnJ5V9cRykpfOWMTHfT74YJNPbu7TSdh0Eo4SeyydSjIZd8iMDBJD2OnU2e7Wuf5gyMd3RuQqcRWH+PznMiykYEEIK2YU88MAwg6MWgG13Z6KQE1liqQyJaqjJqvNLfxYV/XAF0/F0VVsiIvbNBk1LKqHBttV2DoM6XkuPd/l1qOAq/fHVBuq72SGysFP/c/AyPuqYlmNZNZULMzEIFC1sphnZbFAMp9GS6Wotn0+/niX1QeHfO50wHOnfYozWTJTBbYbGp/c6XP1bp+UHUoOM+WcxUReDiQ+mtNjjEu/KVaLDtt7A7b2BlzMp/nV5bBu7/wAACAASURBVDJzxTg36HFT6qrLzase8xN5Xv7cLPGYzjsfrnPjzh4Ls2kWZlNkEgMSTlc1B8dOAd/O0mg1abYaXMwYPFe0mZjMwdwk1bHDv/32Gv/2O49Uvmc6qbMwqXF2PuTUgsO5Jyc4/9QEPxFb2o9bbKz2qG8N6DWkfSQH5zhffMHilRcsxt6ITnOA5iRJlivE8iX2q0fsH9Vo9Tzag4CdTZd714bsb3skCyGJAiTzBsmcTr8XUD8QxhgUUjGKKTnYGyTikrsrYJ4w+wIyMY1i2uTK+QmunJtQh5DW0KfaE/tdkbIP8fo+Xt8jro1I6UNiMQMzlVL5N3uHY/YOQ9y9Pu5+jxcvFvjNr80zOZvk27eOVJ0cXHRhDgYaqYTJ1ExcKdaOqr6qniz+fV+xIOOi4LZ09ndr7O0e4bZC/Ha02TdSIemizcpyWVVl1qY8aykrjND36bZdbt7qcutWl6DtEbRdXnpOLI2nmT5lcHVrj0/WDvjkHZ+r7/jkJ2LMrYg1zDFzfxSy92DI7sMRTz+T5AuvZjFNjfu3u9SqsHBqRtWbb6zx1pvr1OoDAnldjkZmUiM9qeH2Aty+z3hkEnpRtozKiY4LC15Y5mLZIdbNofQ0MTMaVkpDP7IwjmzOzppcXjbJZiyGY4v2SAZan81qL1IejAKyhRgTcxllv7y+12Jjr6UEZ1KWY+Kk5MBq4EjYu4Cu53WeuWBQXDbJLJocjUPu7wbcWvd5dA1Wr4Uk8SmJAvjpnMoFXVjJ8Mff2+CPX9+g2RzTagakkjaT5TjJpEnf9RV4NjldYnK6zOFuh7tX92jWuuRKFrmyKJ+jz3uPRqzfGGAGY86f1ji7IgymMhOLJT76WYOf/rsDJmImf+W1SZ5/usC+oan62bV93ru6pyxKT6zrRPEj1euMVS6wPwwJXYhbJpVSnKmJOGefkIxUiwf3unz0YZu9XZ/hUBrHJvOzDguzMWrdITuSHeBDxYlTSMVJlGW8JXl0o86j63WIBaQmdUpzNqdnc5yZy7JV7al7YYcaxbhN1pasxuhwaKfTWOm0stn0R1XGnsgc8mph6PpNOl6TUPI1gxHZos3Ucg4rYXPtZy2uvdfkhV/J8OKvZOh5Q9a2O9y73+Puh3DnQ0ikI/WvgCVyj+OOSVaIAAlDqS+LE2m6nQ71owbd0YCePqYbhrS2DJpbOqmUbO4kf1NndlEnX9Joj3Q6Qx23NsKtj0gnyhRKs+hGluvXtrh+bZvinKYqQFSCIwa9MV7fVM93NuuQzTiMgqFS9ymQfijCR43lhSRL82Lz7nFUH5LKxzh9qUJpMs7ebnQIqeRzTBRyityBLnmgkqkd4GkBO+tjdjZCUimNuXlhzOts7wmQB0ZvgN4dsnI2y4WnSgSaxic3mtx7KFbPIcV8yFRxkqniDMO+y9rmGu1OlcUlS9Xhrs7Bro5mJokJOznlEHOGxOwhejeF0UkxJRusC5CZHNPRPBqex82bA1Wt+pBBe6QyuAdu1Hx7shLyVGVMfQ+210JyhTRPPz/B3Lksh5rHoeZz436TG/eaihWei6GyWC0rpSqe8lSJ4r/Ztmk2dZpHAc2qR73apnHYIZ93mJiMUyqZTMhzWRQ1Ql8pJEtTKSbnc+r6vPlmmwcPXEpTCcpTSaxYF8vp0un51BvQrIMv82or5Gu/usTXvrbM2naL7/3wEbdu1SQilJhu8srXlnjlV09x684+b779iI21Dr2GidczmJqCqWmZlsU+UXIXdcWOzuQSLJ2eZHllkrW7O6zd2aHR6jP0AmRTIOB1MW9wcWGFCwvLyrr8B3+6ykGzz/mnplg4nWdnc1dVvJAgN5VXTb2tzTr7ey0SpkNcNpG9QNlsVSayPPHMghoDVz/Z4ZOr2yRjAYlYwOSMw+RcjHTBYmt/wPb+EENy8byAU7NlLp9fgMDi7Te2+OTjXRLZkHg2ZGq2xMz8BE7MVpl+7VafjYdtNh+2FQCdSyaYmsxw6lSelVM5zi8lubCU4F//4IEqNxwzOZEgm3NojsT6ekQoHlk9sf8Z0z4QhXiaF78wz4UnJvj41g4f39zFPRpC02N5Ls/Xf+sSr31phd3dviIbvf/eJu+8/YiuNqLyZIbUjE231qZz1CFbjKk1YRgENIWJXvfobUN3S2NWMm8uWujxCAAW9n7SsYgZFo2DMc3DMb1BQH8kjGCdVFoAAIdgZDAe6WpMCxgm7OikkyOXmWRy7gmm5p6k1t2n1tmnVn9Is/GQfm+LVEbIAJFaS9QJw6amLKCHHVFARs9ANi8NcsnyTVEsp5UrgFhkii3qaCh2icIUj5Mviq2ez2DQVKBkIVehkJtg9/CQ3YNDeqLIlYasNGIV9clWex5lxSXEt7ioB2xlXSkNutmFZWbnl9S4D0KHwbBNo3abVuMRXmDjin2a4ZKwBriDAc3agP7AI5aNEcs6jPW+Yr+n7AoZZ56kPY0XGohhnWFuYBibuIFYell4XhotmGA8zHK0/ojqxiOyeY3SlIOd1HDDAF/uRTZLMpdR+wSxGZb8y5E7wHUl43BA4A2oTLxIefJFRv2QRq1Kr90hmciRTOTRrBiaJQBwiCmqMGVRCZIAYkqD3jbpdPdotTaU9XM6Yaj8LXEXUKBvmGSMqJucY8tJUbBEzT9NrAClCagsoP/p41bui9/6n38pXnUC9n36OVIgnShUpceQFiZ0JrIbFGtuAedFYS/gjKaLla4oTwYEYR/HjpGIZ1RjVsg2QjQ5ETSpBGQFdhwrgRQ4EYGMAmKIAkIp8Y8Rz0gNKfmXUSM8ymOMMnhPlDQnGYwCRgtgKKCH3JcojzhqDEe5s2aUeaoANAHbIitopfI5tmyU36vAKiemlEu/8Q/+K/7uaXF1+E/xIQDw//YLAPBxA18BYZ+C9J8FZH/+lfwyID+63r/9T/7xvwcA/qf/kQDwY8Hi/+uL8XN5wY/TXKXNH6XSRuq0Y6hB2QRL0zoCGFMxk5Rj0j7aYX/9Ls3qDv5ACFk1HMtRlc+llP3z1GSBhfkKczPi6pKhmJO8+1ABZRKvIxm1kj8vM480i1uS6ddsKnKnEAvk5CsAhjRiKxMVKpUJ8oUC2VxeKWRl7urNf5XfeHb6/wMA/IuXb8jGn/1z/t5X/iHfHwcROCe0erkqokY6thsW8EFAQBknMmhEdSuqpnKlQrlSplyZoFKpKKVvJpslnUmrHE5RQqaSomhOqTEk83mkaBZ1qeRvRjmUc6ef5PQvAYCHrXtc2xJFboAnALCMHmWbHGXFnqgVI5KnkIEEYIxsndWY9n0FhAoBNbKCjVRNjij8xhKbIxm1/UihJ5JVmdWO7anFulKA3U67TVupCyUawFdgsLJwdke0unUanSPVmJI5SVRdAv4KCHyimpXnKwJqo/lG3nI0xuMKBJYM2eh6RN8zFPvv4UgRAcRSWAgAAv7GHPv4PUdziFQEukRawkjR56uICsksF9cCmVzUVxXAH117eRFRJnmUM34yQUaWyh6ugAGibhUimzRupSN/DKDJ2q5sqVXOekQIUFahCmCS9ydRSxH4Lp8VMG9I9rA4r8i9EaA+UieLM4tyZ1EkLEPdIylbiANKDW5H9t2GwT///TceP7h//699JQJaj62FO+0W7WYdX0U+aAqsFdVvMZ9VDGc55ysgRgBDBXAL6cIjEYscMeRc2uz2FIk0ls7gJFLRTVKMHV+VkPgK6TT5TJpsOqcIDbYQMgyLQeBSG7Rpj7oqQ1lUyGLjKxWqP/tKcXwythutFlLiMFWZmiaeTDF0XQXqBmJJHc+hG6KcE1WvqWxGRYEoQLCY5fVcn67rMwgQyAc3NPFCUSmayiZXQOBIrC85oHIPhNgia+cxiVwU7XJtRYUtxCdRnB5fXXV/VN6wgPiRyj40bQUCK2DwsYd8tE6egKWPbaRPHqdjrFitHScq1s8whn5Rkau+5/g1nNCD/n1xARGUe2xbrsBtXQF8MlZl3yb28TJmZI5ShI2Tf//x7/8UqI48Pk4oXidO9hEALOJ5Q9RFgy5H9UOa7ebxmPaYnVtidnZJKeSFkOYJ4UHGla5HCnPfjUB49axHFs1RVvPx3kYIYYbcL4nxEvLdGF32FqbsSeV5lX2UjLHotaqfV64Mn/HwPzFlUGPq2B7+WN0c3SsZ+9EdOlELK/KLeNUrh5NI4Stnlpg4JBw7Kci6J/OmjPFo3hDFuYsfehgytxiiDhXgW8aSPF/i0iDzQIgRMTOiYRMc31MFRPuEoYdluKTjfZIxl6Fk5o4zSi1rhx3s8QBbwN0QXD2Pp+foSw53IMrpAEsPVSG20+ISKNdKCFvjHqHfIGa6lDMOhbTMKXVsq6aslrfXxK7WJVPuk8j3jyMYxCmggBZWGHTHNKo1Rbp5tHPIo+0Dzj95mvNPrGDFbOWO2JH+Zn3AYa3Pqal5lqbnSdldzHALf3hAo95SeeA9L1A9LolYG4pwwx0rkF9KWY1L7IqtKwfBXC5DeWKCXLGImUpgJhPYmrgXGuzs77C29Yid/T0sRXBNUEonlYtYMWlTSJjoga9yyGu1FnvtJnutJr70NR0NzdIUwVXcZRYKBRYLBTUHSLSBnKu7ki3vh0rkoJvx48iJIbrhYQnh1BHnRZ2Eo9HrdOl1Oio+IJYQQU+aQkrsqZPUDprUDmVtFMeUyFVAevXKNcHRSMRkvRkz1nyMmJBX04TWp1m4nWbk/CUAsBAi5XlzfSEsyS0OlZmOOB4KACwW0ObYQfct+q1R1E8hYCQZqUWdyWmLiUkTf2DgDUQZ7uMGHvlsnOW5EsV0nOpejaO9IxJFg3jRpF312Xs4wvAcXn7pAi9//gKP7uzz6M4e9+7UuXu7webhgIYJHUcjWbBVMfAYt0fKMXMcyl7/xILfICGOexnpcQS0Gz7DnsQViXuQhWnrmI7GoOPTPBrhuwG5UkiuLBnzFuWiRX1XRDY+TbFzzuokciLWilGpxPDk3N12aTckqsunP/SZf8Zm4WmLg3WPtRsj0hmDJ1+Ks7Ds0N+FwR7c3xxyf2Oo+qxnziSYnBLb71BVc9inNRJSl407TOGPdMZuh1AItbKn0nW6HZ1WS8d2QgqlMaXyWPW5JcM5mdJJZTW6Bxrrn2js3NWoNwwaTZ1Xv5Hk1W8kmNYDEhsDWhtDvnt1wHevDinM6hRndBZnCqzMTCiByEef7HLj9iGjUNY2yExBXvqJFYN81mCiaHJhzuTirInfH9Nr+Ny+6/PTdz3ubwbMnbOZO2fx5HzAkwsBxWQB25ghZhTIaXFVf/LtB3zn2/cJKiOmXpGeqslUqJEawJsf+rz1oYdmBCTSAcsrNpcvJ7l4Lk5zdahqqxuwPhQhWYqvvDLJxVNJDu5XObh/xNyTX1MV66wzfvA6/f37POqnWOunOdL61LSeIiXMzmSZsB0K+yHmts/vv13n99+qc+6lGC//pTSnFmMkxiZG3+Djd3p89G4PXyIJcgYxWyMZjtWzcGNryI3NEd/6O8t8628vkzzqcfjDTXZv17nZG3OjH3J4GHBwGJAswuSyxunzcZ57uszF01l2bjXZvd3g9q7L9X0fO21yeinOwrTDrfd7qlzLRMtYnH0yz5e/OsXzT1coexkqfoaN+9fZeHCD/f6IqhbHNS2KGZ1iWsdMhpipkFJlhpnpswz3dN7/Vzf44I/vcadncadnklj2KVwc8dyVab781Hm+fHkZ/+A6/sE1VGBtKc9BLeTOJy12NnvYGV9VSVwNS3FiYQyjZytnz4e1Dqu1LjPZOLPZBJtrQz74sE0jCFj6YprlF7NcKsxyqTjLG3+8zbf/jwestlqEZzXiTxj8hUsF/sLFAjs3W9x4+5CBD4UzOdLzacxkDCPpcP/2Pvfv7HNqKcsXvjiv+tXj/W3GezvUhlAfCgSQokSOnS2d3/tRg5/e6PI3/kaZv/Gfl0iM+3iNFmMRUfWTDJoxPrpf46N7R+y1LaqDOAPZCcV8fM2nXw/pNWTOhoEfcuXzE/zaN08xPRPjZ997wHvfe8gXv/p5Xv3KyxQGdcK7H7P3cJO3twOuHoXkl9LkT6XJpaR/PMSWKNBDn3HVo58Y04uPWd/xWF3zKE/EeeXVEs8+k6aSHlPJyDowjxObwz04ord6l1H9iLEdZ+wkGIlzxtCk6nfYGR9hpD0uLQnZJokvfX2J7W0YDOsmewc6G/saG1VxqRir+vBmnzfe77Fz4KE5hhnKYSGWtIklbMKEWB6MIru/uDAwNUq2RdG2ObWQY3E+ix861Ds6m7vSZN9na6PGq1dMvnjFJCv2rIUU64chH17v8/GtPtmkRiYB+aRNPmGTTgckswNM26Vb1+nVDRotqDfhYiXLl1bKlNM2P9075M/2qkqZJzU7VeT8uQllefTTtx5x7fo2F1fSXFpJkYwH2JJRlxD/4SJ+LMvWxhabG1s8XTR4ZTpGvpymkc+yNTJ588c7vPnjXRYmDRYnDU6f0jl3WmNy0sZI5zEyBb7/Rp3vv9Fgf3uAK7kCQ9lQSIZSjFdfcvjiSw6eWJwc9TGsONlymWylCIakUXeod0cctT02Nobcu9FjZ3OobJENJ1STkSgvJVtX7C6HA7k+MXIph1xWSpqcAe2BsJoHjMS6zPd4+tQUTy9NkS+ZamLxjDDKSO37ypqwWeszHvbQRj0caaLkpfGYYGfbZ3fbx+kOcXpDPndpgq9+aYX8RIo//GiXP/xoB1P005LTpg7rmlr4KxM22bxFvRpQq0pOqLC8T3id0gjwaTdbtFttTCRHUmy9ZCB5JHI6y8slVfoxo0EyWdzhkEZtyPWrPa5d6zGVijOVjvP8i0m+9Otp4sWAH7+/zxsfVNm+N2br3pilCxkuv5DDThrUakMO9ofs33fZf+DywgsZvvKrBcUCe+/dKjtbLhcuL3Dh0iL37lW5d++Q3T05TAwZeB6JoqZq1A9UEZjKXlQOYGY8VPdIrJ/FXkcUcG5fVxsiPTUWB0f0lo3etDlVMTgzJ1aWonp2lCH0QW3Afl0CxV26Q5dENkZ+Ko3uGGwfttg+aBMOIRwK0GwQz0X20IMDH9oBz543FAg8f85i+ryJGzPZlVyHI53Vmz4PbwYqxMN2XZ64nOMvfmNJ2a380XfW+KPvPKLZDGk1IJ+LMTeXIpOzGHgjBp5LWXLSKgX2t3vc/uSA+lGHTEE/LlupEI+2PPYeDrHCkHNLJqeXHWbPlpg7W+K9t2r88E/2KJoG/9mr07zwVIGjONTiIW++v8db7+8pi1JpukpDSzdDDCuk0xLAP8Drh4QS/W0YFPNxyuUYF560OP+kxc62x907I/Z2XKqHI7ptn5XTaVW19oCtakdt+vJmTFmXxIsx4iWHLcnilixvJyBZ0SlMWZyaTrM0k2L3aMTe0Yhs3GaxlFQAsGRwyASZLOVVBX4db3BA6IdYYRltnOGwc0C1c0A8HpIVxXfWUvkjksl6692eqle+muGVr2Zx9RFbh23uP+xy/W24/g6k82KBLio5yQwURi6YvkfcGLN8tszKuRLNVpf9/TptafrYIUMNGhuaqoSyc4eJKYO5BYtC2WQY6owk92R/qCqdLFIsTavc2VvXd7h5fZfiAhTnBbDwabU9ZTHs9Q3GruSHW2SyYifmqUOlaii1x4yHGudWMpxfztDqDTiodRUDd+XiBKXJJIcHh6qKmSyFdAbpUarcSWn+mz5j02djNWBzNaCQt1g5HSOWMNiQ+WbHQ2sN0FpDzpwvcemZKTTH4u5ai9XtNkY4QA8HTBYqzJRn8EY+G9vbtPs1lX88s2hwsOmriieyFCZKFEoZHHOEY7o4o4SqclljajFQ80ZHC2j4PrduD7l5e0DjqEenIQx1DzknydH4mWmDZ6YMRlWobwmwk2DpqTy5xQTbQ5edocu9ta4qx9CoZC2ycYt+16TXs6hMhkxMQWA49Nwk9YbG3saAvc0+zcMuzWqPXMGiNC0AsMHkREilLLmTgapMKUFmIsXG9pif/LjN3XsuFWHRTgu43CWe6igixZGyoQ/R+qGK3PzCy/Oqtg+6/PTdbe7dbTBsjJWtyfOvzfLCa7Pce1Dj/Q92VH7OoK0RjDTmZm3m5hx0TRpRHiPJXRuKujHOledO8ezzS9y7ts7d6+u020PVHJGmqIDWpULI2enTnJleYfVRh5++84hGb8Slz82yeLrE9Y9XVcULSYrzBUJT47DapF5vK7a1OTbodwI6LU+ptZ6+MsfkdJb7qzXuPawTDHv4wx4Li0nOXMhRno7zYLPNw4022tBFG3nMTZY4d2aOsW/x7ltbXLu6T2FCJz+pUSjnKJaLqinR60rTuM/uhuQfd3CMGJm42Go5ZLOGIop95aU5vvzSPK+/t66q2hhE+XnjMW0hc/kjdGkkSmOwGdKpog7/X3h5louXSrzz0T7vfLRH3B1T1g3OL5f59a8/yQtfWObNtx/y5ltiXdVg9X4LPxFSupQgPWPitvt47QGxjGTMm/RGYxpdj2bDZ7QPowOYPmcxc95Cj42VY4WMNHFcsTVTgb/NaqiADGlcSffXiYuyx1bjWw5xUR6c2DAK8J4hnaxQnrpIefoS7WGdzqjOUf0B9ep9er0NlY0kz6lSmMn7Pwyob/oMWrJH0bDjQkRJKXA3nY2rkha45KW32j2GAwEEfVIpR2UFS2RmGA5Vg+ukyVutH1FtHDFyBUKIchflPoa+qRpAckhPJ3KUC5PE7DiD0UABHtOzc0zNziIyc2+sMxx16LTW6XX30XWx8Cng9g5w21uEY9lXiWW9RaAHjA1R6fSFXkjanqDgLJIyJxmOfUaSrezsY8f2lavIYJhhNMzgjzK4PYf61iq1zYdMzNgsnE5hxjWO6n1aXZdMKUemmFVKV9tOKqCj3WnS73WiHDjfo1R5ntLEcwwHIa16VeUtJhMFVYGAk2JpzBhblI9jyf0VpYOuiEJSzeYWR0erhGGfYi5JNp1kPHYIjssLJEvYUkBvFO4WAWkK/BUlsGbys9/91AL6hb/5P/17gbtfzH79rJWw/OpU2lDqeAFSJU9O1JT9nigZXdDk+XQJtQGhPlCWqslkDlOPKVKjlFLpSjNXqKXHmbRqBlai28ieWa6hKDKVsvAYDIyyQUVBHD2XqvGsmsknRqXHWYfS2BVw3hd1rzRVTxTAkXIrIqJFuZuR5bT8Pml2RXnJYpUbgcufBYBj/OZ/83f/kwLA3/kr/+tjAPhxcz96kxFY/Qsfv9iQ/w+pb3/7f/jH/He/VAH85wHgk+v6yx6QTxXAEfjwy/IjT37uP/R6Pv3aceauUrjKvT65rxFiIQQU+SxAiJRjjHH0kPr+Bturt2hWtxULXKwsRf1kahYpOS9l42pdWVycZHF+kunJEtMTJdV+V0CkG9kCjlxRfys4ina7Q6PZUupAAQFFjSYgkZTKwhWwKZcjly8opexg6DI4/Zv89c/P/f8IAEdXb3jvX/Jbl/8WPzpWkwlQKM+tAAsKEHUEIIjseEUFJ4C0WFIL+Cuq3nK5QrlUIZMT8DejsjJPrFgF6BTAUzljCIgqzhbH0nlliw7Mnr70SwHgfv0mH61HIITAnb7YVR8DUVHGcQQ4nKgQRcGmxpGo9I9tnOUMIM1wZSUuPyO20OMxjpxrOx3a7TZ9sREeDtXPiK2ivE8BfKUUANwSh56eAutFESwKYAGdugL8DRrK0UaItpLbOhiIFbSrAG/5EBvjWFzUvpZi04szzQkArHKNBcgQe9fj5/GEcCFrqthTSwZyZI0t+3gBhSLFemQ1K0QS+W8vAmTV2dlRJda28jUBtpUCWKQ9xypImc+i+UrihWQ+CiKiwshV4LOQEAYCqsmfhQAn9sxCAji2MxcQ/sRWWN6fKJuifPJIZX1CpDkB+k8Mb09wVQF6xfZZ7J8VSGZoSgEsY05UujE7sgQXEFzu5z/713/2eHr4b//6r6IrkobMnTLHd+l22ow9cakQ9a1EbqTJZ9NqLQxVs+DY5v8Y8BQQWNbPuJNkIABwb4A31nBSGZxk6tNsXXFr8D1lqZ1OCEEsTjKRIpFIRWQgUeCaGq4p9tFjVBC0Kh9tLFa+0fwuUt5ISe5yeHiosrtlTOWLJTW+FFlAvjeZIUxmsGOSYZtQ+b9eoKm9hytr31ijL/lx/pjBWGekWQoAdscRCCwW0AJICOD0eCU7JkdE91WIBWI9HlPP3Ul2r4qyV5m6AppGSvrouRCipiyen2bLR8jiSa7v8fg7jh44gYSjTO4IgIxUulEO7ElFqvtoDX78358FaE8cyj9rD/JZ5fDx74rcCTQ1LuUaytwi11Xmp+j5PF7HTj6f/L4IgY7c5mT+OAnXPgZG5csSO2Lboi7qcHh0QKPZUHsEIfJMz5xienoR3Yw9BoBPSAPiJCKEMGUuLWR/IboeZ3ULSUzGmah9LWmkSs9FSBauG4G/imAm85qYQwsJKbqiEWlCUwSGaMo7Jsodv8coMuIxHB+RmJQgP3IWeWytLnOFPJ+KHBABy+LaIACw3Hu5ljK25T0KsVDNu+FY7VUkJkGiPUxdAGBH7XU+BYADBZZLyWsUy/OxBFur6y0VqPdkmT4p6clZAQM/zcBLY+sd4kYNR3dxxC0ldOgFGXp+Bl/v4esS7eFjhOKrKO9HiDCyHslcL3bnQ8xxl5gxJJcYk4mJbX8PUxcibIeN9a6KmhIFXKYkrkJjpbAPgwSM04qcvbe1z+72ARt7VVXPvfwMz3/hCrFknKE7UvbQR02Xo4bL8sycqkysg61t4vb3ODioUT2sU2v3qLW7tNsBnY6cM3QSMvfbFv2hnHfFhl+iS8bksllmp+col8poMRstbmOFEulms7O3yerWA3YPtkjGEySFCGSaxA1DRfFMl3IkY5IV7ior+s2DfTYPDhQZPrQ0DOm5puIkU3Fypk1W7LNF5W0ajJXlvKH2+1J+cBKxISvrUJVujJAEKLFadV1R6AosIXOxvJck6XiOfXf6ggAAIABJREFUuJWiUW+qkp6J70U58hJT5RgCAmvETbnegSLZWAmH3GQOJxWn2RmoaogK9aijHCQkK1eey0gRLzRxETqFJFMaubyIkQwMUU77hgLXRx0PVx/jmaFSx1YmDcoThhLRjD2LTsel2R6QTTucWSoyUYzTbrRo11sKgLDSY9yuTe9QgKQ0V87Pc+XCPO++u6ZqdaPF7uGIWt+n52gMBdBOWyRSFmbgYch5QRH7wHXB8ySXXhyqQjL56L30O6EiF6uoCnHlEBDPFgDYo10Td5GAbBkFAFfKDhPlmAKAV296SuhEMhD3c0rZOKVcnNixi5kAx/2+OMj4FFdsissWW6sjHl4bksubvPhaijPn4gz3Q4YHY67d7XHtTo9YWmP+lMPEtEVl2qYyZdHqjGh2hvS7BsO+gzuQ5UqIxBJvIRE04kYhZ19DuZ6WyrrqdRm6RP142EI2sHVa+zqbN3T2Huh02hqdjsaXvpFVNWO5JPfbtLcGvP6xy/c/9rByY8x8yNJCgSdOT2KOTT54f4/r16vIqU4A4EQF0gICTxgU8iaTZZPLiyaXFi300Ri3PebWLY8f/HTEzVWfmbMW02dNnlsJVJXSFRxzESvMY/Z9rIHPd7+3xfde38aZH3P+a3Hmz1hkRyF2J+RnNzzeuyHCCihXNGbnpfdpMjtl0l7zaD9y8eLgZXUmJuJcnM8xmbDYW62yt3rEqee/xOLzXyLZP8B49A69nTVuHujcEgBs6LI5HDG5kOSJJwos5+KUDscKAP4/f1JV9dRrDl/7qymW5xNYfZtxzeSdN9u882aHpucyMHyyOZNTk0nlbPLhrQ4f3uryO39rlt/5L+YoDly6H1U5Wu3wyZHH1SNZb2QMa8RzYzJTAbOLNk+ey7Iym2LtZo+1m13WWwEb/QAnrbMwbTFZMLn27oirPxth5Q3S8waXn8nz2qvTfO5ihewgRrYf49GdOzy6e5eOzPnZDOOEo+IoTc1VYq5sWZwHJynmF+nuhrz/hzf48Lv3ud2wud2wSC4FlC56fO6ZCV578jSvPbGA3ryH3rrHyDAZWkm2D8fcvtVhd3dAtizjRWIwbdIpG4Yx3GaMXkdju9tmu9thLpdkLp9UUZ0PV12GusbClQTzlxMsJnIsxHP86DsH/OHvbrI17JN4wqD0rM1XzxT4ypk8e/fq3PloT809U2dzpCfTNDoW9Y7FvUeH3H9U5cKFEr/+F1Y4PZ+kcfsB9VsP6cfiqlJaklKYYH835N+82eTtOz2+8c0C3/hmnqzpYooTUDWgs6dT29K4V3W5fyiqWBNvbNMeBVS7PSU463QDut0xpiVxQQYXn83x+a9WmJmLs3ury+7tLi8/eZnPP/UEvY0t7r75Drdvb3K9Y/Ng5DCxmGLiVIpiakQhMcDqDwmqHkHdRy86GCWH3b0RG+sD8nmLzz1X4OKlNJWiSbkgvaB5bGeO4c4+7TvXcWuH2LkMTj7L5taIze0hR/RopXpkyvC55SKXZjMRsbbXp9/U6Tcs9g415SC71dCYPpVkejHJn73T4NuvH7K2PkCLa2Zoxy3KC3nKCwV6vaYqx/DIJELVOJ1dyDK7KJ7uhmKT7m243L/W42Crr7J4bNPl88/G+PyzcfSEiWuY3Fnz+NkHfd77sE9SZRtq5BIWubjNZEVjbjGkUBjTb6CUteNxgmAcZ6mQ5KmZFI4G37+2y/ev7nHm3Dxnzs4Rz6UZ27YC2D74cIf79w559rTFsyu2YpTqVgY/nmWUzNI2Ylx//yY33r/JF5csfuvpDNmSzSoaD9oB966KCrLDy8/EePmKw+IpneJ0iBeGvPXemLffH7O26fFoy0OMpZ1UlLPTb8oMafDisyleupKiP/KoNoa02yHDgTStLK5cjvHM5Rhjy6cXemwd9biz2mZzu08oIFhf7HZTZEppOiOd/dqYrii5lGWmTTYVI5t08EKPjtun3esqm5Rep0+eBHmSzC+YLC7rlCoOsURk/bV5KL7xDYK+jzYcK+ulXFmy5xzu3+ny4HaPhVjAfMzn2afP8PKrz2PlcvyL1z/mX3zvo2izquyoQA804jFDgXTZ3DEAfCggu008JgbBYqs2YOT21ebSNHxmFwosLJcV+CUAuG55xBPSkEix96jL3lpHbXClwT1yQ/ZWA/YeBXz5lSW+8soy0ysD4pO77NSrfO97XX7y4z79WkivFvLEC0We/1KFwAy596DB3Tt1+ntj+vsBr7xS4tf/4oRiwv3w9T1u3mxTmcxQnkwzNS1ZDhm2d1p8dG2Hrd2WiHcUUBFIfrQvhwUBLB012K3EGEPsbfs+o76H5ov9ibCCpRftojuSMRPDsWLEjYC47pG1dUoxYQfGSGWkWZ5kvVZlo3bEUJqg8Ti+ZtBs9Wm2Bow6GsO2jhPTSOUilmq/qeH1NeZKMFcKOX3G4Mx5g9xkAuIZXDOlAJiHqx2lRm9tDVhZzvFrv7XC3EqWP/yDh/zBH6zS72n0u/JcJDm1lFEN/p7bpz/q/9+0vWmQJOd55/fLysw6MuvuOvqYPubquQHMDC6CAEHwpkRSsqilljod9oYd4fDG7sph7wdHrO1d2/vBEV6HtGGHrXWsd0MrS5S4ukiKBBYAAR4AAQxmMFfP1fdd951VlZlVjufN7sHwkPxJE/HEzHRXV2fl8R7P/yKVTpBMJSjv9nmw1KBR6z1UqwooEYsbdCo+zV2XeDjEucU4ZxbjzJ6eYPZMlu+9vs83vr5Oeqzz5RdmePbxCZpJn2bK48239/jeW3vUG9JcDdQ64aimSjKSW00XV5TUTmAzblkG6bTBxadtnnjapt022d/TFQD84G6Nnc02xxeTHD+VpNbqsV1q4Q/GpE2LuFiKpUKYqRC7D7qq9BgkCoYCgGcKUVU7+wN29odMZ2weO5ZV1h47m3UqlS7TJ6aZPj7FcFChIyCCZBOH8ugk2W/sU2ruk8qaFIoWWlRTwJBsQlaveKy87/LpL0zwmS9M4IX7bNfq3FttcfUNuPrGmEzRJFsM8mB6YqfeGyG0cWM0YuFEgoUTSTxEkTpQG4ehAD7amP17Hvt3PSLhscqMLRYN5ucj5IthPGGSGzrNzR7NrR4JO0thcopwJMHS9W1u39gif9SgcMyg5/rslwc0mz6uI/d5iGRCsjvFcioA94Q93a4M8bojHjszwWNnsiqjptJqE46HmZ7PE0/HKJdKiqGbsiySlqWYh0iGn+4rq9pQ1Of+0pAHSwNmphM89VSeeMLg9t0qK8sNIj2PSNfn2Mkii+dnMKwoG9Uu21XJLa3TrNXJxVNMZQuq6VES21SvTe6IRm5Wo77lUd8We+k0hekc+WKasOYR1nxCnTGhzoiJnIDFJrEJjQYuNdfjzv0hd+8LkaBDv9dWzcG2WmBrPHkkwpNHohhtjVEZlesZWwjjZ0KsNwas1wes7bqs7wxJ2lFm8zbJaISVZYfVZYdzF8Kqoil5LjNUGzrLNxvKejjIeu2RzJtkpyNKvV2YGFLMecxNWcxPWehxg3FM597ykNdfbbO0NGRC7KKLkjE8VNXrD6nVXZo1D7oj6I65+MQEl57IUW66XLvd5MFyl/qmp4DKiy/keOL5HFvbXZaWxErdoSeq+8GYYwspji0k0QT89xyarQH7FWl8RPjYJ07y4idOcv3dB3zw3n1lIWyJC4Vloo+7GHQ5M3ecs7PHaXZ87m/U6Lg+hSMZBZy/9/YD3nt7mWgmQnYuhR4L0ek6dHt9XHFY6PqKOCUZzFlRHB9Lk8vHaTkabSfE/maF/c0yZ86kePa5aRZOpri6VOLq7X3EA1tz+kwWshw/PovrGrz9gy1uXt9jcsFkal42hRbRmK30BJID2OsOKe91Ke92MbUoMcNSTFoBRnPZMD/38WOqZFHfGLpcu1Hiyrt73Lhdxjd9VVFLCAfy7IDTkEwei489N8X50xlee73Ea6+VODkV4anTcc6dynPh6ePMHJvk3//ZEn/6Z7fZ3XFo1l1CyTHJkxCf0jBcybAaExICWHRMozui2hjRqI/QOhBqQ+F4iPxxnVBUgMGgWZ+0pAERZn9zwP6W2HWJX6I4KwjBJBhnZaMrz7lsCKNRiEgOq5YgFimQyZ8hkz+L4zdx/BaN1jLN+j0Ggy3ykzFVcs3FIrGyMWB7ycFpSh68TmLCJJNNkMnGGYdEASZgnUe356qYAckkU1a/gWE40ai4YYiDSRh3IBasYs/Tptlpq/EiEpFsZU1lyg76kkWo4w9DpOJ5ChOzRMIWzVYTp99jcqagSnR7fdmAOW1ajX2cbpOJ3GlyuTOUNx+wde8qYXPI7MkpMpNJGu2aUoe1hj3abo90uEjRXiAVLtDut2j1W1h2nVi8znicwXVn6TtpOs0x7YZLc2+V5u4Ks0ejnDibJGTA2mqL3b0e6ckE6Slh4kvcRFoxzSWnThrhAm4IQpLKPkEyc1HZanfbNQaOgxWbwLYmcCSj2vMwRU1siKmfsOVl8yEL/kCtVauvUy4/QKNPIZchm07jeWFVQy9E35WsYDNoWopNnYK1pNfnqhLw4Ue//z89bNo//Rv/88N//3VA3aPA74dgo7DUxeJaQAJpQBnqPnG6QUaryh4eS8Oqj6Y7RKOWUjqLSkVs1nodP7BfiwS5kyIgOUQRg15woIgTRwJpeAYAcPAS+V1KpXhATAgUdoGyTdrGgZYwUNIEiahByz2wnBa1jnw/yAMO6iCDWBQRCsgRmUOgZJMmuCiElFpOQKFwmC//V/8l/8Xi354F9F985V/y3x023R9ptCvQ9dGG/6Hy62chtI822R/5/t8GAHwIqP01h/FT2cc/+3WHqmVRY8leKshZPLTAlWaX3MtiSSsWzmPPAVey6VfYenCLZmUHjYE8MUjrWRO3HlHaREPksgmOHZ3m2MI08/NTLMxNK0WUNNwFnBAAty95d+peGymXBLF5FSWVEBsOQ3TlUoi6VCockXibBNGYpfI/zaf+E37rhTn+NnThjTf/EU9/9ndYU+CHqMKiKiM3LSB0Ok0mO0E2O0FSAbySeXiY4St5xQKKCWgVgC/y3BzaMqvGpwBZimQxVED+YW7vIWgys3iexcSBhfMjF66z/yO+f/8gwFTuSXkeFZAbqOMUACDAqFgWi5vBQTbwoYWpXF/J7xUQVa6rgC+eqI26XRUpJZldnU6Hltg1t9sKCBbrZylHAcA9pYhVeb+iflbKWXEW6KuoEHG58UNif3/w3AtYdzCPCZAm1qoqPzhmYoblfpHhRnKJA1BdAcBmAK4f6g8DkPTQ2llAePEueERtKePMIRB8YDcrYLBSFyvihtiYRxQOqT6LWFX3HUVqEvWfqKwC2+ZA5ae+JmCfOoeyFxU3g4M8cwHuFNASAIMyRso5fJQQowgBpoBXAQB8qOWUY5HMdLHi7SsL7I66bvKWAogFFup2YAWtjZElvYzR8j3Z30uJjbhc39/7kx8+vCt++9c/R1g3lXJVSoBVTzIkxbXDkxxGXz2TUgLciipYlLBBtqt8zuDnYmK/HbEYCqA6cHGFcBixCEUk/OzAPlsBwAGYJ0plWcNJ015KyByyDjFjUZJC5E0nDhTOQjSS/fyHClBTWf0HQGCjWqNerQWZsALUSZP9AIzXrAiaAEYC+AgArOkM3bE6Rl+ySDWDwUENNRNXj+BqQk4L5m9J/hWVYX8UwhmhVM2H0tqOZNR1egpklHlSbOUFDJb/S05rwH0JtMMBHhqAjPoBIV/1ZRSgGAB7D1065OsKPFRQ6kPgV2XbKvmp5FDLfBko1YM584CI86gF++EVVsfxEAE++OqhffOjvz+Id1L29IrIEIwJKkIhbD50CXh0Hjh0p5Z1qxyD0N5FJ6CU4UrxLEClKGbHCriLx6PKAnpza51KrRzY8JtC5MyTTOcJiQX0YdSDGpMEuD1QJx/cz4rUIAp/PfTQcSBm2SQSKbVqknWpuDuoHHJTMt815XojDTA5LnmkFUlCzVPBsT1cKymb7mC9IgBwMHsF5urBYHMgkpB5TrEeA9KESh2W9xXihTxrYblvAtBYrPZdf6RyvNX7qvc8iEmQOU/sn5XLiURXCFFICH/KkFy5O8kzJuNI4CAhRAGJhROQSD7DKLC3ljnRlexZGzvWIhkXRw0ffSzK4gitfpRmP4ppORiWELRHkkIHnvy+GISEwOBiGLIH94iq6hPTm0S0TkCE9H3K1ZpyQnTFvXAigZ2xg2uoy1pW5mCP0k6NlaVt1ldLVNpdqu0ez77wDB954WnshIwPQoZx6fZ1egOJSsswlc2QjLSx9B38YZlqpUG5LH3PMut7Jeodn6ajEbMsFueLzE1P0FQWoX0FuNVbfSJ6jMl0ATtiU2nUqDTqaF4Ykfr1hpJBXMcdd8kmbTLJOI5Y73dlHR8hk02STgtBLEEsFmF7e4OtnXXxlkEzhZQbI5nNYCcSOI0mvUZT5Z8nktIHtTHD4uBj0mx2Vcle207EGI8dhl6b0ahLOBIogT2vr/brst4VUq+pW4TNFEbIVsQbiTpwOgP6HRfBtpORsLItFRA4rIeoNQaUqn3C8Qgz0v8qxOn0hsodrrzforzXVI44pona5wg5TnLZZe8ppJiYrZHKhIjFQqofjKcx6uuMHOlFefimi5XSyEwYZLKmUgMOuhqNhku9MSCbDXPhXJqZ6agi4UtFkz6xpI8dniBuzBHxk2h1B63e58rtKldu12iKjbc9YmhodNwQPT+Yi+U5Tkleb0r2OiO6vbEC+zuNMJ26Scz2sdMCjo7VHtNzhQAazOkiRpHP2O+O6DYkdmZMcgJVxWJUgYr1/TErt10qFY+R5UHMJ6YZxEImE3GTXCpM3A5hRseY0RF+VMOPwuaKxE45Sin84mcmOHM2Tne3R2e3x7VbQY2NMdlJXfUFjxyNMXs0hiN94LZGo+pSq0iuvYceDimXLdnzSgzTQGJDHC0Q9MzZzM7KuNfG89tKtDL2NRq7Opu3dfbWZJwT54QxX/71Ob78G/MUzDajzXWqG3Xe/EDje9c1WppHG5+F+SQXz0usic6Vt8rcuFZjJM7yEiWZ0QhnNaXwTmdCFAohnjgR5fETUaISm+L4LN0a8q1XHa7dHZI7FiJ3TOPFx+DFxzUm0zNEzEXGwyTV1S1V3/uhw5s/7FE4Y/LML9ocO2VgtlzGDZcHOx73dzyi8SjprDxDOnZGSAg+wzWXwbpLcS7CkdMxInId9/oMagO8gQh6BsxdvqQq7jgYK+s01/b53s2mqlVnzGp/xJlLWT77c5M8MW+T2R6irfb5V6/u83+/WuLyp0y++Gsxjs1YaPUoznaY19+s89obDep9H0dyzidjPHY6pTK237tW472rdT7/pTyf+1Ke2eiYeKVHZ9/hjaUe373jMDlpMTlpY2V8jKQQBEbM58Pk4yb3b/ncu+VR80c0DHGMlDhJcYmE998e8f5bPknJuz0Lj11K8OKzU1xczBF3TBI9k6Wrq9y5tsbYMkkeyxHJxBRZxB04ZAomGQGBE2kSsQKdPY/rrz7g2ptrvL8RUpU+oXHkcY0nL2V5/vw0z58pEmrsEGruUG25lNpjKl2NqmPgjDRSiQHJxDCYW/wxjXqYyn6URitEY9Sl6fc4PZfl9FwGTeaRhuxldfKzhop3i3s+cc/jr77V4I++VmXf88lfDDP3jMWnF9N8SgDglSq3P9hVhNB0PswoZHLztqaqYzp0TYdnnynwSz9/jJNTMZa/u8LyG6tEjk4QPZojYQihYERpd8i3r3Z5b73PS59M84lPppmMj8gYHu0Nh/XrXdZv9vFzKbxcCrfv4XaHbOz0uPagzXLZIZSCUFpiDwJH/LnjYc5ctphdiFOITlOITZPe90iVfJaW9/ju0jo3dhqUhyHqvsQFmqoWpjVOzEI2AoaQHVyNeN4mnrPZ3m6z9qCm4i6OLSZYOJ5kWrKCZ9JgREEcInbrOPe38WptIpZF2Irxow/q/Ohanbrp4E+7zMxH+cTpSZ5eyNJollV1miG6TZO9Oqw3fPb7Gk88Oc8TT83zjW/t8a//zQpLSy00O6SPI3aY6VNFpk8X6VardGs14qZHPq0xMWGSX0xROJlStpStjsv6rQ73f1SnW5amv8HsEZML56KcPxdlqI1pDHxu3x/w7pUB710ZIOt6qUTYIBnWmZsyOH3GYGZKgDBhFHnEohlikSxT6SgLE2Fl5/Ptt3b59ls7fPTFRZ7/+CLDcIT1psv9zQ43b5TZXK3x3CmD5xYFvJokFJ6mY6SohQx2ByOuvH6N9797jZ97LMZvfjyrMgZvOT3uN/uUNnz21z0+/0KMz70QVd9zI2O2Si5/8Acd/uAP2kQiccLhOJH0iHC+jzceUNt0cao+j59N8sTZJH1GNAYee7t9dlYdmntDvviJHF98aYJ4PgTJEdWBw4NSk+1Sl2EJVdF0nGgmTnOgs1cf0+pqShWDZ5CISf6VKEpdul6fltOhWm9Qb7TR2zqhts6JEzpnz4eYnYmRiYsFtsVup8Feu4knILMjrN4wYTum2GbLd1o8WGpxOg1nUmMuX77AMy+9CPEJfvdrb/A7f/RmsLmQVa1a8GlEIwY5AYCTEar7LtX9IZZkJqVsQrpHf9DB9bpkJyJMZMOcfGySM5emVZasO6rgeh0GfWHLhXlwtc6D92v0Bx4hS6yRNBXaLfUrX32Mr3z1cXyrxN39q1y5ucmr3xrz1ndHaMOxYhxd/liBj35+CsfzeffKPu+9U4LOGNpjXnqpyBe/NI3TG/Gtb+zy3rs1QqbkJI741KcW+eSnFlXu6g/fWePeSoVG01UKyYMoI7UIt6wo4ZiuAF5N92jVPNpVF3McIaoJW1o2W0P0sIudi2DlIgog7jb7WD5MmgazKYvFxSKnTha5V9rmbmlHZbt2RgaOpykV4kCUwdUQnapGJAzJ9Fix052uwdAxSMXEMsDnzKLBY+fCKoc7kkij20l2Kw32qk1Kaz3Ky32mZpJ89LNzTMzE+fofrvL1P1rF86SpqisAeO5oUoGYfc9h4PYeWqzVyh5bq2KXOiAcGxKOeapREokZDDs+/YavFI/nF1OcWUwxeybD7NkMb762w1/+ySpxN8QvPD3DUxeyOHlf1Xd/sM8bP9ijUnUZq3wOnagVUtmaov5rt4a4nTFeD2XlLFbCiYTOk8+lePIjKTwvSrMZZX9nyNKNMusrDWaPJpg9lqDe6rJbbuIPxyRNGzsSwUiOMBJjSmsOpVUH0wqRLJhMTIUpiN37RJitrT6b232OTSZ57nyRVETn1s19NjYanL54jDMXj+E4e9RqK2ohETNymFqScrNEpVViYjLO1FxG2d2s7VbZ2GxTWoLSHfjk5/N86ucKaIk+5V6D1a0W77zi884rI3IzYXLT0hyQBapYx4zwWyNF8pyaNZmcNYklDcIJXRg4eBYMQiO2bvbYuuGobaSAJfmCwcJChMmpCFpUlIEmtfU2tXXJEE4pGyNh09+7vcv92ztMnogyeTJKy/HY2HKo1TwFvIngSexihEUYs0TdEFbnsi6LqKbHpQt5Lp7PMRg51Hst9XsyhQnCsehBLlqJpDRb5BkJy7MLujlCt0YYMZ+lGw53bjgcXcjysRePkEqZXLsuCtV9MmOd9EhneqbAzNFJQlaE/V6fUqdHabtGeadKOmZTSKWVLVaj12EwdogXxqqGtRHD6ohUKkFuMs2EKIDFPkvUYM2uqmzWZGbBIpI1qI9cKkOX+ysu91dF6dxj7HfVRrLeGtHva1w6YnFpxiY9DGF1xABgRCfjUY94rFdc1sse22Wf7ZJPNhVnYTpFMhLlg2t1rl9t8OxzMZ59TlS8GXwrT6Wuc+vdMnevydzZVxXPGaSmwyQzkp/Sp5B2ubCY5fxiFj8iURQjbt/r8/p/aHP71oBMLko2HyU/OSZflMaTsGgHKuM81BsR6o05ezbJubNJqsK+fCBg9IDymkunMuLsswnOPpNkvzRQQHW1MqTXdvGHIxaP51g8llesUd/vUa332NjuKnXD8y8e54UXj3Pz2gq3ri2rhuNELqUyddvVGq1qnUunjqmSnNKaM6A9lPZrmF4fblxd5/r7G0QyBqkZW2UhBZabLt3GQJUAM0IKiVumyv5Op2OE42nCiTTLN3Z4cHOHJx6f4DOfW+D0hQnefGdTVWzkEvU9chNpikeK9JwQ7769ze1b+8yeCDN7PKJAULGLlzwwaQCLGqhV6yt2ueaHMYgpko+ohhK2wcefmeOlZ+Y4cXKCE4tZvv/WFl//0zt857UV/NAIX/dJ5IN7T3pBkodbTFt89KkCZ4+n+O4rZd54pcwzj+f4wiePcPxEhlgmzlA3+ZM/u8ef/Oldpf4Mh8KEM2MiR1wiWR/TDWEOQ2gRsV0R68MxlcaYVlNcZzQiXojM3Jj07BgtPGbgixWeqeZ2Kxxla7XD1oogxSgrK5k/g6afxrAXVCymYdtCJItikiQq9seZUySzp+mP2wzo0Omu0mk/wPN2KEzFKExaDCX3bjhib6XP+vUOTstTY5iMpfGkRSJp0x/2D9RaLk4/yIoKmzZhw1KAbbfbUgBwoZAlblu0mm1azY4iMnQHQ8LRMbYtyg7oikJU2JWhiLKrziSL5CdmFXhYrVdpt5tMFFKqRP0wcPtKESZ2k/1en/mFp5iff4q91fus3XwXy/I48+QC+dkkmzsbbO1u0Bj0aQ76pCMFpqxZMpEsjV6FplMhnnSwkz300Az453C6WSrlpmom9err9GobzC5EOHFaMnfH3L/XZHOzQ2baJjtjkUhMkLBzqonfbFZwuu3A/lMLE0ucxUqcU/dir9fAG/axYnlV3X6PTt8haoxJx3TCus5gaCoQWDdDiqEuCuBqdQWNIYXcBNl0Bs+LKABYLOy7A1Ey6BhhcVoxVSNbwRQjiQoRlbXOO//unz/svT75a//jQ4Du0P5R4aGPBskeKDwfBYKDLL6xyndWKhpTshelGSFE6mYeAAAgAElEQVTrvoBI4noOIcNBN/tKAWzFMuh6jH5vTL8HMdvAsoPcycOMRmXFKHUA0Kq8S2laPtJQVeo1U4CZoJGpbJ69gQLclTeN5HEcKp+Vylgat6hcLznvooIWm3HVDpY+6EMA+FD3eGDFqLrkH6qLA9DD5O/843/E3z/9twUAl/mLv/Mv+Sc/AQAH4NyBXe7BtXkIxj+S7fhj4OpPhAHL9f3Vf/KPf6YCePWNf8ov/x8HVqKHrf2fDBN+5L54NANYAcA/KQE+UHId/BW8498kEw6EX8HLFJgXWHsfAsACIghUb8veJybWYnX6nRqVnVX2Vu/Squ+h62LpKw11yUMUcFOAK590yuLo/BRHj05z8vgcJ07MERFlpDZW9uBCWOgra10hL4izjxyD3BshZZcpTftDC+ZavUa9VlNN+YioQIVZnkyR+Pg/4D97aeFvBQCGEq//9gV+7U9kfAyr5rVt2w9tnqemppHKpLNK5RuLWerZV1acB3bph3avKnvyQDkvn/EwGzawDX7U4j1QBx5e50PVnrxGQHOxJT4EFhXRSOzoFJEqIFuoMcHQlaOIWAC7Kps3AM8DMFgIP0IWjij1r9jEOp0OvXoNp15XiuSu01Pgb7PZpNPt0um2FTA86Euur6My0oO8zYCkIf+WeVypKcXSMSrgzoGWcCz7HsnMFZvnAESPWUKOFmBcPBcCkOgw5ztQAAeuT6L2FLA8AKAeRcMCha5ki6q7RAFAQkQJwEzfF+cCaTgHNtjS2B+NTYaurDMDoLrrdA/U1/L6APwVtWRQMrYdDFAqy/Igv1fURgJSKyVu8BkDq/sDcFgeNAHRFFAbfmgDrUDgAyW2gL/yvVazRqtRVfbLgq2KyjclOZLJRGCDPw4smgOwS4BSyVsX1VqQJf3//Pm7D4ecf/jVTxM1RYEoCskAcJNP7Xty/UWtJhZpYvEqIG+QL6wyh+X9D8ZyOXeRcEQR3cVyVOIsJAN4LKpY3QyUkyoXWRTj/kMgTtC2drurSiIo2t0eUcticmZKOcCo7GuVcxzYeavcUrHyjoRJ2gHg7bQ7OPLzzRbtepNBTwCuYFjSoxpGVAh0QY6tzDMCUsm1FABYjm0obiS6iWdEGRkxfCOKryygA0cOIaX0xjrtsU5PiCUHubNiOS+OTzJvm2I/HhG3FJm/xdkjyKtXymEBgx/R1RvjIVICGCrgNBg8fwykFfBX7l05b4dApADA8n7yPbVZk7lSAaQB6ean5v9HJpVHXUF+5muV/bu8j8xVB/p/pd4V0kGg4D+8vw/d/Q8OOzgboeDnTE0jrIw5RogrnIDyh6BlIh4jlbTp9lpsbK6pNaGVSGLFk4rwHI7EQZSwoiEWp4+R3HPuQ7tlReiSdbIidQUAsIwxzUaThDhZTeTVcYioQsYbAYDlWRvrOpIRLMOm2EArBbCEfRyMC4qboO7jYA6TR1fqIQCsci0EdA/yv5XYWp4vJarwFZiqyAlCMlFzlzidiIJYMr8DFwz1t7pAgX1K4L4h108YTQICy/MZlNipiTl/gNAG45s05xWZTqyfR76KgbMsybMdM2gPGHSF/BZl7AsoKVFFTcywqA1thl6UVk+n5Yjr2QArKc0DDU9Av6EQTaLouohNHMKmQzQ0xtJ0IjiE/D1CfgVvoKvXN7olqt0dfBWdUsRK5hWpSgg4EhPT6VbY3dznwa1dNteqak8p9ZHnP8Kzz3+ERNLC9fsqBm+kCWhqk4qGScdM4obEC+2DV1eRP/V6i7vr69xbX6fp6XSJkslmeOr8AueOz1BrOdSaDvuVAfvlISMhnZpRQgOPlbUVlldX0PwY2iiGISTVqEfUhmzCIpuwKVdqlMs1BfDGUjaZnICak2qfXN5dp7y7hqaJWswgEpPc2BwRK8H+3i6lvV2SCZvcRIZUKk1cXHL0MLVqnVqtTiqTIJWJM2bAwBXFdIeQ4ao4Hc8XN6S+st0OjYSQHSUUSiggXs2RYh/c6tNrOegjSEdjiqiui033WFPg785+TxH6Z09myE7aSgnd67tUBADeb6njjsZkfR86sMzW6A195c4QszRSWVEAyzMmGckwdkxGfYNx2IWo3CMhEgKMJsK06z6txkiJPaRy+QiPPZ5kbjZKr91TAiY76Smb5kxiilziJKF+nNUfrbP6zhp3pPe3M0DPaEwcNTCT4tai0enIPQjCMcpP+UzPByKdbkd+15jaTpj6jokREQDRJaTLnKQz8mWNI1bpomgaqRKVrdMKDIACpz6YnIqpqpfGrC55lKsuo5jLSAQOAw1toKnoyplcjKKIOwoh0hMh6j2fenfE1prD+orD1GSMlz49xbmzcRq7DZo7Da7f6nP9Zp8BI2JpSOR05o/bzJ2wGXVN/K5JrdRjf6dBpzPEiMVUTr0fGuBp4pYpxzxWTjezR1IcORLH9WsM/aqK0xu7IWrbIdaXQuyti7I8IJD8+n98il//rVNkzDqtjSVKG2Xev2Xy/m2Tzbaran4hwdOXckrd/t73yty8UkePgyHRyjGNUTSkokBTWcgXNS6dtrh0OkZCojSGI5ZuDfjGd3q8v9QnswCZBY1PXtb55JMGueQ0GicYdGJs3rzD5q27vHvD4N3rBscvxfnMryQ5eVpnsNelV+qx2/TZafmELYl5TBJJhghZHkbEJVzyCJd8TpyIceYxW4F1d9+usbfSIS4q2YzO5LmTTJ0/idUFfa1F7UGDb/9gm+/8YIvlgc7KQOepj+f5u79xhI+cipNY7eHd7/KvXi/xe6+VeOYzBr/06zHmizGGuxEaywavfK/Oy99rUHegPzY4Mmvz1OUMk4Uw771X4cp7FT7yQkrFAZ4q6CyEx4w6Hi+/1+HldzucXExwYjFJfMInFJdIziFpcTbyRywthVi6HVKqZjJjZV+eEmtwbcyVH8F774zJn/Q49qTHYxdtPvJYgfPzWeJDk8TQ5Prb29x4ewszE2XqQoF40aLviCtbV1kK5wpR4hGbmBanuT/g+lsbfPDuDh9shLi2HqK4GOLYRZ2Lj8W5fCLDpWMp3P0GXqnBbqnHVqlHTw9j5DKYqRi22cU2OspaXQRd2/sGazthKu0QntHHNwecX8xz4VSeiXiSqBbHMnTi1hArPMBrt3DbLb75Spc//LMu1bHGkYsWi0/H+fipFC+dSrG/WeX+nT26zR4xA7qtMd97S8RlPplFnfQpneefy/OFl2aYT0W4/o0Nrn9jnezFKSYuThM3Ney2Q3nf4c17Pa7vDXnqmRRPP5viSEpnMgKV+20++F6VpfeazD17lLlnjuK3uzi7Ve7cb/LGB21u7TlYCyGsoxrjtg9tn6kjOicvmBw/nubS8fNcOn6Bne/cZ/fb9/nhco2XKz2WusOAey7uHrL21EOcORbl8VNRJtM65lj61hpREdjELUr7DbY3KmihkYr/m5xJMX9shoVjM/h0VbTWYL9Df7WNXxsSEcKYEeaVt/d5+e19OrZL/FSIYydsPr5Q5KmpDLX2PrXWviLGtFs6pc6I3b5HA52PfexxVV/743V+53dv8sEHVTTb0sYicbbScey0TTrmkYn6zEyHObpgE88aVET95g6p7vlUdn2MgU9cG5GxdSZnbArFKHHLJx7z6fkD2q5Yr47Z3A6xuSOLnGBRbngjTHdEIQXH50JM5WQA66uKWzlVEwlLZQVLg+D9lQZXl+tMFDPkCmm6YrHbG6uMwPs3q+xttHjuQkqVnS1iporsd0cs79S5s1Zm6/YO20u7fPrxBF95cYLJeYNyxKGCZO8NVZ2fD6mqtTWW1jWW1+HOTbhzAy5dOqNqaNbZat9js7TD1uqA8u6Quekwc9MRkjkdWyaDypC12z127jkqY/Dc0RiTR21yCxZGQsMZ9YNmaHlMpwxd3aWne9TbUKmEaDY0nNpYKaLD4UANIotb1xMbAZd+r6Uy5uanksxNJZmcHVOcFWb0iJZkW9c1ZuYjqsS6WBYH5arP6ibsl6WTLZZMLqmBR3Lgc/mJo3ziMxeJZVL8X39xU5Vs5mWjOfakmxbkWOQLcdLJKHtbbfa2OsrSSxaUdhxicY9EaqyyHYvFNIlCgkQ+zpA+lfqeUseERmItozPqavhdjXZ9SK3qEBr5nF2IqDp9eVoBx8s7Db771irXbzco7YWplgy8tgwefc5cmuDix4q0e2OuvNPgyo/qKh8yNPT46PM5PvWZSbUpfu/9Bkt3ROnk0Gw6PHN5lmcvzylmUdcfUWv3ubO0w9KdXUZeoI5MZaIUpuJYCbF0clUuUGm9r0rAcFMsWGQTEAoaoqnpkCohqvU6GmNnjOGMSBkGp45nOX0iS9vr0HY7KleyPvDouCO6kuk88unujujsBlkOdiZgtrktg5GjMznhMjnhcep8krNPZPAxWF8fsrHpKjvipK0p9ZClj9SzGT8SpePDt/+8wnf+rELEgohYtyfDxFPSAJFsQbFiO7AqGoVoNX0EBHacoWreyiQbT8ZUpqTkSA9aQ6UAPj5rcWzOZuZ0hiOns1x5Z4/XX9nA6o/5xOkij5/MwLwBcwavvrnLa2/sUCoN8YfBptaMghkVtZcAMyMG3THDtviUicVNiFRSFMBJLj6VotUasbvrUq34VPfHNGqS5yEsGoNmWwgQLUbeCCscw45FiGU0YlmN0nqP8nqPsBUiVRTQIkIxF1UZwyvLbVaX2xybTPDCxUlSEZNr16qsrnZ55oVFnn1hkVZ3h929+2pBHTPShENxxQCVSk9myM8WqHUHfHBrg+X7FQb7GsNSiMcuZXj8UgarqDGKDSm3+rzxlx3e/IsO6aJBZtJAE6WtL0IWDbcewmuHiMZ9oravsoqLc2JlHYa4iWtobNxosHG9oRTDskDNZkIsHNWZPhJRGS6RRIL6Zp36Vp2wIZasabUh21mvsbNeZXoxoarWHiqleLkyUE172T8KC1gUgvFElGTSQvCC2o6DUx9y4UxalVimtgYthc7H03k0PcbOTomd7RL5rE0ha2PbMjZpmJExhH0Ie9y71eP+rR5HjiR55pmiAvZv3NxndbnGsWySY9mE2hgJy98Zjdjttil1OypLxHNGpGMWE3HZ2EB70KPn9xlFPMYRl6zkikXExi9ESD5DxCAZiZGQG73dgnaTtGSUzNiYKZOqP6I88Lm73OPeioA8I6xYwKyuNFwFPp2esDgzYVEYa2TdEZ7hUbEGlA2Pcsuk1DZY2+6zut1XbgyzhYQCwFeXu6w86HHpSYOLl02siRSD6AR7FY0bb5W4+35FuS/4PVcBorG8sFJF7TckbflcOJnkwmIKPanj2iHuPejz+sstlm45ZCVrpShZzRrptNw3ntqsiVW3PdKxxzpPXMwqFfD6tsObb1W5t9RjUAsx7uucuBxVJaSHu3d6VEpBfrn0Bk6fyHH6ZE5t5GSz3+512C7VFBg1OZVlaipDvdykUWlg2SaZnBCfwmzcbbB+t8lnPn6Uz378GGbMoNIZsLXvcH+lx9paVzGjhSFtJnWiOYORPlYbmU53yNARa8agwSntK1FiyKLQkvzhfIpEPsnqjYqqy5dzfO7n5zl1LsM3X1njmy+vcWo2yeJcAjthQzhGqTbk6ns7yvlj5piusuI9P0TPEbZvoKQQhuLAGanP7on6vS8KRkPZRyVsk6wVYcIK8/mPneDnPnaSld0qr11Z5o0ra2xtOKoSxTGJQmAhaYxN8hmbC2cnODqXYOWDPVY+2OWpi4/xqZc+Qiwe5frde9y4t8zSal1VOmkzVUhhpU38hEt/PKSy1qWy2iGeU5wr+iOfljBL+0I0FlZtDKs4wCoOGRnCwBaVlUE2nsQOx1gXB5EHLTWmRCzJsT1Ui4TAE8Wc+C8LANhX7hSJaJaENUkic5JE+iQ9v4Xjt+k6Gzi9NTxvl0RKIyn3midAyUjZ/2/fGTDsjMnNxMgWxW44UIVougBU0iga0+2JNZVGKpkhmcwoq7Jer01IGxETxZUQmpzAUrU/0OgP5RqMCUtzJSSqWVHmD0kkpDEbJ5XKkk7llOqmVq8oFbA05KS0UKB0FUCi06opYKA4eYbi1Fmikl02rGPFRySLMcYRj7sPVrj7YFlFYwifLmGkmTAmSOhxBtRV2QkPKy6uJccJjS7S62TZ2d2ltL+H5u2At0s6DdmJwKpxrySkiQHpSZtM0SYen8CO5VUeZaWyQ7fTIhHLqjJjJzCtE8p2ttetMRw42FYBO1Zk4A/oe5LfrpFPhokYBp1OiG4vhDeSrDdRKpbpOXsKAI7H4lixuIRxgCbNmyGtnqMy75QyMRxBk6xbJbASooXYyBm894f/y4cA8K9KHvBh0zdA4T4E7R6iHQdga4DiHVqhinWgeMsFOZpBQ1uygJWCw5X8zp5S/2p6X0VgRMJJ9FAMzxVlt+SWCeFIsqyCXER5Y7l/pGRtK2sEAeNkjhLLswAEljWWoUrl/EqDVKy7h31lN3mYQxcY2PrKtSUckeY79HoDes4APRQoTUTdqXJL1fgTKHuCOgCWDuwnD3FL1ZAVRdUBEKsMFA/sOOU+kMZ2cIY0/tn/9s/4hZkfg2MBh3f/9T/n733zx4HWw1f9TQpseY0AOMrK9UDt9agLZ6D++onf9/DyfXh9/1oA+Lv/A1/+CQD40Xf7yWb/4f8D7Penf/FDh88Da9tDADh45U+8/sfeIwCvlNotkDkp4Dew2gxUb4YmJJ492rU9mtUdWpUd+t3GgdWlAEPS/A7W5JJ/aNthJosZpqcmOLW4wKnFoyQkH13sHTVxhQ1yokWFJzUcuArcEZKiYcRUnmgAao3oD4JxS/6ImvbQjjz0wm/z3/z8SX6KFtDd5C/fvMrq8pqqW7duc+PmDaq16oEQTCNy+fN85bNf4qu/8h/xiZOpn7xp1P/dla/x9//FqwroCZ4Bk2w2e6D8TSn1r9gXC0HhMA9bqf8esUY/BHYOvxY86wHQK/e1gKfKdrnXPVAdQjxuE7fjD8FGuZzyOgGBD0FlBT4dADfB+QgsnQVgUACw6yqnAwE8xQ1B3t/pdtSYIeRaGbuDPN8mzWpZlXNwngMLXldZQAvYqrIvFbgagH8BACwlZIFAhai+Js+oETzfYk0/kMa2ZAH3hti2RSoVJ5WOqwa7FRfVjKfyMANb+CAz96E9pG6qpryMM0qJeAhUBYhbUIo1EGSzBord4HOr/PKD45W9urL3FKW5fK7hUI1bUoeiwMNnXNliP3RqDYD6w8xzebHcezK2HWYYyvkW9w913hWQf5jxGuQKS30IsAUW4nLNZc5sN+vKtloBo0LCF8J4wj5QTAoAHKgbxaZfzrPKCT7IAv5337r28H79z3/xeaUAVjbthhj7H4yrCngS5Z8A4kIAdpUKWIFv8t4CFIv6WOUOCzkHBby2u31qrS4dyTaWOABNADgh8wSuEwGIG+QSy8+6ogD2Rgr8bYtlmlhVWkLSEPWm3OdyBpRR+cMoYSEDFCZy5HO5A++IkHId2t/ZUxmb8nnkmCJRId2OsMQeOypWu/qBwtlnOAJX3Jy8MT0hLElOcDROKGITMmMqy1PGIxm9BnqEvhHGFYBJD0gaLYkm6TgMRQQqn1GcO0ThoYdV5qb6usyHgSlyAEKqcxTYWQeAZqBGD7KAP8zgDj73h04XihR4oEqVe11OfAArBwrgvwn8DYDaHx+7fxoEPrBtDpYSwR91LwaApsoAV+QGGV8PyFUHc4TSHj8EgFEAsLA21HijCBNd+r2uWkOKvb8/GtJsNxi6fexkGjuRQjdtdNPCHxvKzUmmZENycLVgPJJzEzh6HCq/xS5co1wpUylXSKbTKjddyBNCSpHcb0V0ESLJQSlw1xNVu/uwVN62cgeQzxiMp6KYFJKNUlzLZ1RqbEOd88OzKGsfAXxFkSkVKIpRQHAAlHtqbypAp4C/I3X/yzU9OJ6DeV/WS4yCKI6HucQMVOSK9KWC4wviuZVbgoowEwc+nbgdVsBws9qn0+ir5rqQEOMpn2TaU/LPbj+G44YDFfJY4oEEjPEZib1uP4o/jBIWZb/kzEYGqsJohP0Qht9D87fQ/H3cfgRvEKU93KftbYGpk0wfw07MqhgYcUWoVjcolVdoVCq0Kn1a9T7V7pBa1+XJp5/hyaefVRbKru8ob5dILE8kliM8HmKOhph+lfBoF81rK5Wn0/e4t3Gfe5sP0BMTxPJzKh5hcSbPbCFLo+VRb3n0BmIrbSnih9fep1PbZn1jhbXNVdLxHCk7hyGR26G+ijjRpA/qatSaTVWytzUkKtGOYttxrKj0y+oMew2VD2rFhEgUZuhGGYpjj6h6x2KFbJPNJEnF44ocGw2bwX3lC8lKrN4lKi1Q4YrkTAk2fFEE9xl6AWg/EBHBUIBaUVLHgnWzTElCuHL7SlEfN8LEQgbDXuA657i+KnHlimfDGCLG6Aa5ygNnwMAZKots6fvJeluUwVLOcIQz9LHiBpmJCImESVT695pGqzSkWXYxbY9o1sOSSCNLnBMi1CuiZBXr24DgJOKhE4tppqej+N6AkScRGz6JpLhrRWnXkjRLOjtLDbbFkXA4oj4ckSiaTB2PKlvcRm1Aszak1YB2A7IzGpNHNaxksP4XF8fKWoTKali5gmjGkJE4/XiBGl9ZP5syvgYxDeJGNugG04SdhHgKpmZiTM1EqZdGLC8NKVdcxlGfcWRMmJC6zy1Txw7rFAom00dMpo4YOANUbW86rK/2yOdiPPfRIidO2FT2qlR3q9x/4HH/voerjYllwJZc4SmL/JSlBn7NHdFpDmhU+7QaPu2OyWBoUJiLUJgPK4KZ2xeFd6ACD0v8SayFGWsRj5gkohFqOxq33h+yuTJSPZpw1OSXf3GeX/6Feaxwg8reCqXdGvfuGty/p3O3FFjfHjs5wceenyVuGrz92iYfvLOrohHtCY3OMESjp2OIc2sBikc0Lp+LcPl8lFRIw3I17twc8Jff6nD1dp/iokHxpMGz58N85FxEkUz2yxatmoZXquCVqryzZPLOUphzz6T48m/mOHkixN69MrsPqqzvwtreGE2OX+LqCjqpKQH8YcHUOWqGsMwxEWNMvzamsqopd7aMqKqnQiTnj5KcO0qo4eEvVyk/qPHaD7d57a1t1sYG6xg8+WKWr3x1kiePRgnf7dK/3eH3f9Tg939U56OfsfjlX00yldapLXts33Z540qfN644dHoGni/XPcbFS3ElzLlypcmV95s8/lSMJ56yeHwuzBM5E3sMP7zh8NYNh4g9JmqPSU+FyM2HSCTG6N0hXtPl5t2xqugEpI9oJBIaURn3XY33r464etVn6rTP4jM+Z89GuLCQZnEqxYSZYMJIcPUHm1z7/hYjuT6LCeyiia4NMEJ9pibzTE7mSYSiRAcSo9fju29u8cP39qmToE6chVMupx7vc/qoybFcnLmkzdaNBls3mzS7A1pDj/CERf5kkdSkjTaoQr9KeVejtKuxXoIHlTHVrhBffMywz7ETaVULuSJziWnyEZ3IeAvD36PT8+l0ff7q9R5f/6sudU/nyNkEx59I8PSpGE+ditGuttnbrDGsukS7usLC3l1xVJ37SIJzzyU4fSLBqekEtgdLr+6y9OoOidNZEmeyREI6ZsdTEZJvrbS5U+7zzHPiLJgih0HK0Vi73eWtt+pcu9Hl+S+d5YUvnqW7XWH/xjr3V+pc2xuy2vUwimAUxzS3XBrbLufPp/jk5wo8fjbLLClV3//OGt9/eZ2laps1zaUeHhG2NGJxnalsgqlsnMUZizNHLOKiWu+IoGfATnXIdsVl6PcUyGsndQrFOFMzE5w4eYzjJ48TGu4TGuzR223RWOvQr4nkJkpYi/LW/So/fFBFL8L0xShHJiPMD3SmhiG6obGqemegiE9tz8PRx4xjYZ46/yxPXniWr/37+/zu//kuH9woodkTak+hlGLCsDl33OL8cZtzj2U5fylHJKXz5vUt3ryxxe7dEbv3xpyci/DiszbnzyfJz2RI5eKUd1uUd5t0hl26oy5932Dox1UdNnvc1gCv2Sdl+MxOaBRTPqbeIWx0ScULpONFtSGVDf1ID7HVGbDdGVCuDinXXJp9aHkhBWysLzWobXX5yOUZVanpHJFCjtWdGu+8e5d33r6DVx3hVnxeupThi8/nWThtQmGAn+rTc/s4Xp8UnqorV+HP/0OIpbsGFglsLclv/OanVdUGG7xx/RXevXWTu/d6rK33SFgQj405dibC4gVL2Sbeu9Lh/pUOUYnABU5cmODUk0WOHLXIZiAaGVMrj6gLON4ts9krU6n6NPdNmmWN6rpLdd1TFsVSmjC+fJuQJxYcHezIkI++OM1zL04Rz7sYqS6bGx1uvNNh5WafX/j5Ob7083MQbtMaVvhgqc23X3FYuutyfN7g+IJJZ2Og6skLRb74haMqA/jfvrzDv315l+Gwj+v2GUkz3Qsrq6bJQpJU0mJrtcLWSkWxEcUyJFfUmZkzmDsWZebIFNNHppRVR70/YqdcZ2V9i3K5gm3IwgTmjkwwfyRHbdvh/tUqoUGfL3/RVjWImwwTJq+92eP//f0GS0sexZkkE3kLp9KiV26xcDrNqUt5FXD//ltdrr4tWSPCjh3y5NNZnn8xTyxhsrHbZ327x+pqg7XVBueO5VWdOjfDycdnCUV1Xnv1Oq+/dgNX2IqDADw6fjpNIiubtQH1Rp/1W12ldPdl8h17AQtdk8wlg/y8T27ewx1F6A+idOpjGvt9tMGI08cSKk81EQ+pEjJEqdOlLk0QHTpSa0O668Ly0xRQJA2dcd1Ad0IcnR2yMDvg5KVJTj49y8a2yyvf3ObNV/Z4+myWp85mOXcmwtnTpmKpLTda3Fpv8/1vD/j+dwZkiiOyxZG6fwR81HSxWhbbmhTd7pBeV8gEY6WEVA1VvUfIGAbWNtkkfn/IoCOWPiNmcibTBXEHmGB6McvS7RJXfrRF1Bnx5FSG07NprNNxrDNxXn51i41jFykAACAASURBVJdf22J3R2w5RI0zRg8LU082rYFaTRZeooYVdXnSNsimDS5cTKra32+zvCyMTtlLZtFGKWXTJ9U+sIqT5otkVFl2WC0QkgWD8maX8qawwQMAODcVpZC3KeZt7tyqcfd2jeNTcV56aopUJMI777ZYXh7ymc+f5TOfO0utvcna1l16vQ5RQxRtQsnqMqZDYrJA+sgMW6Uu3/veHZZubBFzdWKeztRMQlV+IUpq1lQMv2//UYnvfK1MIhcikdcJWzpGRLJRDAaVMIOaTn/YxRl2WDgb49TFBNkjFqGkzShssn69xNoH+7SqHt0mpBJw9DgcmQsTz+SJZws0tks0dsqMBWAPW4iRaLPSpVXpMXMqw5FTWUq1Prfv1Nnb7z1soB12cVIpi4mJBGNXo7LZo1sZcHbR5syijRvq0fFajMXi3CrgjSw21kUxXWJ2KsnsdJJ0RtTyouwGP+Th6x4PlrosL3WZLMYUSCnfX7pdY3ujzeXFSS6fLCprmnJtSLndY7tdo9Rrk4wkVaViMVJWTDXJut6Ajtun2RcF34Cz80nOLUjTtE+j01TNglwyS168ezpVtG6NZDzERNEmZIepeholZ6Qs96USdph8zlJNpVK9R7M1ZN62mLcsZowxMyEf1xiwqffY0zw6gyTdYZK7ay3urbWwIyYzkh9tRSiXZHHhc+78mPMXxpjpOF0zw/YeXPv+HnferWCOUfnZekJHT0l+BJiehxUacWExzoWTNrFCmFDWZHltyHe/3eDOzQ6ZyTHZKYhFdFWyXRkKvZwxE9EIuWiEp58pKID99p0Wf/rnG9y83ibsxbD0KPOP68w9FmJl1eHmBx3K+x5CHg6NQ5xdzHFmMUc2K+B/hL7XYa+xTaVZo9uGbgesiI4d0clko6Tz8gwYXPtBiw9+2ObX/u5Rfu2rx9Rmb7/Z59bdBq+8ssuP3i5zZCbOEVH+JkS+Nabve9SrDo3GIGhqKSs8UQj4ikwzcsAMiTVMgvxckvXrLdZvtHj66Txf+IU5Tp5N8YdfW+aP/niZT70wz6deWCAUMdlruaxttbnxwQ4ry2Um56E4hwIjJfdc+tXKJkpl4SmPf/pNj25jiG1FODKfUU2lreU628t1/sGvPMU//JWncSI9rpY2eHt5g3ffaPLem00SRVSJCtqOxchl48zNZ5guWrh727i721y+/Fme//hXqLfH/N6/+UP++M+/gZ4yCSVNTi8WuHBmWlmod3yfUrXHje/vcuMHexTndYoLYgHu0x+J/SFY4xT2OIWe7mCkO7iaZAwJ8GYykUhhmxZr95us3msopajY9ethaRYGXbiwFies2WoMa3frygI6ny6STU9jp44TTx+nM2zQGTbpD7YZ9rcVAGxEBpiRgWIMSyOtvutTWvHx+wb5aVvdB6222HR2sOJhkumoUiZ0OxL/oFEsTlIoFNXmvt9vKwsiT5Sa/jBouI/EgjWCO4wqKELAX2kQt5pdWq0ehWKaQjFDMhXHjlvKnlfUHpL55jg+jmTjhFNYsksaQa9bZdDvksrOk8rMcXo+x7mFrCKjtb0We40S739wl6vX7xEWgDUZxtYs7JGNhUko1lIVEyeEuDQIz2DwLN1WlvWNZXZ214jHytixMiGCeV+amWJTKdcjJVbwOZu4lceKFuh1HXZ31+i2m+QzsxSyc2DOgjmH05dsp7JyILCtSeLWlHJ08TWXbMpQbPKIYVKvo2zAu/22qtG4DQhF3RV4SrUfTDOtqtXr0ei2RJSBZceVXaXq6/oaI1+cDhw0Lcz7f/y/PmzaP/lVAYB//M/fpAJ6VAEUADICmoj7SZCxKw0uASsGwy5DtwuagwSUC+BqGja62ASOxfY1Gjj/xESJI63xoHEtFoUqp05UT6qJJWCSAMFB5pUAOkrJFQ7WWgJYyHFI3IgQIcXyTJUoXCSaJRLGtmOq+S9Kq2arg2lEMc2o2nfIewbW0dKMFiVAYActzVKVa6ewnYOG+oFsR8AlpZ56RLH6UB19cCr/6b/46wHg//Qbf70U9idB4Ecb7oH97E/b8f6sxvzPQhHl5xUAfO6n1cur3/3v+aX//cOf+slG/4+Dhx8SA/7/AYEP1eQ/6z0fvZ8C0F7uJVFbikJD7D9HasyWOU8AYK/fwR90qOyuU9lbx+nU8AZt1TwUsFedHnGYEWLpAQAsKiexns9m4pw9c5wzp48zMZEiLS5LEWnfya03otls0Wi06HbEsaCniCWWnVaqpMGgr9YWD0F46REegG4CEvSf+6/557989mcCwG/dWlPCR1nzfuc73+brf/p1Hjx48BAAkVxeUfRGosf4e3/wTf7bp5M/ffn6u1z9wVU2PFepYQXsE8VQOpUJLJ11XTVVRQWqVKM/Zhl7aBsr9ulBnrUoOAOr9JD6t4Bo7Xab7e1tKpWKei/5fIVCQZUdt5XqVH6XUtkOZP4+gP4PkHqVzRwJ7IGD1wgpY8jIFTJpl66s06VZXi2rkmstoJDj9KhVa9SqFcrlPSrlvSB7dThUgJA860o9FQmrRvJDkPTAFFcpNJWyVcAHIQMKsB/sKcRVqdNx1JwilpqitBS3mHxegJ4s+cmsAoLF6lLlaR6obwPwVexoBdQQO2jJgx3gDgcP1YxyXwrYLXs/pWo++Fn5WwG8Krf3gOgk2b1Dn747VgDwod2xAodHngJMBcQU+2lRmarrc5CD/vBaHgDCCk9TTsgfqnwPx41DdXdASJGxNGi2i7L48BlWJJKDP91WnW6rodSBkoEsgHwibilF7KGq+VABrIBCUebL6C3HGYnwtZdvPXyv3/rcJQWMSgSUKLvV+TkA6AOgV8Z3sQl0H2YLH9DU1P8FmI/bNt5ggD8YUKmJ2qRGvd1TKuCBfP4DAFiyUQVYkN8lz49lWehi1WuEVcRIqy1gYQ9v0MMfBtEYkpmq8qcPVNtyfuRemT0yqyoVT5JOJKmWq6wur9KsN7GjVgD6RnysiKca6gkhV2lCdvLwhdwg0Q1Dl6bTpyFZbiGTcDxFxE4SjSWIWsmH85gXsfAtm5EVJxyxVLUVsDIMlHWuuLto+GIfrZn0XdQ942ui4pUKgGRl/6uA3iAKRAHACt8+JAEEWcAPFfwP3RwCuFeRPxQ5JFh/PyQy/IT7x88as/+m9YKilCjywoduAoevV1arYtV9oHKXrweq9A+P5fD/phACRFHvSW63WOx2adarNGpVZVssbjKSbynTsBkxiacyJFIZkWeqGroag0GwloiYmioZi4SYIccnz5t65gwBTcfs7Px/jL15kCTned75y6My6z67q/runvsGZgDMgDgIUrxMiaJsKWRJlMKSbWodsbth74YdipWPsCyvV7HW2uuItXfX+4/WNsOy5eBKFElQPEGAAIEBMDjmxkzP9PRZ3XXfV2ZV5sb7ZfcAvCy14o0Jjgbd1VWZX37f+7zP7ymqymSzFGZmVU66Wguk+XkwIGdaaKal/k4c7SJKjwRNP5QsXFmDAkKDJWugoGxkfdXMYAumxG1TRXPIfX2QAy1OIKmoRBsIpl9l58q5TCgBAelAri2JBhHXdoDXkuHxIOZjH1+iBt/UWUpFXMhwjFwbQ1ViBpZhCxmaUCK7GrSTffiIWMwkkbAYO4LGHNCo9MnGB2RiA+JJi2gqjOOHqXdtuiNxqLtY9jjQwkMSFRVjNEgycaNE7AkRNSThEgu7mJ6GPjLQnC546/jjIu4wjjOMM2SPobGJGRZs8iPEE0fVc6dSqbC1fYONjXfVUFdYPk/PoNQcUmqNeOTRSzx6/hKRWFhRZmSCJJ1dJJNdwpW9QLeB19+DYRF9MsAOybPU4u72Le5u3WRq5RjLpx8jn58jH48pV2yrI3tDmbeYwY7O02tX2V1/g93Nd9iWiIniAxbnllmcW8GSTPFJj1G/S6Ms79eQVq9Dq9/FNSZ4om3JUJnqkWrEJK7L8lU/KxUz1d+X9jzqdY/otE102iKdipFOxEnFwsQjJoloMIycjMta1qTXb2GF5bOIEwrbNHsdVQN3xNAd0a4OaBQHjERskWdHOIxpSLRRFNt0CRsjbN3DxsSc6LRrLq2qgxk1CCdNCHm4uAwk9qg9UhFQlhkYAhKJuIqZkEGjSr1Ntd5mMBIB2COWtJmajpFOy5poEjY1du632L7fIpqdkJ6DWEr2FuJMtimXRpT2RoRMn0gYpqYizC2lmcpHsSwHyxITy4RUwmN7Y8j1d/ps3HOobkN1B+X6tJMGhaUIS8fiRGPQKLeplbqUdlGVWjDJHzPJ5CVWckw4NKF811YlzmYZspWBCk+oY0LJkBi6SLAmyVlOTDtyWcl9FY2jotbmFsIq21NMMau3hlQqLoJ60eygLxKxdTyJNOp7TE+bHD5qc+hoWO1D/bFOcWfAxkaXTCrMY48XWFqMUCqVVW1twvZmMLsRSWuEk4Yy24jDXbzqJn3l8h12oV6B7XWo13TOP5NTZRgu7qhPuzqmVoRmySM5PVA1NxVhYTpBbdfj9e93WVsdkZqKkp6O8bMfyfPZjxQwrA7FxjalWovd+zq79w3e3Rjy7uaIY6dm+NQnjyva48vfWOWdV9fJzutk5nRKVZOtbUPlWktfanYFHj9v8fijFlnDIDHWuXPd4U+/0ubqrRGLp20Wz4R5RGGiI1RrQ66KkWt3yDSaqsurFq/fs7j47BS/8ZuzHDuscfvNDd57e4fVNZ279zXGtoeeGDO1orN4IsSxsxbPrER4ZiVMa7vH9t023ZLYQ3NYepL8ik7hkI6RWcTMLOJUBvRX9yitVnj5cpFXLu+ybZls2yEefy7FL/ziFOcXQnCtQ/dqly/e6PHF612e+2SKX/7cFNmwx9aNFnffbnH5PXjtNgz7Fjg2c3M25x6zyeQN3nqnz9vv9Dl+zuDEOZMPHYvwkcMxCpEQN1YdbtxzKDValBstpldCHH9corQMBhIPtjPg6r0JV++NmV7QOHRCIvpkHTVxOybv3hzz7k2XpTMep5+ecPxIiEO5CMvZOHOpaebS01x5cZO3XtpkYLrYy2I20UjFx6QTYxZnV1icO0RiYmG1XDZW2/zxC0W+/WaN5HKe5FKeE6e7nDtTY2naI2uGiToWb73Q5q3vtBjJ8yUKhaNpjl9aYPZQgl61SL9WZGvNYvuBzWrV5U5zSG3kkrA0VWJ4nDkc4+zCChfnTrEU0dC77+B3b1MbhqkOw3zzlSFf+k6XlhNi4UiKwydTnD5pcvqEgdcf0Kv38MsQ2rUZVuB6t8WNXptPfbbApz47w1QihNaV6M8R91+tqrKXo9grMaXP0NUpVxze2mxxv95TDu2nnk2RaIcIFXVuXR3w7TdbvH53yK/95hP86ucfp3Z7i9UXbvJgq876RKMks1ZJT9XGrSEbt0Y898wcf/O/OcUz57OE77dV/XvRzb5VpDQZKcE4PC1IeYPsdIjThwqcXslzdCrB4UwMhmPKpQ6bmy1efqvCy1cqCg0+vShDDjbT00nm5/KcPHWak6fOYHdWsTv3aBUblNb7dGsTQpMoIS/KtXqT640WmSMWp59OkU9oTK41GK92GWenGWemqfbblNs1XHk2JDUSGflcPqrqv3zpJv/6D17h2u0imhUzfMnpmpsT/nSCmZzGzFSQFTPxDXrDCRu7DVVzuSRzU0kWZgVHIJNQBtXuWE1u+c4Q3xkwmAzpeyP6Q41+32YwCBOSDZNtIwLwqD5gOuJxasFgpQDRyIhIeIQ3iuKNIkQlp3QmxcQyubnZ4uZGE9808OTQKQg8aQxKEH3Dxet7rCzNqNynccimr5lUqg1217cpbW0zHQsxFTM5Mp/g+GKCTAGMTB8v2qc9HNIeDclLzm1YZ33d482rE4q7BtnoNNnINCvnllg+u8R6scyrr99gfXMvmDyWg6jlYYcEFekRKwjuz6W0MaK86ZI0YyTMOGYkQLyKo1c5n2yNZDKYgBKsrFSzOaa259KuT+i3PHotycUZ0xtJ3o2oeGGiIYtCNsTctM3J0xlOnk5TbnV4sFdjfb3N9oMh1eKIc+cynHskw/yMTyEvE28u97bHbOy51BoTapJ9UJIa8+yTC/zSXz1NfiHOf/j6Xb7wZ3cOBiCVQNhpeoSMkMr1FAGlutuhutclLLm1CYPslFzoIrzIplGwMDauLpgkUx14qpWmOpSbYw1jLMifkMBrsIYj7F6PfEIwurN87NMzXLnTUXX7bo+7d/sK9Tm7mCWXT9As1WiUquQXoiwcTdHpmqzemnDv9oRoOKgjR+McP5kkFNWotkfsVgas3umzeqfHfDrMvHL4JpkWwTIt6CCHCQ7rq3XFYJfG9srRHIlshG5f8pgntEuOmnazdIiJ+1Ckb9W4nGBlhoTSA2oNn1IZWlWfQcNT02JnTqc4ezpFvyNoliEjz8MxAsRvlxEdf8SoNFElDU55PdIkGTYm6no+ftjj2GGfE+cLnHxsgc1dh29+u8gL39ljPplkLpHimUctPnrRIpbX2MTnTsnhxS/XefHLDWJpX5UgkQ05RIVDJBJy4I/Sbg4V9lkQpY6jM1a5e5Lj55CbjpGdjuL2XQbNkZr4W8yHmcuHSc2HSc5H2NvrsLHWIDyccCxisTQVI3MuR+aRHM9/fVtVaU8GCOTMqan1IRw31OS25JANez79tqBkJFPAUJmcjz0xxYWLU5TKDdYelJRzsd2K0mmFA/yJ1Fjy22SKPmgOC6o7mtWJZXW6VYdu1VWoacmsTOYsdeBJJGy21jpsrnU5Op/kI0/MEgvZvPZak/fe6/Oxj6/wsY8t0+iU2CiuqZ+RTWVIp5Iq40aKeBQ/kWBjp8Mbr25w/06ZhKmTMDUitjRBwspxu3g6Tihh8u0/KauS69CKgiXI06gQmnSGZYNRQ1ysrqr5IxFWTsZIFSIYaXGvhdi5VWPndo1uXQRgOWh5zM5BfjZEcjpHKp+jV2rRLbeUYCPivohsI7nOOiMKh7MUjmTV9X/jZo1Sua8O09J8UflojkcqHSGXi6vIyOrWgG51yBHBna5Y2AkPPTbG8Qy6fRF/dGq1DrVal8XZNAuzaVJpnXDUI2RPVL6P409Yv9vnwWqfWRGAz2dIxAzurbYoFYdcOrPApTOLbO+0uX23wl6jQ4c+Q8NhJptjNpcjLA0VacfrBhPDoDuacH+zwv3NKk9dyPLUhRy6PqDWbijc7FQiQy6RJuJ3iHht5STPTMUYmybr9RHrNYfN3ZGqSESaw5ZqZlaaI9odl/lwXNWCPWHedpXTuGI71MSdKJOpgzCbpSFb5ZFyrUp2fcQwacigR93nxAmDEydM/KhF07fZ2Ztw87UG96+2iBgaEVNHF0pZApWBnQiZpMMmy7OosnNhjGyUrZ0Jb77c4cHdPumCZEfLwSkQgIcjj3Z3rPDFC7kQizmL06enOHMqx/31Id99ucrtm12GNV+Jqkceszj8mMXm1oj3bg6o18bCFEPawIuzKVWyls/NS/50j+3qFqV6hW5Hp9vWiarDjkY4GsKO2rhjnfs3+qzdGPArv3yEz/3SEZzJmOt3K1y7Vefq1Rarq33mZsLMzoaJZm3sjK3yg8p7XarlnhI3XXGfhwT75yvX+bCloXkhZg7FmV2JU1nrUVnrc+ZMUg3xzC9F+dKXtvnSl3b4Sx9f4tOfWGY48bm93ubeeovN9ZYaFiksacws6XS6E5XZMxqJqBM4JVSeu2Ex6Lhq4j0aDjEznyYWs6kUW1R2Wnz67Ao/fXaZwuEpjNk4NW/Cn/7pdb78pevMLtjMLljEEnLYjhCXfUTaZzqlMxfPMRfPEktmiKQybO62+eo33uWF798WkyZaTOORM7NcenSJdC6mqBOlSj/YsL+4ydLxhCot6jH0RgpNLi5uGQ5JzrukFsb4oUD8l/zGZDiumiR7W0N2N0XRFwS0YOo81ZiUZnM8nCARTtLpdGk2m6pJm01KfmyB1NRR0tNHGHoDhl6fTmeHTmuTXndHYcfQRATWlau/V/eobwXZx9GUrQaq0Fx8fayw8eKkkiaUDFGIOCsONUGtCX5YxF9xHIgXQpqW47E4oxx6HZNeO3BzqnxiiTaRNckMMNby97F4kmQ6pxr6pXKJWr1OLJYkFkso1H0smkKTbL1uD3fgEM/kFGZtRtDvU4ZCMK8+2OPBVondap3dak09y+PZCJoMOjU9dMcjMzsmMzchlZZ1LMPYWabbOk6tYrG1vUap/IBMuko6VcXpOiorSp6RWlhw92DHbUUSiUaniEXy9LtDisVN+t0eC4XDzBeOMNZmVMk61e9XcUc9heJWFTewYyaZpDiANUzfp1qVA79Hb9RX5Y4buG5NYf1MPaIaPbaVwbKydKUR0G/haT7haES5bmUyXN4bEX99T/IVLN76Lx8UgP/pB5CR+61alQO4jyg8cHA+jP57HzH50Pm5j50MMluFTCMI8K4SgGX617TERSZOGxH6LXxPcgClSSrTwT4hcU4oPXVf5BXhTxqa+4haNSCqhhCChmzgfDOwwxa2LShnX+WBimAkIpugnkX8lUaoiASSrybiUKPZUiUCsCkOK2mkB33y/Ui+QMhWAylKXAoE4A8KrAfOug+wYH9UrNM0/sm//N2f4AD+vcAB/MOO3YP3/Ae+W5rHP/NT/LcfPcSJ+bhyY/xgxqyr8i47lSrX37zCv/3Dd7jzY5Tfg+xP+SV/7R//9k8QgH9nXwCe4Rf/u0/zq+dnmEtH3v95zkAJc6/+2Tf43W+XHv6Uh27DH4OH/mDjH1I89umn+Y2nljk+l1a4/fd/lzGj3pDi+gO++9Ir/JvvVZTwplDgXpDXGQ7Jc8GhVd2hKa76Zpleq8zE6av1RRyMLD3L3/lH/5Bff+5RThbSaj05+BoOW1Rvv821l/8d37knBKs8M7NCvRBnZzB44jpjlaMqaHoRg2XwRYboDFMwxYEg+kGHnSJK+IIVH+M8/Vv801849WME4E1eu3afgaDRh2PWHqxx5+4dyuWycpiJUCqin72f6xv58G/xL/7mGX5EAnbr3H3jOg8mIqYO1L2gcn2t9wXRwPUTYXZ5hcWpJLGwhQgpB18iNI4HXaqVbW7e3WO4LwIdOPPEBT3o9xUSW2GMPY9EIqFKBNiDLErZq4uQJn+6ygU3VqUmxeUc5E1UpqaINiJgCD1H8M+BKBrl9Kd+jp964gTL0zFEJlFfTpf65lt8+Qv/it/7T68HDVl3rM7SphUKUMchIVscOOwkzzUQm/SZS/zS5/97fv5Dp5jNJT/wPTvUN6/w/H/6N/z+f36Her2lKpmMk82mmJoOyGHJVEy5CUUEfl+4CtzRMnCiyAE9cdMF14CsPcp1asqggvwrAlFL3oN9HLoSX90gB1feT8FSy5CQuDnlfRSxXNakwPkbOGADB2Eg5iuRaF/wVZme+0MRovw+FO1UVmgwIHwgoh28fhmYORB/DwRgRTrYF+cUxls5s7s4g65y+AYCdEiJt5GINO2DyN3ASb+Ptx0LFtpX7jY533zx27ceXl9/8zMXlVtWDRQoBG3wCyhUrpqymOznNg+UeKwQ0LIXlt9DkHjyc+2wEv38sUOvP6LZGdAVNPtEhgcPuA7v5y6r17fvuhSLnOTKKcSxrOlq/FWIAYIkDzKLA2e6x9iR+91Rr12GKGSY4uC9FAqARGrJ+5dKppUIYutjVRHp04h4KP/h2FUOVfV8EPebCMC9AUMRGAQLLZY9Tbx3guYV4U3DC1l4YQtZnCKxJNFYQkWtuL4uPUAlAPddn54DA/nWZhhNst4kXsGVsU8DXQmRIUa+wdALzkXKef8BB/z+U+sH8OgqZmHfJRw4woPnnHrMvY/9CPTOhzNKB8SP4Dv+YCrA+7ntwd8HKHZxiR+slT88wCTX38GQgvwXB4Jv8L3fHyxSKGT1jBSXqdxb4krsMxr00BDXs2QCyyFX3JEimqSJp9K4E0NlLgv5Z+LJ813cuOL6PZC93xe71eDIvgNahl8ENx+LxkimUuoafkgaeHjPBaKRcuLLIIGsf5JDLkMh+++N3IvK/a6bDxHQCr+t7u2QwkkLMl9hpPex6sHzTQS0EJJJbSgktFB0giEaiYoay3Urr0PuK0E/i4tYXnuw5O5n1Qc534HfWM4H8j7JcEnQrxVnsAKtKEqBCMBDzJBksQfUAokEcgYumWiHTKyLYUXQrASOH6PrRhl5IuaNlZtrLJE6QjNwbVxXkNEWMVsETw3bcAibrsIOG2MDQ4nQe+ha9aFTE7uLEWtjhAUnP4em5SgW9ygWSwwGNUajOqNBk2GnqfbPrZFGawRnz15UZYdlOKKrBqHjyTlVk34Db9DA9tvEjTa2XCMq4kfnwe5t1oq3yS8cYvnYOVKpKQwfDM9gNEkyGifRtAS6nqTbKVPee4dmY23/vTZIx1Kk1Dmjg+tWcUYtnIHFaGizub3J5s4WnuYSiZuKviQuVynVSPEdJajaQtkba3SbPoOehp0LYeXEmWdiTOTzN4hHDBIRyWGXkmsoEOoNGYKKWBh2SMZEcTWPsS+y7ZhmeUB1q6di6cYTQ8UMRGMRYtEIyahBKiKZ2j6Tgav6d42aS6PuqixZMyJRCSLmy83g0ZdcesfF1GXgzlR577LPkEGs/kjOoyOGck53pHchvUNL9U9yaZtY2GD9ToP19xok8zr5FYtM3iaWsNS/XbvfVZQ02/ZJxSGRMomnwwoRnUr7JNMoYqNUcWvMvbtjSiVPEaJGjq7cvFIrxxI8cilHKqezt1Vld7PBzibsbGjEpg2ySyIAayTjHrGomG90mmVDvT/thjyPhSQUPNxCYZ1QxHg4ACbqvZyZ5J4UclQs5lMQauBsmMrumLs3BpRLY7SwgRE2iCc8Ve5APlOPTMZk+ZDN8qEw/gDkyFWpDNktDclkbS48mmV+PkyxVGdnr87ensburo4m59yUnLOlkyxodwMr7BAKy14MRU0c9qBT93GHOmfOT3P2fJ5GvcfOVpNaSeK0wOn5QcCQFQAAIABJREFULB7VVIkxYS6ToNvyuPNeh529IbYQ+uIGp6binMoJ9WpAcVSnNRxAN4zWtbmy2uet1R6LR3M899FlsskQt94ssnazRCTtE03DbkljY0tTPZx41mdqFp54PKpqOmySwWRnbcQrr0pfZkT+SFTVlNANY6I9QLmlMR7pLJshlo0QX3u7x9fe7vPok2n++t9YYHle5/XvbvDOa0UaPYNGT2coEST4arj/+CMa5y6YXJib5sJsnjvv1nnjlV38gc3xpRUW8hkMs45h1LDnZrHm5vC7Y8Y7Ldo7LW6+V+HWe2XebWlcbWmcfyrHL/3yHGdnQ3Qvl6ldqfG90oSXyhOeuBjjUx9LYbpj7rzV5tobbW5tw60tcJ2QygjPz1kcf1TcyTo3rruqDp/yOHTS58NnZvj02SMcyiTY2K2wuVvh/mqN+/dqpBbCHHkypwb3d2832L3XouJqqmbmYHlZw/A0miWoFjV2Wxa7TYvcgsP8kRFzBZ/5pMFS1ubY8hTHl6d4/Vu7XP7WLuWuS196/SmYX/BYWPQ4tnyUoytHifY9PHF+32jwn1+o8/UrHaaPxMkfTXDxMYtnLoaYS3poXRev4VDcGLKzMVL9JyPqK2Pn7MI04WiYB/dKqorbBjtbhjKyOSkP1/AYNjxGdY/p4xbTx2wuHD7CsyuPcihi4lavMKzeYK8XZrcX4fL1IS+/1acz1hRlLr8UIZERgVJnMRNhJRvFlD7rrT6tvSH9wpjejKsiCs+fmyYZyaG5OfpVj/svX+f+y9cwFxIYCwk0I4Q20qk1XG5stthqDPjwJ1b48CeW8R+06L5d4r27bd7cHXG96fGhZ+f50LMLTHYHdO402St1eSA9HYm58zw6E5/ZQobZQpYLxxM8fSZBPqrx3ps17rxRo+R6lF0fKxshM58intax9DYWPSITg/AkoOCELEPtNXu9EfXGgCs3+7x1s09M6LnicF8Jc/x4imNHZ1heOcvKylkm22+rGjZ7DLrS49ICQkBzTMX0VMULBnPLNgnJPL87YPBgxLZvs42NFp9gp8bkcmEKUwnmchliToaYm+HL39nkC1+5x50HTTmHW346Y/PU0/M89cw8ptnHNPqsrXZ558022xt9tWFn7PDZzy7x2c8ukstHGWOwVerz8lu7vH2rTDbhk5WFUiaNvHHAoG5I/qdBPBUjno7hiPhU7TOX8HniuMWpZcmjmZBMelSLY6pFl3AuTfb4DG7Y5vvv7PHqu3tkJXttLo4meMf2CMPxSNuWcvSFonlV5eaInWqPfquBOWgQnbQ4dyquSiZ8fc9W+a2heBs/1KXeH1HvDZlPRVhIh+m2x2wVJYhd7NsLzGUX2BwP2HAHXLvW4spLdbqNMafPpBTb3dAmCi/a1Xu0tA49R5qi8qDQyYXzZO0C29ttVteqtKpjtIFFwjY4d37M2Qtj4rGUqm57RHm3TactacK6wvuV6iNVg75Em4RUDsXZE3lOHc0xPS14W5vX3qrwrZd2uLfWYtCTg56j8BLxlMmlszE+fD7O3IIwEKEyGPP17/b5sxd72E2fcNPnkx89wq//9QvMH0ryheev8IXn3yKWkId5mHZzzF5RsidgZTnO3EyUbsuh13JJp0Iq2yGV1YkmIBz3aEgOR7OPJpNp8ZhyXjgDCdb2cHsGblenUuxT2emxGHN5bM7jzOEIj338OI9/4hh/8B83+IM/3KAh09vpMdOFMHMrBZX5uVfcZa9YJJYyyRYiDIY2u9shyrsmmRRkkpDOhtTDV7ITBR9bazrcuiFZsi4xX8pRDW4zJoHkcZ79+CE+/LHDvPLCHV75zh3V/Fg6nCeRTtB3xKWp7W8eIRO3yCUlS9JnOJDPZMBQbzPQO6yt97m7OqRe8pj0TGKWzXlBAz+e5sF7Ddbu1NUmPpaNKQxLd9yhM2kzacGkJWKPTSIdUQeqVm2A0x+pSRhV5wqcenReiVDf/F6Rb764h9+K4TdjfOaSzS//VIjC0Qh7yRirbfjOF7f59hd3FHZZTKyCH43lwkQTFtGIuDYt6pU+9ao0bSQrSw5R0oAT18OYqRlbleRxd+sOYV1neSbOXD6CKTnFKcHjjen3xtjDMdMjl3zMpPD4PDOPz/OlL2/xpa9sUS4NVdyGNECSaVncJfNloBxRsoHqt2X6VSMj2IMpi4sfmldVqZZZe7DJznaXrU2D4raOO/SVGCGYHDnIyCZWEKiS12QnwU4JVtxXZUcMIilTZesqgSGkU9sdqcGIY4tpnnlslrBh8fLLDW7e6PDhZ6d57tlpGp0aW3s7SlBZWMgzO5sjFtaJRjQ6vkdj4nF/vc27b5bZut8km5BsGI1h12DY1Tl0JsPpD02pfMjvfrXEi8+X1fSvHFxCUY+IoGqkybSnMWpoJLIa8axGYSHCzFKU+JSNmbYhEqK82qJ8r0W37tJvjwkZE9IZn/SUSXY2Q3Yuw7A+ZFQbKFFdTR7L7nE0RnPG5BZz5BazbO/1uXa9SqkiOC3Buen0+8Fnl0yFyYkjdhwIwJ3KkMVZnaU5neysRWbWojfyFXZ8rySbaXFfeczPZlmYyZJIiatLMtgcNbkuTYvN+wO21gbMzUQ4/2iKZMJk40GPennMU+cP8fSFQ1y7UeR737/PTq0J8QlWWufIUoGjSzPoghXty4FfMEVJukONN95c440rD/hLH8vz6Y/nMUJ9Ks0a3X6XXDylnJGZ8IBMeKjWpFQ2Tm+icWO9ze3NLtU21NrioAiyUUXIqbUdJRgWQklmrCTz0TELsRFmzKUd9WibPu2uQUvWq45HtSsobl+hyvQJgVja0Tl8KMyRQ2EcEyqOx3bR4e6VLps3B8HhThhb0Ql+bKxyMPNJyTiOkI71SMd7WJkYZiZJqQK33upT3ByRnvZUiQAsjibBtFdE2BxOOL4c4thSiKX5NMsLaXb2PN652efunR7ltR7t8oDjlyRPI0qxOObenZFaw+X5ZOk+mXiUbCzGkaM5TpycwjMGbOw9oFgpq5yIbttUk90RS3icAuE0GAw1yluOGmj6pV88pqpUbfPCK2u8c63K7u6EWt1nJh+ikLdICya7kMSZ+OxstNgtttXwy2gyIRLxEYrzeKTRrshBT6b/Yqq6crApjTh0KMzZR+NqLf/61yp8/WtVPvPTi/zszyxRbQ957Z0S791v0qwLxntMYclgZtFQee6CnR8MAqyrNI3D4ShhO0pfIVf62LbJdF4ERZtWvaPqsBbhkB7lQ8+e58lPP0l6ZZZ/+/8+z7/9d89zbCXBsUNxYskovjzTzAlRv0Hadnjqwkd46rGPsFW6x817b3L7fpE3rw65fmeEZws2asLF8/N85NIhpqaTChm4W+7x2rfXePVb9zl2Ns/Rs9OYyi09pN3ts3c/qNkTBnPHBbsUCOfi4IqEBPti0yzLQddX97svGz5x0gp+e+iQS6VVtVpdKpWm2icJbiyTniI3e4ypuaOM9Yly7Ndr21RL69SrWzjuSFUybZDKmLhdj05ZBnVkAddVAyGRlv2brpq3kl3nuj6NxoBOxyGZjKl8YFlMFM5MmnrSxNfl0CRr1JBmRaNZFVqBRiwp0/whCjMJCjNJ6o0W9UabcCRFbmpBtXO3d4rUanWWlxdZXl4ilUySiCVUjMSoM1HI+HAqQiQZIWr3iVldNh/s8sr37nPj5h7YOtgauXycXCFOvz6kttXG6QxYOW1x6LTN1NQyU9PLdFp5djaz7Gy7FItrVOvrTE9XyedrNPckBkIcY5CY0Yjn95tzpkk0miMeyasNfXF7RzmBDy+c4vDiSQaTLINxjsGoy3BYwXV6hPQcpj6lXlNWIjUSHumwDEy6lEs+1YpHT3KOHRmcrDIYlJTgZZkJrFCScHiKcDhH3+nRHYkAPFEDlSrD0g9heKYSf8UFrOkWb/7RBwTgX/2n+06iH0I7PkT37jd59zG9B/hn+VM58USo288VDQSGIAfUcbvKBRwWZ4AMOoowPBHhV5ydQenGRJU4gEMi+Et/ch/1rERfceAFHrLAAbw/pX/g3pFrTjI8pZHtuEEuqaKCiG1KPWUnChUohBP5b+r1OvVGQ4m/gvYVAVihE5XTb//3Vx1VWSs+8H8fyNxVje2gjR6QLff/fx9sZEtn93f+t9/h534sAvr3+M2v7YOQP/CWHzTQD9SUuac/y7/6W5c4Gfsxiu5P+qteha//4X/gt7/V/JF/oURgTTKA/z6/dUZ+9x/8evDiP+a3Vz/Hv/qNU8w9VOV+/A/qrF/h9/7lV/lm5aHG8/Af/qjjDE584hf4X37lDCt/wd9lVFnni3/4Ff73V1tqzRZMpi14eadL8cF77Ky/hzfqMBl1RKLDMDU+9ft/xr/+/HOs/AWimZ3Kdd5+4Y+40xXHoc3YlfxocaaI0BhSzr9qpabWToVj1QP3lHLZyjUoApViaQa/vwwleE//Fv/wL5/kR97Z7jqvvXtXkYM63ZFC90oeqWCkG42GqgOUdDQWI5b4GJ/9q4d+VAAed7h/7S47E8FTO0pwPBBSDpDOkbmzXDxSUESlP/fLafPg6mt8734zEIGETCKoW8tWTYmDHMujT3+C01npDv/gV3vzy/zx5cDdKgLIZCQ5r0M+9et/j0enfugfb32Lv/Sb/yv6kc/xP//Or/NE4b9+gVWv/QH/4Fd/l+95E/Wei5tOhN/9qYwAsSrISd3g5K/+3/yzX3+GmT/vmr3zR/yDz/+PRH/vNv/8ufQPvsDeVf793/ofeF4m0PZFcXU/64bCge/tVtjdLT/M8pWGuAikgolV+rofZElLfdC1e5C3KVhTKSXk+HL2kPNW4JINsKmyPkt2sAjIgfAu650Mb8m+VGG9TRFLJWczpM6DcoKQdfeDyOgDZ68aTFDEhIMs4eBP+Tv5CppNPVXinPcEEarcv9LstxRVQQZpFdpf4XLlvQ4EVU+wURNPkU9ikSh//MLth+/l3/rLH9p31AfCvIhKUgq7q9Z22TsEGN8ALS7OL7nnAiemZYaU4KCIWjKs4AX449HYZzD2VMm9JmKYEB/EGapc2bL2yyCCrNziwpT9XSxOTOGaDeLhEPFIlFg0qs6eklcZuDeHyqV9ILAPRo4SQORzEulICBrZ6WnSmQymuLQ9l5DvYUlWq1ybExfDFwpJSL1vgQDcozMY0pOIh6Gcj4IS76W41BXfVzS8sKUiehLJDIYMmdhRHMkGHmt0hmPqnRHtwZhIIkMkkaU3GtMSd7GnY0lcjhWl7Yfp+GHFhg3yuAPku8rD3nfbHjhTlSioAu8DFLKIgMH/FhE1EENEYHz4tY96/uFBpYcirXqcHEQLvP/nwfV4EInw4wTgh0jyDzh/g9voAxnkH8iflj17MOwhOfCCdR0wdgZKHJNrSkhpsURaYaD7QxmWkzxzWbdtte+Y+BNVKrLFFGKIDGdInNkkwJsfaKh+MCgQuO8lysJVwywH2dny3sn1HDjj9+kgE/f9wY991nWwBwJnLESGSfC+CtpZMvosW93/EiMhok+wu/GxdGkOS2yBDDoFSHkZRpJ9jZLpg0mHwEEsGG1x0wcTSIryIhYE+W4Kha9oLD6W5WOFfDVMqbDQcn9IT2csa4G44od43gDP76s9ugxphDSPdLRFKtbEnSQYjrM4JHGNOJ7k+5oTrJDgOnW6PQNnLNmwMpRikhB8vAiVnoPpjVTOrOHLvS2o6RZmqEW51KNc6hJJ+iRzmhI2RyOLXk9nY32H9fUdRWTK5uI4gwa7W3epVXcZaWFGWoRTpx7n1MknVMZ7X0TYiUs4WiASLeCPGvjDBumIy0wKFVM2ln7dyGO7fIft8l0KMwusLJ/EDidotQcKO6pbc+jWPN7YxHM0Ot1dqs0bOJMq80snVemOjy70huEuzmiT8biOaU5jhPJcv36Va9evCcOOqUyEsK0zkqEVifQbyuBmLyDNyPUt2GhHYnl0TKH7pU36nYka6pdzWTwMiYhGOq6TSkgkkxA6gnVDmVYFnR8X/HEY35RzmEe9NGB3rav6WdJXHww0RerK5MJMpaLkUzE1TNqut2nXu9Tqrio5JyrKYMQgHpd8Yl2dAT0ZHJD7x5dhTblmpFsV/Fsx0Y1cnZEj642Yl4RkGGImHyEVt1T04r2bVXJzYRaOxckvhUnnQkSSOjeutVSJcSGXDeg/sv0ORTQKsyaFuRC9PYfunktpB3Z2dFo9nZDkY6YNOnsOnV2Hk2fTPPfpWfKzJhv3i6zfq7CxqrFxT1NE0mTBIDOlkZF82qRGfyTCtkdtZ0J5QwYdFHtE3U9iwgqFZWjIUcYf2VMIIUvEenEQx2ITctOW6mmXtl3ee3dAeW+CHrExoyaprEMqJ719ydSERNJkcdlmYcHCa3t4rQmNlkut5ZLNWTx6LsnsrMXmXltVpWaokn5oIh4Iz+2W5KhOsNMedkpibHQJGQzy6CcTwrrGiWMznDg+w+p7Td65UqJU7CvKjDxjzj4R5ezjURZyCWYSCTUQu1vtUO/0FZHPMyaEShrWnk7dcShqA4ZCu4vHmYsleP1Gm8s3ZIg+waVnC0zlLEr3W1S32ujWBM2asLPr82DDV05wwcEns6g81YtPJpkVqp7soysjbt9usVsekVqIk15IMGq3VEkj2khkSEQSnA5HVH3hxW3+w4s7nL6Q4K//xiJz0ybf+vImr75YxIibmAmD7kCj3dGYW/B49IkJly7pnJg6rOqlb+/yJ//ffaKhGJ/91FkeOzNFY/cOzd27RI5MEz4yTWiiY9QdnMaA3b0Ge3sNvrPq8cLqhHMX83zucyucypvsvbBB8fIut/0Qtwlx8liES2fC9Osub7/W4Y3vd9hpwk5D7g8hcYXIzZosnTOJTeus3vZZfQ8Wjo5Ufez8SX7h4tOcni/QaK/SbN/j3ddKvHu5RGQuxsrTgvczuf3qHmvXK4TmQ1jzIeYKGkt5n0HTY+29MWt3fbxYGj+WJpwYEk10SMdGTIcnLOQMLjyaU/X956u88nyNe9sOxT5MbDj5iM/Jc3Dm2AnOHj2J1eoxXN3k+jsV/v13BnzlrSGLJw2WThl8/JlZfua5BaZtaG3VaG7X8AXuJcj0iE9I8NUhm6ieYNg2ef1KlctvVtkroSo+a7BwTihrGju3XbZvO2RP62ROa1w6cYJPHr/E4YhFb+sy7Z1rbHYibLQj3F4fcWttQM+bqDzsqMSnutBwfD58bp7PXFwh2vW4+0qRSrFB4WmLmWcs5uMZVeHQIXzjJP2mwdqL32TtxW/gy8NgJoUmkWGeTqvtsrrRotRy+OhnzvNTnzlP88oa2197h7tbNe4YOvcF5z4tZZIYRol24rTrDg+qdTarHfZqPnt1+Cu/cpqf/5XTHE1Brt2itd3kj76xxx99fY8LzxS48HSeoyfmWVxZJBM38BpbuLUdinca7N5tsNd3KAkhSU2hS9SDz837GjfXhL4AhWk4fSLCU5cyPHJulkLhEQozj9C5+aIqQRuGwllGE5P1zQbrWw2M2RjGXEyR7KKhCboQXTc8WlseV+ojVYXDEY6eiXHmaJ6Tc3Mcm56mfGeT8nubfOuNFl+9LAZSR+YXQ35KnHjP5nn8w9MMWgMVLC+o3tLGkGFnQiolQq3JkWNx5baUh7pku9U6Ix6UamxXm2iy0ZT8HEs2v5oKaG+UPJpVn7Q8PKajjOou3b0RCwmfp86EeORoiJxYpqdMGnuewhuMYzH0uTQ90+TOalVVZjZCZjZMqzFm536fydBneS7OfCGBGU5j2mlqjQF7lQ7NSotRo4026PKRZ4VxL84Sj95ADn8OEWusXC2Vtku57ZKxDdL7+DHZLMshLJXMkU5O8fpOjTe2a6zeGbB5w0EbmJw+meLYkaTaBEijvjLusDdq0lPuF1nEQ1jjOLYbY7fUY3OnSafhovV14gacOuxx6vCEQi5HIZdlMPQoV3sqm7YxcGlI7qPKhQk8CjLBmEyGWVrKMDObVE4+x/G4/m6TK6/XKO71GTPB0yfEk+LO1Ti7EOb8UpTlJZP0EoyjGq/f1Lh8Q6Nxr09jtc8zlxb53K+dZfFIgq9+7zpfefkasUSUeCKq8lhLRcHpSIPfIpcJqenBQdtlelryEqJkp21iguyIwc5uU5Ujc4lmSE39uILlbMNoqDMc6ritPk6rx9nlEB+9EOXochxfwhDjOb789V3+9BtFHHdAoeAxvxhl5fgshcUce+UipfKu2sxIlu1oaNJthui3Q6TTBpmUYM6CLDkzrBFJy3vncePqUJU9cbC9kToCTHTITId57uPLPPeJZdZXa2zcrdLtymZbBFHBlpu4niHRJcq5kk2EmE6FiAnOYL+hOdaHjLURlYajHn6NhuQ4yGbdZGk5xtJKnLtX66xeraGbBtlCFDth0Pd7qtw2jOUZaVrE4mF12JAsTc9xOHbY4Nhhk5OPTHH6/Ax7DYfvvVbipVdKjCo2TtnmY49H+MvPRcgfjVFLJ9gZGVx7scH1lxo0Wj1VpiCo8zbxjEUyYZNMhKnsdSjvdhS+U/zK4uYSbJKwWfNzpqpeY0yjJAKwweF5cfvHcMND3PAgyDnyQiQ9jxlvRCFukHtkgdwj8/zxlzb4kz9dp1IaYfqamhCPJcOqBnKYdwaMJBO0jxLXBds7lQnx2BNzXHhijla7ys7utjpA7OwYlPdMDASTEgsQTzboQkQyPcb6mN64S3/cxe2iSprQ0ZRJNCkbPzl86ep36dVdlueSnD8zpfI8X3ulzp2bXZ59Osezz+Rodups7+7h6zI9NcXMbAbbMpRo2p6MaDhDtnd73L/Vo1wcEI+IMdinIYJMGQ6dSXHumSz55ShvvlTnjRdlulXwVBqGPcFKCPfWY1D2cVqQKeiqEmlLIZisRAgzE0KL6LR3BrS3B0rkGI88hSOKx33iadn0RlWN6hNVkqMoBwaVzykLxmhMdj5LZk6QxAOu3ahSKneJCALHknzEAKkqede56YjqCxwIwPOCcy/oFBYjFJajdAcT7tztsr0jrj7VDyKfS5PPCq7VJxJzFCpKpvxEKKyVh1RLQ/K5EMePxojaOtsbA5pVjycvHOXJC0d4621BhL9HsdokMgWJvMnxQzmOr0xh6RaaG8IdmwzHJvWWy61bO6o+8myWj344ix11aQ969IdDZBwj5BvMpMaqpqZi5CQj3tV583adq6tNWkOd9lCaW4IIE6yTR6M3pjfwKVgZ8laGKXtAzuoQirmMEz4jcUEOdHpDnVpPo9aTA+YETdwfI8ku1ZRbdnE+xuJ8nLHpU5847AqO5J0+27eHJKKGmso14hP0xERlWBcyMQqZCNnUgGx6gBcO41hRtZG6e21AuTgiV9CZmhFMXoh4XNCwY3Z3h3Q7DsszBsszItKnWZxLU6553Lg3YE2Ew3sD2uURRx+PqSruOty/O6DTEgyfUBwgalhEdYvzj83z5FNLeMaQm3fvsrZZVANP/b6pBNp4TO036Mgkasdj2PEYtD1++lOHVO3stfjOy2tcu1Wj2dLp93QKUxb5qZDKRpWsEKF0bNxrsbPVUQgqIyoHLo+wKZgjX+V7u47ByomEqnHHZdJxKeRDLKzYyjH96sstVZ/8xCyf+OQsxXKPl14t8t5qS033Cu0wv2BSmA/RbDkKPSXXdzClL2uFHNLDyqEjsQZy+JJ1VhrfMsQjFW9pJFrw8Y+c5Wf/ykVOXljkT154jS9997LKYdHGstyFFJo9EdNYyQ45nNd55NyTqq5cvc63XnqZW/d32akb7LXkcC0i64RLj8zykYuLTOfjDHyfvcqAV76xxSvf3OLEo3mOn5/GiEzoS0Z8q8vOnQE7dwccOhdm5VwEPSwHWmlOSfZQIABXdyZUtz3l/hTTydiTjOgBI9chk0iQTibod8XdNmDieIQ0yVpOkF84zvTCcUKxEKGoqQTgUvE+ldKGyp1VmLikTjyhM+pO6JTGDLueQlbJXi6dNUjnJHtKclVD6vpoNEZ0Oy7JZIRkKspEueucoNElArAh+ERBS0t+lcmwZxKP26SzgoOziMrGNWqoBo1UIjXNzNxhtcBvbGxQKpdZXJxnaXEOOyQNccnigokYXB2dqcUEUwsJdMnpmvTZXKty5fIWd98r4xgOruGQzwsGNMm479KrD9QQ4/LJiKpIeIGIvUCzkaG4nWBvz1Hib6u9QSJRIhHfo7nnUdkIMKGZRYPUjK6acmPNI2xnVAbwaDCmUinjDMcszZxgafYkfTdFz00zdLrKyTsZ9zC1KUJajsy0NJxlat8hHpIHl0u9YtCoG/TGLv3JmFa7SKu5pZq4sVhe4aYtO6scwMNJn4HbUllXsq8QN4qFTUgL7yOgBckc4o0fEIB/9yfiGn8YR3zQpD34U5qNgiENEM2BGCbiqTi9xQE8crtK6JDSNMk1E0eO7BFEHAicOZq4cwQBrXqkMpkvPWrFOgw8uPIzlAAcZOxKKZecNJ9sSw0eqBxXucbE8e5McKTp6sv9Md4XgAMHY6vVotlsqdciFWSpHOQjHqixwUFMicJKGA6wlYFzbl+cEcF7H397YFp6KADv/8U/+Rf/5CcIwP8Lv/m1/7o8N/czv84Xfu04U3+OqPXjv4vkDP+f/ObX3heBP4j0/kkCcHWnQmJ++occxj/5dY523uXv/r0/4dV9l+JDl/FBrqN6H1J87rc/z98+H/8Lf9/3f2KX61/7Mp//wnowTOuNcPoNdtZuUly7ieaP0KW0Zf7Ol7/HP/vkzI+6b/+rb3ODrW//X3x7Ta4nGUgEWxr0IRGAm9SqgQAsuaMisISUs8tUCFEp1Zx3JEdRUPwGxnN/n//p536MANy6w3cv32LsG6qC7FZZJ2VQqaecsipvVvDJ4Qjhw0/zibNTP/J+eZ0i372+oQSJIOf14FoUzKtO/sQlHp2Lq6y/v/jXhPbGq/zZlT11z4n4IQ5MEQL3b2bmHvsop3M/+l3Lb/82/8fXIgqVqpDHkpfZ7/MkGiXQAAAgAElEQVQLf/df8KHCD72CB1/i/O8P+aPf/xVOSBTEX+Crc/3/4Vf+xr+kfCDI6DKkFziOFf5Y0/jwP/oa//ynD7/v+P3zvm/lVb54+zS/+GME4H/3+b/NV8VJvi9CKW1MRBxnTKPRolFvBy5bWXfE4bqPupYfKVf6Q6ztAbZZ3J4yzCKZsMrNLAOZmiq5jiIRQVWLU1YEYBmIEQd1gKA+wDc7KptahmRE+A2w6ErqEVFcOVrFWbqf9bt/36nhlP019IM46ANRWX4/x3VpNdtqPdT8IMpAOX/lNYXlOS4u5H03pzouBbmkCh0rsUCTCfFoVAnAX/ne6sN3/Td++oIi4gQkiKBkGVAisorekCHpvrpOBL0uQroS82UUR65/lRMfuNZDqtstcp+ct8UN6zEURXg/sXY4FId5Vw0fjGXtH8szR4ZOXbVPEJesiMtR2yQesQLEaiKhRDbbMPBF1BBnqXwu+0NHAxnSdySGQV60iRWNkspkiCeT6HKfT9SpWAnAIekFTUToGquMeRGBRfht9vuBACziz2BErzeg1x0oAdgUcc4QIcUnZJuKbCK5tbKPRLeYSGkhJQAXK00qzR7RVIZoMospbsxQGNMKqDPizmxNbFVjeT7u58wG3k/5sETQ3c8AP7D0KizwgfAbpAErV7DCagf5yh8UgH84qOCD19qBFfjg7w7ug0BMD57X70cnBN/1IXL64Id8QEQ+2FOoLE4Rp/c/afVRKAFYBoGEBiFn3x7OUPZPfRUpIvKUHY2rklROT7PVn7JBFWy2DEWKABzkZQcCsOwVgjzvwAWtCAP7LurgXRCSwT5Ge19Ql/6lqCxKABaxXe7n/XzvA6DHwQCIvJcyaCHnyuC9krNmcM/K3mw//Dp4/yXTXSQEuT6CBIr9nF7Z78geKchxFuE3QKVouJ58b7HZBKKv2rKoHyV4dpOwLb+rR8iUz1wIDZIpK2ho2dfIq5EhOQfPDwRgHYeQ4WIbgm8eELMlkzrJwMky1hL4VhTPtB4OC/Z6Jr1+iLGsl5o8A30SpqVyZkPekNBkoHKM5d7XtBFj6oy9pjrbua6OFZ4Qjgv5bUS12qZe79LvTuj3PLVflLNDr1tje+09yqUdHCOCo0c4d/ZJzp59El+b0GiX6Q5lyHCWSHQWW+9jawM1iJuNukQMEeClvzhhr7lBqblBfmqWpbkj2HaUVj/IF7esZULWMq70n7pDOt09Gt17uH6T/MwK+cIymgz3SC/MGwIDRYox7SwhS6LPbnL71g00b0A2aRIOyUCQREYMaA16tAZdhs5IrU+y7gh1S1ZuL6Ljh4Vc5CmakHwktgiypkQ9eURsX32WdthU7/NIyDaGRiJnk8yFCQlFLgJO36BXD9GuCy1oRKs1Ihr1iMZ8ErZF0g5j+mKYEJy6S6Xep9KQyBQZMJKc9BBTuQjJpMlYd5gYjvqeUkKFk2eXXDQi4kbE3CA921GAHJdrKRG3WF5MUpiKsLFaZ/NeXZktUjNhpuZtpoRQlzO4fq3LjetdkvGJ6uOGoz4S1CJb8cCkY9ISoWLTU7jjahMGE53wtEF42qS9M6S9M+LE6RTPfmqGwrxJ8UGZnbUq925p3L8FekRi8yAnDuSCCDg6PWdCz/GobE4oPxBCqAxTSM66qVy8RliQ7GKwEqKbQdi0VEZ9LOISi7rkpmxVpa0Jt98ZKIS3ZtkYEZPM9Ih0XtZ5n2YT0hmTQ0dtllYsmutjGg/GkmiHZ/lMTZkcXQmTzRgUaz1lSKs1DGqNQOCNy2tBBE6HTtvFSvvYmX3hHXluaSTCPumIzmwuzVw2zfq9Drev1ymVhTAiBhidi8+keOLpJDEZ/u1J5rqviHquMcawpCZU3nWpvONSc10a8TFaUudoIcWxfJKrd9u8e6dFqmBz8nyKTCZEd3dAr6oywxTZXl53uRpS+gT6mJA95sgJiyPHLeaSIWYiJk53zNbmgFpzTCQbJZyN0Nhr09hrkcxnWTixzOxUhkMDl0ODMf/xcpE/vLzL0XMJfvmvLpBNGjz/x5u89MIu6YJE+MnASYj+wGLpkMYTlzwuPakx5U2pevnlGs9/vUgqMcUv/OwlHj87w+69t9i99zbMxPFn4iTjSaatFKExlIu7lHeKfPWqy/Pvjjl3cZq/9tdWODUbYvvb62y9VmQ7brMdD7OcNzg5Y1AvTnjz9RGXXx/RGHiqZChLet8SOTh7yiSaNdhY9VQdPiUxoPDc+RP8zGMf4uT8NMPBKsPhPa5+f5drr+wxiNqEj2XpawbrV+vsPmgxdc5i6pzN8rTOcgYa2xOuXhlx7d0x4Zkk9kxSDZz4kx5TCY8jcyGOLlpKLDx1PMKV7za58mKDtc0x2y0YGbBwwmfxhM/jpx/hiVOP4m41KV6+yfV3dvnG3QlvFH3OPRHm3ONhHhWX/eEUMTw6pS6dSlcNV9jiYo0KQVQwXxpuVd4TnzdvdnnzppxnPPoDj/SMxdzxiHLX378+Yu3GiMUnbJYuWjyyMsPFmRXmhCqwt0p7d507JYO7JYNy06faFvachxabqCi0ck+n3Nf56KMz/NyHFsjqPjt3S3TbLfKPWuQfCWH3w1g9m2j0FPHsRXwnytblr7N9+etMphJMpiS6T6NVF2OE9FJcPMvg0rMXufjhS9TfuMnmn73Kg909NiM623GdjMQGJSOEeiZ6y1Br6/1yi93WCE8PM9Ej/NxnjvFzP3Mcrdtj6+omWw9q3BDCZmXIU5eO8KFLR1mS3q7h4/V6bG7vsVOs0Gs59JsOtW6PSq9LZ+youSBhifQHMQaDKPHohHTS4fChCBceyXPi2Czp2Arp2DI773yf4jvfR9PGxKazTIwQa+t11tYb2IUoVj6qTGpxc4LX86itQ2kT3qkPebs+4szjCZ75SJrzx+c5mlpiyS5w+/JVbl2+yvdvD3jpzoSdpi+USsOPpAxWnoix8kSU+saYxsaYBDpzIn6lLWaW4hSW4qytt3mw3qbbHSvMa0gWq9kJ0eyY7V2HneKIcMIkkbUURri641AvuWTnLLJzNv3yhNbWmPkEPHPO4MKJEPmZCIVCmFHHUtXUQlQsk5bv06t36DW6RAQ7mjG4f2/IlcsdOi04eSrNkWOpYNI0HlNun3azz85mm437Enze4zOfnlVlGF3lrNClqWbYCkFZaniUGhNwXNX1lsVotmAr3AWWDbbF9+42VFX2XMY1jYgXYmE6zqxkQqYjqspuh21BmUgemWWroPZ+1aFfdYPMFznwjccYzpjIZMJ8yGcuhEKqLs5kGPk65e6EkkwtFNvc3W2p6bhcNk48YRKNadhxg5CMfdsG6xI4v9mnsj6k/mCocMWuCGNhmCnozMiDUYdpX6MwBbPHNOLzIRp+hqaf5e0Xy7z9YoUzJ3P8/M8fY+lwjNeur/Hq9QdEYlEi0Yhq7NerMqHoCwVX5Tn0WyNVM7MxlpaT5OdiJLM20USIje0am1s1Gl3JaR7Tq00Y7HgMqj5DyYvzNPIRl3x4zMULKX7qowWmp2O8/uaIy2+OuLPe4c664F4ckgmPmdkox87Os3BkikqzpKrXl+zaCY5gN0Y6vmsEwmbSotOeKOyJ4FkWDkf4/1l7Eyi78ru+83OXt+/v1fJqU5WqJJWkbkm9r2p3N16wwQQI4DjAkD0wQ3ICBw7DGSZAgNnChDCZQAgxdggYSALeMG4bt+1ut+3e1d3qbu2lKtX+Xr19v/uc3/9WyeqFSXJmXvt3LKnqLfe+e//L77vF0ybnX+3w+mtdYvK9KLtAwrzFjMltp7OcPJ0lHU+RjifZ2hhy4c0GO7vyLZr4mizfhD3qkU9pjGUNSiWxmY1QHDeVjYcw43wzwDOh03cVENzuHLCFI1x/rc3Kay2lfBmbipHI6VimjWU6jBqoEsKA5Nso+y3PRsxfZmcM5qYNlu8ocuLuMZodhxdfrPHiczXchqHq7tvTnL0vS2E+RTubpB1EqV/1qV/xuXRpl4uXdvAiHunJCOlilPFSStX2ZpudzRa2Y6AZCdWsdUZhZtPkjMHErEFnz2Zv0yammRxdyDE/k6ZvdBkYXXQthqmlGI9qHI47zBRMMsemSR+b4c8+s8KffXqFWtUiqplEDZNYMko0EcV2R6qEqebZYR5gMg75tMGpM5PcfnqCodWi2arQals06xE67TiZ5CTpVJlE1CAu6t+InG+XnjtgfWebGzvbDJuosPi4AG+FEARWnkimidt3VU2NpziymCdwJD+6yfVLfc6eHePsw2O0O002t3eltU95Os/YpFgFhYzegT+k5/VpNG2qmz7tergRksZ2bctnb9tj/niK2x/KMrUY48LLXS683GHQNRn0TAJRPyXFvtBTVr1uN6A4LZkaoRWcLCq0qI6R19FSOk7dwam7arMoTMV4TCOZDEiI0r5oEi+ZjOoaVl02sOFzVYN+aOMPbAX+FqaLCgB+482aYuKK/ZNsFG0rUDa5+VKMsYmE2kzWNod09iymJ0zFxpueTzG9kKY7dLl4qcX6pgAKYQcsl8qST2XJ5SGVdYkJgDXUGQw1RgNblVibTk2I1XugVK2tesA9dxzlnjNHefHlTb745GV26y2yZVEbG6HSciFDNpkjGcvR68P2bo+d3S57ex1q1TZ33pHmzjtSpLIGrhZguS6D5pB+c8jcOMyNa0xP5ZiamaDvmHzztT1evtCk5wT0JOJa94ganlIVdMTGx9KZSJSYjI+R1DokqBONjzByEqwptlchCaTWM9nrmkptFtgW9lCsyaHdgvJ4lvJ4jiAW0NNt9moj1l4dsHVpRCohzFJhqsriXuyrDCYKCSYKMaamfMplj4Fv0rRE7ehx9Y0htV2H8kxEbXjyeVG0Jag3LDa3ejQlMiGNssxfmCswP1eg1na5eL3H2tqQ2ppHrxZw+ExS1db2kJUrksXnYEojSg+IuAYRz+Dso4u8/0PH8bURz770Jhcvr2NL7ohjhGSavKnyXcVSudWUtlPYmBGy0EP3zbJV6fDMC+tcutai15ONt8lkKcZEMUZ+QqxxZMPgcV3siNYGFKaS5KcSGNLwkSzvlkNl18ZyNI7I/H0yj+l6mI6Ql3SyxVAF9MZrfd58tc9Dj4zx8Nkx1je7fO2pbS5f7ShFprDlxRZ9fDpKu22zVx0pAHhf1EBUZfrFMEy5X0VZHuaQHxCFBH/S6h5azeP9D87xg999hAfvL/NGdZc3qhXOv9xS1el7eBFD5aA/dirFg7dlmZydY2JmjiefXuHPPnueK+s13LiGG5WmTaDqnpNjnL2rzMR4gqHmU6mN+MaXanzzSzWO3Vni2F0liFlKzdlsdtkVK6yrLkfuTHP0rgy+6dLs9HCVvXOSmBZn69qIrRVLNZbE1ktYNI7YvAUuqYRkS4VWaLalYQ89ZWEs+bETh44zeWiZTClNtpSh2dxkZ+sKtcoqmiHNVEdZ9UZiAYOWS3vHVQ0LAX+NGGSLGrmCkJ+kOS1s/oB2y1MEv3whQb6QxBFbscFIAReiNBKWszSlhFhkGpJXFadUyjI2nlEZ1P1em163te9CYTA2IQzKY6qpu3J9RRGBxseKjI8XcaTJ2uvhDV10S47IZPHUBEunxgl8HWsYUN3qc/1Sk40bdWr9KvVBhYliloliTtmuyZ5WlPXlwwnKCwmsYQl7WKLVyLG3l6HZcukO1+kPN9CCTTR/k25No70rQKJBcVYIOGD7FlZgEY3kSMRKiiDX7bRUNMRk4Rjl4lH6Toaek8VxRRXQJAiGRDUhuYwrJbXYBKVFuWy2FbGk20rS7cQZ+D6DwKdeu8FeZUU1L0vFefL5WcyIZHTlsQOx8e7iBqIaERWITtxIETeS+G4f3+urhugLf3KrAvidAPDbVZwHtqEHfdtvq3r2/QeF+BWIalCapk4I7NtdVZJtmkym0QUAVspf1eJU96KyixQJjlLdyo27bze5ryQ+aKbKOCOvrcARUe2opqJYx4tizNwHoUN7aCE+yXkXO1chMCSTMZXxKYq2Xk9ySOW8S+NWVDoKegjn8/2HMhndV3eGALAA1WG9AwBWzfOD/OBbMxX/3yyg/wsA8PiDfOzXv5t7/yvVsu+KeTWv8E//4X/gc7f88AAE/pFf+p/eVQH8X8LO3vlzl8tf+L/56O+3Dk7XTTV0+F45fvgXf+Jd7ab/699rxJWvfJa//Xuh4nfYrVJZu0jlxkVMWTvpPh/4ndf4jz96/L8R/D34BC2ufeHXeOpGkmxGMvMkHkBcqTq0Gk1lv+8qu83QDlGag9Lwl/2aWCWLbagoyRKJJMn3/SI/8+HldyqAG6/yxFOvE08LYz/PYDhS16GAcAf22aF6T6wjp7j7sbuZEybwWx4+zWvf4KlrdgioHYBzCmDTSc6d4cGl/H8j+HvwBgICf51vXpQcS7EmFrWzYg6qzzd25lFufxcmwtoX7ufnPjnPofl51eQf9QcMB31+9Jc+wXum3/bxN5/l+eyD3P8u0cZ/9bXQ4dy/eoSf+rScF9kRBEptLCX34dRHP8l//tkHxMDq//uj/yqf+Dv/mD8XNZ+ydg2zlKXUnkSBuCFQI+ODjAXK5lXAzoNx46Z6MYSUQjtuGbNCG3Ml1tsHgJWqWZS/Mhfuq2wF/FUg8D4AJmOZrcgs0tUV6pRY2grQLGsWU2X0JhOSHxOqJg/AulstoA+ur9CWOiStyGcS1avEKNTrTXUPiRNMMhEjkRJAXwg1YoUf4lYH+b9qmBYg7QAATqTIJJM88a3rN8//Rx4/rkBsuY/kGA+Achmj5c9yfYkVttj1q9WWAqrDcVv+nkwklLV0PKoTj4TWxr4mlr5ijyz22ZLxHRKbbMlgHfYVGSOcNyQSpU+nL70cUd+Gdtyyv07EIxRzWUr5DKmYqIIlazWi9lACLqpseclJDkShLXm7ob2uHpEYsySxREK5Umm+RlwXwqRGVAHAFqbkGavvUac7GtEeDOlZAkR76nOEc84gVACjKdK4ZGBGIxKVkyKWSGE5kg3thwBvLKUivlalUVhpkMhkSUjTujxDeXqWdDaHKdEOZoy2a9IRUqzkBrueUkqLVbQtFtiISlTuGwE3QkXqwbWhvku1PjiwdL4FAL6p/N1nEux/u6Ht+EE0xK10n1tvv1vJUvtq3oMLUz19f4686S5yc9K9GYkQ5jOH2cWyjldvq9TKHobmK0tvic1wRh0sS1xGBooAoMt6XhRJ6SJJEQ7oMWUBLTF1Shku6w0hG8g1pQB/IdKEXh6hBXkIzqpcZfV+cg+EriQ38WohSyghh9wXck/KtSNxJgKQHawVZFyQNcmBhfvNxGX1MmotJeJhyRGUG2Df512uL7k+DkycQ2eB8J0VuUzW16EPu1JjKnKIJ4Ct9FJkbSXRF676bLlMUrnv6Lo4EjjYoyGDfk/lVcs8JtExMn/K3kfXJeZlhKGNMBE3mkF4fUrWrZ/F8Qr4Kt8kpizNhyMYWgEjK6Yq0CQP2A5dkPSY6p/G/D4xr49puugR+ax9aq0dOv0GxeIkxWJZgaiu36HTqYWkzt0qxfyMKnF3QPNoNapsra5Q3a0w0qJYWpQ77zrLXXeexfZG7FTXababJFKzqgopDYlTTBk94rQw/KEiA9uOz16/Sm1QZTw/yez4IeKJBKNggI1L1Jgnqs8z6ozoN6V/XaUz3GLkNolFEyqnO6KF/bdYPEcsMU4sUUI3E6purF5nfe06uH0yceknyDwywPEGtEddBQALUN0f9kLnHhkDDMF7xc5W7OgN3FHYs5QxJkwhketM8pZDAFjA2v5AcqADipMGxbKhLIOlEpEScWMKZxinWu1Sq4nEtUPgd9HdAMMWcoGQAiTOIsJuo02l0abf9xj2RbAQY3YqQ7EYxWaEzVD1siS6zhqFOdriZp8fg9yYABRhORYqtknEI8eOFJmbybC33WJvq4kjZM6IpkCx8lyUQjnCpQs2Fy9aFAvSx3RJZgJcdfOJA1Sodu6sGmG1fTqWh60HxMcMEiWTXmVEt2KxdCzDvY+OM1E2aW432Ftvc/k8XHktwDED9LTPmLjWHTKYmTNpD3xV9Q2P2qq4UBjokkssisCYhhaXe3JEwFDNXVEtqiy7JcdaQOCxsTjjY3F2Nz0uvmqxux0QiBtH1KBQtihOCuE5oNmA4oTJ8qkYi8diXH/RYfUll2TBoDBnMj5uMFXQScUDqt0h1e6IRlOj0dSV7XRC1oHASOYPUfblIJqTsULGGU3Ni5M5nfGMSF8iSICGqL4rmwNqLY+2Dbah89B7Cqr6Ow7Vy0NsyUGfkP6gTiYTkM3AhacGXHx6SMt3sQWMHzc4PptneTbPynqLa+tt4nmd6SNxUmkDu+HgtF3lACfzsmUnGVpp5RYpLhxCxMkUbTJFh+mcxpwIr8TmuerT7gowH8GIR5XTZ02cPo/Mcsd7TnJ4ukjpRpXijQqfudTk0xebLJzI8uHvmiYZ1/ncp9Z56qs7TM5qTMxq6n7zSCmg+d4H4L57NdgJ0HYCXn51wDde7qs88A+//xFOHZth4/KzbF5+lm7coBfXKU/NsHz4CLlEgp2VK6o+86LDZ190OH3fGH/n7x7itlmTG19ZZ/P5XWpjMWqlGJOJgLm4T2U94IVz8Pw5IaWFpGzhR4glfmrMZPxIjHjeZHvFYmfF5rY7k9x2Z4IHTi1y9vbbWZyUPvMavn2Di6IwfnaXrVHAXipB3dZoblgMmjZzD8Q49ECUwyWDxYxBZcXhuWdGPPecRepQnNShhLLrH7UsZsdj3HdHnjMnUsyWfWYnfS6+3OLiy202dn0qHZ1BoJGc9lQ9fOo+Hj51P60LVc7/+Yu8eX6Dy67BTtTkkfcUeOTRAoWYTUKy40Rw2Ad3BPG8QSJvKNKJYHujpkPjmsXOqs2FHZ83t2Vd4yqHiHROSCpJJZy7dtFS2dmnHs9x6vEsR8ajzJs6ecfFanXo1Xucv+6ocvwYWiSBYwRY2oi+ZtEYRmmMIjywnOO9dxSYLgjBpkOgDUiMGyTGdPrbnqp8/namFx4hES2wd/5rVM9/FbeYxi2k2aqK+KVLb+hQOhRlYj7D8vH7OHb8PlqvvM7OU8+wWdlkO+ZTSUrU7STl8UkGewM6W022Kn2u1mwaDsweHmN2ocT9S2XuO1Lm2pUaX/zKVVZ2GkydSlE+lebE7G0cn7mNTKuBtnKBnZV1vn6tz7kti7FyhtJUBmfQZtSu0xZHKD+gi8FMscBMsUgyMSQW6zExnmRxYYbpyTJJMiS1LFdeepXLL70CUY/sXBbiJuvrHTbWO2hpE11lyEMpBd4wYG0F1lYDrnZdrvY8Hn48y3d/T5E7D89SZp78cJIXn3qZF556iZdv2Ly8q7En7f0CWiDh69N3RZi6O0LlUsDuZZ9DuTj3HE1zbCHF3HKBueU8X3hinS98YZ1GdahUfMLAOXVvjMMnIpx7Y8grbwxJSl5AOYk9DNjbCLNpC1M6+WmDfjWgvREwl9F45IzO3SdMpufEZzyN6eUwvBw3ej5vtAdUBxYJzw4rD4mcxvnXBzz5pRa1Btx+V4nl20WJYZBO6gSWiz9w2doYcPlql82tEd/1wTIf+tAkhl5nMNjGcHxS5NCcNDt12KlrdFsCKHdZmIpx58m8yjNsaw4d3eUr51o8+XILexBQikYoRGJkzSTZWIJCKUW+lKRiDdjod7ACwYzjRI0o7Z0WrZ0WekInkhX7IJ8YI+KuTaapkW7qzE9llDJRcnNrI4Pdrsf59aaqhUNF5ueLFIuinPHRYh7dQNTBNude7/Dy6x2CBkS7wljWCdKGsho5PCNlEGnZaDsjCtmAuZMm5WMJYtOTxGfKPPXEDk89sc1MOcVjj04zNRvn0nqVy+tVovG4YqkPh4YCOqS5aopdCC6jrsOoa4cA8EKWsXKKTD5JLCW5k03WN5vU2kOawrCrugzWA0Z7vprgHd3n5CycnNO4+74x7n18DjMR548+scUn//0WnqGphYI07COmq6xNFo6WmVoo0Bi0aAxbNPaGNHbFNtEjKXaSklcpuVrxGLtbNuurQ7L5GGfuLTE2GeeVl+u8eq4RMu7CgCJcYcHHYGpGZ3pG48SxQ5xcnmfjRp/nvrXNlSttesOAwUg2N7LBdMklA4rpQAXAzy4kmVtMq2wjqfSYSWbcVCD/Vm1ETawnRmI/BTfe6KqSzUY6Z6g8WLFpcGNgdUJ1tOvuZ8dokDBcklGfyZLBRMnk6Jksy/fk6Y8cLpxv8sYrTawaqk6eyHH3PUVSU0maUYNeEEFvJNEbCV55ZZNXX9lkEIyIFkURbTJRSjMxlmZ7o8XOZlvl6ERiYtVtMurZuLZLeU5jck5yCFwqN0IAeHkpz8KhFF1adLUW+Ek0P8NsOsqZSVgsRzFmJ9BnJ/jUZ67xqc9eU1kVCgAWlnbEQI8IQ1cylyUrRVwCJC/KJ2YGZJI6J28b5+TJCQK9z8iWjFeHbifKqB8nk54hk5ohHokI9wE9GhAkfLpOjzcur/DGpRV6cg/XNOIJjWxBcjYkLzyi2KwCLhmuRyEfY7KcxhlqXHipxda1AWfPTnL2kQkFROzuVFVDuTCeIlNIMHR8tekmYqFFh4xG4mRg0G1p2NKokJzTDZ/qhsfc0TgnH0gycyTCjcsD1q/0adWitGsRPM1HTwjALpnloVX12KzG2KxYpEsesq/a4noejAwYAw1zQJgXFBMbOZ1USmzWQc8G6BmfUd1kVJPsKRMzHjbH7Y6F0xlRmMqRn8pR2bO4dLnF3l4f0whzglxbCc6Ucn98Oqk2krXtEZ2axWTBVBnjswtp5hbFgtnhzUt1BbwpgYyOAhkShhBf5DyLCjig1xM7JV0tCKJRj3Q8IJcU23qP6pZLr6lx+tRRzpw6yrPPb/LEX15it95W4O/YjMHSoSiLh6JMjk8wXior2+MLl3fZ2Gio60QaAwsLuqpULoYRj+H6GtXNJtWtJvMTOocmDRYOjTG/OMvAjW+op8wAACAASURBVPLU8xWeO7+HLPctsaQVOxxDlBc+nVEIAI8nxhiPj2H4LTR3j3hiRLqok1Dq8RiaEWWzprO5pzEcivRQAGBLZXUKMUaaTcVsDl0m37hDu2Ox+eaIyjWbREKabQHpkkF63CCVkYweg3zW4PCiycJihMbAY7vpsb7ucP2SRXPPozwTZWo2QrGUolRKUW+MWN/ssFfpkzZ80nrAkcUSRxbHqHcsLqw2WReV9abOsGkwdzLJ3G0JdnYGXF/p0GnbIbNemhKjQPbjfOBDy3zf3ziNr9k89czrvHZ+TWVpSa6QzDXFoqijxP7fotVwyUl2TzbK8aWSqq1qjxfP73B9o8toJMxTk3IxSbmUJF2AVFHy9GyuX+yzu2ExczTH7NEcbs9lWLNpNSxqjRG2H7C4nOPwco6EbAClSakIHgLAB+xuOuxuupy+M8vpu3LqeL765W2uXumoJo9kapTKUcYmo+o4JYNH1O1hPF+YxSVNROmfJtPSGJPMQmn4+spizYhEGO25jPYc3ncmxw88Psb7Hi7hjEVxxmL8yR+u8yefvEG1OiIS01g+nOGH3neIDz48jW0GWEbA57+4w5/86To3dnvkDkGqrCmShW0H3LVc4OzpMWUrNdRcKnWbb/5lh29+ucvy3XmO3VPAM4e0ek3qtQ71FVQdvy/H8XvzuLpFtdFSdreZRAgAr10YsHaxr9xX4tkohmQqS4tBcqliEeJRacAm0Egx6rrKCUXmorGZJVXjs+OMz4zRbu+ws3mZ2t4aEcn7iom/nIS2u/SbHp3d0AJai2oYMqbmIVsI+1iONCBH0OuI0kdsyJIUSwllh9brDvEFzBc1kTTW9lWfYtGbSiWZmCgwOVkgk46rhk9lZxczksaIZChNzDA9u6gyXNbW19iubJNNC2iTolHdY3dzB3dgkYnEKaaSHL93ihP3TKkGVbtl0th1qW0OqO422W6tsd1eVexpyT0p5dNkskLWi5Me00mP61Q2k1Q3BXgtMrTGEEdhJ9jE9jboNtboNNcYtgyGrYRSleSndDLjMPL6DP1+aMsclZMiTg89NE+nkFmimD7CyMsx9KSx1sfz60hAd8yYIG5MYsZGmDGLZLRLJtom4geM+nlGgyz9AFXVynV2ti6p5uVk+ShjY4voRhZNz+JqQ2x6OP5INUUFwExGMqp8VxqAvRAA/o//8mZT8+6/+cthbuXbwMJb1Tq3KoEPfjcEHWQNJCoaYRiG6hBRjLueKM9DADiZyJJMCl00dlP9++28wBBYVaofyfpTsruw8amUYSqfL2yKKvvF/fzGsJMqY7fYicvvheu3sK0tYLGO445USTZ1JpdSjTS5DpUdq4otkPeTpu2BCjg8AQfWqge2uKGlYpg7elNRdxN0UVKaWwMTQ6WOpvHPfuNX/ooM4F/j73/hlq7y2+Cre37qZ/i9hwvvALWs5nU++4df4feeWmVH01i+4z386Ece4oPHMu+irh3y4r/9Nf7el8OXuVUB/F8CgK3qBl968in+6HPXuDw2z4f/2uP8k8cOv7saeesVvuunP822uny+fUzyflN/6yf49HeX31X5a1XX+Nxnv8GffvkaVyjz0Pc+wI9/9+2czr+bd3GP537n1/nJJ2oMWrvUN69Q37pCVHINP/ifeP1Pv5f5d5ytFpc+9zv8+m/9Lp/8xiZn3vdz/Ow//1l+aPlt1r/yvM55vvhvfp9meUz112UrIJmDAgJLhrprCFHPILJvAx3sE3Z73S6tZlORW5Kihnz/P+Nn/9q7ANHVZ/mjzzxLsTxLsTxDt9dXFvYC7MnYISSGQvkQxfFZDs+Ok4u/HfwFr1/hua+/yYbtqLWWAg5NAdlMzNQi9987R+4W99bwdPjY3RpbWxW2uyNimRIz0zNMZmOhbfGtD6/N2jNPcaG3L3tVVqchKFZ+6K9z//Rbk6flqVc+GefHfvs2Tt5+u3LzGfR6CgD+8d/4PO+be8cXcvMf2tf+gj/+3X/Hf/rcCzTv+FF+6X/8Ob7rzrF3VfHaF/49H/onv6PmdLn3RC09GA7wvB/j41//Re57N0DZrnHhKx/ndz7x73lhe5I7fugf8ZMf+TCnpt55DDc/VP9VPv7f/SSf9ZzQGlYaU7ajyH0CFolaTFxDVFa0qABlrAmxmLcQQMJ80HAuPAB/RV2q7FklF1VskfefGAKr+yXw100L6BA4k+OV608UyAKPqtgkAfksR33vxXyBXCb7FqXlt8Hf0EJajUz7ub8HxyqvK5nEe3s1qtU60Qhhs1vm4bQQvGNqLJZxXa2W9vPQwy2yTyCIiucrS2WpLz+/dvM0ft/ZRVxHHFWEMGEQF1A5kQjjISJR9e+inJdzLGCVAFIqJ3k/O1kyhUWBnoybpGTvIveeUnDq2AJ++xLZYiqrdt+x8ZyR2gMIGC9zSkuIG50OjVaXelPmHyGwoUhChXyaQi5FNplUwHVSegOiOI5E9pWqomQKrZDV97QPQEpeq5Ro9oQsJPm/6YhGXHKFPZuoAIL7Dr0HAPBAvjdJ3nF8et2eAoEF1BGQT6zsVZmaAnKluv0B3f4QIxLmAkvW8eZOld1aEyMax4hKpuQiS0eXKRRLKt7BiETpOxoDR1P7MSlRufVdjYGn9JzYWgRn33lA5SKr9W+YNa3U2QrgDIFduUq/Hfu7TyjYVwffVP7eBHBvCQPej4bYnzz3Qd79EUa94EG0wrcJUmptcYvt8gEzU35TzbGep8ZcZc2ghjIPTaldQ1jbGXWxhx1su4ftDJSKVMThohQvjc2oktzkcO8SArU3j2/fuvnbuHSoABaSiQKAFclMyImiXt1fWyjltLyCiyHAnBJYh+sGVwgMSuUr5FQBf0MAWP5fhUjsH2t4+8h9KXbUvtr7ewJNqyE3UNeGIhkcKHrlT+p72l8HKYuUEPxVufMyVrkOcSEpSK6066u5SD53IZ+hkJfB0YJAYsl69Lsdde+Jq5wiP5h+uPeNuJgRB1MbYgYtjKCn7LNF6x5oWdByYQ612ClLFFlXUxFIjhdXZRhCgBgSjdjEtaiqhN8l7ncxTQtiDj2ry/r2LrVGi6Ujx1k6ssxwUKfV3KBW22T9hggDdjl25A6OLt3JyBrQ6taoVytUN7Zp1JqMNJORFlHgr4DAQ7vP5s4q9WaDdGZR1Vg+wljOJOa3YLSNWOkJIdiReKdRi8aoSTEzwVRuJhzn4j2CqE0smCMazNGutWnsVuh2awzcJiOnq8Y7qWQCEglIZeZJZo4STx1S949cDLvbG1R2NtC8vrLcjEWkp2KDZtHst2gMmrR7Ycn6WDJwBWSX8d2yXRWNgh/Fs03ljug5crWEUSSJZFSVxHOJsldyocfKAaVJn2xRJ1cQpdo0hexRCLJUq01q9SbOsI49amC1R4yE7K2JwrZEOpuh2m5R7bTodXz63YB0LMbcVJpiPsrAHzD0JI4v7NG4jqx9I8TiOsWyR7Es8Y0+vV7AoBso165MKsHtt40rEUW/1aHfalOTfXdHevMGM4djTMwJeTfg+orP2JjN3KxNMuvjGroi3IjYRPK6OysmnRWD/sBD4HkRqiRKBvGiQb9m09+zWFhKc+dDJcrlKMNal85Ojzde8njjZXmOhxf3mJjVWTwS4fBilKYIgDoe9XWP2g0Xa2hixBLoYhsYhyAm9/MQzRipvYbpm0T0EABOx0NXSwFhKhs+FxQA7OEJySOiU5iwyU/Y9PtC/tcYn4pw4q4oi8cjnP+Kw/mvuJQX4yzdlWR8XCPp2+ieTct2aNuSxSyRSaFoyRSHGCHhxURd7hPEPYK4ZD2La4cAwJLrK852BnrXR+95eD1we5qKJNvq+dR9ePTxMR77jhKbb3R48+t1ZX+dW0xSnE8wO2UyWzZ5/ktdnv9ij7b4R8yJZa/J0dmsqmqtQ2WvSxB3SYxpqsdhSNSepbwS1DzoBxkCP4810hj0ZYwZ4Ed6+NEe5QzMZjWlOu+I2GUoTh6hM0V106ay4XDy7iXe/9fv5vhCkchLV4i8eJkv74748q7F1NE0jz4yrtbjn/vcNl//eoX5w7pS/QohKxJLc2Q5xT33x7nzjgiVcxUq56pc2/C5si3K7yXed/YRludnWLv0LW5c+iZbgv0MHRaXj/Dww/cwNZ5n843zbLx5nk8/a/Op52zufLDE3/+Hs5yci3D9y5vceL7CYC7GYDZGzncZG9lsrsILr0d4/nUDz3DwDbHpl5xqn3g+QnEhTixrsrc6ZG91xD0PlrjnoSJ3nJjizJFZZksJIn6FSFDl2osVrr1U4fVti1fbAZsd8HvheTvyeJSlxyIsl2IcT0XZvODwlS8PeOqpAbmjBtkjBgPpx2y7HJnN8sEPTPPA3TkysS7ZaIeNlT4b13tU9wJqbV1l6lo5Hyvn8djph3j0zIPsvLDDM3/wLa5e3sBdTBA5muTs/QVVw2ZNjb1WX8ayJKaZIlUwSOUNJaYSUkpjY8DV52qsXe5TIUFFE8t5V5X0BBwrTrdnsLo+YnXd4ux3TfPId00znRqQ7uxgdnvYwwj9rs6rl4e8dmVAIpGmWMxhawG1QY+9gYwCCewgyYk5k7sWTebnTIUZxrMoR7tue0h/z1GiyrGxYywuPUA2VaC1do722jnsZAw7GWXlRp/zrzWR9dmJe/Mcu2OM8dxpxvOn6V6+SOO159lrblOP+LTiOnOTi8xOLrKzusPqhRVWq23WLB0rleS+exe4777DlAa6qhfO7/Kpb15jc9jnAx89xAc+Os+4s8i4s4R38Rrd57/Gpdeu8tnrAc9UDI6dKauKOm20zh49a0jD0+gbBvceLXHPkRKm0cPzW4qsVCzNkU2OYQ58zIHHhddXufD6ddyYR2omQRA32NocqJKc71hSJ5eCYgoVPXvhis+VNZ+2ZtLWDL7jvRm+93tynCyXyXRnMatjPPPVc3zjq+d4fc/jYsekYWto0h/Nj0W5/wNF7v/OEg2xtK1auH0fmeNEQTE9FWdqOkGrPqRdkzwJX9mKxpIB8VygAMrXL484f0VGEZNoPMaoC60dl3bFVYwdPRXgCPDVCDg8pvPoGYN7TkZUiPH0oRgJY5qkMc2F3SFfv17haqWN37fwehaLy1mWjmfZ3Rzy2vN1xR6aP1aifCinNty9fp+Yo5MUpZNY3ZgS/K6zuKxxeBmcfp9eraesow2iOE6U3Zapqt/uMOh0OTaX5KHTJWZnEzRjDo2ow9eebvK1r7cI7ICpokkpFSehpxUYgumq2ut77HQDepJFKsDhCDJRX5VMblY0VMvl0i6ZiE90ANEhjGcSjKeTysKkJdl7FkjiVUcsLONxook4mucQjCSD2VZqQtv3uLRmqZKcA3cg+Q4mmVKUwkSMuYk4c2LNPBwQ73SVoqu8XCA9m2JPd6lpDo0tl8aWQz4dV4wumfhXtptc32piiu1VLKoskes1l9FQFK0hWKf7psqay2YNZYNhRGXTpis1V6Pl0Gzaym4jKl7+mok+MtDlfFsjDHvE/JzO/CGd3FSCxGRKZeG88K0aL36rRjyWIBFLKjZhYNrKgkLXxUs8SseGtgOtyoDWdp90xGdm2mSmLGokYRzrbG/YbKxZFMcSPPDwJJPTSZ77VpXnvllVzGTZBIothhFziCcCJsdjqoo5sWWVTVlC5e7U6y7Pv1Dl/GuN0MFH18gmJDPFozweYWoqwdRUkr7j0bNdletrpnTMmGwio0RjhsqzzmYDNld7bK312N2WnD9fqRsVLVDshWPSdBB7FgGkQkWLgCAJA6byccqFBIsnkxw9nWQU2KzcaHHlWoudqwG7V+GBe0p84H0TREsGl5o9buxZOFsRVWrR6br0PZuuNIo1j4SABlGDxt5I3d9ijxzPSMMktEkWxdjUvE55Xqdbg/qmAH4my4spFuZj2LEeVrxHs6ZT341wKJvkvbdnOLWUYZBLMcgl+fMn1vj8F25Q2x1hiP2jLypjyRTR0U1hP0uzIVTfiHWQ2OhkUwZ33jHLHXfOEktIZonkE9vUaz6NekC3ZdJpmWieTJqofN+MNHqSATc2d1nbrDBsmQzbwu71iKVdIkkPT6z8TJM4niqxHJIccquvceN8l7pMVu+Z4uFHp5XdVKfRxHVtoikTPapTbY3Ya1mUp6PML4qyzuPGak9Z8g6sQGUQtSs6rV2N2SMJlu9OMb0YYfdGj8p6j50N2N0QlnZANB0yjoc1WcjB5Hxc1ajn0K0LMO4TKUEkpxH3dBLiJyOCdU9T6v/SuKE2AoGQXBIaw7rOsC52eQaBIY3wgF6tT39vQL6coFBO0uoGbG7atFrCMrUU21SBUxZMzCSYOSwTvq7GefkMWcmlicHc4SwLR3IMHZcrKzU2d4TaF7LINVdsmqPkcjr5EiRS0FCLW5+x8QhjYxEySUhFfDRXo9fQcQYxjhyd5+jReZ75llwfF5SNcLYUJT8eYXYqYHbKZ/HwBEtL00pdePmy5LH1VJ62sPkzuR7ZXB89Jhk5EWxPp9ewVE71WNqjlHJZXCyzfHKRkRfny9/Y5Bsv76IlNVVisyQlLG7JiW91XfJmhlwkS9QYYep9dc9OTEaVPa2MA1Ln3uxy7o2ushtNxWXbHihgdGfbVgqDtNjp5XRihRC0rN8IaO/4JOM2yYRNcTJNqZxXmaij7kDZu584leTEqQSNwZDNeo+tbZudtYB2MyBX1FTOSrEYV6CaqM5FzVurjkiIYj6A207MqKo0+5y7uM3qapdeRcfuSHZsnKnlOPXGkO2tPr2Oh2/rauPhDz2Cgcd7v3OJ7/2hExgxlxfPXeXi5S36A1ngS+Z1oErcFBp1F2ugMyXK6nKOsZxOKa+ztdvntSsNNitDpdoQdeShyQLzkwXMuKsIE8OBRVWszBs200tppo9k6Gw77K2IVZ6HF9PQk5IFG5bkK0eFTayJXhS1WTSCGCYx5pdSLCwmuXqxzde+uMP1Kx2V5yNZRoXxqHJkaHds6nuWsgFTspZbbGXjqYBkRtQGon4Xqytxfg2bgJ7Mnz24ezHJo7enefiuHFMnikydKPCxj1/nY7+3gtWyOFQwObM8zvvefxv33X+Yq+trXF1f5RvPt3nqm132ug65OYP0pIYtwNPQ4+7lEo+cFiZ8RNnI7+wNeO7pNs8/1eb4fUWW7yti+RJZ0aS63aW3harj92Y4fl8GP+LQEIDCcogbMQw/wtaKzdY1yQOJkcwmlB2+7Q5w/RGppGTgifFYhkAASLGCbtSVKjeaLBBNFZg4NM3k/DS9Xp3qzhqt+jbReEBMRcyJpbCjrOfttuRgaXjS8DLEVUEAYI2R2Gz1pWkuILf07DTlgCJqdWnw2iPJ2RS/+DA/LcyyFju+kN2cz6cYH8tQKCSV+kJ0K4GWJNASeEFclVhc9Ycj1dhNJxNkkgm21jZYvXQNM3A4cWSSY0sTjM1nGDuUYa8BW9seOzf67K40qFca2LE6VqzOsdlxjs6OMzFWIpPNEU/HGPi79P0K19+IcP0NsdxcIFu6nbhQKaM3cLnB5rVVNq9dV2ShwAnz3GRjFM/p2FofWxN7yyypREEpIwf9Nr4LpfRRiumjaPEyeqysHC36/U1sq006Nk06NsNgVGFgVckm+0zmbVKRCM5wDHuUp+NB1wuo1dfZq4aqq/GxJUrFBQX+aloWR5PNkuSiDXGE0eNDKpojFc3i2h1cu0ugRTj3Z//qZtP+ro/+0j5Q8O4g8K1QzlvBX2mcijpNvNAFAI6FwEVg4QcjBXC7Xp+ImSJqptC0mOQzhDEo6hY7UMntt4jDSL2bobJhBmeYW3dgkxg2im9q3Q7MJ/ZtRg8apUJ6MpUySErWXOmMqDjE1jZ8+X5vpPKZpTl4AAB/++j3Vb1vsYAOG7kHwEzYMN9/hH6NN0H00CZW/6sB4I//Kn/vC+Hrvf0RBLfz2//uo5x9O/5rr/Oxf/xv+L9qbwVZ4TD//Lf/Ph+ceCfgtvq1X+B7f+vb/37wfj/6y7/wVyqAra1z/PRPf5pv7YPGBxae0z/y43z2+w+9C5i7wx/+0G/z6/t5yd9+t7P8h0++n9PvYmHdffOL/I1fflaB2G99HOFnf+0H+JFj78wnZu8CP/l3fpMn27t0azdU6cEU//JrF/m7p95+7C2e+pl7+I5/fX1fwbhvIx4c5iO//5f8wUfeCRdvPvOP+PQLcaKyLzQNHMvCGopCSRxlIiI1V9a00mgPAUJH5Ydag4Gytpf1n3f2f+af/uBt71QA/9VY6H/dT5w2l1+9xtpw33ZccmJlQBHiha4zd+YBTpXefqJ9+rtv8vU3qzfvkZDY4JOYu4+HlgvvAFz7q3/Ob/3Jiwr8lGMa9AcKcH3gn/wWP3zynXL065+a42//qynKU1Pq+h/2+wyHA37mY8/yoXeeYnWs3Zd+jY/+xO/TEgBOVJWioNWn+b7/7RP8xKl30fJ2X+LXP/QP+KwaG0SJJGCLyx2/+iQf+87Zd54/e5Uv/cL38b8/K3thG0s5Icg9/ji/9Ee/w/cs/BUgcO8cv/uRH+dTijQjh7MP5AoGKg1hQzKIJRIntI2VX1JLCeUcEuYj3rSOVp8qbHYKSUe5ieyvOQSAUxa9CggKv8N9fWYIuArwKj/bB4AlA1gsoIX4JGCo4Eyy3jR0g3QipSyYb81NPfizAFLhvRuCSwc29uHwKmsdm2p1T5WyGJUxMpVUAHAsIde4ZOqGsUhyjMoCWgjY8j14Pnoga+Y4yWicLz93iwL4vcdBKdfChwC+QnBQql2xBla5wCG5YH/Y3AfJwrcS4E8+eyKmqxIgTQBgKV/UrJo0yMXyViOihGNCQJdtc5hHqcg90ljv9ml1JIIgBBJFPSnRE1Fxitonw4liV+XjKktvyX2Vxnao1FbAm7KyDpWzilikCxHEJGXqpCM6SQHN9UARFA+cLET92+j1w6xiPaIA68FgyHAwVKC5ZK/K545KfJSAiyrT1dzvUQ3U2jMSixOJJZQy2IzF6YmieDBE8sFF/ZtKZ8hks6TTaTQBRn2P7kjibxy6tkbPM+kHUWwjqcoiVE5KL0byp+UzKTD0QNF7qw3zAZi7D9wekAdudQQJlcBh/u9BPvCt12D4zd/ihnFwl4b8rDA3OPzfPlkiJH3JXH/TaWRfhe3tZxqL/bj0BEylaRaXtzajfhPRUErMmjiISFRKq9MlWyiTK5QxzCSiF5ZnhXbu4fyt1jAKWA1JA+EjXJOq4wz90/eV+HI/7hM+ZE0qUQRSioATUz2dEFwOiR1CKAv//tZ5V4E6yvXGVwCzAMCOJpbwMhoIPWT/v/24CzVeBHLtHbgOyJneJ5vJjaMkouG+25TXVr8fOg3IIYURVQJAi2OE3I+KdhLea/u2vb4vjjwjYvFAEWFjhpAZeuiuZFhLnrXY3GdIJHPqGnUDF8sP6FhR2qOI8s3zgyiGJo5kFhHdViR8UbcmvC4JVxRaPRyjT98ZUWs5dAcac3NLzM0doVq9wvr6y/S7e8ryPRYxmZo4Qnlyib36Jhvbl2jWq4zaEg3m4EXjqhaXTrG0dFoB4I1OVbl0FEunKJVOEWGoynTrGHYF3eup70PcvfZaO1Rbu2TiZUqpBeLJCCT3IN7BdMZUbW1tsba+QrPdwJZxTNcoJjMUxdmsNEauVEKLZpUC0SeuyNNyXtdvXFYViYgrT5p8PkMmJTGAMSp7m1Rrm9SaFRrtCpY7DDNd5aBlDvBlvhVnJgN7qKsINMneLZWLlCZLFIo5VYPegHqtSafTIpm0SKRGJJIuyZTMI2k8ZwzHijIY9ZX1dMzwVLTSsNWnXxehSaAi/OLpuHISkughmU9k2pE9dsqQO8Wna9v0bJv6jkZjRyOdLFCenKJQSpAstEgVm8oKtdEY0dhzaVZdEtEYp0+Ns3w0r8gZ7rDH2vaIlfURZkpj7kiM6cNRdqs6u3sahazN5PhI9QQGotAOZGwOSVatqzatqxadnktXbM7leippJIs63UpIQD66nOPBRyeYn4vjNvoMKn1eeH7Ii88P6Bs+bsZnYiairFMPz8f2+0GilJW9YOhMFzKfjH0AOFCW5GJjrFqQlvQYJIvZI5PwKU+mmJpMUdl0ufDKkJ1tsY/VFQk6JTFeWZm3IthOlLEpk8MndWYWNC4843LxGy4Lt2e5/T1C2PKxqk1GrT4jI2Cko85fsyKgtLjL6ypOYH4xy6HDOZodye3tMrJdRW4Rx7ZcyieXCMijkdc00n6cjJdgo+5xbrPPhYbFe98/znvfP8HWhTYXntmj3rYJShGyM3HuOZXlntNZXnuuz2vP92nJOR4LMEVZnI0yno3Q61iqBp5NX7dVnzYfiZM2YoqAICUinG4rzlDyZVWMgktmLCA9DlnDJyeQr/SvxXVMhEyKwBtQ2w7dEe98cJEP/807ue1wDp5+k+CpN/jmQONbA43CQpQzZ+Jq7fG1p9uce7XH4jGxl44oYZeMMwvzRU6emmZpaYJXvnKNV55coTvyGBkG87NlHjlzkqVygfWVN1i//iZv7Hq8WfE4cWqB7/7QKQ7P5lh95bKqz79s8fmXbe5+eIx/8OOHODYV4fXPbnHl6Sosx2A5Ts7xKHYd1lc9nrvo89wlaTiDlgS772F3xNJepzQfUwBwddVib83iwcfKPPTYFCePxDkyraJoSeniNOuycr7Oyus1Xrhm8Y1Vn7VaQDQI1z7zZ2HhEY0zk2nuKmTZuuDzxBd6/OWTfUondVVWy6G37bC8kOXDH57j/nuyGFYNw9qjVfNU1eoee3WPtgWdbIRuLsrZ47fz8IlT7LxY5Zt/9BrV3RqzjxWZuj9Lyh2R9IZ02j0aja4C7mOpBMlskoIo2YsGGYmuSBdYv9Tn65+7wcU3GuRuz5O9LcdEzGci6lPdcbhyxWKr4iqVedv3+OB33sYHP3gbE5Eext4KXrtGTxzjhgE3dh3Wdx3i0Ti5dJJm1+X6dpcblT7lcpbJcoZi2iOftJieLrBwllUIuwAAIABJREFU9DDxRJbnn7nKC89c48TtBU6cKjKRTZI1YpieEDLaKuZkaFsMLSGkjNhuDPFMnUNLeabm8hjDHMYgi9WuM2zvMHAshmYUJ5JkpnCImcI8V15Z45VvXmDTatNfiBJfKvDw8dOcPX6ai8+tcen5NRytQ3xiRHY6yqHTy8yfWsa/2MK/0GIkls/1XbbbHc6PAq7aAsxGKaYjBIarBB3RmBBOTPIpk8PjGovjuurPtdtDfD1KIpsnGknit12CjkO926HebdN3fCzfoDeCtR2XG9sux5eTHD+WJCaW0l1HCb5eXx2yUnGYXSgws5DntsMmpw7rTESTRLppvFqcV+Q4X13j9T2f18Wa3hJ3BAjKUwl+8EcW+KEfWaDn9lS+5pWrPV4912Nvx2I8ozGR0Tm5mOS2xRSlMZNEFizPZX13wI3tARevW1y8PlINZcsS9YROfw96ewE931al2cIygWNTOo+fiXDv7SbTh3VmDhvk4kfIJ47y4rU2n37xKueuVZQ6rVO3ePg9M5x9dBZ/MGL7coVRz6U4XSJRyHBtdZer13fI+jHKepql+TzLt+c5diqDFa1gRXfp7fh0NgwGvQAHj76nUenEqHZjDDsdRt0OpxbSvPeuSeYXUuylbVVPf77J03/RJBL4LBwyKRUSRMiiBUna/QatXp1aJ8peO0lzL6BbGTJqWpw8kuHkkTQDY0jD7xFLOZQnJLR+P/9MrIgDsXiI4Ajbqil2YTK4jDG2ME5d2Exdj/Zul85GE68zIBUL40HWG7Beh+YIddOnc1FmZhLMzyWZzqeZyqXIBx1yboNiKUlp6RBaKc0ru2u8UlljtpRnrlRQeaiOqHl68h122aj0MKKGUhhJrmKlIhsbyUgQ6yaNbDxLJp7FMF0Mw6Lds6js2VT2hKkYw3EFyM9y6EiecVEHZ2NkIhqpdpt0u0Np3qA0b1JzPFbqDjsCxtS6tOpdxpJFxlNFZTtpmSNavSGbqwO2Nyz65OkHebrbQzobHcpFn1OnYpw4EWWv6rJXcdi44bCxalMuZ3j0O6aZmUspW4mnv7pLRFTZkgmZdkhkB6QyPmO5DOO5rGKZyoLmjntmed+HT6lsmU/8uwt86j9fI7bPpEzHXbIJh3EB04sJSvkYNxpdVSOxlNKgUEizMFtiYT7L4hGPxaMeO9U+u3t9Xjs34rlnbG6sCpM5SsSMMTbrMT7rYXserY6ABsLHhLimMZPNqpo/EuXwcRM3ZrHVbrNaaXPh+UDVBx6f4KM/OI2e9nj60havXGrQu4aqxeUxlpbHlef8jb029XYfV6zuLJd+G/odVM5muhg2ajt7PsOuz/Rhg6kFnUErQnsnQtKMcHQxyuEFA3IjyI64fsXh8nmXhXyWv/H4DA+cLlHRA6oGfOnJTf7yK5vsbVsqRiUQsmrowEg0qSvGii4bGwGARfUXgVza5IH7F7n//kWlNIslXbX42N4esrXR59KFOhffrOH0pTMCufEEsycKZKfi1Fp96q0+di+G0xOrIgs90ieIjnBNHdc0SJkeaWHCRsR2IsWoo7F3ecBg1+Xhx2d56LFZzMDG7fdxHMmx8ZTtx8pWh5XNDnfcMc57HplSxm7nX9/m6kqD9gA6Axg2IgybEWYWUyydTjK1EKVZ6dCqdtV5Wr0iryagteT3aGostDs600tZphezDFsj2pW+snCNjWvEShpZwyCj64z6Hv2uQyqtMzsfoViO4EZNvGiEQT1QNbLEklQAE4/GZpfmVpf8pEm+bDKyJUM2wqAvm8YRgWsp4EYU/dMLSeaX0yozuVO36bUclXMlVmeyKF06VsQJXFZu1NjZ64SbXQ3srobdkzxynaJY9qSgUnGpVl0Wj0g2fIZsSiMqLG4Bp4cJdC/NzKFppuemeOrrK3zmc2+wvtkimUmSyojyd8jE2JBTpye44y5p+OlcvdpQoOd4rsBEroDj7+AGO4w8B8sTwomJNzLxRyZxbUhCG3LkyAxn7jqumGRf+OoaTz+/qSyFEkVDZU1n05pqHG1UulRqQ0mVJkmMeDwkMY2XIsxPx5kqJ1UeWDqX5YmvbPDEVzfVonZyPKmyxtbW+txYG+w3pSAjtvAzIWlmUI9gdQxS8b6qyekJpudmlRXpjat71Hdb3Hl/TlV92GK9VqVatWnsRuh3dMy4QyThUCiEQLSMC9u7khHqEnNBhJp33bHIXXcssbXX5luvrnBtpYFV1/H6BhNLMcYXo/T6NvX6iEHXx+pEsLqGykF1+zbf8f55vucHjpLI+ly4vM7K6h6NhmS6yldsoWMx7Af0OuEmdWmpzNLSFIHTVmzrjd0+l28MqMh8JU2uqMHR2TJHZifxvBF9q8toOGLQsXBHDlNLSaYWk+xctlh7aaA2Ctn5uLJ18X2xy+qpTba05kYuiNgaM8L8bJH52RJ5ITaNxbj0aoun/2KHtatd4pIfmxFSRIRs0aTTcWjUBACWrNHQ7lWpdHyIpzzFQhbbdtfREeK/NGmlEDsu12RpLMKJKZO7ltPc/+gcDzw6x2/+9mV+899cId63uH8mxn2nZ7n3Aw+ydNdxnnz6aZ586ineuGJzedWg7xnkZiNkJgysga3qnmMTvOf0FPlchIbVY7Pa5aVvtXjp2RYnHihy4sGSypFbX2+xfaOLI+SQOizfm1KlxR06A9noO+G9ZOvsbQTKdSCWSJLKpZUgYSA2ebYQGCTnPQJeHt8pMew7dFoVer2mymS2HJg8PE95cZ7hsEe9skO3VVNjQCJpYMYcVYYSA4dWZZYj+V9yjkNnhU4vbAqIslKaadL0zWbjap5X9pOSb+h4KrtclKnyM6lWc0S7KZlVJoVCnInxDFPlcaanxrHdKI4XY6fSY3W9rpoCsvFIpXOk4nGSsRjX37zChZfPk4p6vO99yzz08CIkNLWxX92wuHxtwNrlBpsXd2ju1cjMOWQPOdx5dIo7j06r5kYmP4EWNVndfZW1yqucf8bn9W8EZPJnOHb6vZQXJolk1vCNVS68sMKbz68QeAGxqKkiGsykiZkwcM0hrjkgncySTRdVo7vTaahjLqWPUcoskyocJl08TLe/R71+jV63qjJdCqkFdqqX2d27QjEzYnHapJhJ4VkTOFYpJLnZAc3ONo3mhrqOx4oLFEReLkoNBADuYdHC9gbKlks+YzqWIx3LY49aCmzW9Civfea3b3YoBQB+ZwN3v417C0h3E+C4aXUqIIirSgDgQOxLVJNSQBdJ8BmqkuwRLUgoBbDYQIdWt5KDqSuLU8kYk8a3NPsVqiIN1337RdVr3m/I7icNKNXcQdNWNVPd8HoT9Y7kYhrRqFJVDYZdVWIrl0yF2ZYRlfEqqvAe7bZYqEt7MFTyHEDL+3F96hpVOcD7OZZKOHRLAzlU+obNY/Xf/s8OAOBf+Y1fefcM4I//Cn/3L97aIL9VgT118jinjh7jvbdPsTwzzkw+QffNP+axXz1/8zu7VdH7wV/4ef75ne8Ez2qv/Anf8b+8/haQTJ73I7/8C/zcbe8CstLkiV/6P/n5C98GZr99XTzEx//Dh9/FlrrJE//9v+Dn90LV88Hjnp/6KT72Lipmqq/zP/zknyqA+eDxViD8Dv71734fD79DqOtw/uP/kB/8vQpWdwert4t/97/mpf/8Axx6yxHC6Pl/SuLs/6Hs5aWBpOzCVYNcyAd/i8/f+Ld8QBwob31UnuQTv/mH7Ao4FBM1Tqh09EUNGImiR2MkE3FSiYQisghALGCO/J5riXNFk9Y9P8//+sOn/38FgO3ONpfeXKVtFm4qyxx7hDXqq+xTmOXBxw5TeLtoeLTHs8+8xvZI7r+QYCgNOAEZbTvC3R/4fk4W33YOnKv8xx/7GT49lDm+T6PRoNls8pE/uMgvvvMLYf2Ju/l7vxGubRRgPBhgWSN+8T9d5q8dfttry197L/Nb3/8TfDYiJOGsKsltHYxGOPf+Cr//0/fxTt37Jf747u/nX+zfYyqb1nyA/4e19wCW5L7vOz8dpntyeDMvzcvvbcAm7C6ABUACBEhQJAAmURKDomXJsmWVpbLOd65z0lmyaFt3kktOku6kk1RyoEVLpAIJKlAEA0gQIMIuNu++sC/Hybmne7qvfv+Zt4AAqFTn8lT98Apv58309Pz73///75t+7vd/m/e/2WYaWHvmh/mhT72krkmx4+8EHWWfKACuNvaP+I1P/zjn3w4DbrzMr37kR/m9nkfICCmVnKmHMAV41Q/b/LImOQSAfXV/lW6xZIsqVZ+MBQUO961gX1fEK8NYVbKuEFKByjLuCgHFVQCwMqlVAPDruanq9ZQKO1AqUMl+VTbQAsDKbCr7T/N14P/wOjrMD1a2tAPA9xAAPnyOZFfv78v68oBI2FK2z/F4lGgsgm1bSoHXcdoKdBfIWsBSAWgExJLpV5rjkpct9aXnl+5+2T/49L1KWdgHcgeRG2piHTBvBuC6XJHKatwUC3/5HEK20qjV6tRrDUnXUiXOCyIYkHuWbkpesFybskDzidoh4mEhZYjaWO9nDyvAUNRjHWUH7fQC5fYkpEHX7SrF5OAl1bkXoFvYtIl4VFlqK7Vfr+9SIsck21HV3PZ6BKIUNk1iIYOEpRO3DFK2SdIStWc/yqDcaHFQa9CWdZIVUYTUQ9eJntOl13XVejYk6yPZXKu9k7gkNWiIRa9SkuoMZbOcPHWS2bk5trZ3VImIQQgWIctieHiEbHaIhOaQwFEAcLntUnUN6n6YJlEcK0XXStPSwrS1MB3fxBFCvqhiZRwd+gAMpm19YEV8OGbeOD+/EQAWYtYbH29Unb+Rn3UYm3D43De7jMjv35gRLM+XNePhQ9SmXQEsdbEDN7EFdFUAsDjQVGg3i9iWRi6bVgSGza0dFdUUTeSIJXIYllggC3tR1r2KeXE3X1vGlcriVZ/l0Kp6AKAqsFmOzaPrOGrf338IEaJvly7fgR2OEpJcZpUlKmC/Gpa4Kve3P/7VmkWiKsSVSFTqA3Wz7OkFAPYkO1cz+6XL8ahEXxX9FChiZP91+rngkpYqexhxYRXLXFNlXCuPYxmzQow15LVQKvye56CLPbPuEZNM3URSXa89teZycZwaTqdGLGaQTJlEQj6211ZijJ2yxXY5RCIRZyibUH3FttOm1fWo+VHqvhAzTXVtGn5P9QdCQZdQyCEU6hJxa6pcv0zTL9HsebS6KVx/iNGRGUaGZ1hZ+RbXrv0Zvlfl+PwC8zNzxKMjxCMjLK+9xrXF56mWD7ADm5ARRovF0GPifjVDLjejLLQdt41mhhkbf5jx8YdpVfZoVffQnQNCvQPMoNm3kQ967OytsrO7StiYIGEfwYoY6IkN9OgueieO3o5za+UWr91+jUK1onp9kUiSo+MzHBufJTd1jNz0cTq+T7leodGsERKL+SBgcfEiS0sXicRFsDRJPj/N6PAsmcQom+s32Vy7yd7BOnvFDdrdlmyM0WRM6x625ioQTQQgItqReJ2QGeXY2Xs4fvYexsdHGc+P0qhX2dveonCwA35dlWGIzXaLqsQV7upKZGSarorryaWS5JJJmpUKlf0Csm4Q0ZPsU4xEAj3e7/GIMx4C6pVqtCotKmKX3A6o7JlU94SEP8eZ06fJC1gS28CMbbC7U2N3t8bORoftVZeQFuLc2RwnjqdFMqLq+q02r15tiTEQM8cspo9a1NuSky5CgA7ppOwPXPV+AmAkkxlSqQzFW2VKt8tUqh4VcV4yIDok7mFQ2YbqNpw4meE93zHO0bkoRq2Nc9Dia89X+do3KzQsHy8Nw5M289Nx5vJRnIMmzkGDrc0e6xs91Z/zTV1E1xAOVEXiGtGEkHrBbQTobkAyKtFmMDEeZyKfYG/T5dqrfaGHRCoKI9IOCYEITCuqStzrxud8suM+Sy/2WHzR456Hclx4epSI7bF7dYvSVhmiJsRMSlsO5S2xkPZpORJBGOYdj86oWl7aY2V5j0ZLogcla1t660K0cJlKhphKmEyF00zZGRa3Xb54tcjX7lR5/1NjqnZuVLj+jT229tqUQxAZtfjQE2N8+L3j3LrZ4tatNiWvRysW4FkBQusQ7X8gQjUn4KDWZqPSUKShqWya0WRcERBqtTI7mz476+KWo9LwlEp4Qgj9CzFMx0Or9dfIngk9PRg4h3iKVFDe1Xno8Xk+9iP3cu98AueZi3S/eIlLZkRVJA+z857qM77yWo9bKwHHT0Y5fjJCMtQm2muSHx1n7sgZRkaP8czvXeIL//0ikWSPsWmDe+aTXFgYZiZts7mxqeq52wHfWAw4d/8EP/DJ45yYT7D47VUWX1rlzy47qi68a5i/8xOzLAxbvPDpLS7/+QHR82Gi521SHZ9MyWN1tcvztx2eX+5ipkMYqRBuxaO77xIJa2RnQiqS82DV5WDN5bH3T/P4+2c4Mtsin94mG22RsdMM2WmWb1VYvl3hucsOf/KKx9KOTyJskExrTD7sqXpocoh3jQ2zdU3jj/6ozjN/Wmf0nMboWfCqLq1th5NHk3z0u2d46EKKzsEmTmELrxui54YolyRWrUOp7VNMJlU9tDDDwwuz7LxU4vnPLCoi66M/PMG9Tw9x8+vLqgSAFXGdFrOI5SKkRiKMZQ1Gh3Qy6TyZ9DTXXmnwu79+jUuXdnngk6OqRv2AMR+uvFLlz/78gBt3Guh50PMa3/Mdj/I973uULFXcrSs0SpuUPJdSVwhs/b65CMviIZPNbYeL12vcWGry4LkhHjyXwXEbVOplcqPTnD3/bmxzkt/5la/yO7/6VX7wJ4/zQz91D6PREt7aTZxyiaqeo6bnaOwVVHU0FzcGZjLM0FCaRDRObblMdbms8tjJWOjhuCLUh4wh8tEJVS9/9TZf+fxF9sMVwk9FGX/nOO+eeIT3TDzK//sbX+Y3f+NZTp71+LGfyPLgu8ZpG2fpGGfZ+aMvs/vHz1JrObQzQzQzUWqZgHqsh79bx9+t0YlbtIciKj/9nmyYU9kQKaui6mDPY3PTp+FI7ohEj2o4BQen6GAMhTCzISoVn501j51dn6U9neV9naefyPCBJ4bwnYC1pbaKT720WWW92ub9j0/z/senyOIRazbR6116tR7tksft9Zqqy/vwWkGj0BGRFHogVoXv/0CeJz+Qp9Gq0GxVlWLMcy3FKovHPFXJSIRkNIytMlBlte/RcTq02x0Oap4qYTqJrYTrSJnKKrDcbqgSa8JuPWAkqnF6wlTB26LSIgaJ0BgJa4wbe02+trLD4l4FvyEBxx4z0ylmZ1LYWkBPVC1izTCeIpKOcvPmHjdu7TFi2MxGY8xNxZk6GmPiSJhit0CpW8BvRtAaKToqK6BKpd7mYM/mYN8inwsYz8HcVISF2aRq6u/QYkdrceWbdS5/o46tweRYiHg8pGxG612T3d0Ou3sd4okYmWwS1/Eo7tWoFRvKKmNhPk1B1Jk7FQLdY3g0RDZrkBF2j1iEWlFidkT11FzJ+/AD2ppOR9epOzoNR1ONe8Q6yPGwJUbe1ylJPm9TpyXB776vFIvhmGzyQpitAKMVcHxC58ysQWokRDdlUwgCXr51wMu3D5hNR5jNRMikLJXfKzee1d0Wq7tiBG8gobbCdPSF+SpZIZGeUgnFQwniliwWJaenp5Q6YvlcqEjDIozj2NhRg0hCgEUD3zWIGRqn8j6n8z3MlIGZNtisdLmx1WK3pMIF0BwHw4ljdBNEYqZaCBhhVN6NgAKuNIk9i8q2Q3m9hR32GZ3RyU3oFPdcCntd/HqIoGExOhLnnnMZpdj5+rc2+dq3Nuk1THrNkMq4MGM+0aTOxGSCyckkxa0ype0yR44M8cijMwyPJNnYbLK+3uDm1Qo3rpZJhH2G05AV1WI6RiwVZq1UYbVcwRG2s2yWDYuUFWM4EWZhXuPInGwW+mz2YrnH9p5PoRJQbsm1oBEKe4TCrgJpKns+3WZAyBLWtc5MKsV0MkV+3mf8qEvdcFgudri13WH7SqDqA09O8QPft4Af9viTb6/y4uU92tsB7Z2A6ekkU9NJpaZudR1anS6VcptqWewSw6piSVNli9iWNPs1teHPDIs9MPgdi27dxtYNhofEbiigFerQNMXnv831V1uMRaI8/eAo9x5PURKSg9HmW684vPBKl1rZw5Acq0BUv/392SHDXdS9ktEnuawjkh2aizCSS6vyXLGPFc6s5Ob2CPQuS4tllhbFgl12Xpqye0zmokTTNoHu4xs+nSYq50QsMSVxBWHEmpIloRHRe6rCsTjh1BDtlsHa1TLF9SbveGSEdzwyTEQyQruOavKIA0o78NmrVtitVDl2JMW5U1ll676z2WVzu8PSQU1VZ1envWswNRvn6JkE+bkwlUqDcrnJnZuOsvaVDG0B2xW81oDA0zl+JsOx0xmqBZedtTYtp4uR6GEmfOKWRcyyaNUdquW2Ai/n52KMT0SUul4PG5QPXMqFLtWGr+zK602PVqlFu9wmLarIYUvltxQPAlri4qD3zVkkW0zyzkYnEkzMZhQjqVap06iJfVmA4UN+IsrUTJxA67G9X6VYEqBBUyUrdQGGYgkBhCRzGQVSSu61qA9V2ZpS6KdjYXJDw2RSWbqaqerSS9t8++vrytLYCIew4iEmpqUskukQiWSIVNQkHRHygaH2vWKRXmsXqLeLBJIPJdZWhtj3iGWjTkfZH7U5emSMBx8+gmGH+YtvbPD8xV3sVBg7bRO1e0RDrsoSK9a6VBoupuQx+WJdraks74mxKCePZZjMR2l3O3S6Dt/8dkWV4ARDw5ZqQqyveKyt9IhFRVXuE0kIEUqsT0PUdqFRlO9b2F4O88dyHD81qppXazeLKjvn6Lkwx86FqXflftlif7/HwYYA8dIw6xIyXSbmkkzOpyiWuqytNCnutphIakyk4J5Tk5w4OcHyVp2vvLihbL7bZR2vqZOdNcnO9TN8ayUhe0iGh45T14nI3BLyOXl2iHMXcoTjAXvFEvvFOoV9n8J+n5ihGpSeRs8TRrtJbjhKLhfFD7qqSlWH7X2HUtlTZAoZE6dOjnL65CiNToP9clmtBXxXGoka4aSBnTRolXxqO31Fk+So2EkNt9vA6zZVw1HaNJKzIvlmYn03NTGqSpSpRshlfaXG1YuiXG2r/HVbnCZsyWI3lUV3oykZNQOLP2GEOyjL83QmRHbYVjl4okwWprm4BorS1LZsxeDORmAk4nN0IsIT37HAE+87wh89s8gfP7NInB7np2McnR1idGGS6MgQX3r+Ol96/gar6z22d0wcVyeSCLBjcg77ioLzJ3K84+wYibRJoV1np9Dg+qV+LZyLMX8uptT5a8tNtlY6eFXoVeHYA2GOPRAhkAzgelvlQoVtsXSz8Jox3FaUZq1Lvd7BDyTzXua2ngI/dMkTD1Jo/hDNukNhb4dms044mSScTA1AMIOe36Hnt/BpoVs9dNvHMqRkE6fT60ojXOz7wyojz4662BHJ+O3SaEi+n+QEGuAbxOIm0biJ2+nRbomVkKgNAsIRubYiqmTz4TTbDOdSTEwMMzwstlJC9HGpNQ3qLVGuyA47pBTHqskr2oaWZNPIerFGt1ZVCvTz9+U4dk+G/XqX/Zpkb/sqg2h/vc7O0j6tao2xoxbjRy3m82nm8ymG0kmVxSf24vvNbfaa2yxdtFi8ZBNNzDJ99DTpYcmyWaHTucPixS0WL22iiY1jXCIMDKV+1fQQ0VSXaLqrxqhYxTvNHvX9Fpob4sjR06qM6BBGbIiDYpntrR3KpRrp+ISqg4Pr7BeukUnA3ESGoXiGnpPB6yapd1uqas19qo09xZxKxGeJxabQ9RSakZTVNp7WwOt18LquasTbpqFy4jTE3kzy3sK88Lv/8W6j9b5P/kxfGTuwUO73gwfqnjd0eg/dHPtAUl/5Jsp5ybsXNY0Au5L/q7KN/Y46P/J9awIAE1GEEU0TFbp8h30FXT/TV/Rz0ujtgwDyun3ZVT/nV9mQCiDcP6y76jJ1hCrLr58X2LdrHKiqDMktd5QK2jQ1xaoXhZeAzNJkbrcdOi0BYAa20Uq5M8gfvpuLKPhh3+f1ENt8I8jbB3oGRpYDcHjQ0VfP/xf/9uf/CgD4U/ytZ15XQt09xW+w0ny7Zvndhvyb8xN/8qe5/J7htyButWvP8K5//q27vz9UXv3Az/4VGcCbr/L0T3+WncMz/EbAmwz/16/9w7dRGrd5+bf/JT/2zCH4Kydrll/4lR99m+fW+eav/CJ/76t/+VAP/3IAo5P/23+PP3m/qErf9Fj5M07/6L+FbllV9p8+w9e+68ibntThxV/O8tjPCclEwKvBeZabtCjffI2//adb/IfH3owwr/CV7/oRPp2Kk0ollFpQQC8rbGHHYsptSVSGQjDwul1ltSljUmYiGYNCanLu+2n+wYf/R7OI3/pxBZhqlbZYvv4al7e7WLbdjxASdVdICDYa/thZHnmb7N/6+jP85h/eot6QHMA+ACxgq4Bgcs3xiX/KLz0w+qY3rXPpl57gpz8rAEGXelOsaxv80GeW+Lm3AYBXv3iWH/pFi5B0PxHg0lXK5H/026/x9JtRecF/r/wy3/tPPqNGl0TziIuVkOcEqHS9v8u/+ezHmH/LabjDFx/5CD8vbC2ZB5QrwKf49HMffavtt3OJ33nXJ/j3ihQitsk9ejI3CdhjCPHE4Mlf+ib/6tG3kcsLAPxdf5vP+aKuHcwTohBUqtW+ElQuagUA94T00reoV7rkgS20Uu0q4krfMr5PMuv/TtBieQ2xgxaQTwAiAR9l/yfZpn0f2EPVocSR9EEfAYDl/AhJWZShAphKqWOUOVcpiw8B5wFMNXiPPmjUt4vtKwkPbanFRlrcfypUqlViUVsRZMQFSVk1WyFFFJB1iszvSh05KLmmBMSSDydKXLmrPPvq1t1v7WPvOa7A5P6s3f/PoQr5EATuW9pqao0u15hcV301rmRKOgg4bRpCyuurI+Uq69s4n48RAAAgAElEQVTrDqwnBxHtyjJbVPAKYBNAz8ASQFlUmZIFL+s9yVe2ZW8vTkhiZyoeMkqvrUB4UfMrVbxYT0fCCuiV+5EoNuValzWquJfIeRQHCXGui1kmcdsgYhpEQzoRIROrvXyParNFqd5UvQkBBcV2WSygm406vusRSAarZLYKeB8SVXnfyl3IAN1up59FKyTfuAAOeUZGRvvKUjSaEqPRFiBA+gMRFVPSLO/SLO3R7krmsOynI4QTQ+jhJKo1JPbQ3YCGG6gM8kQ6hx1LUWt1qLc6ylJcrOgDyTK1kwRGWI1XZRUttqwD0oLkjoqCVgZ+n/gk35fen1sO2ZTq+1b6dlXqufIc5ZbxhhrYpKs1xuE1o3Ju+3bHh7c3Rb4RgFbmca+LJoBmr4PudTA1AemFMCHrdcnL7FBWqu8WmZEJhkYmVZZyXwEs67O7cuOBIr4PNveJGm8kKLxuea7iLDzJch0o2pXa3yEQC7/Dz6eH+temJXOZqNzkhtMnIajXHrCjDykghywzNf50sYEWVXF/vlDXsxrng4Bg6bEpwLg/f0sJ4UTZxitSi5BhJONYOBGKGqKIJHJuLF2U5j3lLiVqU12IE7pEdMh1MCDNBULo7ShXJ3HmsjQXs9tGczrUuzZ1x1YguhWOqVdudyWnOqCDgaQF94luGrrvovccDLqEbRfb9gh1moScFkHQxjMcCffC8cJ0PVENyzyoU62sUy4tqXiouelJpifyxMJJVXdWr3Pz9ivsF/dwur56figaVZVMjJNKjNNT8SoC0INlj2DbI3TbdSXY0LwmRq+FHQqIJ2NEYmE6nSYdp4FtjxKNTmFHbcxECz3colFo0Si2KJcOKJfFArquooq8rk8sFCEWCjM+u8DY3ALhZAY9FMEwbaT7bQdw/crXuHH56yTSEeZOHmMkP4VtpdG0MFur19m8c51SvUClVabb6ypFtZCRJZ88JPdxIZnI+W361CX2y7cZnZpQNTWVZ3pqXM0RQsiqVksqX9gXdx29pqpRk55PQLvVz+oVgmXUFlJ6lHa9TUOEEI448/RUn8SOhQnHJe9dJyagsEgRhNjW6VJue1TaHm4rRrcVJ2ynlENSLBEika2QGKqqGCPhRextd1hfkdcOGJ9IMDoWwbQ6qopVk92iRSwZYWYmyuS09L/qVKp1PKdDTwQVvocjVBTLYHQ0xehomjuvVbjzWlVlqBsxQ7kohux+VYueqsnpKPeezzAxbmPKcdc6vPJSi1debtExdbSERIhZzM5aTE+KTbRDu9hhd8dne9un1hKHBnGTDDDsQOLCScQgHu/nLytxivQadCF9wMREVNXBtsfNiy12d7oq3ziw+rm8QkQxopK7aZAZMRib1MjmYPElj8WXXM68c5R3fjBPyHBZfnmTvdUSobSp6mBVbKl7ai4WFr+43913f5777suzdHufpVsHSsGoiy20HhDyFBzCyVFbVaRtYtYMrm12+fJqkxcOOjz5oWGe/OAI+7eq3H7+gELFoZM2SI5FeN/5Md53fpyvPl/hK89X2Wt06MiLRnzlMpfKSpOzB22fg7LLesHBCBmcPZFhYSrB2lKJ1aUyhT2f4oEILgLl3hiKaeSmbYanw4TaPfSKiIoCOj0N34Rktl+FnR6FHZ+HLyzwyY/fx5mJNKVnXqP0hde4ZGlctDRSMzonT4jbh8+llx0Wb3mMzocZW4gwORwwmfWZymUYG8qTsIb5/c8t89nPLpEdCzh6KsTceITpeIKkFmJzq8LGdoWbZZcbZY/7H5jgez96goV8nFe/tMSrX1rkTi9g1Qs482CaD31ohBE7xCv/vczNZ2uMPGww+g4Td8ejfbvLzdsuL626XNzyGJk1GZkxKe3B7p1A5bCnRawThWbFo1Hp8eR7p3jqvdOM5uR63SJqd8mPzpEfmWXl4jorF9f4+mst/uRywPK+TyIWkM4ELDxssPCwzqnhKGdSMQqrAc9/s8O3XuwQHYdIXpxcXFrNLieODvGRDxzlwr1pmrvLNHdW0PSwqv19l/VVWZcE9HJJ/FySeyfz3Ds1TuFWlcvP3lGRGdn748SP2axfK7F+rUw6ZTGWj5FICdmoix32GEqHGUqL+570kVIsL7b52lc3WN+uct97c6q0Qg+t4HHjWpvnX6qzvNPBHerRzXp84qkn+fhTT5Lz9ukuf4PG3hKlbo+i02OvJuUrIoGIDprtgP2DHqVyj4nxEPkxk2QmRDwZUn0spzrCwW6Ib19a4tsXl/n4D5zi4z9wmtFIE39nlZ445JGmo2XYXt9ge30TM+WTng9jx0N4VQ23qtFsBDQbPh3PwwlcwrEEmawQ7EbJYpDVDL796jbPfnMVJ2lz5H3zTN2TJ7pmEl0zuLh1h0vbqxw7E+Wppyc5tjBEbSdMbTvM1sVFNi8uUe5BI5miHDLZa7cpdtpEeg4Rz2FsNsnE0YxS/9IUrKvLbF5XVau02dtvKncAU6TmgUGz01A1PJFhOJ9hSdTjz5XZ2PJITedUnZnocu+EqwSS336ly0YZQvkokbEwC6ke80nl34EuJNOGp7KcGwWHtZLDarHD4p7O7V2DSktZQJtBOm3xjnfmePgdORqVAo1KkfxYjBPHRxnLRzHCLfRIi2rVplK1VHNVXtw2PCXZTkTEMmHgFNcz+mCBWPjaNp5psl8pslcpUhHgotCT2AhGZZGt6ew0AlVRPUbMiLHecrhSqbHXEqk6RHr9Zr0R6KQTIYazYbLDEYbGYyoL7+rlfa5cOWAqbHFiKMbMRITsdIj0hKGAuvVSmYg+TNrK47Qlj2+b/b0ShTWL4prFoxfiPPpggty4hZEM0Q35bLZqbDarbFxrs3lNVGYa4zkLw9bZ6fjs1H3uLOusLumcOpHmwQtDanG0s1ugUCwxNZNjeibH6lKNa5cKyuJB7FnFZnQ+G6iKJxJKbRYSZWTEV3YMy1sVljarOL5FNxAGrkbSEsGLgeGE0Lshup6pytcFJHPpiArQ1am1NEpLkidY47ELQ3zwfWMkxjXudCvcKlR58dstXnypxUJSZyGlMzVlk1+IEkro3Nlps7LTxqubeDWDRCpMLh9WuZh62MUQH3IjQVRPKLajYgy6HSqtOmXJhmpGaLci1Juy8WhSLXUp74h9ks4Hn4jywfdGB7wxncXtFpcXa+wXO6RtyNgBtR2b2q5NJh1majbCyFSYxHiYWE4Ccz00x6MkNqLrXdrCwk4H+Ike5b0u5T2HUTPFVCTLyHCMzKRF1/Z47uIqX7+0RnMDmhsarpwzyyKStlk4kWThRILVqwVWrx6Qz4Y5d3qIM6clV3qYkfE4n/kvt/nMf71N3A6YGjfJ5KKE03GMeITVSpHVcgGx8FKxtk0Nvyz2vQZHZ0yOilo8LTlOhgpWF/uNjh5we9fj9p6nMhWaDYfaTkBlrQ8OhuI+0bjGfCrDQipDbqZFZqHKQeBwbS/gyqZPaxmaSwHf+eEj/NAPn8bRPT775UW+8dIm3arYVPiMD9uMD4dJJcT2S5imPba2Gqqm5tKq0kM20biu/j0hFTWIRntEoj0swph+RG3+Q7qDpjkcuF0Oug43L9e4+lKVlBbinaeGOTYToWaWVV1bTnF9RVTVGrbuqrnBsPtgvuuFlUK8XG4oOwpDd1mYTykL8mbVp1X12d3y2dmUBRvMn9YZW4DV1RqrazXcNtAVJa205MROxiQzHCYzbNNoOdRbAkz01IJedkwy14rC2Ao8xXpLDKVJjY/TdkJcf3WPzeUSD19I8dCFJEmxHBEahKYpexFxj2l4JRpemYnRCPMTSeJWCreZpFDWeeHOJt9a3aSzDu11jZnJBMfPpJicj1JutSm3Wty53ubOtbZa8Ks+klBlxOLFMnjgoRz3P5Rlb6fHym2HSq1LEOqA5aqsuWg0Qq3SpFyokYqZnDiaYXZSrJo0IjGN3f0WOwdt9otikSQKco/A6arKDIVVCQi4vytjTLJ5pXkiG3RpjPTIDWcYHc8pvKVaLyiVoGraBwbDwxbjYxa64VOptanWu7QamspwEEBQcvKESSkKUisSqM2bbBqbJZ9mqUfECMhGxdY5yanTc8ws5Lm1Web2ZkkB7xuXK9RLDj0B6CMmMydyzNyTU3Zue3slpodt3nchz4nZFOu7Fdb3KuzLvaBSxzI0UlGLVMwiEdfUYn5ntc3uWodjR4Z57N2zRBM2z720zctXC5jxOGYijq21sYMmge/S8TRFKhGlgDSIhFVtGSazU2ku3DfO9GSUze1NNrc2uXLd48p1UQZAclhXlvcbyyYby2KB75IZcjEtUS9E6DQMihsulV0X7H5m+5n70lx4Z07lla9dL7O3XiV/AvInNJxAo97WKOzBzh2d8m6glOghv8ux86Mcu2+Ug/0Ot68WKW5VOTunc3ZWY+ZoTtX1O03+9Lk9rlyr05J+eVMjPaOTnjHoNKApKvEKtIqiOtcYHtEZGdHJjppkx0JY0YCe1qXd9djb8djbloagzBWGarYJwUrA8ZDVt03qSY6PodPu9Gg0xbrcp7qh41ZM7nt4RFWhVmF1e59mu4ttSnaqTbvrKjtxQ5PXlVzrvnI8ZPl0Wi06Qo1WyoQ+u75/jdhM5ieZmJik0RQb3SqFYl2pRBuNrsqeEzDI9wxVssn0fAGoRWnYf7luQ84JjI0K0SdNSPepVyo0qk3Fwm1LTMNQlGQmSijw0DsOo6kQH/7ASVWXryxz5coymbjGybmUIqs4BFQ7Hn/+coE/e7lIYV+jUQ7hScxB4KJrriLFCTv7zKkcD5wfUXkqB606e+UGq7c6rN3uMHHcZPK4SXG/x52bLluLHr7YLDXh6H0Wx+6z8PQehbLYNEIiFSGRiJIIj6paX9rj9rUNPK/N1JzNaN6mUdVU6QizMUO90mFnY0tl043NT6vaWdlWZVgecVHHpzU8Q9wSOoQDXZXrmmqODHSxmY4SiUt4ktisNRRo4DoDK/mm5L+IelhTRJBmzVOZ0WIpPTIhm0wTvxch8KLKck53m8xOj3Pk6Dy5XI6bt9a5dWuNg3LAQSkgPZJj9ugUqaE4nU6DVrPB/kaZ/fUKI5kY0+Mp8uM2U7M62RG4ulTn6pKsO3Q8x6J+0OFgraRyghfOZDhyOkMuFSIrJLeINHs1tYltaC51zWNzMcnmUgo7OsTIZI5wxKNZW6ZeXGX1WkGVHvUJy2bZMOg2Ivhdi/EJaYT4iFdEXWIgCh719R6WF+fCY/fx4GP30zV0VRtbDe7cqbG321VKgXRilGLhNQrF18gkw8xOTJOJj+I7cTwnTKtbVNXslGg4JWW/Z9kzWNYUhplS5WsuvtZWTUtpKgWeNC/bqtEn7OSIrSlL7a/89usW0Pd/4p+9AXYZ2DAOmrNvBiKVKHZgTyrNSRWBJoommQtC0ghv02pXcN02IUtyH0X93VcAq5xgUduKtaGyo+0TROWe0wd7laROIQavRxK/IT9wcJR/yTl4kGmowKE3ZtAeJgyqmI5+s7evBO2juX2A5TBT+M32rQMY91C+84az88bzcVe5+kYLzcNgQ+Dn/t3P851vcalt89JvCWD6doDfG9/or/n32aN87NHzPPXgHPdOvl0GMNSuPsNj//yF1203+2go3/+z//htLaDrVwUwfv51tPsQxhl8Bf/i3/1LPvI2n6cPAB8C8xqMfBef+9X7eIsItHmHX/ybv8Wn34gOveFj9o10fXztQ/z+7z3KPW8+Bd0lfvtDP8mv01b37B/+N8/xI6ffLOdc4/MfP8X3f0v2n31PcXFXEQzBd6WZHqD/2kXqP3jsTa9e5aV/fZr//c9zjI4OqzxUAbKSyRiZjNidRQdN+GCQWypKPgGvRLklqXE62n0/zg89viDGA/+THx6Vla/zxS9ephWNMZRJMJxN9YG7+Xdwz9Cb1dwem8/9I37hvxUolkoDK1PJfW0rO1q5fuxP/Bqf+TvnVSPxjY+tzz/Me//+lvoeOt0ujtvlxz63xqfeBgC+88xpPvl/msoCX659wYHFRfd//Q8v8t63cWfe+uqj/C//cWD/OwAtD4GSXu97+Of/6ac4HX/zqbvDnz7x3fzrQ6BJrq+P/SZf/MkLvOWpq3/Aue/53xQoIM1uibFRGcniCqBARhPj+/4zz/6Dh3iLXr7xCr/2sb/DH6prZAD4qrlikEGuIofEnMBT4HIfgDm0NB6oggdm2wo0NoQMI6TT/jyjSEsSKyGKXrEHVr8XcKkPtCrAVdYnAlsL2dsTW3GvDxR7HpZyqRJFWpRYNIYpSj5PGo79+e11VWafkKDeZ/De6ucASHIl/kdloDu02zJXt4knwsQSYaV8F9BTIpHEEllKgU2Cj6n7iRCKXKWQfb18vn6tePdL++DDs6TSaUUGUiD4gFRzlzAktCWjD16Jda24oPbtfaXZ3v/ZF2UK7VyszuV2IECjgGGaAn1kHSjAar3VotYQdZJkaYuFc0hZUsds+24uajhiEomKS4ehwN1DC3H5qcrtg+RyPsUdQkiC6vtSasr+/UieJ8efjEVIxOT1LeX2I4pU2XPIMbdF5NBxVI5vrdlSNt0i1ZTzXRUlSrk4UBfLGlAykWOq7IH9tkpIDISsJWpXg4htEQtHiMcSjI5PMpqfouWJMq9Ls+upDLtau8Py8k2Wl24qYodc15lUmqnJSdKpNNVKjWqlrpTQtXqL0fwks0eOMTw2wV6xzF6hrABlUZf54Sx6ago/LI5KQV/NKoQuzVQkdgGXvQG4KQCnrNflO1ZOCTIIB9bDeiBrAk+tdfs20/1SILZm4B/+/6FV8oD0dOjuMXCX7lv3K3tsWcO7OPUK3UZFLdw1p0E6HmEonVCK6PWNDXYLRVzNwMVkfGZBlWHHlOW1ElUfrh3uLif6APaAHqT+VZHMFFljYLesFiF9Vf7gCXheA9et0nXbdB3JB5dc2JgqNU4DWQeFFVFHfsq4ld8dXvfyfgrklfgLPcBXvJI++eEvzTuHxv3+QJ08UGffTTOW8zPIce7qEj0ihFoHo9fB0hySYZ2kkGDDEn0RUfvaWtun1ZXsYAEYfdW3ioUDRX6OSQawLxufNoHjqMxfIQU4QQSnF6HTs2i7Rh/M0Xr4ilgjvYse9Bzo9WHhaMRXxGet6fSb2XJN25LlLfswUez22NrZYmt7C8PwCIc10skIE+PDjI9miVpyDYdYW13i9u2rbO3vciARfm5XzX2SJx6xskTsLK6j02m5tBoOzQFZ6XAuVeNRXBSjYUbGhxkezRIWcUNYnP6y2IlhrFgCOxFR4OP22ipba6vYQY9YSMdttCjtFykXSspCtFqtMXVkmsmFGcanj5IbnSebm8JGI4zO5Re/wOUXnyE9nOCeB86RzU/S7ATUG102V66wuXKVRrdJO/BU9nNfrW0ooqhy/dNcQoEQkD3K1YBWx8QWC+lokvnZSRZmJ9T9o9lu0+y08bwOrtfG0kpYWhmn2aFR6dsIy7lWsSYivRX797bspcVF0KXdlHHbJR41icdCxKM68YgQwKUnJ+PepyIgcEdIOEOYRpZGU/aadRUlNJoPGM37al5KxOIU9jqsLFcolR3McEipi62EhxV3McIZTHuY4dwQM+NJJkeiFA7WKOyvcrDrKHWbxNEZkR7xtM7MTFLVpRdqXHqxpsRFI1MhYimTwDUJPJNqo0Ot2SE1ZDIxFVaWtCHfxe+43LzsceuyS0+3MKM2w3mTqXmNiWmNVqmn+k8Hez67+z6NVg9P7i96P6pS+Lqi9E0JEUL2gorYJ5h4QKcbkJ8Kqypueyy+1mF/R6ypdaUijob7lr2aREmlegoAHB0xGUoZLL7icvsVl/seHePdH5lGw+XycxusLxWIDZuqdpY0dpeExeQRG3EZGjM4dWKYUydHuH39gMUbBRVnIaT8sETztUIkPYuH5qI8OBuhudPhYLnBxQ2HbxZ6XGwFPPmdOZ76zizFxRp3XiiqeAA9bzE0EePxmXEemxnn05/f59Nf2GfjQGKLHMxYj/xRk/GjJuLLrbV67Bd6rEtsWdziPY8Nce5MgovPl7j4zZLKLm40DTwh80Z9jGRAatwkPW5iNgOMck/1WRodAcp1Jk+aTJ0w2dvusr/l8M7TR/n+px/kVG6IjS9cUfWq3eHVcIfRIyHuPxdVArGrLzRZvNImPBEmnA9z8pjNuXvCzGTCpLQwRsvkv/7hHv/lD/eYXtC5/0GLfCaE1TTpVXU2d3ts7HkUjA4HZocHL0zwsQ+cZCoT52u/f0OVdTxE6HhIgXj3n08Q6Zi89tkOy891OfLugCPvhu0bXZa/6fDaNZdL2z2uF3xOnDNUra8ZXLtq0KgHxGIeYVsIiGo3w3c9PslHH58kFm1Srm+imT4Lx+5j4dh5Vr5xhZVvXOa5yw3+5LrGUsknmRBL+x4nH4pw8qEoMymNKRsa+wG3b/W4fVvGno8r9u66S1P3OH5smA8/cZL7jw9R27xBdfOGiqkLhWNsb7vcvtWkXPFJ5FMkx1McHclxZCRLbafG8pUt1vfLHNg99o0ehd2Awk7AfWcyvOvhYcZzHkFHGoUllR8eS8ZpVwxqBzpbex1ub9eouy7nz2Y4fy7N/u0u+4tdFpc8ri57bJQ96tEO9ViH7/3Qd6vKtdfpXHuG5uY1Sg4U2z6rJZc7JRctGmCnBqRtzSYkxCWtA3qH+aMjnDg1QXE74Ot/fMDFl8o0oo6qDz99lo88fZYRsUIs7kCzheYnIUhwY/E2NxYXSU9pHHs4QzRusH2pxt7NJp1oEieapFZtqgx4IQDPLswwPz9BolMg3j7gW0s1vny9Rnh4knc/8QizI5Nc/W8vqTLOaehnNeZP5Tlz8gi5cJziS6sUX1pjvdBVVTAtKvEYe52A1eUKO1tVchmfXCbgHfeP8Pg7JlS0yvXrByyvlJSbwvmzwzjtKuVygV4jINJNoXshqmZZ1bH5KY7OT/HCC3X+83/ZYHnD5YnvOcoT332MTGODocYGr77S4PNf8Sj2Erzzowucf3ycYGWZYGVJrRkcy6LZ9GkUOlT3O+w4Pjtdn80dIU6EaDR0tJhuBdGowZEjCY4cjWNpTSy9wdxMjFOnsgyPhGl5TVpei72Cwf6BQbshebeScxswNxkwMRJQkVxMp6esdSTbTNQ5AnjolkbDlZyIhlKgSQ5fqKcTC0JorsZWpct2RQCjMLYRYavpcL1SY7/hYAuYJOCPJ3aNBqlkiOERi6GcRSJnYcdNtrbabG+2GbNN5uMWI8MmiRGd8BAsblVY3KwSNlKkwsNqoV/vlJVF3MEdnf0Vnfc8MsR7HslKfBmbpQ4FsTp0W5TdFqG2SahlEDZl4ePi6h67nYCdZsDWqsbWms7CbIIzp1JEopJNU6HRqpIdSqoq7oh8W7IxevQsH9Pq+6dLTS9kmZrPosfkQm9Rc9ts7LbY2GsTiAq3F+pnZxg9woaBrUex9EhfZaEJ289FWpGyoJdcTGlsF5aKFBZLPPLwBE89OY+RDri4vcHl9QNuXfe5fSNgKhEwnQwYHzcZm7YIJ02KLZ9i06e466tjTqRCjM9ESKb7DXZRs/qONEHDalMqjRYt1EUPO2iS/dhLEngpSsUqhf0CzXIbr+GTiYV44juyvPe9WVZ2WqzsNFndbnNnu0295TGcMlWj9mDVVwyYmG0yOhomPWxjZcLYKYu45hHTxF4yRLcbptJxKThNih2ZAAyVNZsxwgyHwmSl6TtmYMZ9lgtVVYU7XYorDoUDKJZlk2IyezzG3PEYq9crrF4vK5unuXyM0yeHeOzxPKdOZ/jSny/xpS8tKgZvOhNBs23agUGjp7NbabJXaapFriUgSc/AaIeJBhYTOYNJsci1Rb0lwfEyFk20mEFTs2lqFsVqg0Ktwf4dl90bPo1ij1DYJxyB2WyGmWya2HCT8HCVotfhTsFnZTegs63T2TZ493um+dBHj9DqeXzh2Tu8dHmnb++heURDpqqhtMVw1lKLl0bNo1Hvqesmm7OU0lqyNPtqOg0r3I/LsMwA3zHoybjXNZVHIYv+3aajaulGg1uXG6StMA+fHWVhNka5t0+ld8DinSRLq0l6wkYOuURsF0ua7xFZgImdUnRgTdpSTNbxsTC5rEW92lW1t+uzu+sTGAGj8z6pMZ/1ZYf1ZQEe+sCu5ExZAuJHQ2RGTDKjobub3FZDGJbgi/IvYZKJG/gDYDSeSZDND9NxQ9x4rcTmSo2zZ6KcOxMhG+/bfEnjQnI7HJHChpuqwrpBWDOJW2mSkXGcXphvLK/zjeU1Wqs9mmseuVSEiekYo5MRjAQY8YDF11rcfq1NqyaZY/1MMekkhKMG9z+cUyDw+kqXq5calCsOobirFmiSQ6YbFk6rQ7vRJBUNKaXY5Ghc2UHH4zrFmkOp7rBX7LJfdpWS0PA9VYmETSIRpln3FADcbvX6SklL8otc/MAjlU4pCzIhDbc7RTpOlUD8fAODoYzJSE7yrH0F5DVaHrUy1CoyNkSJGCKW1IilA6yY2FD3FLmlWeyrXyOaTybSYzqf4ux9R5k9MsGL1zZ54doGB8stqne6OI0+qCq2qvOnx5k/k2djvcCt65vMjUb45NMLnD8xxLXlLa6ubFGodSjW2irLLBO3ySQsxeZMxqC85yoSyPxchgvvyGNFLJ5/ucDFa2VC8SihmPhbNNG9mlqc+1oIXxo3klkqdnBCXfZgKp/ggfPDTIyHWV7eVrVT0NkpGGjisJDSCXSDjWWNzWWNVMYlNSSNQoNez6ZZ1Siud6nsdlXWvRELOHt/igffmSVqa6xfL7O/VmP8JIyd1OgIYadhcLCnsbsWUNmXxCGXsOYyf2aYuTMjytbl9tUylZ06D5+0ePhkiKmFHJMLWS7fbvD5L2/z2tUanRrKyj+eh9iE7NUlE1inXUZlEncqATNzFrPzFtGkoSyUzUhPzd3CVt5e77G1IZ04C2FxKSApGhCNBn0QOKTh6hquodFqyzzSpXbQo85IGdQAACAASURBVLwG3aLJhUcneOARySUusbi+TaPZISw5Z4bkTDnK6ljOk6g3JBc2HheAWTIFJWJA8lTFllPsYeUSF1a7xejoJGOjk2xv76lqOR0FJamGadfDc2TDq6tMJWHNa4aAv2LXKLlHAV4Hem2N4Wyc8bEketCjVqzRqLSUHbLUcD5JbiJJr+PSKjWw/YCHzs3w4LkZbGFEWi6ZZI/ckDR4u2wfNFRMwqvrLS6utyjuaVQPJOcajJ6HEQhYHmDaAadPZbjvfE45UZScDvvlNis3Wty50WLimMHEMZ1aSWd7xeBgXUMX4MILmDgWkD8qMRUBpYqoonWi8RAxaUyGs8TtLGu397l9ZVMpFY6eijM1F6G471E88PC7UfATtMUWe79It+syMjfB6NwkW8ubbC9vKFV1PCNEKANPlPGmS1TTiYr5nqcpMpmviB42dkyUVW00vUW37alGg9cVGy2LoCdqT5nbJP9X7OUhEtdVNlMibdBqajSbkM9FyOfCZNMpEvEUQRDi2tV1rl/boOPbdHyL7PgQ00dGiaeEvNKkXq2ze6fIzkqRE8dGeeC+acbHw9gROdktbtyRauO0DPxuiJbkVW2VELnAqfvGVFm65JY5RGQDL3ZwlkGp61Nye9QOUqpiiTS5Scnl6LC5eIutpWWK2w1VRkzDzvTzBbuNvvvB7FyY2TnJEnaodJpq7qms9LB6CR57+gKPP3WB/WqHvVqHrW2JMnApFTUSsRSJaIp6/Rr1xjWS0QTjuXmSkVECT5RJBo3WBvXWBo4r16WcVwECJjHNcTQjpkoswlSGirLJFJcVl067gNMpMJFPks8n8bwwn/3lX7jbtL/wyZ8ZKFnvtmFV416px5Ty7rB7eojPDrJIVSZeP6PXMMV6LqDrNWmIyqHbwrajhK2oapEJAMwbAWDVVJVmq6j+pcna15kdhuf1AeA3JulJo3SgTX7b7Nz+8/sWlH3ZmWqsikJloFh6/e8PQexD4LefTXX379/0eQ//963HdKhQPvw5QFgHx/1z/+5TfzUA/IX/PxhhmgcePMNT7znGmYkc+ZGEIn3+dY8+AHyoAH79GL//595eASyZwd/1ujD8LS//VwLAv/Wpu4C2Oscf/Ft8/Ufm3gqybb3K+b//ub/ysNWY06Rtcob/+9e/n7c6SB/w1X/4g/yzqw62dpKf+c1f5d1vIxT+687LX/XvS59J8t2fGiI3MkQ0JopAm3Q6ycjwEOlUQrXklbW9LmQ3QQMDfE/0eOISYmE98BN836Nzb5OT/D96RH/57zqrX+A//uZz+PEIuWyKaMTi1Pt+nDMjooz8n/OovfB/8OAP/JbKfBPClMBwP/pfb/BPHhSHiL/8WPvzB/nhXzaUCi0k2ckCABsaP/VLX+M9E29+dp1rv/0kP/v5QyVbXxPXV76ZBMHH+Jn/9JOcfkvU8B3+9D0f5V+pfMs+cNH7x1/gxQ++VStce+lnufA3fx3XlcghWXsNAOABCCx9B3vm3/MHf/BB3jJsGq/w/3zi7yoAWBrth2BMX/nbByVFDSugrAKAVcSBMmvt29iqebI/f/b/RldziqjtpPrKZSHQ9VUifdWwzDt9+2iVK3zYMpRMPnkfUagKCOwJwCkgu6y9IioLVog1KtNU8jzV/DYgtcj7SYbzoA7f4xDwlN8LcCU/D9/DDpvYEQF/DfWZhOAnriLKWURyc4XNrbJLxR7ZU4CcAMAK/Qp8vvLa/t0v+8OPLBAORzEU6C7jss+I6YtEBVgVhWv/3Kl01kGOrwDN/SxfscqVz9NXOor6UYBueTsB8gQEVlm8Wohas0m5UccRCeBAPSpOF7YcvxlSIHA0ImujUD8ndvD99MFoIXn2vxul+DVCGGao/36+KCz7hAE5YHmeXAvJWJSEZOGpDGEhLAqI3de2dhyHdqdLq9N31BLltowBOcfVSolaudjP6w18tc4VgLAPEop9qACAoqiWf9MJi5JZkUrEhtpieu4oM3NH6BmyFtJUvnC141BpttjcXGdjax1PFLKBTzRsM5RKqmgMlcndbA3yhZvEEikyw6NE4kn2SjX2S9W+ArjXw7ATWLGc+ilrO18cQ6yY5N/gBCZOoKsMYTcwcP2BGlspsvsApxr3g4hacZQSEFiAX3UdDBTMCvxVQPChHvYwQ3hwvx7IxeVcyDNMsRy3xHGhQ6O4S7O4h1sv0K0VSETDZFJxBbxv7e5TarSwE1mspBD25hidmFMONa4ne4JBuIN63UN/k9dV83d/d+gyMsi97n+qvsuJurMrW+gWvaBJt9um0+koAkEoNCC6ieoXyd4VB8SIivJSFu5ef7zJeVLEAuXhLMB4oGyMB68+cF153UlDnQWFR/dZbq8byfdJGX2wXKOr90vyfgVEFEth5bRli0JYcopt2q4Qin3a3X4Gufxl1PL7ZXpEJP9XczE8B8N3lXuNgMBiPVnr6LQk8sUXA26Zx/qCfOltiQpbF0W038bAwbZ62JZP0O6pUvdKS65XAdLatDotDooHHBQLasyHQoa6j2XTCfV9CpgWsw0O9rfY2VrjoFpWYGSjK2SQ/j3A8GMYQQzP0dW+ouvIXNbC9Vp9kq8ve9MYyeQQ6Uya7HCadFaIr/25JRzLEEkMKXBEE+W2iIx2NtnZ3lKxMkNij9yDVq1Jo1KjsL9H8WBPRZRJfyaZzZManiGTnSIVjZCKRFm8/CxLV54llrKZuecIsUyWmlio1jpUDjapFDZp+106cg+5O570u0QQw29heHU1N0tOcrsjlBCLXhBifDRHfiyrrgdX9reKHCPr/x4Ju0ky3MJzWrTqHeUoZxgSTBqmVutRr4nLgdwbpAK1NxZiqORoSwmBxRKnE/VT5uW+yaOnHC4S6EaCar3NXqFE1+swOh5idCykojCikQjVisP2Vp1K3SEI9TNx7aQAOKIyThOODzE8lGEil2AsE1XnoVLYYP1Oh7UVT6l8pVckqtn5+STzCwlefbHGxRerKk915liERMqktOtT2vHxNBdP65IcMhgZsxTJP+i6dJsud274rN4UVb2JYVvk8gaT8zA5C516gFODQtHn4KCnwHl1/al8+76yNhkOSEbE0lkETELg0qhKzGK9x6QomGdiFHc8li632N8VBbDg630Ft4wtKxtgjQSksroS9yQjOkuXXJYvupx/ZIzHPzSpHAVe+coGq7cLDE3ZDE1abN322brlE4r2GJr21HEvzKU4MptmdanK2lIVtyegej/rW6+ECLdDnJu2OT9jU1xvsX6rzq0Dj1tdjQ3T5MmPDPHUh7PsXqtz82tFJehNnUgwPp/g/lRS1e/80S6/88d7bBaa+GYXKx4wMh9mdM7GxiOMR2G/x+q6RzgS4tF3DXHv6SRXv13lyrerlCs96i0fVyTTEdDjEMtqyqEz6ptExOW1BZWqODEGzJ8xmbvX5GCrDwA/eGKBj33HAxzPpLnzhavc+cIVltMGy2mTVD7gyLSvyPfLNxzWxWZ81CA0IkrkJA+eSZOXaKpGl85+hz94ts4fPNtgbMrg5BmL/LBFUrPQ2wZrq13W77i0s13aOZfz947z1DuPMRqJ8vXP3eLrn7tN5v6IqtnjYY7O25h1uP6FFmsvdDjyqMaRd2msXfa48TWXS9dcruz2uFXyOXFW556zBnu7JsuLJpWyrFUkO1zGtfRB4emHJvjAw3n8Xp3V7XW6QY8z585x+txZbn75KjeevcL19TbXqyYHXRl/EqvZY/Iei8njNmMJn7FID68RsL+rs7ej0Wi7NNseTb1H0/Q5dmycpx+7l7NHcxQ3rqiSnN5kPMnKisPLL1fYK/XIn8mRP53jSDjBQjjB/lqFq69tsrhbYsd02dU9aiWDesngsXeO8qEnJ5ga7uLWd+g19oklxonHx9habbN6s0qp7tIN64QSBrPjUia3Lre5daXD9oHPfhPKbkDNFKdSl49/4BN8/OlPkK4u0Xjl92lsXqVp2tR0i/VKl7VKl57hoouThBDhxA5cyI8Jj1C8x8REmpmpHNurDl/+4y2uXamQPZ4kdzzJuVOznDs9S0YcaGtVaLRpixNhWUDobTbKW+qaO3Z2WK0/bzxfYOVylWh+hEh+lFa7Qb1aJhWzmR0fYTKXZWd1l521XXZ9nR3TIpcd58HpexjqJfmLz36bv/j9lzj5nQlOfmeSudk8k4lp7KbF8ldvsvLVW6w4uqqSHqIZsml4Ps1aA7fdYXYyyuxkjPFshLGhsHJK3iqUKdbqPHDvCBfOjKj5ulHrQDMg0jYwewGtWItmvEUuNUQuOcQLL9X53T/cYbvo87G/cZrv+RunKF26pWpl1eXmdhgnkuTYg8PMnkzSWd2gvbpOEDEhHcV3A7xSG6fQZqXW4/9j7T2gLEvP8txnp7P3ybFydYXurs7TPUmanlEcSSOQkEAItMBgkA3Y2AsbjLFxAGEQxuH62phr3wU2F7hrXdtgY4ukxCiOZkaTe1J1qE6V88lxn3N2uOv7d9XMSD3SvQ611qcadVfXOWefvf+z/+/93uddbvpsbOlsbuh02vJRYjmh3LSn0yaZtMnsjMbMjM6RaYvpaRFbxHXWY3uvR7kWqurUwW2E5JMG994V4/i8xZVVl8srLpmkxXjRJhuX9dPH0X2FfLQFHVowVa5fPBbDCGIEA41Kq0O11ca0EphWnLW6y+JWna39LmE5JKyImy+OE5PNkTzPkHga7JRGLCl3SdJ8csjpUNTFYo/6kJKplas361y92VCIREcm9xxToQxk2nHn9pDtZY+H3jKqanvH5cmn97m91lYuLpyAc7Ml7porErNden6ZptelOjSouDr1fZ/6vkcqYZPPxLEdYUr00A0XWzOwNRNTy2NQoNH2WS9X1U15WPMJ6oFiiUt5To+N1h7VXkdld0rpElI/0PB6A/q9HoYux06yKQVf5hAzbQKvjzeQvwsVnlRcLs3NCs3NMucvzHPx7afo4vP44g1evrFNoxqjUbUYSQeqsumQTEZchQZ6wsFIxlm62VGZekKmnpgySTo6vUb0fleqOuWqWOoF9zgklQ9VbuzkfEzleqScUarbZfbWNjGGHUYEWzrhcOb+Kc68ZYonn9ngyWc32N536fZloydunjilkTi7t9rs3eqoXAKZghKsT8fTVXbERBomUprKfM5Nj1HtDFm6ucvN1X2mpgtMThXQhn38Tptc0mN2QnAjJlo+gZ5PsrHcYGO5zvXLLldfGqrJpqlZm8lZh83lLpvLPXQZLrBtjh/J8PA7Rrj/7gzblS22ypv05aPSSLPfhLW9Hqs7Lt26Rreuk84OyRUH5DM2uVSeXDytHKWZmEaz1aLZaisUiRY3SeTiHDs1pmq7U2GrU2VlqcPNS32q6wNMNSEME+NZJiZy6LaEmbfURKC4RAW72qnZtKs2Z8+XuO/BEZUN9NjXd1i6VaGY9ygWPHotnV5LJi9jTI47FPMO6XiCTCKO15dssY7qH8tGUPxDgkXoS85LaGBg0ih71HY9Na28MOswNRFTDe0dyYtYEUG2Tymf4aEHjnDseIa99jb77R1u3zC5fcNSTbN4fEAi4SnHqpOEkdE0pZG0cgbqvsDM5WZdcFlDlYErWSHNjk+9E2XwDk253lzWrxisX9EjtJcmyFNx/qbIlmwSBZ9k3lNCpWzMm7WApnxAuzoTYw6TY3G6jZ4qyZstjaeVC/zGVZettQEnj1ucOGYxlo8zmk6oSUGZlPONPqlSqKq+N2R/Y0jcyjA/M4OTyvDU7Q2eWt6gteqqMgMNmUTPF21mTieZPZNi8fkei891adf7hIFk9fjKQZpIm1y4v8jd9xdZWmzz3ONV6vU+2QlIlSSnFlV6KO5Uj7QTYySdpphJqPVZyg18hX7frw/ZLQ+o1WVz56uypXnhxGg3Bes7oNcLVHNEcM9DT5CZksWZIpXOqqlIP2ypDW8Y6AS+Ti4jIrA4hiNkhgh+1UpIrSKI2JjKJcvkDTIlTa3BrU5f4XeDroXftYjLpsUaMDWW5tz5Babnpvnys7dUNbY9+vtyQw+mYEBSJscvTLNwfopbS7u88uwys2Nxfugjp7jnrgLPXb7Fc4s3aUt2dd9TiPtsWpztNikLkjE5JQL0YcDUTJqFc0U11f70s01eXuyo4SBBgciNmTdooGkeph1TAqMM8Msp5XaGuM0BY0WLu85lGC1a3FhqcON6g9CKEcRsdEHM2UJd0Fi/5bFxe0gqG5DKykZNU5EHkq0t13Bjb4CTBzsXcu7uHPe+JU/C0li/2mB/vcn0XQbT5wxaPZ1yRWN/J2BvM6BV80lZHumYz9jRLGPzOYUhunm5rdyN77w7qWr66AhHjo1y6UqDP/rzNV56tcawK64lcEZ97BEfzTfR+qYSgMsrHu2yz6lzSU6dTRBPWgotZ9gDtHgL1+uwthywtixNhzi6Jp+xPqnMgHQmIBVPk46ncENBOcmA04Ba1VXCV3UtpF81eOvbj/HWtx1ju1JmaXld5Z1JU1Ga6C3BjSkcFASeTNJa5AXL7RgqU1AE4GIxTbGYUiJTIFPulkGxMEWxOM3Vq6tcu7qmcsRzoyKIaTRqTVr1Dr22pkoGNwQfJV0T2UjJBLy4wrRAsp9tChmHcBDQKHfpNAYq9U6aMlNHi0wfLeLKwNdWg27FpeCkKDpp3vvwMd778HEy2R7ucIO9yh5XbzVZWm1SCQaU/QG72yE7a7L5VFFBWNJINiMx+syZDPfekyddjNH0omv12ksNrr7c5MhJgyMnTYa9OPWdBJ2KjW3K2h+QGu2RGumqLLdWy6Lvmeo6VSjB0MEI42yvNlm/WcGyZIOSZm4hzs5Wl+2tLq78m05MERM8V+gNGpnxIpnxEtWdfaq7+2oQRHJTTUeX0Hk0yYM3pQTdJuuvz1Cyy2KGWrMcR9YVj05LXNShinaIx+JqPRCSRbfjKoeOoCUlD7hQcojFdSqVDpVqmwfuO87F+4+rDPrtrTrrKxVu36iyfKNKZqxIZqxEZiROpmRiWBptQVzXxdFbU67eB946w/seOcHomEOtXqFar7K+77OxLwM/OoOuRqfWpb5TUU7se986w70PHMFtl1WOnDSIc7k0VtxhteKyVnHRh2l0L02+lGfsiGQm97j01UUuP7OEPxQRYIiZiGGlbSWWSLaftDqPHy+ycKxEN+hQ6zUo73TZvznA9JO877sfUHX1Ro0rN2vs7oW0Wxa9XgwnFtXQv4Xn3SIey5CNHyVhjappfml81ZpLVBtLBIGNpmXQjDyWOYFhjR6gDgXz56HJBkrFgSQUVq5aWaFWWebue2ZUibvg3/3D112/F3/ol19HOiqcoFTkhHpdAD60zrxRDI7EX9VOlBxgzVN50+1OVTVIRQhw7CS6CMCCgD4UgCNPmfpF4iJRwxlK4Hk9KvKbxd/oUSMR8xszY6O/ORRnDwVgaQJGuZdR0zX6/gZM8Rsyew8FgTuxy9Igel3IusOV/Bqi+o0C8Os//yu/8WvfQgD+VX7i/4cAPPm27+DvfvRe7p9PIwnP/71fzcVP845fkrTdQ+E8OoY//MlfeFMH8LcTgOXYfPL/+Cff8vX8ldcQ0MDf+Fu89CZI6tblNwrSd74adUZIQ1zT+NV/9Wb47A7P/+ZH+Ok/7hPjI/zL//q3ue/O6OP/3sP02s83nvg5zv/w75HOJFVetKxX4v6dHB+lVMxjy9ByLEYmlSKTTikMdKvZVPeeisxy8W/yQ+94EwF4+0v81V/8N8q9lHBElPCVC0fOJxHJbHuKiw+/lSPTJ5ienaNUSKtU6ju/hmw+9qv8/L9bJJOOKxflD/zi/8Pb3yQL93/4INz+Q+79yN9Xn7GHDry/+JtP8VMX7jzQG499Bz/97yP5RARS40AM+2v/7FHedcdzarH42+/hE396gBQW3Lty5R+4lfh+fun//inOvokA/Nl3fohfOxAQBQ88+MSf8+p3fzP6G/Ye+3Hu/fh/PRBrIhePXPOCBraU6CYDZr/Of3n6o3fkRks+8W//4F/nTw4yRxXGWRxaB5jYKAtXIq8iAVikq4goILrtgUvvDSRZWUNF/FEC8PBAAFZI2EjUiVa/Q+TzGwXgCK0fURYiIVgEbXENynNSsRSOYMCdSLSU/JyDtdE9cPWKMCX/LU5oEaHl9x26Xd8oekbDMSpkXYk68p+HwrbchzmOFeVeJ5wINxspYATeQDmhpecgTrY/f3b1tdPt+x4+ox5LXOEiAqs192ARjdZXabZH92Qy5CseYTlvxEX7RgFYhFDpV0iEQSTwyPEQOU7HkOiJWJy26yrksjsYMhTKi2SuitgueaiSMazpanAwlYyRSET39XIeyPOSBr/cy6j3UwnAkUv8EFetMM2S0ylYaoWAlkgXoS8lVGNSiQRyvFQ8gbzPnkIpD7yAvhKMI2FeBOVWs0a7WVevU65ruQ+UDGAZ3ldip+z/D64dGaoWQUaTIcW+CMY6s0ePKxHYTmUxEymEPaAGJ11XObglQ9sXnLjsi/sug15HobTlHJWvyJ3sRoPQ7kDhn6stl1q7r/K7LSdGwtRIa5rK2jVEwI8nsdJFrHSBoZViaCRwsWgPdTUA6Ekar0zpyvknJD+5R5HFWzn7D16TmppQ6dbRAMDBp77sieQ8k8/lSNyM3O/KOSAOYvlNcoxi4tyOqZ5EfXuV+s4arf11mnvrSOqGvLfSp2vJ+WHYFCaPUpw6SrY4Sa40KfI5Q8m7FZe3Hg2ARlfsAQnkNf/v4VpxKMXK+3EgsCpE88EnqIK9yBC2nI8DJQCLm169BKGNKxqE3OcKRl3yqk36rmTtSgzFAbrdOMgdViqqPCfZ00QIZ2XylcOgbmgiZPbrz/ZgnVXH7uC8U9+lJyEVKmy6LaULAjogpsuwqzigdQaejjsUXLSc5xFCXlynpjZQEVdx08MxJQrJx7Eky9zCC2PUOwMqrZ4aOvA0oTZGud1yLUlvxhQRWBN0eeQAlkFauQ8O1RBodK8mp8jAd6k3qzQ79ej1Aq6K4RDxOMCOmcRjJskDR2rfbdDr1nCHQ/pY9IYh9VqDeq2O19Hwu4dRNDIsYpESI0jGPqAmDBkfn+TYsROMjY+rPa0YGdxuk363oXJ906m8EsddL1AEqlqzRbXZIpnJkc2PEI+nMMVEM/Sp723T2Ntmd+MmO5s3GIQmWryAnSkxMVJkYqTE3sbLqkwrIFsUGo+txNdO21PHROVW49PTAmSHqVzYaGRTObKpPGG/zrC7r67boW/S9wT1GSihMiX57AkbK2agmbL+GVH+s20yXkBVGMheuaEIBjErD6RYX2+oksEDNUyh9mCSbW/SbrSVECF0Kl9OIAEWiJ5pGWRzcbL5uMp9lXNH1o1Gu632hcVS1I+Nhn98ut0hrdYA15OoINDjmhqGj2c0DEfWaYdcOsloNsVIWvptNTqNqiLbXb/SV/jg3JjOyJSlxN9jx9O8cqmuKlOwWDifVgPO11/ssPRSh0QuVFUcNRmbkM9C6DX6tKoDNm6FbNySeX1ZPHSKk7pyAE8f1Qj6Gr6rUav5lCs+bl9DU59Pskb7BJ7Eq0mFODEL27LxA4NyZUi5MmBmPqOqujPk+istyrs9tIS8ZiF4RG7h1LhJdtoiUzRIx3UcQ2P51aGq8w+M8PbvnFT3fc98cYOVG1WmjseZXEiwdtVVJdS8iWMwOmWoyLGp8Th7G332NlwGYqiydfyhRn9fJ2jqHBuT0tTPrNx02e1CM27hFW2+44MFVcvPt3jhc1U83WL2oVHmTmdZIGCBkP/w2V1V0reV6EMrpZEdSaqSwfZ8xqO612fllqvoTBfuKXB8IcPa9S6r13tU6oLdd+nL3s3R0eI6dkKEf598Mk4hlVJwgPJ+T8XvHT+rc+ysQXlzSHnT4+6Tc3zwPReYz6WV+Hv7M6/QnBqjOT2GHndJ6HsM+222a6IBQazkYxc97j41wsWz4xT0gO5OlcpKla+95PO1F30SBZOxIxYz00JmTJONWay82mL5lRbhfKjq9PExLp6YI6c5PPO5WzzzudsU7ktTuF9i+myOTBpojSE3v1hj8/kms2+xmLnfYm0xZOnxkFeueFzeHbJUHTJ/ymD+pEGvZdLYM6iWYa/q43oh43MGE3MG77gwzjvOT9Bo1Hnl6iqdvssDF0/ywMUTvPDnN7j0+Rs0JXdsxIG4DKwLYcVDLmOpkYzPWNrHCjXcrkWnZVKvDmhU+7TDkK4OR48f4ZG338PZ46PsrL/MzsbLjGZyjKXzXF7s8uiXy6xXPBYemWThfZMs9GIsdGPcXizztafWuLJdpVEMaGZC+jUdt67z3ndP8T3fPcvM2JB+Y51hc5dM8iTp5CkWX9zj2SdWFB1k+lSRsekEcaNFwmjy7AsdVW0/xMzrBI5GO9Bo+Rofed8P8JFHfoDk7jWqT/xHOtuLBCNFBvkc250BOx2h03Tw+i1l6DKFcmvaTCw4TC7E1X2XHIfN1S7PPVNhZ8/jwsVZ7r44R0LRceI4QYjtDvEbXXavb7JzfYt+pk8/41IYzTA9OaqMAc8+tcuVxTrzJ6eZOzlNYPXohXXSesCkaZPxTD77eIXPPF5h5GyJhbdPMptNM1U28Nf6/PGzK/zJcyt86EcLfPhHixzNF8k1i/Q34Nkv3eLZL97ieqBxPdRpeRpDXxPgMWPjAROTOueOTXDXsQlWbjcVobg1aJMYGVCY9LnvWJ77juVgmKHXzig3frzXJBZ28Qs6QVGnXfPp1HwuXe3w1ReatDyTH/gL5/jBH7qLpz+1yDOfWiTQYxSPT2IXEnR9+RzvMez1VQk9Ny2Ibz0k0XQxa11e2uirWt2Q7GGhOYqRM2aHkikgeW6ScTs7azI3azI2rjFSEiRjyM6uz86uR6UelQhE9R1PoUgu3pfg9EmbxVWPV1eGODHIp3Qypk+KAWnDUwHTuZE4pUmLkUlLNfMDyYvwdXyvo9ArnmYz1Bx2GgOW9zqUKy7e0ETm9gAAIABJREFUvoe3N8QWnI5UQrInfUzbJzA8MEMcO6NyDLJGQE7comIxT2loNlxeqrG4JDclmnIji3MwlREckEmnCp1qyMLJHAsncly+3OKzf7bDjestciWDXNHgvrOjqmy7R6e/R8fv0NUsusLqbgsetc+wbzEcSN5L9NzicUEChsSGIWmnSCY5RrPns7yzx+ZeA7eq41YNzl/MceGBPK2wza2dXSrt7gE2KEk80HF8naEILM2OyjQtTmbJjaaV4DCQnD63T+C6Kt+jJM7OgsmgUmFQqTJ3fI4Td51ivzvky89f59XrO5ihwL5TZJJDssmhcnY6Niqvz8nEcbJx1eS+crulNq/5rK4wa/UtqO9o7DUD9kQMFpGuG+UJHJk3mT1mk06MkkqM0t6tUFvfppTyuHA2ybHjKYx8DqOQ44kn13jy6+u0ewPFgI+nLHKjEj6eoLLSpLzSUrhn6eVL/ud+U6PZ0ZhImownLCYWxhk/NcVutc+l59d55eVtjp8c4dipUYKwS9+tk4sPODoKM+MOI0dHKc2PsbHVUHVzscfSpT61PZ98yVC1seGyse6qvEy58RzJ2DxwV5a7TydJFZukSk36eopOmOPW5pCXrlV55WoNx09i+ynyRY/C2JBCIUYuI6HjSSUGxMKQcqXDvmSP9If0/IB4KsaFC5NcuDBFgwoNquxsDtSEWHljSK/ZY9gdqPdYSo+J20em/lzlCBWhot9zVE3PpZg/mVbO8hdfrbO+2SJfFLSETPhoquKWQSFrUco5HJsZ4ehsid3NXXY2d+n0fAaBiOwo7FTL9TBl8xCaKld5d7OvmPX3nCtw4niajf2mqr0dn/JuyOhIhgcuTnJ0IUW1W6HSLXPrSsDtq75C6AkiIx73sOWGMa4xMSU5tilSTgpHy2BpMusmzsC+QgmLA3mIr4Ro1/foei6t3pCt6yZbSxaNRo92t43haGRHU6SLNnZ2oCpCoQfUKz6VXZ9eC3WDNTmRoFNz6dQl+1gnX4zh+wZry74S3maOWMwesRjNOYxmpHknN40uRmxAcdKhOGlz42qbV56r41gp7r4wR2kix/OrO7ywtkt9rU1jvUO/Ka44SKVj3P+uEe5/d4nnn2jx/JMtWnXJ4RlimeLuNkhlTBbOpTlxLsOVS02e/kqFpgiQcyb5SZNWe0izPSQm2oylkYpZZB2HtGDPZJLfNnFyJk7WZL8+YHPHVetk3AyRgZ8oJ9Gg1QiUK3DQh6Tk1CZ1+v0ebr+n0LyxmIhpIsS6GFZfZb5KZVIG+WwkOg1Dj17fo7zrsy8OVSuGY9pkiwbZEcFAhyqLtNnqo/Vt9IFD0gjI2AMmRlOcPH2c8alJvvL8Lb7y/E3quz5uRXJj5YNSI5k8cACfnWD56h6vPrPK/GSKH/7YGe6+UOTxF67y+PNXseJRE0MmjaXZJw0mS3LTPJ+RrKVq7EicsfmEysR66qkOL73cVfmrQjLw/Bb9QUO552xHMp3kz0xVck3JdZdLaxydk0EeU00Tri8PiWUtrIyIv5JNaqqp3dWbLqs3XDJFjWxBNvaayuVp1wJqm0NaZY/0qEZqVOPkmTTn7spiGyFbSw2qm23m7o0xd0+MWgO2tmTiT85Fn27DI5vwySUC0qNx0mMJhSFavTHArfu8854077w3zeRsicnZES5dqfFHn1/l5ctVJajLBsXMexh5T11bscCi39DYuz2kvRdw+q4Up88nSaUcYo6DZg8IYnU6/Ta3rnvcvi5T/Q6G7pDKeKTzfbK5gFwiryqMSdA57O13WVttsLvh0toN8dom9z5wlHveOs9OpcLN1Q1arTYxaQJqIR2/T9cTZGOoXMoighVzCRJxk3arq2pqOs/0dEHhg4VoIb2TeLxE3Cly7do6166uE0sYjM/kiTk61f06tUqTblOmuKPNr2yWZYc7kCaZoL3FHaTrxC1pPAjRIKBZHuK2xKUbIQOnj+eZOlZQtIq9lTrV9RYx18DqG/zox9/Jxz/+DrRYjZtrL7J0+zaXr7W4sdYhVgqJjcDmps/KTY9uQw6NqYa+An1IqHucPZvmvnuzZEsOncBgv+Gx+HyVV5+vMXPKUiVu3VY5Tq/u4MTk+gpw8m1V4sbo9Gz6A2m8RRjD0BMXqk6z3Ke+G61pJ+9Kc+RonJVbDVWduobbNlUGs2q6SjMzl8TOpfCkkdiXrOQhvlA9JJtJ0FYylS8CsBUJg640W8W5aQUqRz5y0IpjOaS2L5tpg2w6TtKxD6IMXDV0Ii5lacSKuCJCvTvo0ht2ecu9C9x/zwnKuy2uvLrB1cVtyrJuSXTD/IiqZD6GlRAXkE+z1qdZ7dOptOmUW1y8OM1733+MbNbi9vIuq2tlmn1LlZBo3FZAv9Wl364TN2X6doq77p7E7VbpdyvquaUyKZV/d33D5fq6S1wczobF6ESeqaNj9NoDnvzsIpceu67u42RS3ojbmHFHZW5JA8wyfY5MlpieLKEnPEK7R6Pusnu7TzhweOi953jwPWd55XKLVxab1OoxvGECb2irISCpWHwP29nDMfLY2lEsvRg5T0KJArhGrXlN5d8Yxhi6XkDTc2h6lvCgOafJ+6KJAGxhhCmCgTTOblOvLfPAA8d468Wj1Jvwr372519r2osAHGX4Rg1wcUCJ8KuoLqrRc5gPrDqTUR7ugessEg2kwRvRZvr9tsKyD4aCnBbMZUINjigX8BsE4NcarCIAS3NWmgiKJHkgNH+j+fdQ4zgQdb6FeKgazZGCLd+jbMxvLCWBqgzC6AG++fsbf7N6TtFPveF/D/7vgTB8mKv7Bp34tV/xK99KMP2dT/Lj31YAnuDHPvEj/PV78/9TblIRgN/+iSdfE8QOX/sP/8ov8nfPfTM2GJa//A/5yLdzAH8bAfgbBO2/8bO8/J47M4kFMf3OX44cyW+acXyAwZQT7JO//itvkp/c4YXf/F7+5h+5mOH38Ouf+rn/pQJw/fGf5cT3/5bK+pT7CBmqyWbSjI+MUCrkVEZo3LEZHxtlYmxM5Yc263UGgz627eA8+DP85YeP3fmebX+JH//7v046nSaTTiuHkohkQl8QQVOatiMjo5RGR1Xm58jp93HxwnGSb6YC11/iN3/yH/F1SxymHn/pn/8Zjxz5H5Z77/yHK3/Mu37kE1HD2JJGv8n3/fNH+bGzdwCX2Xriu/i7v3swWHHguhdn6F/9Z59/UwH41d9+mE/86YGocSD+KkysWl8+xq/+h59+EwfwbT794Af45IHTVsSUwT/6Ikvfu3DHc7/5hxne8/dkODFqdh8G0CoXmkIbS8TEv+T3n3xzAfh3fuin+NMDB3CEcY7czbJeyLokQzjKNSubT+UWPMglf32JeE1AVNnGSgCWvF+ROw7EMXHQqdzeQ3Os/H3k9o0w0DI0+PradOgAjkRUcYtaKjtZ3MCmEVMY3gj3HKiBuW6no0TBvjtQrtTDzPIIQXuIvY8cieocN4zIgRyqtrkqEXYlQkeiYaShJiUCjeChBekaIX99dTzlzz7/5I3X3ouPPXIet9tT540SgF9z3UbXvBwzMROozN8DsS8SgCMRWBx68neOpatmn2DxlIin0MzSE9SVqCAlwk3b7Uci0XCo7u3k/sXvD1SOozy6iLXJuAj/EpdgY9u2OnZRbnV0PyHXYxQRIGPH0TCPCMAqA1i2I4MI1e0kkziyf4+ZrwnAKmc8kOcn2G7JcQxUs16JnLqh7pd6nRbddksJvuIWixEQExqM/Ftlm40GAaRU9rB8top73B2CrzE1Pcvk9CzJbB4nnVPuXBFyuwMhFkXkIYUvJlSPUy3v02o1oiMvz1/O29BXTtnVzS02d8viFWUYWthJG0fuy3yXZL+JI4PF8ThWPEUiP0KiMIoWzxI4GfphjJob0ugLK8lmoNmEpuS1JAi02EECbTRJIMP7ygkvTlflEo7uIQ7BHkoYlM9mdXNx6CaPvh86gOUctGyLYa9FdeMW1c3b1LeXqe3cVnE9cg+mhtSNGGYqz/TCeaYWzhNPFnESBRVX40vskxcoAVjqNZf+a/cXr1NPDlOKFfn94NiJhq0E4MOoi5hcG4Ikj1DqsvaroYphhCGPkPMi9kbu6GiIVYbhJFJAYm8s9TMyeHEYg+HLsJ265xLB9rXEGyUCq/uXg0EW+X5IXHndARziyXssjmlTUwaBmCFDCSI8CglBBpllLdLxfHEoC0nAVoMQmu+iBX1sXXpqvtpjSK8w6cg+yaQ/NGl0e8ppLj2XQN3syXUi604kAFvKBexi6n1MrY8cYinpFQTiOpXhfW1It9+mUtul0a6RTEukQoZep0+rKfmxQ5UrLsJxPA4JR9barur5qs8HI8UwsGg1mjSbLfyOhtcBX0hEgfQzTJIZIY8J+VCuO5iZmePUmXOMT4wrN16IDI1u0axvK6Ro3EqpgZJWW/pGfdwgVGWncjjZIvFkjkQ86kN1a/t0q2VuX3uR5WsvUm+5uKENVpKxsSJjo0Xc7ia9zia6NlCuZlkiOw0ZQJX+s+D15XqR/GRPOQBFOBGMvQjAuVQWvBZBv0Lgizxsqv1dU6KUOkNFBlAmHiemrlVHicEyjGZxZCzGkTEbLezQ61ZVvEAsVlAC8M0bZW7e3FeOb/Xzgq5PJrDtGK16S1GUhq5GMBCXvcRsi3gP+VyCfDah9slCB3CHfdyBBBwFZDJxVZ7k9w7dKGZA1i4ZYnHASEAqF1P7NYHGibkl5cQoiCCYsOl3evTbPW4t9bl2ecDAh9KUwdh0jJm5BDOzcW5c63DjaofsSIyFu9LYjsGLTzRUlSalz60zKk7kCZt4TKddHdLcH7J2y1cD+JLyJu7cwrjG9DFxAcs6ECryX7MZUJcovIFc2JJ1b6jXLZVxIC0anNBcLKEuiTO8z85On/mFHHPH89T2Biy9Uqe828FIeOiO7JGiAZfclENRqJgFMZOJeBWycW3I+jWPBekZv63IwB3y0td32VptMnU8ydRCgtUrXdaudkhm4cgJUwnAEg1YzBk09gJVfYFo6hquq9HaA7cm5CyYlEzdfY+NdU+RJ0lbJMbifOcH8nzgAwWuPNHka58qE1gO595/hBN355nudJjudvj9R/f4/S/sUpZIrpyczgaWnVAlUUaTU6HaZ6/f6KjzY+ZohvHJlNrnS8TXfrXDXrVFTz6YHQPNkUE7Tw2FlEZSjI1l1KRHdV/+vcvcMV1VZctXde7kLI88fI65YortL7+qyp2exp2apjfs4FY3qTea7HRNqp7B2DyMz8PZ+VEuHJ0k7vaprmyyfX2TF28ZXLpl4IvRLa1z9GiKB+4tMF10uP50mRtPV4ifs4ifNZk/UuDs2BjJocUrj28oJHf8VIr4qTSjR2JMThiYnQEbT1YoX64zcc5h4lyctVc1lh6HxWs+18pDbtY9ZhYMZhZM4oFJzDXZlSjGW3122z5Hz8Q4djbGXbNFVbt7DV64vEF34PLud8/x8MNzPP/oCs8/uooeD5k4lSCZM3GbQ3rtoSJNuoYY8TwKmaGKhgh9MUXGaMo5X/HoiCM01Jidm+bdD97DiflRNrdeZGPzJSZTBSZSBS5d6vInn97ldnnIqe+ZVHW2ZXG2FWN5scJjT22wuFWjlvdopAKGLYNhW+eR903y0Y/OMjs2oF/dYFjbIx0/Q9o5y1NPbvGFR68r3WLh7gmm51MYXgXTr3DpWo9L11yFch45YmCndSotjUpT47ve81E+9PBHie9cp/7EH9Dcukp3pEQ3n6crURpIz65Br1YlGMiAktD/YsyeSTJzJonma8pVvr8z4NbtLs0WnDg5wYkTk5iOiRk3sQINewDDWoeNV6+z/up14jMmzqyF5aQxwjyVssZLl8vcWm1x/u55zl+Yw3JcQr2J3uli1oa42wP+29NtPvVUm/sfnuWDH1tgyjToPbXH1sv7PLpX5wt7NT7+l8b4S395jDk9gX3Tor405PNf2eLzX95kxdBY0TVFVBDdajRvcOpkjJPH40yVRpkujvDci3t8+fE1QrvPqXtszt3nMBPXOeIYJGLjxKwprL6H2djC9JpYkwVVNxZ3uXF5j+Wyy1rHR0/Gef+75nn/O4/ytU/d4rFP3cJJOyzcN4GZsVi6ucftNeWWRTIw87JeHXGYSppMBRqlXsDTVxs8faXBzfU+K1tiupP+jGWEMoVz/HSO46fzaIFMbbnksiEjoxGy0Qvj+KHDftVlv+aytdxhfamF6XncfcbmxHGHlhGnZSSoVTtUd5tYgz5506doQ0LwH7kUibRHIj1ANwS9I9NKBqW0TyntUe5oVNqS0SjwChGIQ+i1odthGNoMiBFL6iSycgcfKO59q+PRb1q4DZOxZMi0POdCjGw+QTxt8+rNKos3KwSC45FMSAOsoUyfhEwUsqq8pI+fDLj0Yocvfq7O2nKf+VlDieDprK1KMCqJ0FUIFD2tuNl0+pLXMlCZyLW6g+9HwonkLRREfJPNjqejDTSG4qzR+gqn4DhZHCeH77Tx7Q67lS6r6x0l/uSylgrnzqccciknCnHuDbFtQSsmSOUdrt7oce16T0J4cYYeE2MW8wsJ5o85mO0GRrtBrjRGfnKGjcaQr726xtJajbxdIGcXSMa7JJwOyZRGIh3DtA36vofr++zXu+w3JLs0JOjptKqwvYpyOwWSG5mQbVUMPRTEp0yUSd6jIKNSBH6SoNXFb7Q5s5DmQx+e5+SZPM8sllVtbnRVOYkhYxMySQeJXIxEzqazP6C7PySXCpga13BSGtW+QdM1sLs2sa7kAedIjedZ3+zy/FNbvPT8NhNHkozPpMiUDNIFjZK4hRM+YxmT3FiR3HiRatuj1pbzJMRvhMplLJN8guO+sdrkxlqLrc0eu1suvhsykbaZKlicPqepsjM5dKfAtVWXJ57b4elL+8xO5JidzJHOGMoJaRgyPS47zhBHD4jrIX3Xpt93qLUEF11VN1nZVIpsMk2u1CM3IpkqCRyzQLuFcjUvr1Ux4glMJ0G2JIhjuQEeqrzMfreHeGcdTEbHk0xOpxX65/Zaj619Fy/0VIlDS4SCYdtnUB+QNE3uvTDJPXdPcX1pk6WlLRqtvsI+dfshzbY0FwJs2WAYOi3Jla35ZDOSlzDFwkKRpeVtlpa3aDXBbVsqE/PsubhCy/q2r+rKqy5XX3UZSO6sTKhqsgGOOsjZvEmuIP5ii6BvKWFmpKQxUtBV7pIgnwwRHMQJlxC3e4xE2mJ/L1Ti49K1Cleu7KpcTF/YxTEDJ+/jFAIK4xb5CYt6zVOh6OLKz6Zi5NIxfNdXqHrJ0k4moxv3/T2PZiNkYjyhSrAwaZkOjGtk0zq5rEFhPE1hPMNzT5f5yhe2FarrobcdYeZojis7dS7v1qhuNKluNhW+221qpBIOD394goc/NMFXv7jPV7+wT7fpKyE9GRf3rjjGdUaORCUTjy8+3qTbkclAh+K0pd6XRssVsxWGp5OM6QplnbAFhySlMXMqzeyplBKAb95usbXVI+3opBwZppFGSqjc0NVdEWt0CmNxsoUY3V6HXq+jcKOBLw0cjUTGw0nIxLOmzt9MOkYhK80UyTDyoozYrSgjVtwtCVtugOX98XHSvspklUzYoBsj7MXIOTpjOZgcSzM7f4Ti+Cgv3d7kpVtbaqprZy06P+IycOQYjM/nGJ/Ls7fWYP1qhZNzeX7wB89x1/kiX3pykS99/TJzxyaYPz6BOwgoV7tU9tv0yl3c/R7nTmY4ezLL2IxFZkqn0h7y2FcavPBCh/HxBOMTCbygiztsqQlXJeZIVlvoEASOytAMPVehsopZQ+GpOi2ZwrOU61VKOjvihnT7cOOyy83LLuOzNuMztpp0bgsKquJT3/RV9m7xiEFx2mRmzmZuzsEMA/ZuNWnudzh5Mc6Ji3H2ywErKz47mx7lnYBe2ycvN4JpHyNpYqQsamWNvc2QoGvwwLkEF88lFbZY6sVrDT79xU2uLDUkvVk117RUgJb21TUcN0y8tkZ9Q3KANeaOOswedRgZS1IYS2I4IvS1qDU7XF10ubYoU6BRQyedlbXZI5fTyNgpMrEUpcmsGkBaWWnw7NPbKtuevlzNFgtnSxw/W6LSkEGbsnKExsShIXQB3WNgDPEG4niIBOBcJoFtmlQrHWqVLrNzRebmZFMujy9CU4DbM1XtV6qUK1WsuEFmRFzCGq1Gh3ZD3K5COogaBJKzJNP2A6FiBEOF7ZdmozQKpWEx7IR0q4GiA2QKKTL5FIWpCNHU2u2wf7NBZ6PNqGMyGrf47h94Hx/+gfeyW9/kq09/hZdeXWJjfUC5PGTihM34Qoz1zQE3rotYGRILYliBia/3CfQ+F85neOCBHPnROC3fYL/ms/hCmcUXKsyctJk5ZSv3anlTo76nYYbi6dQpTPfIH3FVdpg4Od2+DG5IkzRUjmbNl9KQrlA6HePIfIriiM2VS1UuX6rQa+t4g6j5aZo+hiX0CUtVIZehmMvgDQcqU6vjChpqiG942JIbKUJfIPd6hsLwm8mBQoXHDBvLsKmXh1S2++q+LKNQ8zH1uSclDVVTt1RDyu150kdi5lic2WPiZJNmksXWapfbSy02VroKHShOwKzEPYzFiaeT2PG0EJwp7zaoV5rEjQDHCDh5MsO5u/LoWsCVq2Vu3mpgJDIYcZme9OjUBWs3IG0PyWU0JidTatgonRQHuKDvNQZeSE0+Y1dCllZD9GFL1eSRPAtnj6gBikuP32Dx2VV1nsqGWJOMRCHG2BqJuI9jS9azjRHYzJ1Kc/x8RgkIuxt9epI3PZdnYi7P2qrF6ppFtyNNqJQa2Gs0Nmk2txgdCxgdl8/aMQxvjtDP4QfiCuji9tdVEWbQkaE2adJoeJLLfRChIMMA0hwV/DOeI5Q4NK2CToXTp8c5fXqCnfKAf/3z/+C1pv19H/uFyBUiyrYIwApRGhy4UqQxHVl4ovZtxCJUTVGF3YwcKUEoGdt95QDu9sQVOcCRbDzB7KmkNMkCtlSMgIghkdYnLc0IZad+80Ej5dvJWYfYw2/+mdf1Ymkevi4AH4qe3wof/aZC5MEvPxRPDh/rTTVppfy+MX349Wf2K//mWzhm/z8E4B/+1V/i772JQPsNr3nQo7y3zSuLS/yX5H381jtG7zhszcU/4+2fEAdw9HV4DH74k5/g5/87BODDY/TJf/NP+cibZRr/zif5iW9wAP+PCcCRnBZhQ//xb/wyH74DI9zh0r//GD/93zpo/nfzr//of60A3Hjy5zj6kf/zQJyLmu9x2yablrVC3OwRFvf4sXmOHzuKbZmRACDuO2mEvuVn+FsfOHmnALz7GD/x8/9CYccE/5nJZMhl88oh6PZcOt2eyhisNxrMzR/l9OkzzL3v47x7Tpw83/zVYeUzv8EfXhkoceH9P/m/8eD4/0IBeOOzfO9P/1OVjylrl4h4H/iFT/GjZ+4UgDe++i7+9v8lgoJc10LwkHxfn7/2v3/xzRHQv/ud/PKnIyUlEoQ05ZrsD0So+EH+5Z/8He6542Fu8af3v59fUtjeyMnqf/IrXPvInQ7g/cd/kvf/7S9hSwM3JhFI8nw8tWa9hu42fo3f+9L3cIdm3rnE7/7Fn0JFcyt33gFaOWI/Rzh8iY9QIqp34IA6RM2/ASwrwyVKEBbx43CYRv7kjQKwiMrReyaCr3I1C6HKGyqnjHJDHgxJHOb4RoMskrMcU2JShCsWoUXww5Hj1+31lNNTXEaHyOc30g0OHbivo5APzxuRCKLBHiV4Hazr0eNJtq4ZOfScSEQXgVZw0SJAiCD9hSevvXYCfv8jF/D6/cg9rtTi16kO8rrkZStcuJxbB+7fKGf4oBRi/SBuSIaslEtU8KVCPvLpDwNF8RE3Yj8IVE9C3HSe9EEEjyoDbP2+QijHDnDQgjaNEOXRcKdyACuB+kDkFzFal1zbaChQhgPV+aIMz4HKk5bjaaczivCUiNsknZgScwk8dY4p93W/j9uP9kQSNSK/U070Qb/HwO1GqFBdU3v/uBaqhqAhewfTUGvIUKgimjiADSz5jAwi5GcuV1BlOQlMO66ydFU/RgTnQKPvQzKZPBgu8Wm3mrRaTdqSi9rpqJxRQ3JVt7a5cXuFzb0y2ZFxciMTqJh0+QDv1NEau1E/TYRGQwwOefKFAnYqo/JSJV+32h5S6wX4VlpVEMsQ2FllzHB9wUTLkGOUHSwnlMJAHyDVD6ceotuJAxvoawDkw4GK6LucOFEetcmg26S6cZ3axk1a+6u09tcIZapVl9scg4Eew8qUmD/7FubPvVXhb4VJGkrXVfDLcu2KWCyW7Sji9wBbfUAOOThHDx/3tSE3hfyP3PGHgrA67y3ZUcm5Idna/sGa4EdIeHFvq1cQrRXttrwHbVKpFKlkCtuR4eqYOs9ew8AfxNKICKyE4IO1MUJGH9I7IiE4Es0Pr2AF4FY+ejnecrqJi94QsTsQZLI0nA5A1oL/FUiLGoqIKQKT7GvxemoAXdKTY2ZAMi6febIuG/SHBoMwUOWJQ1kICEI2GIQRaliQ0ZJdqw0w9UEURWfaOKYTDdp6Q3oy5Dlo0+o2qDcrdHotcoWiKqGKSeSf6kkc5Iubugj74gKr0+3V1HMONbmPzpBKJlXurElClTyPgeupLPNWZ592p0w2nyWXE0LeFEdmZslksyq71vM7dDobdLsb9MVlJpTCzoBGrUun1SeWiBOLx/FlXyznrimDIgl0XQZx+wQDQTlvUy9v0W5KdBZKRLRloDVuYTh9DGegBvlFgA+HIb2mDJ/KfIih3KRR6qwQ7SLBXy4BhQu3HFJJIVMGGGagBEzZj3Ql61tRAITD5ykySbaQI5VOqmETWZOmR22mRmLoXlcJJ74IBXJdhg4rK1WWV6qIuVANzphGNOBuyyCPj65LVmmCuJ3Ckz5fXTDSsn9DubfleXrquUbrq5zTst7L54EaOQiHqk9qifAbuVqUASM3klIUvmGlQh2kAAAgAElEQVQozuAuthWST1jkHAtXkL2dIWsrHss3xQUNxSmTkQmD0phBadRgb0tnf0snVbCYOhpTPZnFpxu8+nST8RmdMamJGKNj0To8bOp0anB9sa2oea6cqxbkx00m5y3GZ016rQNRzYW+VF9oenKea/jDgGAYUMqZjORkIDwia0gvbWOjp2rhTF6VOGKXXq6zt9N5bQA6JhF2DuSnkhSOpElnJTZBGAlDdqWHs+JRmjDVa/GHvtJGmrUhhYk4hck461d7rF/rkcoaTC/EKU7I4JVggMUwoNGu6CqHeCjDRL2Q5j70mjA2ajA+YtDuhdSk7+pphKZBImPx4Q8U+NAH8zz/5Tqf+4NdpW/c/6FZ7rq3yESjw0S9w3/+6h7/+au7VD2PREnHiOv0uzr9nsHcCYv5kzEG7SH7q116LennycCQ0FmTqnZ3W6xtVul6A8ykhpXSMYIAMwgojDmMTEsUhFwHLqE3YGREZ7RkqL5jdcfn7OlZ3vuec5yYSONdvoJ/5Qp7iQx7ybSiFja2mmxtu1zdhq2OwTvel+cdj+Q4MlJkPFMiqDap3lhm+9oyi1sWi5smNS+kHUpPIM13vXeM0zNxXnlsl1ce22Hk3gQj9yWYHksym0nhDGD51T2WX9mjlYmpKk7ZzM/FSYUBjcUG3ZUOxWNJVcsvwdWvBVy9HnCzFrDWCTgmIu8Zi5mEzbRhs7rR5zPPVbm80+XkXXFOno8z7iQYcxLsljtcXqniGz4f/OARPvhdR7j85CaXn9jETIZMnEgSz+j0Kl26dZcemio7PiSRlHVRhmpE95K+taH0l64X0pF1YGqcB+89q8TtzZ2X2Nx5mXwsTyFW4IXne/zpZ/a5udtn7v155r4jzwN6lgeMLI2NDpev7XNts87NXodVoVoMTQZDk/c/UuKjHx1nThDQ+zt4+xWS5qyqrz5R5tOPrrPV8EhNZMiM2hRTXQrpLmVXY7+PosdOjUXRMDfXB9xcH/Kd736E73z4EXK1NdwXvsD+2g2u+zar2ORHsuRLGbr1Oo29PfRwoExTmZwYAVHZ2vFEAccexXPjtKqhopHubzXZ325y4r4xTt43RiJmQke0jTbl2zep3L5FdsomN+2wWTO5fFNnZdun2u3RC3wu3HuUC/ccJesPiHea7Ivmc73FlWstbrkht/rw7odm+Mh7j6E3fL7+Zytcen6blZTLaqrPj37fJD/y0UmOtEOMS212X+3yB880+c/PtGiZ0LJC0iWT8SmbmQmHk6NpZnJx1rcGrG8P2Kl12Gt2mTmW4O3vGuHBi0Wq13apXNtlemaMY6dnVMzpYG2NsN0hefQEqfmTPPPVazzzlWsEaY/iuSSFqTiTMYcJO87ajR7rN4SkGxBaGuX2kMVbLW5sdIkVdWIFg+yYQX7c4ORolgvFEqcSOZ57ZkPV4saQy7sB1a7cj5mEuaLNA++e5OLDU2yuVNlcreLYPqOjJjlByObyqsq1LuVah9XrdW6+XMVv9Tg5b3Fs3iY9O0J6tsTSUoVXXthiWO8wGoexpI4l01aJNJrRRdOaytUiGBJZjE9NG5yaMlneHbK8O8AwkhQyOVKORcyoEzPrtAcWraGJmTRUrp6nhexVB+zuDyivDNlf8ZjOayxMaExPJCmVcqRzKa6u1bi6VmVoJyGdRxP2Z6VCTve4eM80D957hKVmheutMs883+GJLw7Y2wi4cNrk/CmTijug4g5JhjBumBSSunJ3xYshPZl804bsVmy2dxN0OzG0QJriJlMpk+m0RdhuMag3MCyf5KhNShrwE2MUJsa5trHCtfUV1lZ7bK/IZAQUcyGFXMjoeJqx8ZRyL1khpBI6Y5Mx4mmDLz1e5UuPV7DckDw6R2cdTt6d5PT5OMl+h1S/g+Hk0JIllmtDnrq+y+2dLmOJUcYSIzh2k3isSSpnkiol0WM6+7UW5WpLTfNJtSoh1U2dnXW4fStgcztQ+ZJSMjkXt7J4XcmubdIqt2g1ddotHSFyZ0148OIkP/TxC0oY+L3/+BK/959ekvQUTM1mYiJg/viA0niAGTewEia+TPx14MiUxumzGvlRjZpnUO8buNsJ3K0EWiyBkUqyutzhxWd2efm5XTIlXeFoJ49mmDqepZA2SA36pHTI5LNkcjl6xBBJIhs3GU+ZpGOo6X7B/Fxbr3F1o8qN5Sa3brXYlwZ3I8T2NN7+thRvf1uS0niBdKHEteUuX3x8k8ef3eHChRJ3ny8Rk2kL3aTT6VPZb9JpdUlYAUkRmPURLH2U/XqDtZ11ypUa7brczGicOh5y+ljIwsIYx0/MikeUr19a5YUrWwwCh2HgMD6bYGYhQczxVcO+321TsIkqn1DoVNmQ7dR8xf/frQzZK3uk4haphEVr12X3RgtjCBcfOMKDF6d56dUNXn5lg2qzz0CQEwONTlPH7WhquMGJScNCsFIhuXyGe+6Z4+ixMV68fIsXr9xm2DXQfIdSXrKvh0zPaKTGU6TG07x4qcmLl1p0a5KJqAmtksEguhFzkjJhHahJPHFsJeMGJ48lODaXUNjsbDytJkPFOVwsxji6kGd6NkN72KftDXj2mR2eeGyLG7fbVFoB7WGIlQ6wMgFzZ5LMnU5Sbw5ZX3HZ3eqrjbUkVEbfZdMfIbkE2SVY48EgVMevVJIp0D6G31VC8JHxpMrbzY3kVX35S9v88adW1VT7e94zzomzOZZrXZbrPfa36uxt12ls+7TLGiknzgc/NskHPjbFo5/b5s8/v61u5HLJJLmMTT5nkMtLrmQfO+9y82WXy1/v0u9pTCwkKM3YNFpdVV5Xw+8YJCxZEwLiMRF1BX8L5y/mOf9ggf1anyvXGqyudsgkTLIJk35/qJBqjUpAbUd2miYTsylKE04k+nQ7dNsytR653LIlWRY1teET8SUrGbvZOI6jEVoe/aGI6kO2N+S8SpCKJ0nnA5L5AXZyQLcnwwM+w6apaiQTY24ixtREmtHJUTLFPMvlCsv7VW7danD7RpNOfSCRIiQNncyYQ3rMoVcZ0NrscebECN/3sbOcOlvk0a8t8uhji9z/wEne8sBJdc4u3djn+tIe1ZUmteUm73hohHc8OMLInIFd8tiq9vjSozWee6bF/FxWVaC5uEKYCAaRm1JN40snMqUmGiWTQ7Kz5cbWEqxcLIMdy7BTbbNbaykxLJbQ1XVx9SWXay+5zJ1OMX8mqTZNdbmZ3fcUKaFXhfGjMSaOxiiN6JQKOro3pLbRwq33uOtdaVVb2x7Xl/psrnlUZAK0E1DM+ZTynhoSGmrQapq0qjH0YYy7TziqRFCUevV6k0e/tsv12+K2lVw3QbEEBI6vBpCScrL3dTq7Jv2Gyfh4jPEJi6m5FFNzGQwHGt0uu/tdLr/cZvFlOSGEE+WTzofkipDLibfPJoHDybumOXVekMw1Pvfpm1y/WsUxbJJxm8l5h4mjjsoiK1da9HueGnwyQ+3gOR3k4g1RCPFUIi4AW7XJ2t/ucvRYkfnjRTJZcXmLQOWztdVWFWh99f4ZjoGdEgaVhtvpq03moGPQ70juXnSlyxZ26PfxwoGa4rcsXTkEhm7AQDKCGpK1G2NsqqjKzvvE8h6tzTaV6w28nR6npxOcnkrw0Ace5sEPPMzi8m3+62c+y9PPXaa+G+K2NU7fn+H0W9Ksbfa4stSmXg4wBg760CIwegSGy733pnnooYJ6r5oDg92qx+VLZVUzp+LMnIzTanhsLbsKMc/QUjVxYsjkgmSkhPQGOkJQ67QkL1lCETSMUCeTdpSIns0KriuhqCYvPLbPC1/bV0Mium4rF6vpDNEtj4EW5fgsHJ3j+LFZ1Yys1irUG1X6YZdB2EViz+XtlxxoaS7o4tDJ9bDTQ/QwqXDD1V15rh0lBOQLNrmCTUqGWtK6GjTxBgbtpkQsiEMIHnr3GA++e4wb13e5cX2PtVtDdtc0GhWTTMkmU7RxsoEiCcQTOeL2uBJLt7d2qJUrTI7bTI45jI1qjI5At9vn5Vca3LjZJTtSIjdaUs7ddrVDyg44Mi755ZJvKJ8jIXOzI8zNlej2fHbKbdY2+1y7bbF0O4bf2cTrbDAzl+XMPXPKObT08iY3r+zQqQW061F+m+R/C50imxURGGo7srn1eOu7pnjPh+cojCapVnyarSECsxvgUq0UqZWLeMMiupZl0NfY2r7M5tYVji3kOHY8h21O4ndnGPZT9L0OfTWgUiYMygKOQ6ek4gravRa9QY9EIqdKmp2SQSTT7n5fBqo0SiWPUtFjfFzyrtOsbXX4t5/4R6817e/+3r+nsuVFhJemY5QbGYmoh47cSEiQKyjKcTx0WigBWD43g74SqgdDEao7SiQR968IwCo7XAnAJto3CMCRABJKyPqBaHKIK/6fkbS+naj7Zvjob/dY3ywCf/PPfrvf98l/+0/fHJn87QTgsz/I5/7xBe7QPuWBO3s898wL/M6fPcaTy4cCUgg//XMsvvfNBeC3/eI3OoDlX30rgfnQAfxmx0/+7Ff/7T/7FgLwr/DjIuwdCs0f/is8/mNH78RWb1zinr8VZQC/+WOIU0ykoPP8u9/7fh7KffPR3uNLP/Fj/PJGm3DwEP/iD/8JDxa/+Wdu85nv/Ch/p9akUW8qgVUcfNIoVwJuLKZQwNLIjPJFI/eWZDmqfNShNK5F1IkcWTKALFhU2xTHTSSEnTlzirNnTqtcYGmkC5i2023Tuedn+AffcxqRH77ha//r/PW//8/pKyyvy/j4BEeOzCiUrzg1JQpmcfGyqhOnTvOWt76V2dkf53s+foo7ZVfobn+WLzwXCcan3/+TvHXsmx+wzpO/MMV3/1Yk6iUltzSZIB4X8dBWw09K5NA19f/leRx+FxHjEPsug3BS7/rZ/8SPnL7zmax/8S38zL+XrOS4wiDKMZQG50/9xld4zx2DApIB/CE++dlIkFBZvnKvLWjabo/+4C/wW1/4Bf5f1t4EyLLzPM97zrnLuft+e1+mZ9+wDAASAAkQJEGCIiluIJWiIktW5FjREiWKY0eSnVhSUY7iWBXFksqOLcsSVaFjWaTETeAmkiAWEgQwmMHsMz0zvS9335ezp77/dAMkB1QprtyqrxqD6Z6+yzn/+c/3fu/zPnAHafoWnzvzOP9kD2WszsdPPM3VNxCAe2c/wYd/7fPq9ch6LU5VVxxVoh7uOXi1yd/ij/74Pdzxlg1e4U9+6hd5So6UPXuu+ronwIjLR8WqCy5yr1Tu7x5pIEDa7lcwxCCtEyXm7OebBxKOygndO3uVCDQeB3miIgLLQMG+ABxk5wbDOAqXK4KsIKCNmBIXTdNRiNnBYKCEJkE+i5gs7+ueIfu1r68jbYNMdPUZ7CH+1diFwtsG7l85LtTrlSxc9ZpQZKFELKyw0OIg2y8Rgb/1neuvHYBPvvte5EZBDfeIy3HP2RgM5QTXDjlnRESQw1Duu/Y8ouprMBYgiGSPiO4RERSzDO95GkMV5WMzdlFuPblqyD5YpSfLZyOChYjfpkksHCYRNZTgKk1pFRqlBhoClLYmIra8DhHkjGjgyxbxVURH5VyWYW0R9+R+yVQYYSOTJSoUL8kCTkjMljiUZa2w1RCHOK8HI5PB2FS5s/J5ySvyRNy3LaLhIGczISUUm3DgzBNykXzuUiIAx8JRYvK69RBRTdzGsl5F0SWXV4mrMvQlQpHHwPbVvW6xWGRqclKJ8nIcDAZDavUatXqdmAiPyRQrm1tcuXGTnXqDpWMnOXj8hMJnj23Jyasyrm1htusKIy2Y71I+pSqTTZPOZBR+W9DR7YGDF8vjx3N4sQJuLI+pJRg6IUZeGFuLiJyoziMFXRaMuiDfhTCiBiSCY08GzdRjzw28H9Owf82VLGoRw+1hl9bmDdrbywzq6wwa67i+pe67RLCzw3GM3CSH7nmIQ/c8jCUCzwh8R1OEOvls/bCOJwfc3gzb9w8myPDZ3l/sYcr3B90Uzvp7HcDiDFeoZ3lNwW4lcNAL5j04hhS6XdyTpkmv36XX75FJZ8hk0iQEURkz1M/L4IBcf4JjNxB/5S0J1oy9bOV90sj+2hK8Yfu++gChjSC4BVcu+bwSWyGinVB8RDSQHHRRyuVa5xDyBXEr76sglIc41hC1WRQxT/DRUVQutWXrqmRwQPJUZZOn7p8cV+2pJdpFCce+EKVsIiImhgRXLBS3JCN7pMS/br9Nq9tQzt+eIJitMeXJSUoTk0QiQpSKqPVNro22OcL3guoPGvR6NRV35ftZRXs6uLTEwaUDJOMFkrECtiV9ihEtceeuXGFl9Qpz87PMz89RKJbIZvPqHLecIZbT2xugXKdVa9Pc7dJtDmnXBwy6JoVijnwxx9C26QlBQRYVQUTqIgaGVPkynOPamF2LUVui1CxM2fP6FslyguSE0AHE4e+iWR5mV0NIpoNRUCLiiugaOP6DWUrZc0uVygZTUzHChs/QtBjZFqbg5AVrL0FsvkWukKVYLpHOZuj3RwwGI2aKUVWaNWbcEkevja7HcL0w65sd1jfbjCQnWRZKlcccIhKTIW6hzenkc1kK+QKODM9XOzSqPVq1Ma2q3FfvRaDsDR/JxEUQ+y7XEBnidYmnNNJZiVqU2U4f3dCYmMkrctLIEeG/hYj62ZgMi4vAGPQydrZhY1N+RleZt/lJjURKzF9ilkgx6qaUkJmfkfXCZfl8j+VzfaYXdaYWNZX/O1GKkYrH0IR62A1z4WyTV882GMvgV1SGhyNMLhqU56J0W2O6rZESt2V62jSh1/cZjnw1sCwlubEzEwaxSETdp4xHHutrQzbWRxy/J8/xewp0GibLF1tUd9QHKuR7ElmfeNYnP50mP5MnkZJ+oqmysZsiNO26RGIO8bSI5h5mXwvirrIG8WyULenzXDcVxnz2cIr8hGSf94lEBgyaYQatMOOxuIBtZcTpNoM5ndJEhNJkBEf2AjJMIa57GxLREB9+f4GPvL/Ic1+r85k/3VEC8CNPLnHmgRITtQETtT5//nyVTz9fo+U7JKfC6rNrVx06VZfDdydV6bZLb2eoENs901O/Z2GuzPxcme2tDsvLNYbWCCOnEcuAbkr55GcilBajisjqWxa6K0YXMXUIoc2lWfU4fXKRd73rLk4uZsjsXiOzc42btsZNS6Na9WhuBiaIl266rDR1fuKnF/mJn14gn8wTdrMMt+o0r99g9+oNrtQiXK1H2R447A5tTp5I8RMfnuW+I0le+toWL35tm6WHsxx8OMtkKUIpohGxXGqrbWprbW724WbPpzgT5/jJNOWEjrM6wNsdk5Fh8dk0t8/5XHnG4dpNn1Uh9JkaJ8/EOXlvnLvyBnclDdV//sOvb/Pc7Tan7k1x8t404Z6mMoUrDYvb9SHhVIgnPzbLkx+d5ebLu9w6u6NiRyePJNT5NKr3GLcG6no6kEHuiB0Q+WS/44RxHbFVxIn6MSxXovhspiZK3HfiMHNTaXaaF9luXCSpFUhqeV56ccznv9hgeXvM1NviTD8a4/HSFI8Xp9C6DttbbZY32ry83ubCdo+xFlH1nidyfPTJAgeLFm6ljrvbJOKWVH3jhS6f/0adG7s2IyOMnggxW/aYnfCITcZUTeZDLGTFi+lxYXnExeUR73z0Id75yEMU+1X8Ky+ydXuVb1Vsznd8jh2e5tiRGcaS+75bIRKxKE5EKU4IiWisKltYJF86ghEq4Q8MGltjnvnKJZ758kXe8bEjqoQ+Z4vLX4wglRUGldtki3FF2zu77PCF54Zc27FIFDVyU1HuPnOYe+49TLk3Jrvb4er5Bl9+oclXzrZIHUuROprm8dNT/Ohds9TWR/zpf7rJ11/ZJnzcJ3QMPv74PB9/5zyT2wPsb22xfq7NH1/y+ZNLHtGErwimc4diHDmd5NBcmsVIhpwd50vPbaoy8hrFeYOH3zrFe991gHc8NM3zn7vM85+7xKn7JnnkPYcoxGy6V1awmiOyRx8ge+RNfOPzL/ONz73M5HGdRz4+ycLROL1rHfpX27hk8PwMWzsjlm83uLbS4+Kqw3LFITmjkZyRARufVN7jzIEp3nnsMG+dX+TcN29w/pvXeWnD5uUKVNQyF8YXVObdbypx95vKrN/qsH67o9At6ZRGXGzXRpxILM7YlYuioBRtzJYrc3gsTunMToYIFxOqbi73uXRBMg/GlLIepayPpxmq4oZFIm6SiAkKJEo+HeWgYt2HWN4yubllUm+E6bYlhyDEzMyI2WlpgBVIJgqEQh66PsLyTDqmS2fs0K+59KsO+ZTPZB5SmQjhZAw9btAdeXSGLps7GhubOu7AIa+Pmc+HeOvDB3jkoUUu765zpbLB1asDrr7qMWhqnDyY4OSSbHoFYSnT2A7DXoBilPyDWEZDT7voKYexFWc4StKqhahvu7R2PAoJjXxCYyJrU85ZpPMRork0WiJB34K+XLBD0nQfKAegEnfaHpVdk2plTC4vgpHgMiVwXrAdGplccHG/dHXIpWsjirEkC/kMhYJcbCziWZPE2CY+tkjlk6TLaaqWx6tbXZa3TUbVBKNakmJ6TCljqgmq/Hxcier1pq0qFXNJxUSok4uQRrPpsbZjs1WVHBYdR5A/bgScCM7IwxIssWCwR5rK4jt1Msn992VYOJgmM5HCDelculhRNVGIM1FIUCqF1bSQbFAie3kqMt1sjkcUSz4LCyFCcZeV6pDNuonfj+MPEmQTBQqZEqOBx+5OVyEXJC8imfMx4oLHjdKuW6xcbdOpjZmZSzE7l6bvG/Q8A3/sEhrYGL5LOa9Rzut0nDFde8TAhqEVYtj36deEiW8rMV6qPJ2iPJOm0XNUnvSN2z3K0znKUzl6fYtGc0SnOabXMtUGLZ/VlHji23E8O47jmlheVwkTHgl8EkwWTSZLJuWCQSmfVtPMnfaIft8mlsgQS2ZI5CMk85I9OqbZatNudzBkslim6vJxysWkOo5u7lisbpvsro2prJscPJBWFTfkOYgQDdlMhExWHLV96rWewtDIxLFM0prjOKYpmTBdbCnHUrlUMSPCZDlHOp3g3LVdzl3bodcAsx2hGNc5MudzcCHC5JESU0fLfOu5Cs88X6XXdIkSJuTJlKmnckDiWZ1ERlxfgtKySad0Dh9KMT+bYNz2GbV8YVkpx3s6FWZ+IcncXJxszieTkwZclHbboDf26DsD2sMBm7sdNne7FGdCFGfCjIYazQYqp0E2UCKaRKKuKrmREjOn7su0eEg1+tJZmT4SbM2YUXtEytA5tpTl4EJG5TUn8jGee6bJl/+qohoMDz+U4/DRBHXHp+H6bKy1WF9v0hEHZ0sC7SM8+I4UD70jxcULYy5cHNNteAJTIB7RmZqKUJ4MkyhBogg3Lwy5/O0+w4FLaSFCbirM2BLHhIjkPmZXyCsapZxOTjDOgiiMx8lN+WSnfSpNi5U1i50dS4gPQmkJmp6uCBiBs1AW98l5g+JUFNMaYZpDem2PbkOcexrlGclUDqsGiGU5JGMyrRpTuOpIwlXZW5urJptrggRPBjeAOcleHisBeDxG5a0IDljQNbOlOKePpJmfTxHPpQglDVZ2GtzebdCQbOmmjz1wCEluku1gFAyi+agauDAsOZ7yPPiWBabnkrx4/jYvvbrC7OIkc4tTNDumuuHZXO9gNsaM6yb335PkvntTlOdixEtRKi2Pp7/R5uxLAxYPxDlwIEEkZqKFR8oBrJB9MuZMArQEKclFyYru6THuOGiOzsRklonJHK9eqvPq5QaEHXJFmf7WuH7O4cZ5mwOnYyzdFVM3UZ2WTbvq0d7UGDZ0Zo/EmD0qGC4HTW6+RTkeSpK4y/1PZHngiRwrqyNePddnY9WiVUehmqYnQsxMSpPFYiw1DGMODUKuwYGJEEsyQTstLuAUtzb7fOd8lZX1Ib4VxXekUeJgh2yMiEci7BNyQ3g9A92MMz2TYGYmSXZvYMZ0JT+6z/bOiJVbrqpYyiGWctXnKxnH0hcYVcOMKhHe/LYFHnx0kc3tNs8+e4sbVxuY/QiuHWH2kKFK3LfS7LVGDn5fwx/raBLFkJRMuCBrS7kw/BDuGDVsU9s1mT+QUDU9m6dYzilE+YUL21x8dYdY2iGecdTNiyaTf5LpEwwn44wkRzes8NKmoOCk4SmWSMnIkiyRiK5y1qyhgzUIzifBgy0dLbF0tEi3N6TXG9GtDOlVRiT9ED/y9qO89x1HKM2kKM4kWV7fUSjycxe3uC05PBWbU/eXOHV/kd16j+WVBq26pYYfnIEMujlE4jb33Zfh4YcL6iZ3u2mrScDbV3vcvtZjTqGhkmpKeHt1RG1rTEgLEdYEg+SqChkhNSA3knOrbTPoS86UHgh+xQwTE1kyGYNkSpBtPue/W1cV1mOkk2kScZlcl6aAS3vYoz3osTA/x+L8vGpgSdOqKy6SUZf+uEtI8ipV00KQkWE1FJbI+8TSgpuLqmrtmDQ2RqpheehYgfmDWTx3iOsO6TRcdeMnCLzSRILyRIzSlE55KsTVq02uXW3RaQmKLIHnRtENk5BhEkvqxFIhUsky6eScwktXq5t02xUWFlIszqdIxGyiEWnAOqqpsFPTMATVmExgCt6tNyRpeMyUdYoZ6b9Yqul19NgUR49P0x/JANuIlXWL5dUYy2sxNHNbVXkizsKhCeWwCbBLY2qVFrXdJo4QCzVpbIqryVE57sOux6DjceRUjrseKDG7WCCVzRGKGNRabertNtWKoSqkTZOMzxDSElRrV6nUrrC0NMXSwUnwCvRaOcajGDInL651c1RhPNolZhRJJWZUPlejXVO5arL3TSYL6jgR95kc16O+qZCAp08Laj6DOephjvts7Jh86nd///sEYHHJi9tBOfmU2PH9ftfA/xtgKqUpute3DfL+pFEkCGhfxAcRgccKl2oYcQxDPk8ZwhDXgEpmfN0BrBxW8nOBABygUUWc+P/n8TcJwT/4G/aF3B/8mb/Nv/HDROD/HBa5DSgAACAASURBVAH4R/6Xf8z/ft+deavm5ll++Zc+zXM/+Ln4PjP/8Ff46qOC/fv+hziA9wXg4PMKusl/kwD8od+/0+e8/x78rQVg7WN89i/uZ+kHn9DgNv/i7/57/sMPFYAFByxN+vfy5599iGM/+PP9i/yfT/4y/481wLMH/NNPXeQDB37wm2q88Nvv5r/+fI9ut68EYBlo2ReABQUbOHlFIJTBoz3ErDhRRVAzJbNRhj+D64WcTyIkiQAsfXSpQqFAsVBgZmaShflp8vl0INo98Av83LsO3+kAbrzMb/3LP6LXlUHYrhLvxI0Yl8wqEWcMg+3tXbZ2dsjnC0xOTZNK/jQ/80/u5w59WxBpO0/x5Rfa9AdDDr/rJ3nLlOz4v/9x9ZNLvP83xflkk8/nyOezxOIiHkbUPkXOT3nO4liT2scBvy7CBO5H2Su+5x//Jf/VqTuPyY2/fjO//L0CsKAUbZdf+L1v8PgbCMAX/vXb+ZXPBiKpNLNkjTEtiRGxcL2f5N987dfeQABe4alHP8SvK1S2E1AIfvxTPPMPH7pzwGD3y/y9n/ttGnvZvSpbVCF+AwFYIQZ+6g/5s4+eFsnk+x+Ds3sCcCBBqrNgz82rxJh9j+re+ybvnxw7+yJwsH4FP6OS0WUfspftue/sE8FLUQ4ky1btw4N7HXGwiQi8j3uW01RIJiIm7Z+NaiBHBFk9pAQDJSeovaqnhEPB0So8tYjTSszazzAN1tR992/wNVgHAlFWvk+lt74mFimhVESP0B5OOyK/U5yq8lPyvIPMVkGdCur26o3Ka+/lB95xN7on18J9IVnOMRHNZahIxAxxkQleWkTNwOGpRNq9QaJ9d6Mu8RPyO8QNuycAj8YWo7EdOOTEiYgCnSiXmuBKZXDDFQFcBrwlFkfyeuV1iIC+52CTV2/J97oS9REhFo8rATgQ8TwShmDe40qYVveE8nPqcxa8aVJl4woVQHpT8rzlplGOr30E9MiyGcmQreTOqvNHhiICAVjhn8UFLBhsX0rQqYE5fD9KQfIn5bkbItJbNrojTjK5cgpNTdx7cuT6ihY2ti06pkfbklixJOlUsJaIwC+fq4jSg+FYOYYFE71dqbO2uUN7MOLQiVMcPnFaNZCl3PEQb9RVMRndTothr0NYhl5xyWVTFAs5tWaNrQBz7YfjqjQjjWakFAbaD0lEm0HXjdAVVKWC+gbYYBmCl/xYR9zc6DgeKmNUSfMBdmnPeR88d1kfonoUI2Tgm0NGrU0l/lY3rlLZuKqGdWWOQkT5VHmGzOQ8hdnDFGYPYZni2hYijnxLcB4Fv1/2RoE7Xx3/rwmte38I/u9rkQ8qG3tfAN47wSNCE5K9ksJa70VXvJZuLKfW6wqzGu4w5Z56rD4XhR/fw9OrQ2dv/dgfe9gXzIP15jUg9X4CRXCO3eEAll8pI+xiNBD0tpTs1IJ7HeWul5cv2bye5PX6qtcQDUG/26TfbanBD4W19n1GQhIwpQ8VkHGihhgMkkSNADsv648MRXiOxFD5yu0qNLeIJrnbLpqc+56tol3G9pBao87O7jZtcad6PlpIxLtJylOTgbtejmNzxKDfZTjsKVFZBE/piQli2FGEG4klyrC4MM/i4gKxSBojklHEIxHu+v0uN29f5ObtSywsBt8j+1lZL+QaE0tIBJDGsLfLsLfDsDdm2HcYDUVQk7XTJpWJkUrHFCXKUdEnkg0bVkKdOXTV0LIvx/3eYJgaEBN3rCT6ampyWSFwwyLq2kIQ8vFM8Exd4aKlMtkY+XyccFRTyHo5NxZnD7Iwc5B4TAZEevT6dTZ3tqk06gwtU1U2E1Ulwyri5pdjeTx2FflpumCoirgmbl8yfWXvElFkqI3NLuubXfX9sm7IWpfOZUgkkwzHXYajnlrj5bwWepLvm9iWEKscei1xtwumOrjmKFqCnD97A0xBD9BUYqfQ46JxDdOz8EIeiwfzqgajIa1OV7nLcwmdXEIEShlE8KnVQuxWhCQVIjuhkcyL2DxWkXa9pqEqngqTmwqp/OZexaNf8UlkPBJZj3TaV9qDuP0ibgJ3aHDhlSavvtLCDWuEUiHSExHyUxGyE2EGksfcletDEOEghoaRKU5gcbRLP9snmwyRS8rAjdxrizvdp1q1qFZtTpzJcPJMBteC2qZJvyM0QrHca3ihIZ4+UP2sVCGr9lf2eIg1HNJvevSFABbzlMlFhu80sScLRSsiuVw+1RVPVTJjMHUwqZ5vND4iGh/Tqfm0a6hjUPLqTTFUdEHmNjLi4svragjZi+jYtqb6GDI49F8+OaXquW/U+fSnNvENg0c+ssS9Z8rkNnvkNvv8xXdrfOaFGnXXIVqQqCcxlbjKuDW9lGBqKamyq02J12tb1BvSZ9U5dqzM0aNl1lcksqnJYDxWvQDptfsiqI88SrMRppeipNIhdE96OrKnsVXV6i71ust99xzkQ++7h7sXs0RuXCRy/RKvdHVVA0cjIr2zrsfVVYedNrzvA3O890fnyCUmMPwyZrVJZ+Uq1eWrvLweUdUNeZgxl+NHE7z/kSLHpgxe+maFl56uctcjJVUTpShp2XM4Dp1Kl06lw3NXLZ6/ZjJ1IMnDbyuwMBHCXung7vZJTydJTyVYedXl6vMW16Uf1vbZtnQeemyaBx+b4pBus2gOuXK9zR8/W+f5tQHH785w4u4M9q6Js2vSHNpUbJtEOcpHPnqAj3xskZvPbXLz+S08wyd1ME6iGCLpmhiuyWDoKHqio3k4uk9vBM2Opkposq4TJimGtqzOdCHNwXJZGWxGrKuKelmiXo4XXzT5/FNtFW1VPhNm4r4I7ztxgPefWCTat6mu1rh5q8F3b3R4Za3PIBKmHw3z/ncV+fEPlzlStnEbVaxKjVYlSWs3waUVm3O3RuyOfeykjiMDVh0Hr+MydyrO/Kk4uSQk5Zoj+3xNV3Xq0N2cOnwPsWYV8/o51lfWeK5i8mrL5chsliOzOTRtrPD/MjsusYxSCcMmYTgY0SxGpMhuxeDCRZ+VWxahUZPQqMXpt5Q5/dYJ0rE8DDJ4Qx+rv4Y1WGd912RdsNF1h+W6y0CHmYUIs4sJjh44wtHFw0S3q3BrhXPnGzx1bsw3rrk8/PhBHn7nQfLOiES7oyJaX9zucns0JLOoqXrH8RneeWIG90aftb/e5Mb5Fl9Zd/jqusPc4Rhzh+LMTkaZyUeIa7py8MsAxLW1DtdWOxy9P8n9b8/x5nvy3Duf43g5yXefWeGFZ1c4cc88D73jOMW4x3BFBOA2oYkFQuV5rp5f5dq5FUoLaU4/ssjETJzh6oaqbjdBr5vk2rrDueUR17dHVPsmTcsiVY6qEiKF5Vrce6jM+x48yBN3L3D728usfGeZby2bfH3FRy4fSgCWPMbDJzMcPpHh9nKflRv9wMkj7P/XJjAFA+ATSUEubVBOJymnDQQFX0j7QqTDjvncvmVz7UqAvMmXpHkuqBBNITRzSV8JwhO5MJPFGFPFKAuSJVvUubY24uraiMtXPS5d1On1Ne6+1+OeezyWpg9wcPoAYddk3K0wtvqMozAO+2pRE2HXiHoYcR8n7DPUfEYhnWQyQzKR5twLQ5776x5Wy+ZgWefkwSRve+wQb3vsIBduX1O1uTGkvqXjmxGOzGQ5OpuTrTi+ZrJWH3FpY0S1K81IQW3opKc9MlNesIEKp9hZ87l2dsz1cyPlno4ZHqdOhThzJszkbBo9VWTgGlxernJlucrxQwmOH0qqPETV7Gu4PP1Mh6e/1SUVR+FaZmfg4BJMTMg0abCHrtWlfJZmpjh5cFYx+SvtCrVWBWPkq5qYiTJ9IEY/DDdaFte3HK6+5HP1RVgo+6qmliKUjxgYuQj1pk69oTOdhZlsEGYtm82+7bLZGrHdsqhXwtSrYQYdh1HXwhnLLl/dIwm5E9knvf/JST7+07PoKZ9nzla4fLNDHJ0EGscPpTkuE1DZBEY0TjQcI6onVPXsJn2rQSLlUShGGFgmr16vcu12k0goTlSPMZ+ZYSk/TzoZh6iFFjMxRLRICgbSoVtzeOXlNl/4wi6XLnU4dizO8eNx2q5By4vR2h7TuN0hNLa461iMu47GSZY0UiXJlU2TnyiAHqW6NaS2NaS63aO21VWZ1fOHDNUU7/RdOn0PW0th6ylWV1ss36hR3x1h9nzptzMxE2FiJqwwNGbPJZmEovyeXJRYvkAsVyAa7qsNYcQfE3FMstEQ8/kscwURlouUJ4s4umy6POrtLruVBjuVBq7tK3G+mI8xUYrTGvqcXx1y9daQnatDdq4MeOjBMg8/WGbxsGQexIjEYXOzweZWE2Nv6lYmVnP5ErFYHtfNYbkJ2uNtWua2yuSWKU1PnBIyCDD0OL/c4dxyh/pGIHTldY3jkyGOLSQ4dP8ch++b44tfW1PVEgFYF7d3hLHjYDouyUKUVNFAj9n4oRHpnOQ4ZJicTLJypc3q5TbDtofdF4S9ztRkmNnpCCePhDl5JMTi0mHmD5wgkTewo3Vq3RrPPrPJs89sYSQEGy0YY0OJ2f2eQaXiqoqmxkRTI4UhsgZy0xmmXEgoAd1ISiaMT3N3THVjRDIa5t6TJU4cyRNOQSgJL77Q5+mvd9EclzN3RVk6FMWKGVhxg+VbDZZvNWlXPKxOmKgW4shpl6N3udRacerNBI0dm8bmQE3IzS8azC5ESU3ESJcNbl0ccPmFDr2ORWYSdRyqu15NZ9gRd728jzqlbJSpiTgHDuZYOpinYzboWA126za7VU2ABmiug+baCu0nTb5hN0SnLii6EBOzYYoTgj2WRlyQgd3Y9tTNweyBmDpeJa/OtATnbhCLxoglw8qZ52ou67eHqpJGimQsTTJnkxR3YEqm2iWPPExt3aa27rA0k+bBMyUWF5O4MRjrHisbdW5vNNTno+kpfMvH6/Tx+gP8ZETVhGDX0zFmp9LMLeZUPvjyyq4qXRwRRoxWx6JWH9BsjAiZvppGPH5E4/gRndJ0mlQpT6MT5pmne5x7ZcDCgTDzSxHSGYt4SpiuwQZbEEGaHgc9RqksqCHJ3fBpbFg4I40jJ/IcPl7gq1/dUqVFLGYWQiSTOsvnfJZf8Thwb5ile8N4uk+n6dKq+LTWQwzr4cDheUKOwwHNquzmLfKGDCfpvOVHizz8gQLXr/d44dtNVm+ZdJoavh1mYS7O4pzkGA9UOXYY3xGEdJS84al/Y2ohzdR8hp3WkEs362xujxn3Eoz7hiR0MsYkKiJwyFFDGJJVntBTzM5mmZ3LEYmbEB3Q6vZZ3eizsTmmWglT2Y2QKzvkJxyS2WBNlQbGxgWNzYs6T3xwSVV70OHc+VvcuN6guqnTaUiWrsHsEQMt4uB68h66jOsadkcjnA0TzoUx4uIyUV0hTEHOd1zqOw61HZfpeY3pBY3DR+c4eHiJRDLHN79+XVVxxqc0owbgsaWho4lrIqrWFs+Uzy1CX7Dp3aFyeOnSWBUnRkQQhjr2yAncwsPg/BfiyMkzJVUrl9uqZOpXUGNTEzl+/u+/g5/72XfQrF1RtbrdYnnD5PLNAWfPt1m+NeSu+2Y4fd8MjU6D9e0dGvUBvQoMW7LG+6RyKAH4oQfzhAyNG2sDbq0O2ZFhjVWb6aU00wczdJoWW6t9ajsjJbbLNbc8B6V5iMbFYRHDtHTaMlzUsdRNq9TMTIGF+bJCMGu6NCPHXHy1yaXzTTLJNNPlIrlMinjCUKLeVmWXrcoO05PTyp0mLWzJD+wPBzRbTZrtltznKiSiQgTLfasRIpmLkMiGA5yep9PZtmium2TTSd70tgU1vdiq12g1qmzcHrJ6a6yICm95bIEjx3O0Wk3arSaXLvW4eKmvzv1soUgynWBkVRna1T1nmmBYp8lnDiiJu9FYYTDY5tChvCrX6THqtxiO5SYpy8AUBJo4g0QIHWOPRiQNl6m8RjYuE+h9zP6A0/fOcde9c3SHGqsbY26uOtxeT3B7PUnE3SHi7pKWKflimmwuSzqZIxpJsL52W5UMt7iO5Pj6qpElzZMgS8unNBllas7g0PEpTt57mNJ0kVu3d1Rtbztsb9vEjQXKhaMk40UazWs0W1dZXFxUZY4SVCs6/b40X8SJoNNtbdFtbZPLTlIuL6r3fbu6Rr1ZIZ0qkUqWiIZihPUo1sii2+oQj7m864lFVdevLnP9yjJbFYenPvkfX2va3/vhX1HXAeXQkebjHopZCYb7xk71NXAABw61oDkatGrFxSuWCUehByU/Wv5ecrTE5SFZWq4rDXW53kiu4usIVFkPxKWn5F9prP5/FIDfSKD9QUH2e1283/v93/t93/vffxvR9wf1ozcSgf9zBOBP/P7f7Bp+I4H67/zWb/Crd92Z6fuDAnDQP9b+BgH41/jQ63MBe03y1wXhHyoA/7vf4Ge++L24ynv4V3/0cd56B8G4x/N/8M/5b5/+YQ5gyVYMMfNzP8eXf+ROrrF5+T/w8M/9AZ4zxLOHPPg73+QP336nV3rta+/lA7+5rPLjzbE4gMdKvovFoyoLNBGPk4jHgmEHQWMKWlYG6xRO0lIlQ3Yi4sjQTdKIExPkrsJqOuo6YlsOh48c4M1vupulg/MKCxt/09/n4285cKe42H6VP/mPn6fekCG3OvV6Q5UMlczPzTM7Nx8gfMXBKQ5k22H0xK/yL95zWKVm/+Cjv/ElnnqhoZrIpYc/zHuWhPP0/Y/euf+DR3/m3zIeD5mcnGByskw8LiKEnH9CCRB3o4Mjee7yupTDP8jNln2fPOQ5ibD4wU98lZ+964cIwP8myLZUDmBLxHSHX/j9r/OuOxjLXV753Qf4pT8XQTJw2QoeVkR2KV/7u/y7r/3aG2Q6r/PV9/44nxgO1B40UEP+GX/2nY9wh/bPMk/9xH/PnyiCgYfksyoP4h65QBSf9/3GU/z06TtfC0oA/nmeek0CCnJLAy1VnqsMlwXoV5XJLoLm9ziBAwdh8NhHmatrkEITe3vucmk+++oeTbnNlXBrMhwNlQisMNNybZX9SVRE+cCpKwJuIA7v5Q3urc+vu3wDt/o+7nlPJ1L7fPkspeTv9sXh/e/dB1crnL+KhBC3oCCfI8Ri4vI1lOighiWUq9BRuOl+r8dgOFQDopKT3ajL+h083vPoaQnxCaIB9ohK8tzlvVLobHw1XCtiZjwmYmssEIFlCEFtMPaelcoZdgjp4siNqONLBB1BLCsMrbraiADsqyFUU95LcU+LsGJbZJNJ8pm0cgKH1A8EIq0lbt3xSFU4GiGWSKhsYBE0LMcik0yRTqWVUBd4tQVJravBRF84n2Ej2DuGQ2pwWhPnpxyT4iqW+3Hb2xvSDe6XVH6wIOJtM0BAy+2bHDvyWcpQrWtju7Y6N2UNySTiZJMJopLr2u/hDPro4qh2bBKxCMmEDHsIValPfzSkaTo0xm7gtFV0oph6/oIJFyaM4IHFNT0cW9SF4tbqKmz0kZN3qZJnL3hYueyKnmGO+lQr29QrO/Q7DVXFbIrpckG57dRnLgfMnm87ItFpgrGNxVXkgx9JsGtG2LUCAVhGC2RIzhPhUKCovmCF9eCrp+OKA1SVOJvFISy5yYFwbOhx4qE4IXFZjxtY/V1uXz/LyrWXsUVdC2vkJmdYOHaa8vxhNCOjKlifRfwMHOby2Smrnqymr4m/+yLwPov9e9ZP9b8C56+oyOrz3RNeZTBCcmFlcQjOR/c1IkpASBHBLBimCMgogTv4jv2CrLVqjZJ/ew+TrUTw4P4+GDiRNWgfCa0wAuqxj48P1iJxuIcJ+SJwi5gubmeJZwrSNkRulwoj93uS9euREPqR7lKr7VKr7qhs2VQqobDDO9UOtUZfiVii98XjWUXfSSaypMR0EJf9ZZDzKU7DpJwLYlKTNcS1GPbrDHs1xtaQsTVga3uH27fXaLV7RIUIk0gxOTPB5PQko3GPTq9BtyfmhTq9Xktl3SpdLSxrglpJMD2NUDTG/Nwsc3MzRDQZ0Eio2BkZDrHMMddvvsqNm+c5sHSApaUDavhrZXVDrasT0yUKhQyDRp1+Q/oM4tIOqwxe23dVDyMa0zBigmQWyoKIViE86V0MfFq1Ae3aEN8VUVhTWZPRVIhwQs4boR0I9t1V5Y99QiMIBfMJaijXFkR6TO6vSxxYKhET+p45wtE0Hj7zNh6+7zE8q0G/vcra2jUuXLnIzZWbdMcDeqMBC3N55ucLSkDv9YWYYauYLsl0ns7FmMrHiGGhWUNcOdeHGv0+bGzJ/fuAuMQFFpJqEGxiaoZMtsDq2gara+vKRTweWxgxl4IYDxKaIkqJyCjZ0YLXl+GwqBEJ1kRdxOIw/YE4kIfEk2EKJRmi1+ibI4V9llg/qX5/TLU2UFnUQsbMp2TtCPLeW50o9aaBFwqRLMr8iKPw4EJSaVU1WlWdaEIi7iKkMlFSWoKkLnFdljLKhHSTSFgGXHXVv9CsGBfOtVURDxEvGCRLYZJifsoJCQzGAxTdQJzmKrfbDWE7GtbIxRrLEANq3ZWILKE1yK1Np+fR7fqceiDJqftl+CeK3Rc3uAxBSw60ZDXX6Q5rhIwk0YQQncSw1afb6GMORIQCIyb4WojFI8SicYXYH1pDBtaI1laI1pbkWMcoLybIlMMYaQsjZdHYdajv2JhCXZABu7GHLTRMExUtGJfZm6SujkWhFg7bvjLW/L2PL/AzPz7P88/U+PSfreHFDB790EHuubtE4laPxK0un325zl+erVGxHEjr6AbENI+Y5pMuJ1TJee47Q/odi+0N6DR17j1T4p4zJW5fH/LqSx36gzHpoqfchLagdwceU3PSE4+SzxoYujj9ZQxggOX3qSoapcvDbzrMj3/4fs4cyOK+dA7npXM8XQnxzUoYPaszOy/nvc/6pkWr7fPQW6Z56OFpsvE54tocTqvFYOsS9dXLPHMtrMrLQ3wGjh6K8sjxFHPJEC8+2+Cl55o8/PZpVWKqisoi6ohO0WXU7fGZr/VVzR9L8b4nJzi+FMFaaeDstElPxklNxli9aHH9BZNrt2xutzx2rRDv+sAJ3v3B40z3m+S3N7lwucEnX+jywpbNkVNZjp7O0rvdpS/l2vSSPrn5BB/+2GE+/NHD3Pz6Gjf/eo1h2IMDMdLTEeYzPpNJl16rT7/VY2TrjL0Iuw1Y23FYkSg5C2VKm5mLsbQUZzprUCBMLuJjFLsYhQ6anUZz0nz3RZvPf6nLtVWT4hEoHNH46GPHePKx4ySHY5o3trl1tcbzl7q8tDygkwjTjof40OMT/PQHpjg2aeN2dhnXdrl+SVNVHYaoC/EjpuPndIauz+rLNmtnHc48luDM2xPEwx7jxkjdwyweTbN4LE0peUSVu1ult3yJlbV1vr075mLL5FA+yiGVHy4UTCFPhpUBS8yOuZhPNu4jyQ/OCF48Z/Gpvxxy4YrD42+K8643J5hcMpg8IHGsk0THi4ScOL6/hc8Wf/WNKn/19Sp1xyVUClOaj3LiRJxjRzPMZ44wnz3K6PoNOq++wnfON/irqyGe2Uzysz/1ID/7kw9y++WrvPCFb7PWq9M9ZOAuSs89xPSkzqnMJKczk2yc6/Htpza4cKHJpbap6r63Fbjv0QLTyTC5oU9r2+T5Cx1evtZTOfBj1+OJHyvz5M9Mc//hJJMjyLYdzl6ucPZShaOnD/PAW05TSmrYOytY7RrDSFRVt9mj0+yTL04xt3SETDqBuXuZceUyu1sGO1sxXr6p861rcLNhQ2yInjBJ5SQqNkmzJYaVIXcfyfPRJ5b4yGNzNM7dovnKLb50ccxfXna51ZChLR1fgtinFmJML8TZ2TDZ2ZSmqGyyxHGLmmqSCsU1hY/MJAwV/F5MRShnfPJpcOOuqlpFo7KhqSnMWMYilpbNskyD+WQTOoW0TjkTYiIbYiIXYapkqLq10eX2Zpdbyw43r8n0ToQzD2W596EMw4ahKqaNyMS76NExXckBFmxJxcWueMzPxjh0OIaR1RloDh3fpd4KUW+HuHlxzPVXhuSiYR66J8N9p7McOpzn8JEc11c3uL62Qb0+pNf18CydQjxBPpZ4DetTGdistE0qPYuRuIpcl0JZo1jSSaZSSmgWYWXleo+N5T6FQkxVeU5jYh7F1/cwGIw0Vlbb3F5tc9ehAqcPFRVC0Q+7dAYOL10Y8+KFsZoklcomTUqZEam45HEE+T1+xMCPRJnMZ5kt5RR/v9Go0261KOdKquKJIdFEm55rstWFtRrcuKZx4xpM5xymczbFiTDZ6RjhRIRaG+odjUzEIx3xiUY1JXhK5oApmTR+SE0qteuaQjy2W0P6bZtx38MdiRgdY2k6xoOPFXnLu8q0HZuvPL/D5ZtdZvPJoCY0ZsuyOdWxTXEShzDCIgTH6dkdepZ8rrIpDauNyW5jQL09IhKNq0pbcTJmgqSgwfM6kaxGrzui2x1TToeZLUbZqQx5+uUq11a7TJZjTJYNbm9oqiQnQhvL9DCcPJnl1MkcvVGP7qhPMhWhVEorgcDuOapcNTkmFz7IlGUSTKM/0mj3YXMXNnZ9Wu2h2oxaI7GkgRER5IlBaTqK5khOn7xeH0PyGMMabiSuSveHaP6QsuAD0jpTySileFIdc6FISE2fCbpzjEezO6ZSG1BrDFSDR3I+tIjcsOpUOi7X1y02d0388RjfHHFkKcfhpaxy/JWn4hgJnVZnQKszfK2BEdKihDS5cAebbV0zcNw+ttMjEXNIJzyikQA7KpPt13ZHXNsZsbPpUd3wiTk6i5kwc0WD0qEs5UMZvvH8pqp6xcEfRfDHIey97KZENkIyGyGacgknLDI5namZjMIN37ra4daVDqOuhz2GZEJn8YDB3HyUbEom93zK+SkmCvNMTkWYnOsTTw1Z3xBHqIkTHeNERtTFQV/R2N7y2Vn12F3zSKRchZ3RQq6atBL3bz6ZJJsQHI9NyLDpNGxaFZt0wuC+u4ucOJHDCds4EYdzZ0d899kRZnk7RAAAIABJREFUvulyYknjwEKU5GyO1EyOs+d3OfvqrsoclpxWyTU+ejLC0ZNROoMQ7WGYysaYreU+7thibjHCzHyYaEbWqBiVVZutaybm2CMlm/OcZMMEjcl+y6XX8Ai5GplEhKlynHvvn+Se+yfZqG6zWd2m0rRpdnTaXYlsd/AkT2YPt2UOIww6ks2okyt5KrM3LK7QCAphKthZacVMLUTVgMM+9lMEDtuSXAqd3EQYPeKzvhIIwDKtbYRiZAoe2bJNIitNLnFghqmuWVTXbY4u5HnbQ9PMLSZoe30aVo/VlR6rt3u4IgBrceLhMIWYRzrq07ZtWo7DTD7JgVKabDIa3CNLzo5MU2geu+2xqnZX0FQi6DnojqfqwDwszkN5MkOuVKLVDfPss21efbXP0rEkB4+Ky9ckZgyE1cZoTwDWZSo2ElXY4VxBMjc0Wlsurqlz+HiOwydyPPvMNs88u4Xry1ovTS2dtSsua1cd5k/rLJySbCZfkRvaVWithRjUQswejTBzJIIjeWE9ea4OmbCtaBhvfm+BN/9Inps3h7z8Yof1FYteWzSWEAcWEhxYTNAf9+iZXXUTq/lxdC+KblqqZhazzCzkaPRHLK81lADcrhp0mxGQidOoTzxqKdJGPBwiGcqQjqaZnk4xPZ2m3e2zW29TbfSpt8c0Ow79XpRBP0p+wqcwIceKTB2GVVPu5osDll8a8si7ZlQNzD5Xb2yzJghuEbDaISYORJg8EFbNEdv2FQJqWHGwOj6FhTiFhQQRQ278PcaSMVYx6dQsug1Uxvz0osf0AY+Tdy1y8vQxMtkiT33xMk994QqFGY/itK+uC9LYkuZR0BCJoHuGem/64uLtDlSTXxrP0qgLXCghJeyaA1ut5WIOTiYiHD6V5/DpArfPt7l1vkM6qjM7bXDqeIl3v/s+nnj3GV56+TwvvnyenogL6bhCOH/nuRqXZbDorjxHT+cYWmOa3T6thklj3aZbdcmVIV+Ge+/L8uCb8wqbdflmj9trY5X3023o5KcNVYOeQ2PXpNOQbCkhE2ikSzbpskMoGsbXDMZjXQnF3Y5kVSvVk4WFAocOldXGWdPFsWFz/UqH61fbxCMGecnTjQbTYoJNtJw+pt2nVJyiWJTJfJ3h0FLu50ajSbPZVE0ZiX6SJnFYmj4KuR0mmpTGmoh7OuO2y6jpUsglue/heY6cKHHl/ApXzq8yGopDyWdmLseZB+aZmklz7fI2165sq2ZAsxNVufYpyX9O6AytHVWST5WIpUkYBRKxCdV8tGzZ1FfV8To9k2bYG9Ju9On1PDojg8FYENeS8RdWztxI2Cab9JjI6aQNj2G7y6jd5fhd05y4a4Z232Blw2f5ts6t1Si31gwibBL1NxUZo1gqkE6nlfNKoTetPpYpeekW45FkNvrqBl/2wdsbfbbW+2o9mJmPcfDoJMdPH6Q0VWR9o8raRo1KxaRSNXGtHGGtTEhAr1pNvaYDi0dYXDis8O7ra2NabRdNeNk69Dq79Du7ZNMTFAsiAOtU6zu0u03K5TKl0oRqAEdDEczhmFa9qV77Wx+d4ZG3zfLSdy7z0rcv0+pHeOnLInUEj/ue/NVAtBD87h56MHCG7eXPBTrEXv7vvgAcNDuVwKIFTU4Rx9RXaXhqcrwIbtbAdTRU718CF5QAHAwhyT8vuGqpAAMpwvDrKOHXBZW9332nOXUvb/P7/0IQn8o9p3KLA7FRCad7fw4kmtfYinvOvdfUm7090Bv8sjvauKod+5pGHnRnX/+mT/zBP/8hCOjf4Ge+8Ib/GPIzb5yz+0N+xr+ff/0n/wWPvEFcbPfS57/fAayYdeIA/vU3zBhe+cav8aHf+97nFbwH++/EDxeABQG9914ENkge+Af/iD969A2eVPUCv/jz/4nXk4lf/30K/+zdz7/64w+9gXhscv4PHuXv/KlgGCVTbEz0/Z/k6//r2+50yVa+yX/38V/kaVNcKoH4IsdpgHD+n/nkN36RI3RpVrbY3bjN6qWv8fyFs3ztO2uMRrIHsJXTUAQnyeGUXEMh8Ij7V85x5Rz2oVSUpu4kU1MlZmenmHvfr/FTjy7d6QBuX+BTn/4io/GI0WisxN+aTOlKyEQqTTqdUeuKHLfKLZp+jJ/6pY9x8E5NH+ix/a3P8d22oGOjpNP38+ZHFoRX8v0Pe4Uv/fo/5f9e7ykUqWWN1f2FUC/C4Xv5B7/7O9yd7TOot6jVb7G1eo5XLl7muVeXX3OeiuAqAtaHfvvr/Pzdd4qm6199gP/mX0ombDA4ooy2rsf/8Iff5omFH3xCXc7/3lv55c8E2boqT3cvI1flIWo/yf/1pf/pjQXg9/0E/5t8jsrhKq7KM/zmp/89T0zfeQ5tfvN/5Jf+4JwSRAPxd0+gEydf+R/xO//2I3c60+WfGZzlkz/183xpX5xW+OZAkJWlQ0QyTxSVPXan4FtVTJAdOIoE5fqaI3DPMSzPQaFdXaEcyV5Yvk/EvwAlLRQlEUflGBUBcj+vU0Q2uc7KGhmcgOL2FUe6OGlff04/iMv/XjjAvlAtjeZ9AVhE8QDJHCBI95HVCmO9hwRXzt89RLNgmgVRLGKtrBuytotYqXDVlqmEURGKmg3ztQ/ikQcOE5MMX5UdLNEbwQoSDBzYSghWr0/X91yRUSUsiAAsoplKOlXXhcA1LE14+X/yuoVCJI5ncY2JOuXgBQKOOHBdGSQSJK2nMLfpeIyM5HaLizk40FS/Sd5H2ZcNTVPhbQ0RNSMRNUxh2ZYaZkhI1q78DtF191Z4GUxSg/zS85G9o4jlwQTJXoxBcFWRvoSgWxVtZn8QQYnZ4nsVokDwmqTkWBjbgXAtQrp85uI+k/tECSxRE2bmmLDvEvFdJQALuUXTPEVqGllCJ/PpWsGVWN4pJVDuYWUD7LI4IQNXcm8wpjc0kZSz/MQUhclpwhGDcDSmclNlnyPDB816jWajRqO6S71aIZOKUxKCQDSiRHm5zgcRWTZG1FDvmcLIy4RiOErLNWh7MqAogq74QkX8DZJmBSFqehLRFlHl6iICRYM/K0FOKGCBEBzW4kQ0caHJ5zDAszqs3r7I6q1LaiBB1r9caYqZxaPkJuawfRGYI8oNLghmGXQRspASrNW9kvxL+x7zIFP3tT/vYd/V1eu1vY4a/VCu3r3L2mtDAerzU054QYvLsRtSAw7y/4IsbdkPBseyIgnIsbCX7a1+hxKAfXQ5EdXwQCD+BpjsfSj63hq0t3/Zd/HvbzP2t0oqwko5qXU8XcMVhLtQn0WAdixVgmdORDTRxojITYIzZnNtRVWuWGBybhbdSNDqOXREWVDDfi7RaJKYkSGmvgr2PIRrd3AdoQKZhLBUPJK4gXVfcsjrqiRmRqrfN2k1u3S6ksFrKvf4gYMLLB5cZDTu0upU6XQa1Bs7tNq1wK0sIqEeUvtBPRJGk7UkFlUDU5KjrPuC6I1iRAyVoSvPtdZYp9bYIF/IK0KHXLubza4aqEqkJOIgitUdY/XGaqxDD8mAgrjfx4oWqe4/o0HutJQn0WQ9VBzZoGOp2sc1S0NcWfKFWhWy0UIS7iJUAp9kNEExniauy2CoEMV87GhGicCTpTSzE2lCmku1XlfP8fF3/CiPv/MD9JrrbK+dZ/nmZS5fu8bq5jqe7uLpjrqfW5gvqoGsWkOiH+RaniIcSpHQbeK6TTICyVhIHVf9gcRKmNTqI6o1oWMmyeSyihIQjSbQQxGqtTrVWkOdv/K+Cs7Zsds4arBchrmCdGk5ZpMiIOdT6j2UGDD5+3Z7QKczUFE+iXSUZEb6dyHSuQiz81Fm5qPUakM2N3vonquydSVjV2ZGpSpVja1daWuEyU1GiWdhOO4oZ3J9B+o7GvF0WOGb8/kYuWiGfCRDtdalWusRi3mUiiHSyRBRWTNMuHxRHKl9XNnjyPMpSYRhiFRRSGlgjcSZ6+CMbDXsp7DKVkA5kR5m0giRkqGGeFj1AeQaMLY1xjbMHQpKcsUHksnbD+HIeuPpDMyAkpVIG6QLCdWva1ZGtCojhfSX62RKHMlpuaaEGA00BX0jKmhfm9auRntXU+9jaS5Gqih0PZtwwqG+LUPwjhJWfVPQF4JUlmzzELrhEop6Cr8dTQXIeHmNMT3MT350RmWTfvvbdT7zF5toCYN3fPAg95wuol9pqPrihR5fvNBnZ2RjR33CcY2ZUozpUozRyFXxbUZCI50XcdljbXlEfdfmvvvlHj7PqmB9X5aMc4dUPkSmGCKTFdEuwuRkiKlJHc31aVUdRc8yHQvTtehYPl0b3vLgAh//yCnOzKdwvnMJ9zuX+MpuiK/uhPGzIWYW5X1D9YTEOX7wWIZDR9PkoxNktCm83ohefZ3azjpPX/T51kWPzGKImZMhlhYiHBH3qKZx8/KAm5f6PPDmCe5/UGhe8v5bODKgJdfDocVnvjrgL74yYOl0lg//+AynjkSxV+o4u22S4kAtRVk+P+aS4INv2ax1AgH4nrcscu9bF1nQesyadW6vdvjcuQEXdl2OigB8Mkf9Rpv6jQ59HIZpKB5I8uRHj/PRJ09w8bPLqnohEw5FKC5FObUY5/BkhFGrx1DWzo6nergbOz4rGx63xGTl6HRcnfmlGIePxyjGdKJth7jnUjjgkF90iFoJIlaCF14e89mvdrm+blI6plM6pvFjj51U5e32WP72La5f3uVadcyNpkU7GlL1gccL/OQHyhyfcvC7TcxagyvnPa6cdzG1OF48QUfT2LVMWkJP7SfQ+wkSYqjJmBQKEj8VplQMqzVhdi5KMrRAKjRPb6NO5co1NrZ2WTYdthyX+XSEhXSYWM4jkndJ5WNkxYiWyRD1xkS8Md2qRWvbYmULXt0IUx+GOL3kcWpJepM58pN5DCdNqJPC6UOjX1F19lafV271cCISCWpQKkeYm4LZiTAT8QnKiQmG2zXaMhiz63CjnWJ9lOOh01M8fHqac99d4etfuczuuEP0hEHmaIylhSRL80kOhjIc1DNceqXDX31liws3OowE5R/zOXwswaFjCeKOjlfzqWxZnL3Z4+rmgGRZV/WeD5T4yI9NcjgfRt8c4a+PaNg2DcehPJljbr5EHA2r2sPqDnCiHk7UZTB2GJgO2XSJ6dIC6VgMp7WB017n/EWHVy85XNryuVyHnZGHF7HAcMilE+Qycep1iy2JtTue44M/usgHn5jFu7KFd3mbz73U41MvjrhesdHkchuOaKQLIVWdlke75alJVhGA5f5A8mLTOUHNyP2KhhEKq0Z+Nh5SAnAh4+OnXUjLYiYX45jKSfGFbR4VRE4wFSm5vtlEhHxcoxD3KKR0ipMZChMZtnfqbO3UqW6Im0yIJ3HufWyJe962xNNf2uHpL++QikpOpEem7LLrO1QFhXfDZ3jD561vKvLux8tMLkYY6BYNe8SzZwc8+3Kf1rbDqOpycinDh943y1veXFC4gnDIZm27w/pWh57gK52xuhGxBzIdJheMFCkjyVjT6OBQG5ls1YdKmJzMRpjIyIKYJZPNYY5s6tUm3WaXxcWSyqAbRVy6msXQshQuWZyzzbpNs2ZzcmGKU/NTpDNC4h0y8m1u1TRu1wLHjdrhjbpogxqajDh5wY1VcTFNcSFNXBq1mmAdxgwlH2JocfSuUxw9fYrx/8vZm0BHdp7nmc9da19RhX0HutELu5ukSImkNkuyrM2SbEui7ciJJ2eS8diZJBMnXpRMEsd2JnOcxcnES7xlJnYSL5FMa7UoS6RESRRJcelu9gZ0N9BAY0ft67236tad8/0XICl1KxkZPN8BDxqoulV1l/9+7/c+r7NBrXKVaqNOtWVy0LDYKJvcLpvkYx3ysba6EAqmTCY4Sy1fle/21ZSZ3FiaEUEQxMkXc2RyaToNmajpqwlCuUjv73ap7Hk49QHvfHNO1dhsivxEkvWyyxef3WNlo83x6TxLU3lieouYIK+bXWplWUwODjO7IjR6jmq2y01CoFlqUjkiWSYRE0OQTZEY3dttOjcbSghPjMax8xFWLrVYudzkLQ9m+MD3DhEfGnClXGGj0UYbSCZzhG9+3eWbX3MVCmd8ymB0IsriqWEWTg5z8eIGFy7cRpNMnLS8NwYZwyBnm2EDeixFYPv0TU9N5DQdGSjQeP7FBi+82MCyA9IZTbl8oxFIJHWyIzFyozESdoJEJKGQt61qR2WRVNs+NbnYS0PA9zg5GufhhSzzuTi6pxM4sF+qsl+u4Gg+fUsQ5gHlaqAuEsNjcYqjcQ6cPpsNj81Sn62tgcJcTs55TMx5xM0IMTOqRM5cWiaPLQxbR7cNmm6fltujUfeoV1x8xydhy36ukzBskobNmDp5WuQyJqmk3EQbbHR8Nrp9NrcH3N70CToGQ6ZFWhwHaR8tPeD5l/dU7a/36B5oOOJsPOxaROMyIaerPI1EdkAqa5LJysRdjLUbLdauC74yUNjNbN5k6XSc6fkoBwcu+/suhmMTcSPMT+g89GDAqVMmyVyBRK5Aw2zQMBpcXWty+WqbSy932V0O2L0WkBHMjExzyjamephRcaNLqmkU9C6B7uCIYNXQyGUj3Hf/ECdPp2n6Di3f4coFj/Pf7BG0+8wWBsxM2EyfGWPqnjGe/OoGT3z1NtWSg+5rpOI2p07lVTVdj6bnsbnWZvVSE6fpMjGjMzyuE4g4Y0UUNrpbkkWzTiKvEUkHNFqCpe2EmJ7SgEDykw1DCcBvetsUb3rbJMurG1xbXeeg5qr9sdXRwsm8ljTDwv/6bgSvKx1GnViySyzlqkVvPGEpV7KgwqWBVRzXyY+axOMhXrpRcymXulgRjZGpqMKzigB8e62jUC96oJMraBTGAjJDGq5r4rgGJXEAr3ucWijyjjfPMD4dYaO9w0Z9n40bHhvXe/Qcg6Bvkc9EOb2YYm4ixtpBg9X9BuNDKRbHc2pBubtbVQu440tFlk4UeHF5lxeWd2k2e2pyV/Olg9RTNTIMoyNQLGQoForUGwZfe1rQzQ2WzgyxdHaIeKSDpdUIeq7KWJH9zIgZKldWMs9karPfNRS6g57J3LE088fSnL+wy/mLuzjuQE1Ry1To7pqramwJxo6HqMNmA+r7GpUNg/a+zvBcoErc1GYQwRJMVdAmFXO57x1Z7n+HIKA9Xj7fVvnKrbrcXOvMzsaYm43T6NZVBYG4EGIKt9846NI86DI5m2NyNkuj4yp36u3NLrsbOqVdnXjKIpa0SSZcUglH3TCmoxkyMUFaR1UtX6vy4osldg86ePhIK4AgQiAu44KuhpryI0lyhZRCg1z++p6qs6/PcfbBHN2ew63NKvt7Xdp1E69jqhyf/Lgsug26HYNufUBz16XX6DF3Nsvs2QymDNX3fWolh601ISs4eC1DXWfHF3wm5vvc+8Ac5153ilx+mMc+/jKPfeJlsiMDciM+mqXRG4jQpKkBLXri0ggHEtqtLs2GZOQJWkwcD4I8k0xHi55gPzuSYzsgKmscGVpZyDCxkGbtpYaqM4tJ3vamId7yyCijY+OMjo/zh396kT967CKRnM49Dw8TGBpfe3yH888eMHPCYmbJQqYpvIFJszpg53qX8qZDYQIK4xr33pfmgQdzyjt5cbnBrQ2XQPDHblwtgCPZgZpK7jYChXtXopk0ehJdrISMmEtTWvLeNOUwb1T9w0nmPvPzOU6eKpIfiim3szShV280WbvZROsHCi8oqM5mt0c/8BkaEpHTJJMZIZMZxnV1ldVbq3aplKuUSxXklCQYtXjcJJmwiSYs9IhMDav0vLDE5elDIZ/gnrNjTE5l+eInL/MXn7xEtqAxvRhRaLDZ+VFsK8ZXv7TO155YJyUIv8I4kYRkPIsFqovT26bb21ZZX4lIHlOTxk8U05Ss+DKxRJ10WgSQCNVSn/1tj2q1r2IYGu0BiYTgVeNkc3K9kKgGjUJaHAsD2uUa7XKdhRNFFk4WqTRSrG3EWLkZ5fqqpsrWb2Hpt8jnYowOjxOLxul02wp7Jvh3qW63RbNexbAGjAhhIC1riR2ee3qbfNFiZi7O7EKBuYUplS+2X6qxV6pTLncpVxzK+wHVkmRWaxSKcrOkMTdzktmZU1RKAcvLFZXBrTBjmiCdS3RaByTiRTLpSQgsarWq2q7pmWGmZkaUi0hwtU67Q3mvROB3OXvvEGfvG+LLj19U5ZFl/fxTrzTtH/jIxw4zH0M8qcLwHrpPFMFRDU3IvEDYvQmFjrBBKM1owQyKO0yyEMMmZ4gZNQ0bw7AlSlGJ/3K+EEeXOICPGqSCgA4dw9InPRKAX3W7vCpAhrjSQ0XkNaqhSsp8jRIUNl6lYa+w1UfNUxGZvu33jpq6ocvu1Yf+VtnzTpHpO//kNY8D/NKv/crdBeDf/SffWQD+9X95FwEY3OUn+MDP/jnb4Tt1qP3k+LF/8r/xc3dBRstvhQLw147+4pW/++gv/cJ3JQAfvV4RgD94B9q3yzd/NxSAv0VUL76PP/61N7J0B2sXmpc+yw//02+w8+1vZLDEP/gXH+GjS3ek6MLqJ/mRH/iHvCgZer6nsvjisbfyrz7zX3jnXYTAnad/mb/9z/4b26opLxl6IX7vkV98kl955I4XAd55fu17fojf7vbpyo1121XOBmk8mYioYryafWqHGGnZb0VYFZLCubOnOPvX/x0/+Y6FOzOAaxf4w098RglNgsCv1xtUKlUajSbdTlc5f+PxGU4+cIrp02/l7MljDN3lLVBvV+08n/7jJ9Bn5sgNDan3fOLkG5lO3olO9yoXefwP/5zHr17m6pXLoUBmakz9xH/mtx89c6dTmR2e+kcf5lcuhUMTIpZJc/QHf+UJ/ta5uwjAn7+fj/6LMBNXREp1jdI0/uF/Ps+7Z779w21y8Te/l5/7ZBioGQ5+hlnjcj0O+FF+7dN/n/vviBpe5wvv+Sj/RmFtZUhcXJUexb/3Rzz2gyfuPBS9df7il/4Kv/qinIaUIh0ijke+j5/9pX/KmyfvxGWrB2m/wO//+E/xuIjZhy5euW6K8CgCdc/X6CkDa4gFFvFW3ERH26Ocngq/HIqrgk9VCGh5fQp12lcisDyebNarjl1ROEOSggwBhLnLr7rpjzJ0wyZ16ACWCs8CR78XnnfCGZdvHVw5ynE+yhM++h35Pfk35cZWwrBSWsNTy+GQnPy7iGcKE35kEz4Sx5TTMcyILh20Xvkc7j05TtwyQpd9PKaOGxF21XsmhIx+mIOoENKmpUTiED9+JACHmyHXCxXHIm5OJbKLEh9uoDh3DdtWqFZx0IYRAnJvI2s4g6hpELdMEiLwSu7lQBC4gnYNPwtXqFMiEAqO17bRTROnJ1m4PeUolO1S74uihofYVy3QSKclViOrRFrJUJUrjKBw1RDTIS69p/YV2UxBZh9itHVNCQEqm0TORWq1ZKp9pON2VYmwLu+NiKtCaxLRxBbhV16TIfd4mspgjkXFhSf3wZ76GxFUHT/EfEsNhGQlOPCeCO0idJkhzUAoB9K3kn+X91ZM0YOARCpDMpVmemaapePHyOaytJrSdK6zvb3NztaWOtelUgmF6Xa7HZxuB7fbxum21XpDMpElW10NLRgGrh7BM8L8VFkDy/CECLsyoNn1dbq+xsCMMTCjqnwjSg8Tp49yeypcswyKyVhLIOKUIHxl0Mxja+smm1s3lUNUHMfpjKxzJ4gnh+i4vio/6ONLBowxQJMSSqGvo0u/7OiYUe/Xq7j2cPDs8Gev7OMhHj082A7PCofCrRzcMiAifyf7sAxJyACBnA9C93B4bB458MNhgNAJHD4v6DKkoh7jUABWQ0By/gkd0OqsIHmmhzngr1Aajs5Qh2sWWyJIVPaviL86vpxfDx3yPaerHI9yTOYSNjHB/3sOvU6TG1eucPPqVcbnZlk8cw+poRE8Yiq/udeXY1WclhFMQ0wAVuiC9z1ajW1azS163QqeU8YIxJAibn0H36/h+1XSiUnS8UlsO41pRmk2HdbWNtjbL3Hi9BInTy/heE1qtT0qtX329jc5KO28IrgfnffsqEUyG8OOCfZYYlDk2i/boSvxUvKUxfSA5qhezdHaSJOutS73rdphz9ZDcy1wQ/qAJQO0Isi4dZxeS63hZZhd1qjyt0KDapX6dOu+ovpIOyERl3NaVPW9FYpeEO0iAJs9BlGTQdRgYnSY49NTZJKpsFfT8fDMlKpsxFBCTa/dYmP1FvVKnfd+8Ed43w/8MLub17h68SmWly+xsrrObqlEImOrmhIH8GSORrOt+t/lSodkYphkvIhTL6lKJSIUR/KqH9po1Wm0Gkp8b7ZkuD2jImJkYLwhuZhCRjncVyUveWFhgb7XY+3GTfZ2dhSJQYZ0dHOAYQ4YKqSZmBwikYzTaspgsBiKWlRKLXUONmzIF6IcP1lk4ViWeFKIai63bze5eb2uBh3GijajhSiDnuTfatySuJ1VVwnAIzNJMkUZwqnh9ersbsLeVqgpTMxHKBaj5O08eSvH1av7XLt6QDZrcXwpy3DBhF6HXrvDyjWXlWsOrpxqIxqxghkioEdslQsu4qi4B/sdjW6rR7Pu0OnI5xcoQICQ9ArZCLlMlEwmRixuq2EjoRPEs01imSbNivSxAir7Gq22prKdJVLAG/TJjwhNz6DnBkqjKG33yEgfM2OQy4mQbdNpDri96lKt9siM6KRHDZW7KyXI66Fxm0TWQLf7aHZIQDvYFvJhgO4FGH3BKdtqwL2PR1+O1mQYxSSD2drAVEaVR99XUPWNZ8v82ad3MJMxvveDC5w7mcN7aQfvpW0ev+rzhWt9tlp9OoFHJGFwz8khTp/Ms3qlqiqRizB5Iodm6ty4VGZno8H9DyS5/8GUeh1XXurQbmvE0xEyxTjHz6VUFbKQjwdUdlpcer7E6nKdruDQHY1e3KAXM3jjG0f5yAfmuHcyyuBrKwy+vsJnd00+t2PgJk2KEt0n1C7bJxP1SRUgOaQxZGQoBDnltm8wCjvLAAAgAElEQVS0WuyWG3zlvMOXX3KZvsfkzCMRJkYNUgMNy4H6bp/6rs+pUzlOn86B7lFpCnLeIZD90dP49Be7fOqLXY7dm+fDf3WKMydj9NcP8HdqRHMiSlpc+WabF77c5NoNj60W7Lg6w/M5ivM5jg31OJGTKEaHpy53WSsPOH4yy9LJDJvX6mxdrdEUnHYWCrNJPvJDZ3j0B8/w7B9cUlXX2mgnNMZOxXj4bJ77jqXoVZt4lSb7Oy67Wx5rt3zW1uHGukYJizIW08dsjt0TIaX5uOttjE6PiXtsJu+JEHdtEp7NMy90+dMv1bm25TJy2mD0tMmjbzzFo286TeVqma/+2SWuXNqhbA2oWAE1TVf13nek+dEPZFkaBb3ZonfQ4sp5jysvedixDJmhHHudAd9cq7Hb6nPu5DjnToyzfH6Haxd2mFqweOidQyyejJGN98nF+1iDYUx/hIPVMmsXVtndL9NMajgJMblZjCZMjJQLqS6JdJJccoSsnOcaNdxGla3lNuuXuvSMGOnjwyQn4lhBBSsok8lMk05PY7YCBntNmgctrm6VubJZoRHTaMbEjBmlKAKoOPK1NnHDIWObZCOmOpYb7YCBmcJOFbHiBfxKnX6lztMvVvjis2VqA4/R4zpTSxFOLBU5caLIhGsy7pk882KV//rELpduNxmbjTA+GyUbHZCJBrQrgo7X2BYHd8lht+0yeY/F5BmTd7w5x3u/Z4gh36fyco3acoP88Qy5Y1kMzUWToZyGRrccp9cyMeNdrHiXNoaqVCTNSDxPWuIyum2CTpvHv1Ll81+psFbvUbMCGho4QaACFgqJCIV4lFK5x+aey+LpLO/6wSne875x0jerZG7U+PhXK/zOExUubTpoEfTAsDXSQyapIUMhMoWdLzgjuXuT4TUJ+44kQjygL1PTkqEZNUnHdYZSPumETz/i07P72EGM2CChbpAESuloIr6F03oRQf4YFikT8pavcgMSBcF3JqkcVKgeVPCaOr4juRRJRk6MMHpymM//6Tqff2ydfLLH6++3GBrXuN3rsy35fssD3GWf73mkwHvfO8roTIQWPfYdhyefqfHkM3V69T6W63PvUo4Pvm+W19+Xp9lsqBy8ja0Ot7c6OLJ4t/vK1eU6Om7XwFAgzQiBbTCI6rT6fbZLLQ4qXSKBQSQwSSfjZDKSzyJLuw6m4aoGeq6YVu62fcej3ujSqbbp1hw1eeY1YXFsmGPjI6SyGqbgVE05WcNmS8NzZNpHJ2g2CWoVDKdDRBbFEYPMTIzstGQk+wxErHX6mJ6vtmfs+DHGjx+j216nUbpKp93E7UdoODa36gbrdZ1k0CJJm0QkFIAlo2Wv0WO3KWKEXDjF9SKLfYt0OsnUdIGx0ZxaRPhej0otdKNWDyTjtMfAGfD97yzy/d9XpKebVNoa1253eO7lCht7DgszeZXtqXt1NFecnpJDKg6ZAal0hFQmSnfQpxv08XqSdRA2EtNKzLDRo9KMtmlv1GncrKiJq9R4hkg+wYtPl3np6RLvfFOOH/3gCKMLOjtak/LAwekKEtjmmSdbqiRrYnY+wuhkjJHpIUam81y+ssPlyzu0qx0Mp0/GhJm8xXTBZmomw+RMGkfc5H2XphvQ7RrU6jovv9zi4sviRNXIF2UySnDjmhKAlds1bRGzksTsJF5bcA8dOk2XZrdPy+kTCJbD8zleiPH66azC38pEVqvZV06i2xv7mJKBMWTS9jR29weUKwHTEwmVm1tFZ9fT2G8ElEryvvWZPOap6nUN+h0DSxCwlkVEEC8xS01ZdrxeWB2PdtMj6PdV5nNCNMleBMuLMDIUYWzYppC3GS5ESWdtduRY8/rsl0WgFn6cSVqziek6nu3Qs1xu3q6pquwO6JQNOpIXrKbxZKxNhWORzGrkRjSVKyKTiYKQXFPiRUtN7EkTJp0TJ22MyVmb9U2X9S0HtwR+RWNuROfND5ncey5KcWyYwvgwTqyFE2tzc6vFymqHleUupZtwsBqKIcpNnxF0xgBTBI2OpbZfzk5yYyE9C5mIzA9FOXt/nmMnU+zUWuzWWtxc7nHjsg8dn8m0z+x4hFMPzar67BdW+dwXVqlWu+o5sskIC/MFFucLeJqDpzvcXm2xfL5Jp+EyMWswMq4r5EfXk8/IYtCKqGlYJQCnoN1tq5LsYBEk+x1BvmgUclHe8r2TvOUdE1y/tcXK2jYHDSdEhXQDvGagFpEqf0zO0Z5Nz4mpXr0d6xCJu6TTUXW81Q/6HGyL48InmRcUh+TgJshmEkr83dlqCQmN8bkEiYzJ9obD1kaXQU8QHQMlAIuQnSmE+GfXNTjY8Cjd9jhzfJR3v22RsekIy9U1rpdus7kCWyviDBW0jWRvx9T598TxNMu3K6omhjMcny4qJ/315V26HYc3vWmON795nqfOr/HUS2tKALZkrw4M1STsuR6FoYChoYDhQorhwhCdtsFzL1a4er3J0rkxls6NYgUNAucA3+vSE8SID0ZUVyKwNDRETHDaOo19uXm2mFlIqlpbr7C2LggraQiaSshpHLiqCrMahZkQddhp6TRKGuVbqCzk4tyA4TlpVkWJIDllGgnTIZPoceLhJCceSrB2q8fL57vsbvWUACgos/mFqKpGp0mz20DXLCJ2QonmB5st9rdaTM3mVbUcj829KlubXTbXAva3IZ6IkojLNK9HLtchk7IpSgMlnScaG6ip2osXajz7TIX9iosRC1S2LkGITxMiRGHYJJ1PEE+lVLbn9Rf2VC2dTXL8TBJ30GNnv0Wl0qNb1/Ecg6EJyeDW1bmxWRdX8IDmThev2WPpgTxLr8upxqnb9ijvddm+1aK84zJwBONsMXXMZ3pxwJkHZjh773HSuSEe+/hlHvvEZbIjAbmR8AbO8wXxJPeDmtqPYuJOiERwOo7CVcnUryvHsi8CsK2wVn35WaeHxAdn0nKzZpHMyyRvlNqtNrW1Do+8bpj3vXuaR94wRrUhtASdxz63omp4Ns5b3jdJIm3z9Je2Of/cPvmxgSpbGqDRBN2mxvZK51AAlnycgDNnU9x/fxa3H/DS5QZr6y62lsLSUmgxFy3m4TkBbgu8tnwGEuCtYylkvaOyg6RJJOuwZi1QQwJ9d6BqZibFoiwg8zElOvgDg7XVljqHyvSzJo4laZ5KBqSlKQrG8LAMeOSJRvO021CvulTLHRq1hipLaFe2DDJZpJIRIjFLFoZKeD9q/Is7IGqZ5HNxFheGKBaSPPnZFZ787DJT81HOPJBhfCpFKp1Q+etf/vxtvvz4bcYWphlfmCGqkNWSF9HB9Xfx/F2SsQKpWAF8yXP2sSN9RsZdhkZkKRuKjTubfW6v9imXe9Q7rpqKlHVJJpVieExndEJXN5LpmExH9+lWGnQrdWaPF5g9VuSgluHmWpLlm3FW1wPWNgQduIqh3ySTjDCUGVW4OVkPur0uC4vjzC+O4bktGvUSljVgeDxDOhvj5fNlLr5UJpnSKIxYjI1lmZwYI5vL0Ox2FbbxYF8G5FrsbDns7/Rp1X2KRUPV9OQJVbWazurNFvulFm6/g+d3VC6O32uRSg2Ty06i6+Jul8EGR+Vjj0/kMA1TuRaFLuC2O1hGn7nFGPMLcb742Qt88bMXwR7iYOW5V5r2Dz7680qkDaMyDwVg5WILxVVZ34fUx8O8X+UMCJ1PCncoDWmFKJXMtVCdkH3iFQFYsKfKFCwChzSwQ+FARAXB6r62MfqKEvsaHeNIuD0SN+5ANH+L9S1svIY5iK8RgL9NGDl68a+4nF/jPH7l8dU2fCcn8GsU41cf7FsEqV/+9X/5XQvAD3zsY/w/D92Z5ws9Si8/z7/9vT/lk2s5Hnj72/ipH3mAB0fuBgkON6Px8idfFYBf8/o++sv/7O4C8Jd+/tscwN+qr/3Sr38HAfj3fpG/8RpH89F7+shP/wy/cTcXsKys9lf51J8+xce/cJ0VRnnkB9/IT3z/Gc7m7vJ63Fv8yd9+Dx97NlBZgyL+ivAizdj5H/8jfv/vPMhdoL60Nh/nD3/7P/KHz19l5Mz7+eiP/RTfd2biLsIn7H79b/Lhf/QUjlwPHF81bxsSG+CKGBNiRJXLLSoDk2EjuNNpU66UVbP03LnTnPup/5d/+sGlOwXgO2XKv+RPeux87Zf4o+cspubnyeXDhGAte46Hzo7d6QIWWay9w4uPf5zf+U+fYGPsLB/+4b/Hj7xtTpgDd3x51/6Av/HTv87OoXNRIYn9AR/61af4O/fe+Q7f+uxpPvLPwhzMo2NOzj//+L9euLsA/Fvv5mOfCo+o3iGSN8zJlXXSj/LvP/XTdxWAH3/3R/m34gST/UbczK6L7/8w//7Pf+4ujmGxYpW58IVf4w/++DNc2j/Ggz/84/wvj76Lqbu96KN3QSGgf4rPH7qTFb75EE8tQrXXkwrfDxEFlbtLYf/FZS5OYBECQ5FHuaFVhWhmJQCL+NYTSsLhrc5rhlnUwIoh2NhQMAzFx/AXQsdv6NoVl1L4/yrr4lBkksmcUDR9Ler+tee3V5y+oWp8KB6/+vG/Skc4PF++4oI8yhEWPfPw+ZSzUcTa8LtUufSqAHxsJq+iciSPNpkU0kiY9SsvXD435chXTu5e6PKT9fXhtUCJzIcRqiJOiuYrwrkImiJshvE1hhJtRQQWdLlgm0U8l96REFKSgrONRtQ2xE2J3dHQD1G7rziyRfyU91feazN0XIo4L3FERyLzkaCqPgMl1GmkkynSybQSmJUDWJP9IcwADgXgUGQWETgUgMUdL+5mTVHNgoHQC4TUpitBTQTHjituZEdlsbl92Y+k7+EpEdjWAmT5HTFFABbHtKGG3nVDhiZC2sYgEK+wHBvh8IUI5jJUIvc+6n01BB8u981yDQ7JBXLsNTsiTnVIJFOKQiCxEyeOH6dQKKhrubgNd3Z2VYk4L+c+lT18KACH39sKiSr3FBFLhvLFvakzMEwl7Ij7WIKjZfv6hyJwt48SgH1DnL8i/kaUCCwOYNeXSKtD3LogoYnjk1RuTVMIK+aAcnWfUm0fQ5fhgTjxWIZEsoBtpeh0BXXdU2SogS75yqGDUihR6hyu9NdwAOXo85Xv8lmFwxSH/38k+h5hoI92Sjl2DvOkj2giRwKwDA0ofL/nhcfuIWnraB+Q/UOO4UOatDoMxakuM3Xq+V+bgawy0r9VAFYDd4dDbK+kA6vjPlDir2CYVRjHkfh7hEl3Hfqeq1DN2URUOYH73TbdRp2b165y8+oVphaPceL++xROW5rfvh4LB1x6HkKCMw3pAIvhRIh3XVrNbVqNHfpumZ5XxtRknelh6g6DoM5g0CCdnCGTmCWRGCIRTytk8JUry6yv32bh+AKLx+cVSafRKNFoVahW9xUO+shxrZDujjhzddK5hMImOxLP0HFDJ3cgOeWmGjqwxD1v+6rCKAUPy5YB0JwaHug6bUUtwLWUCBxmm8t77tMfiKlEtttTEVgDQT/74cC329TpO2EEi2lESaRiJJIxfE/uy4Q05uD1RbSs4kc0fFtjfLTIsdkp5Vxrdh11L2KmihhJcXEFxIUyVq1ya2WV6n6Ft7/3A7zjPR9g89ZlLr34ZW6urqis7lq7RToXJZ2LhUaT0bQSgCXmrVaTXOBxMpkJqju3VSUlanFiWPXxavUqjWZdCLfquI/YKSUCS+5tqVShWhGkmAwMBCzMz3PixJJa5yxfXmHr9pYSgFUMQQTEYJ3LJxgezhKNRUMBWChdFbnHbyOZdtL7Hx1PcvbecZZOyvmjTs+vsb3VYWOjq1DnxVzoABYRVmptXQRgh8CyGF8Q554MHdTw/CoHOxoHu9Lns5iYtygUY2SNnKqL53e5cH6XQiHKmXNFxkctBr06XrvJzZUeN5Y9OoMAz4RY3iA3ZisRWPoCnuT9dnT67TDXWfYnGbqRc4vUUNomL27mmK2GC0zbVENCgr6KpppEUk1q+y5bN3zK0sPsQtfV8A7P+dLzEtdqzwkJgwe3BxRHTYpilslaZNM29Wqf61falA5cijO2qlrJUyV5rsUxEf1liKOHr/WpyJDwPvRbgSg46D0hT0RU5rdkLktJFFsiqxGNhfSHXDLK+9+e5v1vz/DsC1U+/fgB0XSCd31ggXMnsjSf26D53G3+YgX+Yhm2Wz4OHvGUyf3nxrjv3lFuXSyxdrGEkbAYmk/LrDHbaxVqBw3uORtXtXXL49qlLg2J8orGiGUSnHwwyYnXpxgvGIymNZp7La68tM/askTZCZFTp6lrNHWdN75phEc/NMN901H6T91Q9ef7Op/b13GiBrmiSXFIZzKrMZoNMBM9jIRHjiiFQYJeR6fU6LNZ7vHM5S7fuNxl6XU2b3h7nJEhnaDqEzQDAleaQwZzU3Fmp2I4vS47lSq1lkO/a+I7Jl/6hssT33A59boiH/7xGc6ejDLY3GewVyGSNrFTJhef7fDcEy0lAO90AnZcjUg+TiQX49hUwOmZMFbl+qavNI7pmZSqW1frrF2tUw96uJmA4myKH/mBc/zoB8/xjT+4oKoyaOIvwPjpGN/z0AivP5PHK9XwSnUqOy4HOz021gbcWtO4vqax7Zts9S2mliyOn7WI0ae92oKWx9S5GJNnYyRaFvG2yfMXunzqqQYrey4jZ0xGz5p85METPPrgCbYulPjzP77EpSu7eHkdN6NT16AOvPvtaR79/izHRQCud/FLba5flv1XyB8hVWC7OeDZ1Tp7TsCbH57lzY/M8tKXNzj/lduMzxs8/B6h6UVJm31Slo/ez2D4GbavV1l5SagNNbRhA6Mo1EeLfMzGTHnoaVeRWFJmgZiWY3+/wv5eheqmR+12j2Q+zuwDw+RnY1Qqe1Qq+xRyp1X19ts0VtbY39jnwlaDC1tNknNREnNRCpkYo9EYCTlH1Ov0W01sw8c2fRr9CJVejEy+wPzUKJMjBZZf2mDl/AbfXOnw3A2XnjVg7pjB4lKMe06PqErueyT3PL5xpcGfvFDlesXhxJLNyaUImuhvbo/ynsbWbY29UkDZdWnrfU4+HFf18OkMbzqZgbLD9Wf2Wb9Q4czbRlT1WzWa23t0awa9TpG+m0CnhqbVqWJR1SzyyTRz+Rw5K4pb66jM7k89WeGTT5bZFephThyRMlxmq/6LOQiwBoGiO+5VeyycyfGOD0zwfe+dZHhHY2RH44+/uMF/+MwqL6/V0SKaEUTi4sSJMz6fQDcFfSENRwkjD3A7A5oy7dSSSUZNLdzzuQgT4zGKOY1ExCFquVSaAyrNgHw8xmgqoSYZhYHf8R2FEEjmRVwWFK9GRJwkpkZamoxJHS1lMKh18esOudwIozMLWKk0tyol1qslbpxvcf18k6miwRvui5EfsVjvDNhq+VjbLtaOw9kzKR54KE+8EKHiBOy1B6ytdVi71cWQSe7AYXEixcP3TbIwlaNUblAuN1hZa7O82sY3BScRI56NkszHlEV9r1xTJQu9ZCqpELIypdZpe9xaH6iKmQHZWMDMZIzFxQyzc0luV2tsVOsq/1QmoAVdWqt06dR7WC5YrsZoMc3YcJp0PqoyUn0L1itt1qtt1fRt1gOi7oCsP2AoaiikcX7Ipm67NMRVLXjCTo+cbTORSzOSTXPgBRx4ENOapPQa8WiAnUjgYHFxs8fFTQ+r2cVudMmmJas2jhEzWT+QnGOXcsWnXB6oi7g4rRLRKJNTGUbHkli2YHkGuJ0+nbY0mgdEDMjGTR56uMBDDxV4+WqLp75R4cpyi62dLo1Wn3QhTroQQ3M7quzBgCgayZjF2ExSlRkNMCOCgdLotnUl1KgMFVkqW2JT76O7PkY3IJFMkB7NE8mk+OZXN3j+qQ3OHkvwlgfzjE4beBkXL+bjDWL0BjEuX6xy+eWqRIAylI6q55WAH80yVEbFwNTZXnW4/lKTQcvjzDGTE/OGyj+Mp40QJS43kG5A4GgMujqOa+M4Nr7uE1h9JZjFYpI7KeE+IqxKFqZNvyuTspJ1MFCuykRKxGEbresr4V6iSXN9TU3RlYO+ep799TZ7G21mF1OcOpdVLPmVmyFKdy5vMZ+3yEyPkJwZpx+xqLWbdNw2ut3FsLq0W2FGiAxyCNpDFobS9BLHWUQyBKyATCZCbkiQnILfCSdpt285bN0SnJ7k+2lqQTM9kWJ4OM62LE5bLXxfeAFR4rpNxrBImAYDa0BgD+j2e+omuye5iYMY7Y7Ozu0yO5sVKgculX3h0+uMTlkMjUQVOt2yYtxcqXFzparw605HsjA1xqeEDKBT6/RVtcs2nYOIWsAtHbeYHA9zzOSGKzsaKKFIswU5beB4uhJM5PFE0CyVu9gxg2xBcol1WnvyeJJzM8AyZDI/bILnCjZLZ7NK+Lx0vcrLKxX2tvqUtwMifsBEesD8RIIH3rqk6rFPX+PPPnNN5bYkkiYZWWCmk+RTCeXyi2UH3F5vc/mFJu1mj9ljEcYmBZ3jcXDQw21q9Ntyo6MTz2kKk2PYPTUd2Kpo1PcNnHqg8M6puMmDjxR54JFh9qoN9qsNhQGudz2anRBBLSWftWRUygCL1zXUTaUV9VRGciYtk48Rhctp10PXgnhABY9dLCYoFuKUyw47W23llJ6YjZPK2Rzs9ijteXidnspUzYjjblQnM2TQ61mqDjZcSrdd7js1yQfedYqxmSgX9q5xeWeVvZsGuzcMujXJxO4zlLV48H4RgJPc2Kxxc7PG5HiO4wsjCtd79dIO3bbLu991gne/+wRfuXCdr1y8oW6MzL5N4Oo0Gy7NhkMuPyCfG6g87JFCGt/XuXqjxe1dj4VTUyycnsRrlGjtbdJ32goLLPmmmm2h2YKaD1SeVKM6oLQV4HUMpuYSTM0maDoysOFwsN/jYNdXTkRdcpb9Hqlhg9SwTCabSgRvlWFP8nx3e4wdg7FFOaZ1/I6pprMnhizGRixGjuuMHDdYXnF46fkO+1s9oXURszUWT1gcO2HRlhvLjosdian8erkh2N6osb1RZ3J2iKmZAt1ej92DOjs7HbZu+extBVjI/i2Twi6j412Vrz07OcdocYz9vRL7+yVWljtcu+qoQZRoeoAeDeh2AjqdgPHxCGMTUQLdoONqIXJ3q0Nts8PCqTjzp+IqT0mQ9LWKR/0goNuEycUYE4tRWq1A5dg3yz0aey5ew+fYfVmO3Zej3XQp70nWkgwNecoljGdBz2JuyWR2yeTYqWHmjo9hx+N87jM3+NynbzA0blAYl/yrQGUwOZ2BOiZkgluhnKKWaorJZL6c67pOgEQJimM7ErHU/ir7VCJuMj6eVK7SVsOj2fAYjvUZjvk89PoF3vSW00zPTfDEV27xxJdvcXuzxMbmAcfuyfHW98ySKUZ56fwBl6+Uw4lz3yEl2SWFOIOewcFqn9pOn+yIQ3bY4cTJJGfuySgyw3MvNrix6qphoLiVxNO7ajik0/RpVxXkAwbS4ZGJ5kCVGQubW+LokPWS29FVfrkMzw0VDIojBomkODCT+H6UlWtNVpabuG2XwHVJKLxWilxBIhYGqvp+HN+PK/KDTHfXSpK7GOZASr9SShp9MctWOFVNYrJlqE2Xc+SAuDRfBb2YjDJcTJBORdi4UWPjZo35Y3nO3DdKPKkrd8nOZpXnv1biha+VGZ4vMjJfJJYSPJmJbgicrcxAq5BJ5smmhug5Hs16nUTC59TZNHOLcYV4k/XZjasO1y66SgD2pctnBqRTIgAnmJixmJ43SacDzKCP1ncZtDr4rTbTC8Oqdkpprt2Ic+16lJ0Dnd2SNARvQHATYyCY/SRB31Dig7gG5o8VmD8uorSDKzu4hHfEo9ixKLoZRzcTyhnoOS1ikSjD+SLZTBZTIgRjcOtWibVbBxzs9WlUNdoNaWA3MfQWI8MzjI5M0+9ladTj1KoO5eotao1tInGLSNxmZGSMsfFJIpEoTrertisSCbPL2k0ZJusrbO1IMavO2UNFyffq8+ShAxirQGlFLHLh1/0f+geHg0GhC0aaa6/mzwnlJwgdwIKvFKeJ+NYP0ZcK52nIUJ7kpgo1QtqQIg4YqnFomnaIUT10RYWY5zAvURrWIhgrZPShM+bbsaZHF/GQvBq6eL/FCfzt+uwrDrZXBWC1DPguBOBXfv9IAP5Wg/Hhu3aHZfg1ykr4b7/8G9+9AMw9j/Kpf/7g3TG1dxHt/rs/2vwmZ/7Wn7zyK0fC7HcWgH+OD/y7w5dxFxT3dysAwzH+0b/5ET4yd1eW8f/PV9Pm2V/9KH/tv94gKtmAkvl56AIVJGE0OsdH/t3H+en7BZP0l/vyNj/JL/7kP+bZXoDj+mpQqN5oUau1VJNQ0PoiAAkOV9xeKhs1ElHnxrZkdOqobMKpn/xj/svfuPeuQuxfbsu+9a/6pW/yR7/5cXaiEexYDFtlqIYZvGMP/ABvnMkoXOpf6qv1PL/+v/4kn9gRd2GIMlU5t4OAR3/9Gf7+6+58f1cfm+YHfiF8L8TFKWKTfP+H/+l53nUHArrJxd96Fz/zWCiEqAzcfj88zygv5Uf5jc/9g7sIurf4/Pd9lF81xZlFiEv2pFE/YPhDv81/+rt3F/+/6/eg9QK/91d+ApljUPmAhwL10Xa6rq/yZwVxrXI9D/N/5bsSXlUG8NHASegeDcnDoTCo0N7K6hwSeFS2p3ILi0MxjA9Qjs0jV66yn4YZxGEm+6GYLCKeiNCKHHvo+nyNOHTIxL8DpR+KzKFgK8KrwiyrbZMhnhBTebRNrw7xHI2/HKH0w3dVaVVqyCYsWSsdfY0V4yobNJ1MqtgEydwWd6hcI4+OW6FoKKHs8FwenmbD8/qRyB3mmRrK+ev35H2XdYbcCxkqk0wJm5LH7XtqOEnE0Zg0EFMJcqkkqYhNMiIjzkKWkXgMEUxD16Y4fmV4Xa464vJWAr84Y31fUWJccfaZEqUUCzHW8ryagaUbao0lGZHiArbE2asGoEIRT8o7fCz5vOW55PMQIpmpEJ3UVkMAACAASURBVLnSr/CxDzHN8loEi+nI9olrTWIJD9Hisr3y+yJei9AsTyGijCFBlYL2Pcy1tjQLKfUlr09Q4SKyi8NZnvzQFa4yoMVNqpz3YZZz13XU6xSn8lAmx2hhmHwmp/KDTcuiWq1RrdYPna5yjIaZtjLoIHnKvf4hCU4JagamJcNdGv5ASDsivMrkmDQeLTTDUkYCGXh0/EAJva5kqop90IwRCCnkFVx0KID6snY10gwkC1YPVAncqa/OA2FpCJ4/ha5F1fpenM5yny/xZH3NV5mkIpaL31ME1yMB+Ej0DV2/ofNXbe8rNJCji/7RGFy49lDpvOG0xSvrgKNBCIU5FweM0n8P1zjK1R/eZ4d/En4mrwjA8qPD55V9QJ0PD+cgjmLFQ0E5fH4l/h4iqY++S1ypDAjL/qYc6PJZq1WaLNcGqmKWxJ8Iy8LHlX5Qs8bmxi1ub6wzOTfLsXtOkcoP4wVRVeLS9HuaoihJiVAtUQqqvDaDXoeI7aiyrQ6m6WBobfr9phpUNM0hTGtIifS25BU2m1y7tsL6+jqZbEYRAz3p/Xaays2u7iFUr0V2mYBGo0q1VlZDDkISiAmBTK53sRgRUx4zpvLmJePXcdoqxqbnt1QsS7frYguZMTWkjmHlopac8IaH13CVO17O8bKPp7IpYskYzWadZrOmhEJ53YaeJB4ZIh4fIpEdIpnNYyciqkzfwPA0+tLz2r3Czs4Vlefa6XXVwHEuKee9KAM5T0UjjC+eZGLhBHrPV/cdrXKNzbVNZWY6efYMp87cw9b6MsuXn6N0sKOGqH0Z/ohZ2HGLfM5WJcJ2reEoMnw2O0kuO8H+xioHt1dVhnFuOItuGVQqTRoqGi+BbQn22VZrFxm6aTZqtFqNcHhkMGB0dIypqWl1XdvZ3lG0Jzl0BcojPatk0lTDPuGxL1EEgoCGdsdRhJRMXvp1EaZnUxw/PsrUVJaDvT329/bUIHGnK4ByGXb3iOguzXo4sLy9M2Bzy8eIS28gpyKPvF4Ft1+mXTdoNQySWYPhKZNsxibup0gMkly+WObyyyUKxQhn7h1ifMJE85uqd3Njuc+NZZ+25LBL1nxWV+JvdsSkL/m5MsTVBq8VDi/FEgbRhEEsIRQ8HQlEEz6IZCBXSz4dcQMKVQGN4iSqxAG8fdNR1C2hJmqmRrc3oNMbMDJqMDll4rY1Nm/C7jpMTFuMz9jEo7oijNXKHqs32lSqHsMzNsPTdtgrqXikBXs8KbQFGQzq0fU8ug2DbtOgJ1GKbV9uOfH7lsp/dsVRSo90XicrJiPB59oWQymb73kwqur5Cw2+8JUayVyK971/kXMnchw8vUrp6VUev4qqkvhvJHItG+Hc6XHOnhqnt9umt9em2umyJ2S8wMHSXaJ2j6mpOJNTcbZvO9xY7nBwAF3PxgsiqncldWoxwZmFJJlIgNvo0Kp02d/02N/yuLrRV/XQm8b5a//TcV63GKfz5DLdJ1d4ohrwRBU6QmNL6QznLOZGokwVI5gJV1WiH5DyNOpljY1djeu3A67uulzZcTn7+jhv/F7JmtVo33bwq/K6UqQyKYbiPkMxn1qrzboQSqsujZJOs6xzadXn8mqfsw+N8EM/NsvZ0xHY2UIr72MlbKx4hAvPujzzJUchoHe6PruO9PYjDOwIM7MDFo9J79JQVD9bl2gEKZuV5QbXrzWoSEZ60qc4leSvvv+cqhceu8ALf3aBvW6TZgEKxxO8/S1jvP7+Ido7+6r6TRh0xOShsXFzwI3rAdfqqBo/YbJ4r6XIZt0tB+GVF5csho+bmAcm1oHFxcsuTzzf4VbNo3hOp3hO44dOzfOhU/PculjlU4/d4NJKGX3YJhBDmdGjbfR551tzfOg9BRaLGlq1hV9qsbupsbMZGkCF0rLvws2ORtuOct89E9x3zyQHyyVKKyXiaZeRxQH5UY18IkIuEVHudXNgs3mjxrUXtylXGySmDOLjBjFbYiSiiiScyutEAh1N9v2KxqX1JpfWWxRzEWZH4wwXLXXu0Wyf1b0Gq7t1FmbewsL0mylf32f5yedYu7bKSsvjettj9lxM1UTGZlS3MFs++7fqHGw16RLQ0QJ22ybbLYuxYo7Xnxjm7OwQX316i689vcVmw2XfFeHZZHFBsoOTnD05xJlTeeovVai/WObCtsfXKwP2BgOWpvocnxJqm/RAA8olnb09U9Fa+1EXK+PzhrcWecNbihzLJZmPx9labvLUE1u88Nwe7/nhIu9+dJj+QZ3K8r6iJtvxcQItSX13j/ruLuuewbqnMztd4OF7JhnLxNi5vqvqCy+4fOEFh4ZhEB2xyRdjzAylKSZi3NyscGOzTNPr4wwGHD+T463vmOQdb59jzJ1h1J3lv33qBX7rD5/k5eVNNFs3g3jaZPFsRlU0ERCND+g7Gp2aphpO21uCjKmrBbA0zUfHROxMMaIyXZtogzbb25K/CWO5GHOC6DUGNCVM3nMYno1QnBVbss/OVl/oq4xaJhlLo2u7OLZLvAOJjsbcyWOcetMD6NkMn3vym3z2y8/jlXVVx6cSPHxO3LVRVusB2/UB2XabXLvN5FyUmZNJ+rbNdlVnqywCS59+u0c60iUX6zKeizM/OkounmJrp87mdp2rN7tcvSkBynHyEzny42lGF5KMLaS4vHqLK2trmLrJaC5PLh5TQepiR/rGS32eOd8nMuiQs9qcPZXljW+c4b4Hx/nKpes8dem6uvAmDAunE7C/L1kTPlk0spquxJV03iY9lCJdyDCwDNb2yqzKFFjFp1b2yetRZmJJZoaSzM8nGBmPsFIvsVIvK6S0cImnchlOz4+zMDnMs8sbPLt8m+EELBRkZ4+TGU7Ssy2evd7imest9D0Xbc9juGgzvZQgkjG5seuo2t0P2D0Y0K5qeHVNObbHxuOMjEaJZzRVujjDvYB80mJiNKKE75ljGWYWM3zu8V3+8x9tcO1yUzmDZcK5H9dV6V5f1VDUYiwVZbQQY/Z0mrlTaYVRTqd1hWNp1eUi7StUtNPpolttValklEwyQSafJzU0hJ1Icf4bN3npGzcYzVosTiQojlnERgOsnEZPj+HpMW5vlVUFHYj7UTRPp1prq/ze6aVRppZGWX7Z5YlPVajvdnjwPoMzp+TvPXqay0HPZ9cdKPRHVFAxvsnoWIHR0SJNz6XUauMNBmrBKdgfr9bAqzZoVk1atTBHMTVqkB22mZxKMTWVwur4mG2fzq5DfaPDQd1h2/LYoUd9c6DqwQeHeevbx9UNzsVL+1y9ss+CfK7xgGP3HWfpDWdIjsZxtBott87edoPdnSb1ZkCtJdWnLiiUZo/afpfqfpeRrK6yEhcW85y4Z4SRqRRBxMfF48UXqrzwYoVqzaPV7qkb7vnpDGMjCXbKNbbLVdLxGIVMmqF4hJxlkhShwJITtU4mZ5HJ2VjpJFoiTcc3uLm8xY1r26zf6HDrelstxManbYZGYiQkd9GOsXq9ys0bFRpln1YtbEhnsz6pzADPHNAzA+rlONW9JJYRpThsE49B9aCspiwX5sV5G2VqOs3wWJpcMUHfGNA3B6ys1ri+VsfUTIrZFFpPZ3etRWmzQyJqEpep66gsxgfkihbTJzLkJ2J89Zk9VY2KoJVB4j3G07A4meKRt5/ikbed5hOfvMInPnlZ5U1lhmwlLum+id43GZkyGZ422brd5cILDeXsXjyRULmRt262uHVTsNCBwtXITVEsF2YAp4fEHa3TqprU9yzalQFuw1WDFqfvy3D6vrS6we76A6rdDtV2m3rbga4NHXG8i/gb4HR8um05/nzsqCCMAzLZCNmsjF6YKnNW3DC1WkcJjqOjccZGYyrva2e7iyEi/GyCdF7yZQdKIO02HZyWQzITkB/RSOcM+r5Nv29R2hQB2OHBM7P80PvuZXQmyjc3L3J+c4XSqkVp1aZd9uhUHfIpQ7kjjx9PsLHdZGO7wfR0gaWlMZxOn8sXtnHaHu///tO8//2n+MrLy6pqVRddhgvaOgd7XQ72HPJDA3J5n+GCIIhiatJ6Y9floB4wtzTD7PEZGrs77N1cw3daKr9EBjCkMRGYtkI9CSaovN9je61PuwETM3EmZhKYcR0zrrG14XJzucPepkM25ZNLD7BTFhHlaBQBxKZdDdi+LlEDHSZPGEydNPA6A1plXzWqTsxLLncau+gRKfa4fLnDC8+1Odjuo/UgGdNYOmtw4oxJp+PT6fSJx1Jks1k1nby+VmbjVpnJmQKT4pT2+2pxtb/XYWu9z96WT9C1Vfb2xHSf2WMu07MZlhZPMTE6zYsv3OClF66zcbvH9raKKyc5FGBGB1TKkqfkqfzhGRG+O322dx32D1y0robWhenjUaaPRdGsgLbTo17vUdnu0675zJ1Mqao3++zvy81Tj9Z+T93USObK/Jkspb0WmzdrNCoegcq5kU6PidazWDwZZ/Fkgsn5FMMTKZW1/sQXb/OlL96mOBlheCKiqBztbk/l5obHxIBE3CApoVeqQSpN54CO7PseKs9I8N7iKpWMmWwmytxCjkwqyurVCmtXqjx8r80j52zuf/AUJ87dh5EY5T/89tP85m8/TTrRU3Xvg0Xe+q5ZhiaTLG/UuL5RY2ezxfZmk5xcX6ciGJpF9bZO6wBSQ02ShQbHFhOcPJ6mWh/w9WfrLF93ScUTJOMJOv0OXb9DvdKnUQ5oVQWtHOKdxuYsxuds7FRPoZLl3C9DCX3XIBWPq/OvyjVPekiGH0GGXi/J9eUW16+1cdpdBm5XxQQsnRthfCqtMnS7Uo5Fp2tT2m9S2qlSLTXCZtOhAVmM4AYmVhDmIxkJQaWLeNnHMPsk4zGVuydCcNTWiUojTgubp4vHJzh1epp+32Vl5SYr1za58XKXGy93yE0nyE3HicnAjynUBxvNbKMbrdB1k0jhOdLU2CeTDXjDI1OcPFPk5o1dbt7c5ZJk7jzfpVb1iaZ1YimdVCKm0IQzizZzSzbxuDS+uvQ7DlbPxex5TM6Nqrq9m+TSss3VGzaNtizSTfq96/R6N3CEzFIRbFvYvJOB8JmFNNMLaSKCSKOnRJKeLwHJERbvmWHx9DTVUp3tjX2VHZ6J5skmM2rKPTsSYXlll5XlHcoHPp2WRac1oNs5oNvZJ5POk04NYVtjGNok3Y7P1tYFDkrXyY4UyA4PMTk1wfT0hGqMuZ6nnBKddpdOu8PBtsPupqsauffft8jiYhHdrKGbdb7+5GW+9sRlNHuI8vKFV5r29/7g/36Y/yvy0WEpB1uIHwz3AWlCilgROn9Dp5uvBh4tKxTHxWUhDdAw41ey1CKK4BEKGCG+86jZ+mrWbyia3EVvvEPDea2j978r8Khm7qu/8Z3EX9V7Pco5vlv2sFJfDvODX/O7d3vu1z7H0WP+8m/+q7s7gH/nH/PXv0MGsDz2G//uz/J/v2P4zizZ7/iiG2xV00x8e+Sut87vfvjf82+/bdt/7Jd/kZ87c6cou/rFn1UC8N1ymOVn31EAFgT0p7/T3x3nZ/6vD/PRpbt5dP8HMp1X5+k/+D/4yd9/TmEmxQUnowni8gmbvCLGCuHgIX7mP/5rPrKU+a51P2rP8x8/9jf51L6OLw40VzJOZd3TpFJtKNKIiicSAUohVQ2FiZW1vAhxIkjKeSGZjJP8iU/y7M8/ROK734r/4V/0W9f4yu//Phe7No7n0uy01fGZyWTVGiAWHebcOz/M2dH4dy8Cuzf5zM++j//z+VBIEvLLEc5Yzm0/+jsv8nMP3ikA3/iTIu//BckwTimahsQNiBD0sd97hndOfftLEgH4nfz9TwwOc29DKlEoEoms8mP85ud/lgfu2E1u8fl3fpR/rZyxsm3itO2/4nZ9w89/nH/+7rm7urrv9qa2127gzS1yRzp163l+60P/M386CJQAKHhPcfSFqMxwnxAEqTg+FbHgUNxTIzOHmeNHTtuQohCKi6H4K4Jt6ApWLlZBqap/C8+hofb0qqM21PJeFZNFETpCN6vHUy7kVwVgJTwpvOxhVulrjvcjDL64OEPUspyvQ8TxUQaxEu/ECXsoSodDPK+6heUxQgdyOBCgtvc15XRfnZBJJ6TRLc3oJOlUSiGCxSUqopkcK+KU9sTxKs7EQwFa4a3l/5VTVfYPGeq20C0rxGn3fUXgFcefiGlhkKSIxYcCsOCRYzbJeJThbJpiLk1G1iKxqBL++j1HEQNCEW6gBiel5PmP0Nyh4zig2e7QaneUyzieTBGNxRS2XSKnhMoVeD1sPXyN4gKOWKYSg9XgmmkoIVlQy8rxfZgNLTFpsofL8IoIxkLcihompi4DyYIPFTHBRrctdb0VV5ocg2q44NBxrjDrMpulUL8iTITivMQyJXRbTQqE+2VYCumtvocI9BARHuZUi0ArwrkQO0TElYroFkkzSjqeVGSBVDqjEJlS6rXIdsi+Ls5eeS9kHxbksOzHMoh/uF/JvWrf69B3O6FvNpBYYBGgovx/rL15kCZpftf3ycw3M9/7qPeteuuu6vvunntnZu97pWUlhQxmZcAgIQlDQNgRENgOIrAxhgACIvA/yCgIgzkMBoHY1UpaaXa1O3vN7Fw9Rx/VXVdXVdf53me++ebl+D1Z1TO7O6tVEK6OX1R3db1X5pNPPs/vexmiklUW1KHaI/TletLlPCdVSX6wZlixPbycDzNLYBXw5WdyHgW0yZdIFUoMhj7drquc8Agt5RAj4JQcpkRSFMPymICRWGWHYxKSGazJZzgeuI/yf+P4kuOL8Bggfi/4K4+J/60AYC0G9OPj+a5SP75e44smngfi6/xkzXPir35CFhFITXTbstqKyXZx6q7ytFFg7w99Ha/BVEbu8fmMwWBZscUOFTKeVc61qI3VcwmZ31DjzTakVyeT0phhv8ug36bWOFI1PT/L8tnTpPNFnLHYoUvWsw2BKLtt5aSkRdLfEpcvyfyVnq5BoSBApJAvHBKJAZrWZ+wOGbsD/DCJF4l6J4776HY7bGxssLOzdZy5GigSiJAGZf1YlGu2kFOZslL1+gEHhw8VwdE0pJ+TZmqqwtRUmYyovlMF+v0hzWaTRrNOf9CgP2wo5zpnOCaZzJMvVsnmCureJPNf96ihaiCReMOxyvOeWVikUq3SrNdpNhqqv+A5oQJ+qzOnmJxeojQzx8TMHFraRJeYrChBxk8QdjrcXXmRlZUXFbDaVQCyr2xl5TqxRTFcLnD1iae48uTTKoKvW+vQabQ5krzJRoeJcp5ypcDh7iY7m3cZjboks0LwslT2sWQgZzOyvhByiBCYZQ62KRZmKRbmONhaU2WYPrmyuDXqNGqOUprmsxVyubLas+gJIcAImbfLeNxX9wu5b5SKE5TLk2ocdbqd2FEojh5XgoBiwVaq60ajx2AwxjBMdF1s3UUc4DO3aHPuSprTZ/LMzZaZKOVYv7fDxr0dEmaOdK6CLr/pNnEHTRo1sU8OqTd06nUDO5dh9rwAwBbuuIHr1Qk8E3+cUBbQE9PinJjAdJKq7t3pcO9Om0rV5urjRWbnTQz6hOMhayshaysBPTfECUPsvMTtJShMJtS6Qd17BrHTXDpjMTWfVUKTdMYgkxFlsE8w8NndGrF+z+HocKwcTcUx7NTFNKcuZVTM4d6GuDV6SrSWzOr03YC+6zNdNVmYtxj1DLZEWbupsXzOYvm8EO/FHc9X/TNRRbd7Y6oLAgCbtFse7faYiaLB0qJNPqfT6bp0umMiz1IlLpFuZ6zi6JyRiFgMPMNnbARMSI7prKVUxhlbAOAET17SefKixlt3hrz4/T6lSpEv/LFz3DhX5OF3Vtn99ipfvQNfvQ3tSMMu6BQmUlw8M8vFMzNMBiGVMGBjt8HLq/s03B6nTussLsm9PaVy4ff3Rmw/GLC7F1JvJmhIL7vqYVfHPPN4kY88XeHicopqEZJ6wO76iL11hxe/P+Rb3x/y5HNz/NlfvcQT57O0vrZC+2t3eWkY8bIIDrSItAWTBYtzcwWWZjJYGRczM8KUOcNxOXgYsbKe4Naazq7jszvyePK5HB/9dJGSGdG422NcD5g5M8XMmUlst4c96nLYHLB+NGRPhDa7qNprR+y34PEPVfm5X1jmxhULo7FDor2PbicxbJubLwW89HWflU2Pg5GUOMrJfGkwdy5i+WrA2SWb85MFZrJphgOdobidrvaU42AjcOlnfCbnMvzZz11X9c4Lb/PO195mp93j0ILiqSyf+vQ8z36gQnv7Ie2dh6RDm1wiT//QYHfNZ33F59U9n9f2fKoXEpx90iSTjnDrMvf4FJegsAThdoJwy+TePY/v33HZH3pUntCoPK7xhaVZ/tjiHOvvdPnN397h9oMeyekk5pSFa40Y2SM+9aEyP/epaU5NaETNLkGtR7ORoNkwaTZl7u3TinS6uSxMFDi3WOXcUpVEe0iiPSCIOniJJkbSZ2pigsnSBEbkkYg8dtbb3H2jTrs3YOKUTnEhgS755HaacimtiOta36f/oEt9rcv3Hri89GDMk0+V+PTHp5if1Ah6HbqdPis1j3s1cZf8HNfOf5at13f49v/7+9x+8y57JuxaEU88l1W1mDOYEoJLbcz6Oz0e3O+z70cc+BE7PZ3trsHSVJ5PXJ3gA6cLfOVbh3zlW0dE6YDMFMzM2ZxdynH+VJ6r5/NcO59j5asPuffVHdYHsJXL4eQMlot9lkt95RbY7IhroDjDJpC2ZqbiUZqDj39sUVVpZJFqGLz+Uovf/OoOX3tpn1/8i2V+8b+r4D3scvR6HUSZvLCEnsyz8/YDtt/eYsXRVF26Ms3nP3aaxck0K99f5+731/nWqs637+u4SZvCbIpTCwU+sDzJ+ckcL7zxgBfe2MQzfay8xsXLJZ57dpaPPHuaufTzqn7jP3yNX//1f8et2/fF5S8Z2Wmd2XMms2eFSSSLVIg8Q2UqiJJJQAQzKQy9Ab4+UJvkZEIsDYWu2ENTFnY2gW8puxJbfPcl20UsCcOQ5RsVlh4r8+BBnzu3mphuxMWpNLPFBH29T9/oU/ATFP0EqckK1tIc/YTF6ze3eO3mNuOmxrilcXkpzYefylKpWKzXfPabAYt2xJIdqSZj4XSGvW7EzVtD3ro9JOVHpIKQq2dtHr+cZH46o2xx/NDg1uoRt9aOcIaWKgGyJHBdszXGmomnmRzVWtRqTQwJly4IM01sK2Wyh2QqTTKZoZALKGR9cimd1PGGoe31aHk9epLFJ6rco4D9DZ9+PWCqEKlJU+xYBTTSLJvAFHte2NrtsbXXf5QLI6j/cjnLZDGp7IaNZMR+v6sq8gISfkQxmWSqkKWcz9DyHZrBkAk7oJoKSCcNIjNFPzC4u+twd8+hNA4oeT6TU1mqp0pYpSRHwzGHzpiDQ4/9Q49OTTIyDKJxHPyezSUUA9SUk+u4RAOHuaksly9VOXdukp2jDjtHbTb3Bqq67TGaI1ZuAuLJMNLImBYZy6JgGRSFsZjSyFaIvf8zGrmMrhYm3U6kmqbjkWyUfIpFTZXKBlL5PabKx4vEHskfEHhDknZEOqVjpzTMTCyoEueqRg/VTHJGLlnDppLKkDIkt1SyuRy0bBotk2LvIGTtvquA55myoawp7KSPlfQ5bI/YrTvKGiYvFphJi9l5sWQsUusMeXjUVarOdkNjPIRyKqSSjpQqqFgogR3imQ6YgbLYzEjG4sgnNZK8bI3BIEF7FLAf9qn5Q3AiomHIzHSOpcW8Aj8Om33qrR6TqTGVlIdpljFMyXTMK3tPUbHefOuAm28dMhhHDL1IZZyms7KpFmabS781ojoJ01MRi0slTp+eVsyRUBvhhSP2a5Gqo+ZIWZwL21bGs2xA9vb67O71ydiiwk1TSVtMJnUKtk6QCAnMUFnISyVkQ6FZ6jwZRkgiEVE7DKkfhnQHA4Zej9CIyOSLWOmcspMVEEqsWscjX6lySyWNbA7aEkDvutSPEtT25NxbSgWfSsGg22bYbTNVNpmasBTIk8nYZHI2VtZQJblEqoZjXMmerrk8fOBSPwiYn8kxP5sjlY6w7YBcyaS6nCczmeKlV/b43qu7NA88+o2QtAFzFVicTXLpyhyXL8/xjW/v8s1v7+IGYqUsDQWTwI1UnTmf5ez5HAcHDm+92aQ3EAVwlupcivU7PTbuyKJWGp6m7IsxcwF2TiyyZWFsMOrpSgUsAGK/7mKEAeeuJDl3RbKVLFXd8Yj2qEen7zAWC4l2gsCTxbC4FAgALNZqPqYdKaufvJpvko+aN8KUPTho0Gy1qVTSqpQCeG+gVHaVaVtZmYsifzTUcfpODADnoVgR6yYBgOV+YdLeH9Hed3niyhJf+PQNJudsXt15h5s796hvSUawwajlKyv+fMbg4sWsyrztdlw6HZflU1UuXFpUDOiHW0dqY3jl6hRXrlZ5+e4WL69sMRoHpEVt4BnsPBDrY4f5eZ2FebFXtSlPpJWF+NrmgN0jjzMX5jh9YY5hs0Zzd5vAHZDNGkqp70aS3yqs9TiXqVHz2FyRbHKP2aUks8spEkkDI6WztzNmc9VR4MtUOWKyEmGlbKx08hgAtum3Anbvd2nuDli6arN8xabf9qjvu4qZ/djVsgIEg7SLnxaQbMittx3q+x6hE5FN6lx/OsuNpzLKUrzdHCl7/oICgG3WV2usr9WYmS8yM1dES4Q44wGt1oidBx572wG+jIGOweVrSZ74QIqlUyWmKkukkxVe/OYKL37jLs22x8DVlApayEdiiV4/GlI/HHLpcp5LlwvKavmo6VOrj+nVRqqqS0mqSylFDJAGz8jxGbYcxgNPkTkmplMMJY+lJzZyEk0QoAUhUws5puZzHD7ss32/hdNzsU0Z95pi6gqb9vzlPOcu51XmdK6cQLae3/tejZe+V2NiJkF5WuSpctsJFalh2BIleUjKkvutZNzFVorCbHY9aS4Ju9kmnbGVZbLYQeUySebmC2SStsps2Vnp8DM/PTKpzgAAIABJREFUtcDP/LQ0CGSOTXLQ8PjSV1b58m+vxpbZqYDLT2b5wCdK6vMfNjyOGmP1WQ53++iWhpWRXOsETs1i3BWSz4Bita8A4IvnCzSaId/8Tpu79xwVaSC23IEREoglTSugXYtJL6ZuKnWvgIjibmJlJI7CIYw8RsJqHklubawGkbXP1LStyA6tZkSrLU3tOItbBCRiA2clDRJpU6kNugcDuod98uU58pU5mq0e+7v71A6OVG6dJja9hmSjiKJAU1lqkg2YSKNswmNrQgF8TRX9IS01Oa7ScJ2aTjA1bVIpT1ApTzJyQna26xwd9PEcG89JElhDQsvBVkz/POm0sNY1LFOnIxbUrS7ZTMDUFFSnTWbn0hQnTO7cqas63A+oi01WoKs1UzZnKScHyd2bnEswvWiiGwKmO3gDV+W/lGyd6kKV6YUqO0cmt1cj1rY1pUSRubN2uErtcI1Re0TQ02Gsq8aU2GCn03KPTjBdFZebJFlxszFL6GaewPYILVGoydzqkghMUmGWpJEimQc7D/WGS70pRJqRyi7utn3KE5aqvigE+gN0itjWrLpHuuNDvLBFcSpPYTJPNlsmmy4TBhadpkOn7TIaeqp5NegGylJ6ZjbHM8/NcvpMhkbjkGbjkDtv7XP3rQN0q8TR7XctoG/83F8RfZECf6UlKaW0Lifg5wn4KwHPBITEtpfSUFbAgqErIHrkxLnxAv5Ko0gA4IRYnyjw9wRReG9W6bHf53t6ne8HPp4AIu8FRv7/AIDf+1o//LqPbFGPgZ73gsU//NrvBzArwPTX/uH75Pk6vPoTAGAo8bm/+Of4mz81x0/StbqH6/z7X/s1/tWH/zq//8mpH3prHm/9xv/Mn/qX7/5Y3tdPAoBPfvuHj8nf/id///0/zzEA/OMeJz+/+Lkv8vf+zA1O/RHR0d7O6/zjv/P3+E/rbRJRG0v3sQ1ZaxI3cAcjTFuyIU0FfPh+hZ//W/8Xf/lTZ97XDvpHx4tL7c5/5P/5J/+I79aOVaiRZJR5SmnT6fRpd3qMRmJZe6ziVOCbRBXJujUON47teOVnGolf/TIr/+sH39de+ScivD/2FzzaD77H17/0W6z0YuWjAL+xwk72mCmlAla2lkaCpee/yIcuLpD9I0qBBzsv8I//2q/wb94W0DPOdZVMRdnHxXCixhd//XX+x6d+dCSu/+YSP/u37Ngu0TTUHliAxL/xz1/lsz8GAP5r/+ldIFFUko8A4OiL/B8/xgL6q5/9M/zDYwhGEU9EgXucqSlA1zN/5V/yN/7r68SG2D/ua8zRzX/B3/1f5vmrX/5pfvTtvcQ/+uif4N8I8KTydmWdcAxMqvxasXCWn0serQoDVqrM2Do2zkk/YZ0oYEhmykfPdaw8VM4IAgydZJ2/izsJSHIy374LtsbAcYwGxXNoTKb5wYqhqfdARo/Uie/+LMbZY9v9E+WwgIHqcyir4OPnP35sbPMsYGtM7Ijf0wmw+N55O6LbizPc5SudjNXEaWWVLlaaApBKZNNx1rAi4x07SBx/JmW3rayyJfc3VueFYoN9Ygl9bMH8LgAce1TLNSBApsozlixWQ2cil6KUSzGRE6elLClRPepCShISR6zetkxblaj6jy9ftcaX+5bYIveHQ0VKMG1bgdCPwpEVGhApBXDS1NXrifpXDl38/uO1pZR63uNjIgpepQI+BoAtXcOUfFhxK5f8yEAcwiwMWwij8dhQf2Lh5yMyhtx5lbLzWOEpz58Wly2xZpF79TGhIAZ/j93RYu2eIm/Jk8WZtjJaYgtpBQB7HnYUkRWbewGmLQFkbVxxRBCHsFAyu+U2LrbW0mORXo9Y456QK30FSsqxUCp9AfLlGlJW3wGmZKaLqjgha5kxrufRkvm121P5wPJahmmTsFPq7zIG5JgERorAzKimsJ3NKUJ/pIDiJI4HQ9lLCzFSk6zXhNrbieWt7NkECFMq4uNjhR5//njEK5Q1nt/E2vhRFvBJCPbJ5XZ8Bh8BsvG/1QpGXS4n1+QJUe6Y4PaebO54CLzHrl2p0OWtROr8CyZ7Mk7i9yYA//HAeURik2s0Jr6/CwDH4G+sRo5B7FjpKqNEnik2kRZbdCEqyOYn9Fx8VxxjBozcPoNRj/6oqxSwuVJOxcXIefNDyazOkNCyas9hSU9NCAZKiR+gh5JDKqSRkYqzM4whuuEgCgpXnn80wg1lDy0WzZLTm1Tjs9/vMxAxhDtWrkLizCRjRMgvQuSSkvuORLF1umILXWfYH+KPIhVrks2kyGZTmAlxLUop8sbQcXBGQ7xoiB8OcaWP44wpiEvk/GkqU7PkReWbtNnfXOVgY43eQGJihJlgk5kQhe9ErDBO2QrAlSgi28pSnpijWJomlZ8gVSgrNa8uFqWjEYleD7e+x/rmy6w9eBnT0tV790OLsWfhRwmihIZuJahMVpicrOB0hnSP2gy6Q4Z9iaBzFRFZVIJRIKrqLu7YwXFFtY5yRErlMxTyOoWCznA0ot0Z0u97mHoeSy8w6NQZdhqkBYOpJjFtiVnyGfYjEkaWhJ5VZBLJpxYFcIS4GI0fAe3l8gSTU1V1LPf2jpTqX4hcsq4XIq8cN3FE6XZGONKvPZ7bytUM5ek01VmD6hxMlA3Stuy7DLZWm2ytNZieOcXy2ctIInXjcJ3DvXVa9ZBmPaDTtWj3pA+XYnIxRW7SUFbant8i9ExC3yJfslSfSIjcYQdVa/f7qqZmUlx/ssjsgoUeOWpcr94ds3rXVf1NNwpJFkwmqjalSUuNyfHIUU4ScsFJHFapUiCVSSk3udHQxR8GBMN4/9RqCMleyBRqyufURZtTF5N4TkR9N/6d2LVBjqiHG3nMz6Y4vZRVrmfrd112NsZcfiylaixim5oA6WOOWmMG45By1aRStWjUxzQbHuVSgtNLNoWcTrPlKpWwofK3U4yHPo6IMboevb6MBY1EBow0VKsJZmYsFWEle+ZsWufCXMT5+Yj7D1xeX3GoTE7w058+x9XlIlvfWWX7O2u8cC/ia/egp2mkS9ILFvvoLMVsjlM5i9M5m52DPq/eb9APh1x+PMHZSwZ6JOvwBJ22T0v6HUchh4cahzWNMOURJX2uX7f5wNNpLiybzJV0JlIm/jCramWzq2rhbJHnPyLKRZPtr6yy89urrGdMNjIWocSihRGllMHclEV1UtyvAqyUjy6EsHHI9gMRPgXcvB3Q1AOaWsgTzxb48McnKBkR7dstxvUxU+emmDo/he0MSTpDGj2Hnc6Qei92Uuw3de6LJfn2mKtPT/CFPznH49cscsMaqWGLkYC8vsFr3w35ztd8VrcCmlFII5D7Z8TYjzh3Lcm1p9OcmUuwaENBg0bboNlJ8GCnx9bDPn3bw5sUBXCaP/7cef7Ecxd458V73HrxPutHDtt+gsJSlj/2szN89GMl2lsPFQic0dMUkiVGTZ2jLZftVYfvbXi8tOFRvWBy9knpQeiMOyGRxPbNSvmM1hM464ZSxr95z6U5Dll+3ubUB22eyuR4OptnbaXP7327xv3dIfaEjTVhEuVdooLLJ5+Z4Gc/NMViQVN5xP2DHm+9DW++Dd3hmFHgEuV0zBmb9FSa+fwEcxIn5/nYno9uCdOii52F2eoyM9UlosE+0XCfva0Oa/cHdAc+hVmL/IzMxWmypTRZK0sukaH2YMjKa0fceeOQZlKnZWucWcpw5UwGWZVJH7rneBQWUxSX0swmTzGXPM39V2t888u3ub+6x6jqMZr2uP54lRtPTFPWINUY4R+OqD/0ONp1WWsPWW0NcNNpgnyOQtJixoCJKOS19QGvbvSV49yNx8WRV2ItIZ80mJ9Os1BN8+bX9njrhX36so45VYaiRTioEw0aDH2NoWTWy3ra1EjlDSrzBtMLSa5fXOL6hWWivR7D1RqvvNLmd14e8J07Dr/0F0r8+V8tETzsUn+jIUm/VC6I63GB7TfW2HljjT3TZt8U94U8T12ZUC7AK6/ssfLKPq9sw6vb0BO3ipTJdDnDE2cmOFPN8d3b+3zn1j65qsbMmUQcEXYqzfmzE5yZfF7Vb/6HV/lnv/5V7tzeEg5XNhL73dKcR3HWp9OCblPs/y1SRlKpZs5dzqiK7DqRXaPTTFDfzdFt6ARuj8h3qEzkKJezSvXbaPfx+x72KCKnJ7j80SUufWSJW7eO+O63trD9gOculDg3Z9OOWrTDFlOGzaSepK0bbOsae07Iww2HnY0R4zZ4bbh2JsnHn80yVU6wvutyUPe5Op3i2kwKcy5DNJfhzXWH33+hxtdfqDGV0Jg0NX7qY1V+/vNzLCxn6aOx3xvxnZs7fOfNh1QLk6o0bczIa9HpD1jfDFnbDGAUEo0ClZWYyIntDPRaYjtk8LmPT/NTn5hR7Jz8pEHtoMvKzSPWbtVYPJ1h8XSWXddjreOyuemz85ZkIwYsLIYsLAUqzF1q6GnU+gGNTsDO1piHWy7LMyanpk2WFzKcWpQcF4PWcKgsG/rOiP7QISGbeVmoy9rXixmHleU0leUMucSITDRQjdrWMEG9p7PbHrPXHqsmzaksVKaLFOenMUtZHNPDMX32RQW8L8CERmvfYKiaErFFYORb4FuE3R5hp8nZ5QrPPXeBK9dP8W//89v82998m1RFY/psilxawxiJHaWHE0U4YUSlVKJcKpKRDVYo2VsubtBhFHbI2Iay0RCldLsdMhzKhlRYwZqyIV6czSGmR44f0e0I085h1HO5+liea48VcEKP9tDBFfQikDzKiM2HDhu7Dtm05D6YTE9kWawUlI2wprto2ojdtqdKLqSRnmB8nA8iwHepEDBREOuUHlsbHXWMKwWbmQlRCGaZX8rx8EAsxFvKKmPtTkCvrnHtbJqrYpFxfYGrNxbwDZf9Tk1ZNY8FkHBDcmOPrOQAJ9KM7RJ9DI6GTVqjDrl0RC4VKQJG4Ir9KWjJED0lYN4QKzlUmaoP3tEommWevrJMKZPjKy9s8NsvbEgcAp4O03MpTp/NUSpZON2xAl+m5wJm5gPmZovMzUyTz9r44w5BMISUULmK7NUdtve71BpDWjWH5qGjQNOHm67akBYE/M0kmM3oyvrc1ceMDZfcZEJZ4yZkfyKglmVx+do0l69P4ziWqrXNI966s8lha0CmNKEYv2Fki8mmyAIhckhaIRPCdsvImO2z2+6xtxew/1Ds0Qy1cEylNLxxF8/tKkBfyhBoItRixmlZ7FmTzCyWmF2YoFVrs35nm83VFg+2JCvF4PrVKteuTikGpm36pHIJCjMFzEKSV17f5tXXtjjcGdPcC7CNiLlZmJ02mK5kmClneft2n7dvCyFGI1UUCwdDKVelHrsxparRcHjrnSOVXTl/Jkd5OsXqzdjOPqGLck2sRTX01JhE2iedt0jnTMZOxKgX0qt5ClgNRh5L53WWzhmYmTxmOs8gHNEZd+kMBgwONAaH0lZIokUpRZ4QwFaYkaYlWS8CqNsq33N2dpL5+apq8G9tPuRgX5R3KQpFAYAd9vaF3eWTK4l9jgDKJoFn4QwclYuTyUFxQidbSBAECcLQpF8b0a+53Li4yGc/fl0tzF/depub2/dp7EJ9Fzyxs+5DNmmwsGSrRa24CYgC9vTZeS5cOaVer9dp4Lr92LonY/Dm+iE31w+VeK1USio199odud6GXDhvc/G8zeRkWmV0DoZwWzI5toecu1Dl7MUq436TXn1P2Vqlkih784GbUJXMpMkUsjTrPnffblM7cJiR97ZkYSQTGLbB/sMxW2sjmocuszMaszNg2mlMK3XcnLDoNX0e3mtR3+tz5nqW09czNGsjlXebTSZ49qlJrl8t0o8cemEcS7B6f0TjwMPrhWTtBE99sMzTHypzuN/l6KCrLGAlW1SyQO+tHLKycsTUTJbqdBY7I/muktfjsr3p8fCBj3MEo0ON5z40yad+epql02WsRAV3lOYrX77Fb335lsqUMdMamUKS4oRYsJvKOeBot8cTT0/w5FNlpc5o9SJqdY/dzZaq0kxKlYDiYpsUScNhJD7zjiLmiAWVAOojyTEQqyUzIGlBOpcmncuwt9ll804TfzSmWDRIWlqcc90IuHB1QlVpSsfK+oyCEW++2ePmmz31s+JUHFIq8QCuE+G0Q9yeWO2BKfelQCP0jrOvpVGmoeyOJFs+GMPYQW10pyqS72ZycK+n6s//8jP80i8/jTPq8c6tdV57Y5PX3mzz6s02ui050Rpnbug8/lGdmVMJPFfyhg11jmu7sjgN6I8jZbUe9tIwsqnMDijPDjl3NsvF80WOagFf+0aHW3cGFAtQEiJT2lTV64Q0jzylohZrMdlgp3IWqbyFlfIwbIcocnEGsfV1MJZYBrEjFfJOWTWW1tab7O71mJotMzVTZqIgDVJLKchFXb8rC8zNHo2NHuduPM75xx6n2++ytb3J/t4W0VhyAhwVPxEmYl9L2Xyphl+aeKxIJmYqddwMjeME2nXZVI+5dN3i8g2LhJ4h8DL0Owb1mhB5xDlkmtnZaY5aOxw1d1QGfb5YpFAokbbzpJN5bt9a4c47Kywsmjz/wWlFCvEDB2c45M03O9y82VYZc2YyqRSxpWJWsZM9R7LuXWUllJ9K4I09jvaHuD2PhUpKVXmmSnlmip1axN1NhwcHvor1yBSTrN5dY3VlFac5whglsDBIpnQsW2PY9VRdvlLiyacrzM5Pkc4uoVuT3N2+y92tu+QLOtWpFBkjiTaw0VyJknCJTJdIF6Z+hq0HPdbuNdUm+vq109y4fpr791dYvX9XESUz6Rmy2TwZIQMWdWUznp+UDLIM7iBHt61xsDOktj+K4xxGMtbl2tM5fS7F8x8vsnRG597tLe7d2eLg4ZiDHRfDKnLw9rcfNe2v/exfUkCzronN6okuRS6cY6dDUc5IA1mAX9U4FgWeVGwfKs13Ucm5o7Gykj4ByKT5JxbQctd51EQ/aZoq6+djpdl7MJs/LJP3x2YAvxfzOWnM/gQF8A+Dm+/996PXOUEHTvqx76cS/jHW0vKQ//3//Ef/hQBw/IKzVz/MX/qF5/jQqRKV7LvZuNIkrG+u87u/+/v84z/Yi3/56p/i9/7u48z9MP51eJNf/JV/w6vv+fmf/jt/m//pD1EA//BTnBybPyoAfPL49wPzL3zis/zSJy7z1KkSuYyEEpx8ebiDPg82t/jKv/sm//drtxmPHpI0+qQth5QZqblZshx7PYde18FMmgoEFrNLUfhJw9ue/yB/8r/5ZT765DVOl3Io99mTL2XZvMfe1uu8/OV/ye/e3VdzZKxKj7NABfAVMmivN1CZe9KolqangBoCDksTVBQwUvIYuWakuS2W794vf5mDv//RPyIA/cNHWf4tebIx4Ob3jzh4eIc3XvzPvF2LCRWxXbqAzZJ5+G5erMqMPc6GldysQu40l599llNzs+TTFqYAeY++fILxkF5rn5073+LX/vXv8NKrr1Gvd+l0RwrALZWy5PLpGIzSdb74T1/nr78PALz5W5f4uf8tvrYFAFcAsGnwN//FTX7qfS2gP81f+02xSz5Wi6vjHt+7o/CP8w/+w3/PYz+S07vF733uz/EPjgknJzbLSokrajdR9kiO36Wf53/4C3+Oz9yQvc67J308aFHbep3f//f/ii+9tYM7+qv809/9PD/y9o5e4C8/+TN8SdS6sdHqMTgdfz7V+FYkMsk699Q5j9W8cmCPlbfHLgdKMXtsZ+xLhIisYd+j8BXrXwFJTzJ/Y3tmsdeU5363YsVtDPq+65wQ55XGdskxQH0yB5+c4lj1+24287vT1nsAYQEgBcA05By8Oz0ra2chTwmZW1S4xzm/AioK+K1UqXKMjtW0Mh4bbffR6BLASd5bDDzJdx1LvY4AwzE4LCWkoVg1K8SjGIgVEFVswQUAFIWar9SsyqRXEm4VcC4Ve1DreIHHWJ1/XwH0ohTOpQzyKYNKsUC1VCIvIIooyCyxtI0BJ1tALcmVPbaUltxEy04qIkPfceg5Q3wlsRYrYmJVpTgAhJoiwClFpYx1Bb5JP0HswePsUQW7CsAvWWsCfCulr4C/kDBiBXAikjiKEE0sp30BgCWH0saUsixlmZswTPX+5PPG1sISWRUqtbBSx6oxFsUAsKhy1TmJwfU4a/YENJRDGBO3TsaZIcCUHvdsxC5aAGAr8MhIfI3k/4qFqjS2Q5NxZOJj4Ms8J8SuRGyDn0wmSCUT6JH0aTy0yFN/l/HgIY+zHll+26KmFst6y8QZiWWvw1GtzlG9rsgWeiJWCNvJNKadUgCxlKiDw4SNnS1Qrs5RrFQZiIuPJwZz4r0iBF1xi7GVvbRkdAtoLQ15BQQj5HYhhybw9AhfAcCxUleV5A2r9ciJUvdEHRwTDH5g2XIMzp5YascK+JjMduKWEF/P8jMZsTGwe0LqOLmO5PeVwP44/1eU4T9oNv2ea1F++Ri0VzbgxyCw/F2AfFl3xUpkIevJ6yraiSoDWaNLhJWmrkXXGTLodXGcPn4ghH6XUPeIDI+xRJkEosgXW3aJ+PJJmgWSiaLaS4u6WMgSx/w/Il8GjsT1dVSFkah/hfznqMgE5dARSmtUcknT5HNCWhQ3gCxJK3nsVuMc56nH7gJqPo/EiSyhgGCxdR4Me/Q7A3qNkerl6Zqo2UM0sSKSUgFwsWlNwg4xJCJOrfs9qrPLnLp4nYXls0xVJ8nnMqzfeoWNd16hM/QY+AlcTAJRn6eznL1wRlXgSV9kgKnZ5LOiNi6hJTJoRhojmVRqwLBdIzjaYbB/n639m2wdvEl1ZpLq7CSRUaDvZRl6CWXhK24d4ain3MV6tTbdwzZjR0BviYcyYtJG6DNZyTA9nVNz2d5ek27fpTRVojg1wcSESXnCpNPrcHDY4KjWxpMYvL7kkIck9IBSOUF1ziKdSagYxbGr4bkmvmvGub1dV819IiaQymR10qKGE1X1dFWpe1fvb3N4VCdbMMgWJKdcAF2LsRupPaYr4Lhcm2OPy4/NcOmxGcpTEanMEF0X8v+YYddVcXm7GyOuXHuaZ57/GDBi/f7rrN59jVZTQMOAgZNi6GZJZGwK0zrporg/dPH9LgSW6iVLPNH0fIZMxsA5GuHUHDY3Rqqm59PceLrE3IKNFrh4oxH37wy5d0esuCM8UdoVbcpTaSVicQY9nEGfhETcJSGVSSuLcI0UDzfb7Gy2lCNl4MiMIPfGmIijnAdAxVCdumiqcd+tG/RaEZ2uT7/vE9pjImvM8mKec6eKDLsh9+902dro8+TzGZ56PkPrYMTu/SG1pkdX5lZNREumKol7kxgxyUk+d8qmmDOo1V0lGkqms9jprBrXg3aPngKGoTcQNzGDfFlntmoyX7XI5yTTXvpXETOFgJm8z07d4/6uz/R0mc9++CyXZousf3eNje+u8c11+MZaxNDQyU0YKoLQFYV0P+L6QlHVYc3j5koPNzHmyY8muPxUglFXYqkkikXcNSTWK2RvL2R3N2QopIyxz8WrETeegvPLOksTBvMlEaCdYiJ/iuagSXPYJJU3qUwXlJjpzn/c5PZ/2qC/nGWwnFUOAxknIq/EPhGFkswNGnYqnrdDX2dtdcxrrzm88sYQJwvDDDz+gRIf/MgkEwR0b9Xxag4TF6qUL06RFGeAoUt35HLoOnRdH3+UIHAMbr4zUHXhsSw//ccneeqGzWTYo+APkcjsZlvj5W8HfOuFgPXdiF4CVUEg19WYG0+XefYjU5yd0qiMO1iDIbsNk4d1k6P6gKPagHHJRz8VMrWY5KcuL/PTl5e4/b0tbn/vAXd3fe51bfKLOf7EL0zy2c8VaD94SGvrITkrRzFXwe9ptB8O2Nvs8+IdV1X1fJJzT6XJFU0lLpN1WaoyIlVx6awYdO4ZbN73ubMm2dhw9ZM5rn0yx4IL82ON9bUh33qzy+aRd+xaaGBWPVWffKzIzzxVYS4LTntAfa/Hl3/H47d+J8Zs9ExEfk5TsXVTcyalIMuEWLVbBllbBFZidTwgW7JYWLjGwvxVxvV38GrvcLjfYfthSM81yJQz5CppBYxPzqexvByJfo5br3X4+lcf8I1vblN9LEX1RpqJtEHZ0GnUA966N6YX6Hz256dVJY98Ve98v88fvNBifbdP5rJD+rLDlctnuHr5DKl+iLfZZLzvqPlT3GTf3Knx5k6d/PIE05erMA5przWp32/y0I3YceETH6vyX31+jpmSSXO3x7A9Iqsizyy+/40jVelKjnPPzJGp2KwdO5uGKY0oqZOvwFQ1VPGWgvstLBeYL5xmvniK2jub7Hz/Fi+/3uXrdy1e3UvyK7+S55d/JUe006P5RgvLKjDz2EVS5SJbr9xl+5W7DMs5VRPiTDqpYfkBK6+2ufdKm3eOQt45CmKB4xAKGZtr50osz2Z5Y7XJzfstFi+bXPlAitlFyKTHFAs6l5c/yJVTz/Pl31jhn//697lz60BuU8lIlJMzpxPMnDaUxdz+rksi0imkbZUVO7uYZG4hSbbikp0c0e9r1PdNBYYGY1dJ0wXMSGdStJwRR/0BhhNS9hJMajbT10qq9nabrK8cUjBCnjxdYL5is9PtsNPrMJXNq9rr+bxzOGS74dI9iugeySYoUAuEy2dTPPdElkLa4NadITs7Hp+4Pq3qAI/7owFv3Ovxxqs9br/R59pskquzST787AQf/dAk2ZLJXmvEdn3Ine2WKttIY4uCwxbVj9jceezuRmrCE0tiyY1wPJ/+WG4XobK9lUD5Zz8wpWrgBtQaY+pHXTpHbfrNDvMLeeYW8jS9MbsDh15PJ+imCRyTKDEAc4jvyaZQZzCM6PRj0HPcD/AGPqcWk5xeSjI1ZVEqi42OWPo69Iau8lGXhVa9JZbNQ0xNFMUmswJ6zWcpzWXwRl3cTkOpAMX2sdvXOWiM2W+MubKQ4vJiinwpjZFN4ScS1Ace9cGYVjug2fJpdyK6bdTiIM63iXAaJsPCZtnRAAAgAElEQVRmgtmyxvKsztKpPHNLZUpTBX7/D9b4va+vkhEV5VJGKXqNsUci9FWmq0zuE+Ui5XJRbWJGgyGuM8IVu6iRw2AQqBIFWVMUwENRWUcYocZMJcNsJYNuRUSGKMsCjLFPklgVefZKkm4UcCgLP2mSjg1l5bq+NWTjwZDJ6Qmmpico5W0KaVEeQzYbkMsJ6O6pGngwigz6Q9Tk0+0E5DNQSEcEowCvFyirODn/4lIlqluphOz40Kgfuqze6XK0N1LZuVILC1XmF6cIGdMdNBmO5JxHBALW66L6kkwXC8dP4UmzwR6RSI0pZnVKkhPRj+i2YCR5VLZPJFmuGQ87O+bhfY31t3WSXoaLcxMUkza37x9x636NdClDqpShUElSrFgIqbbb7dHtdikLW2tCUyzqYiZDWjaxYrkWBLRHFq2RTWT4ClySxXgkWTFjjYMaHNSF/DCk3xqQjnzmMgaTorQtJJSNeLKYwC6atGouh9tDhi2fxaUCi4tFkgJuJG26wx5HzTrD8Rgzk0W3MrS70O7IhsvDSIwVm9pAGssJBtpIlViit2qBahXkC5YiRIjqSzeEtSj2X6LIkowkcS4QmrKJ5lsszOdZnC+QSkrDO1QZK/c2u2ztDchnUhQyYkdhMDWpKUWkTPJ6xubOygF37h5ysC1MorHagE9UdCZKOpPZBFM5k0bbptGy1UJjELg4EuARyrH0uXqxwtULk7R7I+6t19WipLIgmbo2G286bNx0lIWr2BELAIzloyUDBf4KCOzI4rPpM+r5BENf2VtNzuhMzgpIlsLMJXG1gGEgGcAurZ2A9o4cH2G+C6gvWXcjtfGSHoxpitWOqaxxJiezVKt51UTa323QqHfJF5IUikm6PU/ZAUtzxhYAyNYIA7FDTDDsuaryRZ3ylEm+mGA0ksZpRNCP8PshF5ameOaxZfITJiv1B9yr7VJ7GHC0GzDuQNBH5RVVZwymxL5HYgASJnMLc8wvLyvgzjAHoA0YuAOVvXN3q8ndrRaaHSmrbWkubd722Lw95sb1PI9dyzExlSSZtWh1Pd54o8Xq/R5nhfF0rkTkdxgN6mjRSAGt0typtyNq7YjCRJHydJle1+f+nTq1ox6VGYvKjMzTgjAKsSfgQI5v3adUiCuVjvM/dEPYz7bKVN5b69I6cDh7o6Tq4GGP9ZUmGUvjg89WeOxGgZY3pD0esL3rsvXAVQCokCXyKYunnq/y5PNTPNiosbVRV9l75UpRsazfeafGrbdrFMuWqkIZlcXsBwHbmyG7WyFhM1SZKB/75Gk+//OXKE1kVC7s6kqHOyuH3F05ZCj5bJqPnU6QL6ZVs6exP6SxP+CZ5yZ45tmyIju1+h5H9RE7G3121nsUpi0KM5bMfoyGol4Q61sN6cX2+2PFWtZEjZEWmzdZwItfW0gqa6nz0twbcbg1JHRD8tmEUld06z6dusfjH5jm8Q9UyVUkc6VP1+nz5s2hqsKkAMDC+I/vReNRpOx6AwdsXceSTZwrGKa4lkgrTKz0QkUSyZdM9Eg2m3JNCKdVI2VoTNq6ci/42Ccu8LFPnmfjQYMXv7PGd156wO6Bx+6hh26GGFbA0iWdS88mmFw08AIBEOBo01U1Fju/hKwPdJx6Aq9nUF0YM7Xocv5snkvnS9TqEX/wYpfbd4cUC5K9HqHZBnoywaAnzgwBw64QUAQ010jnbFI5aRZ6GNYIzx/TawkjOSI6ntskRuDU6SIJS+eo7qg5LVdKqjJCU1nQy8b1sDmkXnfo77v0D1zOXnuCc1cfp+8M2d3b5nD/Ib7TIRh2iWyNyNKUJaGQ3sRdOlvRyBSPG7NIzpLY/wkAHDLsj1WD57GnCjz2ZIFBH+qHMbO63fYZu7qyKZ4Q+9KC5E17WCkhCtgqn0/y6OV8dpodOq0O09M6Fy+mmShrCvwVEGhrK+TBg1DlZWm2tF51Na/rvqkcZqTykwkKVbFNHbO/01U55ZdOlbi0XFL3Fs3KsNvQ2TwI2WsFGNJISoa0623ajRbjzoiwO1bMcLkvS8UG6T7Xr1V4+ulpFfdg2FV8Lc87G3d5e2OFdAYqEzaVXJaKXSRtpOg5fbqjAclsDjubZ2Otw623jzjckw3KIlevLHJwIISbh6r5kE7nSQoBKKljJkWZk8OwcowGWQbdDMOeRq8zot8dKdWUNOgTuo1ppFg6k+bJ51JMzcLbr+7y1mu7Sh086AkxJMWD7//eo6b99Z/7i+peGjunKF3Ko6ao+qVjBfAPAsBxylysSBHyhZxTGYCiApTsabH9FAAhbtTFX7ESRkEmSl38owDwHwYe/iQA+BHgeCKaez+M7Sf87AfUvCcKaJXp9x5E+b0Wq38IAPwDoPJJA/m/4D398EPeewx/+P9+nBr5R1/2+PM8khv9+Df2h4Hlf9jH+XFq7vd7TKziE7t4mYXB6T9QlbEd8qkxaUtT2eN6pNPrufT7I6ykpUqICGItL2sZJXaL5NoR8pyl9hKSOSrgiICbAobGqvVjFaY00SVLVVnLxgCwgDlDR2qE5wUKnBr7AX0BnoU0J9mVgTxOrPBlHSoZ2CO88Yj5uUnm56aYm60wN1NW2fLOsIs3diiWqpRKVaWGs2xxwxKViaPW3rt7+6oqlUnmFxaw7ZRqpAuxQmn4FGARgz6S9Z1MWWp9GOfGClCkIDL1XRqYEklkC/HKMJXVq9gf2sdrbAEKPPmMwyEP9/fZ2dun3mirTHVRVKmmlqxTFZglJNvY4lZAzOMwcGWFLU1s9fqGXOMhwbGdsTrOCbmHy3dRCR4jLgo0jHNwBRiTx8Zga6ykVtm7ns9wNGY4csmkM2TS6eN82ti+9oSVIvsROd8CxoqVqIBbWdmvpJIKFFVApRDRdCEhxnajcZ793+Tfv/LzP5qxvfavWfjYrx7b3p84PL8LCJ0ocU9UjTLnCcFavsfX3InK90RdKI4UAkRJYzuIVYYnyk4BXwUElfxVJZuU/z75/LHSVin53isj/WESzbFy8OR6f+/spCCl47x0NeuquSsGvk6mMaUeVOM+BpEeueCq+VyUnqLwS6jPF6ubBbiPj7+Mrxj6il9176j36JIuFTIKBBXwSeAZ0WEqBewx+CtrcxkTolYX22AZR0opfXz+XbmPSBSU4I2C9Z4oYR8BwGI/LONSAGCxJhbAWABgTwG8aUsnbeoUsxkmcjnlpiXudbYtgG0MPouTQAwCS8k4letY1Ipi4ewrUFYBhce5vGpXr1ynxd1E5hAdS0BUGfOirPOkhzLCkf2UHBn95LPFx08l2or1tIBxhoDIAv4Ko0DUljHQrcBiBbonlOJSlbw3PfEIRPQFXFVZvnEWrpwN25BcYnHZi5/vvbcjhevL74nda+gfjzlR7gpgeGwSfHwfltiyrIBJ0XEeshBexuIiJMdYUyo4sTCPx7Gu5iBT1N22kDVlzhbrbleNXbCJNJnf5Jx4WGaC5HFOuIC/EhXRardVyXFNmLYCfsWW27STsQpVejgJcb8ScDiFnZK1T4ZGd0ij6+AnTJW9GFkWkViFGwlCPUEogKUujmcpNNEJhQkCErgyt+vGoxxo5QokALC6juLv6jr5gTq+Xh5dXPFcdTLuT+5v8bUqPciTPOH3udseX/+P/udYBSxK4HgCiE9WLPY/mU/kmj229Ub27nGG9Ml1dYJRiy5cmT6rDYCPJtEcqn8UCyRknhrLfD8Q5e9IqeYFAPa1OEVUAcC+kEk9DC1Qlr16JHsjQThEPSwSd02R58XtUe7B8mfk9HEdyf0dqcdKn0U5JEi/yE6IzSPJVIZMKq8ye+W5hIzrOi5jcQlUZJtjG2shiMh9+Zh44oiQpdcnCsVZKKvus3JfkjGmq51avK5UZBuEHDHACwfquUUFnMtXmKwuMlmdY3KmSnGiRO1on/rRPolECjuZV6r2ZqerVP/FUoZiMUsym1GAWyZbIpupkBLRg0qHlb1tfM35zV38+iZO7T6NwaaqouQaF4tYmQX01Gk0qxJnPwchjd1V6rurtBtt2s2uusfJtS5znwKAfXGrikjZ4I0F4BswGvvky8W48ppSAI89V4mnho4E8dqqtGCEFjiksxG5CQ3DilRsjFQoAhFf1iaayu1V121SridRyzt4/khloxYniiriYG+vRqfTUWpCyV+V456yMsrNq9saqrWR4lOYEacvTHL6ghBfhaEzwPeGSuE86Dh0jkTt6rN0+jIXrjyBpo853F1h7+FdugKctkK6fYveUNj2CVJlSBYCEgmHhDkiGBsE44QCgGeXsmQzCYYHLsNDl52HcRXLJsvn00zP2CrmSZyt1u53Wb3XJZXLUKjmMZMGQTTGl7HuSo0Ud0jISLrkWhtpfN+i0xjRaTiEYvHvCiAvIysmVXhCfsFg6ZzEXImRgsawpdMVZy2JPusGGFkfPRtwajHPBQGAO5GKOHywPuCZD6d55sMZFSn34E6fZjvAFZdQK0E6Ja6UYnfu06j7VEoGZ5dN8lmdg5rHYc0nkUxipsSpTHp9DsOOpwR4Tl9jcsZWTl/TRZguiG157Iav2TCRiignQ1puyOEoZHa6zMceP8NyMc/tr69x+w9WefVQ59UjnZEhavP4fttrh/RbIUsViZXM0esFbO2N0NIBl5+1OXM9gdP1lGAoaVlkkkl1Pre3xA5aCCAxGf3S4yZPfNDm4mmT5aLOhG3RbhVoN/MUp0KK1YBSJc9EeZJgEHHzP9/hzS/dpr+UYrCUopS2mNMTFNVWdIRuuGTy0g816bZDGrWQ7d2Azd2Ajf2AkS3lc+ZimsvXc0wYETzsY/R8ktWCKvouUW/M0PfoSECAIX30AqV8ga99vcHXv17n7NUkX/iFCZ55wqYauRS9EXsHPnv7Pi9/N+Db3wjY3A/pm6iSdaYQzz74wWk+85l5lkshxtEefrPN/iitql3rqXKLEcGSTnkhyWcuVfnMxSne+c4+t769x61tj1utBPnFFH/6vy3xhc9n6W3X6G/V0LUUlllAE9v5YcCg5fHCG31eeGNAZcnmzLWU6tdJVJjgB/nZkMJMyGAtYLDms7Hqc2vNx9UMPvKFST78hUmM3QH67oC19RGv3x+x1wmwSwb2hEaqGpCuBnzkaoHPPDbBdApG7QHN/T7ffDHkGy8GHLQDWqOQdDVi+brOwukEU0aKSSOtrotmK6Q6Z3Lxms3cYp6J4mkmCqfobr9Jd/sm7c6AlmsQmCmKQnSZLJHPC/m/QG1jyO6dDnfu1nlrvcat7QaTCykqiykMucUNQmqtgPUjHxn0X/zTV1Xp9x9grD5gdbXNa/cddntjUkuQWoS5XInZfIloHNDt9onciAJZLC/J66sHvLZ6QG42T/XcpHJ5ffBOi62VNsmFNPZCmg8+VuZTT01R1AMO12vUH3ZxxjrDsUG759PqictvirkpcUrSefmtA15++4CZxSQzSymqMz5T1RHTMwYzi2XVMyqa8xQT8zx4aY27f/AWr7zV5uVdm7v9JL/4qwV+6Vfz2K0h7loXU09RWJ7HymWor+5QW9thnE/j5jMK30sJgWroc7QdcbQT8aAZ8qAVctgNlNJdT+gszqSUE+rGXk9VeU5n7ozF5ExEMeczWTa4fO5xVV/6jU3+2T99kzvv1FWKQySB8GevFjh3tcDGapvN1TamHlIpJciLbWZaU6q7uTNpVbJYFV97py83InES1FROmlTTd6kHIzK+zqKfZilKo0+FqgJvgD/sM5XRuDSTpZROcGt3wO2HfaamJpmcqrCxN+Kltxo82BkSDQ0YGqQrYzKTLufPJXnsSl6B0698r8fmiscXP3WBX/jUBb6/fcCX3lzn5kqLw+2Q3iF85okin36ywKULGc6eTzMOfe5tdJRNcWMc0BSFbHtMu+NSLBgszFnkMgn6XWm+afTHMHDhoOawuzfAiAKunLa5fCbF7OkSs2eKvPF6jxe/0aTf6TNV9pielOyFHMVSlnE4YuANyGTTzM/Okk5nWX3YYPVhXbFvDuseA2HbDDQMUclmIyqZkKXTGVXJnJDhJEfGo9938cYhCzOzqt683eBbr+4q9vzTV/I8c72IVUyrOjw6YmdHmoIjNN9WOYIHhy4HBy5P3qjw5PWKAniGYiPbH7PxwGV9y2XoGgxdnaEf4ASeWnxJzKIZRjTXdRobGh/80CSf/fw000s2w3BMx3W4t1Ln/kpDKcFyhbQCWcRaMpWImJtIMFdOUKjkKEzm6Dkj9uttOl2HYKATDDXWtxzWHww5aEY0+2KLDEJp0d2IiYylKpsNSecCJvMa03mxnpDGvE9lwacRwZ6n0xsZBCOLfhs2N4ZsrA9ZOr/E4vklLIk98buYCZdpkcdXNZUHIjUYSF51qID8rd0++weiSog3m1P5FDOFDK4bsNfosd/qU8gmKGTlgqpw/fI0mu+zvrrP9laTo3bIUSvCNLNYZg5dUEm/jxaOjxs5Gl4mgZ8x6PcjOvVA2VkuLJjMzcXkgnLeVErooyOftjSrNIeRMSJblKY87G9ZbN23Cbs6ZSMgbwSK8RnqY2ZPTTNzahotaTIKAwaSU9w9ot45Ip2wVdnC4pZ82FAjrSVVturKlsvK1oiFRYNLlxLMzaWYrhQplfI0xzYNz2ZlZY9bbz0g6PaZTyWYLSSpLhapLhTR0jZayubunS5vvFrj3u02aQE1LJ25aYu5GSEzaOSE7ZURO05RXBusbwxVoQeYtlhL6XQbFoOepW5A6SnJp5EsT1H96RQLprJOV2q5rEnf7zDw23GTYAxuV6O+rtHY0FmYTLIwmeLylRmuPX0Kq2Dx1toWtzd22d9x2N8esbxoK/ChIhkJhRRaymR7p8vOTpeDbUeB2XLdicI3kxbwKKKSFHBrjlR2lv3mgI39I/YbdVKpkFQq+v8oe7NgSbLzvu+XWZmVWft+96W36Z6epWcGmBUrsUgARJEUIVEUTZGyKEdYftCbIuzwgx1+9ZvDEVZYtiw+MGTSUogKUaC4ieBwAAKYAWbt6b373r77rX3LyszKzfGdrNvdA0AS1RNf9MzcurVknXPynO+/cWmzzlObdRzP5+HJgEnoU2yKtavJ3gcBDz8IlBWSWD4LQC8WrImZkK8YSB77pBfQP/aRU0wxD0VR4pUyFIoZzLKmKjJ0RRxwXGg/8FRpsTT55TAVqQO6svEUxn9GI2dLY9GgVNZU5rY0HEWdNh2HVKpZVf5cY+aKzZnkdIkEX1TXOnEopIo509FcEVJW122qDYPRyFMWztnYVLUhLKnNKvmyzpE/4sgZKwXtyX6AN0oQAqi4yNda0GhqbJZzqur1dSrNTeqtAo3liGzB5aB9ymHnlAeHU3YOp2i5mGIrtdrY/xgObiS89nKT115uqXxtLQ+nXY/v/0WXGx+OuHC+wMXzRTLGlDgeYWZCyjkL28iyf+yzd+zTXGmxcW5NOQc8uHdMtzukXDMo1U1CUepoGsO+zqCtMZU5nZHMIpdSKUO5LE00sTvP4441Tncdxp05l19c5qkXlnl4v8/H7x1jmxFf+FydT32qTNed0XUdjttzjo4DvHGMGWjUSzYvvbrGi6+tcvP6ITeuHyj7qOXlGtlsjnd/1OO9d3vkiqKqheX1DJvnMximzv6OxvE+mE6AMQv52jde5Bd/+Q1lYvgvf+dd/uDf30DP6ujZDKOZS3/iKEC1XLFUI3fUnjNsB7zxuSpvfLaGZoX0nRmnXUfZHEmVV3TKqxm8GfTbonLIcm6tynK9wP7egP39AblaRoHEIuKQjKLZRFT1GvmihjtKlJW6WBPkxEolFgB4zrgb8NmvbPC5r2xSqHt4SY/uqM+7P/RVVZYMVdIGkLzmUKy95gZ6ILlXBpaewZvGCvwSy/pIOL16RKUhmTc6lsRU6BXFeh10JuT1kG98ocHXP9+gtVyluVLjL97u8Hu//5Bvf+dYqRIS1TD0MXWftUsG51+0qa7reInYZwec3Io5uZkodWyuoau4jP5ezLQbs3Y+ZvVczJXLFZ65XKfX13jzrWlqAV2KKZcjdTAJM5oC0r2xznwmDdSAjD6nULYpVmwMK0LLeEqV1jtNGHWEhJUqVNbWbTbP5SlWTCItVWRHmkes+wxPYwZHCZOJ5CRFSjERTyRPRePc5Wuce+oarjfntHOimiX+uIM36aLldDS50Yuywo0RV7elrQy1FWkEScMhZDbWcEaiBk0bV0Ls+vSrq7z86hrHhw53b/VVJvVUXBDcGCM2FSD94mvrvPj6OlZBbKpDJpMZx8cd5TygsmMadSplycESpvmM6cTDEVLBrIwzK+GJ8oAxzsSnuxcyaccsNS2WWza1NYvamo079znY6ysm9avXVnnl2gq9gaiXEk6GJu2JRWeq4QYjvHCsLCzFDjyauridAZO2Q/8kZDIIqTaFaBIrh4iXX1pTJIw5BZzA4PrODtd3H5DJRBTyGptLNZ7dXme5WuW4PeSoPaLcrFBulrlzZ8h77xzz8MGYixdbXLrYVM20KHAxszF2XtYyUR9KfqLObNZk5jRxRkVV4VyazULEElWxi4Rx21aJglVjfSvP09eExBHxznc6vPNWJ1X9SHPRyHDr2//6US/ypV/870gSAWOk2ayrpptqvZ+BFuJTqGwQUwWwajQqM0ppSKY2hJLbGEpHTRrkhpVa5CpVypmVdNpglSZp2u18nK37GBBetFefAFt/qjL3p4CuT4K/jxqqfwmw9cdB5R8HgJ90Vv1pltF/mXxh9fk+adL6l3hn/+UP+U+9l8dA0BPPu1As/mVf6T8F6P6X/Ow/9j6lqSw2rwKWTEf3mIzuU7Y9aqVIuYLYcl8Q0p+TEoqsvIWds4klR3PuKlBT8rClCdxsVFTJzxxnqoDCFJRMgR4BoVIALAV/pRmrAGBlT+mrfFpp1AowJaNcAODBcMJwMMXzIlXivGGauYVKT+Jo5krVXCyYXDi/xrNXL9BslPDcscpGLBTrqqysqOGyCoyY+wGOM+PBzi47OzusrW9w6anLygZfomkEBD7LpD3Lc5Xs+rx8dgHAzax6rtTWVqKKJP9vrK6DgNyWaVKrVqnXqmn+pyj8xDZzlirxcsUCuWJexXx0Oj2Ojo/YO9in3ekoEEb2eRI1kcsXFGibqi8Vepg2lEU5advKSlbUfdL8PwPYJRJAXl/hJ0qVmOKkMlYkIkrIZQKsKvtcAfNUdmqINw9w/YCcuDrkcos14zH4q9r+C5BUKRjnYgMcK4BbIpgUgCqKSYkXiiT+YK4AEGUD+al/ynd++2d/wgJ6/L3/nud++f9IlbXK+lmUaali8MyCWT6HAD3S1BcgUQHwkl+8UMSmy9ZCTiukGFH6CKAZCCh2Zj0rQKqo+cSJKAWAU2V3mn0bBGfZvwsD7kd5o0/aPqcWwSnglNozn6nD03n+yRn9CVDwCYzrzApX9mOaujekQJQi9Sh741TJqHD/xfMqdfDCbvxM1biz33v0gtubSynorrKaA2U9Kwo3eQ4BogQ8FWBZgB6Zb0plJd9TIOqyEE8yuOcB+ZxBPr8AUAV4SnVZSjWXwsq6yooNlP27zNU0DirNOtWVW0oha2Ep8lScOhzZeYp2Djtjqr2h7PPFVSBrGIvvUDLu0zUhzdtNA181AemVGj6NlxJQTTnLxKHKRZUSxzVnNiMR9W/GTAklZ9mucs4KA2XFK8CxGlKLPOUzn+fUojsF60Qxrd6fKG0VCJ8SDWQGKPhPORcLuUFIKOn3o9ZUBdALQCvkFrnvpmSEM1X5Wf6zEDoEOBcL7dQ6PkM+m6FkyX44fX8ypqYTiaOYKhLKmTW3eq5IMn911VQsliVrtayu2cxz1fdg6hZZXWxtU6tvIYIICCyfT+ag53o47kwRUIREcgb8Gpat4qFS82KNXNZULmHyx3VDJs6cg9M+h6c9YjuLXsyT5LKEpk5sGRi2qDRzlApNSsUmemwpcnoQGDh6lqm8pwWJRi5VOscX5JrUCiJ1K1GkoE8qgNP724IAs6A/pPsWqXT+Pp7/j2b7Qvn/U8hjsg4ulNpqvJ0BxAtHASHXyXPG0cK6V+x7FXs93X8JyHumX5a9faR7iuSehHPVT7KU8j7NBhbnM5ljkm8vCs40d3qOGzi4EpGWiHJ9rmaV9E9kxfY9V6mGVWSV7OfFMi4S8DfNvhZl/1zuTZ6PREWpzGoBwTMJGSMhV7PJ1wVoLZA1SkS+zrDnMO6L1XGowDaVeiwq5ayQz8WC2V640Jg4E5fxyKFUqnHu0iWaK8vKutqfO2S0LBnJvVZkCDnXuQzGJwzGp7iSW+36aJGBqeXIFyo01laoLi+RZEvE2SKrrRU2l9eJg4Cde7fZ373HdNRlOu7S2tpm7anL1Fa2KJSWsO0amuTFxRnmrsvcnTEf7BL07xGMHxBkBswzAwVQZ3SLcv1ZamufodZ4mkpJVNQG9z/6Lvc/+g694YChM1M9Zt1K9/ZaqNpazEYDpoMOnjtTxBa5v+bLZfKVMrmcrIfi7ieOCVmMbI6cVSVnVQicvioyHrpYzCZzxiNX9YJl7stwUgSKBcEil5N+R5aT0zbHpx21Dtv5nLrnyT5EctoLQty2NaqlOpVSXZ23Oic9dX8X0rRUc7VKa7WKpsdqrHgzAYCnuGMhcSeqyvVVqq0tdRbyZye40+O0Zz5CZWNKLqZkYmZKktcbU65ElMox85mQBDTqLZuN8+LoZOIcRzhCtG/7qk9t5BKqLY1mK8tqq0KtlOfB/b6qrYsrXHlhW5G99/eP2d8/UX15Gd+iHFURaHMN19eYB+n8yIgaOxAGswDFsi+TdUMnJKtq42LI5kWZd7HqVYgDar8rbpMJlqT41eDClmSDVpkN4db1GTv3XV77Yo7XvpCjvefw4MMxo6kmeYZoeXGgEPt0n8Egot+PadQ0LmxJHjEct2OO2xGJlUGszERcFLkh80mMM4BgprG1KRGAQjD2aRgzTDuUqFDivE4xo1PUdcKchp+HjdUGr+bSaIAAACAASURBVF06z4pR5O1v3eGdb93hlmdy2zPxMgmmla43AmyP+om6dxazlgIUZe21Kxrb12xWnzLxnRnedMZSrczaUl31VnbuDbl/Z0goQg8n4fnXy7z6lRpXn7I5X9bJ+gnf+Yupqk+/XuPlN+psb6+x1NokcnXe+Xfv8M633ma0bqjabOS4JqphXdS3YyaOoxwbpfZ359y94dMeaczMLI5EC8g/mkd9WWNpI0Mjq1H1EvLi/GZYREYWZ+TjDOWRErmYYJdtrlzeUPU7/+KQ3/kXB5y/muGbv1bl9VcsVpKQyjxUbnw7Oy4/+H7Id9+K2G0LAJzgmCIo0pUjwte+tMHf+rnzrBfnjO/eZ3jSoWdW6JplnNMxs9MRs7KGu2FR3rD56tUyX32mzAff7vDhn3b54OGc93sJlW2T3/j7Jb758zm8/Ykq1xfnvJzKY6+IBb2e4VvfHaqqrZhsPyWEpwzdY/A8jdY5k6XzJvPdKcFDh/v3Aj64K2IEm1/4Oxv8wi9vcPJ+m5P3O9y773NzP6brg72ckFuG8lJMaSnhtatlvvBclSUL/KHD5GTGRx9qfPShzo0HATd25xjVmCsv61y8mmGjZLFRyvKjDzx++L7H1efq/MLf2OD551sYSQMjrtO+/R6nt97HjV2iko3dqLC8vkJzeQUzXCYbLfHDb9/hO996nzvHx/QLc4aFQMVzipvauB+qOL7eLKIfJ1TWavzG3/syv/HrX4J3v0vy7nc5HnS4HwX0xG2lnMcsFbD6c6x+wDQT0i1GGEWbp4rLLJtV3rl+qMqu5qmtVWh3Yj7+cMLdOzOe/3KTa19u8fx6kedaRcyRw/GNA47ud9ntoGrrWo2tF2pUyZCX+XPi8/s/6vHv3+3x2mtVXnutxtaGT7MuUYoa9aVVavUVsuES2WCJ6//hLj/6vQ/40Y0+1ycme1qWX/+HVX79v61Si3yMroMRZzAkCN4w8YYi3hwRSFyGaTGTz3Uwwx/K/bBMFJfpi1BynHA0mfNw7OFEIaWiTs5OGI5dBqMZupUgvCwRVawswfZGlqtPX1H1r//VHv/nP7nF9Y/6ylUgKZRMLr9Q5cqLNY52BxzuDpQipdWwlEVDoqXNoY1zFTbPV9VGo92dMpUg81By8HQVlu2FOq4W4uoBdd3knJ5nO5NjZLmMbRcz8shFPltlk+c3KzTLOW4fz7l9ElCrllVJc/6DWwN2Dmb0BhG9fkRlfU51fc6lSzmee7qiLPs+fnvKwZ05X/rceX7mc+f5zvUj/s2f3+fgcEaBHHUrzxvXSrzxfJGVpYy6EIOJy0d3BgoAjoSdamQYTQPGTqAsRxstg1w+QzjTCV0NLwQhZKkG6CSkZGs8c8nm0nmbrDTQK1l+9K7DW2+NVG6VgL+rSxF5y1J5t2Eyx4/FNjXP8soK2VyBB3t9dvb6jL2EsScummJtEqPHMa1iktaaRWvdVoyvMAnUYV3UU7JJqzeWVe3uDblx+1RlCrz0bI3nr9Y4HSWcDmP6wx7DYVups3OY6JHBxNGUEnhru8TWuRJhNGc4mKgcSQEjDo8ClY0sFeiS3RuqDVw2STBlb9oxoWPy6hdW+OLPbmBWYOe4x/2jnrI98SVDQuw4hXmp6HQReTPh0pLJpVaWSjOn6mTgcevhkP44UHkE1WKZG3eG3Lw75Kgb0p9oeJ7YRGdUZfWErGwkzQAjG7BckyDvHOeWbazyTNVUzzAgq6yJiC08R2d/z2V/b0ZteYXa8qpStvrzERnDZ33NYG0tQ+TEhE6EO5EDUcRoFNAdugwnvtpkSx7QUiXPSrWgDlrt/oTeaEqzatOo2Fy9VOPalTqGHnB02OHweMxBN8NBL5Pe+AcpG9g2IrKSzWhmFLvWsw38nMloPGdwOiMTxWysWKwtW8pmulm2mHkRo2nILJwz1+aEhozRmFw+ZjQo0G+X8cYJmjvFjD1l7VKqZGittWitL+GGGp2hx8CZMXZ7jLw+sWsSu1kSNySWjBJ06sUqeaPAB7eGfHBLgDODF563Ob9dYGujzvJSha6fpeObtHtDOu2u8h2oElO3dBorFWX1EWYyhBmDO/ccrn884fbNMY7kWoxczm/nuHAux9qGzsq6AJCyppjMwwx37g+4e3+omN+ihJLM2eOHGr0TjfKqlGziZCOdqGwlWw4UeYPGqoC2BSJrSmw5aZPBhUknYe96yN5HIZWsTsXUefrqOi+99hS1tTwn01OOhqfs3huye2/A1maBp69UqNSyzMXQJpZFVLJp5/RO5/SOxSZQI68yhjMU8Skyp9bapN7cYOdgxAe3Dnmwd0qppiuF7OZqga3VImES0p86OPO5AhP9QKN9F1V2TsBwTS3SKvRA7F0KGtm8rhiWvaNArQl1sQet6MqiNCc2pZVYVWIaRLrYbumc7LiqIrE88UWxmzKG5RAprHzFzDdTeyCVb5oX1YLY1+qEga4U1cWiQSR5yXMtzUbRhIkuMKLwJTVG/TmjngDAFiuSy1A36Xcd+j2Hel7sOwrUizaNkiUxTow0l0E443DX5/Chr4B5sTYS0Ui5FlKrwdNLFa4ulcnYNSJDLJFybF0wKFTn3N87UnU8CFRJHmmxKqznhOPbCSd3El57bZXXXl2h3DQIsxFHbYfvfafLRx8M2drMs72Zx7ZmmOYUKxtTztvYZpbDkzmHx3NqzRarG6uqkXzaPmY4krz3jAJM5Qgu39l0YjAZGDgjYfA6hPOZysSREia/rDf+TGN4OscdRZy70mL7Sovdu0M+frdDLhvx+S9WeemVIqfjCaeTqbJX7nQktFajbGZoVXNceb7Jledb3L55wu1bJ6oBWK1KKL3J9Q8nXP9ogl2IsQsJqxs62xdN1WzbuZXh5KHOallT9fJrl3n988+p/I3f+X9/yB/8wcc0Vys0Vqr0Bg5HxzLXYmpNS5ECRIUrYOyLn64qNaeWDRi7Dr3hjJODmNPDiFwd8g3JZk/onUi+lcWFzRqryyXaJxNOTydk8gl2RVyEY8aDEGcaKaupQlljNpJM+QQCQ+U4CwA86sxVfe6r5/j8V7fJ1VycsE170OWDH8354N05hYZOsSFSEWmghkqFimcqENg2BTTI4E4inFHI3BM1V4hkIjTXsjTWsmiRTezbRE5ANB7TKsE3f/4p/ubPP8Vxe8pJ2+G7b3d563sd3vt4TKGSJV+x0BMPHZf6aoaVizblFYPEUga5HN4KOLwZKKJGZdlUh6iT+z6j44CLz2S49IzO+fNFzm+X6LQ13vxzl5u35pSqCeWKJDTFzJMI39GZj3V12BPnA93wlQK4IBm3doJuBsqWq38aM+qJEbI0fDSW5T6xYSu1vLCHM1mD2XyC409p7wec7oZMnTTTV1RS+jyDNs+wvn2Fje2n8echg8GAQU/A3x7uuEsmlyFjC9EjUWpYcfA4f9VmbSvL6dGM00OXTJxVTikqp9II0K2YjY0m6xsNjg/H7NztMhi6qY1hGBPPEuIZfPEbV/iZrz+tVNW9/oiT4y57u6fs7ba5eGGdSxfWlSNHJjMmjBxlaTadCuBfZuaV8aIZXjxWatj2bsToJGJtw2J9PUtt2VLkDz+YcyrjOoh4+cUNXnlxg3sPfO4/mNN3crhRkWlo4HgnON4xpaK4lOTJhBHJ1GPWnXGy5zBou6xswcomPH15jWef3iRfyNOfzumOPfa7Xfa6nZRYo8Nqo8Iz59ZYrZfpD8aqKs2iIrs93HO4+fGQvT1ZLwrUG6J0SMEpTR1THWJhr0cCDGhMnSbTaQNv2mA+rZPEAv4EGOacMBorC7VGvcbS0hIraxbLGxEZM+Dd701VGVaAaYWqeXvzj/7Vo6b9i7/4j1ILQWUlmCoNHzWSFWCb9j6ThQdgaoomAHCYrv1iqCG2a3Np3YrdpgDAcsNKVWdnJp4p4PAYnEiFZWljVSmCH4HKi4apasg+VtycNVzPnuRJRdsnAM5HnqZnGX4/CXGm7yv9+ZMg8CcB4LPfO3sfZ03iJ59vYeH4xOc6E/Skb32heH7yg//Y2/nPAbc//u7/Y2Dro8zmJxTKZ7/75Gs8amY/cW1/DDN69JI/8VpPZBam34x29hWm4N4T39gjIOpMbLxomKffd6o8PLs6ciBQtvLynScBo/4DRoP7VPIRzWpGWbtakj8pq66bWjFbuRR8FCBDGqcC3IoNuWQMthoVlhplZdHqSuM2EHvy9EsS4C0F31IVTqpmTQFNZWUuREFl+xqpLD7JIxUQbzAYq0pfX/ZOacahNF/E0ULAT1NsXo2Yc9urPHv1IisrdTTZZ2mi8sthmrayxczZefVe5L3OHJeOWKJ2OlSqNZaWV7DtvFLHiSpWgGDJ/5PvUEBjyVWVfD6xykwBYEu5PkkWsDTkJ+MJruspAEaub6VcolwuKkBP5qq8TwFN5X4pjPtyuczUmar8v5P2KfsHh4ogLFmoU2EPLq5NCoIppOqRErhQLFGQxoR8lkBAiviRtbCAWaK2kQ8igJcCSpXikAVoLXKVFPwQO2MBj0T9mdpMhuoxYh+b2h2HqSpWPU/E//CbP+ArKz7z/hHdzgF3jg64++ff4caNP+OHB6IMlny2GD8QYFlsguXzzvlbv3WH//3LKz+xIHz8zyp8/X9J57LkPCv7ZQHMF6plZYH6eDIp4EwIBQqYk8f8mPpSACylABYigSiAzyxhF9bJMvZT9fTjbFxxKFEPXSh1nxQjPpn7m76N1Kr5EQCs1HSLn5wtn5/4lGfvPlXcPV79ZBKmdsCfUAcrjP8s3zh1eTgDfJV18pnyXNfZO+w/eqVLF9bQDEONLZU5uQABpXF+5haRWk8L4Sj9HDLP5BqlIGOaHyv7TilZDxSQsSATyb0k1UEKCVUcslLFtBA8lAOGKLM1sWk21HphmmJNLrm/uoqqEAA4K8QFAViyFnnbJpcVt4p073SWkZwI4UmRnkThloKCAk6KWlU+vxBmpX8hir353GPqyFyZpeClAn/F3De9rynVeBimwJkgxyofN1UOpQBw+m3IRzUFADYyCjgSAoWAwOp6C6C7AIFTBXS67ipLXF2ubarLTseE7B8WLh6KYJHmH8vclTVPxkyaxeurtSNrZSnlssomUHoa6T5aiCmOUo2mivR0TojaWuaWgM8CRIvqsdqoq/xY2WPJd5gRF5A4JUbINVJOAAIAazBzZjgzR4HF4jYgQLlSAKv3IRmmEhshGesmJStLWXJioojpeMZ4NGH/uM3ecZu5qOjyeTxTZ5rE+HpCJivgWJaNpTVVOVECi9GQ2LZqFiMstabKWV3p0xNRCIowRcaRwJEpsUBAfNkXp/+dPjbNZhbSQvp9pfbOj2eRGsmP/lttotR3mo6nFLxPt1VnsK0cWSTb9klqmPJcUL8r55Q4kjEtFqM+USAuL17675HYLYtYIB1lkeYTyX4xVdqkanNDQPcM8o/KHF+MR0U6UrnTc2bzqToXRImvSkaMhanEM+5siudMFKlPcOcz8FeAMnleKyt9ARHsyJqcXlN5jVzexBYnH7FdL5iKTBgL2DYV9x/5Dr2Fwl3IhgFx4qs5Wi4VlduD74uDUKKU3LGepbW8yuXLl1VcjAKAfecJy+t0+yg28P1Rl8Goq4hDikQy9XDHrrJSX1pfob6yjFFcwigssdJcZX1pTQF+h7u3Ody9xf796xzcv87SxQtsv/gCy9uXqTe2KBSazCc+wcRnNBkynAwx5j3ycR877hDSIaKDK6QwP6LSusbK+S9TrV1W4gl8n4e33mH31jsMXYdJGJJkdZV1KU5O/miGL2O722XU7qgMZSHVa5KFXMhjFQpkTZ+sIZbQLRor69Raq1hksTQLp7eH091TCujQiPHjgLGcV2Y+VhbVo1dEKln3snkMq0yi2eweHPNw/0SR4XK5nFofptOZWkPr1Rz1Wo5yoaJqPJxwfHiqiHRiNVuqSgxZjlwpBY5FGRz6YoUpAGog1heK+KNlSmhmNdVpR1OSYIorPXMXxhON8QR8Gf9WhFmIqdah2tDwZ4nq01XqWVY2pKdm4nfB7yYqF3cgvR4zplBOqNctVldqSlB1f6fL/Z0eTz27zktvXEAm/+7OgapYnB/FiU4cC0Mh00oPL1ZRgJaZVeAasY9kKKUuVrL30pW9PBmble2A1e3U1coZxMzG0pcXZb1OkotVndso8dR2FXcEdz522NvxeP3zBV7/QoGOiBRujBjNBAAukthZ4tBVZN/RWJwtRUynKwBYztYnnYjjToS4rYthoZy7E0960UIW0AjdDOfPl7hwvkQhmZHzx+p8p1c09IpOXtfJiVNFxSArAqvlOs+urVOOc3z/39/n+39wn2Mty4mWZSLW+WJX7sU4Iq6aCJE8BcbV3i1JyEmk0ZUszXMmBi5m4rFUr7LSbOIMInbv9Hlwu48/BW8CL32+xhvfaPKc5IvmNbKzgD/7iwHf/osB2xcqnLtY5cqVTZ65eoGSbXHzB9dVjUqJqmY+w0XLoEhCTxy/fJ9qzaRSN7h9a8777/pMI5PiWpnCapHpZMx0MqIgdtFLGlVbp57oFCTuMcrghhlGQ4/xUAR3CQ4Sc5bnjdfP88br5/it/3uf3/pnB2xe0fj5Xyvx+qt5VnWTaqBz63qXWx91+eG7IT94N2avn4K/jpgQLOzwv/iZVX72r2yyUpoz3dth2u/hFWt4hRqToxGTwxFuScfbtCmvW3zxUkHVx9/rc+P7PX50b84PDiC/muHX/l6Ov/HzWbRTD73t0RlmOB1KTIXFqri4Fgz+5Htj/uT7Y0oNk/Uti3mo81D6OjO48HyeC9dyuA8muA/G7O4G3NhL0OwCf/tXnuFv/8pVrv/pXT7+0zs8OHDZEycxTSPXgnxLrl9CpZXw6csV3ni6TsuMmfcmzNoTDvYM9vdM7h3E3D0QgkLM6sWE1U1YqmRYrmR4/8ac9z+e88xzK/zcz13i2atNInHlc6Bz/x6dB/eJjACjKdnBFVrLy9Tqy8STMvG0zNt/cos3f+99Ho47BBsQrIE+tlQdnQQ8PJ4zkj1JBVYvNvn7v/TX+I1f+gb9N/8Dgzf/hBEdhqsxXklHD3PoUR7n4Rhnb0Jcz5C5nCdfz1OfFSk6FrudEbvtEZHs/wyD/aOID296PNgP+frf2eQbf2eDlQxUpwGz4xH7D044OhjRc7KqnnmlyjOv1GAUM/zY4+Cey7fvjPizO2O+/rUG3/hak3Nbc6rlAZVyhnJlm0J+jbiTIe4YvP3mPm/+4Q4fPRyzL8KXUoZf+40Sf/cflGhkYsxJSEZSZzQhKmrEvkskxMPYYB4bav5N2r6ae6ZexcxUOWqHHLdDDqYBe77POArJyvladgphGvmQscCwNZbrGbZaGS6uWWxf3FD1L//1Ef/knz7g+vURmnCtckWDc88XOP98kfloij+aKpVErV7BLmQJEpcAj0a1SKNWotfzePBgqCwGxfZDdovCDI1FlWOKzWfCcs5ks2Cxms9ymPgc4aGPfeyRz1O1PJ+9usyltSodT6fjZ8iFInVOmIjUWT7YwOfN233evD2gsRxTX464dLHAs0/XqNsm/Xsu4+M52c0C2a0CH3005p3v9sglJi9eavCpK02lOKzVdWxjjqV7tPsO13cmPBTrZEPYqpJjkVPlEjIMXVy5yc1EgSqHDUUSZaVpc2G9yNpKnkrdolg2cCMfL/Q5GcJRX2fqBMSBK/Qd7CTClptnEjOLxTvfxPFsfM8gcV2SmUt9vURtvUSkx0x9TzUmMvMIPRC1IaoELJEDjxxq8ppsCrL05yaDuUk1H7FUDGi1cjSWK+TKJf70rS7ffquDZbjUqz7VfEjJ1ChYJkaxhlmqMXF9Jp7HsCe5lq5S9slGK3WLS5nJsaERCfNSmhSiUAo0nqoUuVwusXShRvOpKqeOz/s3O1y/12NtLadKLNS6vRkzRza1sQrUvtQweaphqqwLqZ0jn7evOwxcjWsvb3DtlQ0e7Jxyf+dU2Y72Jew8NlmqlKkVCrieo2o8lpupR0EFx+dZW7KJIrGomaLLIU82QTlb2SrKZGp3PE67kvelMxYLbgUOzMnaMa0lk9ayyVTYFb0QfxqrzymNAMkdzeX1NDtVehiyr4/BTCKyBBQyEec2m5zfalK0JU/FIww8xhOfyQxmURUnrnHrbodb97rqICvWu8LsP9tAz2MNX+zupmKXNMF351iJhq1laFQsGhXJlE3I2BHZHMqKSWy09XimStOqaFpT2RQMJ7LR91TjKCsswkwOzbAZDENOTh2VN5JIPqGw0U5jBSj4TkzkhUoFtbXRoFEXEL7Hjbtd1ZDbWsuy3LJYaeWpVnMcdkIOlO1LhavP1qgUEsLJmFixfFObOi8O8KKAiZth7Jp0+6LCHrD7YMD2dolz2yVaLdkIilpCVAIlwOag3eWw3ZWEN/RMgckIdm9KfqqHVdLIFiFnmeTlCxHG/0zUHnDuqYKq1qahSpRUk3GirEh3bjmq3GHAbBhSzBWV0qy5kqe1BdWVmOFgwLA/UCqOdWnkaTqnbck+Fgvi9BA4czSVg53LS15JiVrdInKmxDOHYqWu6tadIT9695jb93qUm1kqLVNZHEtl7YRYT+3Njw8CTg8inG4Wp5OlUERlX9gF2YPKdy19hYREF1V4Qv84VuOuKordsqaumeTv2tUYuxqhZVNLLGGFnRx4nB74eEMDd2gQBzKWBVSRMSwHdAHRRNEbKlKJZOqIetRcMOTlMJHNitpXNtGirNDw4jQfSs7o8vPeqU/vRHI3LZY2Ckol2z+Z0D+dcm6lwvZKhZzI7BMBpiN8Y4qbOOzf89m/N8d3M4SB5ExBoRRQqyS8tNniU1stRnM4ckLydYOnns5RbSTcu9/m3oNTRrHBME7vKyUrwQgjOrsBnZ2AT726xqdeW6NQzTDXfQ5Pp3z/+z11L1hZldydAuW8R8lyyNsx+WIWyxa7GhgOEnJ2jVKpoazEvfAUzx8o8GwqDgTKi1wOEwazqclEFJATyVqaqdx3KVE8JD6KSe3PJA5Bo7FSorlc4uCex/2PHPI5jc98pcQLr9kc9UYc9kcMeoEC9WxdZ7Um88xmZSvP6maew8OpKlFLqjHoSVZzwO7OXI0ZUQAvrWRY25TvOcOtHxoc3pOc4SKvv1KkXM9jl/K0ey7f+/4+H1xv02g1qC81aB+P2XvQQ89ErG1KbrLBqO8y7LvK0n/rQgXdkMOuKB58xYAdD2VsSgaTNKtj9d8yV5aXbBoNO7WQ1A21lg3HYiUlto2pEqZUM1UNTiPa+8IM15R7gtzPBqcBg5OAVz9/jlc/fx6r4uJGbbrDLh9/OOfGR3OsMmTLQlyQbESxQdbwRyaBIzllQmZARSa444jQk0ZYmqG4frnM+uUKk/6c3uGMYuRzoTrn6naRz335dT73ldf5oz/+kD/844+4dW/ASS9g4EQqd6dYF4WLq9b0XFGjVDcoNyzKrSK5osXe/RF7D0bkClmqzRyhC4e3Zyqr+1OvWnzqNZulFYNGM8P+XsKf/WnEjRsRpWaa6eOHPvPQxxuBP9CV+4eZi1SJStYqZJQtvDgDyAF8PJzjjMX+N82aazZztJYLFIpZBf7KDxzXVfl2/dM53aO5Oviq8StdxyglZK2sbrG6uq2asJPxVAEJvjPGm06U1bsw9UNp0M8C5YbywqeqXLhU5NZ7I1XnNmo88/SSsnefZRwcZvR7Ov2exrg/Y9yfKMtDo2CgmxkSN1L5P5//2mU+/1ev4AdT9vb2ebhzxPFDl6M9l/Pna5y7UKdcBcv2SDRxOomZTKHTkTxh2QQHRFqgLKOdXgZ/qrO8nqgql3WKpRSgmQ5dtVe6+uwmV5/Z4P33fd5/f66yqEy7hi5NzHCXebCTNgUjyd7OUc+X0eYJp3s9ht0BG+c01s9pbGxssLl+Tkwu2Tk4Yv+kTahFBFKB9EN0CtkcK9UKdSG96C6GPqMkKu6yzXCic9pJ6PQT/CijytAlSznHbDJm0DvF98YYWVmLJfeuTEAZORVp8y0ySQFDYg40n/FwwHjQ5/zFBk8/s0J9SfLJp6rRevOjhFsfSVPJQcvOlPXmgz/4t4+a9td+4R+feZ6mrXWRJaiVJbXaE+vHOBFllAAF0gCVvDZxj5Axl2Y7StNOrL8U9cOWRqw0S+W5xAI0q7L4BFgRtYhSiiwABbFeF9tpBf5q8/R3HgGTZ5vOM/DiMYjxSQTnx1FlpVtbICk/gfUs/seZzeJ/DACWn6fUpsd/noRJnzSDPANUnnwfi1zQJ19+gbD8uIWzUhX+mKr57DE/Dez9T9lRq/zHBQAsjzt7XqUSFNeOs+v+CJhOFZlnNrFnHqKpmHEBMi1sehV4t2gIpeB7ajecKtIWl3sBlCkwRW2MU/W4jAwFpiqigXROpDGdfktiLa4yJLU5hib/7tLv7NHv7lMrGSw18pRyYocqLgeiFpT7R7AADSwFFjozV6lpU9BFrN2y1IuWImFInuh8PlePEXtnwxSr+Wz6t9hKq4zcFI1WVuoKiEot1R8BwFHEaDhWIITvpUpF+eBpDqQ0FeX3xAZU3BoSlpcabG+tsrLSolotKUJJJOtUPFd5iJVKVV0apcSduQr0kGa1KJAlg1hs8AVcFWDEcT2lMFRK2VjiYUTluLCzXtjpCvgrZ1TZrwmJRBSwruswm0nTXNS+M6rVMo1GnUIhn5L+dJ3IC4hE9ayA78d/i+LitN3hpN2h1x/SGwzUeihrx5MgcLVWo1qtKZWwgLWi6k3v96LsDJSiSAFI6pqKklDAsEg5QUkmqFx/wxSQV9SyYtMsv5MqOlVWrrgAiSLYdVUeswBT8rP/8Xd3+K+v/rS5PeLj3/nf+F9/+1/x+2/tpjbKm5/jr331K3zzV/4u33h5BdlGf+KP9yH/1898lv/5IJ3fSvkrYLvsddW8WbgVSCzsIsNW2W4vyDFKVagA4zTPUgH1ymI2/X0BzhaT8rHzMmdX8gAAIABJREFUgYCuZ0yRhdW8EnGecVaeUN3+5Kd8Yh1Sa3M6L59w2n+8gso8XKiSU3xqoTBWgOPZ+F2oq59c6VKRt/oelWWmygJ+0vw5/V1RSnZ700e/ef78qsqCTq2+H6Upp+rzBRj8iHjzBAFHrSuyKiiLdoGthFj6+D2e5R7LC6k5KddWKQDTHGQhgcjzp0ConB2FHCFrhqi70n2RAJEqe1jdpaCYE7VonnKxSDGfo5DPpcpyRTZICR1hlGZMC/lA5o2AVDLGhViZgu/pWpECwA5zsS9WYKIsC4u1QSlNUwt6KVEeRr5PNJ+rtSm1D07XYHnPMo+kBPwVBb26HqL4XdyV1ThTJTsPcXCKFKgmGcYyZ1LA/IwgkKqBBRhWPRyhbcURru+psm0hpNgq6qhWKihl82QyVWDQGSgvFu8yR+V50mt+9vqJspCt1aqKjCPEMvna50LC8eZpXEgUKaKEfB75fMOROLsNGTsOk9k0dZKSXYZpUsjlyQs5xrLJWwLWWwocUCnvorycORydtjk67TCSOC5NXMdiTpyZipVLFOEg4IWLm1y7sMFywaagvnudfmwySEyiWGygM8S6RFlZKkfYFZWbcG2TTJotrMm5VnqasrfMEIgCVLfQdBt08dIVlqmQSQXaegy6yzekxqwgogvrZuW4IltslaybGjhHSp2tYcQSYSbn6YVaPo7U74rSN1aRBgL4CvDrMp9PmftTfPl7nub4qkxgPV2nEillW76wVJZxs1iLZQ2VsSEgoJx9RNgh9r/ufIoXTJmHs9QCOkow4iyZyFCxa1LyR1nCqzG4sPYXkYKZgspqRVC224YiE1TKZSqVMlPPU+5mk8GYcWfIbCw20xnCxKRar1Or11VvLvCHKse2VCiRs3J0uzN6XYfKxgbNSxeUI8Z2Y5lmqazes4Dgru+re6T4EetiA66bzISwIJmeQkyPxGFqQPfkWH0P6xvLLC+3BPIRKROmVSZrp+Qw32njDA64+8Fbqmrba6w+f5WNS8+wtfkstdIKw4dthnttDqddDiY9lioWl1pV1ktCXL6pqjOe0hlNKTavsHr+cxhGk/b9XTo7e0wGx0wGR3iCBwuxo1pi88IGzZUGpzt7nOzs440cQkdymANiI1JWvhk7SyYn499Xtf30s1x88VU2LzxN3B8S9YcM9j+mf/AxnpxHLVNZnbtCpokjqgWNalHDFkcBtb7IeBfCbI79066qQs6mXikTeAGnRwNFoNu6sML2xeXUIt8wVRTO8eExk/E4teU3NDQhqWb01L4/lLVNo1YWd8wMgRo7M1zpi7gWwVyig6J0bV3c4+aS4y1nJCHDiJrdiJWFdbGuKyKpEErzBZ1Kw8AW4vFUJ3HEzUvA/ZCcJbbYGRVLVm2UsQs2t3f63Nntc/HZlnKVEnvqYb9Hr91ldBIrYrC8AVmWpU8x6CVMxnLDz5AIG3oxQ9W9RY5AIiYRUkzBorkS0VyV2DSJ+ooJfZ1SQWLrTPpiae/5rC+XuLBRxR8nPLg94WjX4TPKNa3KoDdVOcPDWcLczuNrJp7j4U7lXB4znUUsNQwubWWpFHXlNCnlBZoS6sTzBE2uy0x6TBmV77x9Kc+5S3kE9Qt6Y7JWSGlFo7Is7gmokutTa9gs1Sus15sYQZYfvrWnyjOzqtqDmMOjOYOR3LskksFQwhIpRWCS2JGSRu2cTn0rw0otZqWWUMyVyNtVxu2Iw7sj9m6PGE4lijLh01+s8YW/3uTFCxaXjIhyEHD70OfOoc/OXszuXszzz6/ys3/9IlcuVRic9hmc9Jj6cyZCKBg50B8TB3PCkkFUzFCwQlXXb4W8/X5AYhc5/0yT7cs1ug9P6TxsU6jrVNZMJcTLy7gME6aRoUqERtOxqwRwR0MNs5Dja1/d5ut/ZZvf+efH/H//zwlrlzT+6q8UePnVMut2g1pc4MO37vHRd8Q5NuC9+wkHkqtqasxkHqRpUDxztcaLLzVZroVk5m1MJOqphl2s0nk4prM3wRd34HNZqmsWb6yVeGO9xL3bXe7f7vL2jYg3b2RIyga/+CsmX/vZDJXpnMpkzs6Rzs09WWMFqNNZLmu8+6HPjz7wyVVNmmu2Glcf33YZzmI+/cUiL3+xSPeGo+rwOOBhX2K2KvzSNz/LL/3Nz/C93/0ef/G732dvMKKX05nnJRNcU2KMylKsAOCXLtR57VKLph4x73Tx2n3GY4kBtHACk1lkKAJHlATqvpgX8VkhYehoDB2d9e01rr14kZXlMuGgTTBo4/QnzPpTxGLUlEjISo5CqYadK+GPAvxhwL332tz4wQkdz2G+An4T/HaWedvi/nHAraOAmRlR2oCLl5v87a98jV/+8tf5+Ft/zsffeguv2Md6UcNogdZN0DoJ+wcSB+uydrnKi19epVK02P/ekJMPJ2SXLaxli0HPpXM8VU63t/dljGT41f/mIr/6Dy4SHw8YfnjI4f6A+8MZXS+mVa3TrNZZb8HGksbhfZ93v+dy567H3Ymr6pu/WOebv9hga0uclKaKbFO0L2KzhnfjBPfjY7797pTff3fGbcEi7BijlfDr/5XFr/+KRSljEjsGmpdBExxV+ifejMiTuIMM/kwnkr1hVs4EGTJTi8zE4r1bM9675XLgR3TNBLmTmx4YQUyY9QksUcubtFaznGuaXCgbXKpZlFdrlFdq/Pa/afNP/vk+H92YCgCsJXZRZ/MZi81nLXLMySMWTXk1wIV55yeOqrJVpJItcHw048btnrL8k62CsElMyS2ysxQkr0dyaUsZ1homSzWTHdfngecrmXa5G/JMs8IXPrXJlfMtup6mJOrZ8UyVMMaypSzdMOLf3Ojwuze6ZK05pu0rFeG1q1XWKlnoh4TjgB0zYicbsn8r5OCDkO1SkS99eokvvdzCNRO8rLB6xjidASedKbuyCXECqgWTajFLQdhpxRId12NnMKQ7mZFMYpJpTDVvqLp2pcobn26xuV5kJjkBkTQpx0wmY6JcDkolxtNQBWn3jsbk41TpLBatbiZDd6yxdyigU0LdSKibCU893+DytTpxLmIwl+xDj3EnYtxN1ReiulaHGzLktCwlySrGZqfns9P3eflqji99ukCrVWBGjrZj8nu/d8y//b0jlhsRVy5qrDQSSrYoekzyjWXyzWV2Dno8OOzRPfYZnYYqP9EuJSonwM7EKlvPkA1gVhrhOrNBhObpfP65Jb7w3DIzw6AT6dzYm/De9S4f3x3wzHNVnn2uxnjqcHo6UNawnhNixnClleNKM6cyEKVu7fi89UOX3szgM1+9wGe+epGj42MOT47p92cMRyGmnmVrraHsPxxRN80nHJ84yoZbNqaNuk2jZuM7Lv7MU0BmqSiLjWQomkKVoDcQNW/A8f6M44OZOoxlcwnZvEaxIipDg7ECYkQNKyA3lGyDjXXJnsgp8E7A4snUVxbheS1htZRhq5ple6uF2GG5swGjwYliu4aR2HHaZHLLZOxlPrh1xIc3j3CjBKuQx8xLXpFJNm8qS1Jvkqim/did4AijsR8TTqBWsaiXLWpLUFuJqYm1akHyi00y4Qw9dFR2Sa7YZBLq7A+ntAXkDaURnlEMPKlex+PkWFi+AaVqhmI1w/GBz8mhqBKkWSuKUouNzRr1ZoH7D7o8uN+jYOvKhrpSMqmWJctC5+jE5/jE443PbfH1v3aJtRUTd9LHm47x3QjfjelLU3syIWMXyZfrhFqeG7c6fHyrw+ZWlY3NKkUJjjcl9DzGztYxjCLtQZvOsI2WEQVFmelQY/eGw/7dWWoBFsv4taiU8squaKBIJyGXrua59HRO2dZffr6ijv1jAYA7c3Z3xzzcHdE9iVSGq6ts1gVMzfLsC2X1e2ILHCUjGvUqy0stBTDcvSPKtF6aMVfIEoYG/lxszQusn6tQrdk4/bG60ZVqJVW3bgx5+wcn3Lw5oLxkU1q2qa9E1FdiCiVNbXCdcczdjzx2bwVEXo7ItYUoSLma3lQF7DdzaSNV8n6GHegdC/tCoygglDy2Io9PyNdjCvUEzRSGc2p3020HyjpjdKIxOpHGn1yNWDHZrZywy+RwJtm+czQzkfMulp2hXLIpFbOIGY5oXuVwqjK6wwzTwCJITEoFsaBG5Vu3D33yVYvmRpFC1aR/NKZ3OOHalSWuXVkmjjN0e4GyHdcLU+KMw8G9gIO7AZ6XIQjFIjghL6H05ZjPXN5Q9bA/5sPDDmY55tlrZUXO2H3QZ2dnwNTMMjWEEwvFOMZ0Q0Ync4YnPs99eo3nXl7DLmvMkxlH7Sk/fG/IjVsTKrUilWqBRsGnUZhRzMfYRRMzJ5vzDL4jzPsS2UxFKekylpA1RiqzpduJFIilm5IbaCgQeDLRGA1chkOPlU2L5S1bsa4km0HyyuWzCzs/X7AUOHeyE6t7Uqlk8JmvFbn2hs3Dkz57x3215jiDhLJtcGEjz/qKTbGmqwNStxvQ7YUKUJ35HhNRH3Z0eh1NZY9KVesajaUMcyfDzR9kOL5n8td/rsXP/lyLwcRh52DI0anDwYlLuy+ZSXWK5Tqn+yMO7ncxjZjtiwVqLZPR0FGZHdV6kWq9hJ4RBYOvGrFqLZGTrZAH9NQaUwA6aXrUGhmV1SPZStVKiY683v5QWfUK4ChNr2rTUlnknaOQg/u+AsqrZXFW0BichgoYfuGVLVVW2cOPuwwmPe7cDLhzKyCTj5Wy2MqBbUsHX2faN/BGhlJC5/IQOiHzsTTdpFGSWhBuP9fk3PNN2vsj9m61WbVCvvxcntefX2L72qucu/Yq//w3/4zf/M03Oe5MyOSyZIvZxSFVUworsbITu7OsLddb8ooERC+x87DL7l4H25aGSEH4XhzdmTE59fj8zxT53BcLFKtiZx9w/37En/0J3LyhUV42Vfm+qNlc3EGM19cIphpWCUV0EeBXkb9yGbJ5ycMjvTfM5qp5JyWEnHq9oHIiheEhihGxXZ7M5owHc8Y9Ua2IIiTtMqcN75hmc5lWc0m5dHiuj+uk4IQ/cyWqSZFqJGfP9wKaDZPX32gqZ4S33+zzzpt9nn+6xRc+s8HqVo6oFOKawtQd8t57Q8a9Ge5kprL97IbkcZuYog6JYl770kVe/9JFRuMed2/f5+6tAzoH0D3Q2L5YVFEXlYZYhYvyRMgXGqMx7D8M2dsTzbWofERxYhC6QgIyqK94NFY98laCLbd7Oc+Hicot2ji/ysb5FX7w/YAf/ECsI8uUK2LPahLH94iS+0zdORN3TilfZqXWIqtlGJy2mY37nH/K4Pwlk2JpmXx+jYkTcWfnPg+P9pU9d6mSw/eFFCIXzMDWDQqSK10NWaoFFFVcRZZ5bOMENgPHVM4mUnpSRKfIqDfk9PAQ1xlg50PsfAKiGhRLPS5gJU9hUFbWZmL71ztt0z1p8/xLS7z+uU1KNRRRot2ZsrebY38nT2yOVAng9fD3/92jpv1zP/ePkSw6pU2RE60mttLSbhaLVkOtW3EsGaCJsvhTc12s1BG1SdrRkfu750pzxSBXkEw/c2EZLSQjaUxLJqDkOkuzU+47aVNRAcDSgJH9rO4rIPiRjeoZy0rBhI/zgz8hI1af4gkwN5UqL0Itz362wF8+AcYu1L9PghCPQNgFCrNQnZ1p/54U+T75mo8B2YXi+VGG3xOv+wT4++jxSk27AI3OFHxKJfQkKPsY1zkDkX4aAKyAWFEO/RgAfHZ5ZG8rAIn8rrruT+QNPgKAz2SGj4TLKYggYJd09tU6saizzET5uQDAsRADBHhY2LUqYqz62oSwJk2+MwBYnktmo6h5pbks426OlnhoyQydGUk4od85pt8+oVbJsdSqUJJ9sZ6CHaIsFJAmVfCaCrycOkKakdxIUellKWc1SpYAKuk4E9B4MBoxmkwVy/tRvqTYSiv751S9/Bj8W9haKoWVqMQkPzu1RA3moqBNgUwFrAv4p4hxafNdShS3jYbsG5usrq3SajZw3CHObEitVmOptaSACVcsIT2PVmuJpdYy3W6Pg8NjBS7UG01yhSJTsUydSXNYgK5YOIAYMg0Xxrjy/QmQIxaaxWKRSqmslKWiihhPRvT6Hfr9Ds1Wg/X1VWrVSqoeNgxmgymz/mRhIyzNXVHkZRWgdnR8wuHxCfuHh+wdHKlc3oVG7VFua61Wp1qrU6vWFKitMnsX40uUfo6APJKpGglwLwCzgLxzdX4UYEjAJwGu5aKlOb1pXrGAwOnYlXutr+xo5Z4rPxfwP/5Hf8zR//TKT4K5Pw0T/s/8v/a3/yHXfvW3FuvOY0vYM9Wj+n6VylfIY2k2bgr8p7wZNWbUY84qnScpEJz+/dhCNiVEyMz/ZMbv4k0+Nj/4CSvnxwrdhW5+ATQvIn8X68aZ1XT6fELOkTmqnuwsinmRvakU4QsL61gBVo8v1JmJgoC/AhqdEUfkEWfX4mzdkPPv2Z/NzZaKYEkfnwLH8jpybQRIVWNBXaeF1HlBKFftq4yusmIt2yIRm9iFdfaZRe4ZeH22X1Eg6GL9TG2703uH7HfSTF8DQ3LFY4nPWlj1KttdAQJCBfqK8rBaKdOoVZRNugJlhbSwAOWUxbgvQFxAqSRgcV4RFyTn/ux9yfsQpbwQTERx7guArNbxVIUrgLW8M/l8KvczCIjlOQUEVurl8JG6WsBlAUtF/a4s6xc530LqSC2KZXymlumyBhqEmEjchqWAU/ncZznoKlN9QaKQa6FIOEKGiYJUgeu7irgs869aKtIol9Sa3O8PGY7GqeJEFJ+WTdYWZxcjtZ4W4FvcEeJYRZeVy+ICkFdzWT6fM50xFYasXIQoViC2OBTImOgP+6rGs6kCgWVNkM8iY0TyJAt2qtJO/7Yp5XJYQqoJxQpvxmmny2m3S9fX6IQmh2Ofnd6I0+GEeD4j8Wd89plNPnN1k62qRc2IsTPQCw16kZyHTaLEIMnkSMwCc1FRip4j1JglGVw5L2Mxx8KPTVw534cmWiYPmZyK3EgkTkUMZhUAnCqDheB2RlrQF+NLjbP0y1CnZ6kATZXMNYlNM2VeCMghDhUqw16AMlkvfWJR/Eau+tufi63/GM8f4XojBQKL4ldUtInYnAZplIEC5mTs2DkM+c7U/MuQsyQrNafO+0EgVt3Sj3IJY8kE9pjL68kRLs6puK9w7quS+4hkRgvol5JBhDeakv4UeUeIFllbjdd8rkC1UqNWqTEYThkOHXqnXXrHp8r9ULdKmLkyzaUlVd6sy2R4RBL6FHJFLMOmN5zTG/isPnOVcy+/yPrqOi0jR1ka4QKOxgGTmZAHJKZIAOA8mpknUOCmgPQmeiZLv9fm+HCXcO6w3CzTqpdV1J0eWczFkSvOqk6KpTsQ9Lj97p9y+93/gNUqq6zFtfOXuXD+BRqVdQY7J/R3jjnwxxzOR5xfXeLF7W0uNQqMjt5hePQ2+70ee90e2fImjY2XiAKbBx9cZ//mbfVdij13ZGWJxKK8WefC5XOsri+ze/MuD2/eJXYD9FDWrphQ7BRtDbtcwCoX0WTshz5PvfAKz332y5y78jyju3cZ3bvD4OBDhvsf4QppOJtjbghUDFFG3IcMViVWLBbhkDhgZHCjCtOgwPFgxHF/RLmQo1kp403n7O90cJ05V144z+Vr50kkuyiM6He7HB8cMxqO0rVHZZeLW0W6r5P/J8KVtZUSrUYeT9TjrqOyWqWf7c10Yul9RuJ4kaAZC7KCcvaQ8S/kz4R8VSdfzShCjTy3aSdK/JA1NeVSpZyqRLgQxBSsDJWinMEscuU8um1xZ3/I7b0BW5fLPPNSk3pTgGdxvXM4uhdwfDftXWUMAXLF6lhTAHDgZZj70g2Ts6RYrKc2N3LvE8evgkTuLSc0V+SsHSnHM3E03djI0WpZKuLteOBQLxdVJN58GnPycKKcG199pcqrL1cZjBz2D4aMvJjAzuElBsOOx7ArarwYP4xZaZpc2hIyjk6356kSm2rX01R0HQIAezrOVMQsJluXbDafsvD6M0aH0vMNWd7UWNmW+6iIYlB94kY5R6NSolEV+zWDD350xPvvHqNJPIdpcnAUc+v2nHY3Rs+a6EL2iQJVcqaQ/HdT+oubGrUNnUsbBpc2ZP8o+7YC45OI9v0pR3ccTsYRJ6OYV75c5cs/3+TFbZMLgU8jDOglGv1Y5w//eMQf/fGYa9da/NqvXuTTn6qrDGqpaBoRTUN6e12O7h7geC7WZhlrLY8Vz7ASh/duRXzvw4hsufL/c/aeT5KlV3rf75q8N7035aurqv14P8AYLDAYAFpDcgFyySBjxZAYVEj8LxShL/ooiREKKUKUSEpLaElxubvcATADv4PBOIzt7umuNtVdvjIrvb1ecd5b1d0AVoqQeuJE91RXV2Vl3nzv+57nPL+HJ55t8MhjFfav7rF3ZZ9czaRyRgaJNPSZS+j49AODgW8qsX06mnHvIOTGjoDzUnz77yzxnT9c5s/+VYv/8K+bNNY0vvKdFE89V2I5u0hFK/P5j6+q+viWy0f3YHcCU1NjKuKLTJwEIfOLaZbXstRqEcXsmHIuoJovUMsX2LszZP/OEK8A5rqpsM3PVHI8W86yd9Rh97DDLz8Lees9k6lp8M3v6PzOt3TmfJ953+Pals4HN+SsrLExp7Fcjrix6XPjhq90sHw1RWsY8MkNMc35fPn1LF/+epa9T6fsfTrjuOfS9QPylTLf/t1v8oe/+01+9Cc/4Md/8gN2x22GdZ2gqKuYnVxaJ1+HQh2eXK3w3FqDUugyOzxicnBEECUJwhRWNoWdy+D6Gt22w2DgMg1nqnLlNLlyinJjkfrcGdJ2Eqd1A6e5SRDIILgMtmhY+QgrJfu0LIaWZNTpMu50OdqasX/bZSjXXk3HK+oMdw2GuyZXdjw+3nZwUhEL500uXq7wB0+/wu8//Qo/+78+4Kf//n388pDqSzq5RUi1PFWb+zJ8MOPi4zW+8XtrFO0Ev/yzba787Ij1ZxtsPNNg+2aba7/aZ/PehO2BTldL8U//6WVVR5/c5er3r3Brp8M9w2CSSXJpqcal5Ro5b0zWG3P9usNfv+9xY9ujJ3FrhsO3v1PiO98usrAEhuVimVnSxlksZ572z69y/PMr/PBWxF/es9kOwCoGlBdD/vjbJn/8hwmShtAjU4QzIfWB5vh4gxH+UARgXZElTYm7nLcVHVU7QtWP3h/y4/cH7DgRg4yBb+okPR1btiR5F3IOq2spNs7mWC8mWNA0lhI6diOLPZfj3/xFi//xXx3w+RdjGfTRI1mIVy8YqooZmVKRjZTORJxNnkwBxZtm2URW8nl6/Rnb+12VH5BLJMhZCTVBmc5k6HZcWs0JKTtieSHBXMNgvzdjvzdleWZw3jG5sFjjwrNrpOeK/PTjQ37y8QGl0KMYeqxVk1xYzpMtprgTmdzG5PM7u3y2tctCLeCFR5Ks1BPqhuf5Bsc+CE1z2NMZdwxKms56zmCjZGIuljAXi3zxeYtPfrlLrz0knRT8qMnZCwuqJF9ya3dIdyIsbZexI2jKePFeW6mwvlphbTnH2rKEdUds7/c4aPUxExJsH2BkkhjZNIOe4BeHHG8PaaQj6umITMkkWTbxNENNToxn+gnKUWdxMcnCoo1vuvScMd2xw/52wP5OoAQXEV7EqTKaCcpCMgMTuFMT3fcxgoBnnynxyks1dMvk9vaUza0Z/Y6uqlz2mGs4qqkqN2Qv0uj2EnT7JprhqIpkGkjygV1oC/JTZTMbNDIGGUvDkqmDWcTkyCMaaTz34lmefWGDa/f6vPP5EZv3urS7E7qDGdVaimo1TVowoMlQuYjazRnRTOOxlQaPLjcw0iOMzJDrWyPe/WikchAatRqNWpX+eEBv3Gc8k3wowXYYLNVtFus21XnB/SaUu0wanoLFVEhbQSkpvIe4a01SKWmGB0w9h8HYYXc3ZHcvICv5N4JcSYGZCsESlIqvMJwKWR0IMgrlVs6ndeoli2rRJGmLQzBk2HfpdxyVKVQv5qkXcjHGzPeZOhNV0tQQ+76MQliWZP9mGc1E4I0YeSFDL2AqSCtdw9U1+pLt25Rmu6umAj3HZzYMlZtMTS3Lxq0RUZ/3KRYhnZSJNJN6OUWtklL5gNOxxlHf507bYVcW6aavvq7Ca9mS1+kx7EzVgXxuSRysKcZTV01ueqE0cJO4gamwOqOJR2tnQnNHnOMWc4002Yws3hKPJBtXORjqVIs2DcGyVA0W6lCraKQkryxtc/XGEVduNNH0NIV8BTuVodXv0ez3FIJWMkU8f6qcTOI0Sybz6HqKnf2Wqnw+Qb2WQvMtOjsmxzsaB80hh0dDUhnJJhHHN/TaggEMKNcMylWDC48UufhIUbm25QAsToJOf0ynN0I3Kuh6hWHH4figy6Q/JaHpJGRi3HRUnXu8xiPPLsjAqco4vnvnmIyVIW1lFPZHnptApuVFcJF8pY6g6RzOnG2werbO3e2+2nBt3jomWbBIFQRNqlOqi4s8RuOJg+9w26O55+PNEvhTQYDpaiMjApO4/ywRKDMibJm0DwKOtt14OCMJ6bQWI3TKGvmaTqFmEBqCLtSYuXKj0FWuytFdh8O7Dq7kZ4ubxBD3sqWc4XIIFDSU4GXFXShO90IhRS5nqwyr0PfuTx1PXY3uGIX0FzdgMW8o8VcJwIUklaWM2jy39wYc7w155bkLvPz8Bfq9CZ9f2aXVb5OtedgFn9Z2xPFOFOfDjMTBI9NSLqWCxmtPnuW1J89xdfuQt69toWV8nnymojJO2+0p7faEw6nHwdQjGPuYkwB9HChsu9TZRxqq7FyIx5jj/pjN21O27s3QZLQJi0rWpVFwyInInpbMZQN3JpPsYp7MYZlFdF1k9yFeOFaCq2TsiGNQNxOMJzAYQL8fMpl4jCc+lYZJpS64HIjE+TuTe6TsFeX9IGuRSXsv5GjLp1S2+MrvF3nq5SybW8dsbrUZtAPGnUjda8+tZlieT8b474wS+5z5AAAgAElEQVTG3t6Mvf2pauQYlk+oCXrZZjwSHKU0k3yF8c5kBOENuzc1Bs0EX399ga+/Ps/trR4ffnREqzONA5dNcdmYuJ5J/1gwt0Mlpi4uZxR2R9wNkm8mU/7S5BGXnjQefE8wznIoEkES7JTGZBLQk4EgXVDuSWoNafyYyF1NXDwxVk4cqzHmqTJnU56z1VRtU9CNki9rySR9yKQXMu5HXHi0yvlHaqQKLoExYOQM2bodcud2EDvjUyGWpWMnTEUbGQ8jZmOZgE2QSiTwRy7uQMRlkQp15TZYOl9i8XyRzt6QvZsdzjYKfPu1S7z45DITXWOsa/zVG1d543vX6I0c7KyNlbEUjl2wKZORy2ToquycTCGkPJdgZSNHdT7F3XsD7t0bKDEsadkEM43BoUcwinjl1RwvfyWPacvrN+Lmpstf/xRu3NApzktera0ylVxnxqQXMO2BO4ZkFuys0v+w0zEKX9y9MoE9HMjAjqdeSrlP5bI2+XxKudzEI+KHOuNJxHgS4k493Kns1cQ9HjesBZUpGMZSqUK5VFZ2PncmuHwRgcdMRxNFGlGQAEEOEjE3Z/H8iwUuXMjwzjs93nmnTyOf5ux8gY31Go89u87axTmu3rjH1c27CqF0/bM2w5GHlU+QLprUajr1msajz8zz2DPzHLf63Phij5vXmnSPTHpNg40LWTYu5pQAbKel6RbS7UUqM0m53u/6SvSRCXDB0/kzcYGHZCtjcuUJlhmqaIVs0qKYzVDIZkhK7mUuw5UrIVeuSmM6SzotWVviStxB13cx7biBpvqOQ59g6iiyhpBiLj9R4JEnCgphdnQY0OlNOR506E/6pHOCR0vguSmcaQpvJq5/D1MPWKyaLFRNyqUkpZKtHL+9qcQwRGwfuNzbdwn9JJEv928Xbyr4xTGaNlX7MSOVx0jnsVnB4gxGkFeZzIHj0evu0evs8fyXF/nat84i5LIvvtjlzp0B/U6VXqeKr/cI9J5CRt5548/uN+0v/+4/OcFGSjPz1LUpC5e0g6UkrEzE4HjwUCE1bcl6C1Sm26A9Uk0TaRDa0uAqFNTv4sx0HBEdYwFChj5O8dKqOS/Navma4oKSHL37Sbm/6fz9fxKATxWLB7/HLrcT/OWp+nkqvt4Xix8Iw/dl4N/AOcZqyenXORVcflNs/k0XcOxii92z9/908v8nYvB9t22sW8cCsIhEcUbqCSXyvmD0a3mepz/mr/Ga48asPMenAtTJVznRi2Mx5tcdwPHn39d7Tsg+9xWtUy3qxE0nrrr7sOYThG+slceCRAx4igVg/UQAjpvE8iHJ+Qvu51fGqHERgGOXn5SGiL8zQm+A5/RxJh2GnRaDTot8LkW5kqeQSykROCmLnFwz0QmiWbJeVXasrA2CX44dpWkZIjNl4MNUgpKsk73BgMFoqIRiEXRlfZYGtggbp0jbBzmQ8U+sCEfSiAjD2J3qevhuoJqWyjE7E1eS+LpO/jsRaSxLzgcJJQQ3GnXlkut0jml328w36qyurigkrSBkRUypVaqqROwcjEZKABZUtAjVU3EFy+DESTatEoDVJRbFSFZPBCBBQksucJybK+8vcS/eF7ICD1sIQylbrd/Kmev7ZK0s2URWCeSSCey4MxxPSnKQZVDIodPr0+31GA5F5BLc7YyuigYakrTTClddLJeo1KtkRURSArA4CYdKhI5RqOI8k6zmWARW17vkC6clpzGjYgNkoEyeX3ks8lwrZ60Ml8xcJhMRf0X4PxlyiFb4Z2+8y3/7SvH/h+T74J/Mbv0f/Gev/pf86GRwIp6BkD1onBGqUNAq41cq/jnUQMQJOv6BAByvDaeI64f/PnbhP3DZS7P79HN/jQz/kPir3l0PgQ/iNeVkNOYh934sij7kHD4dhzmZiVEC8Im79IFoHS808pzLzyPXn5Sie518rizWD61mvz6Ao3D98eOTtWUyORHrQQ2eSaZwPDgSD5uIeCmfe5pTrDJTlbtIqbIn65SI1XqMBrcthcaVilfIB2ul+nnvj/yc/PlEhFBf9+TvTtdEle8oOMuTe0+cqxqfZZKSE5yWAdcM5VJBDUYIYUD5Ok+ykOXP6rmRjGmJfBIx7CQ3/BR/LwJI7KD3Ykebep/GLmC1fiicvNAXYsd0fFeVQQ45E5w4l0/ynO+TMU6vBcHyngjC8p4WQVh+xf9ODACB7PDuC96yBxJ85ykOWvzOshdXmHt5EYSIEIXM3NgBbKdsrGSSQjpNKZtRhBTlAB5P1XCN5BnHL2ickX5iCz8ZGImwbCHt2KQzKYWCl9dOcstnU1cZP+SRpGxxyok4bTAcjxiOh8w8cbfJ0I6cI2JUuHx+zIbQhIJLNiV9jrRyMJrBDLwprXaX406XpgMt12CnP+V2s0OzP1RrfsqA58/N8/y5BeYkC1Pck6FP3zfoeaYSf5VvWrcI9KT63dVNPAzhD8qdCJdEXKFE1gmZRZocSYWClWEnX0Q6eV1DHV8w0oIrluTck6zmGPIcKhSzDNJJxchuDV+Q03JRCKY58pQ4p/z3p8MZSlQ+/SXrnwjDsu5NFDLWd4e4IgKPe/S6LXrdJqEbKBSzaSVJpMSUU6BYrlIoV2MXtlyPnmSbijNzzHQsYvJYnfmlEskEllBbEkJYy6qei+w/RZQWJ7wMh3ievKYTnJlkvMrwwkztj6XiSIMUSSHsSba7KVEwpio3jBjJoJQmZ948qWRO4dctXeNw5w7bW18wGfYVEUL2jPn5VfLzK5Qai5Tri+TFZRhJoJCsyXH+seNLb00qQkh58jqFRkqVZNwmUxlmkyGDbpPJsEPgDgXBRaFUp1BqQGQRymsqmOJwQOh2aO5e42jnGqPZhLHnY6WLlOqr5ItzGCLuS+VyGPmcIlYu2QblaMzxwWe0Dz5j57jF7nELJ0qjWQ0i0vhTB08Ghd0JM2+Cr6JxEur8mZOztJWgf9ynf9xTucgyoCr7pdAMlai5fukSG5cuMpuNcKYj6ivrrFx4VP0cdz58jzsfvIfuNtHcJp7Q9dCYEjEWVLsesbaSZ20lp+LYvEFfEYl8Kook1B1N6Y6FSATJhM5k5HB0MFBkro3Lq5y9tKoGf8U802l1ONxvMhqOsGwdKynribiAYwKCZEqLA7goe7RMMo578AUN7TOdSL9NBofjKDFx+wreXO6rKoP7dP2Xs0PaUHQrtaeR4Rbpr2ZkTwfhVCecaWSEFGDJYI+sEXLuN0kXxTyTZPtoyHZzQLFhM78qFKwEhYJGNiU9kCk7N6cx2VCw5kK9EhKdbzKbmDgT6XOOmbrSq5X7U7yfs1KSIS9xWhYrZ22VQbp1Q95HkRJQ5pcsHNdhJlEAXhLXT8ulpqgqZuhxYcPi/LrNfnPKrXtjpqFOtppBMxPs3RmrMpKaEsQatQRnlmyVv3x4OOXwYIYfyPBhLAAHbog7k/hDEdESLK2ZLK6ZzLoOg8Op6vcsrBnqY6f58TIoaIQhlWKKleUymZTN9WtNVVNHZ+oY7B0G3LkrgxcSK2WpEjy63CPV/VLuQXmN0qpJddVkpZZkpSZ7TQPT0pl2A3o7Lq0tl7uHnioRgF//doVLdZ1Gc0h25DDKJhnlknz+WZ8rn/cVLvsbry6rKLzNOwNu3ukzP19ifr7IsNVh58ZdxtMRBTEGzWcw/DGmP+aTGx7vfu5jZDJcFpPcxSJ7V5vsXWnSWE2y8mhO9U39/pTp0KHjQNuJ8J0Ab+Zzdyfi6mZEZCT5e/9ggb/39xd5498eqaquRHzpD1I8+WSRtewi80aZvc+22P1si7c/9vjJR3CzEzIyA1VynQvdptqwaEjsUs2gXoJ62WCunKNRybF/Z8T+7SFeLsBc0yk0dJ7I2Tyet+kMJ3SHE375sc8Pfh4yDDRe+wODV76qM4dPA5/r2xof3pZBHIvzSzZn6gm+uD3m+q0xmuz5cylGM42dI4ex77PxmKnq6FNXlURuaUWoLVR5/aVv8vqXv8nP/92bqu72WhxnQtycUCRNRfwr1C0KDYsnVso8t1Ih7czobO/TvrcfD4SL5TCVxkzLQI8M7Bl4bsDNm102b3ZZf7TM+qMlavU5irkFbM1gdHSN8eE1IsHNp9JY6YBUxlGI+gRZDD/FsDlh0JzS6vgcdgJcIZZWk5jFJINdn8FuwPtfTPjrqyOmCZMzj5S4dKnK1y4uq3rzz6/z5l9cZ2RNyF4yKC2bnKskOVe2OWyOOGqOqNTSnDtfIaHb3Px8yv6Wx7lLdc5ebHDt/V3ee/MWt1tDOnkTfz7DP/qDZ/hHf+tZbv3iBu/+2fscdvvoKzkSjTQFU6cgRA2hN/QnDCYm7WmavmvQD0YMgiGvvprhK69mKNdEUAiwjQw56d9MKlx94zpX/uo6HzQD3h8a9BI6uYLG3KLO3/tbGVVCsBGTTeDFG9tgGjLZnqoKbQgsjVTBJl+RjOgE/pFHcOTx1i/G/PCdMVv9gI7M2Gd06g0rjrDNuqRyHhcWSzyyWiMv1NTDAUF3xNzjdeYfr/On/7HJ//S/7XLli5HsyowolY5Y24hYOxtRaxSpzYmb02FbrNG9KWrsyIW5WoG5WhEncGkP+moRmcvY1DMpivmCqs9vDnnv0zaB7rGyZrK0rNM+mtI+mvC0luJVK6dy30ovnKWdz/I//MnH/PM/+ZjFFCym4aX1At96rM5j52pkLy2RvbzEv/iPH/G//tVHlDMDvvqYBLJLhmqGmZ3CGZiqDJmQzKYxRw7GQZdEZ0TxqXWKT63x5vd2+bf/+02cdp+nz2k891iBL732OF967Qn+8oebqgbjmRK95EB4b3fA9u6AZ55Z55lnNqhWk0oQ7HZ6fPzRXa7f2KNWT6oJIcl6kAay5Bnub444vjNio5FQtXjGYuGMRaqUIEiYeLrJ2DeZ+CaFpE8xFaiM4L475njgsHkjYHMzVI3EhWqCkRuw23fYOfbZPYJ2G85n43ru5QVefH2V7sTn7bf3eP+9Jk9eXuGJSyvkCw7J7IAg4TJEpzUIuPLRgCsfD9hYM1WVq3kyhZJC43y2dcRnd484W7Y5J+7aFGTMAH3iM912CHsaj3z9KR557Une+PFt/uV3P+HOvWPSKVTFE2A662fSXJAHF4Rs3x7iDHWevnCeZy6cZ5w4YGIdcn2ry0ef9Ni67TA+sFV5uo9v+GJ4JJCskWTEQtljZQ6eerGmyvVmdKXJ058xElTINKReq1Gr1ZSIZpghw8lQIYR29gbcugG3NuHpiwWevlSkUNHRMwEuvprqOuxM4szFvE0+o1HIQCENxaRGwYasHZGxI0Zdl15LFrMc1eocuXyVz2/s8PmNbWYyKSuTmTILLBgomZYzNNKmprK+JPe5JzelVo+j4ZSOG9J1Qw63ZhzenSn0h2QHSc/AkQwID9J2lpSdZW5OJo88CoWAREIQVTqXLy9z6dISneaY3a02W/tTNls+d/Zc9q6P2bsxZn7OYn5O0l4C/IlD0tLYuFhg42IRPe1gZBw0Ow2JIsf9iM+uHnDtixazI5gdwtxcmpW1nBKyJk58uJ1bzNJYyNDZ6bG/2WKuqPHyl0s881SJueUi88sl3vzJXd766T1CN0mtWKFUyEF6DJkJmVqebC3PcWvC1mZbCep2MqOwNbduH3Pz1jFL8xrnzxrkU2n8bpXxcY4r1474/OoRVkYnX7XVVG6vFyOVFZuDgMuXily+LC5mjVTKI5Fy8bQZvuYwt3SR+aVLdI6H3L6+xe2rh9z9dMLe5lRlccigxYvfWuQr31khXdK4dm2X27eaZPUSGb2IoPIkF+Z4OOVo5CsREInE6sJTL6zy1ItnaB4PuXJ1l9tbLUzZNKVMijWLUs1WU9yCQx8PXcZ9EbxClT8i4piJiaUm2UV08rEyAZV6mnItRWvPUVkDY8kHMMStC+WqZJTrlOYsyvOWei7GswjH0UkYSTWxd/eLHnev95kOZdo4xqJJU1Cag9L0k0N5QoY0MoJhNimVZUo+iec4eDMH09TVIWDihBx1BbsUUC3bVCu2QkxLKQF4MasE4OPdAce7Q3736y/we19/gd3tJm/+8EO2D3aondEpzesMmiaDpkG3FdJpSUNThhQki0bn9778mKr3v7jLG+98Tph0ee5Ldc5eKOL60gCNuNnscKvZZdCcEXQCor7caAV9pLG0XmVpo0oi7RPoQ4azKfutgKNWwLAHgx7Ucj4LFZ+cHDaUsCaHlUA1egVDbpuxe1zlfcmkbSD5C9IgsdBNm8FQsrx9ej3v5DGJE1tTJVm20cSI8+JlA+pFCtUuNWiFdPcC6g2b1/6wxrO/U+Dzay1V/eOQSRcqWZuLG1mWF0R5VDoMd+4MubMlWHuZ6oNMQZz9OaIgp4RD13GIIsmI8lTu7aAD/szklVdWePnlFT78sMWbP7hHp++yfLZIfTHL4cGEw/0Js0mMb5MM7UYjTb4gDiuZQJep97hlH/sZ4lwzef4GfRRBIFc0GY8Fse6rhpMIovOLGUYDj2HfUzm2QukQjFJTaBftiPqSRW3JUhnA3VaEK+9bmWyXKWBHDT6zvJ5mZT1Duhig2+ICdtnZgd0d0C1BT4fKLWEZtjq4jaeOwmOntQwpMvjDGU5/rBol0uyXZsPcmTxzqzl6hyMO7/R58twG/+QffosXnzvHB9c+4INrH/LBh00+/FULN5AMnKSKupDGj7yvRl1BCvvYGY9CzaO+rLF20aaxnODePYe7d2WC/kRE8zSCkY4dmbzyapGXXy3ghQN6wzbXr09556/h1i2dylKK6lJa5ThKTfq+IgPIkEcqIwMZkBLcfVYcr6bc0BRqeND3GA19bBNsA1JJi3RahgFEBIiF/cnUYDLV0QXbiwSKeAoFJ41ExxUxI1BZkFKS/hNIpqvjMZb4gOFIYU2lWWDLhlMiFpYsnn8+w7kLSX7+4YCffTBAG0La1Xns3Bn++B99i9/7vRe5ufcJm7uf8OMf7PDmn+8pFI8cdgWlff4xi/OPW6ydLbB2rsDh3ogvPm9z81qfYcdi1LU5/2iWC4+KAKxjpcS9EtBqBTSPfLZue9y57ZFMZ8kXCwpjL40pyVWys0NVhi67hZBqMceZpQbVUpHxLFD3ra27Glv3JPNO8rGkJH+viW22qM3NUZubV0j0zc+31XRqrWwwP5fguS8t8NyX5rl+/Yh3f3mXg+aAyBLEspA8pImhE/k5fCfPZBTQ6/eVy2F1LsuZ+SyNeopGPa1QbccDl4P2TGGHpNyZievEB3ihsgji2XF6uP4YO1PCzhSxtEXsaAnNz6rhAm8aMBzdZTi8y++8vsbvf/sRJVj97Ce3+eyTLpG/ShScwY06uHRVvvDNN/70fpvx4re+o+6zumAfpNkbezNPRD9xUMZ/J/haz3cU9SSb07FTEbu3m6okPz6dM8gX85TKdZKpvLomRzLRfdJEVG6UE8SnIDqlURiGMoA2i5Gp4swJT7/vwyrn/5sA/LAIfCoWPCwA/4ar7dcUlwf45wef9ZANTjmJjVON4kSKeEi8+TXp6VR6ePj7xT/D3+jYPRVxTpCsp87d03/9AMv86/rW35QXfPq8xlmNv46TPs3t/K184BNR91QAvy9IPfTt1GM4FYPvC1gPi+HxX8pYgJTCjoanWMjYfSjirxKARQCKpRWFgBbnt4gggjCVPHXBPjvTLuNBi2HvkNmgx7TfJZ1Jki9lVcZbpRQLwSr3UoaeJhNVCtOrDHcy3CMYYgsbH5uAVFJoGxmlVg2GQyWuivNMSnloxSEnTVnVmLXuC8EitpzmlHqCl1UCYSycy95A3OyCbxZHsHK0yn1FNmonvxRC1vewrQTVaplcLsf+/hH7+4ecWV3m0oVzSnRS2cc6VMtlKqWycjWL0KIkBGUukAFrX4nWqmEq5AzitVgGJ6aTmXLGinPwtGKhSJxZMXo1m8uQzaZVVqkgoQXB2u121GNfXzrH2tJZJf4O5OO9Yzq9FlNnRD6fIV/I3Mcy97pDWq0+rWaXe3cPuHfvUN1vRTAtVss0lubIlwuxoxq5L/UZ9HvKQSYCtcI8iwB8skeRzGbB7uZORGO5F0nz13FiMS3GcAe4TvwxhdhWwmLsSNW0M/yTf/kX/Dd/dJH/7zJwn1t//l/zX/2z/4XPTtyMpwAApc8IWvk0C/hUAFa5nrGQe/p+it2/sYDz29j2WEj+tV8nwxYPZMzf+PuHhN/TuYuHh0BORdcHHzsRgE8o07Hw/KBkCEOJmcoJerq2xt/zdN1QYqIvOdXxe1ZESiWmyuCDDBid/HwP1qZT8Tf+iOR2nv6SfW38tePnSd4TIngo9LJ63dQjjIXdk+f19N/Kv4mvWyt2GSpUrvx88bp2/5d6Eh5WyOO/OX1O1SDRyboqa5IRiSgaZ1HLkyNilu/JWUbia4RglaIk961SQUW2SH6qvG+l5PGrzGL5npJxKY3x0yGY0++oXHFxqW8ha6I45JRjX/b88XV9ei1YiQQpaW4mzJN83QfYfnlOFHpa5VbH4rCIp6pENErKvTgelpDPk2xxVSdPq8jLIgLLf6dDKerJOcm3k59ZFhw560mZdkLROnLJJEVpzOq6wuvK+80QOoJpK1HbFUe2XOPqgnqAo1aasi5DrSmF/k2l07GDzw9JKEy95JWLs1dcogkllMj3lZEgNU4mWHg5VzkO/myGN52qc6Y7dcil0hSyOZJCCwgd5YTs9Aa0ewOas4imq3OvO+bmQYtWf0gtl6SWT/HUao2nztSpyKCaN0Fzpww9IVaJACy7QZHMDXwRbg3JL7LBsnEF0StsE8mCR8cNJY5Fx1XT3bI3shUeWonDkeAv5XMMHEFFy1CT4G2ESqHumzJE8GCQQG578r5S10Ugww0S6TXFEtnOsNEMS4mkgQzaidiYkI8l1P1Brn9DSdRy/U3wnQHjfovtrU22t27iuzPl1rXSWdK5EoXKHItLqywuncGX59Vx6HdatJv7dI8PGfY7SgQulooqw7lUqVAqV0hlC5ipPLqdPaEwCJFhptbr4bBP57ilkLqzXpdZv4uRzmJmYjqiDPGIy1sy7eXcsFKrslKvYlVKBKUSiXyRYrZIzs7gdDrM2m2++PRjPv3Ve7RbhyraSlxlT7z2dZ742mukzRyGk0BzIHJjJ6o6d6qBMpnN0xShR/JuRzOJu8qoKhRKFAtldDnfOEP67UO2t67TOtpl6dx5ls6dU9m5hifhqjIU3MV3ujhOR9W9m1vcunaLvgx4p4vY5SpzZzeYO7fB+tpF1tcvUvSmJHv70LrH4eENjg432W0dsts64rg7pdsP0M0M88urVOfmGMwG9KcD5ZpVJ+fpjGm7h9MbqH23XFfK+S0Zzsp6CqValVe+/jqvfv0b9IZdlT+czOYpVBqEfsgHb32PD3/4fSpFjWpRrmmfiecycl36vs9Mi1Qcj5Tb7zE4aqphcN2sg1Fm6gZMXB9XnOCu7GNkqMtRePS1c8usnVtR+O5hb0i72ePooKNoUHnJYS1Z2ClDleBfZWBM7hWWYcWl26okJiaIXDwvVBho15HscU8ZMOK8d3k95S0j1BHZh8nvphoK8QKJ+Ijpd3L2lCFodwLVYppqMUPkBUyGcnFAppRRmOZWf0qrP1FxVHY2UgPoq2s5Fhcz3Nsccu/GgGE7YNIXkodJrhDTJibDBNORRW/QpTfoqf2GCNbqdi+OZSPi0uM5Lj+Ro33kcu2jIZOhz5kLNivrFmkrIJ0I2Dk0ubUjkTkG1RLMVaBRCmgUfW7vuly5LQPsCVbW8ooguPnJgJufDMlWDXJV6bckWJy3VKTa7vZUlbphSpyGILNnQlCSP4s5x2RhWWd+SWMm/ZWmq2Lgls+KM9jC1tPYWopJb8qwM6JStLj8SE0Zse5utbm31eG4HSm9YP/QZ/fApzc8FYBttWaIiK3OG2J+KujUNmzqZ2zm8hnm8mnSOZ9kxsGfBIyPoLcb0zuv33F44bUC3/i7Zc7mQtI3OljHM7zFvKrjZk9dU8vFLE+eaZDULH709gE/+sUBz71yludePcdsJH3KW2qdqgmBcj6HCjl1Rnx6w+W9Kx5a0ubsxTxra1n2rvXYvdrlzMUMl18okcnA6GhEvz2hKZGhMqQmk6qBxp078OmnIYFm8/f/8Tz/4B/P88O/POBHf3lAaTHk2W8kefzRAucyC6xaZSYHTSb7TX7wM58/ewuu7Hv0TYeeKQQPoeEFFEoaZcEz12yWahkVQbk4J5Vh/9aIg9sjvKyHcSYiV424nNK4nBZce8gsCHn3I5c33nToTwK+8o0EX3rZoGH4NAxBHsNH98QIlObimRwbSxmubXVUySnHsDJqEEl6sRJBla35ZGsB7U992p/5yjxQ2ZDBgDpfeuSbfPnRb/HOX7yp6lbziD08piko1uK+dKGRo9DI8sRykWeWi5ijMbs3d9m9uXNyHoyUGyGy85QaOVbXsqov/OPv7/GT7+/z/DfmeeEbC8zVamT0Krob0j/4XFVUzUnDlWTGJWsPSekhlpfBmKXp74eqjgNoyZYll6ZQKZAt5hjsThjsjvnJBz2+98seEz3NucclQ7rGCysBL66E/OVf7fKXb+zR9jzMhkFt2earL9VUTdpdpp0ekS/rSQIvTNKdZJkFeS6s1LiwXOP9H9zizX/zGXcnPfxLCZJP5vnDF17hD59/mU/e+pw3/+RnjN0Ba1+eo7aeVcRgqda+DAJNyAjx6dwC6Uqa4bTDcNrl8mWTRy4nyOR1AkOiWtOUowaJYZ4fffcWP/zuTW7OPLYEX5mTeE+T1QWbP/jdsiqJHpTznSeDGGLoGkPvM4f+Zw5aPUKvS685SSWfJSlxj0dTnKMpP/jZhDd/NuVm06fpBmhlg/VnUpx5LEk546l6vDHPs/OreE2H6x9vc/vGPpdfP8Pl11f59280+Z//xV2uXhuKAKxFkqN2+bEUlx9LxvtgT3IWHJXx6zoSYJ6lWs6B5KgK0x/JdPJIWRqVXF0metoAACAASURBVIp8Komgv9sjjf3DKXuSu5cLOXvWYH1dZ3rsMmk5PFqa59nGCpVGGbeeYtfz+NO/uqFqvmAwVzA4X7V5tJHizHyO+YuLLFxY5I23b/DGX99grhzwO09nWVm16FkRAzNG6TrDiOaRycGhSQE4Wwg5V4kIlosEywWFBX375y302YwnzhhcOpOhsbpMY3WF7791lx/88K5qVKwu6hSLOo6hqVLTb+kM3tRQbh3Jmeupw3WfQjVBsWqhyWld05kNfcYtB7frcW7Z5uyy8PlN8mUDiSDozwKcSCObS6tSm2RxvPSnHLaG9IcztVhMgwDTtzADmV7XVEjzNAg5Gnh0hj7pMCIThCwtF1hdLyvc4852j8ODERtr85xdm8NITAm0Ab7u4WoGw2nE9p2pqtwJUlYmyo2EIFZMwqSvKqP7ZDUPexyR6GtkfJ1KNqGwxMZaHX29zsefHPLOX2/TaQvaJaVQS7GHQAKnTRZqCbTQV1kfciNNJoskkwVmnkyGDtAtAzudZuboXL864Pq1oTpAyaZBRBDD1oSozUJNY76us7hUZGGxoD5H3izSqESccEaogtOl+eB6uppEm0xdRoImm8r0vo3j2BSiiEIEZckhXkpi53VGnsNQxB4vxPFChVpM6CEZU6eUtMhL4Kgg0SRTTBPnlU6qkCNdq2IWClzb3OGLm7tqcyqYBDlIFlIWWdvE1kLEmyU8eKlZBH0vZCzZiwEMg4ibV8bcujJW3PdCziadErdh3Bwa9gJGfZ+NjQSXH7EoleXg6aHpPtV6mVqtRP94QmuvT6vj0BpHdEYRk57GpKuTyQgq9uSA7WvYlmQmWswtWdgZweDKNKmlXvvhKGJrq8fuzhBtmkCbmlTrFo1FW4WI90czhhPJVdMxEgaDoxG9vQEFO+LCepqzazmW10osr5e5crPFlc2mEnYFqZzLZThqH3F03CQ0M4RmVv28uuerzJJMRpDPJvf2OtzdbVPKaMyXTTKSJ+Rl8B2bu4cT7h6IQypQSG7ZVI5H0jAKMUwRSjQlYkkpF6dMLIpzceIyHnsU8gsUCgtkchHp7FgdzKYtyd6U6fV48zl/Mc3y41l8w+HGzX3ubrXQnZSqvrznejOGkkOny2R1hH+oERzB2csVzl4qCyxKIWDaCqXrqirXLVXyuKUpNpv4DLsR4z74rqYc3DHIUsMUzKwSZTXq83nq8wWOdidsbw4Z9kTsC1QWdVWY/nMJynMG5XmTqRvS6flKlEvbaZUBJDiS3TsDlYkqU4WmbpLLyhpmM5pOGM8mCoMuuPdMzqBcTpIvWLhTQcF7ChWdTCWUAHzYkfwSn0o5QVXyflsenaavJoozZcFQGfSbM/pHM1575Wlee+UZdreP+dGPPmavuc/cOZ3qss60k2DSNVX2dOtIsloDkpZLpaDzd776NH/7q0/zi09v8e9/8hGTcKTcd2fO5pQDUmqr1VUDFP2mg9cKiIYRxVyMKM+WU6pEPDdTMzyRQEYhnUHI0U7I4Y4MkmisL+rIPEJkhmCGKtNISotS6KQJAmm6yBrkKhewG8o0bEZtyrpdj6PmlE7bVQKpNBiErCCVTabJJ4oKv95uS/7ViExWJuZt2nsuh3dmlCsWX/tbNZ5+pcDnXxxz5doxo26AM4Ry1uLcmbRyACck+zVtKHz51r0BoRaSypkKozKbCtrdUESCpB0TFoZdTyHCFRK4mKI2l6c+V+DKZz3e++Uxo2nA8kaW2kKKgz3B4I+ZyODMxCOXNVkUQbJuY1ryPoJW06HVkkOiDJxI7k/czFDoS0PwToYMG6tcYPmzrBGVmqXEXykZUhDkuWT8HO25dI99CpJ7W5XcII3pUFPOdF+yjaWBZBpqAGL9QomN8yU0e8rE76rssOO2SfvYxJODvuRHhgaJIEEoKDffxQkC0kaWjJHFGUyZdMdqytqU7EHbJJ+X6zpJoxQxVwp49PwKLz3zArXKHG/85EO+95MP6fQ9uoP4a4W6gkPhefL448xT5b7PBOTLHpU5WFgzFY2i05WBgJDZJHY5i4s0miIJ5rz8ap6XXskRRFMlRlz/wuEXPwu4eQsaZ9LUV9MKLS0l/y5wRUzU0OWaNEP0RKQyukUAluEDoSQOejPGI1eh+dO2ji00C0savoIpzBJpKeWsH411fHGVOsM4Y0w1VsU9F2cunWbcyQZZGomhHzEdyTUxVo0o2dcJrl6EyYUli0eelEEgm3ffG6hK6gblnMXacpmXXjzPs0+dIWFKvuWU7a0BNzf7XLvR5bPrbY56I5XlffZSiqVzlqqjfZfNqxNuX5vS70QM2hGPPl3k0aeKpAviV3YUyvrwwKN56NNpQ+dYI5VNUShlVCNSsNXioM4UHDJFB9MIMPWQckFc9HXy2TxHzQmHTVm78gwnki1mqia+iOKW3sUyupiJDIlEWiGzIkdcRB52YkQ2M+XioyVFldjZ6/PF9Rad/lSZGiXaVJfXJWHguxaeY+H5umr8iPyV0T2yhkc2lVBliCiSSDALdfZajqp+R9y8nsLhFXJZ5byezPo4rmQKZUhmMth6SbgF4KaZDU3csYZuHKGbTZ5+scZLX1tiOPL5yVs7XPlkhG2dwbLOqKEDN5Jxv4Db3//z+/30y9/8hxiJpGr2ivAkTkoRQGIHrDg5Je9ShFDBdwr6Wd4J0tB2CZyRcliUywXqc1U0LaHuiSL8ep4MKMSimMqmk6+jxYEwgsJX+brS4dPkHiaXmKT9ibKlOtYnj+9k5/g3WmFjd819HPPJP4lFqYeze+Ov90B8eKAl/Hb27kOCzClK+v6x91T8PRUxTgXkh1WeU9zrbws7J334hx6LPOAHmNhTGePBYz19zPHn/ZaYdPItTkXeBw7g+HGdYlsV5vXkHz/4eWOf0qkL+fTj952G95/vWNH4dfzsw+K8eJ1iFKuILdqJ+0w5n9TrHhLp0upXkbnqdZHPkf8xIl+9r/Roqsqb9ZgMjxkNWjjjEbPxSGH4RBRKpSwyEp2QFiHEUiUuVnGoKueiwqvGeH+ppBZia7KPsJQoEWPwJ2qPoxy1rquEX8GbyiMVwULOD+IyFQeqiMiSaShfUwk+973dJ3hZQ1z+8eFcMKYxBjrO8hQBQAb7xIErgpqsq3KWGgymDPsThUku5vPUamUa9bjEHSfiU+xEjl2mCukpuZtqOEL2gQnlApC1RJrFItrJoJDkBoswKgJDjC2OkarqfJEUAkcsPojgJI49eb7kuROByZLBQCMZC3bSE/ckH36kBj1sEaksUzl/xM0r6H9f8jLHDoeHxxwetpQ7V0pa175pEMnPcCLQyjCaiAeyhxdRT36J4CPPsULruq46m4lrWSFuVb5rGJMDBLEtwqy4mbxAOQzk+T3NrT0dkFBC38or/PE//S/4T7/xBBdWVylIrulvB/0ym83ob29y9Z1/x3/33/9zfrH9IKdXufBP3k8xAVKIBSf5mmo9PM3J/U0B+MTEeiIAPywCP0RUf3hROYXOn363+PeH3b8P6ZsxPOGBi/eBm/e+NzZ+D59+f1F7T0TI0/etcpWKKCWTBgpZLXnFJ8SBh6KDldCphFpZG2KXorwv5EylnFr33bonbuaTxzwcPHAAp1JxDmy8XsT4aBmOkCGAePgnfnzKWauyi09yyeUxKmpXLBirO48S2k8d3/EDfXhNO0Ui33dGx6tpnFuosnVFuRZXqWTZy5oTC8MiOIoILA9U3muyz5QzkEREyZ8TMuQqArBtIWKtiKYiZIq2bctjUjm/J87wkyzeOEAhXndPs59Pnb8xmv9BnrE8B5LjrQZkToXqEzLEqbYdO7vjn0W5qGW4Ra1t8fpwuk7H9+ITAVhOiyf5v4o1dnLfvk+WOBXhZZ04iRIyT85QKdMkI0Mw0rk7yTPXThD7iuR8kvke9wVEgDi968aPUR6XLS5SU9xpsgZFSjSXryfOFCn5HD/0lbgjqHndlGtFhmkk81ZEvrhCV/DfIniK8K4rF0xGpXaFHLXaHB532Bu67I499gdCDozj0UpJg2LK4Nm1eZ5Zn6eaiJQALJvw40moyrJTWHaaUGgxCvJhoNsWukRWCMlM3DJyv9Tl72P3nZQ48eQMOItspkJG02x8LaEE4VlgMBVangi4ujik4sGPmIAdX+fyXMoZSWUAq6UkwMIhoUmmsMRrCG5bENtCqTtxWws2WlDkQt4iwNRkWErul7J+Tui1RZBtxW5jTc4GSUxLzqQ5FemTkxyQUAa9fUb9Ft3jfXrtA+Uanox6Ct0vJSQ2Occagn6V+4shJpf4/XNKZ3EdoTcNmU7G9/HlkSDBxVku7y65vmPit7pW1paWWV9cwiqU8TI5IiuFKQNifsDwcI/h4T6O5Do7MuwqZIkhbugwf+ki85cvqOzdYrKGqWJdZur6UANNtjTv5RqSIU6fycxnIkQOgaFH8cCGDBfKMGzSDJn0W9y6/pnCQV984ikuPvG0cqf3O31mwz7epI0/6aozvR9OCN2Q0IHx2KE7HDELInILDfILDdZXLrK+epH0dKDEX+fwDrtH99ht3qM3HdKfDHFCyXmWwQkhcWRJ2illTJHBcbXHUnMkPhOJNBhP472QGFokh7xQICV7BUvOptK73WB1Y4NZKETCiGwmRzlfUD3HD372A97/6Q8ol01V8vrL0Ib0hsfyPSyd1eUcKyt5AnHcd7t4U7mfFfGDnOp/Si9U3Kuq/yR7GREKDJPGQo25hTqDzoBBZ8hoIH3aiXqfZvKm6gvZKZNkWoZJpEftq/uLLfQVzWI6FHE2xDACElZMAJK9vZiAZjMhjYjwHA95yfOheocqPzweJpOvKTEzyZROWnoeiZMMYd+nlM9RKmSZjn3aTcnF9knlbaxUgs7ApTNwVD6G9CbFnbt+Ls2ZjTTDjsagDXt3JuzeGqnhfhGz05kEgZcicFOK1DiZxT0QMVaI4CpivETfXH6iyOUnC7SbLtc+7tM9nqmIrVrdZH0lzcZKipt3PT6+OmPmSZySTkPcr0VoFCN22y639h3MrM3GhRL5TJLr7/W5/u6ARC5SValbLCwkVWzJvdtj7t2ekEwnFN3QcUOGY9lviuAYEx4Wlw0Wlg28sURYighpsrJhs3TGZtgOGR5LtJ3LbOiwtJDh+S/Ns7KaY+den+17fXa2Xba3HQ6aHkfHnqJRmrYY5cyTNTjec8l7OlUwmD+fVA7bZJjADhLMLcLCmZCEFjE9jujth3x6ZcYnV2e8+FqB3/2jCufyEZnNHvrhhF4xSbeYRA999NBjMSdmsgymr/H2r45VlddqlNeqqperB1MShktako9s+X8XPfD4fNPl/aseRjLJ+UsF1tezHG52OdzssHw+xfln8kpE7+0JzW7GsRPQVpSEOALx7l24ek3UFZO//Uc1/vYfVfn07Zaq4oLG5ZfTnD+fYyNZZsnIMm63GR+3efMnHv/hewHXdnyGesDQ8IkSEWEiIl+CYkUnmzJI6hbFtM3GWkbVwa0Rh7dH6JWQ7EWNyrzOpWRCVXeEqo+uzvj5uyPcKOLr38zz8itp7MmY5HTE7abB1YMEdirNueUsq400H1/r8sm1HtlykrnFjDJhHR0MlUkxXddINzTCnYhoV+5nAWHep1jP85Wnn+PVp57j9vufc/u9z7i12+NWx+dg4jOJQgJb49wzFc49U+VyI8nlsoWgznbvNtndOjoZSAoZuhb9WZJcOcnahqxXOrdvDFQ9+sIlHn3+IklNwznuqbVHctAHnQPspTT2YppsNiBvOWRk3fDzMMlw8+qYzSsj3IxFVEsSiu7kih9EI6ElSYgZbGfMlTsDJqFJriEDTEnK4ZRyOOGT6wM+ud6n7wREtq7661/7apGvfbVAOvDJBD5Huy43bzoctCMmEuORSfOVJ1f5nadW+eCtO3z/u1fYGvQJNmysR3J848lHeP3Jy3zy4zu89aefMgsmnP1ymflzKbz+EL8/5PbtKbdvz9BkYG2xTLGRYm4uYn4+olJ2qVZcZVDIFepoM5vhjRHHXwx5770W777fYpTV8RoWiYJGxg6pleD1r1Z4/WsVFW3meHLik3tKjmlHY/PNHVX5R1Kq5qo2S1mLrB4xbg8Yi5mtWeJOs8Rhc6Iy0MOET+1yhfJ6jsBr43sdakaGOatEZy/k6pUBt+5MefZbczz7rXl+/OMu/+d3D7i5OVFclihfTPDsCxWeeb7CvTtd7t3u0mu5jLvx5M+Fy3NcvDTP4dERh4dNUgmfRjFBpWBTLGRI2DYfbPb5YHOAM/LBCVma07h0yeDSBUPl9dIJOHfmAo9cegI9k1Z88huHLX7+9g4/+8UO9apNrWpRsiKKmk81m+D8hXkunF/gV5/t8qvP91idT/I7zzeYP5Pk0BjS1MYq38AZO3z6AXzwNsylbb75Qoavv5ihmQ5Vbe173LrrkdHhsSWT5bLNyM8x9rL8+K19VeW0wzOXYH09QXG9SHGjyJ27A27fHbJ7M2Dvho7TCykWBcsbkC4bZMqSPyX5aCGRK6HkISkNzm2kOb8u+KwYpzGYeOy1p0q02VgtsrFSpDmNaE4idncm3LvVZzyeUTsTUF8L6exZqiSjeGVRsIPyFE7pujLJFagyfBM7kk29tNV8les4N1dmbq7CzJ8wnA4URlQ2n56v0ev49LoxtkMer6CfRYhKZSwuP13g8lN5BoIC63XxtkOi2yZVI82Tzxc5+1iOG3hsRh6HO2Oad4ZEM4tsukwuUyZhyERoSNYMyUrGaCSbjwn98ZQ7hy53jhzcfoDXD3j00Tm++toGpXqat96+w1tvbylnmDsJYiyIBNJXdOXGqdcsjCilSs57Mh1np0JypYBs0VfTrFK9rk6nI+4aOQiHCltQn8tRn8tzfK1L+1qPSiXJxqMVqmI1T/uQDjgUh9jhmOnQxZ95WJFBJZUjnxBkwYhBa0i9YrG4kCY7n4dqHreYZvP2Hjdu7Sp3oCBiM3aSxXqeaj6l0CBm4KtDqGy+NCuBkZFgRzlcCBAPPn53wEfvDtThdb6WoVJJky6mlLh2e7PNnRsdHn88y0svl6hUNaaSGenMiAyLSLcYd6YMmiMlLErmTKQJYiePbefVIUwQK8I0NnRBhZpkCwG5QkA2q5PNxaKwuEO9WcRxUzbMPplEioyVolDVKdZRDv5Wd8Rxb6SmB7s9l2lvhtOdYYchpbRJvWSzdr7C+vkKx5MYI16sFVhYrqup4c8+vs3nH9+hN0jRHaZoFDOcX8yyVBfnqTT6DA46HfbbHaxAJxMlsA0D29YwLI22a9J2DfVcht5MOVXdWZwzqLJtU5YiFQzGLv2+z3AQ0usEdJsB3aNQTeQkyHDp8QzPfzXLuQtZCokMWTOt3reqbAc3NaM7lvf6Ife2j3F68l7X6Xag3QFHmhPFeDLV2dFxdjQaSwlVhYq4yBPqYHhrs8etzT6VRoJKw8K05SgeI6sHbZ1xT5qHkrloqMOXZO5KzmgyoytH7vxilfmlKoc7I7Y2O/TakxgxakTUF5M0FpOU52WTodEfuRwcOvR6IYWsTFNnaO6NONobK7ysnI0NLUGhKBlOKfrikBkOldgs60k2r1Oq2MjaL+89ZxIq8VfESzl0HbTGDKcOlbJJpWQw7IWMetLw1TCSMjWN+j6yOX35ucd46fnH2b3X4ac/+ZzD9iFLlwzq6wbeMKHq+CCiuR/iTnxSpkM1p/Gd/+QF/u63XuCnH97g37zxHu2JZHCmWFxNkSulyJZS7Bz32BaU0qGL0wxhBI1GRjnVPcF1aQF2NiRTEmSwTNwJej3kzrWAO1/4rDZsLm9IBrkkW84IdY9UKqMyjUI/ge+KkCGHcWmG+bjhAC8akMrkVbWPHfb2hjRbU0zJu5Q84qSDlXKolSos1ZYxIpN7OzscHB1RyOfIF3IcbE3Z/mKg0Ctf+f06T365yNUv2lz54piJCPRTEYBN1peTLM7bZIsWmZLF3Xs97m338EINU6bXdVNlcAz6Do26QaMu2eUBe7c8TC3Bk0+VOH8pT3cY0RmG3NqccuPqGInZW9pIUZ232N8es78zVoMlcoDL5w1W1lMsLqfIl0VgS/HFlS7XrnaV80AmLNNZyY+W/N2IyVhnMhFciWQix7lRpapOtqCp6INhzyObsyiWUkLe4mhvQvt4doI2ViGSKsdKDqmzkWB1JA/eopi3ufBIg/OXGzjRgFb3gFa3zWSaZDJJMprNGE9nRFMNc5pQm8WJOJ+1gEwiRzaRi6dg20M1qWmn4yZ4ItQxQ51Xv5zim69nuHRunnL+LINeln/93V/xr777K3X/KdfTzEKPwWSsps0lc0NQ6iJkRJFBKhOQLfgUqyHVecG6G/gyLBDoaq0ZdOV6DolmEfKWeOmVDC+9klUT2+Oxy/UvXH7+Y5dbtyLmNzLMn00zHYtTS0QRA0uXQ7U4ecWF5seZ55FMmItzI6UG4/v9CZPxlHzGJJ8VtK6K/sU0k9h2GTNRVNnnkps7ken/3rGa+lb5nMqFIVlMYoSwYtxgwiZhCnTNYDaeqJxKceVLA0DW40IhoXBH64+klIP7o3f6fPzOgELZYmElTb1uMV8zWZqzeWJ9mSc2VhQqSg4i7358yL/87nXe+WCfjbNZVY1zAfVzIc3DkNvXIrauizs8jth48oUKT71QUe7fyXRMtzNhbzcWgUMvQeBbZIXQUZJMr4hBXxpVMwqVkEIlwpIYDiOglM+w0KiRTGS4daunKplbVOV6cv1KpsqIhDbG0keMBr6qernB2dU1ygUb19kjiprML9ssrCTp9GccNCeMZj6h4NAMEWvEZZJQQ5EyhCTuDjsjmZwG03aTafsIzdeEok6hLBO0RdLFLJ2RS3vscrA7YH+vT8JIUy5UVTNrNO4zccakswmFl7b1lLpvBbMk47aFMzQpVkeUqkPOPZrm4pNZNajx4+8dceUTl0LhDIXiGl44UeQCI9K48+b374sSj33zP8cUOk5SpvZjrKw0LkUAlgaVLtm/ynUpd7CQ6WzGaBi7L+u1gHo95MyZFdbWzirh97NPt9jaaqPrgnbNqsa+CHQx4DF2+cr1JqUbLoYh8pE0z0UEelj4PVVGTp20pw/5geAqjylWFB44cOXr/7YA/DcLsr/50V/Tme+7oE8f04lf9rfEVGmC/9+UvfmTHOeZ3/nJs+67+m50N9BoHAQBnuIl6hhJMxqNLdu7jljPT/uX7Q8b3ti1vRsbtsdae3R5JFFDDSlS4gESBNDoRt9Hdd1VWVWZlZUbz5NVDXA0+8Mi4iGBRqEqKzPfN9/3+V7PWbb+kx/1/DE//x2ft419Hkiegb8zIOTrf/f8RzwPAD+v9JXXzADFyzOnAEV8vArDaNMtzjeN1YWxSm+mPnz2fvH5nQFvzxTKMVikTW4FIGbq6ylYrgrgWLVzqeETez3p8U1GWJMhViT3pADAbQa9Bl6vrrm4aq8cxI4g8tnSKBSnklK5QKmU18a2kBJk/xSDI6Y+d1TZZ0xIiqpIFIVTkNcbDvEk2zCM1XnSUJGMXWmeSGalkLNk/dPudBWwTafS6hYhCozLDFcgk86SSWf0HM4siyXeQDPhFdgRO25xxhEb4xgUVjArdIgkUkWihHoey0tz3L17gzt3tvB6XQb9rjZSBYQSEEzGvlhai5ODVCqd1RILRd+XHEdfG6nSUI4bdWK7OKQvGw6JehJlVjp9qZQul0vMz8+RL+TV/lbUNufnNWrnF6qSLpdKOv+r6uzS9jjkolbTEmVhNp3T79dstmk1W3TUcanDSb3Jfq1Oq+ddguCz6FlXFNlC2jQERIkzT+VZIiXvpSChfGdRP5umqg0lS1XVFbMSq704WPVrdsTPA65x5mwMwgkQqLnmXxPmi5pFbDanr5mCb9LgnMb+PeNgXCppZ2jq10Ha51W2M+T4+bHxbLxd4qbTOe55x4Lpq+KvdElQmY2/2HH3uSzdKYAnP4szfWOb5hnYOlP0Pv/Z07e+HLcy9i+vgQCZY3G5iUkTl2pXzZuNT5yMvUDiX2QvoiD4bI54loEs69/Zr0xGnL50NtdzOpubRN0lDh1qDz71l4gB4Dg6YAY+x8p7DU6ZKpmf5ZrruVDwNFbnPyOlyBAVkHua8yvAtapoRYwg41EiSKypcjcGgDVLWlW0MYCZloiopIy5+F68BICFMOjG92/BTWiJJbQ+I5WgIOdlap2t4z6eX+Xn8hq1j1ZyRUxQEVA2Vj/HttLx+YyzkuX/SgSx4/M0I2WIxeTMolteH4PWMaAq5GIBYFTtKzeMkEX0hpb1X+wKoESGZ0NHn8Uy9oVEqMC8YylQK5m0Yr0cw/PT9xOilh5b7JSQSKXUMnp2F896CTGhILbg1phlneMjdT2TMS4AthIL5FmAuCC5Wnoby3o2isREOYbqhRQgttreSLNjhTNQyiRIJ2wOTs84ODnjaaPHbtPjrO/T8SdK0sxaE3J2yBubq7xxfZU5F1x/QDjwNCv4uDMiXyiSy5f0O80UiE7CVuBD1qjSU9DM26laXiIeRQUvURYSLdafpOhGGQIzpaDm2EzghSaeKIUNyV+1CCYmwUQjO9URSkqAVcNx1b1OVMhygZxppn1szR5bdT9zf4jvIQFIheQkmmvLiN3gXFFEW4YCw0I0UhvnhHT5JBJGege2WnUKeiXkR6lBr067eUircUyjfkK329DIF7GKFiBE+n9CvpFnS6xTjce/qjJlQyE/HftxhuqU5DOz6h/2+ow6XXzZhwmA7LhsXd1ia+M6bq7MyM4wCkW811FXj/r+DvWDHVZW1tjcuo2TcDk/O6LerGGXMljFDEsL11hd3CJppRlIJELgq5NFLpfVPtdwJG5lE3VnkghCAS8HI1FIigPWkFzKplpI4feafPnZRxw+3ea1t9/ltbe+Ra3RYGfvKa2Lc/xODb9XJxJxgBWysrTGxpVNfG/E9qOHnJydYhezWleXb3J15RZ2t4F/8pj20WOe1s7YLjHIFwAAIABJREFUrZ0RWiFjU/oMGbL5oj63fc8n8HzsSAQk4l4RE7FEUd8fBXja2Zcez4Tq6iqLG1cpV+fJpwukxf1uqhonlcdI5iimM1RTKQyvx4fv/0yrVE2oyEjuDyFOBxH4CYcwJc4jDpWqrdnZYa/PeCBjKsXQS+geqd8bqFOWuD9pIJBtYCdFLBH3J9p1UVB3GPsBho7jSEHfZNpUu+ZkWuYQcQWQ9ZdF0k5i4XBy0OPksKegXU56iQIqmglMAYcH0l8eK2lNSuYDATxlbvD9CH8ktvKoY6OAs5LxKz1y2xKXFZ98rkA+l6fVGHG4L7EUI3VcEpvmdndCR/omU8Lp0hWHrTsJbtxJYxl5bCPPV39s8Mnvzul3BhQrBrm8rTFftiGk7EDj9jrNEfXzAZ7gFPqwMnjh5TJ3Xi7TuBjxxSdNzo772nPLZky++cY833xzjs+/6vCbf6ipMl0iwBaWbBYKFgtFk1rP57A9JFNJcvvuHOV8mi9+3eLLX7UJXZ+x66sj4NKqqCktdh70ePJVj1JFIlBSeMGYentAry/xBXEO9+oVcU+1CH2DQc+gVE6wtpli+UqC3Qddnj7oMOyJoGLC1laR7/35KjdfKGmf5+hQyOdxnZ4L2cFnEExiy2shcQWRlhD+xGUvnbe5cjutAPDgAq2tOxYvfsNWd8xRK6R1OubDD4Z8+OGAt39Q5J//dYWbRcg8bMORx6FrcuCYLJZdFiUmMGWy5EQwGPP7Lzp89GWbhm3TtG3mVvJsXi9TLVqEXoNo0I6fDwbcfzzmoy987FSSm7eLbG3lqO00qO3WWdlMcO1eFtuMuHjqUT8b0RxPaIby3BfSpsvBfsRXjyTv2eSH/6LID39c4OiLJsdfNCgs2qy/lmNjPcO6nWbJdOl1WvQ7LX7+S5+/+S8BD56G9InwJIslZ0AOciWDfDnOw/EasXvji7ez3Hkhq+DvyZMu6SWYf8Vhcc3hlpvidiLJcc3Uur/d4w9ftlTc9ld/tcC33y0zPK9r7TVctpsiFsuwuZxhpZLkHz5q88HHba5sJrnzSk5z4h9/Idhbh9SiS3IxQdEzKfQt+kOfs5GHm7H5/lvX+cGbm3T3a3T3zhW8/HxbbKZ9ts89zkZjvvkvV/jmv1zlejniWiJg3OpydNjk8LARE4PCkJO6WE6bJHMmm1sWi8umOt6N/Yirt97k6s23GNZrnNz/mObhHt2BEAwC8psJCtcSFHNQskNyhktiXGTSz/Leb2r89r0ayeUslRdKSvKp73UUyF9cX2JxbVGJKt1en34gRBeT7iCk/qRFfadJ3Z9wEUzwxEHTMygWbL7/wzTf/2GG9WyStWyKzz7u8ZOf1Pl8u09YNkkvufz192/xb75/i4//+x7/9T98wU6jS7iWwrme5Z0Xlnjn9iKf/PqMX/6nPfzI5+Y7Wa7cdDEHA8zhgD/cH2kNIodkMc38copvf7PAd94pEAQtxkGLSnmZlZU7hA2H+z/5lPs/f8D92pj75wG5jRTztzNkSxILMiSb8PnWO1W+9XYVK5EmiMT1pUTCWqR/avLe//Yx7/3bj1n+TkXr2rLDjTSUzIB2u0671cCs3MEs36F/3qH56BH+0CO9sYK9WOG49pTj86eM2yGTjsXeU4vPvrJ4dODynX9W5tv/vMJHv+vy0//cYG9nJBF+TiRN6ldeL/DK60X2tsUqo0nQFYadSz6ZYvNGles35jg5u+D0rI5rhdq8TiVNxhKaHMH9/R73D/rq5++MHK6t2ty7Z3LvBZPJha91dX2DGze3CNMOu90Lvjq54LfvS9W08SiVFNn42CfnWKwvltlYKtOst2nV26yvJ3nltTKlFYfjoMNp0KPfE0VCwP4Dg93PTDYqBX7wzQp/9k6Zg6iltXcU58nlUy4v3cyzUE7GQduPx5ztDzk9GLFanfDSLYP1dZvcaorslRQPHzd5+LjFwc6E46eisLFYnDcVlBvbIWNHMj3VuUUnsIwrNsImS0sOS0u2Plgl73TgR3QCASAMqnmHSt5hrxHxtC4KH8kwlIXwmKVNg8VrBk+fROw9iUibDivlBIWCSSR2DG7A/nnEwdmEcTdCTnxClKuZCdmsNB0zFMtZ2p2R5mfK5qhSyau1ULM1UDXLTKUoyiOBj/NZh+ui1rmVpt7o0qh3sC8MCjWX5Wye228vsHKnxK92L/j17oUC7uYgJG275HNZ8plY2SkV9EL8bohr+ORyQ7AGPKmPeHIxpLEXUX864eV7i/zVj6+yvJ7h/c8PeP+zfYax+4PafSbzIam8PLwlw8ch6JsEnkHKTijQmpAMU3eoKmcJkReAYDi0GA0lp8XSfEtRuC0sCkiUobXTobnTplhIsHqtQKGaUGW01MWFpyp3eYhKvpmLS8bO4UYpjncbHO02KZdclpYypBbShNUkfsnl7LyppUD60FBLx3JelPAuZhhqxTZPgYI4yVxWgeB+4OMFAU+f+FoCHJVEQZ9Pks5LBqXFyXFP7TKvXrN58Y5LLo9mhAkbst2L6PQjImHzScmO0BJrD1mwFdSaUc5HzxOVmcVokNSs54wAZNkJ+ZxNLi/c20jBdAEmB5IdOZzo+U3bCUpzUF4QV6SQ3mhE1/M5OR9yKpnOQYQ1EabnBHPsk7JhebXA8kqRoTFkxIBEOkM2U1Cw7OK0prV3YrB3bFBMJbm+kGFjMaPWLZVqgoNancPaBdbQIDWyyLoOlfkk+bJLM4KWktNDzdyRjb3X97QxJpZ+wlg+r/W1xoEA3kmYxCxFUcH6ntjLTLh+K8s3vlVh9UqGoAdjTzJ+YluvQMawE9Idehye1jg9bzDoGAy7ooqE01OBcC0SJfk8m3EtYlybUCiji4JSNakAmmRynhx7nB4NSBfHZApiSSsNA8kUhYuTMc1zabJPG+VqYR2oEtlNWrogXlwpsbRSolEbqmKz0xgwlCdeNKY071Cet6kuW1SWLVqdMScnPs2GAMAJrZ7YxYoisy41JgrEtjNLOpui0+nS6fRICACcR20rxKFA7H1VzdgXADhBOptkGITUGn3Niy6XbEoli04rBrxkg68bA1PsjjS6iXu3trh7a4uj/RYfvL/NRafO2osOi9cdwr6ldX4UcrI/JvDG5FyfhaLF//Cjt/gf/+pNfvX7h/z7//ohJ80aC8sOc0suuUqCXDXBWavPWbNPrxYwqkVYQ4sr6wXWNiTrxqPZ6ysAXJo3SOZEFBsxDCIefx7y+LOQlYrDjXVHAWAcX+/rYn6OYmEOrz+J599AMgNjpX3P69IbCAAs5y1Dux1QEwVwU5Q4oroUZwYfwx4xXy5zZeEKrmlzfHpErVGjVCpRLJU0F2T3y7qSLr79owXuvVnk8y8v+PyLGuORjCOLfFIyxw3mKqIuTVFZSnF41ObgqMVoLKrbFMHY4ey0z9mpx9WNBNc2kkqYqR36pN0kr7+2ytbNOT55UOeTry44Owto1LRLp4Cl5E7UTkdcnI7oCWDfjiiVba7fTrJ+PU11Lk9lPseH75/z4ftnjOXZKxbXJSGLWGTyFhL1JyV5FSOxPjZiy2LJCpUNn1RW7sFiSjcw56cD3UxJVqktyuBUUpvqwWCiURCjQaAW1FLiYrG2WWI07nLROqfebjEYOlriPtDtjwiF9twXxqDBSOMCQnKJlK5NvKZP93ygGTqiYE9IXrpY+LsGP/jeCj/+5+sUiwUO9y0ePhzyq7/f5td/v625GoVKWuMsuv2BzpkiHAmERDTNj3YTIYnUiFwxpLpiUF4wMF1T59teG9oNuf8j7HBC2oU33kryjbeS2ijs9ydsP57w4fuxHfGc5Batp/B6Auj2RZCqymbJNRbbbKnQjAiNiTZN3FRam0ZqqeUHpBKQkmxWMwbrRC2WTJZx3OJUAQzdRoPeRY1xMNRGozS6VMUttH31aZUGaGzPK83KOPNS8sDG+qyS9Vw+71JZSLKylVa7+S8+avHlR0JqsVm7nqJcNsm4IbmkyUZ5mfXyEpubJbVtPzzr8f/8Yofff3JCZIy1qluhVq1msvfQ5nBHQHZfM4hv3c1qSV9p0A/0ntnf7XF8IOx5ByYOpUqa6nwa0xab1xHe0Kc4F1GYk7lU8uV8dSFZrFZw7DSPH3Z49KhDprhIprSojcCB12M07GELICWRGxcCQI8o58usr64yX02TybTJ5rqU5mydZyW/56zeo++LM4nDxHIYhwnG46SqAsU2XawDnVRZvdv750f0zg+nz9EkmXyaTDFNMp8ikAaIaXLwtMn+0xZh4JB0ctoYFGcUf+wpE1wqaUvZauvePnUYdmy2bifZup2gOB+Sq/icnAz56H2P3W3IF5bIFxZj+/rxEDO02P7pzy6b9nd++D9juWndbMh9KQ1/tR1UMEswk1jNGfhy/w8JlTQorhMTNreSXN8S5VQOJgVqZ8KwveDkuKuKFFFCxO4A0uQUmbRYwUqTMra4NUx5L7Ekn2Xufl1dGh/kMzD0ebVvrILSpMVnILACml8HgP+/lLN/Cv4+/9nx5z7L7ryEVaZATgxy6H/1A/4p5e9Mtfvsdc/bQc9+/49B29kn/WPr6Jmq9xlIPj07U/XYP36fr6nlpsc5e00sRomVBLEiMD5G/Ux9vynGNAXJVHWqquL4NVoztevs3wtZIE6njdOc5d+acQawio2niI1gS9pQDOVeHGJHniTEEwVdgpFUZ2ojGmocgSh2xC5Y1CqiJI+tibN63UVvEyv2xPbYusw1zDqyTrSVxChzpExvQ1GdyJpbsjcnQlyK3ZtE8S4Zs6IQ7nR7SoRT8ErUZ44oiMW+1I3Pi+ShJSS/TySmogyLSWECvA6lIfAcECUqxJmKT5WHYtc+lLWeR7/XZ2mpyt27N3nxxS21pJU52VD3rHi8xep7sajNaLZhegoAi0BMWrYCvsQK3FEMPIWRKpIFzBa3EgGtBFBTkNoPVImcz+fUqlWs/gX07XYlF7mjNri5bE7BIlH8+kNRAMfAl8QA9Hs9VeOlEwm99j3J9+116Hak2pw1Oxw1OjQ6/Ri0kBLr6kAiSgT8k7X3MyKFAtaSwzwd25fgpRErEMXyOgbTZkCgdnWnoODsZ1+/H2OgPVbGynl/Zg7wHDlE/k7njBjhnSn1vgYATwdg7Erw3CxxCdJe/vOYSDFFw+JxMZs3vv6a58eyvnw2KT1Htrh0M5j+TC2Zp6pcBcin6k85V0re0nEnCqt4PP4pAPwMvFYFsCjTReWh9ptCQJYSNxdHiRIz4FE+U7+H4IlCPFOQMwY6L+cIJcfEX+P4SOzU41/VajomYj+nMpafy7Gpzaccu9zZU6WsXCc9biUAxH8vZKlLFfalQjbOLL4kDEwzbacOmfHP5fpPT7+CswLA6j30HNFF1MGSO6vfP9BzIK91HFHIx+8h99HsfAtQKmNIzk8pkaKYSMU64ylwPPvemqcsBLDpvl6eofL+0jCN7eVjW3Z5L7mppIkqYJoCw3qy4/lSzn2sYozV9/LvNKN5CgLrmJE4uel7CdwhhEC9NspsiB+HMq/LORUwPZ7zp7epTr4CcooC11Lyt5BcXMvCNWT2nlEG5CLFDiDiRqA56XJckjMrZI6ZVfjU/UHmupjYIccSP4NljpeHvKwfYkX3dLAY0p+R9xLlYgyGC8gra5qk5LJPQyjEcWDg+TofZiWn1oK941P2Tk7V+nm/PeBiENAVdVcUUc04zKVtBYC/sXmFdDDAlyz5ZoOD/pgDL2BxYYnFxSUF0OX+ECWuRiyJYjRhaol7TkLOnd6rsRWs14sBs5Zv0RAgwUrhZHIalSXuooMx+GItaboEGrJiMZqILeeEnh8xsRKEpgQTiFJVXKLkXo3XLTp25c+aLS3nP54b1UVimpE8y6SO74/YLlfuG12jCYBvCwBsKQAchkKIj8EbAalEfDH2OwwHF/S7NVqtc3q9Jtl8QcFKyS8ey5pJDkfur5jBcQkAx58V/1mu18xOXq63EqK9Ab70XAYjhIowNgxKxSLFYpFEsoDl5lXlLFbVwcijWz+lVz9hYXGZtfVNJZ52m3U67QtaXodmv83qxi2u3XyFTKbIsOepe1NWwNVsRgmI3mhAIPuWaAq2q1OfuFPERKqMa1DOJRh1Gzz49Pcc7jzm7mtvcvfVN/HGAfVui26nyeDiBK95xmg8ZCQxLevX2Lp+WyOIDp485vT4kEEUaM2XrmiZXptR45h+44izdofzTpt0IUtGiPTlIrlyWd07WhcNeo0W7iTElUgInW8lzkFI6CgR3XImmHbI+o1bbN55iXJlSe2TZS/meR36Xod0aYV0eYWcELDGPuPmGX/49Lf88dP3yFdcdZqUR5pEweh1FDFJOqkqu0xW+oBDouGAwIvodxy8nhDRZBqKNK/bG4zUHddUVyJHe1ji2tFvewqUyjh2dYwYSsJzXMnGtXGTU9KE/Ez6ixK/YVhcnPe4OOvhWJH2WuXe1J5WZOP1Qy0hQGOM9b1S8rmmpX16ce9LpaV3IC6FLtmsKPaF1SU9ruE0qidNuxVwdtqj7wU48hmOOLxAv/fMjn9h1WLztsvWi0kKhSr5fJUn99vc/0Ds0Htg+Ho/22Ya20pPg0wmCvxKvNNwIMcZk8k2bxS4drNAp+2z86jNhfQ6w4hkwuY731rkO99aYnevxSefn9LxBhqHky1YlLKmVnMYcNYbkZ9PcuulKgtzOc4+D7Rq7ZaWAHSluYy6JO099th/7FEsJ7QGAgCLA2gQ6vkSIna1NKFSEtDcoC8AcCXJ+rU0y6spHvyxyZd/aCE2BwnH4saNPO/+2SLXNvPsbHfZedxld2ekPWZRTvdHcVask4z7MXFKlNhNS2zHhHTB4eoLWZbW05zvBdT2Al542eEb304yV5Vs0jG9hs/7vxny978e8vb3S/z4r+e4WYL0ow6Toz5PJxOtzbU819dy6tCQD0YE3RFf7EgNubAialZEupxmbilPMW+TjDySDDTLWJw4v3gc8NH9gEQmxZ07ZW7fLFA/uODi4ILlq0mu3smqS8fJ4x7nRwPaUUQb8DwXz0twdBixux3ofuS7f5njuz/KMjjxGJ54mn27cDvL8oLLSjRhPhRiic9g6PPBh2N+9ZuxAtAnzQknnRCrCFZRHBrBTYljm4heDBKmzcuv5Hn5lRy98yH98yGJeSjetCgvWFwzHDYNh+2DiO2DCedNEWcIwcLkhVsJrq3bDBsdhs0OF0GSWpjVvUg1Y5C34Q+fe/zhswHXbid45a00tjni8HGdxsWAzHKBzHKefHdMvhswDHyaEx87bfDazSqv3qwQid17a8TRwZjHTyY83Pd5cNrj2PN5+8frvPPjNVYyHvO0GNTbHB31OTjs0e4YdDpCdjIIxNI4HVHIh+rImkyKa4rDtRvvsnnjm1xsH/Dg7/6O0yfbjDMm47TJ/HVbq5ixyGGSDGzMXpJBw+anv2nxs/daLL9Q4c43lzAmAccPzjh+eEFybo7kXJVcziGfM5TEJnOoiM4efXrG40/P6cq+RJx21a0RFbG8860073w7xfVCRktUxr/873Ue7HYZZsfYZZO/fH2Nv3x9ncOHHe5/eM5hy6ObnTAsGmzO57g2n+fhpx0+fr9BZIdsvZZi6apN0B4xbo/4am/CV08neCLIyViaB/29b+b53rt5bHeoWFS1cIWl8h28I5P3/90HfPiTz9iewHZksLiZZPO2WKpL/KMkuft8++15vvX2HMl0hcgsY1EggVhhB/zy337ML/7tx6x+v8zqDypsLtjccCeUDZ/2oE7Ha1BYeYvC8ls09+rsf/gxrXod88oc0Vyek/NjLa8ZMGpFHBzZPNh3eVpL8Oa3M1oPPx3ywa/6nB1Kf8bMRJL5dedeQi2gzw971A56pEOXhWSOaibN4lKahaUMza7ksA51UeeaE0bjgOP+UKvmhZz3x0z6Kcx+hs1Vl9deNXn1nsHo1GN46nFlscjmRlVDi/fDHl9ddPnVe1IdEtMFmjrgTyYqMS8n01SSKUqpkFJqzOqmw8a9JMkqnHT7mqva6k1o9UKipovRTLC1XOWNV5d49ZV59oZH7I2OefJYrAeH5HMZXntzkUo1y2//rsF7v2qwXMmyVMlybVWYbSZzEuicljDWMQcHPfZF8VqPaLQdzTETO9RCzooVj/0+k6EFI4e0Y1GUB0LeIJ2VfIOQYDBUdbJYbziFHFbSZdTzGPU9Hh9HWmJnslyCammW7+nw4NGAB48HTPoGOVwKGYvy8oRMJeLJicmTE4NxL8TwJBtwHNuR5sUy1CGZc2ich3pxc+kcN7dWmJvPcVpvKpNbrl+zMyBl2VQzKQoZyUsIyRdCzblstXyqE5tNS8LgiyzeXSW9XuE/vXfAf3pvXxmHJfUzNyjmDQp5A7/natWOxXpVMhMCrl0ZUan61MKI2hi2Pxnz5NMxW5tFvv+DBVaupngyzfcc9kyGPQvcECvvYyQEjHFULTnq+fjdgLl8gaVKSRXPXl8U0+1p08dXhmRCbOTSlma75jJi+epSyEpnWWZtXx+q+VICxzXpirVxb8RQGWsBruUoSJG001iTDOOBy8MHNR5+WSOVsCkWk9gVl3HFYlwylZUvjZc4tkT4x+DIgl32XxpnMl1IS05OUixMUso0a/fjhszIF9sPByN0cNTaxsRJC0NPbNokh8ygUBxQKfexHWEbS3aPwVkt4LTmk044lLLCspXecyDrbywng2VnabdlIu9RP4f6qcWob5HLmeSzpjLicgVhSo3pdqXxNlarWdmU2KGFHdrMLaD2H+m8geGYhKbB8bnP8flIm2OyaBOZ36DTYeKPKOTTFHJi8TxiYg/xBzajXgJ8h3Ip0pKH//2dIVZgUHUdrsxluH27zJWNHDtH5+wcn+N4EzJDk3I2xca1CktrBRoTj+bE0ywjsZKTBXaz06bvDYRjq03n87MetbMehXyepcU55udLSqYwzTGtek9rbi7N5pYoriy2HzTZ2+mIE5ICmQlhIeaTBNGYi1aTRqeDOA+ORgYnxyGH+yGjsUMqn1XliDnwMbyAlNhpZyJVPorCVsBTuW7CtjWcDobbJhxbjMVKugFHux5nh5IJ5MQgouRXqpW5qF8EuHJ0jpXy+tBphnTbkh/sqQI6U4zIFqC67DK37NDpRpyehAoA5+SBmxEwyVRAqX3uc34wYORF5PIZUpkE3Y5Hr9tXC2i5tpm8ZLsZquIceBHDvmQNJ9WaW7I4m21PFxclBYAdGhdjmgIqC5vbjTcMQpqQ+399eVXr5KDLpx8f0hl0WbuXYPlGQpWuEw9O9wOOdiVTZEw5HbJSdvjxj97Qeu+jx/xf/+0jDmo1CiWLXNkiK5YrFYtmT2ydR3j1CUET3MDm2lZZ67jW0kpkQ7XnzRRNIjtmZT/+fML2Z5FEUrAmi7NCpK8Th4FqZZ25yhqN+oDTk5ZmISUy0jwMuKh3ubjokcq6et6GQ+h2Q3qiXFV1m6gNJP8moFIoslJd0KyxZqdGb9CmVK5SLlc53m2y+8UZmSy8+xcLvPiNEp/dP+fTz2uaWZZ2HSVQJM0x+WzE6tUMq9cyHJ9KjnmXUSANlLQCoXtPejx90uPWrTS3b2VwzZBhZ0ghk+XenRtcWV3lb997zN/+5jHDkSj6pKEDtisNWtnwSCbyhF4Trcqcze2Xk1y/nWZuoUh1sch7Pz/mvV+cKJBUqEBRsmsKCbVS7nYnqngdDIQpLwqMCSp2MKThFislhMCQy7mEAWql1KwHYkKg0Vnz80WWFqv4g5D9nQs6LY/VK3lWZaOwkKK6kMSfeHT6bdq9Hv2BQd+TvF+x9A8I+gbjrq1sWGFiR1ZIMW1TSFsMxQ7pNCQcSjNEGvgGywuwtADf/taLfP/7r9P3bH768z3+4cMjas0GtUaTSKIbLAtfcwl9BQ/i5qa0xSTWIIUl49MckMkHzK1BdVUWxXF5HYtOI7axSVoR+VTEy686vPSqZL+ZdLsGe08NPv/M4PDIoiiszYWEggOSuzvsB7qpF+W915PmRqRxUUbCIJFOqPWx5LfFzV1psgkNRTa1kg0n19XBTRawnRyDocVgaNKtt+jULojGgc5HstGXbEUBQUfTz5o1D1W5Oe0cCugnDSlZg2WzDsVKkrmNDPlqksdfNNn+osX8osHGpk2pYOEIeCKNrm6SSS/Ju2+t8ec/uKouBrtHdbb3Lrj/6JT7D0+pbEF5K6JRdznYdjk/lManWICHrK6brG6IksHGHzg0a2N2Hzc52O2IBQWE4uSRZ3m1qI4P/eGYYTimMBeXjFtRVKdcl7lKSZW129seTx4PSOZKJLIlVT0EQZ+x72EGvla75tO+EIs+cTHJsDCX4voNm41rDrmiSbZoUWu3Oa416I/Guvsz7CTBWOyYMgRjUej1BJ5iYlYJxw6j5iHD5gELxRILpZI2d8fCIhZlY0GA4DRPd1vs7bTotWVjb8c5mEaPyBxoXlUylSSVMEgnDMZDg/ohDNsOb317lbe/tUpAm3b/jJPjITuPbGqnQtgRsKegqgkB0RhbPPyvP79s2t/+4b/BsHMYtqgL5fkkNEQBkEISzgRDz7NJT9R+zRbJZKjjceVKmjv3yty5V+HpTo/7nzQ52hcnAkvdAASQN4SyrXa2QikTdaF0F2TeisHHSAB6qVmH+jmhq7bzvwaozNRus0ayfIU4F+4SGFZVqwAIsaXsM6xlBsLGjcxnv54Hl7/++/g1z0Dhr4M7z1syP6/u/fpn/qn18p9mAsfH+PwxTT/5OTnys7+fqVGf+wqXdql/qjKeKctmn/EMJJYIkNiSW5SjUpeY1HN2pLEVbNwEm9ngft2SVnrGM5tWIQ5OM2yntskCtonyXxvbU4DmUhkmavRwgB0NcPAwIw9jEjf6ZgBQDAKM6Hb7qjr1BgMd51IKlIoqSsaPrO8lzzOd0CpmkpTSSZ0b5VkUTKYWz5rLGf9ZXKmERCNAh4wzAR37fbGjHMSq2f6ayfMrAAAgAElEQVRAwRHJBs0KQXOqXYzn29jqVoBzAYOEeCikQ50vnztnegcZMTjbaQxpN4ZqfSzz6cJCha2tDW7e3NBGouwjJqGQeUZxjWQcSjO9QqlYJplMa+SQkH+spM1EcpDleNVKMr5Ph4ORKoAH0tSdPncFBJIGa2xPGyoQXC6XKVfKCnY4GhcQv6bd6nCwf0i72aZarlAtV+MMWfnOqgwWYC1g0O/heVJdvH6P7lCAmAntvjhQScaw5An3aLV6elyqAlTgYmr3OFVKPid9nSrSI2X+q0ORjov4XAtxVwCuGSgcW5Q+U1A+uydjADhGM+SYL2eBqQXn84jt7FJN02OfE/vO5o2pU/LlYLtUxz+H4c4u+bO/i69FDIQ9G8uXhI+vD92pRXesXlVSw3OKYD1nAvoogBgrX0UFK7/0mSwg4nMA8Gy8X47z6bwakzWU1hsDwOFY7TN9X4g8McA5A5hjG2gVY0/V1DP759nJfOZgID95uiPt1fjX2lpJAdeZOnamhlV161QFOlP+xgC2WIXObKJl/pgC1fpsmNn4xyphAYb1PpoCwbGtdZxbLODx5c/V8n4a9yPrmpHsj2OZdwy+x88LAWhlzAqINY221fWqnv5LED4G1uX9i4kkhYSs+WK17mWm/TRfWb6HEL9mqk21hp+EuieUfNSZqliOQ9ZScm7UplmAY1ULT3OYJYdYbe/jzN8ZS0HzcqWzqZbLdvzvBNAXG2VVHcewomWIY4DM7XKcsf1/rM2dPs8EdJ0SJXQ9kUqQcqVctbp+ZvcdpwjPAGA5/3oN1Bo6Hsv6M1v+jeR8SranjNuYgDUDgPX/0wiRGUI9U3NrvnMoTkWy35E8TVeFEtIrkSlA1GfyfR1R7odjnh6fsHt8ykl3yIkXUB8EtCWKi4j1aoH1uQLfuLrC61dXCZs1ak93OT485CCAg7HBxsZVrq5fJSXOSfIBcs4jWTePySQtskK0TthaEj/jiHo8MuiKzXS7y3kv4LQfEjpJMoUSbjqjQN5AwEgBee0EYyupYO8Ih9ZgojVE/pwgwCWIJLpGnIIErIrVfDP3AsXcpxb/cj/Ez5Kp9b3wPmIeTAzi670Tr3NknhMLaSEaivpXzpvcKqoAtuS+GMKkT+B3VP3bH7RxUxmNWpN1q5TowO3Q0JoRly6JXlNyzSxG45njSWyJLiUA52AkBExR5/YZ+D113MmnKqSTWXWvE5W12FeHY0/HhLhsCPHAGEsGdJ/dJ4/Z2XnM6q0XufH6O+RK8wSeqB5FpZ/QMSEAsKiAhdQldtkTQ2IahNwiSsguXq+Da4zJJQwGrXMeffYxhzuPuHbrLpu37pIs5rGzaQJ/QOf0gM6ZOPW16HSbLK1cYf3alt6P7bNjmuenXDRq1Oo1kokCqYTYhEk+apdg2NXj8EYjFlZWWVhdIVetkiqVVFF7cXJCs3aGE4xwxyO1Ue51PIYyHwkRwLBI5CT7GG7dfYW7r71NoTDPsD9We+h254JOt05l6QaVpZskhiPMxjn9k13uP/kD97c/Jle2yZUdzbYc9YQI4WDlcuoo6LgDXGeIIaxlWZ94E9oNi37X0hgKIVwPB30lcgkp3hZ1sesosUxcvmaxX7YRkXTl+R0rmEXxK+siKbVvdoU0YZKU6CHbZOh5jLyBrnkEyJahH4qNehADtP2uuK9I5FpEJutov1BIMp3mkHZroPF0qSwa+ZGWGDhbxDueVkxwsOl7IZ2OzN8TBX/FTn7owWAgQzqOwagumqzfcth8IcHc4gLzCwuc7HjsftHieK+jPRzpnwk4bSKoQvxckL25ZAALUV1ct6TEZndpNY3XDzg76aur2WQscUsu77y7yDffXaTdbnF8eE6378UqZFOI7YZWexBQ7wfkFpLceLnEypUCZi2FeZHiq0dHfPX4CH8SkcoLCdfmdG/I6dMR2bylltvDcUirH2jMUGUhTbmaIGkNtTwvotM1KIod77UsyyspPv99m88/apFyTRVoXN/K8eobJRaWktz/tKV7tYtzAetNvFGoysaJEWC6ExVZRZKB7EvclbgfTMgWXDbv5FneyLD/cMDeowEvvprg7e+lWVqO3Xz8/ojf/HzEe78Y8faflfnxX89zo2SQ2u4wPuqzOxqz64+5s1XihRtlCkaI1e0zao94cjThyVFIPwP9bMRA8tgn6H21VHaYL1qIks4IhnzxKODj+wHpbJqX7lW5+0KR+vEF9eMay+tJNm7l1OJ778sOJ/t9ugZ0TWh3ErQ7SU4OIw53fZ1M3/mLDO/8eYbkMCQxCMnPJShdzTBXhMVRh+qohz9xCUKHB48jPvsy5I9fBtx/HPDljo9bmmhNhJgv5DLfIBza5NIur71Z4LU38th+iOVPFCi2l+J4vVUfVny4v+1zf1tsy7OUKxUyaREFNjHGbcbD2HXUT6XxhZwpdumjIZPegAdPAh48GXP9jsPLb7rk0iHtU3ExiyisLpBfXcQ9beOetcEaE2Yj3JzJatFltejgjEzskUnzwuD4GPZOAx5f9DkZ+LzyZ+u88r01SnaTbHBMp9bi8GjE0z2fo8MEh4cJqus2q7cs3NQYrz1Q94FMLql189a73Lr1TQ4/fcqH//fP2X/4CHfNJrFms7JlsHrdJC/7nbGL1TcZnY9pH4/5yT8M+X8+GHL3zRW++6MNkmbA4eeHPP38iEaU0pJY083NAiVxUo1EZBHwyceHfPLRId2JSWdiKTA9cQwVLt17OaV1PZfhei5N/WTIgwct9iWq0hgxtMfcWy1yd7UIAyHTW9T7Q06GXc5GXVKGq3V04PN0Z4ikgl190aWyaNE6CWidBpx1TM4VFJf+3IRS2eCtV5K8/WqSRXEBXXGoZFaoWFs0tyN+9X98xN//5D77GYP9rKlxtbeuS+TQhFbXZxiM+bNvLvDddxfIZVex7SvYkzROENA8aPPL/3CfX/yH+yx9r8jy94pcrVpcN0JKkU9XIvLCJpX571Be+A6HX5zy6S/+nsPDA6LVNOF8gmazoyXPi3EPzhomT2sWxx2bO3dt7tyzOXgU8tXHEuk4kR5OPspmDV6843DnjkPztE/jtE/ZTrFeKDGfS5MrmFq9kUHXFzm4qMsCWr0BTy7a7LV6hAmLiStqryxhJ8f6cpJXXzF56UWD3kmP3nGfSsZgueRAPqKeG/N0EPDLXw/5778ZKgPQkVxPWTCJxU1kkBybpEKDFzcS3N1IMn8VcpsTolxIvelrBmbTg5YEyNtJlp0U11bm2Nxa5MrVKo8v9nhUe8rB4x6HD4YUyzle/vYVCvN5fvY3h/zsb454941V3n1jhY21FNU5sb0c0+136fU7yhby+mNaQ2gEpuaAiNIulbSUES01GdhYwwSFdEKVXHNVCz/0tKE9Fpszb0QynSC/WMZMJth/cqFN8P1zg/1zWJxzuHvTZXXZJZkR0MHl0V6Xx087DFpifZlQcHluMSJXgcOGw2HTZjIKNU/VMgIsx8d2fZwUWq1zuDg0VOFy9+46iytFjuoXHNVrtLsDOl2PYtpltZyhkJLFak+r3xKbWpPNYppvrOXZuFLCWpljkM/xn392yH/+2QFOYkJ1zqJUHJPLiB2Lz7CTYtBJc3IIR3sRucSYu1s+a1fGjNIWo5TNZx+M+ezDMXPlBC+/ktXB45mBWnoKyOENpGEaMEmIknRMt2fR6wu4PCToD1ibq7K5sogVTqifN6mf1xnLBomQfNGmVHE0v7mQM8hKroBlkrQNMmmTTEqYuDFzPBA73obk8Q0RTYNsNNOpJPlsRhVEAth5fYcvv6zxxYOa7s9kcx5lDYJ8hFjaJ4TBK0odyyQhOc2iJvXFtlKod3EOnmPFFm+iVJVcHdkQtloNWu0G5fkiFXkKSW5GR9i1E7W/FsWcqyzcFBgt4EIbqAKG+2Ob4+MRRycjqpUsK8tFBZdC02OirxHlWYpOt69Kh5N9n4PtkG6TWCEqWcNpsTW18AZjGs0Rg9EYyxXL0YnmWErNzcHSkoCDFoVKklTe5aw14bQZkslnKFZFSTCmXW+ohagoh1NOAtP1sRIBtYMxx49DRm2LN9+q8OZbZT580ODDr+oMW2NSI3noZ3jp5QWubRV4sHfKV09PSAygOHaYL2TYvDHHytUSrXGbdtjWbETJUBmFYy6adQWJJqEALTaN876qCleXK9y8scrm9Tky2YBMTpSbTS1RdFRLJW28f/C7Yz794zluwsBJCLMuR3muiOmIVXuH3lAa8pIZZHMsD8ZdYQcLa1tUzUkchjhILnKIZUuWiYDTLul0inQmqf+PbPEJaWiTf9TP0qwZ7D+RBYtHJIiY5AJpc1vyVeJMVQGB55dcrXFgM/SkJnhenOVi2kMMZ8jCalJLAKazE7G8ngghlLQsulVpmaJxNuRwu6NMR1H0ih1XvztUpnNCCKQ5k0xBQD7IliJVKA/64u4kIERKGw6iJJcmVK5gky9IJqso9OJmvmuLjbhBKuGQSohVfYlCtsTZgcdX98/x/CFrd1OaKyIxSPgRJ7tDZT5OvDGLhYj1+QQ//IvX+OFfvMp7H+/wH//2E/ZP66Syth5fuhJpdfqBVtCBqGeQMhJcv1nh+q0K23s1LVEAL6065CuW7JF18/jkvlREIRGyWBxTyE/IFiNyJYelhRssLWxxftphb++MUdAjlQ+JTF8VD8KIS6VNZewJ6ScILHxfSjLsREUnYzakkMmwWCqTStoMROE0GVAoVigWy5wdNDl4dEo2B29/b5EXXivxyadnfPLpueZfZVOuAod25JNJTVjbzLB2PUOt0aPW7DMYiOIwSbdt8+RhjycP+7x4J8uLd3IUciGOMaCcz3Fj4y7V0jr/7ief8O9/8onanFWqMofMVH0jgoHYL5t0mwbduuRJ29x9I6mWsuVKnlKlwG9+dspvfnpKEA4pVKE4JwrgOK9egN/BUJSUwvCVfB9p7k2zKNVCVtjAJqm0rcz05kVIuyH2eLEt49r6PNe3lhQAfvzFCY2LLhubRa5eL5LKGqomDiYyH3n0BwO6XkjPiz/TE3Vsz8DvCplCutUyXibkMxGFDAzr0DuB0FMDWtKuwd27aa17L93l3kuv8XhnyP/yv37IL3/1kHw5IleWzJ2Qbl/s8qcqQ1mAu/E4DAOXSZAgFBvBcZ90LmDxmsn8hqkZ6nK/Dbsu/VYCApO0G1LITnjxnsWde6aOewHKDg4sHn5lcnJmk624qmjvdbr0RWHVGuK1fbXl9rqozZOTtbCzpq4DklkZi0LykYw1OaYBoViNxImMOme4iaxmuUvOrR/Y9JtdBYFFlSFEDmFsxmoYUX779FrStJRrEttPSpNJGp6a/xpJM9MknZbIAFmvZEgVEpwetDk56LCwGLG+LuQqCyQD17M5eDzS+ovvbvI//avbvHinpPNJ3/f45W93+MXf7+AsjLUuLhyO9xK0a5IdbSkJIVcckisMsUgyGeVo1SKefFVj/0lTFdKySV9ZKbO+USWdSyorVGzfC/MjrV5vQLs+0KZoqZjDNpPs7YXsPx1jSjNXJjtRoCKdA7ESHxOJquQidkiQJoioDxYWErz1zhyvvF6O2b5pg7Nmg6Najb4/xnSzGI7YyeYIx1mCsEcQtvWZ7I8rmgcc9o4Iu0fcWF9ja+2KZmCdN5v0/SELG1UW1+fY3W6y+6TJ2Yko5CXzSZ6ZA6yEP82vS+k8nknFWekXh+KoYvPDH9/lL3/8IsdnJ3z51SOOjka060UGXlaJb5KRJarq4VB8miy+/MnfXTbtb/zoX4BZxDALTCIBw+I1YyoRkHADkbYoG7zXbtNt1alULbZuFxX8vbpVUqLN7357yE//ZofDfZn7F7DtAhPLJ7JGMZKg4IM0s5WRFjfPJYtQc4VFiSPNotkhfV2J+0w9N0NTZiCOMDFUtvI1UFcaoKKGuYR+4q7/tPn/9d//U4rc50HfGICagThfB2//MWj7vH30TBUcW8X+Kbj7jzCg/19/fGZH/E/nAs8AIW0MT1WJz44j/jcxICPkkecB4Nn7TRW+U2XazKZTm8JqAz593+kcofm3ArDoWllId1NwVFpqQsYxYgBYc3oFWFFr0BAr9LDHHg4xAOyYIxw7wLFEHRLnRMfWmwHNZpezswsFgdXG17xM3dQ9YTJhKYiaycYExPlijoViXs+9RMAIEVkdXUT9KxaxoraTdbfm/MaEBFEE+CN5do1ptVrU600Fp8Q6WSwRxaJYGpVKyhCF1qU6VZqGsZJQ7bUVmJypJWOFl/zs4rRL/VTUxUKOiqhUCqyszrN2ZYlqOU+lnNdsX2lMjwYDBXdFZVIpV6iUqpoNKLnEkgWeKmQxXVvBX3mdQjWRuEHInDFSElGr1VY1cCFfIJ8vqKtEu9NW9VupVKRSqVCpFihXijoexba1dl5j+9E2F7U6C3MLLMwvqHtCVoLYZC8lio1Achs9htOS34vyKLRc+sOA87Nzzs8vOD1vcnom5DkBvJ+BW7EbwMx2WX0xYyD90j5Xmq4ypp8DoMz4GsVkg7jBK/PU7B7/k2xcAU1mCv7L0f+MQDJTsl/OETPL4Uvr4UscPwZxvzYHxP9qOq08UwFP+Srxz6cg8BR0m5EGnuOTXL7vM7W9fOfpJDgFIGdKVFXpSl6rAsJ/CgDLx8zsluNzO7OWjwE0uQfjnMX43Mn1kCxGGV9CnEhIDNE0/ze2ZI7tlp8p/r8+h8VTWnyQj79qXM5fN28uKPin6sCpDbNeJ83bja/nLKt89v/YAjwGt6dBukzEslkDGOP84viYYmtk6f/ESt2YmDBTRc4UzLYwDxUpmyipQxxBhMg8U17HwK3kfk9VwIJMTB0OZI0zyx2OrfLj7y3zVs5JaM0ss9U2e6rEVdt2W9b/8llDJZ6Jda+8h+Rwp6YAsIAmevfr/SkkWYnssNQNTCzdFS1RUoujRA3Zq8UAYQwSy+tkrMwU3aJRExB4toaTt1bLawEDp2B6/LR8dv1UJCxEjiiMjy0V70kzQi4RxfH0e4viX9d/CvyKe9rUl0CeHWofLQpAV4EgOSb57mqrLPO/zN9i5SxrSRnL4fg52+uJHHV8npVYKAAwZJNJsonEMyto08WQSCtxJfHFYaHP7tEpu8cnnA/GavfYGgaa/yv3xwtri7ywvsTLVxa12gf77Nz/nO3tJxzZCY6tBDe3bnBj6wa5ZEqVrgKOTXyx+xpQSNnkUxa5hKOK47SA8LYcj0Xzoql12vU4FUWqI8q8CqlsBk/yU+W6OJJbmCRys0ROBt9MctGfUJc90SRJPxIAOEFgJAgmtuoORsHM/lzGkliJy3iVzO34fMkYVFLH1PZdzrPmT8s9MAXkBRyV569hOBi2WG/JMyqOdrEkG1gcE22x2pVzPmIw6DAc9TEcB0NcIhJCJM1gmy6J0MYVArPOs/EcHA/zeAzK72fjdnbv6nEIwUhdjfpaxxcHHNcOSJiiyq7q/l+iTuS55SRMLX/gMRRnicmEgqxRifjij3/giz/8gfkbN9h4/Q0K88uYk4QCdK6Ot+kY8/14phRyobp8xKSHgdhM9zrY0YiUFTJo1tj58lNOnm5TWlimtLDC4sYai1c31NK4frhL/WiPxsUpjYszStU55leukBRirCf91QYnRwdaYWQRRkJ+EOvj2LZ4EoyI/BEra9dYWb9GfmGJZGVOAdXayT6Ns0N08+Z16Lb6tFt9tTqO7BSGk8DNhyQKIbdefJl7L79NNluh0xoo2aDdkV7sBVc2XubKxitEkkW6+xX13S/YqW+zc/FEyepSQqoedoXI5+Bk8tgC7Bs9DPoYkrktgO5Q3CRtBn0hw5apVksqlGk3a+oiYKcz0sjEG0gWruyHIjGWi0nTjpAJprnWkaj9UmoHr2QkM1bRp1MmqaSsQ8SyXAhskbofShyOOKiJm2Cvg1ahZGqGrghncrm0kpUbtT71Wp9MTvpPKJFP5iYhsvS6A1Xgi2tWT+IAFZzV9OvLseEPDKSUSBVF6vi2dNXkypbL0pV5rf5FSPPI117bowcXHO53Y27KNAYidl2JHbDkc8XtLBj7FEsJjTgK/JBOe6h9jomIc5wEr74xxytvVElYfSJfXB/FqjnuT4jiR0gdncFYAdzsfIKr9yTfuciSW9X66INdPvpgh0Y7YGy4jHxT7ZSbp2MFypMpGElMySjEyTis3Sho1NLE6zERNzpxqetH5IsJ1tYyLC6k+eTDNp9+0KFUtFiRLOTraW6+INngNh/9Q53f/67O0Esx6KdQnbPlgy372BDTCTVKK/JFyCQAMOQKLjfuFFlez/LoflezWl94yeXN76RYuyZAt68E9F//txG/+VufN79V4Z/96wWul02Su22Cox7bHZ/trs/rL83x+stzpKMQ/6JDrzHk6bHB0xOwlyycZYvT1oDtvY6q/K9fL7K+lsP0+xh+n/sPfD76LCAnYr2Xq7xyr0zzvKa1tJZi40ZeHfC2P2ty8LRH34KeCef1BGcXSWonE86PxFIc3vrzHG/9IEvFgqppkKu4ZJaSFFJjqt4FxX6L7jCj1eq7NPsO9x8GfPBxnw//2MPIjLXEin44kkedhTmxNbrs5TdyWuWUrfn0ZCJG2bgnPN8PmPcCfv+FpyVW/C/cWSeTtNnbfsrx3uHUSckktZAltZLTGKZxq8/gosujvYDHewHXX3B55Y0EpULEqCUHYFJaX6W8sYJ5UMPcr5GUfu5SikTWxAmGuMEIZ+LihAmGfYtu26TejTjq+zQmE7ZeXuLGy0u4nGMOZA5rc3gwZkeUwttZvtrO8MI3HN78gUUy5XO406NTDyhUchSqOW5ee01r94Nd3vvff8nTh9vk77nkXkqwtjHhysaEvJsgIdnbDWjtdjnd7vFfPo34yWcR73x3jX/1rzcpJcYc3t9n99N9vjwz+OIMbt2u8vpri6wtZMniMmwH/O7DfX73wQG9iUV3YkPKxM4bZMsmm9eSXNtMsuokueIkCUc+nX6PZn9AfTCk6wcspl2NhS1lChQzJXq+z1Gzzn79gn59Qq8uAlJoeoaew8UrDumsqYKlk4MxgeVqCfhrp8YqlHzhmsELmwY371a5ebdCxZkj01/g7L7PL//P+/z2p485mTM5nTPZXLW5u2ZjEXHcCGgNIr7/7VW+/51VCskrJLiCHZhYowbNwzN++V+2+eVPnrD4nTxL382zVjK4Go4pEjCw+gwsj2LqLUrpt3j4x2N+89/e58nBU7hiwqKB3xeyUHTpglrvRdQGBs3Q5PqmpXX8JOTJpwHti0iWE6moUnT4s2+U+N43ihw8veDgaU2wCbKJJCkBN8omqZJFcxhpWeMJGbG/kYlfFDqikkhLgFKEN3JUjl+ouKxddVlds+nVfK2wExJ1JiSkCXvLZJSLeO+DIe/9w4hKzqacF7ZqbM0iDyTNlLUn3FrPcWsjR7ocMskMCJ2QsSgoAmFaSQKuQdq0yRoOWbHSy9sYSZMPP6vz+88aTHpjkr4EsadYu1MgVUrw1WdNHn7WZGtrQcvJStanR384pLbrc/50xNpykrXlFO3RmJ2aR7M/xjVFsWIyMMcMzTGjDgQtg0ImqWHsS/J6r6squEJasioSqpboj8c0ugE7D/vsfOWRzkm2b+LS1jWTM5TZEvqhWvxG/lhVIZlsVlWFB0didTsgU3A1czSZdlUpJPbXYpchthwCJGRTsrWKJyrJEXRzGSLXpenJ8fcJxWpyGJJzTSpZWxlMUcInSvqExzbhscUL64u8+40NltYy1MIm50GHozM4PIOzjsdZr6dgUiSr3IE0FJOaN+s6stm0tDk/lx9TyI2xkxPN5tx5Ck/2ZMFgKNgv7J9s2SZbshkYFp5pql3JoOepJYM3NrThKxFyUsvlIusLFVKWMOF7jAZdVb6adoQjwKlYZCYNssLKSkLSCUmKBYuCk0mGg4C+WJgNAyUXSCWm+VW6wBqG+ALyT1IEoctF26Pe6avK2JcFFhN8sXKURpLYvY0ECI7VOsLESjoxS07ytwQQFItLacjKtdPcSMkilMbPYMD1zQW2rs8rK7jRaMcWbmlp2Lu0Gz6tZqDWMU4ywnLHqvLFHON5YnUB5UpVGW8ChHS75/T6PXxfcm1TuijBjnSxdbTfod8OyIs9XCajCx4p3xeQQlTIYp03ZCQLbi9WaqaTJtmMRaFssLAeUVkWfqnLKHIwHRNbLFukSTMM5WMoFxNach2kdu73+fKDHp3TkB/+6Ap/+VdX+PDRAb9/dEDQiyiQZi6XY3WjqBmcn2wfaxWsHMupOQpCgigGuLlAN/aiEpFNjJsUu9aApjBcR73LbDHJUx10JxQyaeYqWSplUVEEuMlg2hQfkZKHdDHF2LfY3xWmUzBVxoTkSym1GcWa0Op06Hke+VKRfKlE/aLH8UmT85OA2olNp6lpU5iGbN6kROlvKtNRwC8B/6VBvbBisbAiDRmDfj+i15bcy7FmLQ8GAupOlAk69HxV6MkG0HYNlq5YLK1ZmrnaaphMQpl/s7r5aUvOT6/OykaS5Y2ksi3PZSFZl/xvacxDqZTVatdHHO626TZHsbLAFJalqADFgsdUW19RupUXTQoVsZiZaMmxy2ZLmwqSPWWEl5kt/Z4oaMYKyhhil+7YSkSolLNYRkLrZL/H9pcNtWaf33KZu+qoVXzacTl64rH7QBa1PutVuLbi8q3v3OXd79zlt7/f4z/+7X3NHS6VcxQrKTLVidZ5vcd5vQtDg0QokQRJVY6vbuR48PiCB9t1Eukxy1csilUTO2kRGWI3C3uPDIpJAYBFJS0ZKCHprMXS4nWWF7doSc7UWQNvJHOJxygURfDg/6XsvZ8kOc88v09Vusrypqu9mZnucT0GGDgSJOiWWPKW5J4JhfZWof1B94MU0r+knxQKRShC2jjtLff2uFhijwYECMxgBhzvZ9qb8r6ysrJK8TxZNT3g7YVCjHjYg67urqzMfN983+frODzsvSIIRMBMQ4AAACAASURBVKVREbF18yVzSE8yQcdDbbBIUyOfSBGzbQajAUNpfMvmwrDo1ru0K23yebHSmeP81Txf3jzi5s1jzW4R0CWbMlheMJmfN0nnpSzassHo96k3xjTqUSrlMeXDAaWDAadPuZw+FSeXGRF3vDD7tHiaZGye//DLJ/zNx091zsjPSBYuytoOfAGTLIaeTbsqWdQ+hdkom2/HWD0nn02aryb3b3W1xgxJ5wPiYpk9UdkLUUJcMbutgHpJGosQS5rYes+HLGC1jnLCnBC515v1MG9Kmm4ra3nObBT1tZePqzTrfc5s5Dh9Notpj7T6vtj5d3X8id19pycWk6HltOCeEkkx9qRhGDYkxH7acsb06yNVh496YI8gE7P56U+u8JM/u6xszCDa4+69I37+d8/58uYhbi5KPCcKXXFB8EPGs2uo4jufT+n9Vz3uaU6QqEulYR9PjVm7kGDxjDxoJO+hg9918JquXkcr4pFwBly9ZnP1mkW3Y1ApRXkmrNKvAnb3ILfkkl9yaTXatBstuk2ffivQTGRdxwwNZXHKIjRqq5BSN+DaFJXmqlKWJXcybK7JObBiMUw7NsmmNXUBHHgeVlSst8TtQtweBHTwVXHca4siRhoJ0ugZM5pkAcncFzFGmgElSm43YSoQbbqS3SzEJp+cWJUXI9jC2G7Z9Bome88H7L0YcGYpzZWzOd64kuXaW1mWTzkc1Doc1Ls8PDzkkdj6bQ852pUGhcPGhTRnL2QYUmM4rqsTRmSUoVVFs893njd0nhn5sDCfZWUlry4LQ1lGm5CZ65Ge69JqDKgeC1tbSFyyqbcolUxKx6b+rFj1GeYQy5K4BQ+/OcBvDOi3xmFDxQut2+bmbL7x7RnefDvH2BAmtk+50eKw2qIn6w8nRcRKKSEjCGIMhp0QABZiiJchGNhE+mWivQrXNq9w7eJljkpV7jx8zEH1mEtvr3Lp7TWePT3m+dMjdrda7O/01YXDjo3VXkrz91yXmDMk5gwYiUuHEG4GUT78ySU+/MkmDx7t8emnTzQneejnGI/T2LGoWp+HqkLZqEe5//MvXzXtz/7sT4kYOS0dzwLQjcWsUPJZ+wzF2q/r6doxlRpz6kyc85eybFxIcVyucVSu8+Sez4PbQzrNNHF3CdvJ4o/b+LRC5af29oVlLypgeQaGtqIRsSsXhagodmXz9rUc4CnwemIdqwjBK2/XKTHjjxXAmph3AgBP0JoTMaAmZ35NCPx1u+UTAPpEwXcC/iqgN5H9vY7tnoBKYbZ2KASd/HsCZn3dRvX/F+47Ac3+S5VveAwnCq+T4zixFj15p7CRO4HW9OsUHA6/hn/pFXg2zaGbWOGFUMLEulJek2vxih8joK0ADxNAT0A9yQCOSuDvRD0iPWRxv5Hn4LCrILA1FhC4i2142JaPbfqhgklVewLmmHS7HtVqU2MqPM2+lXVqmPMpjVzLEtVclFjM1FoqFliazWsTu90RNdJAwV/VhQrQJE1ry9IsdUWSXhkvh9637XY7fK9JnoGo3jKZJJl08hXwq/m0EyXqH4NaYtsqyhE5XwJQyd/vNX2d0wV8k2eoWPmJO04un6RYyFKcyeocFVOQKMxflca+ADHyTLMMW8HbeDpFsiDqMzdUmarCRpw2RN0ZVrPRZmdnl1KpwurKCivLq+oAIJbNAjSFgKChhEDXdclmJFc5q839ZqNOpyMEyjDDNGy8m7r/SCaEBGtqk1PsysRCUgCvoXzesQAavubXi522qH/rjQ6Vao1qrabE077na/ZfaDMegr+hNbh84sl4UXWkVPgMUoPUSaDw9B6dnu/pfR0q1Sa25RMFtt7DejPrXX6SbT0BDpWX8kcqe1VLqujuxGZapxwBQycW1iEhIjzW1y2qp8rRk7nlBDB7ZfWrxyJHcwLSTlV1IQgZmk5OBuFkD/O6Aji0Gg6dlKeA9mu27JPPEyr4hIwQAsGvz01y7gSomwLAMXFPEicRVbaGzr+hAjgEWZW8MckEDd81tBsOr58AwCcK4Iubs6rc1ftfxsfEJlazsPXnw4zaKcj4ygJaQST5vdD+VsCW4ShUfouyN1T/hmCYKtIV8D4Bh6cK4CmxSO+H0GgrzPxWtWVovazA1QTolJxumUcUjJwo5BUclZ99NbZDCDUWNdSiWG2qJ6Xvaxq6L9f8bMLPpoQQtaCeRCkoySF8TcaTK+4+EuMhNuuWNbH8DdX1IVlC7EVFOSy9AhEUhG4GoV30yb2jlt4TdwN1HdOoDgEnBCAM93VqLSxz0OukgNcUznK95TjEEUbOi+bBI4COSzwm6rzQSl5JIpMHnoK/gvporq+MXTm/spaXW0Le01Bup1Dd1VJYc32nVuJyHoTkEbrKCFlc1qMJyV2XcyjZzQOfWDyNm5Q5aUyjVqVWq/Dy4JiXh0eU+0Oq/piOxFQpyG7zxpkV3lhfZqOQ4exMmsrLLZ7dvcvz51vUUmlq6TRn1kQBfEqjwiIqMfYY9lqMvO4rADgpc51l4goI77gKYlaOy5SPyrQGA9oCqNk2yXRKs9qrzQY1cTszbc3AjbppDDfNyEpS7QZURQE8juERmwB/CYaIW81YjOfU/U+eSUJK8pWgJESlCa1NB6PsV+U8h7bc03E3nQNVNS/jUa+1yTgqERshWKc56LKqi4ZAnji7hPnxfQQBGcvYEnt+eRZKzrP004ITkobMu68y7F83AJgQL2SPoYp2HTshYUKq1WvR6rZUWxk3HCUvRcS5QsaJuJmZBu16hUblSFKRmSnkSCXj7L3YZv/FFoEgjqkkqcI8s7OnyWbnwrzcqbX/ZBWi7ytPiMn84Unfr9sOHZdiUUa9FkfbLzje26It+0e/y/zyGmunz+rcerz7gvL+Fu1aiXatjC3xDomUEm2UnCCxKV4HX9SnUZOhYZJICSFsBteOaaSLlOVmMGNp0vOr5FfXsRMJ+q0jeo1D6od7NI72kKSYoYD0losTz2LFEvijGv64Ri6XpzgzTzyeJWqELjme38UbdNk48w5n19+hs7fF/p3fs//kSxpGi4bRZCwsWHxV10rPUdzHJAtaRARGdIBhDDBEaanOEg6jcbjOz2XS5DIZmrVDKsc7SlYxnARj06Lvi4K7r3bwQj7R8x4MGKszh7qEU5yboTg7gx8MaLRqBKOBgl6phOwfRG3eD5W4QyGuhM8bIRm3m2ONipJot/klVx3BBNSXny0ddSgddRUAlnIciY7QVHAFrweCLdR9LXkAWLHQDUNi2oTsMNCMY4i5EmlnkcpHSBfG5OYgV4yTm41jj5PYwxSHu13ufLXHi2cV3RsGvtzzYQl5xpwQXoZDTz9jKm0peCp743ZL+o6hkEfI4CvrKVY2kqzMwuqMJGoP6bRChXKzP6TZD6i1fartIU7aYmE9qb2pjeUZzi4VeHjrgAc3D9nb7XFcCag3RvQmZcekZxLROa7rj4jnHM5dybN2NoPfbOE320pykntL9ubixCcq0rtfdrh3o0N+JsrKKYO10xKllVHCt4C/1z+taCTeUIjssu6IDomYIyxX9poiVoJAzKLEbXIg4r4Y5zYzLK0meHivyaN7LZZPwbnLUdbPRVlcjZAvRPj0H/r87hceb76b54d/NseZbAR3t8Fgv8XdA4+7hx7f/84s3//uHInIiN5xm+phn1sPPb565LHxVpr1a2n2D7vc+KJCtTVg8WKK+Q2XBAPiDLh9x+OzGwNSCZdvvJXn3TflPpbs0zKLy0lOb+TwOhLvVlEAWMBfSQh7vmPwYsekWhurY18yZfH9H8/ygx/Pkh92tCT6zp41FSPJ9z1ibY+b90fcvDdmfnWO9c1lpM/58PYR9/5wxEHb46DjMRYxl8bEiMNiKHaQfN6VMw5z6RhzKYdoPEJfjD6NEbO9HrP9Pp/+oacVdeMsreXUNXH/ZYWj3boqyGV9VVhJMHcmyWw+Tt62SYwMbtw61hJl9zvvzJBwAlVB9/o9cufzZC/kSJaaWqlEktRCEcuN4TXqePUaneaIblP2GCFZcWzZjMXlKJ2kMG8yM2cRHTcZ+VXKh112nvs8ezzk8X6Cx3tJzl2Ft749Ip0e0qr0VTFfXJljdnmeGXuGGavA3h/2uPPLP3C0d0j8ikvisux1fPI5n0zM0X7+sBph73aDF3dbfPw80Hrn2/P82c+WmU2OaGwdc/y0zM3nUW6+MFhfd7l2NaGxp/HAoFsL+ORGmU+ulwliJkFMHG7Ffj1KJhtledlgacnEqEO0hmIl0fRAG4GCcRBYLGVTWmJj7jU9vLGP7wZ4pk9nr6fV9CM0ERxR1qkWvh/hqOJrOQlbSwQxxcUo2fyYXMInG/e5cHlVKzsycUoexw+a/PbjYz7/fYVSDo5zcG7e4s1FiceCrcqQUjfKD/9kkx/+YBO3Z8OxJKV2scc1mpUS//TrXf7zb3ZZ/k6OlQ9yLOZHLNAnYwRE4nGirsv4KM74KMHdB1V++4cddrsNMucs0qdsXM8h7jnsvuyqFby4mnQsGKaivHmtoHXniyaf/EOFg62+uA5a44V8jH/7vWX+8vsrPHy4pVVr91WmH1hgFQzsGZPj7pCS5L+OYE4B5yhzWBSFoZUOiKaHNEYjKv4I4haJfAw3G6NdR5WIBw/77N7rki5GuPqhQ27d4Pe3PD6/5bE273BqXhbDYqsnC2/IJAZkkz4ba3k2TuUZRQZUO6K8CEiYaRJ2klgiDK7XbUwA7UGHWr/OfrXGR//g89EvBiylLTaXHeYXTeLzEUzJVW169JoD0oU86ZkCJa/Hs2qJnf0O21/A9nX40feK/Oj7RRpej5vPSmwftkVIou/jFh3coq1e280DOc44pyXPcC3DUa2udWY1y6VzRYLxgCdbBzx5VuXx3TGP78JbbyZ5680UiTmToYLPQxqHLZpHbdZnHK351RT59SzHzTE//9sSn35S5a03HN666pBfypCcz7J3MOSrL6rcvlGh4Abk3bChOTfv0GfM87LHQdPXazkQdpeoqocGrnjxO4E+EKI5MPJgPbWwntlcu3KWH/75NQorFndeXufpwX3mF1aYn1/mxrMqv7qzr1l7je2A1u6IdD6m9spnz8e4uBkjk46qgkXYaWnH0zrqWRz1bF68GPD0fod2I+DM6TTrp9NqDdFNQrPSoyaTer3PwBwztCARjZGIxJjPpljMp0mLVbIhaoIBjivAhACsYV6JKNFcK0LMhpjt4ToDPFJ4kRS1apej/QqDbp/ZbJy5XEKZ76l4nFq1x/ZOg1pjwMh0GVsOEntnyDH1OtRFEd4e4nUNeq0otWpAtRLo+4gjci5jUci55HPSbAmrVKpSLldptnw6HbEUls1quMB699oK711bYTjqsHe0S9/rq1o7bqd5+qDMk/slzFiCeDaHkwow3SZWvI1jOVrZwhLZ4poqGg53X1I+LtPpJuj2QtvOzIxLq13n4PCATrtL2s2QjmeolhtUKw1GgYNtZvF9k0pd1ARdgg4MJe7JN5ATn8qNOLXZZ/m8r7Y6sUyaQRCq9KLjKPFokrQbZ3nJYXlZssPCDcofflfj018ccfzc4y//+/P8d391getPH2oJgDNj58m6GRKZOBHH4vcPd7Xm00ucndvQnJ6qt0XD2yfasYl05MFrI6hIP/Bo9Wp4QRs3LjkiEca+bCptwj6kLIal8TzU0tw4W5QjkikdwTIdBr00Xi+h+SLt7kDB0ExOmtc+1VqTTqfPytoyy2vLmqVTrh7w/FGTO9c9Xj4J1Suh/60oeAO1U05nRC0aAqmSK3vl2hxX35rHtANabcnnkc2wLMgEGPKolPrUjj0tsWaV3bTkYC6vh1WvwsG+OCLkWFpcIxFPsbWzxdbuNqvrkt0ao9sLOD70qJal6R82TebmM8zPZ9X6Zm+noeo46YrKfCWLYCE6xBMmybSlVsvFJZPcrDAwAy25R7V/F5W8UcmDkQ2Y2HjK+JLGR7h4FHtS27BZXSuwujajLgndbsD+yxYvHtVpd3tkVqJklw1m0ikK6SQ7T9s8vd2A/oCNBTi/ZvHWN89r/faLXf7m7x9RrgUsLMwxO58lWQxIFQO2dkts75XVclYs2mbSkh/iaP3hXpXb96s4MZ/lVcgXowpKClN6/0WEveeSOz1mPicWUwLYh7k0SwvrLC6sq7q63mjR6TXp+Q3N/y2VPC25xGKjLLlYtu1q/m+n42mzWhbUUtJESMqGz7TDO28cklikDGlGjUfMz8e59v4865s5blw/5vr1YyqHfZrVIfOzNu++k+Xsubg6GYgd+zAyIIgMOD4asLfnc7Tvq5X3oAezMw6zRSFcjMhmhmRTDhl3DoMsH/3ugI8+2ceOB+TEySKm0dFI1vto4BIMYrRrA5rlrlp/n3/LYW7NoFHzaNY9teY93rUwzBGJ7FDBctnMtVuhYnhm3qRTH3G8JWzjCNmFOOliTK2SpET1JKQIfyBZ0UNaDWmQScNrwJK4SaxnGQVR9l6IBXLA+rkc6+dzk/vLn4C/HbVYkszz/kBUJqHl9rA7ImgH8pDEUrKBLeYJarHbF5eOpjB4xjjDCMVEkv/lf/rX/M//479i5/gPfHn/Y258+ZjrnzV48rSHnbW1JO9HAERb1ilCYplLsbY2p/X80QHPHx/SqLVVcZVIm5y7nGf1bBqPCt64wrAXY9RNqAX02O/gmD2uvRPTatajHOxFeHjX5/pnPVWlzp5JMLeepCl2c/WOOj/4Muf2xUrXJiqZvlPGd2RIXzen0kALhUPT7DQdyzJlRKOh7Zo0UyKmWsSpMt8Sdb6pTUsBAQQUFPs+ry+2kCFTe+hL7rsoq4cMOqKWBelLuEnZXItqQNoOvt7jxRmLYkEUK1FlgY8Dg1bFolk2ORCW5JavRLDowOPtqxn+4r9d44cfLpJbSpJfSvHXv7jLX//DXR48aFM6lH6Dw7sfLPDeB4uUqvuUageMhiZ2JEunEWXraV0BUgF/Zb6aK6ZZWsyRFFsPUTXaBpmFFpn5Fo3aiNIBeD2xW5TcvSidTpJuN6mM6o6wqq0h8bhElgzolT2twIswkhLC3dBnds7iG98ucPUtcZno0g+6VFseFdkwBCZRJ0PUSivQPgxE9dth4DfFeQ2/nyTwLJxhByfo8ME73+aDdz7g0ZOXfPybT3m09YTv/vgi3/sXF3nyZJenT3Z5/qTKi8dtJXoJkc+NOzhJV3OPbHFzMboaODToDNQu8fs/usD3f3SeL77Y4+//7rESmBx3BttJq9I/JHt4WqYZ5cHfPj4BgP/1d4gYeaJmnqiMHQFcJKPQ6zL2OnjNupbYi52/mOPKm3kuXsmwctrhb39+i7/9+U0qh1l6jWWs6Arp9CoxN0tvWKUfyK5rTESYYAryiMIIpLEyDMQlQ+IN5BUbAjfMdX49h/BrGOlE+fvK8nma/xuqpqYwaGgd+scK4JPYzbCBPsVM/2tq4xOQR7VuU8DqNVj5v1QAT+2Zp5qrsBk6gbFDy+s/UgN/HXj+/waEv6ZKm+Rp/tePI1TrvP761LZU31c9FEOALQRAw6bx6+dGbeAnSsBQvRjmjoZQanjeQzNv+X9p938dAA6fWTIZhWsG7WELwBBMAOBhR8FfyQB2zL4qzgUAljlVnpGWFScWS+p8pjns7a6qWgVg7PdEFeapfGOC6eqe0DJhbWmOU0tzCsKK6lVIlaoTj8h+IKb2zxEFMMRCUpTocq0iatfq2BLrIEqpHvV6i0q5rkCwZPYuLhYn96c0NsVa1lfwc3qOpyrg0K7VU9AntPGVh5HY2ImbkgDcctwhgc6yYLaYZ7aYY3ZGGsF5jZuRcyWOQc16k1ajqZbdZsQgkc2Sni2SyKTVFtp1E6r8lbW+NHPEhrtea3D//kMFgS9fusKlS5d1/9NqtWg0GjQlu7fRDIH+cYTV5WXOnDlNoSBW+jJGffZ2t9nb235FdpgpzLC8tEw6lZ5kD8szQxSP4WcNhv1QzR+RJnQkPId9j62dPZ6/2Gbv4JhKtUWl2n4FqApoISijWjxP7me1Zh2F60mprw+ZCWj8z6nq9aXpeJuAqBOlqtzuIaB5Yhus6rrXxvUUvBDwLAR2w69yisRiUixvp/+bqpVfzyl+ZYw89XCeJjlPFJwhwBqONR1JOjZP1OKvQNsJoKJqTiV4hZm0oQV0CMjIuJR5XL7/Ogge/jt0spJ7TwHgV1bZ4WshADz6GgAsAFqoLJ4o11+BwJOtTHjEX5tLQmvuKE8etl4dw6Wrs5Os5vB9BAQVAtXrc9AUuNLvvVInh59jmisqkUZ+IJ81BBqnJLdpFqkcp6p/lRwxUQhPAWy91lF9Te8vycGV5t0EjBawU2oKWr5O4pA+gfz31MJ6Op4FmJYjlNvrxAA7vKcEBA6JFDG9RnJNlCQg11eV6uISI/ufkNwtpNBsOkkulcSNOcRjMb1Oci4EiPH6PXVWkr9rW4bmdUt2t9gWC8gsn3eqgJ/eo0IQl9IM8I4ARwNVsYlCTfOVNSNW1N+h3E3Op3xPstXlPeX+NmOytg9V2HL+cpmsgkQyH8rnEkXc9HkyVQCLGlXcjoS2oPeDZjhPVJKiFBYVsVxjKb3fQ9LnlGgu4K8ATOYEAHYls1wyZWV/mCuSLy7q3L+/v8v+/h7bxyW2jkpUvCGCAwnZPmIaej7fOXead8+fZiFuaR09e8HTO/d5ubWDNzeLNz/L8sKSlgDwUXFsELV2p0HQa5GOWaRjJnFTQMuo7t3SbpKYaVM6OOb44JhAnmW2gE+WXjv53AdHhxweHTKS7GqxjU7kiKXzRGJpamIB3R/hR2IMIzFMJ4UTTxNEHBrdgFZfyPi2dKbpBmM6foA3lhxdCz9i6p5xKIQKeUYp6CpOYyFZQ66bqK4l514ynDVmI5zoXnmYy15AHnwyFqwJKK/A+2iogPJIbma5sXX4hZnNcs9OM+Wnqnu56+XekXsotP8WUnBIyAjV56HduZCJpEQBrtk+E/W33DfeWPYMoRAnHjGoHu9yuP9cn4GLK0vMzM3SrYvLYJvdwz2297dJZGfZvPoBy2sXGEjur9dXwoSMA53HFJSUfXuYeT3odzRnOOmYzKRcrLFPs1qiVjrgwfM7WosLa2ycuaR25/t7Lzne32LQrDJoVsLoNl8sXYUVYeiYSCccMskYQ9vUmpk9xcLiBpl4luPHt7SqTZ9qc0h64QyLF98iPzuLGdTBq7D19AEvn9wnGk/iFIq46QLp3BzxRJZ6bYta9aWC1sNen5ibpDC7SDpbCImT0SiXz36Dy+e+SenJXR5+9gtePPwUYyGGuRhTwUq3KRFgQsCQnGXZ6wzx+9LbCtdC8lWWOo6bIpFdJZ5ZVrGHVPVoi6Pdx/S7oggXkYMQ1X0tx4wqUC/E0X6no896sRUXsPXMxhrrZ9dod5ts727R67eZySdURDEOeoyHYhcoj5OT6AmZA1vNMc3mmLn5JCurGRIJAVXDrO/Dgy5HByEAnEyHxxzOtVEYxiCIcVTqc1zq65ARQryQW8WiuN8f4XXCys3EKC7ESaSFKO1jxnzctNgrj1jIL7I8s0b1eMCXnz/n8cNDfE9AToOhAMHDyWp24iIhexTpT8QTBomE/IyIMwTMlnEQ9n9iOZNYzuDdzSTfviKKz6ha09arPrtVj92KR6kR3h8RxyA377KwlngFtuzcqbF7p87jh20ePu5weCjkXhiLKNcS4YcAT2O8YKz9lCvvzbFxKY9XbdOvCsF2pK52huylTLHKH/HwK48Htzx1BV3dgKVVienMEY06fPG7Ctd/VwnPqy7KZTUvWdRiTxxRdz1f5ixvTOCbjIYWmUycsxfTLK24PLzf5MH9BumMx+zikHOXDDavuayfd/j8I4/PP+qzeTnHt75XZE2i5MQF5qDFjWd9rZ/+ZI6f/XSelAntwx77211+9UWTX11v8ic/WeCHP1lg+0WHj39+wNZhh+ybcXIXHWacMTP2iJs3PT751CPlOnzrnQzvv5Wi3anSbldZWkpz+kxB74Mnd8psv2whISTStr7zCO48hoaI26MwM+vyZz9Z4yc/OUW2c6xlxz2MvKiuo2R8E5oG/9fPm1rf+/FF/vJ/uEYxPebg4Qte3nnGl896fPmsi5VwSeeTaokuewIRY8UzURJZg+V8XJ1UjbhFX50DRswOOlq/utHn11/26TAmUQivc2l3QOVwqNxXAYHXNlw2Lia5tF7kwtI8a7kCH3/8kI9/+ZCzp2d599oaNkO2Hr+k2iqTfcMh+6ZDseUx2/LIp+fIzq9j2inK+wdUDg7Y2++wt9/VY0km0d7W3MYaxbV5otSJjOtK6vDHPqX9AduPBjx94POkltA6c2HI1WsDZgpD3ctJ/OLyuTMsn1snctgmctSh/OiI7Tv7NJttnM0ksUspLKOHbfTJuS6ziSzDapRHn9a4f73JZyWfT4993vhGjh/8sMhSHkbVNt2DNp/etfjdXZO15TFXL46ZT0eIiStZZcSvv+zw6y+72HkLJ2+TzZkUxfE1LYKEsdbhoz6Hj/vE8iNmLkJm1sINUiRJsTo3w+rsDMfbR7x8uMXIHpI/nSK7HKfzrEHnWZ1ONEInblDvmFT2TMqlKKX+QCuftynkbU5tOJy97JAvCnbYod/qcmHzIhcvXSTda2JsP+H4cYnPb425+WBMNSU14mLR4q1ZRx+VT8sBe12LH374Tf7kw29i7tXw7u9iNI6JWTXavSq//qrEr78qs/Z+gVPvzzBXGJI3mqTtCInsCsncKpXfP6X6+2fcetnlkxIcxwxW34ixcsFlYZRlIchy+8sav/vkkIN2l/HMmNiKyXe+t84H3zvDr/7+gL/+357z9EGTSIzoeKkY569+ts5f/XSd3e0DdrcPGfhDzf+I2BFIDCHhU/OhPhhrPm/WiJLBIDmKkhBbIMtjaPXptAa0agNZlRDPmMSzYoOb1qy6WqNPqSL2mmPWTsVIZi2eH454cSRqqgipWISoIGo8GQAAIABJREFULRYaIwxrRMIdkowFJIy4lthhVep1+n2fmBnDNhzGZkQrmUuRKqTpBn0OaiV2jsscPRtz9EwyIDOcO51Tezsj7hG1fEaDMYE3xsgaRLMGz0pdbj2p8/R5n91bJntfGVw442plZgyVnfeGPnvbLY6POjhZEztnMWhDv4rmihTnxN7Qpj8a0x+NVOFVzAgDdEil2qNU9jg6CrQurie4uBFXoLFn+nR9n8Z+QONgyOZGjEtnYxhulNYoQrkRsPO8T+nA49RKlLUVg6Edoxd1KZWH7L9sU9rtsLbocmopjpvyMeMetW7AywPJcJU8KV+BmnE3gpjw57Km2jDHUxFaYovY9dlM5NlM5FjbWGDpjSW60SGffnaHO/efsnmpyKXLM+w1ejw+bLK736d6OKR6KAv80EpyYz3O5sW4hnlL76YnwFClRbfSxJ2dIV4sUhZLiBdlGvUuqaSp1RIbB1kQiLKsK8+8MZ4zxrdGr5SpuYTDTDpGUoLsDR/L8nGTUZXry0pCmGLaNxAgMCKWOANtOJXLco5camVP82DHgc/qisvaijuxIbEVTKvWB3T6I8bCHpYQ8tEAb+SrxVSn7+nCKBIYRAITvx9l2DM0B9sRG2BH7HcjJJKhbXIm7+rCVfKuJGdUFj7tptjfWVhRi/PrM5xfL2j22bOXR3S7Q+bEsi2TxetKNnGfvUOfrX2fiD2kuDikuCRs/TCHAzPD2MypQlaYjZ1mm3bPpN21QvvQuChyB0SiHYyoLPYMHMNUkE8YTpDEsgu0OlGevTxme6dCVNR1XpR0Wuy0TbKFKIWlCPmFKE4ihZNIcrTXZO95RW24FwtxFmdjLC7aLCzZjMQyJxrh4KnHzr0eg7rDDz68yg8+fIN/vPkFv7x5nVbTIz5OkYg5JPNieTrm4U6DBzt1YoMMmVGRdNyhsDQilQ/YF6XUdptBX9jjhqoQ07mAzMyY2QWH2XmZWCUr2qJ02OVwr0npQKxaBBiWTGY1+SaWBDcnIGsUv2MTeMKIltxoi3jG0jlKyCX1RoVer82Z1SVOry0RBG36/SpHR5Jf47O741OvBTRqQzpt1DpZ1Pj5YmgbUS33qZY81i9mWb+QI1+0NeNDsrh2XnQ43OtN7M5kIS/Zu6IkFwVgqCotzI7Jz46pyJjeE7vlGLl8Xq+nAN+tbo25JWFXOrRbY473h1RL4n8QiPka+YJY+ibU2kXzg9s+g56P3w9tX2QBLOw1WfBmcibzqzHycxbNZp9GU5oLY9rtsbLx06nQ8kdZ6GLpJYpBsVDviSJTAGCHjXNFNs7NUq/3qNV7HO502HvWptP1cGfHJGcjLM3lWZrNsfOsxaPbFZHac34Rzq+YXHhrnQvX1vnt7w/42//0jGptxPLiHHMLWbILY7LzY55vH2vJPZdxbPIpm5n5mOZUPnvZ5OkLyXMeki9AOhtVy3IrZnOwHdHKuhFmMxEcQxTXkl8/5sLF81qSx310fESpXKNcEQvFXmglOZLDFBs9YRJKfkeOeDxOpdJQEoXkOIjFayJmUxDLRsfRhpYn+cvNLo1Wh6QD2YTB/ILLxTfzLJ9Oc+tWiZtflfS5Y2GyMO+yuZliZsbmxVO5xzrMLEUoLEmmic/BnsfhvuQLhU5ThbzBTMFktmgyN2uSTlpqoeV7JrcedbWC8RBbmHACzEysV4f9GH7PUSBQGgv5osn6xaRe+6O9Nkf7bdpVk1ZNXCNGxNNDzbcejRytRHpMIi0EHZ/DlwP6vTHpWSF4CSNY7CUlfzrMzxUAuNsWxWmovJBG2cJKgtXTaQJ/zO6zjtqTrF/Ms3ExT7vbodMV9VCfgTTWA1HnC1M+zAiTknwjTxTqXpRY1MGOyHiVjfyIfnNIry6ZUAYX1uJc2cjx4Z9+nz/90ff4/a2v+Ltf/hO3br9gd6dHtRYQy0jmt6PuGpJp7sQtLNfEdiXrKKLVa4kTxeBVBqNYoybzDomsiRHvYsa7qoDtVG0ivrhO+OQzAW+9m9ASgO7R/T4P7g4UBD48GlNYjVFYc+m1e/Q7fWUB95swkDxVy1BgM5ERAEDUayOCyFCfH/1ewKA/wjFsLdn8i3OAdCHdlLDNHQaSexmI3WM4vtV+V7s/ogwQO9jwugjwKypstZAbyCZwxNCT0T3UMR5PWWTzcZJpcReJqDI1bo9x7ZE+h7AEEBjTODJoHEVpiAX9vihKfUxzyPJCjKubea5ezvPmO1lV1D7cqfNwu8GzFx12t3s0GkOWTidYOpPkqFLW6vWEnOLSaUU52u9rhrQAHaIcFfXc3GyeZCKmtk6SHxzPN3ALTRr1EdVjId4M9d6WTT4RUbrm6fsRLSI9jGiLsd+mWxrQPZYuR0iMkPw0ywpYXUvy3T85zdvvLVBp1MJqtik3OnQH0qDLMBwnVJXe7Ym7RICbCNQFpF4y8JpRMmZA2hzxzbff5JtvXePlzjafXv+Sp7svufLOOa68e579/WMO9o/Z2aqy9aJGsz7AUXeLGHbcwYrLGO0x6LVxzJHGZczPuqxfTLO+meLmjRq/+qcj9vdlfZxS+29xXLGdKGMBaIK+soxffLT/qml//r/5PuNIAqJxTMPFMVwi/hiv0cDvNEnFO6TjHc5dyHHpSpHibEKbbcLo//VvH/ObTx4z6GUxWMQ254m5oQX0IOgxGEmmfageV8hQiPPqQSzKX2koehDpExnbRMaSs+pMMIyvA7MnKMcUuZ0s5BSEPAFRQohj0th4DXwNRXVTRewJ+PuanvY1d9bJe08zI/8ZADgEi77+vqEKURpIUzD6jwHgqXL4nwF6J4q16Sv/vG10+PuvVMT6XlMrWpVenXyGiUxx2rB/lRM6ydGUhbA09oTcoBmPE4tdbQjJ+RNW+MReL7SfnJy9SUzKCQAsyq7QflhAPPE/CS2gQ+WzzsGvAOCJIlIv2Qgz6IcZwGoB3cOK9rEtD9Poq3W7ZNkK29oUtslYGivSeJPnqjyjxFUq/KpWlap4FOJKqOiT6IN8JqUNDgFb1VJz0lAVFb2MJ1MIMJaljfAwF1XAWlF/mKqqk78z8GSOFzWLZNjHSCQErJk4lgvA9Zqq7tU1i0iTVAAZeV9RHIYAcGQYZmmHZIUQDBGgVchzCddR9W82kyKfzagaSgEfsakWEGWiqhwLICpAgxy7LRl5SRLxpI5FmbvdWJx0Kqukztu37/Li+UuuXLnC5ctXdA0pymYBgcWmU/49EvDGD0glE2QyabWdlVgBARrDjN+OZpdKSZPHjbmT13r0uj0F0sSWWgAcyQqUk6P7GsmD7A8UAG53+7TaXar1lhIoS+U65WqVcqWiRO0wv1HufKUHKBtR7o9X4KoOislrk/zlV2ozHfCTUfwKn53895QvMlE7vq5oDS2FpyrS0GL11eiZHssr7sZUchqqX3XJpGrSKVAsx/o6SSRUHodq+hCI1r8/Ofap6l7u26mTwOQvT34vVKPK709VylOwN/w7J2C2gLahSu9EqTe1ag0/z+uMjimoHSqy1D3Jk6x387+qABZAXYZ/aCH8yqP/5LNEIjy6/xoAfCU/uYYn7yXgqU75k8ktnMNOTAum9rLyPRk3Mu763lj7A2pVr+rTKVgfXm+ZnUK1r2TdTpXBkysYCTOn5XW1F5fdjygrJwCwZI8K0eOVFfl0vtZM76mCV0CwiYpZ1fwBY1XW6gNsItAO50R5/3AchDnKOt6n11vO3AToFxKJzCcCPqZdl1Q8plbPUmG2sRBows8mgl0FaSVCSlTCkrlpCYFvQgKYKDOnbjeeElb6Ot4kh1XnRb1PQz+HqY1veO+E7yVK/mmucESdu0QJGgK90q8Rxb8A244plqiT/OnX1M8CBKr6zPcVeBRQUL6n7yvq39cAYH2qTOytRd0cEmcG6lYj2eLqSGNaOOKc127Tb7VJZgpkCnM6PxwdH3J0dKw9u20BgPs+VXHBE4JtKkkxn2ZzZU5r3rWYj1t0SmVKuweUyhXaiTidRJxsOks2lSEm1t0aJSdOSz3NoI3bEtUSRnY50TCTOJfKknKT1Kt16tWGktZGkhlsijIvBCEPjgUAPlLwV5SXZjyJ7aYYWzGqzR61lkRwCQFTlOJxnbMNO4EXjatNtD+K4I9DN7teEGEwFjNVS/OCBwIES25wRHSFlkbMSfyUEIn13A9H2Ia47oRz1GuUOMbyzJbn8nhKzZLPKxdHnCmEBD/WdZms7YeqJJUx5miFa4npfHxCDNNxrCB/qPqeEllk3MgsoUQVBYdDp7DQ7NtXNywh98o+cKqkb9ePqVf3CAIPV553iTi2JWPCZXvrGc+ePMCOpzh/6T2WVjcU/JUSwEEmXAGdp04ghiWgtNjDh3FD0msVW2kRmDQrZWrlQ17sPODl9kOSiSwz+SVd9zSbFc1Entrp2ok0bkYA/AyuEKzirjiKEo9AbeRTC4bkcgssFk+RNF1e3PkdL+58QjRZwEjmyS2cZX7lMrblUNt5QH33EeXyLuXKLoW10yxc2CQ3u0wmXSThZmjUj7SO919yvPdcgflkLk8mP0OxsMDMzAJ5d06rvHWf7Qe/Y3/3K0Y5k1HeoFPztMThQNc3iJWomJaLw4BEcIlCdsBgKPF/afLzF8jNbZBNJsmmkmw/ucfjOzeo18pKMhZb8KiobuV8yjwqeg/JXG53GPoSI2hi2QYrpxZYXlug3Wmxs7dLr9chn02SScYZ9Hr4/Z4CuLYVEq5CV4QRraaQxgPtQ80tJDVSSEgMva5PrTLQiovrZFJU7KLSExeSMZbhYBoO5bJHpSz3i0lx3tV9TbM5UJdLIeBLpbPSYzW0T6ERMxFfs0otd0g+VWAmPUuvPWJnq8LBXoNmXQjp8jw3tSZCeyK6R/GJRAUAjqqTn7j0d1oi1gmfhxFjjCXWuqkoG0sOF1cd5lOSG2pijAwe73Z5vNehHYzwZBKUc+JEyBddrn2wyFvfXqL6uErlcZUn9xrcvt3iYN8jMhIHhajkbyo5xx8FmgOczFucu5rl1HkBBQZKrBYVuIgwwuMN9+7P7gU8vR8wv2Rw5oLBzKyDG48zHJg8vNvi0b12SOKMhM4Ycv9oL8CRkt6APLdkRhBnAJdcNsb6ulwzmwcPGgoAi4tiKj3i/BWbt74V59K1OLd/2+X2bzssLye4eCnDWirCbLdLpN7n+gufGy99fvzDOX784TxpM6BfanO41+Wj613+8XqXf/GzOX780zmOn7X57X/Y59lOm+FGjOgZh9UCrObH3Lvn88UXPinX5ptXU7x3NY43rDMY1pkpxFmYTYujPwdbIujqU+4FlLsBXz0a89XDMc1u6IiSm7H47od5vvNhnkWzx5LVQ5JOJGbLFeLVIEq0OeajT5p89EmDs1cX+Ob31sgnTbrHDep7db563uIPz1s0OwbewGYgbp7yTDPHpGcMjZw7u+SysRwjnk1IsLWSuopei6LX5uMbUi1GjsncagLDinC016Fa6mqGbTIXJZe1tWYyLoVEgpQd49HjJo8ft1iYibOxkha/ACpHR3hBk9lLceYuxcn1hmR7Q/odl0orTd83iVlNHLvJsG1rn1sdZYU1IhnfhSRWwSWV6ZHKdJVsJM6GzZLP0VaH3Wdd7pdt7pUdltcMzp+LMluUGAmPdDrGwpk3WTz9BuO9I8Z7h5SeHLD94IBGu0tsM4W7mSITM7Tc8QjHDyhte3zyn9tcv96lkbKopy2WT5mcWTfJy73YHhFUR3z6JODTx0PefCPDn3yQYzUfxWp0qe92+PiTFh//tkV0xiRSNEkmo2Rj4roq28Zw4RkfG8RHBhFX8pAHWKmxxl4W0i6bC0Wtvd0STx7vEnEjLJ6fYf5Mnv7TBr1nDXUQlmu0Wwq4fdfj0UufSn+sdeFCjAsXxCI+qvGqIvTKy3XLG5xa2eT08iZW/ZDB81vsP9nhiwcB93eizJxfpnh+ieSgRrx5SNvrcTCKUrPjvP/+N3j/m9+ge2uX0scPiLbK5FcCxk6fm/fL3LxX5uy3spz9Vk7FPu5Y8sAjuPEC8XiB/S93OfhylwdHfW53oOWanN5IsLaaIDtIa31xs8I/fXbIfreDOQuJVZP3vrXKu++v8rtflvm7/3NXRQgRSf9ZXkjy7/7tRf7dX16kXq5SL1d0gadNNzuCb3TwjTYdUViMpHFmEpcFqzDDpek2HNHzu3SHHfoHXby9DtHhkFgyQiJjUlxaYmZpmX6sT9Nuqh921ndxAodONEo7Gp2wjn0Cw2Mc84jYPq4lAfVjmgdRmvsRKkeSI1BX+2FZVMuGSaz4pebOLLByYYUuPi/299k+OGA+YjEXsTl9ap4zG8uk0qJWqjMedbHECiJi0U216CVb3Hra5defd7h7d8jBPYfDezauFRCXIOk3snz7+3Ma2n7jyz3u3TsOLRKTUcaS/9axtDkZi/u4KckITGkJUyoYtBVsFqWi2Dz2Ap/+yGdtzuXUvMvI8Gn6XVodn/qeRWPX4tq7Lm+966oK++7jJrXqgHzCIhc3SCbHJBMjDkUtU47QaAQMOwOMYcCVK0WuXp7FMxo0gxIH5SFbL2Ps7Zi0yl2a5R69OnTrML/mcu7NpDKtdp902Xva5V++v8K/fH+V9HKSVtbi8X6LX/zNE774ZIfvfDfJB99LMrahHYyptAJK1SHHpaFaWXrNgI1TCTbPpTQsvDkwqVSHPL9T4fmdMpvvrGv1h132Dnap1qpqkdzvDZTt2fAh77icksVLwsGLj/DsgMZxj0apR9wSm22DmFiGGsKsDzSXWhYEQlQQRqLYLUvDXBompiVqP5/nDyytWimg2xLl8JjzmzEt2zVwXNGMGnhDYWMKmWDMMCKAcIdqTZQ+shiVJrq8t6EbBzca0zJGQwyRKUmjM9rHcAIyszEyxRiJdJJEJsnxgeR3lqjLpB9LqGp2fibOfNHl6KjL/QdVBfOW52dYnsszO2tr/e7zY37xj/sMGHDuks35Sw6WIU2sEfVOlEpbxsyIiDT6Bj6t3khL82UjFoWC5EOItZ2s3ftERh7+IKYZx6IIMmOzlGsjbnz1knsP9nCCKM7QYOWMyZmLFvlZW1VJtmZJJrHtBI++POYPv93D9PtcPhvj7GmHuUWLuUUbX5px0RFBx2TctEhECmxeeU/r//7Vx/z1r37J4ZEgHo6CLKnZPrGsx0E14ECskfcNBnsWxXSKb357iQuXCnxxa5vrN7c1y1ZAx+KMw4XLkneR5Mz5FOvnUwzFTmxscPd2hS8/P+DezQpBy9YSIJhBBDM5wp4JNANj2BkR8SIsrQjjLU0sG8PKOAR4NNtHDLw651YXOLeygOMMiEY7SgAoNYYcHg/Yetpl61mX0oFB6VDsKFzmlmIkUyb7O032d1o6thbWXE5t5DSvVnJRf/+bfe7cOmZ+0WVu0cW0JC8xpjYd/Y4ogcWqWjKFRxwf99UyRvJmnbiJnRCb2iGmqDuFBZW3Nc/1aA+qxwLoC/fWV9sTAW/k4S4UMwF92o0enabHeCgggSiiwYlFVPW8eCrJzKJLrd6i1mhRqwfUa2NMI0IhZ5BKiiV6KCbSpiYCxoHXkk20w+bVOS5dnefoWIDUBsd7PUo7Hh2ZjzI+ThbW1+Y4szbHzvM6D24fQ7/LxSW4sGyyemmV1c01fvvZEf/xP21Rr8PK4iyLSzkKyxGtJy8OteREpSWzOWmolb8w/A6OuhweyQZcSBiSLWOQyjvEEg6He3C4JwCwwWzGUEZ49bit9jHvvb+pVW0cs737kq2tClsvelSrvjoZpPO2bkQqFU+zdNZOzas98N7usZao+putgZIVFmZSqujp+1G6HpSrTcq1JsWcwfKczcJiTHNLZhZc7twtc/tOhVTcYa6QYGkxweopycgx+PUvKlqb79pces+hP/A52O8pACzuGc26OA1ANhthcdFldSVFMmnQbXVotTx2yha7FTvMjBaVcjABgSNjBh0HryMqU1/zRguzMdbO5EilYmw9rbL1tEbgScauoY4QkocsxCDXTeO6KSVMSc589djj4HlfiUTxQgQ3K/QKQ4E6Ydp6fdlEjfD7PsOB3JOh/aPYQS2vSb76iN0nbbqtEWcvF9i4XFCnhONSTa2YlLAqqhgBRE1TN4iS2SiW6d32iNHAIBF1cNUjOWx09CVDtxawXLT5sx/M8MPvznH67BucPvcG//7vbvG//u+/4s6DHc3Wkl2vPJsSaZel1SJLq7NKApGF5GAoavoS1coxGck6TyXVOlmsLVvtPi1peA+HZIoj0jMjmuUIld0I0VGExdkoy4sG77yX5u33Ujx60Obzzxo8vN9n58WYeiNCdskmuyRW3D5DAR7qY7q1iOYbRx0pYT2LtZVYa0eErK2gSKM2UOKOuJ0knCTdZo9mTTilkMoncdMuXa9H1+sTi0U0512asJ2OKFPGpJI26aQzFV6pqlY23SrEmthw9qQJ0PNIZmIU59MUignyMw6ZrKUqCqkubTqRNu2OT20PGvsRvHKEQSmCFRthp8T+MII1slgsuvzLPy/yr35WxEimMJJpdvc7PHtWY3evAU5AJBZwUGpqNcSBoCO23FFaDSE7RNWtQSqfyyHqtKRkrRs+jtXHSNYxk3Vlm9cqsgYS9rkoYyCZnCORnMMPLAaB5KnXGfolvE6FztFQS7AMKdkQptNjzl4o8Kf/4grf/NYG2/sHbO8fUqrXKTWatHtj+n6arhcP58l6k/yMpfP4sA/7zz3apRGzSYfZlMM7187y7rWz7B/vcevubV7s77F85qxWvVGn0ZAM4Aq7uyUl6VhWQpWQqtBxLVWd10oN0oko194ssrmZw062sVJt7nzV54vPPA4OxTLQ0gw9aR6LxSfCzB/1lD1/8OvmKxRy8y8+DC03hQhlJknYGX0mNo8qeI0qp8/4nDk94PIbRa6+uUAQWDx/0uXB3Sa37+3zh7v7OHaOTGYOx5khKnnCkSTDkWyGxf45CAFgVfWFajDblgaNrMfEraeBLBoNMtpsmIjYJsf3x0Dw1AI6hHpDIHKaATxRr+kkMbG8DH/sNXDpJAs4bN+/9tor9HX6venfm9rInhyaghivZb0q7Kz7jRCUfR3InbTgJyrb10HhE1DkVdDwq+N9PbVx+nNTAHhy1K+9V2jzOlUgv24RGh7n1LI0tFIVstxQY1JEVWOYovyyw+zIqGQ9SttPIZYQj5ucDrV7DiEwBd1fgcATKZHO8+Lyoori8GcFABZyTOjbOgHBwl/HHHlaBgIC9zEjPQV/jUiXZqtNqxnmsynAJeCy2DzqsYXnRkDZ0QTUUbB24IcK4ZaAyaHiSQk70kiwRcls6HNDrNQdiVOJOdhuTP9W2EwOn0dTZVNoNzuB0cSWU0BiUTRObGpDgHyinp4A3nJuBTxVEGsgiliJfAiBHInFkKaegnmWNDhFbeQx8IWYIY1OX/N206k4mXSKbDpNPpOlkMtRyOUZ9Ppqu9wSZXKviz+SuTtNMplWlZzM2fmcqJSXVQ1888tbPH3yTAHgK1eu6jEJ6NsVB41+TxXOft/TBq8/Ac6lgS9KRs34EwtaIWImEyQSCSUpSz6g/J40fsUmulDIa5ZwSuyhRZ3IWIGoroJRAwWjbCdOLJFU+2eZG4+Oyzx4+Eizyjvdvu6fhNClWFUYP69/R+87HTwn4G9ogRoqEbVeETFOcnpPBl/4+1+zNVaV8CQ/VhQ8k+sV9gom99lEUfq69bQAGaMJ+eEkqzgEgaekjPA+nVhZqwVrCGKHRJGJlmmiklSy5MRieKq6nU4coapzCiqHn0YzeSfjR4ejgtphvuCrbFxRwalCWAgH8m8Zi/LDJyCwHIvcvwIAy3gR9bZEtUidqIsn50ffbzrfTtW/k3luMtfIWHlw9wQA3rwsc/jr819op31yHV+zl9exFk4uIV/lBKRtd4a0OmHG8/S4Xrl1T6xtp59bx+lk3E7fObyuYnwqrlohuWPqAiYkhpiqdSdZ9HKeJveVnnvNpp0AwRM1sJIalHgiDffJuXj1NTxGzTKeWELLeA+JH6Flr8wjIQAdEDMMElaYMavHbkg0VPicFlWpqLFF5Tj9mwogT62kZV4zQ/cWLVOcuoSgLqQZIUmKK4yAskLAkIgpAYdk3gomqt9QST61dRdAWwk0ZpSoY4cAj6hMJe9cP080JJULYGyYCnLLeQsX4lG1fFdL92gUOxbmqcs8Ku+vfhACDE/cpzQudKJoDwFgWQsECkoKfunIe0hqab1Bp9EgnsqSzBUJiFKtVihVq+weVRQELnc9BYGtuMvsXIGFYp7TM0lOFVLMupZWRJxtJCNd5svxiLqQjoRQFJX73dKcV8uQ54R8X4BUNCZJiCxSiZhLMTejoLEISzTupd9hKIoOgXQtcXsJFPw9PD4BgA0nhmW7jCJRtb+Xks8oZNt4TGxy48RSGaKpIiTy9AZDeoNAycGDkcFgbODhTCqGFwnto+VrfyziEZO+/FwQUfDYNsea0SrP2TDfPsyFFp8OpWTJs1MAeckNHomSPVABhGRRSq9IiHpiNyw/bVp5Je+FqnsznCtEESvzWGg6/2qdMbVJlwGvz8mJLb38lBEREFIskwM8Y6A5o8bQJDo0cOT8R0y8fo1et4LnSTzZQOfy2cVlrZePH/Dgq+uaDbtx8Q3ml09pdM1w0MfrdrT6vS4DeXYNBZgUC1ZTCQtx18F1LFwRavgDGgIAV4453H/Kwf4T7XsY0bjevwJ8j8a+9sgigwGF5TWKZzYoLK2Qn5sjlc5g9vqYPY9tUbt2mqQTBZaySwoq3Ln+EXdv/CNz5y4yd26T4vx5Zgpn8VseT37/Tzz/6hP6QRNv1GT9nfe49MH3WVjbIBsvkHDStJoNmo0GTx/c4OGdT2m1ytpTyxaKXDh3jQtnr9GvdOmVu1QPHlI+vEOl9hjPHeHFx7TLAe2yuBaMidgSeWSTcjOkYmlSbpRUPKoE6nq7heFmWDh9jfnVy+QzaQrQRp39AAAgAElEQVTpNPe+/D3Xf/sxRwe78jDEkL2COBOkkmojNR6Kq2GfXqvDeOSTkt5HTnp6Ba1Wu8Xu/r5GQmSS8p5x3X92Wj3c2FjVvEI4lUeA7CfbIv5qCnDokJsRMlkEJa90RTAxotMaq9uRxBPJ3r7VErtyUZbbGplRr/ja685kYyytJTXapnTcoV7zSKTSJFMpjWOKp0Th7k9cLgYqdolaAxKxBEknrfeAKJrFzvlof8DRnlhcS964OBDJs1V6IwGWPcR2fHUTdBNyrBFa9SgSkazgstzXMYi6EWYE7ExFWc27rObTzCaTfPW0qRWIK2UuqnEofmegLlpv/+gMb/9onf5Wif7LMo9v17h5vcHejpAghXQTkhMF2Pdkve6LkjnCqQtxlk+7OIyVLivOK8NhX91uhKAhsVhbTyK8fBJhec3i3GVbLawHA4NOK8LB7kArdO4T9xYB2kPXsFcGAmHyihIZHDtBPhvj1KpNcSbK/YcN7j2oT+IU4MLVGO//MMXb307w5Eabx9dbZFMW83MxVpJw2hjiDgKub425sT3mBx/M8ScfzJGzfIbVOkcHHf7jjQF/f8PnZ39e5M//fJb60ybX/59dHj5tcbjo0Fy0ubgW5cJqhKdPAr76akjasXjnYoJ3Loq1flMrFbfIJlwYGLSqsvcfsVsZsFsecONhwJcPJEM6fN5k8xGufcfi2ndNNmZMzs6YZCQ204kRxyDVH2O2Ar64V+fze3VSRZf5tbSudW1RB/ei3H1e4+6LOi+3Ara3oNEKhQmGgPzzptblDYcrGzb5uSyx3AxxJ0bBazHTb/HR9Rof3ahhpV02LkimvMnhXpVatcniqsXimokhxJluhGAQOqrI9er2k3R7KVLOmHwsUBJt32tg2B6rF1KsnE+R9Mdaz54M+OKWR7nqs352xPrZgJwxS96YVaFFpdSiKpEt0QEd22dhbcj8WkDcSeOIiKwhosM6pd0GXx1FtGZn45xeTjA3NyKXa1Mousytfof5le8QbD1ltP2Uo6d7bD85otHt4m6mcTczzKfSLKTSRDptvNIRj+7V+Ztf9PnPXwxZupZm8VqGmNvDMtq4ASS8GEbX5rOtLp+97PCDH6zwF/9mg7MzBpGjY8pPynz0Dw3+4aMGwVyU4ayBI/OOrFvFVr4GxzW4vJHm8nqawdhnv97Cj3oUl6MsLFu8tzzLe0uzbO9VuPd0HyPtcObKImfOL+A9bTJ42sQcSQyLwaOXff7+kyqf3WlT80yt73zX1ZK1zP5+n2Ac4fK1LJev5ZhPbzKfucTw8AWNx79h+9ljbrwIeFo1+eAH7/PBD75J9cUjtm9+wXGnQjMbw5vN8MaV93jz6nsc/uIRz/6Pz4l0ayy/nSC+EOXJkwpPHpfZ/HaKS99KKmYp1rHSZ3RMl5gQk26XeHmnxIvmgBfSn49bbMynOD2TwukncXpJfnOrwt9/fsB+v4M7D5lTBlffWeTK24vc+E2Df/z3x2w/7yLagHFxJsZP/2yVn/5klV69Ta/R1qxbsciVrFbfbDM0OxOYIYJl2bi2G7KpRU0iC+qxRyDctrKHfTQg6nmMbJ+xNAezBezM/8vZm8ZKlt7nfc/ZT+173X3pvr13T0/PcIabhhxSUkiRkqMoCQTIMpIvSRzBcYAgQOwggBHkgwMFiIAAMfzZcWSZiiM5iknZkThcRJFDzt77ervvvtRedarq7Cd4/qequ7kgMHIHL+7cmbtUneU97/t//s/voQM0Qm6BeXkqCpENCwZ8O0FgMxMzgTcGIi1EYocIlQBjx4MzdjE60TE81tA5meD0eCBoG4p/VlbFyYBiaILmWhVr55pI9Aidbhf9Xhfruo51TceZC0s4e2UN2byC6bgjCz0QR8cFV44C8BB77RAPnybY2wUOHig4eMBCRmqBP3+piE99tg4jo+LHPznCJ7faiIjqUZgBa0nHZ166iOgM4SRhIIxZ7J0gcseC8SuaOdkIRLqL2PBQyNso5jMYTnyctNmxHcGIMjBj8uI1rGzoGPRdPNumgBzjwkYOa4sZtEYTtEZTnHZjnHbZ8JegYJJLrmDtDNF9JbTYucXFaS+C07MwHRiInFAwmsNhjMEgRnnJxMqlDPIFDcNtF4MnLr7+K9fw6796DQM1xIfHx/jo4TE+/vEJntzr4OplC1evmGgu2qg1LMSmgkEYoecG6B27MgqWhWohIyiKiadj5EBEodP9Kc5eqePs1TpUg/mOI0ymYzgjjgncIMI0iJEzLNQyWdkoBeweI0ai58HpsYAUwdQi6OyE4oNZSQTrm6dQwdzYvCkFSfL/xxSBo1A6UVu7Glq7uiBUuWNkkXx1g10uljywEy0S5HismvIw5vUTK1ycEEc3ka5GQRfS6Sa0XgWVTBZlOwcl8JF4dDYk0uhg5lT4qo9AY2h6EeVaCc7Aw8n+UJDjRSsjGFvZgIYJBkNO3FPpPCtlU2zU5pkSNjdLuHWvhx/+5BTTcIrFVUUGF+z82eEU6E8SxF4M249hsbCSNaDmDJy2PbQ6LvIlDctrFirsXNF9mDqLQSZC14TnFjD1SugP6Q7n5msg+UcZTcfmBQvnrxJHqqI3IGIvRhwQ9Wpj715PJp+iDrx2uYwLZ3PIlyLkSjFcxcNU8RG6GuKxCUspY/3sRWycvYB3fvIx3nnvIxGnClYWuayKTHkKM+9iHCpwAgWtpwFOH/qwYOPixUXJfXyy38b2fhvTcSyo1HLZwMaZDNY2bSwupyNfzCJfyErex52bh3h4twVvYMAbMldShxob8NUQUy11GEZODCNUcO3GAq6+2kRiJdI0MvYm6HW6GI9GWC5WsFSqoFxgLiKF11iudzYG9k5i9E5jnBz7ODkiTUCTPG9V13By5MqwcgrsvIrNc2VceWVBCkcfvnuEuzdPkctayOXoTuGGOjMrdpIr76PRsGT0esz1Zv6KiwkzfRIfegbQbUhWCcXm8UBB51TBsMuOchYAIukwYwHStJgBywUvMJYFu4ckUBH7LFyk2KBixcTKZhGN5Sx6w4FkHXFuGI64UdbQqOgo5Nj5lsBjVii3nApdi8xdBSw1g099dg1vfG4NT58d4+nOCU4PJugdpc4DoxwhUwXOrDWxubaA/afMFmlB9V1cXQUur+uoby2jfnYZP/mgg3feOUS/F2OhVsHCYgELmzoWN3U5/9t7zKT3kScaiBufko5CyUC3F4qrk/OBbXNjoKFYt2DnTexsh9h5GqBga2gUDShBhPb+RNC7b335Ct760hV0h8fYPXiM7e0OHj/w0TqNUW0S82GhderJWFysYevcEhrNInZ3DmUMhpxHQzSqeZxdryFrmzhpu2h1pxiMJtIVt7xg4exqFguLNhrLGRQqBh4+7uDh4y5q5QzWFkuSlZMvK3C9CD/+zhDvfmeAS69lcelGBmHMfHAXvQ6bAxR4U2acE8OrodnMYGW1INSBoZw3B23HRMcxMHEiTDnXc9FAFDpijIe6DDvHnJkYJWJNamzqMHG8M8XJ7kTEWY4MG4wqnM9YIMpC17OCMtfMCIGbYCodshFibvxVipmKzF/E+CaxLi5fn4UqLxCXJa+75rKF5fWM/P7DJxN51l+83sTFVxs4OGzh8OhU3FSmTQeyJplmLNhyDqeLwRnFsuDnHMCNP+cpKbzSKexECEchtlbL+O3fuoKv/Tvn4SmGjG/95QP88Z/exN5hT66XfJGufw1WVkN9oYp6syb3L+dVFtTarTY67TZyfJ5nMtJ1G8QuvNDD2PfhRgGyJZJNiKcB+seAkShYnAnAr97I4/predy5NcZf/9UAjx/5aLcUTH0V1RULlRUTwcSHz6z7HjDpqXBHShpebDKPXEehasCwFclxpwNg1A8wHsUiAGfNnBSqxoOxFLpLdaL0c3DciSC06Y61xGRJByCRgInQH9iVymeXHLKZ8Ctfz/yMgWw8Atg5QzLRqzUbzYaNWo2OgbTjfxh10Q/aEhfQ3k7Q20mgTHUoEw16hp3SaadIOEpQzOj44peK+OKXSljbaGJtvSmOn3bbxUlnjK4zlHFw4sjoj7gm4ObWgpKUgagA12UO5RTFfA6VSlEwbbUCkW18XpzCCU4wnsQYjxVZOxHPTrRkqbSCYnEZAddfkQHX7cCdHGM6bGHaimWkmZEJKjU2J2i4dLmBt754FddfO4tH2/t4/GQfrWEf3fEQY1eB61fgekRRpfmXZaKGFgAl1DA41hEOTSzks2gWMji/Vcf5rRpa/VM82tnG3skpzEIDVr4x6zgP0O32cHhwgkGPeVp5KEkWWobHUUev7aBzOEC1YuFLX9rAG59eQHd4iM7wANtPNDx6YKHTSzOOKeKxyEkqSBxMEYeuFDZaP+4+r9Kvf+01Qb8Rn60rGZgKs7IUaOEUGdXFpSsqLl9WBdtWaxbRPgHufOLikw/GOGoNcNgawM5kUSgWYZpFqEoBUPKIYhMxuwElB5aFZopcaS4qYxdYTKb4mwrAzD0tQJWSxkvCrATfvfQhX86teS/yaOeCY+pUTR1P8p3PLb4p6vaFMDtTNdNyz4u/+cIS/OKPitjyAu/8IjP3BRJVxJiZK+vlvzF3+KUCw087eJ87eV/KIf3pN/uLv0rf08xN+zyPOH2N85zGuSg1/xtzATg9JhSlWFYnMphkkTQHWBIbWfWhiDsbc+3muQNwfvznLlautdMq1QwELamPL9n7UgGYKLN51mvqGCZ9xYeeBJIzrc0EYE11oSp0l6ZCo+RoRnx+J9Dn7rOZAzIVa0n2SXNDWTAcjiayLmeDUTANxOVpWSlGL8X46rCzNqyMJYIF10BCB5LMUhbG00I2961prmjqLOK7o4giIs4s33SOjRZT1UwM4jVNYYbihsfM7ZDOjPSaJQ5VBJGZWMTiYSoKMa+bOX7EvrLQoErDWKmQisCNahX1ajVFbSuAy+ed7yOISCcg5pVNLGkGsAjAK6tyrT9++AQHB4fYOruFra2ttDjIZ5Rk96YCsDcl2jHFabPBh9/D32eaqduXjuJCsYBioSCCv+e78FmE99h8SMeEjWyORQcDFjMkJet05v6ksxeAKYJbNs3PGzNOZoBnu3vY2d0TZzCFYuJxR85YhJbnOOu59vvcF5m6Xfncnwur878lqd7i8J7dFzPXPtfVc+dvKqDOhNNZM8M86/Z5rivfgwgac0E4FfgpYAj4fIZUTxGpc2Fk5vKd3eOp8/KFiMh/n89Fc9fqXOzktTv/mOf0zh3GLztlU3T1iztrFr+bYih5jYrwm465+PlcfJR+jHSunFN6eK3Tpc2RZusqqWtWBDqKmennnxWA+XfnIvN8Trz9Sf/5e7j6CgXglxXgn0bvp/Lv7J/nc2J6f/D9yv41jiR+ZzKhODPLLxY8/SyXeUbySs9t2hAwP3bzz3QGC86Yq1vJyU1RsVzzzhHQFGjld0hTDCkIbIybv5b0mL24ltN7leuguWiaOoTpbGQzTPpz8+M/d2zPzwuP7fx8EphnKXSacq+VIq7pwqYoaRkv/p2ivLgp56swefAwy5NaTTrXzyOf0kZIP21iVFRxPIvATzF2hofmK+R5NnTteb4wxWV5HxQSiP1mAwgbP0wrdSErgM3XJ6+Nc1s6Z87XhT6RxVQcKEzTVU0yiKDxufpgI0fqOqX4ydaIFF8+i+TiQjOhWEjRFTCJuE8g4i9FYM3OwsyVpNGFjXHd/gDH3aGMnhdgwGvXMlEu59GoUPzNY7OeRzNnoZG1YbBRh6QIP4TDa4p4bzabBJGIK8xgTocmZBwCOBUlkLoRBWAW6uvVOiqlitRiOL96kxHc8VDWMjxvPHakGXQ6XYkVYncdc+UVzRBRjiaGXrcrNSmD8WOk+NgmzEwOyFeQZErSGMM5T9EsaIaNGIYIvG6kYxwZMnw1B0/LYZJYGIYanFCDF6vwYjrO6ZDklM8deNr2KswvWRvwsqQIT3mXT/gYasJWP4o/Hmd0tmyLGMSwP12vQdMqacOVZAmne4R0mkqvxDS/Pb0f0/szbT5LyRZpw0vKrNAQqhF8LRDUtBkbMOmwnLmLo3CCMCS9bYzxcCRZ8otrazJaB7vYe/xAnv/lJo01Zcls5qC7NHSn8N2JPItIMpEliEIBlLQKU+qpGhs5fMarjTF2hnB6R3B6h4i5xjFsiYCgk1tIEGEMNYxQ29jCwvlLqK6solSpyDU/OjiGc3AMl7m+OZI58igaOSjTKR7c+j4e3Pw+Nq6+io2r12HbTSR+Hi7daXsPMTjaRqhMEKgTVFbW0dg8h2K5gZxRRNYowMzQLZ7HzvZNPLr3LgbDY2hEeeZz2Fi5iM3VS+gfHqN/yL3ALkbjfTjTY7haDJeNC3EeepIXkkiAsdxfObuEnFVAPqMgb6sYTSfoOSNY+To2L30Oq2dvIHbTpt3Hdz/CvY/eRa/XgmoZ0G3WyyikljAZjjAZDaXxjI1ifJpnirpQoGrNPGqNvDRF9/p9ucdydhaWZmE8cMVUQLRsqUoyAHvzuedPhGQozeF5HcWSKc8vNnB7boTphETIBBbXC7Yt67nxeCrNJLIO07Q0m9ZnjctEo5GRtdrx8RidjotcIY9cMSe4ZxLKeDeQjMUINWoPCRsONVNc5vx9fPZzTdI55aDYTdxxWjfgPcF9km1HsDIxMtk0ws2bKBj2SOaTFkTZ/5sFTUaWcYR6gmbOxHIhg0bGxv1dF/eYo1lOYC1wixUhmgbIZk1ceussLr91FlbfgdVz8OCjDn74vRM8ezKW5na+X2Z0s+YcJsz5DYRUuLRhY4l124KOatFA6E6EmuC5bLxRMJko2N9RcPBMwcZWBpdfzUkMYqcVoNsO0e/GMtj4EINUrDQLln1As6BxcbBycC3LdWCtauPsuolmQ8PtuwPcujsQ3Difm1tXLLzxxQxufM7GyaMJTh4y1oWZ7ipWczquFgyUFAXv7fl4f9/D5z+9iM99ehENM4bpOJIx+yfvjvGnP5rgK79ex1e+3oDSmuDgBy08eeLg40DBE03B1UsKrl5m9J2Kx49UlEwD188y+12HYjtQMw7ypoqCaUCLDAQTA/0ecP+pi/vbU9x6luDWM8CZxNDYPFlKcPFNBZc+reAVkuE2s2gUsyjYWdiRAq03RdSZ4vZTB7e3x2ICKizkkbUY56QQXIVHB1M8PJjg6FjF8bEmjeouyRZ6hCpprwsmzq8YOL9C+msFhUYThYyN8qSH8riL794Z4Hu3BwhNE7WlksSvjAeONLpcupLFpSs5+N0QgwMfrRMXJ11XcOJsjMpVG8jELuzQQUbzkMlGKJQVLK5lsLCWQcS6/DDG/oGPh09djCYh1jdJ1mU8awMLWgODVoCd3QGORw6GlotpzkNzjVpZgnKhjGKmhtiJ4Bz10dnv44ODGB8cJlhYyuLc2TyWFoFKZYpqLY/G4hfQWPwi4oMHSA7v4/TpPnaeHKM/mcA8V4R5roC1QhmrhTLiwRDDw0Pcut3FH/9liL/8KMa1L5TxyhfKEsVnxj7iUQy/nWDcTrDte9j2XHz5rbP4ra9exmZRQbi7j9MHx/j2dwd453sDhIxKXZgZLcMISsBzTTKmhbVlDWsrGhyPzQBjTOMA5SVIbedXLyzL2G/1cGf3SHSSjXNNbJ5pQjmOgeMYyXCC2Bnj5sMR/uWPBvjBvSnGfD7HOr721boMUi7ff7+NiRvhV762gV/92gayYQWZsIrhwQ5OHn+Ak9MjtEIbE62AT12/hk+98goe3byP977/Y/STMbLnayheXsTm4gUZj/7sDj76395F7Dk480t11M5l0D9po3fcxrnrORm2rcm9GLoJPDFaxniyO8L2roOxpiIuW7ByBuqairKiwh1acAc2Hp16uHsyRi90oWR8GCVSFxvYutLEBz8a4Tt/3sEB5648kFAEvHwjjys3CghHPiLHhwk6CzKChEgyLpBxZ4Uz5qtmkMsUBd/lsysNMbLMkMsoaEyARUcBPBeDxEEnGqM11dCa6jizruPKlo7lRRPFogk7p8A3XQSGB7i2DGJWElvB2A/xcLuHR096iKZZxG4GXSKUj4eIlAArZwxUF3Q82I3wcDdCsWxIpmLeTqBFPszAR81TUHOBM1ea2Hp9CXYBGA46cIZEu5qYugbigouoQPemAcPMwvd07DyeYvcxFcPUwVSomqgu2XCCCB983Metu0M4TpqPuLKcwZkzWSwtWahUTBFUj/YdHB044lrTEKCSZRh1HrWigcScAOYELjv+1AwODgM8ecQOxBhbZ/I4dyYv+YeSgeiEiIchahkd169UxOL9g3sd/OB+Rwr9sQeUsxqW6xqWGzqUnCKW7ieHAe5tExuUoGIxO1NHQbNQ0C10xwG6EyK9E9h1dqcC2dMI2VaMN99+C5/+0lu4uXOCb3z7x3jv9mMpHgSuj5ymIqtreOVyAZ96tYTamo6wEMO1Ahw+HcnoHAPdE+bk6og8CgIGDMuWhUeu7CFbIQLEEJwqN09ThwvuEdTEl8Gw+2mow090yVGJFEMEBQrgacadK7l9zAfkSpgOnmwmEdQuhZtEVWWS7g/p4A3QGwRQPQ2qr0rXIB2S2ayBjOTumeKcGrOTn4UFBmpIGytZz1xmsxvYg6lYMLUM2DPQ6zM3MkCzmEODXXTE1rAgXMpgY2sJhWoWT4+P8PToCKVaAaVqHhqX5n4MLVKQ03XkNR3PdkZ4+oxZWRGKRCEbiqDEk0DH1lYTZ7cWBMvd6vH1jRFhjCAZS7F77BAjRM8nYPoJipMEZV3H4rkKFs9X8eGdExmhGqPcMAU1USomKBeZl8lJJEb7SMPRng7XM1BuEPdsCBqOnXnrWxmcvZgRR97Nm0e4d6eNYVfDsKPC6/vwBx5WKnm8fmUFW2tlhHAQJg7GYB6Dgz5FxC7RLyYWV4pYXC3i6bO+DDomz6xUUK9wM+RCM30oWRXIKdh95ODx7SEG7RiK5AXa0HOKDCKRmAXKBb2d5SIygaFyYxTj7GYDZ8804E4GaJ0eo3XahjNUMB5y05qVe5pZjnunI+kkTBwFVmLgrS+v461fXsfAG2C/e4rT9lCaFZjPankWTN/EQl3D0qKKxqqB6rqBctOWhX1Gz+O000Kr3cJwTCeEAmesoN9T0e9rGI09GcurBVy+2kQ2yzmli72nffRbCQZtbq50cXAx28OyfeQKMa5erePKtbqgoXvdGMetEfaPWmj1BtJ5xjUcOxWzWRXuhN2KClwHsEzmfirw2O0XxDBtDTmK0mrqLnZZbHEVyb4kQombokLJwspmGfXlHPrjPvpOH1MXmLoaMqaOBucym+8lxIhzjczyEaa9WB7atpbFF35lC1/41XO4fW8bt+8+xenBGKPTNCs410hQaBABXcfyQh0Hu2M8edCDEfm4vq7g8rqB7GoDuZUmbt0e4MfvnqLfCVHMZlCp2lg7z2FhrzXAfqsvm8McYwWMRLKJDTPGaKRhNGIhhc6/WJqCCg0LZk7HvTtj3L0zRs5gDrEhAeidPQ9uP8Hbv3pJxmB8hP3jx9h+2sODuyFOjmNxV5drdAD7MpaX6jh3YRnNhQJ2nu1h59m+YLLZ3LK2UsUrV5bEgXf3/gkebbdTdFcUYmM5h3ObRdTrRChz86Vg/7CHvcMuGlU285RhZxS48Rj90RRP7wfYvh9gZSOH1Y2c2KhYtOXCXzaxxAHGRKkaKJUzaDSz4n5i1jc7dYfTFH/jTlR4E2YYspjki/No0FPQ76rIV1VUFlVB50tuYaxh3NEx6eqYMnfRmSJfSlBpKiiU6ehlJ60Gm+SFrIpC0UaxnJMCQafDvL+RZP0O+6FkkrGARFGWLiFv4iOcMFdcQX3RwtK6Jfjho2cegqmCK68t4srri9jbO8be/rHglrJ5urcZmZAW9dKybIhRL0b/iA1iiSCW6GJnRSuJFKhuDNUNcensKv7W73wFv/aVN/Hxo4/x0cNP8N5Hx3jvwxZcP8bqSk4Ed8UIBGWs6hlpwAjZaR8k0k08lqYfFiCAyE1gZmJkSxHMfAzFIgY5RqKrSDQF/lCB1wfYU1yvMJ9ZwYXLNi5ezuD2TRc/+qsJdnZDOMTXqzoaqxk0VrOYDqfSRT3tAtO+BtdREGkkn/golHUUKqz6AkHCzt1Y1gVsXmLkhW3Y4krmpp0d8eVaGflyHmN3CmfK9Yov55wOfm6GWfbivU/KhrilpMaopELwc+MSHddpBqLGrCHm2udULNRNNOs2spUF5KoLGPinaE920aXb/06IzqNYCpR0qGhmAs1i+GuExGHeboKV8waWzxu4cbGJ1y41USKy1bAxDYDt/WM83T/G3uEYe0djDCehZCDpehGV4hZymSUc7D/D4cFTQVoXi5YUAc+sLGCxXsSzw108O9xJ10jEjhMTzsWDYqFYXEOpuA4/YgOBhsm4hcnoEON+C0FXkSGNX2qE5VUD5y5ZuHi5jmuvnMOZMyu4e38Xd+/tojMeYOA5glbygybCsPoc+2llh8jke7BUE4a/gGxcQy2bQT2bRaUCVMps0OrhqNPCYbeH/jht2GInbb1pwxkNBQXd60zhjXMI3CyMrCaj33LQPRxioZHH137jEj731hruP3yM+w8fodXOo9dvYOJm4cfEv7H4SkdziNB1EblEGHrofnLwvGhf+EwDhlWAYeWBUEfkQjbvG8sWzqyauHI1hytXsphOY3Q7EZ48jHD3Vox7tyLEeohYD4QCZFgsaNvQ1TxUNY84ySJJMin+jwheYedyzpmhAg0VYTRGEDkyzyjIQGHA3lyUFcH2Re7mz8uhM7V2VnicX8Bzr8oLofgFynAu9r4QUV8Sf9Ma/s9/zLCZaV7vzNk6c/a9jGpOBdgXP/48Q1QK76kz72Vh9md/9t9G/H3x+meSw8z5mxb3U5GZHz+Lfn45r48iIKf2UsFCLmvIM2Q69Xlrplh4EcFSNzDJHinSc5ZXOnMd8hzOEXLilOQQ3KR48Z7vAxPin8U9KXMQvycAACAASURBVMC81FWcsGGSRek04VBLPBGBVYXuX08E4HmzAAshHAmrfjFFa7qZUzRuKlSmbjQWooMwFkcpRUS65IddR8QaiZmlg5LDIALfgpVJ3W5Ckpg7mEjomzknU/F3JtDMio9zEZ/NzCkimkJHiokVESWOBaGcy2blmpfIgoAFNubch9KEQdFn7qpOEcEzT/VMUKQTmQVtfhsbhykElwsFlPIFlMtFlEslia9IKD4QXuP5IsD4XojAC1EsEoe/JNmf/V5fGlQb9TrqtRr0WXYk/wbFXxbG6b5yXQ6i+0Mp1CZyHvn+SYoxJPOXIrBtM6qJ6wJeYRRL2MhHqgKbwwJELptumRGfRz6fF9GXCE0uBlK8b5qZPBehuQYg5puicKvdxsHBAY6OT9HpOJITLKZxRhWIiJdmNM8F4Plt+rIDmAJ/6sJPG0AEcztzMoqwKTdnCkllAwQbytIWp7lBfSaizpy8qSM4FTxCipMzkf85AnqWEzyfr1JhI3UnpzmyqduWouP8I83gTovMFF95Xczv6VSoplCYonvnOcTPXcwzJ7RgWCkC8v3O3pdkdc+dwc9F4Jn4LT+XuqUFlT4TadLrlkJ1KmLy8Ij4q6duB8kXZoPHS/Mrj+28KULOBRR88iHzBNOPV16tyJoi/UjPmfybmJDnHsLZfDFDYv+iOZGCGK9ryR2VY0EH7+x4cm3yUrF6pknNnN2pGzF13xJJPJsTKY7Jvcqmx9R1+wJym54ToSLNz8b8Gpg3/szmfh67uZNYmjcCOqjoZk3R53K58CqQ9dXckT0T5kV0YCYu9/qRrAvpRLYzRKinwn3qHyfBTIXN4rvJGBJmnhop7UAaRXivpnML11bEowp5gj+vGynanu6x2fwiTmDPF9w/jyNvDxo38rnsLO81hhv4mPiklCko8v7NZkWU5aBImqMoLEQAO81fneXFswmF864goOloFte1tBqkecmik0Tyd+hinmdwiyBPVCav4xkq2mSDTIJUeBoMESoaIs2AG4YYDEYYDOlU8mSMmZfL98e1hBajkNGwtVjG1lIZzXxWmu1Y5I+4/uPgjMXmmYkLd+JJbi4R17msjULOlppPRBpfOIVGd6yaIGPbqLHJu1iRvQvnwwmFxGFPjiXFeR5jweo747RhmxsuQR+nkQWkuQz7fZhaAouDWawSj6vB12z4GjGcPKch8tk8SoUSNM2EGySY+DGGLjDwAF8vILDKcBIbXU9FnzSpSMM05rXF+5Z5vhoiVUekamldjMQ7NkZR3FQTcTjzvSkJ0du8JkZwvaHkjFJ40LQsVNSgoDxrFJFVxYzoIfL9TASeEVFmE46cbZlXUgx06uZP0SERG2SV9LxnFAu2YsCP0+gzNgZSdA+8KZxeD57joL7URG2xiWA6xmTQExOINLiHASmlguYmtlvj/BrQEUzcuYupxzFNrz0K00Sgu6wHBrL+5zpY9Ryo3hhaPgu1WICeYcRCGplG95QSKSivnUH17AUUajW5/8LpFE8/voVnH9/GyrXXsHrtBnSD4tIYTu8Uh88+xuHTT3Dm0jWcvXgN42GM3Uen8BwPzVoe1UoWASYIMUZ/MEavNxJRUo8t2EYeZy5dx+al6+j1d3F4cBeOc4KYDXGMFLLKKFgV9I720D/ex8TrwVMm8BI6thNxeq4sb2BlaQNxzJgFxjKSfpKDoWWkbkvqGe/roesiX17C5Ve/jI2t1/DswUPsPHyA1uETdE62ETCOI58TKmUhW0QxV8TpwSFODw8Fu82yp5j+RRiksEvKHJHx6dqQs55OXHCiwelPMe4zw1tFjTVnLcF0zAZcNulxz5qImJrLc75iM0jajDyZsC4AWEYGppmRZyjpKBL74VJAhuQxF9l0lmETiyLrnqOjqTQOm1kTRs5ArszeCmb00jWpyl49mHrwXTY7CEJM9iv8eTY6TRwN0zFFFFW+P83IJm0shJ2hZsFMWF2GO0kw6EbwKCLOSsKFhol8g1EdvKRjZJMEBTaQxAkOOyoOOwq0agR7MYCZSw1KubyNpcvrWL68gQVNwaKq4N77p3jnW8/w8G53lvmtgmh+GKlzmP9YdBovmGgsWhJTuLZqw3ccOJ0+hmwEH2sYDFUcHyZCuCMF8drrJckJfvZkgEMaHCYqphMN0cz9LjEB6dJA1ubci9H0BDWCZeviyG7WLJw/a2GpaeDj20N8cnuIKNCgKxbWzhm4/KaOy6+r8NuejHAcSX1k1bbxRrOIpm3ivcMB3j8Y4MaNRbx2YwnLGR0V30f/1MUffbeDf/a9Dn7pK3V8/it1LJDYd+DgYHuCb9718MM9D9c+BVx9nRnSJGNmUDENXFoCLq0k0HMTaLkx8oaCgqHCYKRQaGPQU/HeR2P85KMxHrc1PG6rGDN3PUgjzDavAZvXFLxxpShjrZ5HPZeDFcRw9joY7vfw+CDE48MARjmP/GJR5nJ1MkE0mmC3q2C3p2LqZeAHOYy9AMNpDz6mKNdzqDRyWMoqMuqNCqpLTalx54fHMt7bGeMnOxO0p4ALGsw02FqCYlbFZ96oyhjuTXB4Z4CHD8a4t+Ph0XGI9SsNrF9uwPQc6IMOypkYKyupmYT1IVLiWns+WvuBPEsiZg+bCYr5GMVChGZQRDMs4uTAw/3HfRyNJwgXQiTNCMUGUKwDzUoRC5UK1HEM52CA9s4A7+2GeG8nxNpZG1deyWF5WUUhH0msQrX6OdRqn4fSvg+lcx+nbPLcPkZvPIa6WoCylsdGroj1fBFhf4ju/gk+uTfAH/91hHfuAp/6UhFvvF3EQimHqpnF8NjHs3t9PH3UR7wCxMvA565v4Vdeu4QFNcHkyTMcPzjADz4cyogXbMQLGWgJoE8imJGKbLaMTKYMP+nJ4NrhlETAOAZBANWajv/gjXX8h2+u43g0wP3jEyQ6sNgoYqVRQsYvyhjT1PNkB+/f6+HPbgb40bMQkaYi0hT81q9v4bd+Ywu7uwN888+foDfw8Df/41fwu//RdXjHXXgnPRztHuLpsz2JiG2eWURzbRGLVgULdgU/+ck23vnOHYQFHeff3sSlL2yhlJRRjEv44M/u4nt/9D78yMP5t1ewdq0A02/D8ltYXM1hcTULjfEQLjDuRzh4MsDBkyG2JyG2pxHKCwVsnauiltMRnPbgng5x3NZw1NKglDIw6nkhyDqjgURbLqxXsLBRxofvj/G973C+8OgAVhPmvS1saVjYUhlUgWTCDj+q7RnpqlZsD6rtQU+YXUitjHz+IhTVkgc+E+QKOR3FrI6LpoFXiGDRYrGdtxIXT4+HeHoyxMV1C29cymNt1UKursEoJZgoDqbqGH4/J4MLMTunCxP/9qMe7jzuIfQziPwsAhfw3UiQg801iMDwaDfBw10ugEIU7ABVO0bVBGp0i/kaCr6GlXMlrF2tINYiHBz00WqNMQ50TALmLQVILGY/ZLBQL0p+SOvUQft0PMN7adCzGvSCiu40wif3prj7kFmfMTqtCGfOWrh0NYOlZS44M5LrtPukg53tDpSYua1As2jibDOHpYoB1ZpAsabohjZ6gYWDQ+aDMv8iwZXrOVx9JYfDfSJgXegel2sGmkUiGtiVZeGv73Xxw3sd6fpj7mG9oKJeVlErK3ASH+MkwJN9BQ+fMVcvwWIpRrOoCF++nstLZyUH/dyuyvMcYz3QsRHoWLj2JhauvYH3HhziX3zrR7i//QzlClAoKAhGKoKRgmsXc3jj1SLqqxqifCQC8N5TB3vbDo72YhztsctTReLr0FQThXoexVoeqt6DqvUFO1opVwXlQscKMdlG4kJPPAzJjfe4KFbhewYCX9g3UngKuVjwpoiYZ+rx93Mzo6KQY+YCsbCadP2NpzoGjoIj4kpPPWTITteAcskQASCb4+/k0eP3TdF3JlIASAxi5NhpzgVtBJNuKiORvElLsaWDrdcPxflXJooiYyJmAWsyRbWSx9aFdRQqBdx/uof723solnIolLOSCWSzK1fXUCDCxTJw/+EA9x8NYOeAtXXmbwGdExejfoilZXb5s2jLBVQCN3ThuA4Gk7G4M4ejmdAXxTAnCUojYMGy8MovreDaW6v4i+8/xV/81TbGYSCNC/mSLkXpKo1VbiKjdQQc7CgIQh3LG1ksrGagMY/MsLBAsWbVhutNcPvWHu7fO0K/rclQwwRGnGClXsYr59awulCSbNrhpAtPm8DVpugOA7S7dGbFKNcSlBj2PrERTWwsVXLYWsmjWWVxDyJ+eloAVwskuH5nx8HpcYDWUYxBF6gtZ1FfzrLChzDi4m22QefGfOzDn/h45UoT1642kc/5SEA6wBCnLR+tVgArm5fRG0bYP5mi0/Ix7UaAp+GXvrSOX/rSBk4HLTzZ3xU8decwRvc4RtAFgh6wvGhhczOD5oqB8pIqXV/NSlkenLHekdEbueh0I7TaCbp9Db0+u8Wmgveu13M4f6GOctmCM5hg0Jli+54rI2RmHAtYRBfnfXGV3XhtATduLMDzNOlua/dcnHYHkkc5cUMZihaKs5MuyslQkXzkbEYX9KvjEAMYwrBV5MvMc+EiOZScT3+SIJBddVp2zxUtLIsAnIfj9TBymbPBoj3RYzoqFP10ZtrSBZ5mhLKoNu0lmHaArJbD2189h7d/bQsf33oko3UwwaSTlrzKy0B5SUO9XEatXMHh3gRPHw9hJSFeP2vg6qaJpFJEUinh4UMHtz7pYdBJ86pLJQPnruaxdS2P/c4Q++2BFBpyqgJb6J/scOaDzcTYMZHNMEsDKNdVlJomjIKGjz8c4qMPh7BVBeWcATVQMDoiBUHDW798Hm99+QIc7wTH7afY2evjyaMIx0d03Shy3Ab9CIN+iLW1Bi5eWsHCEh3AO9h5tgvHIWkA2Fiv4cb1Fem6/+DDfdy5eyxFaMVUcWYtj/NnipLvoXLKUYnMH+C0M0CtlMVyoyhZr/0pHZATtI9jdE4SeQ5VKlkpzFHso7hCoZgjjjhn2tKoQdQ3czYHo5EIwOwiDen4CkxEgSlFtCj0BH9JrHe/HyNX0VFZNETkYwduwKaAcQbxmGinsQxmXTSXTVlo9rrMvA6QyenSuFNf4KKkKA0G/e4Y3fYERwdTybZmNynndnExsSg18eD1ExnVBROLaymG+GTXl2v2wit1nL9Wx+FhCwcHLdhZA/VmHoWyLVg3jhQvG2LYStDeiTEdJtCyMTQiDzwDiaejzpzlvIYrF9bx9a//Ct789A1883vfxre++5fYPRzjtBPDtAysrmZRr+uERiNUiLBUMZ1ys8TXm8CdxvC9WBDWzP91RwFyJaC2pCFfA/RsApW0EuZzxSpC9ncNE1hqKv42Gwo2z5rYOGPg1sc+fvj9KQ6OEkQUGzIGqosWqksWxr0pJn0Xky7g9nX4YwWJ6SMxfOQrBgplCjMxJl6AqcvNKLv/IDhAjhQT5Mt7qjYqKFRKggvn8H0HYeCIy59FPqLaet0x+p2xFE5ZjOP9T/FX9LpZ5qGZMWBmmevFvuoANM7VirqgocqLKygvrWKqdDGM+CwY4fiWj/ajQPLsDeai0WBqsfM2gurRaZfAbCowmgpubJRxY6OEzY0GFlbohM3iwfa+DJ6fPWYoERme0MVfxWLtOkq5M7h//xM8uPcJstkY1aqJxWYJF86sYrlZxyd3nuDjO0+gWUCuREcGG45Y7GYTwhJMawkJ89QUA2PnFE7/QAo6YU9D0OXGOwKMEOtnLFx6JYMLl6rY3FxDs9nAvQf7uHf/QNy/qQDM6I4lxHETlqXDspnR3IJiHMFMdGSCZRTVRazWy1itV6DrI+iGg8F0iI4zwlFviJ2jEXaPRtg4W8bm2QqCgM+iNrqtKfqnFkZ9A1ZehZlXMe27cNoulhYK+OrXL+HNz67ix+/ex7vvPsDUqyNW1xCrRUEnijcppovYQ8ROeJdF9Cl2f3zzedG++ku1VAA2GUnCDHcX1aKK61cruHaljLOb/y3+/V/+MrL/dgrlT38XXUgMwOh2sL39Cb7xv/9L/F9P04Il9YUwnCKIprLeUmFz5/CSI5cT+QtFdS5u/vQfmGOa5x6sefn5hegyF1he8ga+9DdSAfiFU/iFCDx3g0nh62V372/+F/jh3z6P4s8ej70f4cp/+k9ngseLDEz+B4oLFOCeZ5e+lOUrosMvcAH/IoE4/b40o2v+u+Y/z4aduQN47jqcuwLnbj26PyfjMWxLx+bmIpaXquh0+mh3ephO6USicyIV/3TdTAXgOHXRPRfMJHeUc0Oav5wKwKmoK07g5Iv4J//nv4c38z97gE7wJ1//H/H3KQCnqbaytyDwUk08qPwsAjD/nSX0CKE/ReiPxb2eisA+/od/8RT/7ubP/u4RPvrHb+Nv/3NiT30MexMMuxMwd1Pcvcx6pJRI1CczbS1DHMGME6Bbj89njhThmmJWBYUqLiH+d36eYTFfFqNm2cEiCnH9QQGYwgoJC2GaUcgsYIrAFnMjDZ67uZjF/LVUYJ/jg1PMrCcKlzj3NTry/hH++N3fxvrP3X9jbH/r7+N//f6RFEJ9N4RtEx9dlmuNwj7df/lcDvlcHoV8Hl/53X+ALUa+/NTHMT767/87fIPRDLMhTbXyDGDMUyro0u3LdQXx7XSdcbjTMaauA2/qw5uy0YRFlxyyuSwKhQLyxXzq7KRzMlXtnue38tqcTtlQ5aDVamH/YB+HRyc4bTk4aY1FHE2d1HQt+yKoiCDxd7+N4//5bZR/9m08/KcofPb3nhv6Be86O6eSp8qg+5lIkZBGwGuCDSnPReCZ8/e5+3cmyFI84r5i7uSdu+hnAjDP3cuO/DkinKKqYFJ5kmcfkrfNrnxmWEomfTpPUTCZ37/8Or2/U3xyOg8oUP7OX+Dwf/riz79vPMQfNd/A35nNKS9cuqnozSJ3KrKm4u8cCz2f3yg+8fykOOkZopz3A22Fs5zAuQgsTmFxrZISkB6vj95vP39/r96ggJTO2fPXLcVlfi3uaWqMc9fujIog+G+i6mcubpLTxGlPATgVp+nUEpFVPnOpnx4fQXCLQp6eAhGwZ/hn4ojFgUvBTUnvu/m8OFel53hqIjfnArDIXjMBOHVCzoR0+V2kbM1IAM/x86m7mKLW82fGLHf6hTNZEWQwnafMwmXcDIXgOcpZmh3koPF64f6NJgpDiHCChc5YVLFEeJQGjslEGkz4+qRZR8RuDRrdj5YF3SQ9KnXN0UFHEUXw9SQSMBokRwE4l56TOIbr+9IkyImdRBX+/xSjzyw9Q5pR+HrEAWyYKc2BCF1ex3IOGPXwgsxDNSR1/zLSO0X1C/1DBHJhRaX41HkeMcVffn/EPesQ48EI0zCCGydpUZ0CsMOaXAKSwaeJgimbSgRX40rT79ZyKgDX81nUcxn5fTHxxWHynD4xGjpwRiOJ6xIccz6LSjmHYiEDOlI5eNmbBg0BxDUXUMjlxdBim1lMSdJxRpKbyGsqIRloMhWCAY+5ZtqpEMvM+iieIfMn4jLOWprgpjXJfg/h0VHMphjXFXGqWiqhUalJfdDzI0y9EF3HR8fxEFpFJJkKpmoWg4i0HR0Okbo0Uc8oPaFiSE5woFoIVQuRasNl9iibKNjUzcxfJUTCHOPIxcQdYeqOYNkmMrmM1GyRlGj3SecfQcKyCYaNEayHzRryxG37AgXNs/l8LpW10rxhh8CfFKnO+8nWDJhEhMehDNlvkObA63nYhzd2kCtkkM1nUoc7Y2qmDjr9NpzJEBm60xmfQBx6TDc3KVKkUaR0o4nLWAQSmWJZx9LRKw1puiX5tkboSjQZrZpJwYaRIS7ZQs4y4ZMIOI1QWT2DxtZFZEslEafdUR+PP7mNxzdv48obb+Pqm18Uwbl1tIPToycYdffg9PawvLqJpbUN9Fm/eXQgTVRXr13G1vlNOOMuRuMuTvaPcLh7IHWeKOBeK4Mzl16VESsTTL02XLcNb9JB6I5g0N0d01ixi2FnDx7dmoxNYRyiE8EfRbh49QouXbmCJOZeewdjZ4AktpEknM9mdaAoxJgNBpUlXL76NlbXr+POB+/j9vsfIHQ7UDGSiCGlkIeZL6KSLaOcLePZo0d49viRHGM65Nn8lXYbsGEghpWNpAZpmKSl6NBEPKThgJnBrsQD1RsEFdNU5UtWrzjKGQFjAVYmbcyjKMs5XWKcJmzosGFotpBjmLctQrAPBL6CapG5nRZMTphRhIlDEh6JhgFUO41KylUVFOppExOJdrFLipYPb8Q9JOP7iKVOSY+s5cQRG8ppJGI9nKQX5tCzUToSkZp5xPOoCArR41EokY3MCrfp1qYA3OTaHoi8BIoXQvd8KFMfA8fCYGxCr4Swmz7sUpTipAsW8nS2LyzgymJZxqOPTvHtP3ssFMCpRGayoZzWeR73tDGI+bwklVVrJq5dL+OVV0uYdPvo7LXQPvbQ7WpotTV0u0Cvk2DrUglXXy8LHvrBvTb2dhwEvo7QM6R5Xu7btMUudf/GRAlwXxxKPYoZy3ZWw0LTwpXzWawuWfjw5hAf3hyJgUtTbCysadi4muDMlQT5JEYhSTDthxh3IiwZGXx6sYrFrIUPj9v46LiN85cbOE8BM2dhBQomnQB/+M4J/vDbp7j4+TIufL6Cy3ULl3UNoyMP33ini7/4uI8Lb0IGxdZeN4eKRWxzggsLMYzCFEbBRcEESjS70IMcmeh1VPzVDyb4/g+m2B1r2KXYL+4okkAS1DeB2gbw2TcKMs6vFLBWySMTROg+PkFrm3RBBdv7gF4rIrtSgq6GiEc9BIMBjhxLRhjnkCR5eHGAcdhDqE1RruVQqudQQ4KqAjTqZTRXG4KZznQPkeke4ZNTFzdbUxwMY7TZ6J9oqOYNLFYtfO5TNXz+9SqGTyc4uNnHRzcdvPvAxQfPfGy+XsWZ16poGC6q0QhlAyjlM2KaLLLG2VBw+MzD0Y4rdbOF5RxyRTroXYTeFItRAYtRETvPJnjvThdH7hS5CxqyWzR/JDIWKjks1QrQpzEmhw56uyN8tB/i470Aq+dtXLmRweKSjqwF5DNFlAuvoly4AXX4GNroETpHxzjca6PvTBFULQQVC+v5AtZzBXjdMU72W7i97eD/uafgJ/sqLr+WxZXXslgoFNEwi+ge+bh7h0TEDpZumFh81cSNM1v41MYl5JwAnVsPcHh/F3cOfdw58DG0dBk6KQhgI4CBZrmCZqWC3c4R9rqHaA1d9McEn6vIFE1Uqza+eq2Br16tizbRitgQpaKayaOeKSCj5ZFR8zi5tYP99x7ivbt9/OvHCj5u0yyjSyb3lz+zjl/+7BoOjhx870d7UoP/nd+5gb/5O6+iff8+Og/uY/+4g6e9MZRsBtdvbOHihVVYPQ9m38V3fniE//u7ezAXS/jc37iEz//aRWDPA/Z8fO8vH+PPv3kfrpHgypdXsHWjgLreQV1vo1TOoVzOQicMPtAx6oS49eMT3PrxKY4LBk7yBs6eLeOzV2tomAr2bx1i7/4ptk+B7RawfLGGc68tyGrseKeN1mEPy+cqWDlXxQfvO/juO30cUAC2FTshsnTpooHli7qIWjGdljE73Ygo1dMNPDu5Q0CTIGxiTCxB7nGDERO7MltQfnHVwlc3bayvFpDUywjKORwdbuPw8CmWmxa21vMo1Q0o+QShFaEbjNENJth9ZMjI6xpW6xQ1EpyMQ5yMKSip6HQUNEpFnF+tolI0MAkHmIQOhhMTw6kp2Ele/AXNR9OOsJBLBG1VZHYBuyYqwGk7wMfsFnnmIc4liHLssk5zBukKzGm24CVtK5CRs1PMRqmuo7xsYgoVd57GePAsRPvYRfvExcKqho3zKXJ1PDLh9HUMe450qQtGQk1Qzxs4U8tgqWxCzwTQMiHGvgHHN2ShSLelZsSoL5uoL1s43iWWcwozzqCSKUsnjjMNMJ4GaddbEEoOXXOJG4FYuuLHYxcRn5tKgtHUwMBh4TKCpk5h6KHgmYs2F46KjB4dpiNanRK8Us7hlXIeLb2EllHEUXeCg4MOXG+Mel1BuZJ2jfMBks8pqSDMzs2Rh07fx3ErwfFpuhDk4poPfWbqBnzoSM5QjKJJrn+ArKlKl6lt6sjlDeTzRGUzn9YDkw2HKjD0E/S7IYa9UBYGoc8NRwRNCaHQ2cZM3ljBYi3N07UzAUyLjlKiX6rwwyyOWhMctccIKH55EfJ5BdWaghxd0mkrL4YjvodQmg0CPiwVZr/E4ig0NQOWaiBh17zH98ZCd0Zc70EwkZFEgWRnUMyuVsqygeq0R2h3RrO8kowUwyniGLqCWq0gozcK0R2FUmgvF+jsC9FqjdDrTcQVqkrnryKDeDuFWFRTw4SLojBE68TDyYGLsB0i1weWs1m8/Te28PZvbOFb/+YhvvlvHsELA8kdZUZyxvaRyaQZGblMDiGzt+mAp/MtmcCNPEwcHZMR84O4OWUB10eijJj6hSDMIAgy8CYR3HEgmIv1xRoqRRsDp4uh04NZNGAUDNnYDJ3UdWKZESwrwmK+icVCEyUDyCsTlKRjiiiaDO5st3GbzknWI7J8gMc4PfHR6wTSeGEwozmENH8kYQKFRRMWCuho8CJcuJjHhUs5LC1bKFdZyIvx6H4fjx70YFlZWHYWqm1BsSyMJgn2n4zk3j13voGtCw10el3sHx1jMJjCH2syvAHgD4DlpTzObBbkd3a7Dtyph3LORiVv4cobJq68YSBWY3QHEY7bPvYOJjIoYp+ehCgUslhbK6FWI1qIjQzAvY8GMgIyuXiu2WRgushkAmxu5mWMRgrarVhcipWFMqyCjf6Im2QHw9EQI45OCKcH+GMVuYKBXNGEMwzhjIjOYo4rF+HMaeK9q2DCzqh+KAhYij/MKVnaKKO+koOX9OElA0SxgTjJCObcSAJW8OGMY4zGaY6bZA85RJ4aKJg5fObtZXzmS8u4+2AHdx/uons8FXGYD+nGhoraqibXG6+7KYOdlgAAIABJREFUg90pth+PkFUSfPZSFte3shjoGga6ju3tCR7dGwvulvuQStnAtTequPZmDU8O23h82JFFXU7VkFE49wRSgHUGGkYDZhVrWFjQ0Fg0UF0xYZc1fPD+CO+/P2SjI3KmCiNSoYxV2LGJ1z99Hq99+hzcqIuesy/u76OjCCcnITotV/J/ma/NsXl2EVeurmNlrYz9/R0c7O+gR0G1l2CxWcTlizVB5dz8+BQPHvZgFwzYRROb6xmcO5NFkbnzSYAg9tEdjGUUMgZqhYzc264SSTGk3/Ux6PrI2Aaydko+IDqJGU3sVGVus2Hakh3NQiPdGlMvQrs9xWDoolhOUCrHgkAydWLmVcHsTccBnCkRuyF04o/zdBfxd9NJmiAeG4gmRKZT9PRRa2SxtF5AsWrh6HCAo6OBCL4WmwpKBko1U9zjgjHXdDy6O8TDu0PJHisUiBmbbbKI52pHmLQjVJsGmmupKH16yDkEWFgzsbhuotOZotOZYGGphLPnGmgu5dHudNButwWppBkh+icxTrYTOIMESjYhTw7JyJLx2etlfPkzFVw6X8PyxhKy5RL+9Fuf4E++9QlCFiZKWWTzKvL5AJaduhVZrHacNC9mNOCmD5iM06KINK+LeyhEqWqgsWQjU1IlX8Sns4joJlWT7GG3FyBnKtjctLC5wbxnFUvLGj56f4offGeCkzZgFiyYBQNWIYJFYsYwhDcMxQHs9lQEE8CuRLDLMYrlLAqVHDx5tk4lU2lKVM5EEbct0X10pHCtY5imIKzL9YrILBQ8J2Mi7E+hqrE4PbhxZwYMn0kUG5gNx2J0+j6JhiL2MIKR0eUcswOc3ch0qNFFwaIgSRblWgFWXYHRiAVnd/qYGOgp/E4Er8PNFkCDKT+zwMaoDG3Rgr5goRHHqMcxLl9cxOXra1jerGDn8AQ7RyfYP2TG1AgTl3jDEKZWRTV3HVn1DO7c/Bh3bn4kov3GRgFLS0Wsr9VRqRTw7k+e4t2fbKO5lsPWlSrsrI7hIMBoyE7zLMbjLGy61JhNOW5j1DvAqHMCv63A4/yUjWHkIqxsmrhwOYvNs0UsLTdRqZaxs9vBzl4Hrf4QrZGDqWciCpeBeEFysXMFCkttxOoxgmGAyWEWtl/G66+ewaeunwGUPqAMBHF9Ohxjvz3Es4MBnh4McPZcFVvnmcNGYZ9Zv1PsPglwvB8iW1aQKSlCCiGxhA7gNz+zjHPnK/jBd3bwV+88Q6w3YZc3YOYq4hTULGJZ2cHvQgtsaGFGikXf/z/+1fOi/Wf+1qdTuU2KfR501UGzRgG4hsvnq8gY/zW+8tm38XN63v8fQRgBtn/0R/hv/uF38Ih4QG8qBTU6f3WNzuE5AjoVE1/gmV/k2/6iP/tyPm1aXp476+bfPf/5uRt47i5+4VB7/ntn9kIpgs6Qm6lzb/Y7fvPv/n8KwC8yPFM0Md+DYAlZOJ/le85db89f3c8IwC+Lvy8LxKkAnApIaR4tXVTp60pFLt6/L3KG5/9tLhaPuT7o91Eq5fDZz72Ka9fO49nTXTx7tifulMGQwhvdtczIZD5uulafY1S5JmYNkGIRC/h0UoooJ4xn5txybnwb/+RPfwuf/kUC8Nf+If6eAOKM56hNkn2UuQAsIUL8OpCRRMSWTyS/mtb0JHTxD76xjd8887NXwRAf/qPP4T/7RghiSeNAl00xRdDJZCyFeF5nfuA9RzBT/OVgoZAIVu435nhmyc02LXlmCWJ3hojldUDRgyIfi+Pi5uQrlgxhP8XLWsYMRTx3LgZSxJxnTVIsoijDZ+94QvxxIEVU/i3uezjYiJNICDszMv8Af/Lhb+PnNG8egult/Kvf/318X9CmqcDG88A5uCcOYOe5gLu4sIDf/a/+MS5WfvbYtXD7f/kDfJN7HD+U/GA6i+Wzz32uLeO5QC4Y1xRDm81mZKS4UEW+n85iIqaZJUzhKv05CnNp4wCvKIq7xFYyqsl3p/L9bOgq3PhP8Bu/fBXut/5z/L1/3he8ZLvdQavVEZcdn03Jf/kOWn/wpZ8XQh/9Icqf/730uuRZEexs6urmseV5nuOg5y7guWNNxKrnTvC5QPlizhFhYRaS9xxwPhM251jjuQgsDuA5Hnp2L6ai50wVlNy+GbI3SHP7RHRU02vtZwVgofryZ3/vX2P/97/wCwTgB/hntTfwe+JCTwVlEWqfi6EvBOD5/5Mc5Nm8Mc8injuuUxdw6o5KLZyps088/JxnSAKZNZvwfX3y4Ys4ges36oJ+TTPSU+F6Zgmcfc3XlmZ5z4/HHKfNn5H5iqQEpAjPFLM8d/6mOFrZZ9A1xj1ewPecisAiLst75to3zWNOm3dSbPJcsJ4fb8EfU5ynY0Sc4mnmKR3RqWKdPit4nGT+53Ws87Wl9/XzeXnmcJcfmWFxn7vASamRnF02jqb5uRRVDXG+cj1JZ2z6+oS8NKNICD45jU1P8dDPs3l53DgtMPeTx2Z2LChAMxOdL0JuTl0EZ82YiTNUPGYiPH8nxU0Ouf7p1JTc2BRhLf+PYq+uSS4vHZImGwPEpZzixnWDNABGaiUidIqJjNcTndVEa7OBQE3PJZWRVABOGy74z+wNp3nEckw0yaflHm7UG2DU62PMuSSM4ExdyQ4fjBxEmi1jzOgT1hWTELoaoWAr2FwoyCiaOoqMOKIwPhMv6TKkyDTsDzDoDWRuoPuzkMugUSuhWslBF/yzj1zGQjFny9p2nodsMmtZs+SSEMmEzSlE/LuMT3IwHjoiMrIuE5OcoehC9eE+INF0FIs5FIt5cXay6TbypggnQwTjIZwBBe+hIP8blSos05LrkM8xkr1Oe0MomTz0fAVKtoDYyiHQTAw9H0M3kOxgL1TgRga8hHVX5gVnZfjQ4SsGAnFcB1JHZF5owNfA6yeJZZ9gWjY0dmnClGezPNN58yQkEnDM6B3P7fb8epbTPvN8cw2WIr7ZvjUjfvBWmtUTeCmk0dGpSzhtFlPTJhciPyMP/nQkI73f2IybSKwOBXNLUaSZNpqOEU4cQXFPJ444l+gmD/iHaEnVdeSyBZSKVfnMmpyqmpiOu5g6XTj+EA6dc0bqcivnsmgf9WQsrp/H5sXryJeLSGKuGUboD/voDXtYW3kF66vX0TrcxZN7H2J/+7Y0rbGBjShy3bIQaSYCkhSrDVy6eBHra2vYe/wQu48fiaBt0pkPlR4quDw2kSGDJMBKs4A4GqF3+gzu8FScjAVDw3RyJBE1nq7Ct/KSB+22JjIuvHoJF69fRBJN0D3ehTPowwt0eAEd6GME4QRunDZSWMwuXrmBWnULO/fuYefufcE01xtsiDfhWyaUTBbNfAONfB33b9/CvVs3BdFtUQi0jRSzXMjB9bjvGUk9VGgHpJvQTc297/9L2nsGTZLf932fDtPTPTk+Oe+z4W53L2cccMgACYBBtklRku0qmUVLdlkq23JJKksv+Ea0S1W2VEVZlsuWVYZIWRR4IEASBI4Idwfi7nBx9zbnZ58cJoee7umeHtfv3/PsAST0xtqt3+3VPjvPM9P973/4fVMo0U4hGQVIZZWrSKvpKYvUmLA9EpG8Eq/IWJF1T3Iz+5IDLOyOSfSiqFY1PVC3NC0q/bSNJX1Suc9CUPPHDHoRtfqIZitinBCRzphM2SQ7JfOfgL9jtXUMugKYi0fdmEBN6zLXTkgRar6ScSgTq6b6KdLzl3kyX7QoFC0VmeWK26aQlMRq3BCASVNn+3FGk5Qe9VppiQnJNvJCwoHYWhu4rqnij5IFOcPLWV7DyploZkoOmrz0+Jqq3ZstfvjtO1y/dECtPaTW9onUZ5qo6yfuDQmxOc5bvPS5WV767BztvRpb17bZutNjd1dnZ0fDH5pKJLJyKs2p8xl1dr5zs8nOdp+hl1AVc0nlP7IHkTgYGZACAIvieKx6QDIlJG2YmUry2Nkcq4sO71zoqPIHBvrIIl+B6uqIufURKxWL1bKlSP3i9FchyflCloplcu3oiKtHNapraVWreYeTSZtRe8zXflBXZZ90cNZTPL1e4QvrMyRd+OafbvDaOzvMPKqp6roGtZpJyTI4XTU5M22QyHkkcj4l6RunDCwh4IiQaX/Mq6+GvPpqwJaHqjDUsEJZzzT0QoSej3j2xaSqR9bTPDyXociY1u0atVstrl41uXbVQJ/KkF7NoVsSE9jC77Q56Fsc9JO0OwadjpyhIZkd4xQgX02Qr5pUBPzVNCUenFksU0hZWIdHJA+PuNL0uNwYcOSP6YWyXzEopkwVSffIaoZHVtIMD0Lad33eu+byvat9Xr3lkj9hUzhh88yZFJ84k1KK15sX+tSPfFbPJVg5ZymSeL82oJrLsLpQIetYHB7UOTyss2RXWLKrXLvr8t13D9gNPFaeTbPwmEPSGJHUQwq5BKWchemPCI483AOPO/WI2/URUysOy2dSlComthlhWzZZe4mMs4Te31HlyprdGNB1h3T0ER09ZD6TV9VpDNjaarBx5HFvYLHtWySzGsmMRmpskgpNFTe4XQs47IWceybFuadTnJheY614mtFmj3uvfcDulQ06mQzddIbL97tc2uySyposr6SZqdhUk5ZSn988bHLzoEm94ykbelnzFpYqzM8XqZoeVWPA9JLJ9ImEykfPUCJDgdGowyjscPvtA669ts/71wa8sW+wEVisny+oKuoRJYlYtHRCxyBXSvPco6uqdt//kL33P+Rw2OMopZGsFDi3us6p2Xn0w22Mox1eebvD13/UIzVX5bO/eIZPf36d/htb9N7Y5JULdb5xsYlfNHjs02XOPGZTNhpUjKZyWlKVzJAxM/Qb8Pp3dnn9lR209Sz6epYzqw7PLSdJDYa8/8MDLv64zr0ubHRg7ZES55+dVuTA21frbN5r89RLszz5yVne+VGb7/zBEffvDtBMPTd2JNz8bJKlcxZB2GUYdAnGJsFYGskmmueje0N0AeLE7nSg0RiA643RxKtiKB77Cn3kS+eS/NpTDo+cmyG9toKzNEtz50Mau5fI5BIUKll0R2egB3THQw4GAw4HHhfeHXPxXSgl4NwCzJR0gnSSIGVxb3vI3e0hDy1P84XnTjBbdrizucvW3hGmlcFMpBWA06z3cBgwlwlYyEfkFqbIL0yLESKMety+NeD11wIu3wzQKiO0aojXHqkaCfLYM7A1nYUFjfl5KGXGlNJjqnMW06sOUTLJnV2de/sazSOX1pFLfjqisjhWiqLt+yY792WRjDc8ajusR+qhXyraTOcspV6WzDwJbR8OTVI5sdwMsfNxzujI0qhvetQ3fSw9Sz47Tc9NcPFagzsbbc4vpDi/6LCwZjO77tD1fe7cbXJ3o43kykiuhWz4JOcpiELaA1GxDFQOoCzi8WE5Qa3ls7Xvqg3cCyeqPH+iyp9tHKmSZvJ0XjasNpUpnVJZ7CENdegQxeNR0+VgW0Bqn72NIfV+knrfYmY2wfKyobJweyNNbfA9t6eanfKgTot9kWxWh5KHpVGdzTM1m4+BikGAa4zxbI1OEFDfd2kcSF4YKpMhBibjTaLkLjq6wcJ0jsWpHONxn+GwjZGQZv8imlHgoNHjsNml1Q1odwOSzohCcaQURcL+EmRIlHy9rkZf1JVDn9E4jJvZCWlZplReXihM+/5A2QlVpkqUynlq7SNq7Zo6xMqGV7KxpPRINiXCFBMAOT5UiOWIF7pKBViZKakynARmSg5GYxJiFzaQLOAWR42Osq6uN4dYki9tiu1qmkwpR6aSZWj4DM0hm7f73Lnax90JsFsaC7k0X/qV03zpV07xjW9c55vfuKHyM8VCIF+UBo2LabpUqxVVdjaDkXLoDOW52ufezhH1XZ3arrAPxbp1SDYTsXZKY3nVxLSzmMkc7Y7kF3pqY5/Pitpdp9Nv0e23KVQKFKoFdQ2FSesNXKIgYBwEPL62xuNrJ0iGLoOjbWw9YHl1jkKpyHde3+CV1zbIzDvMPpxHd2QD4FJvxtnQAs4P3YjAjdCGYEbK8UT5IcueZvWkwcrJOG93YbmsNpIX3tnn4rsHytopYSYpzuSZXi4r5d7VSzXu3morS1I5tLWaHQ4Pa8oq1cRGjyz8nlgnw/xsnpXVIr32kEvv7bF1p0HalCwQ+MpfmeXLvyaAk0m7H3JYH3D7fp3bG3UO9sZKTSpgXLmQplpNMz8njJ4kl99tcPm9usoFVXk1crBigGn6VMoG5bJBox6xvzuiUJ7i0afPsLA2TaNbp9GJF3h5v62DId0aKkNUcluc7AQAbo/QrFABTmKxLwfepJmgXRvSPhqqHFbpPabSAsDlqMyniMyOKqRBr6VVszHo9Rm6fmwL7SuCusrY1rwkhueQdzKcfzrP+acL3N7Y5/bGAa1DH68xVkqYmTWTqSVpFCSV4mj7/oB7t3pkTJ2Pn8/z2KkM24MhW67P1mbA1t0h/Y4c+ENKRZMnPjat6vr9A65vHhD5AgAn1PzsycHYD+i2UJXPmczNiXLdYmrFIlM2eOftHu+8I0xGUfEjd5aMZlG0Upw5d4KHzq4R0KY/PKDr9ml3xxweDrl2pcW1y5JbGbf8Tp6a49z5ZZZWSuwfbKk63A8VyC9q3dXVrNI73bjaYeNen0wpSaacZHkpyYnVJOmMXL+Bqm7fo9P3cBI6GWn82AlIWcpupNN2VQmzXbIExfZX5j1xhhA2rZSMbWFQB2KVPwhptUP296QZHLK4pLG0BLn8xP5tbNJpjegK2Bj6eNIUEE2WbihWvzSAA2/EqK8pNWvQh2FvzNR0nvmVMrmSw/2NIzY2DtVhWg4Lwuy1lOW+w9rJKtPTBS6+0+DC2w3VOEpnRHUeZ8tJ8617MFRWL8WqydSCRRTp1PbFLioiVxqRL43odCO1GVxdn+Lco/MsreTZ3t1V+YaGFSoAuLkfsXsrotOEsSN9DA2t7aB1bP6TLy3x139tlbU1m6Nei62jFl//ox2+/ke7FGcyrD5UJlMQhU9bWdJKfICIzbpdyXkf0ZHDTFvD7caMeGmOJO1IgcWlis3UXEapYzsDT2WMCDtInCbc1pD+0UDZ+Zw9l+HMmTTl8ljVu2+5vPbdPvUW5KZSOAWT0HQZGQOCHgy74CkAOBZw5mdFLS+53HlVAojWm106LY9BJ8LvC7gaqzOkie97vgIjytNlSpWSWvdkD9TtHNJqbCklQF5s0MwE9cM2taO2mgOk5AAovTg5CAsJQJ4j09YxHV2tUbohwJjYbxlEgUFelPV5qKznqZ4pKduq+k6PxnaPxk2X5k0XS5jSudhaXLLPrUICczaNMZsm2m4Tbbd45OwMz35ijdPnp9mv1dmv19k/7HNw1FP5y6IGM6ICKc5ieEtc/uAilz+4wPJymrPnKspOvzyVxs4keOvNbd56a5sT50o89eIsTsbicN9VbPH9/Yg9sXIvF1X54lBR36V7dIhXkwxgOcBF2IUxc8sJVtcdFpbSTFWL5AsZ9g97qvbqXVX9gcV4NIc2niYnbihFaYbWCaNDWrtd9i+H6P0UX/zco3zh848SRg3CcYNDYRA3+tw/6HB3u829rTYnT1dUCRlNZ0izNuD6h23u3uoptXkmj2pYFdJZpiopTpzMqCzm11854LVXDjDT0+Rnl0mXSjhZsWAV1ZFPwvSwx0WSSJZon9/5X//FAxToL//9/1hlWPvhkKTdJ5PpMjOt8dDJMqtLRbr1v8VLT32CvyAc/P8FAMcv6tz9Ln/3v/3f+d7AVxEiumZjJcT+MLaMVWmX0oiIDTU/AhJiLdxP/OSPPJuPbYmVvasCgCdWhZN/HWcDf2T8KY3NjwDmn/6Wca5rDEAo0GQCpiiw9Zf+9r8fAP71rz5QmsUN+vj1SbXfTqpm/4Pc0p+QHf9kbrFq1P+UJHnymSf2ovIZYlVcDADHn/NYZSyrw+T1ygo1Vusdg1LddptGrcZ0tcCXv/IpPvbiE3x46TofXrrBwUGdRr0l7mjqbCA2fMd5wDEALI37GFySWxKrfqQmYHrs86wA4K/+wV/6GQDwPr//+X/E39Mld9dCBJmyjgngG4PAAv6KilS6aKL29dGiAdrYRYvE5sAlCvv8g39zl1/6GQDwe7/9BL/xb2UeH2ObeVVCMpQGbrfTptfvKjD4AUA+edsSYSSkKomAEZBSSmyiU46MycQD++5jUOnYilasIG3bUaCV5/tKRXeccRkrKWMSlrLPVhQcaSqGcTanZFh2BjSarmqMHser5HOxzbMokQMhLMuZY/g/8Y0Pf4W1f8/z1r39f/BbX31DAVaieHb7Hu1Wh4ODQxqNBo7j4Dgp1lZX+du/9XXOlf/8N6pz4//+v/i+kAom5CHJVnf7Lq7rPlBDxlhgDBgdK8tnZ2aZnZ3DSaWVBazrDdjd2eHoSPbWkj9uqMax2MgKEBwPHRm7Yknrx0BwGFI592u88OJzzEoUBwO2v/8/89vf2mdPSEDbO9zf3KbekLEZEfyN73DwsxTAt36X0ot/U4Ea6rcATpJFqgsBQ868AobFCtdjwkgMvMUK0eOKtYs/qXATXGqknMxim+fJA/cgO/wn5iM1bxzbN390nT+ygI9VqPLsihW2kLWU08Y4fn5je+gJkDhRAB/nb2p/84/Z+Ec/GwD+ncIT/MZEMS3j+zjT95jQcJzNKe/oQS7tJDv4gSpbiTpjG3tVCouOydkPXq/yZ2ML5ePPdOmD5oMP+uhjVUTLqeyrY2l7DPROrol8uxg8lizQiVpQAbpxnvqx6l6U+kJcl/lFSOqxcix2JlH/HwlAFhPzRRUck3Xkc8fZpZPg7QlwLRniYqsc5+3GiuRYvanmz0iA5zjzWwBlJViYAPjHWKU8+6ovIq+f5EzL5z9W9aq5YZIhLO9D9irDiT203GMhpEpPRfZn0mMRcFUACLFi99zBJEdVPn/sPiArk6hM5dkQwqSM25TEZKUcNSepXHJdXE3inF93II1NsYYN1d5dNF0K/LXE+SmlSj6/AvAVCV+I3Mf3IL4naq2YWKZbAgRbpgKCBTpWK3HsTa5GveR0Jh1HqS0l0kZAeAWJC3A3AZ5FySr7SXmdup4ChKs1NYpBYnE4EKK/gGdCfAhGjIch7UaDdl0cp3w6w4CuK/Nki1anj+Fk0e0svSCk44m3SIQjqq+0iELSLFZSwhFXjm7ihiPnawH/RFErMS/NepNWo6HINXKtxf55ulKgWsoiIuuUNaaUS1MqZLETJpEshqMIU8j94maTklzitAJPvV6HQTcGcKWUN66AWRP75bFpk8zksDJ5StUy5apMvGNFeAncNuP2EaOWxBo1aNYa5NIpSoWCuh4yJoUksnd0xP7hEQnJni0USBUKOIUihuPQ6Us0ikvHB9Fp9AOLwcjCDR3cseQFZxglHELTUUpgiTJzA09l08teT1dCAhGISHazrUgT6llXBM9YEa/cP9Qzd5xEfUxkEVJYDCDHJBpR708U+AIAa3F26VjQNl/2K2NCPWQktrICFgrgNjKIJqBHQsilRkRj7z6N3c2J85mDkRRVtZANTMR4XNKnB+0mg3aLXrtBrxdbV8p40kQdLEB20qE8Ncvs/DLF0jSWJXFyCRqtPerNPQ4P7nOwv6HEIsuz01SLOe7duM/d6/dZWDzFqdOPkytkGI3ajHQPsjZazqFgzlM059m4donL773Kxs0P4liGQo6uKxFLPZxqhfLaGrNrJ1hbWWemPM3lH7/NlR+/Q6VSYmV5CSeXpa9BNwzZurnF1s1tFlcWOXX2NIbucbB5hV5jk3JKp+xoDEcSG1VjmEwTOlX8cYbeZp3+Zp2Tj69z6omTRIFLa3dLkRv6vkHfg06/SbcvdrQagW6SSBYoFuL4nNq9DVUzc1lWTpSxCg5d2auIw99EjHHpwgdcvvgB/qCr7JJTqaQiFFeqFY7qNWr1Gn4wjC3rEzppcZmzxTlF3Esi7KQ8U3n8ATQbA5qtPqYVqDO7AIyybYyJlaJGFQA4oNcXgoLBKIjdDQ0rzt+dmckxPZNl2OsS9HoEvZCgrzHoQqutqbit0IgYGRHpSoLcdEw0j6R/4Y4IuwICx/nYgR7vEcfSJBlLrx0SYiI4IftIDJUofeW9VSSSp5KiduBS3x+oXq6TMcikdIpJjUxSwzVH9A2xuQct0FWMleQdy/cQ8nYwQCl3RUSXLGokp3SMrKbAa7c75hc//xi/+IVH6ey5vPfqBjeuHLK50+f+bp9RIlSlCEditT9xvkilTX7hV9b4yq+u0djc584H97h1uc29u3D3npAwJF/ZYnHd5sRDMk+HbNxpKTc2XwDggexrY4eIsRDex576M3bx0VTkoWDBcg8SiYi56STPPFHi1FqOt95r8ea7TbyerkiWQlrPTA8pLYQ8cSqrSsQx7b2IYpjgdDpF2dC5Uz/ibr1GYk5XdaKU5tF8joRr8s3Xmvzha03aFYNWxeQTjy3x1z72ENNGgu995ypvvXWH9MM6mYcMmt2Iw6OQYsLgTDXJmWkLKzckkRsynTeZEYW4OKR1Pfa2hnz/uxrf+x7sBBHbgUxmOmlRyIv2fRzRZcTTn9Z46tM6T59P8cyJHLMJje7NBvUbHT54J8H771gwncJez6DZAaHbxu91qA0S1N0EB0cjDvYD1fepzqUpzdjkpiTibsyMqTMrVc0yt1CkIL393SbmTotrXZdrnQFNMZ0UwpQljnUJqukEawWd1byO1tEJjjTeu+3zJ1e6fPtGD20G9Gn4pU9P85/+3DzBQcg3vrrN5Q8anP+4w7mP22iuJwAcy8UiZxcWyCaSXLuxw9Ub25yqzqm6eLvPyz/aYTfweeSzJR56PkdS7PbDIbmURi6rkRDsrh0QNAP2+7DvQn7GprKcIlMQglhMpkqZORwzh+41MAYNAjdQkWySiXs0kJhXl+l0nplMnnrD5/ZWi5o3Qq9kibIpdvc9dvcHjEWIMgwZBDqtMMEgkeSFj+V44cUcs+kVKsYJ6ldMJLEMAAAgAElEQVSaXPzGW2xfuUfh/AKFR+Z55dUdvvPaNoUZmyc+VlWxq4UwID8KuHnkceNoQLPtMej65DKO6tlKnGZ9+z71rU0eeTLH85+aYnFqmuSgQsIt0PHu0vXucfmNDhd+0OfizYgPGwYNy+HZT8/wzKdm2b20yc6lLRZP5Hjysyusn5lmxi4wmyxy/8cX2PzxBTpOiLeWIbswzZnyGmuZGcKtKwRbl/nupRHfuGiQX5rn5790hi+8tMLhyx9w+PL7/NHmkN8/1AkXbZ79TI5zj5rkRk2yowapbJ50Jkc5W2QqU2LQ1Pnm17b4w69tMvd8mbkXKpxd0Hm8EDI+7PPdb9d4/bUWeyONvZHOqUcLPP5sWfWJL10Qh8suX/zVFX7uV5d583sNvvmvd7l7o49mauVxtmjy2At5Hn2hQP1gn/rhvtogZLI5ZTkjOYLCipNoVLHS9F1RmgnIGZJxIO1oMSPYdjg/B08ujJmfcbBKORKFNK7bpN9vSiIUI82i64XUWj2aPQ8/Ai+C3e2A3Z2AYhLWKzqlnIlnpfCsNLtHPVWVUorTKxVy6QS1eptGs8eg7zDo2+qDeu6QfDJgsRCwXI7Iz1TJT1dxLB/b7NPtBmztRezWRjR9j4bvkU6KBU5CNTs911B5BaHmE+oeGVvk7xLubhEZSYahZCBEeH2NqWKaqUKKdNHHKfZV/markaBZM/Ek46/rKpaNBK2k0qIQzapMLl8Adum4j2yIbFI5jVxljG5F1FpDjtpDpUD02gICJFSWarM95t6OR60V8NzjZZ57rISVDogSLvWOy+6ex8Ghx3zRZK5kkhZvf0tyQjS6ozGebN8TAgxFdFsR3XbEQBRMnYB0IsnzT6zz/OPrfOfN26qsFJxczzMzYyuGkGmNFYPL7Ycc1Ycc1qURIYC/SRQm6A+hN4RsylD2gnLwanaGDMMhU9MjqtOxwtoeJ2jWQ3Z25EATUZqyKU45aoNhWhLiPVIZxX4wIiVWJDoqK0gaKnHGkbDFLEpik1qwFYARDIStKex2UZwk8CQfb2gpK0spFTwjAEaCCTgRIVZ5YrEk6nb5osp/FMtSschToWjytxYJLYFjyWZHShi+dqzCE2AiKYf8kXqNvC9RPsnBzh+Isi5kHCZUCWhiZ0dC2lW507JA20ULuyiWS7F1uaiI+5J90xvSbIxUFl82laSUT5HOmlgpTW1iAgLl6S5gRa+lY3oG+UgWRYezTxc5+1SJV17ZVNVzI1I5W72+UA4pVELspChRU0RRgmGgq3zXg6M2tXqPoWSH9oXVK/bXsZVJsWSQKwrTOImeSCpFQ7fnKTadZHmoA7dkJushTjqh8jsFnOt0xc7ai1VyrZBPPHlSla0P6DS2lUWR5FdaqTQXru9z4do+6VKK6kJBgRHSyBMbLFE896WJJPLgoamU2GPfx4xE4ZYkl7VZWjNZWovfpwBqAlJubQ7Z3pQspTH+cExCLJoywgCXjOpAKcuz+TSZXIp2t8NRs067PaRdE/W+GYfthmNmZgssLpQJghFbmzXqB21MyXjxIp5+vsAzLxSUIlIkcyN9TCca0h0H3LjT4eadLr2Wxti1yDm2WrBm5hz29kN290bU9jzqe54aL4YekkxGLK6YLKwYHO6N2bgjzdc0U9NTikEaGl1GZo902iCdFrX2iHYtpFUX8sRI2cWKfU2/O0JLhCRzI9JZg0JeVN8OR7s+h7vikhDP5U7aYHoxQ3nWIRz3CSOXZCqBnRGb4TH9tjQv5AAQ24GNRiZhKEkwDpZmk3FsZhZ0ZhYNdnY67Ox2aMm80BopC9DpZYPKvKls0KQRcHjPY+eGS9bSeO7pPA8/lOHmbp8buy4HWzq1LUMpup20R2lqzJknijz0ZInN/Qabe02l4k8Iq3ik4Q1GeF7E0NMIfMl7McnnLKaEgHIqQWVO5+J7fS6+1yP0xfQSkppBzjQpOA6nTi5z8uQK4aiOO9hRWaLDKE29ZfDeezXefb+usjqS5pjT61OcPzvHylqZjteh7XW5+mGTa5eaSlm6tJ5StvLNo4h2UxpbIboZKAvoU6sFZce92x5w0B0wDvtEo56yC8s4EnWQxEw70jpmZ6vD7lYXxwbHFqaqhj8QNa1GKiP5uJPGfdJWmbWuFyiL6oO9kFYzZG7WYH7WUNk9uYLkden0XZm3x7Q7vnJr8IfCHo0bfDKviyrBbY/UWiCb/fHQoFhOUZkVIk2C7c0e21t9ZRVkifd2JA4UQ4oli4cfnWL5RIFrlxpc/1BArwg9IQoSIQrZaJpJa6evqlhOqkwLef4O9gcqxmFtNcvaWo7NvRZb+y3KMynWTpaYns+oZlCzK8CAgAQ+9b2Q3bsh3bpkf2sqa7GSMahmTD7/mUf5ha88o2yq3/jgEj/+8Dp3t3rc3eqSK2aZmikoy2vX68TW0nIw6wv4KTmO0mA0lPJd1gJxabBEwTwcKqcNcU+oTNvqcOeGAe5IbKaEcZ/Abwb4NZ9y3uCJZ3OcfyxDJj1S9c6PXF59RezNxuRmZb4XuE/m7iA+NArY3oJA5gdfIzsrpZPKpEhn0soWs9vr4QvpbsLaDX3UWD9W8EvDMlNwlIsCSMkeqE3frWGYY5XrKKrEdrtHu92PnSyECBzT95UKWNZNaYpajo6V0jEsydGUr2kMWrrKai5UJUs+orKSpbyaI2En6LdDeo0hB7e67N/qoo101VwUlXoyHSnFdGbWITPnkHB7mG6ftdU8p89OM72QV5br97fbqhEkXsFhpDMMwevZ9A6LdPZTbN/cZPvWFufOlnnuhXmmZlMMtUiVjCNRfGRLBsWKSac74NbNBpv3e7TaBq2OTjqXIZ1LK+u5brOucpSC9ohhe0S2rKuqzGpML8DSUoaHVmZZmq2wsd1gY7vO5uGArZqvAOCEViFhFEnnQ9I5yV3r4PptWrsu9Ws+SS/Fl7/wuKqhVsPXa2zWatzbb3Bnu8n+3oj93ZD101VOnp5SpL+xMaDV6nLzaouN2x0MITcNYXW1zOkz08wupKnM62SKGtcvD7h2eUCkFTHtKTTTmQhopbkdZ9rZiRyOlVNg27/8zX/+oGn/G//wLytykZHwKZZgesYkXxAFWNw/39/9W/zVv/wZpv4DAN+f9dLu5a/y5H/3+wpo0jRRWwohIXYvEIWYNCJiHDQGamPyxZ+zS57kSk6w3lidJY1JARInKhYFzzxoVIpTSwxOyH5RWRErMEJsiX8SZ5YGlQB3ssZOMrKOwehf/O9547889TMsoN/i4V//1w8Axp+0HD3OpPxInRsr1o7f97F68KPr9OfDiI+VynGWoqmLWlTAR5PhKLbRHkt2l8pSjrNLBcyRpqoibIS6Ktk39XpN5qYzfOULT/LcU6d49Y2bvPbmTdp9XzXz5TKLWlIIoaj9rzSCY+BF4C8BEORPucpC5puYcE8sIsXF5JP865d/lgJ4j699/B/y95IpDJn/dWmyxVmRyuFOgFJlEys5aQLciV2l5Ph2GQUdokByx3r81u/d5pd/lgL4tx/hv/53sRMJIwdGqdjFQOw2xWbScxnIvt6T//cfgEbKhnRieWsKWVOXdVQy5mQ/P7GAFpWaKKWspLJ7lRKLVfk7Ga8K7J8oNB4oBiegoroPCmT8aQC41/eR6vfFrl+slWMgRKlAxTZZJmBRaJn/hD/+4Ff4Cx/5wWDZ5e1//Ff453ezWAnJEzWVgrfRaKrqdlxVayvL/Oa/+hHPTP/5p/GQq//sf+M1S5r+8qOFABgqcEpyervtHp1Oj5E4K41j298Y+DIpFAoUiwWlApZ8UPns4j4hFdvLxuNViBTHmany94ViXjXOs6uf4dFHzjKdE/v3418Dtr/99/jdHwUKqOh5Qoob0O6JY0aLg8/9U370PzzzFwkpN79K4YXfYCzATcJUAJ8AwEoJrBSxMZAmwLTc42OFpaJ0KUVmrFKWJNZjxe4x3Ct7l1DZJE4CbX/qEk6ezWNr6J9QBscQ6kdfP84g/mmV8PE8MJnj1LwXzw/HpUDLX/8jbvzmiz+DiHODr6bP8+vHFseCuyqFb5xBKxXPNR+pVmPHgFjJa5lCRI3U9VEZysqWM1ZRP8jLnRgnxEBw/MQr0NAwuPDeRxnATz4+M1EAx/ERx6QbNaaO398E+JWzoTxf6hopcPEjOo4SsRoTu3RlBz2xfD6Op1CZ3yN17hJFvpprJwrWOKv72JVbxuxxdnhs5Xn8U46B9mNbavUchxP19kTBPDHfjjMuJ9cytucWktHxL7lu8XN7nMWrrvZE/X38pwI7BEiW6ybWzZItHQQP7NFj55k4jFEpnyWzV+yg1TwiSmBLqXNlnlBnpoTaiKn5UlQcyvlFObbEavXjayJEFQGfheynAN6J6la9fkKoEsW3uA3JsyE2vRLxk7GTZMT62RAlsKg1BZQMiMIRpswVViKeVyWHVV0PNfAmDkOi/BcwSEg1MVgtY+54VVNzogJ/JqpieT7lORlFE5VuKwaA/SHdgUej3aXV6xNqJoEmNsIRQ8lRNjWV/1tIW8yJZWUpRS6ZUFFaokaUfcR4pNFzh2qebTQbNJpN1U/KZTMKAE7bCTISwSLRY1mHYsahkBEllMhNQzT1c+JIALtQxi5WFcA56HcZ9EWJKrmaQmaPGAeRylseeEOGI3GRSZPIpKlOV6hOVVVO6MjzCL2BUrKOvNgtQcjwjmWRsW2lv43EgWHgsru/z+7+HslchmylSLZUIl8qKfDd7fZxe31qrggsxH0oyVh3CDWb3lCnFxhodhotmSEQRyKh1kh2cjDCDcQGM8mQJCOSRGIZLZba40DFJcT3LHYDEqKcWlKVCji+b6JUUyQblYsez/MyyQi5RuYEIRGPReY50tDEglueTzWDjpSaXO6b3Jdjm2nDivO6+902rjC25edLT0nNY3L6FY+aOC9a3ABHor5WVr2xEl69J+mxTGY5W1zFMnlFTBISgIx93++qzPude1fYvHFBAcCnT51ifn6e61cuc/3KJTKpPJXSrMo9HetDNBF65IpY2RLm0CIRJKjt3Wd35wat5i7F6hSl6jRGIo2ekF5vldz0LPlSBSFz2QmLm5cvcuPyBUXyKhZzZApZ0uUSTi5H98inezSkXM4wO5PDMNp02zcIBttkzBFZc8TeUYO9oyaJTJXc1DIJK8f+lWvsX73K+rl5TpxbIIoGNGsHdLs+gzBHf2hzeHjEwcERpEqYhTmyxVnmZ1apFmZo3r9F6/4tNNPFSPlEEuegCUUtgR052GOHg9o2h/VtotCP7Y6TJrlymlwpg+v26Ls9dT4UwrTY0DuimneE2OdhiuOQLvfPQXga3c6QbneIYYr6N8JQfYCY4ClntSDUECxZtGKBiAsCscfXSOV01cvKZ1MUcg7R0GUc9PFFkduJlDNXpwM9V8wnx+pzpApC8Bfyh6HcK5FYi17IsBswHI3xZSwrK0xRuMt5VvoS8k7iOIg4Gmus3l+5IrFQKRVl1ay76muy5xYBg2OPsSVqSkK9LVPZiA97coAWVxmZa8V9TlzohsrxSojPEuNjZsQlQVNiBrcT8tnPnOQzn1lHH0bs32mws9Hm8tUml6+2GFswFnWCrI3yHKlYiRHJlM4Xf3mZL/7SMoNGjcM729y62uPaNbh+XYTwmlI1L51Is3Y6p9w479xssLvdJwplbzTJuz8mlT4gnYkaWJDsYzJYTAhbWMjwqU8s8sj5Cj98fYvXX9vCVQBwUmEGetbHKQ15/HyWx85n1fWWsT2lJXiinGc+aSni/VatRSszop0JOVkt8MLsNJkoyZ+8tce339onsWSSWE7w8No0L6wtkwsMLr55lxuXtjFWkhirtloTWl2PjDlmMWeylDdJpkJlST4/XWRptkpyPKJ3eKgyUV/5Afzpq3A01DgKNCUwV/bjuvTPdLyBwckXR5z8+IhnH6/y0rkVVhImg0sbtC7t8MYlkx9dMuk4Fr5YGRshkecy8l1CiR6UKBNfo++Ls6HEnIr7nYFRCFWdmspxajqr8oXnqhlyckHvdVRd6nRV7fsjWiHYKZuHFiqcnMlRpE1p3CIcgu/r3NqDDzbGfLA9JrU4xlmMePqhLB8/m2fUDvjgjSO2N7pMryeYOWEpK3KJ21rIFzgzM0MiSvDq27u89vYOz5+t8sLZKa7fdfnGDw7Z6PisPJNl8ZEUGWNIRvdZLCVZKTs42gi/O2AghNW+SdM10BwdM6eRKibIVWyyeRtbt3CMJImBh+V59BueEuh1+iFdE3oJEW/alBM2+60BV/fbuLrB6slFqtNVfvzmLj9+a4d8yWR+OUUUjKlt+8rJ8uEXizz8sSIzRpmqX+H+5Tav/Mk1bt494uzH5zj7iTn+9Nu7qmYXMrz02XmWllIcbTeo7dQxpY+asWjUB+xstklY8OgzFU6fy0O7Be0miyeLnHhkmmIqTaKloTfGtPtN2r0mBzWN/UOD29tjLt0bUevpPHy2wMPnCrz3zg7vv7vDw4+W+YVfOcn58yX0povectnf2mNvaw8ta5NeqlKcqjLvTFHSs2xevMH9Cze4N9K5k0gxvbLE8+dP8dTaEht/8A73/+Bt/vTQ5VvdEakTGX7+87OcO+lw/+oum1d3WT03pWpRosVSGbx6xNdevsvXXr7HuZcqnP9klWkjInc0oHa/x6uXerxzxyU/l1VVLkI1L+6dIRt7AYedMV/8S0t88S8t8v1vHfL//p8b3LraFQ74zLhUSfKpn5vmU1+cYeP6XTau3VFsn4WFkrIlHOoRvrA2J+q7UXfAsNUjqQ+ZmjWYmrEoVwqUqgXySZ+c6WKZvsqqxBgRJYStlqHWgYPmmJ2dPhv3GtQO+gpIkpImRzByKTkwnzXI2BZ9LUdPz9PoNqh3m+p7iepBHm6x9vXciKOdBIfbJiPJ1ERjKjdipRqyNj2mUCpTKJcpZIbk0wOczIhExsCLIm7f6apaWsqyuJgjMhK0PZ16X0LB29zea6mFQPIRmi2Tnb0EbgvSw4CSMebFp1f4+NMrWJkuo8Sh2lyFQwvfNWkd9Ggd9FWTThebPslcKRYZWwmazQMazX2SegZLzyj1njT5xIL4xs0uN292MTXx/nZo1ONs1IPakGZPIyDBpz+7wGc+t0irV2Nrd5u9wx6N1ph+Dx5dMnl00aCQ0kiJfUXCwjVTeAmTYcJjaHls3vHZvO1BNyI7lIzgHM9/8kme++STvPzye7z89ffIFkc88XyB+WWboeQVeCP2dnuq9vdH7B+IfYTD9GyB6kyeMBoSjIfKvtAMNfqSXbrbZRx5PPmsyRPPJfAHJp6b4NatIR9ccNk7DMiVNbJljVIlRbGSUoDG9v0+WjDm9HKGlXk7HheRKOgiIbyof7e0XmR2McfNG0fcvH6EJzamQ4dWY8zetqfsIAsFQ1lXF6YSFKYk39AkCASgHNNodpXtUDpjqwr8iF5HbJAlW1UsN8eC26sNabVqKi98ObAO+jJZa8wtZFS5/ZGybRWmu4C5kh3c7wu7foDXN1XliyYzC3IwgzvXfFXZ2STZGQs7G2HZYlsnAROSl6LTOhrTOoJyJcfcbIFUJiLSekRaZ5JFFOI4kvuVo5QWSxeHSjZBqhySLo/44es1fvjDOrWmtDeTJFMmCyd0VYEPAiRIoHi7JnZMIW43wJNQdbGEMgVIlSxVTdnCKE6mpKZP7PT8QECkgQKnJI/UMGRxiC1hxc5F04cqD6RZH1I/DOjshrR3R3z5s6f50ufOYCc96q1t+iKxTSQVc3G/3mav3lbZYvl8Xj1v2liUHH16UahKi2zMKKWsV4JeF3M8ZHG+wOJ8nvllAU0TBCOPVmdAqzPE9dK4XoZ6c6BKWNhiyyT24QlsLN0mLeB4zqHtdaj3mxwc+ty9AdsbogCXEjVkkdnZqrKp6QzauL0e0VHIqBawNGezNJekOmWTLybJT9k4i0mcRZt3Lu3xzuV9Nm/41O5oJEYmZ86kWF1P4RkZfCPDxuUmt987pFsT9a+umJCnzidU7dyPuHllRONADkSx5WC66pOp+pw7N8fZc/MKpGnUBhzsuWxt9tm+31PjUcawPlEA54oJqpU8+WyG7fs+OxueslofjzycNEwtpCjNWEpZIk09BahMycEwotnwGfQlf1YUNDqjwGYUOCSTknVu46Skeeqim30aRyGNWkC7KXlOgWpMT82blGdNlVFhpy1ad3xq1wZkkzpPvpjj5Pk071/p8MGVDq0dB3cvg65FZCtdSvNDVh7OsPxwhqNGj5qy35amiWTFgCeuAIOP8sYMTfJKEpTFMua8weKqxrULrqqhuFSMNYT1nrNNCqkkJ1YWOLG8QOgf4nY3Y0a9PUu7n+a1N/Z5/c198nZEPjnmofUS589MceJEmSApNk06P/zeFj/8/ia6HbJw2qI4ZWOO0xhREq/fwus1WVso8fDqtJqDr+y73K67pEzJOuqQSZlkMjaprIOdTSk78BtXmty43CRX0MgV5LxtxCrMSKyXx2RyMr8kVS7LMJD8qSHtluRlyxwUMV1JMFNJUJyCYhVMWw5c8eb18MDj6NBXucX9riigTGWXnUrrNOserbpYXdmYmjzPEpegy+PJ/s5YleTE2I7J0PXo13vkcgZPvjDNqfNF7t2qc+92XWV5KRWNWOenChhmhvr9pqpSOc3sfEHlvO3vtlQz5ZnHF3n68UUu3dnkwztbJDMyZmxKUw7DcYLh2GI8cFXV9ny2NwL6R2NSgY4kOJ05HXH6VMRzL36SF176Mi0X/tW//Rbf+PZrZCQnqCR5hRnSjhyQiEHl1oBmI1Qkm9gacYSVSpJM2zgZsc3TVOZJV6xtGgOc1Jhi1cDOwFAPGSJrkEXfTzBqhozqQ6bLJs9/qsATz2VJmAGWGfDj111+8K0+9XZIfkHDLoMbjhmEcZ5vKI6nbY2wrQllmfSMTmrWUBEC0vwbjQJ8r6+UvJmMpe6XED1aNeF7i3VdElOUJrYweFGZz1ICFg1HLqYQDHIZZRMcq0eEGSlZXNLgi60zhZsmm3ABlO20jp02FJPZSMaRC/0DDa8NxfmQ4kJIac6hPJ8mmUqqeBABozdvtdm63WIoh0XfioHIdEgmH1GZtajMJkk7PmnbZ0ry02fT2CmLmzf7Kvd7erGsSgBNf2hRPxxz94rL/Wsu/d0+vb0ezz+3wGc/v6aesc1ai/pgwONPLvDYk4vKIq5Rr3Pr5gHvvbvLzZtNvCCJP0xiORZJx8Lr+fRaPdymy2gQMnIDilPyzIq9VUi24rG6lOZjZ09wfnWOa/f2uX53jzv7AfcOxrh+QrFfU1YaJ+tjZ3wFWsghtb3r0b7pkR06/PLPPcEvffFJBokjPPOQm/u7XL2/x/WNBp1Dm/ZBkpOnp1k/PY1dGDGyujR7LXVwv3+nTbiDqiefXeDFz62xcDKNVfTR06IGN2k0ZP+UYehJg0YY9ZITGChwU9QpqXSaVCatcvb++d/5Zw/a13/nN/8quayvamExw+q6ZALr3Nusc/d+gzt3/zZ/9x98kcWfheL+B/1dm9f/8X/Br77cU+8vYWVImHacJybNw2MA+Fhh+hO5cw86yRNg9xgYlgazgJKSSC9KNGUBqSR2sRehoY/UmUPUSNJIUbEdhoDOsTpKlZxjFCoZH2aU+jUcE4by3QUUlbxb1Y6Mwelji8QH1suTjNzj3E2FIhzDQD8N8T7QDv6FDOCfDQBHE+VkKilqoSlSToresEHPbxB4uiI8xZ9JGqry1nzVyJTcd2nWBKIACroszTp8+ZPrPHN+jq+/cpuXX7nNEAMrk1JEHssUFYeAC7K/S8T2eMr6Xq6qqIw1lScvv9XtEbhHVANK1vcpfuff/TLP/gUL6F1+76m/w9/PZEkIW0kbKTt5Xdj48nMiIZHFwLwAUrK/CsMOYSDkriZDr65A4H/y8i3+o7/gh9zmwj97mL/17yaZluosIfsPecaTioAnirxB4Cuyi8z14VByBCdA/CTPVJEljDjiReZNAcIVgJJMqlxbJy3xKLEtvgLZBGQQcERlRAswHtMVFEQuakdRYU9UdZom+9+PFMC+FysYxepTYmPkvaqMZtdVP0O+mczhudy/4Nvv/nssoI+H094f8j/+N7/FRknij4qq+Si5ma1Gi9u3trhza5O1lSV++zs3eWn+zz+0+1z6x/8Lf5ZPx5bNE6tkAX/l/Wxt7bK1uauIrDK25Nk8zi6Vhq9tW0qZmEtJdmhaZQ2nHEe5UAw9j16vr8hK8qcQrERhuX5yXdW5T/5nTKf//Ptx2frm3+Dbl7NkihkFouhOCnc44uqtTa7dus/GzQ02bt7D7w0Uf1dxQ6RZmtQglWKcTqnm71ipOWMQWkAIsbMVkEvcpYQoJoBMfL8m90pAKQG4FQnl2C1gYvuqiCMyvmJkdqJ5nKiCpX0c2+g+IKsowEueCWk4H9uGi1IutvyNbVY/Ug8/sCaePPo/laErP/I//yYX/sHPAoCv8/8kH+avT3KDP1Ivx0S+GPSMf8WgZwxdKmtzUydjR2SckSI/y7+Xjq9YqgqwKpm1Mv6Vta8835M8ZwFzZVwLMPb+O4cPvv+zT8ypeTdGFj9SAMtcK45TQsZQgNE4Uip7qWPba0V6UDm1onoVQNVUylGVXzsBgFWcsvoMmgKUZb+owHRRliq7/tjKe4Jsqqa+ZK5K7u7x/B6rkmPwYaJt/QlQWOaf+Do9AHgnVtDHjpmiSI5zImMrd3kP6loqdbkQRUShO8nkFRviiWL6OB9YH4tJtoEha4h6LwJ6xJE1QuwThaaAW8cA8DHpQK61gLYCBAvhQsQUSV0I4vGNVcpj9Z6EEC+52ZKHLiT2GHgVsp8QWGQPKcQVeZ/HNtdyfk0I2TyhYZsJnESCvJNSlU4mSYsTglKvxudDIQkIKt0fuvS8voqTUpC4JjmtKRwzHYOIApao+IP4ZypwXt2feK2NrcKFlKXFymdNo9PpqElp6XgAACAASURBVBLgNwaAfZq9Ps2eq2yhe34QAxQGSpxRyCQpZ2ymcimm8mmKoqTNpElMMnqDYUCr5dJqD6i3G6qESDk1XSGTdhiHPsZ4xHylxFylqM5/OQGQlSA2QJczgCWEKxOnOk96epnITKq9pQC3kuUd+EOivkfkenSaTdrNJj0hNqZt1XyemZliemZa2RiPPQEwQ+GPq0xS2UYo0lU8hclgIOz2lMXo9u62ykZPFbPkxc1HlMTlCplUimGny7DdY7fjstftMzaSJO2MUvN2BkM6rk8inSORzjK2UoQJm4GWoD3U6QQGvTBJb5TEGyXxxxa+qNBCj+FInCxi0F6o0XEEhBIgqnOwrHmaij6If8tZRJTqkvWsiFQqAscCKbUORmhq/hUyjpDXZE2cZHKrB1pAOFEsJmKVf+zlrtTU4gSiiSWSHIrUfCpzlBAtRC0nZ5ykEh9M7ARiJw4B2FXmfPzMK+W9ckJRXFLuX3qbW+++ijkOeeSpZ1g9eYqLF9/kw4tvEnqe2vYplwTJbHYc0tl5Mtl5vHYbv9XC85t4YZtxIqQ8u0JldplyZY1SZZVsroqTKihXuTDw8AY97t27xt271wgjD82MyBdznDh1gqXVFYywgBkWcBJDUtYAw9gn4i7aeAcr8rHGPldutrlys0W+tMzq2sMUs0Vu/fhVbv34B6ydKrF2usRI82m2m3QH4qcyixsW2bi7y8a9XazKSXKLj1CdW+PkyiqLM1N0t67S27zKQfMe++179Py+IjmHInISUUZbDn0+Y3uIkOISkqpkath5Q8VnyX5aOe14ELmy4lgkM1l1TjboYIy7arwEkYnnj3EHkerPyDiX5UgIdknbVK5xYskqQgxNkDks5YwhzgZCnhfcQSIAJT/aNiQaQ9yCpH8aKPeyTjui1wN3oKJrVaWylhK2JMXxQ4hOYyEOD9ReQcQenjh8iWtplIwtj2UfKso1FWciFS/AliXOlmkFArdbLu2W2CdLTnBC7XN1O8CwI9IyR9op3LZPp95XTieFYkqBYrWjHvVaT5GnnbzEQKqkcwWa99s+/faQ516a5blPzlHKJRRg1655vPnGIW/86AA9aaHb4qKgo8teVaz+o0C5rH3qSwt8+ucX0Pw2g9oBt667XLgAFy+KclosaSOW1nIqUkj2breu15WIIO6FifI3Jhhq6pxkq3NMOPJUyb5VKj7n6CyvlPj5L5/mmWcW+P6fXOH7f3KVfldnFKYIEOzHA8fn0SezPPpUlpEn/ZEei0mLF2crrGdS7B30lXPW7cjjznjAqZkKnzuxQsVy+O77G3z3g/vMPZRg9mGLmXKBmVQVowt7l3c5kAjAmQzBTBZ3PKAfdLHFCTCpUbEli1lsiMcsLy+zvr6OHQV0N2+zeX2PP3kdvv0atAOT9tAkSkeY5VCB/qNGkqiRpPqcz9SzPs8/vcoXn3qM00mb8J2LdN67wXdvGaq2A51DNAaKXT5Ua0M6K1F5YDomhp3A0kySvqzt4Kc9/JTPkw/N8tSZWVarGeYyFlkhOdzoEdzocqHd4oN2i42+z547UqT8jz+6xtMnZ9Gbd9Gad/H0Ma5lcNSz2TlMs99MUVwbUTwxYq6gs5A10Xyf+n6XbmeALkT9lI4eypjRmc/lWK9UGHkGv/fKHr/3p7v8wqeKqu5teHzzlQa3DnyKZ2yKJyxKjk/R9jg/m+WJ+SJZK1IZ7J1el56bpN9P0gsCeqGPXU4ytV6iPJeRJFpVjmfgeDrN3R5bd5pK6BeU0oSlFNmxRi7S2Oy4XGy0IZPmk0+f4+zqCr//u5f52r+5zNIjGZ747BTWcMTBe3XqV9rMvVhh7sUq00OL6abBlQ97fPX7e1zcdfncL8zw+a/M8t1v7PHdP9jnxEqBL31pjfkFhzff3eCtdzd49FyVR89N0Thy+fDCgaS78/hLDuefsSlHI0rRiOx0hfTCDNYoQj9owm6DVkccBmBUzEleAHt1ncsf9DncClis2ixWk3zrR/uqnnlhmv/qbz7MM4/lqF27zdH1WzRGEY2ROBlWWJpbYqpQJSNek67BWz+4o0o77ZB6rsjy2jKn8ydZMxe49odvcvWbb/DDTpsfhD6zZwr8tZ9b59xinj9++TZ//PIdnvvykqoz8zlWkkn8us/vfv0Wv/P1W7z0+Sqf/NwUxlHA0Zstbl7r88PGkMtexLPPzfDsszNonRbe3gEtyVOOkgycFF/4ygJf+Moi3/r6Nv/yt29x9cOW9I/KY8kJ+OzPT/O5n59m6/Z9tm5vqIZ5pVTAdpIMRqHKHk0ldQUGOMYYRx+TFTvI0phiSSOfyZPL5jA0sfXqqnyCge8xGAZEyQLjZJH9RsD2gcfWpsvmnR61XVkEkyTHFpVKQKUaUCkZlEsJxTZyxdB57LB50OL+QVspxCTFIu8kmJ9JUS06HB2NqB3FWSxiMZZLRVQF/S4KgueoTrgxDjAjX4FwViqhloH9nT77uy7zVZu5qqh8ksrieTCGzXafzVaPRnOkmsWtpkanYWBGBkuVBEtVi5WFLKsLOYZhn96gg+8LW8pQSiqZIMzxmI4b0uwNCcSiqpRjnDRpHzVo1Rqkc1lVsilP6LENUqenqaodSSZsQL87xBsMY/Z5KoGVsZifzzE3n+XoqMP2dgPf9xTjJZ3RWK2YrEi+stgKB5FiSpNNElpiUzuk7fr05fvWAqZSDiem8sxWcxQXSxSXSrz39ibvvn1fqcNkcUnnEopB0JUcSXdArz9Q9t99VzaN0kyIs8QwpPkRMOzo+C2ZIEekMz7lyojTZ23OnJXFckitNuTu3RHXb4TUm6LgMVUlnTG2I8pkATR8ldu5OuewMGWridxIjBUjVCyBnWyC0lSafNlhf7/PwX4/BkpCi6P9kDs3JPPQY3bOZHbeIJVPkC5YjCJNgUYCAEt2mJQuVjh6QhEJui1paIhNU0Ll/9q2sMBE2R4p22hDGGhigSvjr2CRLybwBgIcS9NADmDSJJLNUKxeDYcCSicoSvbzQlplaO7cF6Cuj54yMFIGw1GoLBLFYqeQt8mk4zwKKWmyZLNpbGeMZnpoYh8aBkpVLZldckjMOWmKUlmH/JRGrqrx6g8OefXVQzW5iV2Ok5H8zTHTiwL+isrSoCsgyIGH1xP2qzRNBOQzlZ2bKIXk50lTYzAw8DxDAaCiotOMEM2QA4Q0N+Rwb02yk2RzER/uRYkvG8JBPyJsGwQdnTPLU5xenlZWlZ5fY6wPcHIynk2Vbd0dCLNOmjLCxJXrHioL1lHCIDKFuR2DEl5vSLclNq6BYu5VqsK+tRUI6w89ms0erZY0pZL0epJxF6jyRI3R9ggGEeZYrKuSzK/kmVvJ40V92n6HWsNn4/aYrY1IMRCHvZCCqJJnMgoU6fuSCzvEEIC1H5LPGOSzOumUpebITNYmN2ORn7ZoSb6j2AZ1I7odQxEHRmKBFQmQ5yjlcbfh0zhwFYGg3ZBxMGL9YYsTD1vs74TcvRHSrItdrTRcNOzcEDvns7hYZXGxog4x0mD0BgG9XqjqcM/laH+gGjyGNVbP78xsmkLRUXnlkh2tWOf6CNvRKVQsskVpAqvko9hqOCNnVMnfHqp7KUxNIQMcZ4vIPZfmQjIpm3xfVasuGbYjum2xHI5ZoNV5g/KsNE3iQ9y4PiI6DCikDc48kWJ+3eL9yx3ev9ShvZvEO5AMJcl4cSnMBMysOcyccJQyRBR+ni8A8JggkE26jAmxdBO7Pdk4C+PYoFxN8MgTNqsnE1y/2OXaxZ5SRglzTxqCtj4mYxmsryyyvrJE4B7RbW4zlANlIk9rkOTtDzq8/UGbkqxtqYiHTxY4d6bC2loJV0/gaiZ/9uomf/bqfZJZWDuXpjKXJkEKPUrid9v43RbrAgCfmFEMwnc361zZbZC3XXJ2XzVwTSOBk06RLWXVYfj2jQa3rzcenI2lKSF5g5YtTRZxL4iZrTKPiTJCSpSsrZpGt6WRkiwdC5ZOJFl7SJ57sYnylPpX3DX2dsS1Q2ylxeLNoDJlkspodFpy2AoUqGgZwvLVSKYkvyeiXoNGXZiLuhovwoAf9kakUwYnzjjMLydpqMxkDy8M8KMh4VhnNE4Rhkm6Ox6dXY9yOcn0gii2RhzsdtVh5GMvnOBjL6xz8fodVSJ/LJSFDGURaZK1ZTF0hwT9gKZkat8P8BojMiMoWyaf+Pgyn/j4CqXZMqlKkd1Gl+/+2QXefP+6IqVkCpKjbDD0JGdJiDkyngMCUfscWxiqfq74HovSSyz5I2VvNegNVXZyJgflGQM7KzlcY7xQ5ndRE2uEnZCoI8pri09+scQzH88RCjlmOOCd1/8/xt4EWpLzLNN8IjIiI/f97mvVrb2kKpVUcknybtnIlu2RsY3B4Gk3behuZmhmDoZhOW4YcNPQPc00g32gwcbQYNyA8YYxYAmwbEu2Sq6SVPt6q+5+8+a+Z0ZmRsSc74+8JSEZmnv8H5dquTczMuJfvvd7n7fHNx/vUW24pOd1wmMaNp4a/bbg7D2cuo7b1EVZJjjmEczJUUyye0SQEfxrD0131LwsB2q742F3xe0ZUPO1FD98ocvD6QtWy1BztAj/pqC6QkG0QEC5vEQElvz2fkewmSPqo+TLqTxNl6D6zAWxpmFY4A41umWdflMjOTVUIz0pzSJxRQgQMUPciOu3KuoQ0JEs8rrv+JBmhXhaIzOukZ3QCVpDNYTYkZYstoDJ9asNrl9tsrgvzYLk0EZjeHpE4bhvX6uzudImHUySCia468gs9xxfwAx53NxcZaO4zbjM+RMhVZyThqu11RrnzxVYXWsSsCIYVpiAIYXaIO16j0a5Ravcxu06uN0hk/MWk3MiUGukx13mpsPcvTDJnokMt7Yq3NqucmWlx6XbfTpdk0wsRzqWJpHxSKRdCqUqm1tlGls2g7zGmJnkve+8l/e8817y7WXynWWub5e4vtFkeb1NbQdqOx5H7h7j8F3jmFGXjisO8Rart5rk19okbZNEX5rlJjj18DTZGZOmU6c16FCtxalVE9idCHYvotaKdqetMjZlH+Z6QYZDk6Fj4vYH/O3vfeZO0f59P/IgB/bHOXAgRi4na49Fo9nnhefzXLpUptb+FX77jx59ZQZp+wa/8tjP8JulTeXctawEwaC4yqPMnbifu2b38Mijp3jNUgJJG/xuX/aVz3Dg3/6JamYR/LPaL+xiPO8gmneFEv//R3rjyImmLHl+vX/k+lIrlaAMXV+cVS4pV/DCUqD0hU3fn+ap/YQ811KFlblHGj6kLU5QRqO6vy8GKAes/BQF4B85hl8UgJWQ8BJH753i9h2H8ssF3X94NV4qBP0jl0r9tm0Lwq1DOpFgaWGBsVyGti25dlWKOx0KO+IEFheWYBMlf1AsC0KbETeErIk2g36b+UmLR1+7yMmjE3z+iRU+//htlSsYTsaUAGzoAxW14LryHI8EYOXU1QnIPkxlRrsMdd8hrUQldbmlMv8mPv1n300AzvOl7/lFfg5TObm0gOcPz0CXnyHouZGILsVaMXB4bhfXEfRzC0cYfk6HX/v0k7xr4eVXqcELv32CD39Rir4u7ZY/5POSrEqZ5/yICiFj2HQktkVcWhJzMJB9qS/QiTtcmsykmdN3SApKVVf7GUVfiAv+028KUOKa4ee2iqtO0W52HXyCrVXuU2kQNlXsjqzPhpxTZE8mP7c/yvCUSycNCLqp8nNF/FC4e0XKELH1Y3z1+e//RxHQ/pXoce3PH+Xf/H5dFSTl8xdcoLy/leUNbt/aYG5mmt/6+1Xe/IpOjjzn/uN/5vGQL3JIkVKcmbuidqlYo1yq0mqJU81W10ruLSn2i5NOBOOIuAXDYYWpDVthJfpIjI84HHefC3nfct4XgSqbzZLJZnnwXf8n84mXf5Y9tr/+Ub52OaBy5+U5lDVZznaVeoeyjHyJcr7so2JrNRrNJvVeh6bdU2d0N2ipZ1T3/PlChEB55iWDU85gonP6bm9fBFbO31HRU+5tFdejRP3ROqrmFN+BI4LVS52w/pzkZ2L6coZPxPEFC198U9hi+bdqbpE6hPyV3fnMR9PvThW7eba+0DkSbqWH5YNf4oV//90dwJ+OHeVDQz+b1keyK1llJHr6ArBK7Bw5feQFqGxmOddZLpGQn8upbl/5t0qU8kb3tY8c9tHNvmC5+yUa79kzO3f++6H75/yi8a4Dd9RUozI6hwOFovTFc08JmUHJnVT6pS/k7grsvkN7F3UvgqufM3sHRyvPsmDw1f5mhNUXsXfk0lUCjhK//axHP5X0zqseXdfRdR8hv30x2M/+3V1V/OsvWMzRW1J4ZyEACBlG3pOPoPavi4ib/s8VgWr3/pE8XBGzR99czZ3+DLrbOCJ7dh+nK2vQLk1Aiv3KOS8i80DOv75kLYK+EnJF2BLzmWhlyl384r2mcsalabcv+eMv4rF3Uc8ioin8p8KPy+csGZ+CShe3rziATRKRMPFwRLlSxQ0sYoqI0rL3VPOdaajoiO6g5wv76nLqmFqQoGb5zQYyA4soPsoM3r15dh3To6t7x+ou77fdatNqt6l3utSFQNC1qQkBoNOlO3TUUA1VOopkl4mFyMbDjCdiSgBOhkMkQyH1XCvBRLDS9S71hpAEGtQ7TaLxCOPjOaLRMO5ARL8hE6kEk+kkccsgJgQMQRqLG1ba3CUaTVyqVhItlGaoG6PIHKlLhQmFI2jyuoYu9XKZSrFArVpRrkQhf41l02qtjkjMijSmOJ4SEmxX6GPSYORHs8l1d7pdmvk89e1ttne2yee3SU1mmZifJjsxRjqdJmqF6FXrapRaXYotabS2CEViBK0wAp0Tt6OjBXDE2W4EccyQygNuO4YaUjdVYxigOzCUK7ghsUnSNCPPnqYrJ68jjRiy3o98uIqWorrL/MlpF+8tz66fHz7aF72kgUY1KIwev10nvMyHqtFplH+unpvRPm73WZI6pcrjUfuyEU1BzZuCCJZ5yUdV+5QN3RfjB4IR9mtNMq8owodEEYT9+lX+5mXWLz2n3KQz8zNkxtKsr11nfe0amtf3GyrE/C3OZz2IYSQJmCn0QV+N9qBDc9BhaGhMzS0xObtEIjlDMjWLZSUJGmH17MvrHvZlT7bKzs4KtUaJRqtMKGyyuLTA/MIcISOjRsBroHtlDKOJFe4SNPpofYlP9Li9UeH2utSD00xNzxANBbl97tvcOvct9h5IsvdAAj3g0G21aTQ9So04pXqYQqHGzk6NsT0nmD36WsZn9jCZS6vnpXb7ItWVi+RLt9iqiADcke4pnKFBt+GTH7GGYA0IWTrxkBAHdDzBN5tD4rEwsWiEXnNAbaerkMeRhDTAhggaXaxAl540odsePdulL1jk/otZ7DLPSO1CajOt9kDR2tReXBOKnDTVDInGhDZmERFDl6OJt4tQyFPO25bUgQvS4C6ERY2+oMaln8WU58kgGJbnSRqUJGJMo9+W863sPSSzXOokkk0u/0AWOln7ZA6XIWQXnz4hrzGRCJNIhlTTYKPWwe56qm6r0g3CjhKA45EY8XCUVq1HtdjCNDUy2TCpdIhy2aZS7qEHJYPZ72vwHB1vKGdrIRcOWTqcVCOXsUhaQQY9lwvnqlw4V1P0077qXxUnvdC9PGUkMyyX+x5KqxE1+5hOh/XbNhfOO2oEw1Krc5icTjAzn6LXc7h9s0p+q4Um71m1vPm0HWEvKKuxWv/8eqiK+fCfTLWPWNiT4q1vX+L+U9M89cQ1vvnEdepVqfmF1BzWl+w9a8ChuyU+LaoayqzAkD3hEPfGMkx7Ia7dKnN9ucy61Wct1OfofI63HVxgwgrz92dW+dqZNRaPRVg4FlHxgSEtjNd2aWxIg3SdeshSox8YMNB6WAGXuKGTCPo1+HDYYWlxnoP79xEdOrRv32LjSp6//SY88U2Pkqar4UbBSopZAuyCjl3QmDg1YPzUkAdPLvLWk8c4FArjPHeV5vPL/OVlh69cdti0oayMIIbKx03GTNWEL+cxK6qrerUp1JWePPvQD7sMwi7H96U4ti/FnokUs5kUKUzc5QberQbnayXO1cps2C7FoUksHuehpSlOzKbQmqtorRWIBSEVp9wIsbYaYG1NpxexscN9JXqLkS+d8JjMSdSdzKl9NTotjXZLYyYW48hYmpAW5JlrXTXu2Rvmnr0Rrt1s8ldfK7JS6zJ9b4ipuy1ySY9cymMplWR/Ok3EGdCtV2hXKzR7ARq9ALWOS63jEMqFmL0rxfhinKgfiolZ7WJUeqxtNLl0u06pPSSxmCS5kEKr9tErfTZbHa632xjJKK+55xCHF+Z4/G+u8/jfXGPf0Tj3vy4njghunS6zfq7G/GvGmH/1OMGSgy73+aU2XzxT50bN4S2PzvDmR2d44ckC575WIB432X9XmnjWYL1YZr1Y4eBCgoOLCWVmW1tvETD73H2/yeG7DZKaQ0IbEkrMYaX2Ygs188oa5Svr1G2o2dAPRRlKYLrUjUxpcgkQ7HaV2/lyvs/lHZvDR9I8+pZp9k6ZrJ2/pUYzFKAZDjA1Ps6R2QWmhJgsxI9qm798osiXnyiw56Ex7ntsjoVslthOmOBagO+cvcqZM1dpZg3s+ZgiIb5+X4psQOMzX1jhj7+wwpvfO8/D3zfPgSmLaTmbNHo8e6bId75TYN/xFPuPpejlO2ydKXNzucVzTZcbfdg7n2JpIUW3LPTFOhJESzZIdDbC9zw8qcZffq7IJz6+waVzbWnuiSkB+HsezamR39hiZ2Nb4QJDRlQVRFrtnsJZpTMmmXSQiYmIwoxl05IL0CdiDQlpUcJ6lL7bpufUqbZblOs9So0+npXBC6bZKnZY266zsdpj89aQyoaL3tXROzrH7tI4flRjbC5IdDKMGTexHQ3b0bmw3OLCzTb9mkO4C4u5KK9/aJKTx7NUOx0qHUEfdNCcNmZQXCgGRjhApelQFhGmOqBVGTC0ZfMuFU4du9mn37LJWRpZSyOdC5GciGMkTKpan4rW5+LFHhcu9mjXXNE4mchYHL8nzaFDcfoyOdgt5XQU4bHT8PD6GgE3wMxMnJnpBOv5Ntdu12hJblUuRCAUoFXoqJGcSZCcjaNL93Ctq9yzGcmYHc9w5oUiZ58v4g0HZBIoF+rEYpj0ZJD8dp8dsXRvDtVIxByW9nvsO4ByTccsk0rDoVAeMJS8UnG/hnTya0Py60MSmkdCc7l7/wQP3rfI5HSMjWaB9daOEqIaFUETCeJCUMq6yqMVfKgRHWJEhhghE8MK0m7plHdcykUH05QOY4fGjkF1wySXM7j3QZ0jxw3GJyJMjEdYWamyslJhc9Nje9uk3TWJp8Nq2P0q9qCmCu/tujjNNXJJk2zCJKoKM4I8HOJofbyAh25Ip6Ic+wxcz1AOBjnobK33uPBCg53tLotLARaXJNcwqIZkxEgGhWCbd4sAXcmZaIuA4lCvStdPgLGxOGO5KImUTjIpOc3SkdZWzoFINKCG5/kLqeAb+rZUxsSVIUUJnZ7dUkNH3HoWmWyCqZm0wsSq7td6g3bPU6O402drXYp6sGcpzsyc4Jl7CvkiGwnBeRjiQg97atFX+S4DEa4l/y1AyAgTCSRIxuJMzkeYWojy+OMbPPH4Ju2uOAljRJNBErkhiTFpTQrjDcI0xKG701LF/7GxMFlBQQjCORKk2apRrZVpNGzV+CAZyRIXJ+JgOOYqHK04AiX3Tjbn0q0nXX4ihssGSh0EVIHNUIu8DHG6DeoaujRhBNrE4kMmZg1yk6ZfhPSCan5pNSSHQxByJsmUFOVihGMxVdRrttoqT002XYIjFxKAFZFNXJx4PIbdtWk2mtTLHaollDA2Ng7jE4ICcSkVhrTqLm5fU7inYycnOHb/BE7QpuO0qDXls3DZWnPI37LJ3+qpXMbUhI4W1OjYOsMBCpkRkR2AdPrrktshGPSgAGTJxAJk4wGFcZ5dMAjlTLykSb465PTTFa68UGdhwmRx3CCcDBKMB6k3Ha5farNxu8fC/iAL+yxKhQHrK7Zya+qa5SMzAyLM2wSNCJYp+Y8BQhHJhdX9rshYkOVrNTVaLSmKBxTmeXLWIjth0Gr2aDXFbe4X9YJWQLl45TpKUVhE3qHgxhwR8SWPV7rMBwobKLXPTluwWIL0kWK4pu7LVNojlYJG1ccfSzNEuyUdiuIuhsyE5I2GcN0wSU8jDeRSAWYPmKSndJ4fCcDNvIldDKtNaSTVJ5Z1ycyYpGeCdG1b5XNLQ4sqFDm718Si0/Kx6X3JNR5oZMeC3Hcqwf7DYZWteeV8QzkWpGFCyegDW3WxHdy7wIG9i3QbFWrFLdqSWa1pVDpw+brLpesuuZhLLupy5ECSuw5nVRZ0tWdQtQ1Of2ud099eI5E1OXRfhsmZBJog/Qcmw3aTYavJ0lyWo/snsT2Hp2+s8sLqBunogExM5g0f7yyFhexkCtMKsrpSZm2loly6ItSKiDk2ESSVCaoGCBlyLWTI4Vq+Bn2dTiNIp2kwkEajdp9j96V41euyxDNQKErOapX1FWlskM/Qw7ZFAIZUVlzn8nsunZbkfAQJGnIglgKhn+cln2Wr5WJFRCCUbOIgAS9EKKiTTPeJxf21wnNMRYDoY9PtO9SbOo2Ghl0I0C8GyIzpjM9KV7hDcVu6fIO87uHDvPZNh7kgGZUXryoHfygWUGu3FPTlNCUxA+2ORjPvUF8f4NSGxLQh43GL73vPW3nfex5hu3mDS+unWd3ZYDXfYrvUU53j0phULvaUQ77VGKgsZfmKZSCWlWqoiEcBeu2Awh1JrIPnSPuwFNV8RHIip6sca8E7dduCWJUmIh8B53RdnK7D3HyIRx7L8dCbkjSqDRq1Jmef6vPtvx3SaGtkFgxikzpD02VoCG7HoddwcJoBaEnDmI6eHKIlpKBuMpSGD+ncFUSZOrhKbqWP7lMHXkMKeuKmcWk15bMTB6McHjViu8hR5AAAIABJREFUyQipbBQzLEUdqVc5d/LjFCZWEEkD+QOUmK+K+PYA0++TuyMAI00GzQBOVyc2NiQ+5pAcj5EeTxBJhLFC0tEfYHOlrEZjx6FV9FQhRppKUrkAieyQZFbiAUQ48lRBIRmLojkmN6/UuHm5zv7DMfYdjpPOCc4tqQ7762tVyqUux48c4djhI0yPzzCenVLi2NVbL3Bz9RKVckkNKcgKFrVc7nP9Rp1CsUcyFyOZi44OvRYNWQ8KDerFlhKAvY7LwgGLxQMW0/NBJmeDTI1ZTCUipCNBtus2W/UeL1xpcuZCU3XETmdnmc5NqfUqO2myurLJtUu3aO7YBDsx5lMTvO/d9/C+d5/g8sZZLm8+x43NFmsFnbVtT3XvlvMtjp/Mcc99WTTTo9roUiz22FrtU90ZsH8swv6xMHffn+D4q1NYSYfVfIn1fJ1qeVyNfjfCoG8pkcnut9R+wHHCDIchigXZT7gM7Dbbzz1xpxx+4o0Z3vDGJd7wxr3KSd6od7m1XOPpJ7d4/kyVcOqTfPU773wlgrZ1jV9+24f5jcq2EoBDoQSWFSdoCco54hfsPY0D7/tx/vuHvgsyWV5B6zL/4Xt/gT9QRQlxCPnuUh/jKcUHEWB2f32H6/mikLFrBVYO21GVfpRRK7VFyZ6ThiblJBH8YNAjGNwVChTQeCT+yrwn9BJpprRx3L5ym4gz+cWsYBGFRBgz1XqrnNUKXDnyfL7UobwrubwEUf1ymeul//3PFYBFIGy1mkyNpzl5/BB7Fydp25JTX+P6tQLXrhUY9IXgEFaipaDmMKWT389wlGK3oMukc/mtr5nnxJExvvR362oMDYtwMkHQ8vOndW2g9l7iDPGzfXcdwP57luK2fGyKlCAuS7lcUnXnjfzhn737uziACzz+gf+Xn2sOqLcHao8ujYOaq6t9tV/g9X/QnUzWO6VnEVP9rOBf/J0/5O2vEDGbvPC7D/EzXxFnojTVCc2ip6IQpLlAPkcRWOWzUxmt4grp+Rm30mApjXuSd65uIblWo89XxSLqLoZkmMejSjjYFbdE/FXuYOUOG5EZFCJ16GOQhX3oScEy5AujEUMNJYT2BsrVuOsg3/WhipBZq9WUCCTimAitw+F/4YkLP8C+f+oGkj+zz/DfHnuUX98WB7dFPBrDMi22NnbUmJwY57ee3OKR+Zd/ox1e+OVf5XNOX+3lRAAOh4PEYgni8QR9e6giGWo1yYqv0BaU1Oh5U0YtiVww/ZxfcVopJUipnr67L5EQ3HNKuQFF/O0P+qN81CGP/Oh/4nDm5a+nT+nCZ/jmlRZOv0WrUaNeqyoxKxZPEY2nlIAiRdSd7W1u37rFyuoGK1sFNosVBprOUFy8hmBohSggYteo+KoyDoSKICQAEQfknCQND74ArAzsyrUma6qfySuChZ+KIO9HMmP9vNo7jSd3nLy+AKfmg1E3yh0BWJF9JcdWmipkgRUBa4RqH81vu2jll6KJ1a9HIp3Hx/m7W+9/5X1Qf4qf2/NmPjZq+lN//yVipy9o+tj7OwhezS9wi9AvGW5iBpW9s5BjxPkbkv1+yD9DyjVQf0+a1KWornDC0lwp+5EhZ85u3/lprzm1MELpjxye/gVV31M+d9/Z7v/Zbj65cvIOZJ8oGcsiumvoUpgezSu+e1qQ6C824si8rhDQo/zZkfFaNVlLprc8k/I6d3HfIiir5hK5BqMmE1+g3HWj+nOaHzPg/96u+O4L1v684GcZ7wq1ct7wc95fKvT7TSy+Pibfz28SkU2zH1/gr2rSZLCL0/VdsbtY5N2mAyXZu+Kck8aLnhJ0ReCSJgTlKhaxNeA3yvikghH5QTUt+DFb/ngRa+0vS/77kevg46yFtiBZweIuNjEUptpQET6xSFg1dsiQZ9tvkIGwEJ7CYQRbLQ5QhfvebWiQpgtxkykstY/nFRFYN2Qt9a+N/9mIeOc7TeU1iLtYzAoqfqvbpdqW0aHR7VHv+EKwBDvI8+0/jS7RUICsIpyFGU/FGU/GiMp7kftWpQrIveUoNG6zJWcPMZx0VfSHZLJGIiHlANbdgaKlZaMRooZGWASgUZOIKQ5Ita8O0JVYxbZLTwr8cuSOhJiYmWFyZpqAiNxGkJrko25vUSps0+l1aPfaZOIx0okYSStM0giqe6Bu92kPpU4RVtfTJ7TE6Lda7Fy/zs7yTYqlIoVSkcmFaRYPLDE2NU4ikSBomHRKVTrlinL6iltamqiF/BYKx9SvZUh+crPTEUkH1wwy1E1soSdJE5YewQlEVN1Cak1N26PQ9Sj3XCRd2Zbn1jAZmiaO5LTqcmYw/AYPWbPV57zr4vafKzmXCXpWU25fmeeEgCBNPBLt56OhhbQn+zxpUpAGCiXSjrLYRWwPIAhqmX/lefHXbt+J7N+zu/etep5GTvLdhpFduoDKmx5h0GUClbk9Gg8Ri4Wp5zcpra1gt6vourxTud8aKh4nEoF43J8DJBpJiIKCJRZBPRESQ0VE5VIXOl06GMwt7mduYT9WKINlpdW5VfYzMpsEpYFGk8itIq1Gga2t26xv3FR1wem5Caamx4lG0kTDaYbDEoP+pmrkTqXGiITSOB1LjXK9SKVRRHw08YRglW02bp5n4+YF9h6MsfdAjIgsu92Bqs8urzqsbDq0u47K39x3/HXc9cBbGZ9eICS5up5N8cZ5CjfOs1NeZae2oeonmhZSzX7SgNxvuSrm0NFt4nGLsUyMUChAu9+mPWgxPTnB9NQktVKHlet55TyMpyLEkkJ0ctRod4dqnyd0SDV/Oy9SGHbx/7I/a0ozdXf3MxcR0o8fkEi2ZMpSAvSwN8TpDVWMVyphUa8O2VjzaV2yP1d79aAf5SdNheo/hYAlDXSG4JltNXyHuZ9p7TpSpx2tN7o4xYWWJUPWEGmyCah9kAj2jZEALEagQT+gzjV6yCUQ0kgI9SQSo1nrUik0FT1GnMuptEWt7lKruXjaAN2UmEI5i/tzcCgIIdMjnjKIJQ1y2TCT2ZgyGG2sdtlYE4qUTa1lKzKjNHGKaVf2EILSXjpssvdQkPF0gEzMoLzjcPmizZXLfaISCRb1SGejZHJxuj2XjdUmhYI0VOpqqLxvJQJL3cVf82SZksiY3XVSni+Zn+cX47zlbfPcd/8Yz359hWe/sUqlpNFuBulJTLo+RLNcFpdCaszPmizMGiyFoxwYpojVDE6/sK5GOetRyrmc2Jfl7UdnmQqF+PozGzz57U32nUiy756kqttKg+Sw12fY6WB3uuS7sC1kNNNDF1qFoat4gnBA4pzEjTvgwJ5ZjiztJS4o/uV18pdLPPmUy9ef8tgIe2yGwYvoRMLSdAqt7QHN7QHTp1ymT3k8eHKO77n3MAfDEbwLazTPbfC55zt87rkuO30P6cfPTMRY2pthYS7JynKB1eUCoain0MViTnLEFS94+5CJFzY4OOOPxZkx5qdnyQRjGJtVjI0qFysFLlV22PEM6maSWDTOiUyUo0mTwHBLjch4mtj0BKWKyc2LNpfPdblR7HCz1KbjuYq+u/+AxZvfkODYESGa1ek162wVYavgMROJcGIizkQsQtWLUHPDipIXHuqcu1Tmq9/aIj9oc+D1YfY9FGZCSGwTQXJmkpyexmz2GBZ2sHd2qA1cqgPRzAKU6gEi42EW74szsy9OUkuS0JK46wW8jQKX1uo8vdZiZ+CxdFeOfXfnaC03aN1qUmh12XL7BFMR7j20yNLsJM+f2+C5c+scXIryqhNp7PqA86crXDlf58BD4xx4aILGrTb556pcvNLhqeU+232D1z88r8b2+RL5C2W15nWDQ5yQSzjrEc7BeDTAeMw/m3RtiMXh8EGNpT1CcB8Q0vuY5gGCwWMUrtvcePoq1566Sj3gqtG0DZpdg5l9WR78njmWDsQpXdmmeHUbLxvHy8WZHAuzd8Ii5DnceH6D689v0E0H6WWCLM1McHJ+gbmoiVvbor6zze9/1eZTj9u86dG9fOCHjzCnBah9vUD+a1s8WSjz9WKFIw/M8Oq3LHF4Ksy03aOz1eCTf73BJ/5qk3e+f5Z3vH+OveOQGbSxpLG55NApuwQyYfRMmOpOg+1rO6xuNrne1ljp6Bii3TkSRetS2BkSTGqMHTRZOGbx5gezvOXBHF/+bItPfLzGxXO2rGQhb2zc5O1vz/HoO3IUtnbY2dpRk5GgmaWDW7I/JaM0lvAns4QUGiXrQMQDbCxtQCoQJhUIMQj06AbaFDtttipdtsp9+m6CvpOg1uhQrjVpNTzsRohh08RreWrccxSO3wVWVqcTDmBLyLtaWDwu3upz6VafftUh1HbZOxbhLa+f5oGTY1TaTSrtFgGvhaW1/TD2ZBg9arGy2eH2Vpd23aMnIfF9X6xT4lpvgNcbkDZd0oZDImERTUcJRE1apkPLdLlyucflKz2pL5EIBZiasDh4OMHC3jBVyWCqVijlJc8Tui0NzZUiucHYeILx8QQbO21urtZoDx2spEHAEofsQN384ckokckoAeksrHWxPCmSjzE+M87p7+Q5fSZPUB8yPxlgdjbI+B6LxLjJ1fMdNVpV6XwKMDmpc/AoHDyi0e/pDHoBqo0hlcYAR1BrWR+dkb/tkL/tsjdlsJQ2OHFsgQcfOkxmMsq51Qtq6J5sXoP0OkFajSCNOlTqNs12n2gaomlPOagla7VeE8F1yPb6ACPoi8CdikFzx2R6Osip1wc5fCyIGQgpZMp2vkY+X6NY9qhUTHp9QZCGVed9q12m3S4zsAd4Qx1T10lGDRJRyaEWATiiMkYGnu2jpuTQ48kiGFeYTymoSPGhkO+xfKOt8LWzCzqzi7oqcDmu3MMOjYYcQgRT4+cb9btgyyZQskR7gikSZG5MdXgJXtMKucrN22y0lGiSzQXJZIPqsKZyGmviDhfMhhRUxOUbxO631RCnixQZRKDMZDMKpda16/R6NXXQEDdyaWfA9rrklcH8nghTMxaDfpf+oKfuUVzJVTSIJQKEY7pyNrQ7PSXOyOJu6IIyEsxplOyEiEkRTp8u8+zpMkNX8hGjygVqhrsYkS7eIITbDymHcavWVT1h4p7NZkMEJA/NNKjXa5QlM7Fp02rq9Dq6QpLIEPE3mpADoi+qyea9VpGNWlcJWj1BFEq3smSGBg1CgTDhQJj6Tp9Gvo+p+w0LqZRHbiKgMoaHgyCDgeDxBN0srjdXdQdGxemdSZDJJLGHgqJqKMxTsTSk3hCEmSCWNOJxXwAWMaMnDvV6l1rJVYjrmVmT2VnJTPMUpliyrwW/Klv4u09Ocvd9E/Q86URuqoOW3NPi+N++2Wf7pk1AoZSHeIY4AAVpEyBquEQMv9gjgqnMKY5tEnAMclGDsWiAxT1BFveaZBZDxBdDVHsOp79Z4eLzdWaTLjMpl1AqjJGK0Gh7vgC82lXzyvxSmPxWj9s3OkoIlMYC1c0tXXiaZK/5gpsItuLMVDm/2bBqYNlab7G1IbnoskmR/OkAmQlNOdekaCmCgUpBk/vf9AuWVtgkGNQU/lUyUTvdoXJLdkRY7clmVDom5TnRVaaGdFlKcVOcFpmsTjYToF4VDLEvGPa6fuE3N+0pV/qgF6Jvh5iJB9mTCTKeC5Cb1YhkPS5caXPhSovKhkZzS+53iKZcohlIjAfVkC50QVdJMUiKWNLsoZBjgsISd1+9R78rYhZkxyxOPpjiwJEY1y/WuHaprtDQkbBQIDycTlfNt4f2LXJ43yK9ZoNacYdmt0XHG1DuOFy9qXFtWSMdckiHXY4dTXHieI69S2nydY2dhs6ZZzc4++wG8azJwXsyjE3GGXQMht2Asth63S5H9k1w4u45BrrDU9du8PzKCumoQzri0Kp71MouoWiU2cWsOlitr5fYWC9RLqJGMmMyPWeRGQuqz7PTkq5vuRb2SAj3FNJpYIfod0xapR7tUo8TpzK85s0TCgVdrhUplMssX4Plq55y/0q3bjCkkcxI84CfzSNDdeiqblE5hPvOi77kkwwEH+cqB6bkh0esJCFLMiSbGGZXNT/ICAgCP+yobKxybUit5tDLG/S2DVJjMDYrBZsh5e2Bamp44I0HOPXGg1y5eIMrF68zcG3CMb8hYdep0exptLo67R2X7oaD2XWZSMPidIR3v+tdvPt7H+PcjW/xxDNfZHnrNm3V6W6oOUWQyIWdNttbkuUleEtpepBIAI3UhMawJwfPAJ2GRquOauBypcA/GKALLjGokcwFyE5LBrsI7ZrqurS7vpigSWamB/OLFg+/Q0T3OKV8nVK+wQvPDDnzDUHr6GTmTSUAO0EHxxpiN101xP3rtUUA1iA2VEPE36EtrQpymBYUnmCc/EKIuLeUKyToqWYr2Ru1m54qWA37ci/IYTNKOpfAkMyiwVA52yUvTp4d1ZnsBHD7Hq4thy9BpEozQl+5fkUAFmqANG8oT1VXV3jqWNYjmvWIJMOEVRe4RVwQXCGD4nadwlaN6taA2tZANVYlxyxSY4bKnE+NyZqt4tSVuzwsSnPfZGO5qcbSgQj7DoZVjERCOkl0nWKpTqfT5/jdJ7jn7nswvCSDToRWs8F26TKbO1dYvrHJzRsbioKRziZotlyWlxuqWS03HSM3FcNzwrjDELVim/J2lXqhgS45lwOPPYdDakzJvmo8yFjKJBc2iQcDlLoDip0h5660OHuuRasdZCozy6QIwNMW2WmL2zfXuXL+Js28TciOsyc3xQ++/1X80PtfxdPnv8m3LnyD5e0OhXqIYk3y2lu0G22O3ZPl2Iksvd6QtfUmxUJXZbl7fTi+N8XxvUnm9ptM7w9gezaXr5W4vtyg3Zqm05xW66SKXxCRQsG55FmVwk6InZ2hGna3Rv75b9wp2r/hvVlOndrDAw/sUV3666uCDKry3LMVrl5qk5r8FN+8+N0F4F965Cf5jWpeiS0i/ioROJTANCN+wV6KCwx413/4NX71/uR3kbCKfOWDP85PbkvRTZy4I3yoKuxJGc0vZsueYdeJxfi9/PuffTfvOjxyFvc7lHY2eeoLn+Ujf725GxmsaBDOwGX62Bv4iQ8+xKl9k+QkP1Hdvy9+Kexmq8jtK6f5H3/wR3z2uo9B85Dcb0s1uIrdyH8dUgQXIXH02u6Iv7tuuxFGWjSwXWfsHdlllnd96BG+9+QeDs0nSIjq8tKv/gC732FzfYNnn3ycT37hBlsvu2KC0pUGwZnJNA+dPMzh/VP0vRYDt8XZ5zd4bjvFBz/0Pn7w/j0sZSP/4L3K9y7dvMnTf/Np/vB0njeemuLugxm+/Pdb/MXXNnGMsBKApfglIEERXJUALGg+Veyd5gd+6r38i/tnmcmEX3R1y2tevsFXvvDn/JdvVPC0N/Lpz773uwjAZb7xU7/Hz69X2diuKwy9aQlO2z8XqeslVRklLqrSk4/jVc5M+VilMdPhI7/1m7x99uW3UpMXPvEmPvzlAfreR/ng932Atx7bSy7+Yras3dzg6tm/4rOf/A2+fFP2MpJx21YEBJmv7a6422QN0pSLWhXJZMOhyx7HUxl3MnbFGhHYZYjbVeFsw5ZynEnheSB7KdnAyxkkFFZiiTR4ShOliCLKASwEphHa1ofu674DuNn0owcUHldnMPhPPH7+nyEAA/XTP8Ob3/9b7BgmsUiMcDBEsVilVKiQy2T47W8Wefsr8Nl5zv78L/MnIoQIUlYE4IhFOp0hncoo12+v06cVPsQDp05yYHacdCiiENn/4EvWimGd0vY1nnviC5xeFr+ERiqZVN8raIXUZ6yajjodhah/67/5dY5mXykAFy/8D75xTfL+OqqY1arXlbCeSKVJJDO+Z1OD4k6BtdUVVtc2WN3YYT1fwh669MTRLZ+hK8qvn/+r3DeuOJIHaHf/EB/58Q/wpnuPsTSeIvRSRIHdo1E8zwvf/AKf/NTvcnbbd4YqsVBuEDW3vvjl36uj5pQ7rreRiDjCLivn6vT/wod//kd5x6m7mH1J5rHd2GH52T/h93/zo3zuyq7AsTt/jOLL1Tz+L/nsxd/goZdPozc/Q/bBD6k9n7//fVGAlBc6/7qf4Kc+/D5ed/wQi6kUoZfGLYv8IcJb4Rrnn/0qf/iff44/eEHcNNL86TvnRCBXGagqF1zIV9I8Z/q4Zsfh2TMbL64lDy2NhHFf+FW9AOIcFbfjKLNTNbsoVLMvgIvjS7Cf8v2UM1Xcswi22cd2+yLlrklU1jZfCJbnSJF5pBlg9In44m9AidWCKRfEtRKS5Oigrov//fxc910rs7wOv6HHx0RLDWhkcBw5plWrhnLgjgTgkXDqO3aliO4LC8odrERhX1xV/04iDeSApL5E2JIakI/mVtdCoeR997CP5Zamg9FrESFOPh/BqYsAbEuc1O6eT/6pTywQgV6GCCsiNss1FLFhN2taxJc7DusRLnr32sq1EHE3IjQhw49CEBFeGjrCIUs1r8j5SMR/mYdF/I9HI6qeIe9F6GSq4Vz9XCG/+fegOG8Fbe2/L0Fi+wKwfO06gNX7Hb1WmS+V+Dsagn2uiKtRUNBdyQLvKwHRlbOu/AwcopY0VIsAHGE8JQ7gOCF57eIAH4n2qhGyM6AtObmOZPMOlGkgnU0RDVsK5Smio7jvkiGTkOQt42KKiCSoeMlHVnhvXWFb6+Uu3YGDLU3ssQjTCwtML84TDEv8SYR2o06tXKRWKtLptmh3WyqTOGYFSQQtkkKk8DSq4m7u9wmLACzXU+oUySSDdpttEYBv3qRarym078TcFPP7FpUDOBYTkShAu1ShXazQsftqyJlXsm/DkRhWOKJ+XW8KZaypMpNdXccRETcQxNGFomThaBatjkOzNaDec9mRmpMtNCKQSsBAROOghSNIY13IiCZDFdWwG33hN3tLQ6g8HT6eWcdzRbHq+/0GkiWsGb6ALLSVEe3Cj1LwBWAFmxbyhicSs6Nc+zLQTTw95P//HfHXv5fVXCw/dTfjXTXd+CQDdW8r9L+fpy2vLiJxblEhcDXpVqt06mUatTVajW0VDRIIOCSSAVIZ3+Ep59NGQ5q1bGUwkIiDRDhGVwtRFxHdSjAzs4fp2UUlnqKHlfgrvf+iQapoWKGk9Bs4/Qara9e5tXxJxRhOTmcZn8gSCiXVnnno1Rg4RVUTS8YmCRlpOhUUOckzerim1L06aJpEKFSo7ixT2bnFwoEIC/sjxMU93g9QLQw5f7nBlZsSCWfgaAaH73s9J179NjJjU/S7Qh8rU1m5TnXlGqXaNuVmQeV4e5qlRFGhTwkJz5HIQm+g6HCTE9KAaygHfaNTZ3JiQo1Wrc/GaplOu6fE6Vhc3P59TKOvnrl6SxpRXyRm7NIj1POvyxlUEM6CgBY6j8wt/mcoa4fslxJJyfLVsdu2GmPZKLlsjGp5wMotifcZjOgpBgQFs+g3hsicLM0/IUVfkTgiv5HZzyn31w+hpSmzwG4zjZybTXEZC81MIml8I4TMdyJwN+tdRYCUmopUdEXwFPKfH30Ro1UTY0kLw5C6l0UyHaQm9cKq0EMk9kyKKDJ3+wj0eCxAIir7E399SsaD5DJhJVyryLTigEqtR7kqNWnfOayEWs0hYLpMz6HGRM5SpNNWzWPlps3qbVthiSNRMQlESCTjimq5vd1WJDY5H0rmst+AIZSJ3T2GZAfLPCexYn6GvNrZ6Dozs1Fe/YYx7jqe5OKZHS6eKVApQbMeUM0RXsBFt1ymZoKqtn/kUIS7j0TZF4ky14gQyMNTZ9d56rl1KmOocfJQjseOzTEXDfHUtzd5+tsbLB1Ls/dYGjfgUm10lJnJsoQY6LBRGbBZ6eMagmfXVXOkOG4tUyOWHhJPDzm8OMWxvQtE2y71S1tsXyxz+pzHs+dhzfJYtzyGKuc+AILhLtp0in1mTupMnwzwwL1TPHzvHvaHwgwvbFG/sMPnnmurURWiThAmZpMcPDDO3sUst69vs3J9m4DlEE6MKBwDmf8CaJbckwbzYy5zYy6Lc1Ps2bOPsWiS8FaZ8FaFc4U8LxTyNK0wXnaMTDLOkZDOUtDF6xfUIJZES02wUwxw82qHa5fbbAq1TyIptSG2MWT/wRCPvCnN8SMWTaH1FGtsV1BjNhbl3okkk7EoVTdETQw3YnRqeNy4XePMtQINo8O+11osnbKYnE0wMeMLuvFhEq3Uxt7coru5JX4EmgGPWsukWjOJjFnM3RNiekmyjSdIaBO0L6/QvrTKha0a3yp3KRsa99w3xon7xlk7U2HtOxXqwz7dhEc0F+bAdI7ZXIqNfEONybTB3kkLu+2ystJjY8tmel9Uja0rTW5+p8aVmz3Ob7tUsXjwdfM89Np5ercr9G5X2Sg2uFlr0dL7zBy0mD0UJOJ6RKXRTc5sYdEzDA4twp4ZIRkO/XjK4QIM9rN9WQTgm1x5eplq0KFiDinXNMpFjb1Hc7z9/UscPZFi+fQqy8+usXDfJIsnJ8nGdRJiDml0uHa+oIaIvzL2z0/ywL55Jk2D8q0VNm9s8sULOl88H+BtjxziX/3QPeTqPW5/8QqXv3SJp+nxFDYPv3kP3//YIZYSQYa3y6xfLfHH3y7x6W+XeNd7p3nsvdPsGTdJCjFhMCTY7mO1+5S8AGU3QKHUIr9epiDxFwGTCgbdikOn6lCpQLEC0TGDuaNBDpyweOhoglcfSfClP+/xid9ucfGC7N8CAW9ywuLdj43znneNs72xo4ZMkKlcFCsqeDlBK3h0hg6doUup4pHf1tSkFBg4hByXQxmLg5kgZtbDlS4Qx2a93GWlIJ0zlhqW4RALD5majLNvaYapiQxe28FtDxkf66mxXm1xdrXFRtnGdD0M12OrYrBdNRh0hhh2j/FEgONHM+zbEye/3VEjGeozHrcZnw6RmUsSm4yrxfL8lQYhyyItzhVL952k4nJrOfRaQ7JRh2xMDvUSOK8rxHHL8dSwe67CV0jGqeTXST6i6jAW1OXAxhnYfu5mW7rOpeC76fyfAAAgAElEQVQhhxJZGFDuyd5giD0Ut4EgxWQx8vBGnTk9QQ/rJpEASoCOBATBEYNgjNvLdW4vN0iEPBYlSzMXgFiAoamzdslh7ZJLKmkwOWkytWAyuWCSnTHYut1n65atMHiRsIsbdGgbQ1pDcefKcDm1kODUYoKDh/ax5+hdBJNhLq48w4WVb6sux4BpUq8HKAi2sObS60t+zUAt2NK1JcghOZw1Gj4etFyWBWKIqw8IaToRTWcsazK3RxZJg3IBKgUpMLtqtHsO1bpDtytbSnGFmNjSBdTtqA4byZ6Oqc2BIBNkodbU6HQGNJsivEqmg6vcCIlEmngipQQryYHp2X3VjSxdYrGETiyuK1eRDMHT1ipDOm0/N0qcI9GoIHzl+0RJp5KqoKwyhjyPmuCEqy0cR8CdA+V+n56NMj0T87vLHJ3rl5tcfL6mCpt79meZmIrSH9j0+4JmlI40W+UvGIGEcip0JEe2WyMSlsNXUG1QxJkmm2Qr7Hd+FfOCwRahNEImGycjzvSsqTrJKhXJ15UMIfnego6WRV3wpdK9KaIk1Ovi8jEJhi1SmZBy73b7NXqDmhK8ZcjxSTpeBT+u8LLK4enRFjHB7eG44sSV3w8rvJMs0AFjiBEUPJzrd/xqEYXhlQyMSqmlfi1DFVIlM1jKeeKatQVxLgcuVxEDJiaCSthX3W4DKBT6FHb6hGNBEpkQmuHRtSUP3GZmKs70lGRZ2mhmm06vT6Uik5sItRqVik52LER2PKzyX1wRCfs+frrbEjy9RTYtBXLJdpZN5pBB11CYdlnoJ2aSbBfq3F4r0er2MCKSV6OpzXm77CkMrKDC1QHL8ANO/BYJfYTDlkKGOJsNQqbJZDbERC6kMEXiaJiYs9hzNE4qJ5jxIXZnoDJN3V6bclOnUDeoi8uy4d/Xe/cl2bM/qe6r509XKRclL0tyunSMoKBhBqNiQEC5SGXDKveQFTWUczIiIyLdzEF136k5R3BDhjif+uqeFByuPANyOE9Klokg4nexIl2PTsel3XaUaCZdekFLXCNSIA6JDOWj2QRZJmiNRIBE0qAiGeWlvhIYRcQSESk55hBNOXSaFt2mxaG5OCf2x5maNIjmhhjxIcsrA26uDFm/2mP9iuBzHZJj4h40iGXCxDKCoOmoXFPJ0JLii49b9/OuGtKcUvfR7XIvZXMh7n1Vhv2H49y6XldDDgDS6anJBq/eQ+s5HDmwwJGDCwy7HVq1Gp1+m67ep9wecOGSw4XLDmFtQEQbcv99OV772ikO351jZbvPSr7PC2e31bBiGrP7YkRiFvWSS6viEhwOCToDHji5lze85jCBqMYzy9c5v36bWNAhFnTZ2RywcbtPPBnlrnsnmZiJsLaWZ201T6kApaJs7g0mZgQ1b/gxBBUXw/KUECvYpWbTwe7J5yI4SJN2vk97Z8DREwlOvibN2KyOF2jQHTY5f2aohojIgtAWN38yqxFL+Id6KUSrZ0aJiX7hWp2/1eFeDvUDvMCARDxKLp0hHg1iBDqSmEJ5Z0i5IGJfmLG5KEZIV938jZZNeXlA6eaAREYnN63sZNR2BPllcODkHAdOzrN6fZ2VG+vK1ZrKSS63YJKGDHqOWreaQwe7AMN1jaxpct/JKPfdl+a++x7gvvse5OmzZ/mLJ/6O5fUNhW4beAaNqke9Ik5q3xkgjeYRoUkkZQ3z4xLqRZdGwaPXclWDyKAvbn7fARRKaWpEkoaKEJB7SPYL3aajXLEywhFNrS8ziwb3vy7E4XtMtqUBY63F5eccLj4rHeY6yWmDyJgIwEMlAO/+e6cFblsOAh5ENbSoaCP+7OK6skbZfjF75FnxXb7i1BcHoDhsRFQRMQN6XRH+BkpUEMeBrKwiMkqjhhUJE4yGVL68N9Sw232Vi2t3JAt8lO1leerekrgFybFSB/mhOHV0YpmAwu2IO6PvCg3CIDcRIZ2x6EiucKtPca1L/nZXCXKxVEAJ5+MzmhoKnS0Fyr6O1zdwJL+24tIuu8zOBZkREXYqRm48ruIKBoKF1VzG0/sZy+xn9UaLq+dLNJt1YukaZqjOzRtVbl6vkhuPMbcnozqgb9yoUih3GZuJMjYdw+0ncO0ElXyD0maBRrFCyJImBpg7FGb2cJh0QicqDYBhnelEiGw0SNXuU7H73Lzd5+p1wesHiUeyxGJp4hMi5htsrhVYvrZFc6uLXgsyn57gQz/yZj70oTfzxSe+yhcf/xtWC3U6XpCBbpGI6qogsLQ3x9LeMbbWm5z9ziblUp3JaY+ZWYN79k+rMaBL066zud3i7Jkmly72MK1ZTGvGbzpyO2oNiEbiqhgoqDWV9dyTbvwhdq/M3/3+394p2v/qf3894aDv4NvebHP9So31tR7Vmk6zLSSKX+Ovn3z7d3EAX+ejb/tp/r9aXqGbg8GoLwKHRQCO+t32KjduiPfY/8HpHzvIK2ivtHn2v/0w/+KLsi8QFUawlP+Kv/rqq1+BvL31xL/jHX/0en7nNx7jtZmXq0/Azhl++F9+itOqOOziZk/yi7/0AX5wX+S7CM//2G+1WP77T/HB//vzbCANbFHf1THCwSqh4D0/y7Pf7b2sPcPRH/3jl3xjf98mMsCh7/9xPv6/HmXmZeLzP/XC7Px1/vQ3/yu/dsYXDuR/CnVbbzA1FuOBe/ZwZP84VqSPFR1QH38PH3jwAHP/GG/7JT+sX7rKlbOfp9Af8OUn8/zl1/IMJbsxmcIQAdizJQBcocNdz+Tw2/81H/+xY/+T1z9g49zX+ciHS/zYF3/guwjAdZ77+Jf42TPLnL+0QTgaJBS1lJin3KJS4NVc9Wz7HhrfcS1eLt99LMVeh1/6xK/zzlc4gFs897tv5w9yH+MX3n2M3D/5iTe4+rmP8L999PPc7kte4MihMvxBPvOd3+Lh8Vf+4xc+sYdTH95QAoucK2TfJOhOEZlEAA6HxREX4qc/dZH3v8Kqa3P59x7kw38hJBVBjfvnI9k3ttsdhahXjQWyNklRTrDJCMXBzxeG/4e/PvO+/wkCevc113nm1w7xQ3/kO3DdoUuj3qFZ75BKJvidZ2p8796Xv78tnvnff5bPKOSvrB/iALZIJlMkUyk21zWOfO8HecfRcdWi8c/7GlC79SR/9ck/ZU32p4YI5RZBy+Ke932EB2ZepkL+k9+0Sv4v/oxrsmbZA7p7HuPRk7N+XuZLv7af4Ef/3S/Rkhijjs1OpcF2sabOBLt4eG3uvXz04x/lg69ZkKf7n/FVY/krv8BP/OQfcFV8myMEve/Y9wVE3wz8Mf7m2vtf8Rktf36ct/5fLgf+9Z/yOz/xMLP/5A/d4ewn/y3v+MUnVPHVFypfFILlZ/3K13r82N3/8GXXn/5p9jz2sdFv+s5VpVPPvpf/+scf40PHUv+M97n7V2pc/bOf5T0/8kkKIWmC9mMbfIedNJvK/eHf8yrb2jD41rO373z/R15/RP1wZQCXWVihX6Uh1FVijxIv1WXz4ynkfSpsq5BGRAAeYZSFYiJDXWelGY4ytiW7Vzm+RDiWZ8X/nup6eVLAH2HJVWOG7MuE++Aj29X8ogSjXfP2iDSh5hm/6fVOLvNLndcj4cnPRRw5iUdCsnLXjuYuJQCPXMl+TrD/Z77gLa/bd1bJNQwq/PaosWD3LSosuN/4pJqkR4LqLo9aZU/7C6r/JQ2rEgUi8Qby2kT03KVlKJHDdxDvCr8vvwl2qRNyEpcmG2nvVC0v8t4ECy3iubzWEeVAxF3pwxK3fCqRIBmPq32DctlJE4wVVI0C6t+z6zwWp728V18E96ke/mcnAqBicChBV/KLfcFYmkOEqCbib7nZUmcFyf3t9Ad4IgDr4gYV1WKoakHi/s3GI4wloowlo1i6jqVEdt9tLc+D7P+kTicIcsmulwaXhLiFI5b6uyLWRQIaUaEBuEMCzhBTE2e8uAhHUQCyx2/YtKo9tZfqyHsMmqTGx0mPj/uRbXHZ4chZ0/brf44I9gNMz8GUGo7nYXlS1xhSlbxgu69IDzKSiQTpZFLlllc3t6jm83R6bbq9DvFMktR4jngqQSwaVQJwpywO4CrdoWTbS+0lqBpwwxERoqUuK9QzqZtJrUTw60Lp0AkIHt8USoxgeT2Ft61WmtS6QypDnepQ2qwCuOLYNcK4ZphBIERPC9LVgnQcnbYIhZ6BSOc+Yc9viJN8UYXxRaJ+pCFddUD4THn53FS8h9A4jDsOdfmA/EYGeTZdP69bSWx+prQIk3LG9BH2L3ZmKEe+8n76oq/PX/B/pHIJjxrwBFEt+zAVpWdoSJq16UnDbpmN2y9Q2LpCOAQRyyMhGN5siIEL5ZJNTWLfhKonjfGyoXU8QtlFIpMHiU3tJ57KqKYkcbLKEHFPsr0llz4g95EMbDU2Nm6ysnKZ4UgAzo2n8Vwh+kUEG4cW81QjvSnAmrZNeS1PaTXPxN4ZxpemGQ5qtCobdGpraE4R3SkysSesorCSoRgxJ0k17/LtMzucu1gmIBSmUJADx05x18k3EI7FKW6tUs6v4dTKODWpadVp9hp0JXd3KGd/X/yV4TfiSaN5lPEpn1DY7tTVsIIRQsGw2rOL4UBie6LhAFZQkM4V37DTGdLu+uSGgNBeAvIs+vOwLzoKulkMAX5Ml5xbxWiwmy0djpgKwSxCbrcpcXQ9piZSTE2mqJRsbt6QaAppWrNUfrRcOM0cIfSH4ij2TSbSuCJ1P6EZossH4zfnyHuVJlFpXpAGRBVjZ0A4KnVhMdZIk4P/ajqj2D05Y0udVpqa3ICjSE1xaQyIRuk0ezRrLVUrFfevENqE1CdRjcKvDoQcrLDgiv36dTIRIpUIMRzoik4nVJKA0Vd153Z9QKsuRhbB14t5Sa6jH60gcYfBkMf4GIyP+8JxImbh2FAvD2hWBor8F1KxjzE1Jwkiu1zuqvtZ8pYll1lifuoNWXdHz41q/JEmHnnWpFFu111tKFPT4btDLOw12bzVVaNekxqTr/vIDS8N/tl0QI17jyc5dTLFUsQiVwBvc8Dpy0WeuVJiO4Yarzo0yfvu38PeZISzz67z3LPrzOxPMrM/RbVnc2tTzsd9xhclNs9gp9AhX2gr45I0k8imRKLkJLs+MeaRHPM4Nj/BvYszGMUhq9/c5PYLFa7XdK7VAmz1NbYGGi3bxbZdFRfqSeRTx2H6WJipYxHuP57h9ffkWLB0Wi8UKJ4r8pWLNl+51MOWWyyukZuMMzudZXoyRbtSpl0u03H7aj2QOr+lhTEVbchB14akkg7JhMPinln2Hz7EdDJDcr1EcqPE06t5nlrLExiPM3fXDPNTcfYwYMbt0ayU1bhdMrleCrNSFEF3QKExZGrBYFoIkokBwUiPsazOwnSYdDRAZaNDZbNN1wvQ8wIspNIcl/VJC/HM1TrPXG0QlYYYTfDifZqSTZ4cMnZIY+xAgMn5MTVSeoKkE2OQb1C9tU51ZQPGIni5MIOeid2UPHCNzD6N9EyYiL6HSGAvm09eUeNGrcYVo4+d1nnoVWO8+lVjPP2XRZ7+chEn6pG9K6xirHIBjYw0wJkRNZqVrmrGF7NZYjxJLBejW6/RaVRZvtrl+gWb5Y0ht2seXcPixKkZ7n3VDFahRqhQZ3mryZn1NiV3wOJxk8XjQag7aA2HeCxEekI+vxCH5zSWpqSMJVQR6FZlTTWp3rIpXW2xc63Bjj4krw/Z3oGtLZicS/K6R6ZZWIpy6ZltLj6zzcPvmefh984zGR8QqlXolxvcWm5w62aTViRAK6Kzd+8E9x+dJzywOPvVbc5/q0QpHqWUiPDQvYd55NQxtLUaFz7/Hc5+6VmujTlcHRvyloemeN8b5ki6OtfPlLh4oco3t22e2rZ555vH1FiaGiMTGifiiItzBS2/wnJ5qMZWdUCxPqBvaiT2RohMW7TLbVqVDs2WQ6PjEs8Emd0bYXFflH1jJks5ky98ocsnPtXm0mVpXNHwpieC/NB7JvnB90yS3yyyvVEglBD8YYxYVqwhBpoRYLUggm6Pc+e7fOd0l/VbIshqRF2dB2YNHpwNEJo1YdakrA1Zq/a4XeyydQM1ZnMG++cMXnX/JA+/9RDH7pmhr9CVokQ30AN1vn2pyBe+vsOlmw3CrkdYcCxE6RMThQfNaxMNuUyOhxUuYu16j/XrXWazsH9OY3FfjIl9aVJzSU6fraoxMRFj31KaRErD0URMEFysZFa6TIw7TIy5VAoDlq/1yW85NFpQb8L4WIDx8QCTCzGm96UkKpDV5SL59QohyVWRjFLBPkhHUtgknBTMs8XFi10uXeiqiTqTkU0meLbrd7PFXAJRj3wZdiqoh3rPhEk8HKBQ09T4/zl7DzBJzvrc91dd3dU5d0/enc05KEckISGBEMICTDJgZIE5gDkO4ATX5vqa4IwDYOxDxuZgbDASQQKBkEDSKq60u9LG2Z28Ezvnqq7q7vv8v+pZQLucC3d5vkdIuzvT011d/X3/931/b6Nk0yg5ZOIeNo16CUU1cmaHfL1LfsJL4bSX7TsNLrrCz8iWAAGJhIf9HH+myolnqgwmumwa1ej5HRabFoWmjVPr4tR73Lwryy27soyObyU8upu238/xmR9zYvbHLt454KNYhoXFrvpwQtxNHulWC2DofoVcrVZb1Ouy8fbRNL2Y3TZWr81wWmP9kPRBC65IGPq6ek5ljWwIMroxJDleyjVxiNu0mx7aTY2O1aNjdYmGvaRThhoux4VbnpAeCUn9mpTzthLExE0mg2oZZCUTaRKJNGVBjefrKrGZGfEqwaHbdzKKqCGiVq3kpu4aVemVEORSi9F1PjV8Xbc+xfr1A4TDIZUolETr7HSBmamC6t8IhHoMjQTZsDHO+IYEWk+xJnjqkRw/un9RHQD3Xz7Ixm1xNfwRPJLlVGk7kviVFK109wkeukrLrDGYDTGQCRGL+RSaSdOkw7VKpVJj6iRMn+oxOBhnw8YUI+sEvWkoEXhVujCX3SSJ3akr4V3wxLL5z+ckHdsinRpUK5YMEUt4lXibL+YpFPI0VbLTIhw2SGfCql9SbYBNS6HMZRmyWY4KRsEglYoQj8uAVUwMsmlw0bCCpu7Y0kXooZCvUshV++hEQTyKwxuFQqlVHerVDtlBjYFBD2OjIdavjxL0+ymvdMlLZ/OZCmcmq2SH44xvySCE9uVcgXK1yvhYiA1jIYUSjSRFwJQNU49iocf8NMzPaGRHvAwM+5SD8RzSrY+HDPiDyBJUj95r0JMhhemna4nRQZafidMFjh5doWG1SK/TSQ3p6F1DreJym5WzLZqmQ1cQNLIvcaSzRERZOZTZ+L0ahu4hGvIpc8DIWITJM1X1cwluY9/+ODt3Rti0McDwsJflhSJLi0UmJrucON1T9xlJWIqgtHlbhs3b0jz/TJkDP8yxtGCqa0twioFwR61wxE39Nqo9SjnprhYkukfhILfuEPxxTBEaDF9QbcLrzbo6ZKruZt1WnSU5sQLjUZQC6TkW7F+jWafRgEZDU2YAEYrFXS3dr/LYAv6IWvL6y3tSxCnpbxHcSj5nkl8VB6UMfuS50QglbYyIQ73oo1b0ccnOJC+6NKVS2d6oSS9gsbjsYXHFw8ThCicOFrFaDqlBg3gmQDAaIhgJYVNXS4nUfUexi6kzVEf6Gt5XNu8iAO+/NMWW7THmp2vMz8hniqCWdXrtLs28SafeYe/O9WoJYt9s1Gk5LUzdIl+3ePawxaHDbbztNrptc+21g7z01vXsvyzLyekqJ6aqHHsuz7EjOWVWSA8bCnm+etaiuGwTBrVe8uJd3P6KSwilfBycOcXRhSkCni5BT4fZMxYTx0wSqTBXvXiE8S1h5mYXmZ1dVOgdWaGITkpQ4WGN1RWb1VWbWEKw+UIz6JHPizlBUEgyRPfSWOqotWVHiN2XhhnZoBMftPCF2jz1iMWTDwti3aVgSOdrPAPRpLy2LgpcDlvFXFth3KUnVvifglLWpe+vZ6mVSkYYG8mSjAfRPSZdx2TqVI2pU1VGNiTZsidLJGXQ7rZoWi3OHq9x9lidUFQnmZUS4x6NnByCPAzuzDK0M8PydI7lmRzhiJfMcIi4iP41W61az6QmRpq8BvNeNqYj3PZq2TsMk8qsV+uHDx/nG995iqm5HLq4MnWdlcU2qwuCJHTNQsGYTnwoQDQt/d+awgutzjqszji0JRmm0JGCKHQHv+GBHpHBHr6QDEH9yplriWjacOg1AvSaAZKSZB/RGdmgsfMSjfVbYfZ0g5kzTSaPdjn9PJhtjYi8hikPHb+tBGBsA7GadhodOnVbpXG1oBdNyBpibPCJU9tWn0/yT+mel0clnZfNmhykdcJi+AhI75WkYTRaTTFftF2crQgNbUkGO6rnSiolkgNphX+Wg2ij3FQH2WZV+j/chIlXkr9+EX9dtL3CtMpxx6MRTfmJpv1U6zb5kqU+d0fXhxkcDrk9d3hYnm4wP1FVInQwJsQBjzrAjKz30pKuKBFE6l2sapd2TfwEBnrbIJvRyWa8DI4EGRoNk8j6CETEDOXBbg7htIY48NA0D9x3nGazyt5Lg2zc6uf0yaZaYxsSbNudpd3pcPJknpV8g+xImOxoiK6ZomumKS6UWZ1bolrIkUhBIqUxuC2oVkCczQ2ThK6xcSDKaCpEpd2iYpssLmksnNWp1STZElCDKmPAgzGgsyI1JtNF1XHdXekyFhvg3b99B+/6n3fwxf/4Jl/4yj3MF4p0RWxJBtm2NcXWrSkyiQTZRIJTR3P86IFJatUCl13r47Irg+zavJ5dm9YxNZ3nyPPzHDtW5ekDDseeg0R2RK2up4bdzatuu2xmHalUVr23QlEPekDqOWTImuNf/+D+c/Pgh2ffxszpItOnC5w8WuHYczVy+R7hRIpQPIYn8Mfcfc/LLyAAn+ajr3g/Hy8vKbyuzydUlCjBYBzDcBPAKgWMIDLfwne+e/UFRCwRgH+DO78pw3pXAO527+Le715AAP7+B/nPwQ/wgf0XFnRP3vtBXvvJgjJHdDI38plPvJbrLyQU/wJySPXwJ7n9vfexQAzdEziXWFJ411e/j8feeQGk9fwT7OkLwGuIWBlUv+idf8jfvWbTBcTvX+CBtJe5+8//nD856A42K/U65UqFwVSQy3cNs3tLivRggqtf/jb2ZCK/hEAn37tK8ei/8Oefn+DeH63ieMME4iklPCIJHklLYnDN73yQj90+9gs/fnPuJFOpHeyKvPDnq3Hq7of5o/sP8ciBkwpHH47LPUIGcK5I4/7PRTC7TZk+t3NZjCx9R8FHv/DX3HEexrjBqeeKbNi37uf2Tf/sozHJHfgIr33Xv7CgfkPEHy8v/9RhPnHdBRTgI//KxivezYwI0co0J6ZTnyL6iCDmCsAf5p6Dd7H9hT928QB/++b38qAhJj3pOXYFulqtQalUVksJwP2UnJuiEiSx+710/WPc++Rrz3///bzLJ/9j3v+St/LlWp1mvamMPrJvCoeCfPaZJq8/T6Ce5+Ff+5980e92JAqJKBQOKNRoLHYxu29/Fdetkx3LL//LyT3GV//uM5yQGgFDKEhRrn7bX3HtWPCX+GIVKgcfo+Q1WFrJsZR6Ea+4fOz817nwOJ/91KepVqVHucnE7AInpubJl6suKezFn+SBz7+TPRcCEfx/PBrz7Lf48ze9ha8u9UU2SW/2BWBXqP04Pzj9JiT/+tO/Jr+e4kPmj/j4W/bxi33bMgf/6Qpu/tD0OQyjfP01sfm131jgizcP/cz3mPgPH9f8rtvpqpKmPY3OyF184b//itvW/2Iy9wt//PIjv89Nr/lXlgRzK6Kk3MO7MtB08b2u6UGS7SEOPHXm3F+/7cb9ap/kpk/FcOzOPhTmeU2MVOIlOHZf+FW9nW5np9ufrLliQMBN1KyZb5QgKj+fSup6XBHRsekoMdHFHavEr+B6+8hqCSdK4lNS5+fw1/1Xbq2DV319ud8o8VQpVq7o3Md2uzSNntrriHirMNDnBGCXQLcm1K/1Arvp5D6RqC/iq67ijgjbLl5UxMVzInlfdFXfU3ZMCmHuGieEOqY63UVIVd3C7pUnnzGSkDIFC732060V7/ZR1SKC9RnirlGwn7pWqTfVG9wX1js9RT4Rw4iIhe7z1RfMVR+0PDdKtlevSUrEylhMoaHDgaDqCQ5JF67fR1dTkvs5wc69Ll2zgEoJe70KaS1JX3l88vPIL7cnu0O9LlSVBsVaXQnAdUlgCjbf7qgUa0/EdKWCd4j4vaRjITKxUB8FHcIQvHm/FkUIEqrQQIlbmns90iGgEPeCuA4Q9nsJi1AkAi0dNMEdtS2VQA0ovL+Yc9yUntTCmWWLhiSSZQ8u12osRiAeIxqTJUlJ6UB3u9Ql1SjCl9ZWGDk0y0IT4ohpuQKw2VbPi1yviWiUdCyh0qPKdFypKrFaRH494MMn2O1QkHA4rBJszVKJVrGM2e2qGiHpuhfqmrwnRfwNhCP07DY9R95fFm3HVKF3f1DqIfyYDVMR0aTfPb9aoCoVWdIRLIST/uduzxOi5w1jaQHqGFR7PkodnXJHp4VBU/osxWDcc/+Ojk9VXZnYCLBb1UL0TR1rVR7y+SamADE0rL231tDi5wReuf6EACBVE5pYfUT0d8Vf9bko79K+6KtsFD9TtfGTDm9lQOmngAXzLWjqWChGIpqkVS0wcfQRZk8/TVTSkrJSAWLpkEo15nIicpmq91qE/EatQbPWZGDTpYzvvYmR7Vch/d4en1eR6VqtljKX+DSvEoAFj+VxbIX5lbW4OMnM7Am63SbDY2ky2ST1uk69puNNJfAPplQAiGqJ1uoic8efZ/7Yc+y65gp2XXsFrdoqy1NHqSydJBVrkY6ZJMeDpDYEifuTxHtZCos9fvzYHAcPLxOICdElwMYd+9m65zK1v5idPMHizGn8to1fusVlLtsVA0Fb0QNVNYUlPbcixLs95VK/kx1NE44atHCImr8AACAASURBVJplWg2ZWXZUbVo0liQ7OEIyHiMoCV7NZmF5noWleUVUbFluglTOpCKoriVLhX6iTNVKOHdfvqBK3roEAXnN5D0qgo0kUkX8FRF4bDTN6GiGQq7FxKk8+VUTjy5BBgNNCcDu50FH0PNrNQOyn+2L96IbymxYrgup4pDHIUd7aWVQtHHJUQkxL+UlENTUn1FLSJAyEuu5xhy5+ByPXN9d1ZMeDQWVYbpRa6kUcUJQ2FGpYzQVrU+Qxf4IRBNCLRS6SoB4LEwiHsKsS82UR83X6q0yptnAaXXUqteF4iWfYS4lS7z2gZCmqrmSMUhGZe7m1jOoCjOng6fTD2UE5M+KCTiuOo9rUqHXcHHbguVezbVZzVkqhb1WXiFdwFK31xMDKDJPlfOY1Md5GF7nkBnsUCt41GrUO9TVDMGlgvn8EFFL44pLk1x3bYZNIS+xRRN7vsWzMzUOzdSZ0WDaA1ftGuHN12xhRzrCsWfnOP7MLNl1cTLrY8wVGjw7kaeq2Wy+LM7ozhDF5QrFJQlI6ZhtQ1EX9WAHI9whmtWIZjQuXp/hqg2D9M62OXbfIqeeKXLW71NrtexhpezST8sSqDEdxXgy6DG4LcbA9jiX7Ytww8URRo0Oq0/nmH+2wINnbB6ctPFEPMQzHpKpMPFYnGQsSkirqZVrWSzWJXTlI2bECMs12Wm6K+Dg8duMbxtnz8V7VddrZjZHdmaV751a4XunlklvSXH1Szaxc2OUTKNCrFYht1xhdanCY8ccfvRcl9OFHlUPOGGNF98QUWtwsE0i2cTQO/RMHbMCy1NtlibbBBIGgbifDckMO1LD9Fo+vv7ADF97YIZsFDJRjfSQTnrMS3QYjIxDcKDHyMYxhjeOkSRE3A7QOFti8dQcS9MLRLdm1NKElFsFI+wQGmsTzPox9J349R2cuPswJ79xmLN2hdXhDr71Xq6/LMP1l6W5+0sr3P1vKxgDXnbekmBkowejXCPQbDEwPMbA0CgnjuU5+ORZIpkQl924kf1XjXHssVMcO3BSGe4nJmE+DznBgfsNdl00xK6LBhlo1Bls1jkxW+ehUw3OmjabLvOy6TIfrUUbc9EhmQwztjnB5g0h9q7T2TqkU7P7a7VEfbmAuWjjrPhoLfuYsttqLa5oLC1KZWaI3RfFSaV9HDmY58jBAnf99hbu+p0tjIUbcHYOc6XA2ZU2C8s2FQ9qrduYYd++MaxKgG9/rsjD99XZ8pIsW16SYffoFvZmtlF4foUnvvkoj913gPJOTa0b9ya4Y28ap+jww4cKPPFclRm5j+s6t1+ZUmvL6CbS8R2EegHsqWfVOjTZ4NCZBvNVjVzbwJcJsuPqKBv3BTGrFbWEyNPuOorcMDgQVZW9Sekv98LXv9ngs/9e59jJtkv0GBky+PXXD/LW1w1i1atYDVHoe/hUl67X5V0EvBw5VefwyTozszaLCx06ppexTJR16RDrYrZaqy2H2apNoe3QpEuj06GZg2aux2jax6Zhg/F1EdZvSBCNR1g622NpoYc/2sSItJjJmRyZarOw2sbbstBNi6FkhKFUhFhKI5juYkhaRjNUB+L0oRpTh6vs3ZfkmusGiA/5VAQ9b7aYnm4wPVVX3biZeEAhPMR54/bmuSLVtj062/e4zsZ8oUMu53DmdJvJMzZj67yMrfcRjnnxBHR1yKmUmjSqphoii/AjeE5Beoq7OpIQXr2uugIbDY8r2MQcJZQE+i3x+UaVfKPGwlnUGh2McNGeFMm4wYnJCicnq4S8BmGv8P99jA5KAqvDmcUas0tNuiWPWpt3Guy8xCA+EKRDEKtjsLxYUSsT8TKa9qtDRK5iUm86hA2DsOFnazrA1kwQfySKHUxQ78L06hQzq9PnDkqu60oSEh6VYpVDQyEvaU+P6mpttmSzKQedgErj1WotqrUWmzYE2bU9SsCvUS62qdUEQenB6egY4iALeWhZ4nwyFbKnVZVUlaBhpKnTQ0SEiZhGIu0jNRxVKcCzMzXmp6UrSobI0kWDwhGrD8pggIDgiwJefEEdjyF8FlN1BUs6TpK/aiMiKduOJB/6+CfZEXRttshgdltSCVZmq02tYquu2GLBUQgicUkh6F1Jv8WlHziguhyslk+t+ZkWM2caauiTHvQTS0qiwnUkSpLWTdPKxkgSs7LpMAiGDFVwb+hdAoauhjLS9dhstmjUTRZmHRZmOwpnIBjkWFLSv7pCrzebktSV/Y5Ue0sqFvSg9Ld4KEtXc8lSCCHBN0kaVBDBsmutlgVvLH2pplpCb5ZkofRAraG+em0RyXSFeRehSRBhcoj1+dxEtOrbcQSRIpRbER6lg9J2N5Yty+3WUG5aOcT2e4pEiHXEMWeQTBjE5GtLqluQytLB0uiwuGixuCC4ZT+BiLiEhN4hKbA2yXCQRDhIPOkia8UNJo7PVtNmebHO0qI8925HiK4eq+sQF0FOrhPb0mmbXoJGh3jIRirewv4gfl9AXRtS41Yo2+SKkvK1Fe7ZH+kSD0WJhaLUSg7F1Tb5QouVQlP1IvscTS1VIepxDyxyfBGH5LrxCOvGo6wWG6wWJdEuKPMgg1mDLZt8rF/noWnWaVp1qnUvlZr0iPQUCrRWtdm0NaPWypKlrqul+Ra5ZcEcC2Zduks0MqPukkGGYLedtqC9Yvi9kqBrEoy01EZbBpdyqrcs6WRrYwRF3LdZPttmbrqN09bJZGMkUyGcbh2nKzipHpWyohi7iUhxNPs1dZ0EA4KdCinXuOom1WXYoSnnrWzYZZnSj2HLoUkjlJDu2C61oodaUWP7eID924MMDHjwCFY74FAsa2rNnTKZPSYJYHH6+QnFBU0p+HYPRrSjXhM0t49KJQJU8tGjuutkSQpa/l2cmdt3xVi/KUwhJ4KmpQzKkmC2pbNmoYlVcrhozyj7d4+pHiPpCmy0Tapdi9WKpXrfZXnMDh6rw7XXDnPLy8fZfXGKwyeWOXxiidnJFnOTTSW8y+OVQW6p0KJWsDAsMEy46YYdvOIVFxFK6Tw9PcGx+Sn8eg+/p8uqJIBn5J4SYM+lKQbHAiyczXP2bB4NEUBUHNTF3js2xVKbUtlW7tVgRFf31Jbg/sXaJkfnDpgrGuYKDAyJKOlhaNzLhm0+MsM6h582Ofx0i2Kup7D+XukiyooALG5T6QTuUcx3KOYdum1d1RhoPfk+4tyXqlwhPDhkMhF1SEslw/h9irPE6WNFzhwrEsv6GRyPEEnJMEMOMz2Kiy21xL2KIJlMcBTW3MvQzphaC9NFFqdLGKGea3QRikjXi0+SvKa46E20Uhd/vseWoQy3/+rFXHfLNhZyJRbzRZ46NM9jT8+xkq/j88ugXadacqiWxaAhBwghT3jQ5DMiYBAJRtSqF6BWAMtq4HRqdHtyuAvgMwJ0fC06PlM9T9I3J+/xjimHti52OUi7FCSR7ZEZcRjdDHuv8LFxu86Jfj3D/JkeC5OCz9YIJjz4E6BHu2p1Wj6clkFHDFkNm07LoefT6QnSKiQ97D418JTPIxnKSkeSDBXrfTONYBvlviw466B0s8sMWD7XBKzY7/mTA7wYOKRbKz2UJTOUQev61KoUqpRWClSLFTW8kiX9U7J60v0s3aDKoe8Oh6Pidk4KSs6mVLHRfZoiXWQHhajiCiQrc1XmJ8vKMJJMC3lCjAq2wjbJsFFQ+fKRKwnkjlQFlD2YFQ+DAzoDg14Gh/0MjgRIpuXz0cUkzk/pnJ30cuxQhaPPlBSJ4EU3p9hzWZTDz+Y4/MwqmSHXNNS0HE6eWmUlXyMzHCA7HMTjpPHYaQoLVVZml6kXCwwMiVnIS2SdRnTMg8fu0Cs6DAVCXLV3A/u2DpFvFsg3CrRaUcxWSlFQZudXWVgt4sn48GS9rCy1WJyu0Vq28RZhPJHlrne+TK2v3nMf//nN7zJ5tkTTEkE7xnU3bOf667eRX8pRWM5RWM2Tz4mQ2+PSK4fYu09en45KQJ44XuHQoSLzcz0K+RjlUgzNK2SMAKZdomWtKqLBQHaUeDzTx3BCarhDakR6cGt86ncePTe0//bzr+H44YJas1NdFkXUbvgwIgZGxIse+AD33feK88Xb+gQfufX9fLy6rBId0gMsAnA4HMfwS+1Gv2tLhsF3/DaPX0g0VQngO3nrPYKelMGDpIHezn33v+g8MWVhcp7M5p8j8LWn+cc7/o7Pq58qwZv/+k/4432/TPL3PNWOh//6bfzm/RGFo5eB5TkM9avey2PvvoAAPPc4e97x5XOoQqUg7LuT7/zl1Wz6JZK/52lR9Qn+6lf/AQl11ptNqo0a6aiPPeNpdm6M8+K3/j63bM4oQ8Yv/6vKc1/5LV79tzkcPUownlbVDy7FyKH76vfz+G/9nP7mX/qbVTnx9e/yR98/xoHHJokkIup8J4N21fcpKTAVsumnK4WcooQZSRe53D4xyH7kc3/Lq84TgH/pB6O6/6a+9UZu+7+fUFUlIgB3Lv4ED33+lZxHmOYIn95xGe+ckv2+2+UpYpPq3ZSUmKSBP/QIC3e9IJ4JFJ78E17zgXvVnkcGkGuMciHAqD29dFa1ZIBsKZE0EAgoEcuVX0Q8+xg/OPKG87tfpS/TH7hgkvXsA2/iynfcr4QGGXQJ4lp6PT/zrMWbtr3wuZri25f8Ch/2uKSjgcEU2UySeDzO/rd8lF/dkfz/8+Se+ztLj7+Xj39VMPE+AsEg17zjH7lx/JcRgAvMfOlLHPH28aE77uDWi0fOTwCXnuJbX/qCGmJLXcxSqczZQlEJwLVdf8anPvyrjP8C6fif98OauQf4q9e8js+Ln3etJ1ahmeXs88/8aOZN571G848/TOzq639B8bf/nSuP8Gd7XsFn+kLpmvirfvcDDzD1nst/6jWv8PiHNvDGLwpa2BVW5M/f+e8n+eCVv5jkfOGf12TyG2/htvcfEAmmTxxxJ/VrAo4yLHh0nj/+E1D9tZduRgo6lOCr9uGusUNd9ZLY6WOPRfSTVJYQVVQKtN/B3C/6VPsMtdaIoH0080939Eqtkxr2C3a54yaB3QRtv19Y7mOyL1PGkp+FdqtXsG/mW+sR/Ul385q4v4aIdl8BwXYKgWytg1TSv6p2xnbU+V7Svi7SXX52N/Ws0Mt9fWot1S1il9fjpv3Uc+mWnZ5LCcv5VWn+gsYXIVgXEVj6Bb14VUJLMRPUL6tjq0HeWmGxi7buC9JrXdVuibSLt+7/3Kpnuf9cKQHWPT6dE+XkGVOP6dxDc8/4Yq6SlKYgocOBAH4Rp3Vd/VNwqyJ8yvlaN+R87z5va5hnMQ1EZfYQjfZFOZmxyXMkIouNaVmYIva2WjRbTSqNFuWGGEXbKuEqS84bQtuSp0xWLOxX6OeMiClBH/GgoYQQN8st6T5XUJc6B6mY6GnuPVWJS9EgsUiQRChINGigO2LobaPJ82m38Wo9Jf4qoV5dxx3aQtJpdrDltRc5XMwGwRBGKNRPbrv4VDmHyjcPSugj6CPs9xHx+1QitNd2kd5lEWQsRwnnYqaQ5zMsm/VOl3q1qmpBOmKm7jmu0Gh4Fbo6lUgQMgzqxZJattQESEq/bxaQPno5h8tCOsuVIVsSnkKqkySsGAsEi2vhWELmKlHMFRROXY+G8YYlvOCVQx2Wo2PaOvW2RsnsUbY0Kh2divx3jx/TE8DW/Diaj44ItfI5qokA7FEJtG7fVLFm7HD7v906jTWk8xoOXt67a29ThS6Xxy6/lDIn53eXVXtO/JXEYv8a+5nOc03uWNI9LGarn/Rc62KW7bTVbEfSq1a9wtL0EXLzx9Eoo/XKeP1ilBRDs4e62VPJSb9PakMMdV02TJOBsb2s33oNg+P7VaLc7trqdZL7jHvKkgSwhi4kMkA8x7Lm5ieYnDyqqro2bx1jZCzL8lKR5cUiWiyLLztCPBxnQPYUrToTzz3NqeefZtO+3Wzat4d6YZGFiSOUFk6QSbbJJG2GNmYY2pjFpxl067Cy2OLZ53OcnCwRy0bVSo+sIzuyURE42o0K7XqZRq5EM1dSKTtf0I9pWxQrRRrNBobUufj8NMoW9bJFejDFhh3riaXCNKp56pU8dWWsbxOKxEhJAj4RIy4Crt5lfuks80vzCp9dr0kvtIdQWFdLZm5yX1DkzFaHtiQxZdPXE1HTJdTJPEOM/DJHkvef6t/Wexh6j2QyQSqZUGGCydMF9U8xH8g7XmYKvlC/jV2ZdOTSl8CBzBi76vNGzv9CqHIrARyX2GDJWsMquGQ1qQqTGVm9LpSWtktGNEX3dVPFcsbFkARwF788X7oga9u0apYiBsicKRLzs7zcYmmppfDAQq1LZoKk0xE113Gnkj1qZUdpDvWGSb3RUmYoRSXweFSFkwQ5xOLTkQRqSCOR9BKP6/i1rlrqM1+S93L9ddroMqcMCcVNw/BL0COCx2uoz0b5HLTaDpZtU290qTfk36WOpE3b6lCrSihHZnRyHncNGJLaFwPx4FiPdLZHtQDVoktEs52uSnfLfF0M50Jj9XZ67NwSZP/uEOMhnWSli6fcYSLfZqLQ5nhVls3l24d404s2s2swwuyJeWZPzpMZjZMZizOx2ODhwzlyTptNl8cY3R2iU6zhlKosrcL8qq7Is+vXG4yuM6g0TLUu3ZnghkuyhCoOcw+tcuZQhWebGs+0NGploXxqWB0dR/DoYjiyLLWiQ35iwwFuuHqAX33pKOvDHo5+f5qjD5/lYK7L0/kOoYROdlCuRyHQ+ejZPsayPbWqPYvVtoXT8RLsRQj0/Ph6FoYkbDsm9Y7Flj3rufqGfWwbTpOdWCZ7eoX/OrLK146sMr5nhF+5Yy/bRsOUjk9SOTNLHZN6z2ShrjFf9dLUDXxRP/64n+G4zVDcVujrcEpmQJoyntgND/OnbOYnbFIjQVKjIVKeACkrgFPp8szUKs9M50gHDLWCKR1jQENPd+nGWviSXbZuXsfWzWMYJQeWmxTnKszPlVX6evyyTYxftpHGaoPiVBGvv0V6a4f4mNTVbMCrb+DUfceZ+O4JmkYDbbtGaJ2XzUNhtR76VpkffauCqIwjV0cYWG8Q6/QI20Kp82G2DIrNBoVGjYGRGPv2jrFt8yCPPnSGAw+dYX6hy0reS67SI19zcHw62/Zl2LYvy0bNUevMXJ0fHyszV7dI7fCS3uGlNudQm+sQT/gY2RRgx/Yg1+4Nsnejn5OnLLXScYP1QwHCLQ/duS71KZsHZsr8YLqMHooST6WUca8nNXtWi9VKnVy5wZ2/voO3/voOMp4qzakzNPM5Kg5qiZFIViAQVMSUlWUP993b5KmDHV7yxt285A17GG7bpFZrzDy/zKNPz/HE82cZuTbA6IsCjPt1NnQ95JfaPHqsxqGFFvmwh3zIw+uvGlJrQzZB2B/DJ/e61RW6q6s8c7Sq1skFhzMFjaauMzzuVyTg0RFbrUCgq+rivLKf7OkYusH64QTrhuL85zfL/MsXVnj+REsF9nqjwwa/8cYBtcJei4hXegYdmlYHIRQKfpiwzo+eqPDjxysUy4Lz8DKYiXD5vkH2bU/h0WpqHTxc5eEnquoFDCW9hOM6hiAgnB6jST/jAwFVVi/dC4Wiw9FjOs8f1YkM2kQGHSzNT8UKqQF3t1KlU61x+ZYIV2yOMrbNT3q7Dy2ms5LzsLTYZeJAgYkDRa5/+SbueOtuuuEuTx2b48nnZ2iU22ppbUFVQyMvyR+dak5wFpKe8XDlS4JqRTIeHK2n+gufeKTB44802LzNUMvp2OSlY1GSyspR2u8N8WiUVjXyC3K86JJIdtRNdHAoopY/YuELNokkJDE0qKasR6cWOTa1xNxpmJuArVsGuOGmcTLZIAeenOWxJ2cZH06yYTjBcCZINm3QaFk88/wqxycKJARB4YX1O3xs2m/gDQSpFGX5sXpl2r0SyWCIjMQ4LXl8LRyzy/BQnJEhuZBcRGnNbJFvNSi0TJZrjlqiddLWGMxGGR9PEU/4aXdN5dI8dqzD0aMd6tIZ5ZiEo14GsmHSqSCF5RqFpRq796S5/MpB1RtzZqJIodhkZEOYkY1hqjWHWt2hWrWpVcRx51ArWdRKbcIidvoMQoEu4ZCt0q4DG1NE0lGefqTEwUdKSjCUVJo4twRdGo6JGCyJpQ6jG+Js2JpWiBDpvCzKUKCGSimLOCI6biTiI5k0CAsiV++qTce+/eNq5XNlnj88ycTJPItnoZjTWLcxwroNkng0adkNvApf7lFONsGLVkrSfSQDTdnUdDDbgmaWSL1LxVEDHjlQi0vUkM6GACMjQ4yMDNOsVmlVqurAJu5f+WfbcjBNm/xKWy3p3ZZBh2AwAmFBl8iw3nBxKLoI3eIc9WJEwmg+SUM6agnSWYbl0lUh6TE5HwqGt1kzqNekV7aF12gTikoPmYjcQjb2kAiFSYYFOx1U2GmfIQKqqToiJbEnmy0RVCXJXC6aKgVVKjbUZkvQK4IkkcS7SiSKG1h6S5TDVicSChEJh9RRTdyW4u71KASYdGhAqaRRqQq2RBAuEBPHV9KD1g7gsQPE44YSB6JREf3F/SeJ72XyuWWWF8W94/YR+gKSbpRNvqZEn8Jqh8Jql1iox9ggjAz4GBoKk0qGKEqiPK8KTtFDIXqeHlanQZc2wwNpRgYy6poT8XVupsbR40XOzlTwt7v4pSOo51XwHxkCiFAT9GuMb46yYVMEEwuTNpVij/KSOJY9bNuisWmDhi9sYYQtguEwoUiccqnHc8+UmZxosHFLhg2bMwo1Le7JhbkmJw4VldgoDlw0g/W7UCskphRdDuhhwt5htYrlaQrlaTSPpdKBMsSUDbi4cUNxh1DMYfaMw8TzDmbTSzotCeAwXn8V3V+jXOqQz7v91P06FRcRbsgGXtzHQQJB93WVLi73wNalkG9SzDcxm2IQcBHgoThqo1otdqkJ7jXbY9Noj0QShUMiCI2WRkN6ieZ6rE6Jg96r0oaSvBTDQqXSJjXsJzUiHdUi9Mpm1laIFzlkqNmTos7JoVMnFjNYtynI8GgAswVmU96L4mDsYtVtctMNGittLtk3zKX7htA8MpxwRcaCDBWLJqcEQ3KqhdZCrauvGeHm28bZuT/BE4cm1SoueygsC1bIIJL0q/e44B4FE+Sp9NDK8OIbtnHbK/YSSuocnDzF0flpDOng03vUikKc6CqDx4ZtYRIZL0tLVZaXqqQzGbXks0aoBrm8OObb1JpiAkD1tUrNgKZL556u0Ni25dDOe7FzklqyCUYthtb52H9Fgs07o5x4vsmJ51ssLXRYXZI3fI/UgOBBJP1poxs2pTxq6T2DgDegUsW1eotazUSTdKgB2YEIY2NJ1dMjSFkZ3Z86vMLJI6vowS6hjPS1CDYtpERDSaVKv2B5SbBnHeyKB68jqXGDoR0BhncGmJ+uuEltwyGa1ojLQSoYJRGKUqm2VG+7r94mWrfZsX6MV77u5Vz14su5/5EH1To5VWFqTnrqe2oDJ/g0QZfLoU/6pKOZnhCnqYujsCNVEAOkYlk6giNuezGtEpadw+lVlZs2FI5Rqlco1SpoumykXES+DNDks7GxEqK5GiaesUiPNVm/BS66NsDmXQaHnmjx7BMtVud7FJfAdsAnrQ5RCKYgmAar7qNdM7BrHZyGg9MUbJ1rYg7FdUIJrxJyxYEr78FoxEcwoFMr21TLMgyU7kwxuggGStIOEAqGCIVkz9Sm0TBptmzMpgz5fGSHB8iODODzBPF6gpRWiqzOL1JazasBgQgc0nEsB0oR+W1VXeAOZ+RzLJoQ3JWfptmhWrOV6SGdDZHKBNWQLRoLsrpYYX66oA7/w8NxkikDzVsDvaZQSdLrLmYRvwjdjofiQpfCYpehEa9ag0M+Bobk89mvho/0fDz9aJmnD5RYnPKSmzcYHI5z2+tHuerGNAcenebAI9NEElEG12XVe+PkqSVW8mUyg34yQwZGL4uvl6G4UGN5ZoVGscTYBj9j4360TBtP2qYjr8Fijw2xDHe85GJuvHI7S9U5livzGMYQ0dAmcnmTR584yMHnjtJJB+im/awu2SzNWNi5HuGaxsZUhje97Xp+7a4b+Ob3f8g3v/8gp06Xyefk4JzhdW+8Vq0DDz3GgQcfQyPP0GiHzVsSXHLJLrZt3cDJ05OcnDjD4WebPPuURbkSIZ7cSCg64hrs1HtxlWp9WWFcBwaGFZa63hCndpeNu7ts3CW1B20+8a7D5+b+//7ojRx8rMAzjxVYXQrRamRxuiG0oIUnaKMH/pQHH7j9PEGW+ik+dPP7+URjVe15da+fQCBCOJIkEBQBWPY/LtLtbX//Md6740IA2QXuvvV3+YAcMgQlKGat3v/gez+47vzv93+QofIHv8RLPvik21+4/y6+85eXMfLCP98u89T3/o1//sq93H8iT2loN3/w9vfyO3dczOAFhKHqkc9w5fseU++RtZ4wNV9/1e9dWBQVAfg3/+1c16R8+3d84p95367zf+7q3GH+6xsPc993jnESGN6/n9tufw3vuHHogknbhR/9PS/7y9OKmlC3GsT9OpvTEXa89Hf5yDv3CvvoBb8aTD72GJ/+9uPcPVFl/dbreNe7buG1Gy4gilcP8YfXv4//0mMEYhlFddB6ksa7in/5z7fxotSFnvgmk4/+iE/990N867kKey+/jbfeeSMv3xn/PyRwyxz/6n/zhz84zWOPzxFLRokmY2rQ7unZbq+nmLakt7WPVXWFCjd95gJTu3z0M3/Pq85DQP/kMZqFU9z75c/xqa8fZHloJ2+561385kv2kr2Q+Gcd5d9eext/syQ3cBkKjfLRrz/Eazae/zMf+dx2Lnr3xLl0oBKCVTJMU8bGjx1weM95+m+Oxz94He99UFyAmrv3l59HHQDcAbUM/PL5gloikEry1mv4lJAgwlbL/Fsenngz5+m2sw9wD9fxqguqmqf5zzdexW8/KkPWNm1TOlZ7fPpQhzt3vPBnO8WXI6K+BQAAIABJREFUw/t5R7dHJpNk25b1jI+Pkki8iff93esYW6vlPvfX6uSOfJ/DU6eotgNEBjYzNLaHjeObiF3I6LDyY97/0U+5KFifwbXv/hQv2/TLmDOWOfRHf8q3dSHorGP4+rfx0n1D56fdK8/w+Ne/LJ4zZT6pd9tUOxa58sXc+rvvYdv5/HmgzMTXPsaHv/RN7n9qiQ03vJk3v+093PnyrVwInGwe/xeuf/n/xbwb1ezrlXKO+xQHzr6ZrT/3HlVm8v7P8s+f/QxfOTDNztd9go/8yZ1cO3ChhK7J4U+v5/X/4MoJa0ljV7RUioi67iSVKO8PV0hxk3bKLHHZx7nvs7cz+sLHYp3lyHe/zKfvvpsfPDVLr7ebF73hrfyPd7yBqy/EpraO8MlrX8eXhKggQ3lbamLkc9/t+2zbgmDuMDsvFUfurz1bBvHrfcRvn8YjZmcxNIgRTFLzMnByh07Kw6jQwcGAiDJSVSKicJdWz8Ls7zPOdfau4bbP9Sq7/Z5yvpJZlAiJa3RnEVbFCLemEIkYdE7OFTHpXHHGOe20Lzatdbm7IpW7RGhyxd9zAnAf96zMs23bHSb3k8Dq+ZH9mqTOFQGjL0aoxKNcNCKi2m53r+E+J2sdufL78rOodLMtArec0d3krAjAhtenetHXepTb3Q62JCXPCb9r/cbumW7tv//kJ/5JR/1aH6cShmUrKP2SP4lJK+HGFadd0Ubdj2ybrmO7nbiSHlavYVft8+W/iVgTDPtVV7qI+iph3O87lu7obDbLwED2XLJZ7n1iflnrPq/W6liSkG1bCv0sq9V2MB0HU1LA7bZa8n1kr5iMhhhKxxT+OWxIXYc8JrcXtqfMAY46A3p9IXRBTPaTvHK+kL1pQipr4hFlJO+ZLbU0p43WcRTuW76H3Nvbjltztob6FVFE6GAeRQlza9Fasq9uilFbZktVRegRhK0Q0gYzKQazSXyeHp12SwnAFaGtWYIHFdJCHJ/cH6UTu23TEHpDo6Hw5SIs9v2bxCIRhgYyxIJBKoUS1UKRTsCg45dAhmsO8Ok+VWknaWB1j5CvKWllSQB3O8rIIK+N0K1kVYtlyrkCmqdHdihBMhtXYQgxTEvCT/b0xWqbXNmiIDM5R6fq6Fh6EMsbwtL9tHUDSzdUxY6sVi9EqxdWKOm1X+rS6t+/fgafrwhmUq0ge0DX/LVGDFCIZzGISTWE6vSV2Y57V1wzk8j162YY5TfkBRZErySH5fNVvlYfve608clsSRWTC0GoRmN1hnpuhkZd1ixtMSN0NNWV3PP60f0hktEUiViKpmPR6FgMDO5g3bpLyWS3UTdr1MwaXr/bPa7el3K9IRhyA0PNX9wu6emZk5yaeA6P12H3/q1s2DTKmVOnODNxkl5oGG9qM6PZ9eweGiGlaxw59CiHDz/CyKZNapWXZpg/cYji/HGy6Y5a45s3sn7zBjXzyK/mWVgocWa2xvxKi8xYgvRYEn84ijcQVWdASctHDR9nT5/l7Jl5wpEoyUwayzFZXJ2nVi8rDLmspdkSSzNlBsYG2XnpDtJDCSpFISUtUy42KRdbGMEQ8UyaZDJKJmIQ9cPswlnmFs9SLNpUSiJQakTiugqpqN5Wr67Mxw3p/hXTtCOvnKYQ0+GIgWX1K/LUvVLmhbqiPmZSknCPqDOGEOpmpopKAJZOW5k/CsUrGJfv4ZqWO328tCmkurZDpy2EPINQNKhILDIY6kr6ueWowIgyi3Ql+GIo87LMx4T0WCq1sE2ZdfYrEGSmGtTwhrpqpuHpCPHPi1V3MGu2Cu0kU0HVX7y40mRppanm1YOjAbJDUZX8DocD1Ks1apUapUKTkiBZRTBviFlfIxX1k4oaSvxtVrrYgq0OdZVZXMzQMvMXUp1UY0qfb1s6ubsOnq6Jt2cRjHhUGECXJKrHJQdEE0ElsksPut0RGpgQKHT1fIvwX6uaLC7YLAkZTWYhLdc8o0lYIyZ1TTqJjIdqwaFalKGamMFkxiB1Q3IuN3DqQhHtMJaFjSMaoyEPWam/c3QWLVg04Zn5Js/MNbl4a5Zfu2ETe0fD5GcWyM8ukB6Jkx5N8NxUg+8+tsrZlsWGKwSPHCLUrBNu1Dkx2eXZiZ4Kplx5eZJL9kc5eqzEsWMlLr8syktvTpPtdik9UWL6SI3vLnb47oKDUwGnKtUtQfyJKJrPq4w28jqIeUDq/V5xyzjvevNuxuMGP/qvYzx67wQTNpyyIZn1MTrso92EhTmHwnKXfTtD7N8VwpT5WM/EdnR8Vghf2yCAQ4AOC9UmC9UGuy4d56Wv3Me+8TTZo4tqfe6pPJ9/KseuSzbz9rdcxaZskIPfe5LnDhyhO9ijM9DFlwlgpIKkhqIMDMXJpMOUp1epTK/iifQwUjrBqI9wQMiVOlPHHaaPOYxtizC2LYpPQnbTTayCSZGGWkk9QsobVrqdlehiRmzMQB0iNhdtXa+WPZ2ndnSBhZkas/kuK00vF990EZfctJ/l0ytMPnkG9Apj+yG7WeaNQ+AZ4syDk5x56Az+VJvhy3wk1ukEpJrM0Tn0iMnhhy3aMS+RPUGS64IMBCLEND8Tx8pMHCthDPWIbfKwYTzJjuEhxmJp7v3eNN+5f5piRcNs+6k2uhQqlmRG2Lg3ycY9SfaIKTrqZXauzqPP5ZkqNvCu86KP6ZSmupSmOlKnzNAm2LPXz8uvS3D5zjA//G6JH363yGWXrePWW7cyHgjSO9OkcqzK/3pkkX99ZJGNe4e46vpNyhTx3FNzzEyv4s06eLMd3vLKPbzl9j1E2iXyJ49RL67SjfvoJHxoTU0tqf4rFRxOTnX4/jMdjpw1ePt7XsLb33MTxqnnaT38Y557boEfL2g8VdK55Vfi3HxHjO5si8qhKmdmWjyVtzgp96oUav3G1ev5jWvWsy4uUL66u29pSFenl6efLvHU0yWemTB5dtpmqdJV+kMyrnHdTT6uv8nHYEZILhrtZof8iqDje+zcM87OPev5j2+u8k+fm+HIsRqa3+PpjQwbvPkNGd78xgyBnqWWbNals8jRwPZ7sAM6x87UOTZZp9kUH1SAaDjAmCQu0galaotytcXqssXykqVY86lUSF3Q0iYh+IiQoRMOGGq4Lx2383NN8kUPhaJHdRZm13no6joNy6twpJW8SSXX4vJxP5ePBxjfHmFwd4xO0MvpySYz0ybeqg+94mX7lRn23jTIUr3JA4/O8tCjc+oDS5AFcvNulm3KK5A7q1PPiwDsxe/zsfMSnV2XehX6VT5k2p0eExMNtWJJL9GkjtbVsVs6jjiJHEtt8KMRL7GIdHt6aFQ9qrew22kLkIbhEcG9BglEOvjCDj2vD1uLUrO8zC2VmV0sYZtB2maARFxwimH1wTY1lWNyKk8qESadCCvEdTwmXbEOi4slCsUao0NhRocjGDHBFphqsOY0QzjNAI5Wx/HUlNtd+gQDeAl7vMR9PjIxnUxM3P8yhNMoNeosl0uUxF1j+alafmp9V1goZJDOhlW/XKspeGKHhUV5DCI8yk3WTQVK55Wk61QSz3IYGQoyvi6Mz9ejWjfVhiumOmz9fSyn9G3Yql9BDo6KRGeJnulRa3DQw4ZNHlKDXrr+AGbXx+Enqxx+oipPuzpsSP9hKNIjHEWJ0CEZkEe8BKI+5ZYtSt9JtYXVRiU81YFUuolDHqJRnaA4p6Rnwdtj48ZBNm0aUqnuydMrLC0IVs1Hq+XDHxKcjiBFbDTpv9U7/WGW9G5BrSKirkFMCUC6EGEUfqNUli6Glvq7MpyXTWu3Kz05BolknGQyjmNJKk4+hWVr5FNDDcuy1WFzDXdz7jCiTJLyYSzCjfRcdNHlIKSSrl66uhenJ8Ks2wMpB2M5rMlmWtK9qiOl46PX9SpBWQ61uk9csj0l8irEsEdTmKSwT/or/GqjJmdD5SK1bXUwFWeppKml06PZbCsxWVJqa2g7tXGX/bkkIUSjlr4xrxe/Lp27Otg6sahcV5La7tG0arTaguCJqtVsyiBbnoM2nZ7brWNbPuXGymRDDI2EVJJYOpv9fnGQNul0Gio9vLggKVehn7rWYfG2yVpecBEtgt7NxHqMDvnYsjXK+vEwbRGzLS/lhk2p3qZh2Vi2i41NhCMkIhFlEJEEtIgfhaKtUro+cQ/blrpPyUHRdajL4aWr/qyk9URI6WkOhZyHxXnp0PEwvtnDyHox7Zp0uybRiLy3Q+o+2Wp5FS5dOpZFrHRHoYJ2FWKQRr0qSV7ps/YQybbUkrNXxxFh3k+AhFrF0grF4opCZYsLWF5Xca0Lekg2eANjOquLXeamxJUo/bHuoTIUN9Wq1rqqPN5uuy57OUi6CqsITeJ2loSeX/1TnJLijpdVLZtqWaYIwO6FEIh48AU1zCqY1R6jatMIkVgX29fB9kq/uIbV9lA82yU328W2PPijPmVskK8jYnJsQLoiRHCWg6J7SBSjhGU5bveLI0KwOIhdl+nAiEF6wEe7ramfQ6Yfmi69Nw6NZYtutcvFe4a5eM8I4vOWoXuhZrJYMlkutSkUOhTyIlY62JUOu/amufyaIca3hjl8Yo7Dx+cVIqdakAGK273s80sntOvO76y21br+uq3cevtujJiHx46d5NCZKUIBEAM2nQA9W/q1ZfPt4DFsleAvlWwy2QTpbFIhmWdnaywvN9SBRtzLKk0pzn+F3ZIUkYtglefBXNUxV0WoESesTWZQZ8e+KBu2hlWvsHSxz01bzJ5pqYRnelhcq3J/kjeOHOZ6qjvXqxmExGXu8yn8jwworK4k5NvE4pLgTpBMhAkaIgB7mDyZY+pEXnX0+KJd/JJSjvrVYcz1wHpo5G3qK22sMnSbPoJGgG0Xxdh2UZyTZ1bVwmgTS3uIJ3XCXj8hb4DKapvKqs1Y1GDvWJjd20bYfdk+hjeNc/d9j/GN+x5jIdekUJPHqSk0snRgi8NZjDXyWAJRsHtdao02lg1hQxx1cQkBqOX06nS0sqqG8HhCeLSg6qkUN73X28XvkxSLdBKb2NI3aIfR2iFiyS6JjENmuMuGnRrZ0R7HD3c5cbhLYalDJS+Htx4eadAI9vBG3NWq6JhlL10xGMjhWPB8KsAgCGbXEK+G3IKtkl2WuJq9XhriVq5Lp7w7jFPueHEFa2IOChKSIZdkxuW+KUngtvybTiAcUiscjBMJxqmsllk9u0xRBGBJqEjyOKzjj4gbWAaO0u/lIhVloCYHZvmMkwN9ueyoIYhguqVfPhIzFGKmVmlRKjTUPWFoKEEiYdCWznm7jNfXwedz0YJyvUgnfH7RIb/QYev2ANt2BEilNUKhDuGwfEaEMLwGx59rcOK5OlMnNKZPSm9TmOtfPsi+qxIcPrygViASJjWQpm46TM/kKRTrSphOZUJ0WgG6plxDTcorZexWkw2bQ2zYHMYJNunIqnTpLHnYmBzi1bdezk0v2sVyfU6tRsOL2QipHqWllTxL+SK5jkmua7E0a7M0aRNs62yKB9m9KcPNr7yEm195MV+75xG+ds/DLC2LiyZMOp3mllu3c/PLtvPDew/x4L2HyGY7XPmiJDt2JUinUirN8eTBWZ44OMv8vIflxQBtO0wgksIIxqjWq1TrFcxWHdOsqWs7mUwTiUo6WD73NIY2OgxvdAgHND75ziPnBnN/8b+vYHmhzcpCm0olQKMRoVb3UKpL/55JIPTXPPLwKy4gAJ/gw7f8EZ9oFNV72KP58AcjRKOuAKwqNnoa17zjffzNqzZcGCFcPMR73/QR7lN7TlcAhnfyvR9c/3MFYKs4wT1f+BofeWBR3euH9uxgdPkoT6+6P9KtH/0Yf3/FC9NvbY585fd502fPSm6KRr2mljw5N/z9d/j6y34Wq6q+0NzD7H77l929skquyBC8S+/V7+WJC6Vi5x5n7zt+WgC+ni/d8xYuf6E6e+Zhbnn3V1hQ2EL3l4uMhpHX/D53v+cCXcnLh7nrrf+LRzttWo5J0NNlwBjkw5/+R24af6HSU+fJj/8pd94n5jUfms/X//wN8zv/8Ad89IbzG3KPf+313PqXJkFJokhHoKAwX//HPP2bmy4g6DZ58hMf5s135yUkpNIuqj/So3HtH/0ZH7956OeIwCWOf/W/+P37T3PgwByJdIJ4OoEuBpBuuy8Ae3G6ch24lBwlAK/pOP1B8Ef+9Z9+rgBszT3Ou3/j8zxOC4FUyk1UkIudS3+f+/7qlWy+gAi88P1f42V/+pQ688g+beAD3+GR1+0+X8o7+kX23fhepmwRw1zBSQbVYnDQ9X/gmdbvsf+Ff2vhm9x1++9xWLDOXvlZJDXsInTl7i1Cj5x3crk8ubwk/sMkkgklCq0JwG37b3nw2K+dLy7O3cPFnzT4zt/cdr7YJ/nmY5/iihv/kMm2gyMM1J7GZw47vPU8RvVJ/s3Yzdt6XaKRMEODGQYGMqT+8Kvc/crzeNHkn/0Qf/HFCbU3DQS8+IOCjfZjXP7b3HnFup8a+fefjNZxvvXH/w+PKiOpiymW50DS03f83mfYd97laLH6/H9w3+EKzWoZs+H2WMreKR6NEbvmnbzh6vUXEIAP8vQ3/gMH6aDUlWmvYjYJ3fJhXrU7e/7raU1yz29dy+99r0XLEty5CAdy/XUZufPL3PcXr2T8PH3W5OmPX8zLPjrv3hPOGRQ+xaPzb/o5AnCZJz9yDXd9eVHtlxwRAkWgGv0tvvrtv+aqCwjT1YPv59rf/N/nyKbq7qA+cF0ZU8kk/aD8WrLUNTl60D7yIEfveCGMOsejH7ySd39rrZe86wqbHo1W6zr+7gdf5o7zTBUWz39hB3f+kwzKxVzpnsllKCyzeTkrikl/aal57rndMp5SCUyVzhURTXXZSpLLvUZE7FUoZREGlS9YMLsiAPtVglS6UbuOQwsHEzG+ufeBNRF47T65ds9007iSJHXNEvLn5N9/8rq4Auba89ZXec8JxUowVkFRV0RfaxJ1sbU/SSsqk0e//3ZNxBLhWc7KIliqxK8jJzL374jw5KYY+32k6iu7Yr4y1wiOVuQxrwiJ/WoiQYueQyFLP6WkY+WT1f2aIvyqrmJ5AH3zgexb5cp1f8SfErnV15Fzj5v+VQngvoHA/Szrpyf7/18ll9Xru9aj6t6r3F5hVzBUCWD1HHfU6ye/t0b+cuU3OROKAd59PVUC2A0Rq8cnKeZYLEosGnVx0F7fuTS5CMHVWoNao6HO95JQqzaalOstWpJQ63ZVjYfqAG/LvMHd96ZjYYbTCZUCDvk8SgRWXfEKt+0mxOUp0L0BPD5XlJbPk1DQr/Cy8UiQVCREXETUZgOnUUe0Ib/qPnbJDoJnNtumWpbTUzhWTRcjbdA1SymHu1SB1KnXakrMlu5dEcqTiQipRIR0MkpaRIee4GQbChlcM0XQ7hKLRNWS11ZEKJmniCAjiVO5LuWeIYZpuVZi0TBDmQwxMXPWapiSEvZ5cfodyy4m3KuuFZUU7yO+BRXeMJsKJy2vj7wfBd2kKo7qdRrVmkqkJwaixNLhfi+q0AttlYCs1dpU623qLTG2+7Dw0hbh1+tXSd9WD5qdHk2nQ8vp0OzFaRLD7vmQXKxa0vsrvcJitJIl4qzs+8SQIYngftLXNVC490j3pudWzsh9QBQ6uR6V+HvuTijmWNdkoYxVKhHposKV/1ul8nsYXRufYIbcDDE9u0WnmsOpLVOtTFGrTlNttqm0unQ9foxQhGA4SiwcJxZOYNHB0jok4uvIpraQiI3SbDdo2U119vb5++lv28HT0wj5ggQlPKDJKavH2YVJpmdOqATw+MZhhkYzrghYrdKwetRtiBpRxhMDxHwBFlcXWFw9S2YgRWYwRX5xmtmTR8ktTpIdDJAZCrJxZIiNI8PUajVm5yR5W2Apb6lwVXpdjPS6uKpnEcJgNBxl09gIg6kUp49OqZVMpRkZHVEVV9PzExQrOQayCQYyCc5Oljh7psjQ+lH2XrlHCcCrizOsLsy4s5e2B38oRDgZIxjwYXRbeOwm+UqZfLlMrdZRIRu5dqWSLBztn0m1HpYpSOWekNZxBMPcFVKVYKLd51CWJFJlbixn2bGxsFrdjvy+kCYtlhelu9pyU8R2j0hCwmQugUA+18TgLTVHTRFKhaogCWChFMhnkCHvJ+V6cXHWpjh1XKOAhJqygyEMv06h0FDhBfENOG0JzbiPUUiV/mgXIwIex4vW0TGrQqyUhLne7wD2s7zaYmW1RTgpdV0+kukw8WRUmaEqpTrlUl0FaGxFg5FErui4GrGAl1jAR6vWo1VFpX+JaG7nqsxAYhodEVtrLsWrp0vlntxbJNHaJpYwFG7acYSCJwYY7//L2HsAyXGed96/nu6enMPmXWCxyAQIMEeJFEmRihQl2bScs30uR51ou2zZV9+Vs332OUm+s2T5JEtnWbIkS7YlUgwys0iAAQCJtAAWi00zOzs5ds9091fP27uUTeCqvKynSAIbZnu63/d9nn8ilhQrZwMjOMQMDdX8VbkhMpQ7W80B7X4U24oRGAbQJO9Y3L50Cy04VLnDcs02igMqRXHQdLBtR63lggfIuoK4lfWHjKU9pvKQEjeyjonbM5Eo5PJA40y5z9kNi0NzaR64dZL942Eaq+s0VkuMbcsxti3L8Qttvv5MkYV6l5H9EUZ3RZgOBZgO6Zw51+Xl1zpq1nvzTSmuOZTg5WMNXnm1zvU3Z7nnnSNkbYfKEyXOvVjnG0WNr68FkBwAzZbfI0gkGVWEk1ajqypdMEiPmLz99gm+7z1zjAQNnvj8GZ7+xgLrSY1SAhW5lo4btOsuywtD1tdcDhxIcvCgKFkGWAEh9ngMGjpORxxLfefHUrNHsdnj6uu38673XcOh2Tz515dVfen0Bl86tcHs3Bj337WPdDjI44+d5IWj58kfDJG/OkQyHVD29BKx6QmpxopQXqpQvlRhaneQXddGKRQMwi5YDZdjLw049rLNnqvz7DmUw2j16Z6rUC+2ON+2VU1lo0xmY8p90MhpaAkHL9gnGHXYPz3K/qlR7JUarfmimmtXhkHqAcmJ3cb2uW2cPbHGK8+ex4x3ufquMLNXx9CdPLqTY/m1RVZOXCSYcsjtjhDLGGhNsbb3OH6ky7EjHbphA302Qmoywkw6Si4Y5NvP1XjhuRpTh8LsvzOhoh1HPVHkGvzLYyVVrZ7sHyF6lkejKSuyw+iuGKM7o9wwneTGqSTry22Ovlzk4noba1THHtOpLbrULrnK3W33oSAHDwS5YV+IvVNBTh9zOP2qw+6do1x73RT5AQzPVqkd3+ATRzf466MVduwvcMstE9h9l6PPr7G62mTnjQlVt80luG1HAnPQolouqfmLkTIxBUtrg9aB1YUB86ctzi17XOgGqRlpHnzwbTz43XfRfvFFlr/2rxyfX+algclpI8L9d09y/z0TrB6r8Prjq5xZbnEBl3LYIz4ZID6lcdfOPHftyjOVChIPQ1AcSmptBrUOTz7T4alnO5QtEzspQJVB0BkSMwbM7raZ3T1gJB8knw4hBJniWpdKZcjBq/dw4NAePv9Pa/z5J85z7LU6WhrTGxs3+a4Hc3z392TRun20bg9Dc5TiSDq+ttgViM1sv09dVIGSYzeMKQDCGrbV4WNhyWFh2SEb1ZnMGkzlkoznsqrQu3h6l64NLSvA/HyHbz+3wbmzTZIJTSn7tu0Is21OOjKXVluGVQMuLXssrXgcHtVUbd+dYfLAOLZh8NLLJc7NN7h+z3Zu2DNLZAb0yQEvzVf456+v8sija+yaCbFzW4hGzaZU7LNRdKiVNLr1AEE5BOhBxqaGjE4OGZUs0Ykw4bhGq9/1qxeg3dMI6wnS4QwhL4DdruBZDcZHI4yNSt6GCtKhWRuwvtqlWupSKIhdsAzCxcpAp97TWCjC8oav7Gm3HcYms4xN5lQWrtxwjbpsRGLNaitgSUoOqJIRGzblBugRDQ7ZeXCcXVePsV6rcXG1hNVxiQdixLQYQ63PQOtTFfVYa0g6HuXATI65QpS42yXuibVlFMeMUWl3WKts0GhbDNwUAzfJykqT5dUG/YGj8k4FQBH71nbNZ4hKpdKiEo0pxWSr01OK4FgqTDQZxvCGymonFpPDpkk0bSrW/8ALsHymz9KZngIK4iMu0ZRGzAwTN8P0Gy79psuefSFuvSNKYdJgsThkcXXA2de6nD3RVRaSuuS/hOQw4RKLa4xOJJUyqN7ssl5uUmtYCqzuiTpQ+hfNIyLNqbIv8jAFpDBFGg+hoEc2lSCTSqhNVO4RAY3CkZjKfVwr1Vgr1YnEIJkVlq5YSgwZ9od02h7dtkdhPMzETJRYIgKaZKlqzJ/Z4OyZCpk8ZHLSKBr0OmJXLnm8wl4LEDTEqsdVaihlUyzAal8sJgYqz1asKqX5CGhhHCeghvm27SqwYkhbsVKF6TQUFmfPpWdJMyT5GAPhJqJ7Iey+HI4EYB2qTAnJcd3K3xBlqMqVMHSfCSzNsKiXHSFq+Jk+qlmxpYlwSSYl0yKsAGqxshNmnYAjAh4IYBIIRPxDX9/DMWSzkWxi17dydXWa6wNa6wO2bUtxzfVjpPM6q+trlKtVYrFJ4tFJpe50BrJhd1i5WGNtuUnXCtC1dJWru302qZRnwkaLx8VmNKQOCcVik2KpSa8njGydwUCuyVDVymKTlcUWnjVQQ9XxUZPD1yW46mCCSCxJNJrk7IUyx0+tUN7oKLbdcKgRcHR0RyxBTMamgmTk+UlL/mEIbdiFoYAdmipRy0kelKxZq4sdVhe7yiZN+Hcb5SCLl0KKyDCyI0BmQqNV7tDc6JIIC0NHZ2wswd6rJlWOwOLSCpeWVrAEuPcELE0yMjZKLJGi0XRoiH29XaVjV1TT1pIDZEvDGOoYjqGsvlsNcW+Qm38zW88VMNhl5/44c/vjdDoelbJDvTKgWrRoVS3SYy7pUY9Oz6PZlIbKUL+rsDmFQSiMbbHMCYcDROMhYtGRpc8rAAAgAElEQVSwIoeIulOq2xmokuxRcdgSANgQy5iQjtcP4PU0JkcDzE4Kc9Gl5QrbVqyARMGqU1112LgkTE0PTw74QYN4NE4sGieU9gilXIJhAddlWOH5Gd5iyWLJz5SBrTQJchAWBalOIiW28/57qRKrZNA0kLxPV7HVDu2b5PD+CZUfJoOItWqPC6s9SnW5r30Fe2u9T3vdYnIqxty+FPnxIGcX15lfLNOtyx7it6iijg7HTJLZCLFokP5yR9Xtb5njvvfuJxCFx188xQuvnyedDpBOaaSFdRwfUbZjzXaZdqdJvy8kDl01Eel8jJWlPmdONVld6TMyEWFkIqoIEookIYoIsRuT5lOcEzWNdtGjU/RV9fJ+JzMBZmZDTMyEMIy4qgunW5w+VmPgDBmZDpEqyEBUFA5DWk2xCHIJBgwVmSBEkGgyRCwZot5qUW81VXOVTiWJx6MKIBZAb/liTdk4O4EBgbCjcpHVWCsgTNoooUiUYcdm0OzRr3l0KyZhPcoNt4xy4y2jHDm1yJHTF/FMm0whQDIVICBOnANoLLo0LrnceFWBB945w6FDBQKJGF3P4ItfPsUXvnSKem/AUNQJEclv0clkTGUjJXZSopSWfVSIHa1um75lE3CC6E6Qrgyb+gKiWOhhC8wBva6uCF35bJJcNkVYgPeA3F/C4K3R7bYU418qHjdUZr04KUSzPcxon8X5IItnTeobtiJTiYJG9lHPEIsnR62NXbFsqfhrjJBjQkGxOYdg3KMjDW3HH+arPDWxfVTfQO4NP1dN1MhCuhJeRr/lMeh5hOOiyggSkkxgRUaQdUlTw2gZqom6IpseIZcp0K62Ka+sU1uvKAWNDD/FVjySMPCEKOENGCpage9mKmrebMak2RCLcF/JJ6rgeEoiCqTxl7wvIaN4ivk8MpoiIezmdpV2u6qsaEJh8ekCV0hSHY8Ned7XhtxwU4Ibb0oQj4v6ooNpuORyURKxCGurDsUVl+NHLF5+3s/fOXBjhtl9cRYWqyxcrGBGY8TTKbqWy1qxQbNlkU4lSKUStCWCojagW++rjCkdh527k6r6bpO+18Kpg7duMpuf4IF33sTb3noVpf4S6/0lzi+sc+7sBpYF+cII8USak8trvL68ysq8zdoZh9F4mNsOZ7jpuhEO3LiTgzfN8ZnPPM9nPvNtLNtlfDzL7I4sBw/HOXA4zmNfvcij/3SRffszfNf37WL/wSS1akOdMx5/ssxjT5YZuhmC4RE0PYKjyQB4SKdXo92rKbKLkMaCZphYNEkiFVNkueyYQSJrEc9ZaIMQH/93APBP/85VxKJRorEofStAvemxWrSYP1fj0lKPRPyveOHb77oCAPw6v3XfR/jLVlsNvKURUABwche333mAbXuu4s6br+b26f+32q/84p9z+2/+m08EcUUBIpa//0UBwDsuh2zAXuIzP/k7/FHJH2LLeUaUOWrQvQnQDnJz3L13B/fcfZgDuyeZHUuRbJ/koQ/+Lg9r4tDjW8wJQBHQguhv/22e/G/XcBkOVX2NX/7QX/GwGvD6CIxSnD3wS7x4JZB26Xmu/snPvGERqml38bdf/p7LAODmsS9w80cevwz89f9gN3/8uYe4O9ulWaywsFRk4dQxHj96lOcuaAy8oXq/5Qwd2f8zPPqx2xl903WyXvsk1/zCExAS8F/sIIRQ26NZ63Jo+1v4P5/7UebeDEqvPMaD7/lTjqVGMUU5hMuvfPyv+IE340iSHPzqF7jxw4+rDC4BgAMCUijHUA+M3fzOJx7i/VdU6FY5+Q+f58NfP8vTT18iW8iRLWSF8oGnSG8yyJVoByEG+RmAQkwTYqOok+S/5Wf81sf/kgcu92gGVvjCj/05v13W0ZyuKtdpMxy0VF37a3/L5997BWlv5SkeeveP8a+Oi62yEn+Ff3rpF7nuMrD4JJ+7+34emu/S63WVikvOFgIyaH/yCu4vHr7sjl365/t52y8fUWdpUTnJEF8iaUSNI/NtOTeJaqwsVsUbVRLJONlsRvV1CkRTWYh/xMMvP3j583fpq1z/Ix/lpv/+CB97y2V6T2Vx/cL/vIrbP7qAO5A93+Bvjg34gcukxKf5TOgAPyGAVEAUb0Gi0QiFwm2868FbOXjdTeyb287s5ATZ0BpP/+rv8H+bVZpNUY0J2OaQL+SZmvolfuSX34Zwxv7jxyJP/+JDfEXsLpStd4CQKD4jYd77S5/k8GXYrMX661/lsdMdnH6HQb+ramhZuLaFc81/4Wfv230FAPgIL33li1iaiRUIUmu0qVRv5j2/9kHGLxPhd5j//E/x6597jcWlNdZKFSwhG4qaSJQxns7UHzzPsZ+9+nKL7cV/4B0Hf5DnNs+BomoyjI/z9OL3Xm7TLc/Li7/GW3/yk8p9RNZJcfNQFr9CVvnLY/zhrVfInD77Ka77wd96w1J4E8P7zmXdsrhUAKivgvWNqQNov/cUZ97/ZuD+PP906B7+2yZoLP2c9JlSQhrr/uCXefVXriLUKLF87iynL57klSef4ZknnmXFE4LbFuDsQ30CzohdpbjabKzLgd7/mJ5MKqt2IeYIALkF/EbDIaLiELQJAJsCxAmwheRjGgoEDhq6UhnLfMMKQF8dYXzwxgeBfcXvG9bNyv7VB4uEZCt97FYWsIJyN8FNHx7d0hy+KR9UqXMFZJP3ZNPO2/9iVT7I7wPrynZYE7KHb7Utr0fOiwoAFitRlTu5mW+qlIcCAG8By2KF7AO9ulxPd0BAxUf5YaZbGeBbP0v+QgbyPua1aWW8qSBWyl51jT0lvhDjGeVQoaKVfLWy2q02r5n6+i1g9w3w9zsKSl8hOlQqV2WjvXmtFMirgG8hjPsxJwpcFTMDmQmITb30TfK+bELqcr3k3C8lL34LtJMbXq68fJ0C/zfzqmMxsUP1z+EduZ96QswfYA8G1JptKo0mXXEYE7hc1svBUP29gCyRoK7UuxOFDCOZBDFTJyYqTKUA9u23VcnPDpgKtFU/39CIhoNKnJKMhhT4Gzd17HYTu9UkFgqRikZ8UoL0uEGTTq9Lp9+h73gIVhQwRfEWQ+yWFcA4lL64SUNye20RxwyRezyfSZJPJ4lHgySiQYa2qJ2b6vds2676fvFITJVyhHB8R4iOJaSUvgIwXU3mUuKqZZKKxxnJZkjFojgilJDnRVGwPfTAlk14QIFBonrUlLLWUK+/1moqgnAyKS4tUQUAa3IOUlbQliLlh7NhlRupyzrtagz7A+yuOEgMFBin7Ho3baaGIiyQ7z0Y0rZsmj2x7O7QaHfokqVDFpsQA3Gh0kyGepiBWEarCmHLn3sBhmpN9N/fLavorfXGN+zezKLeIhRsZlf7a+Jm1vhmvrgAwNJXynxBETHkvlH3gEuQIUFNcszlQdaVHbc5bKNbdZr1BZqNBdbrfYqNIZ4eIZnOkEikiASjRIIxXCOAYwaIhjIkQnkiwRRDz1aOSLoAikEhpFuKrCSK+kQ4puLEVMaZM2S9vMTq2gIDp0sqI7FlMTKZgqrS6gJLCyex213iepKIKYiT2EIlSMl8Ma5RXLnIwrkzlEor5CYL5KYK7EglmUsnVVzMyfkFLhU3aPQcug5kp+JkpuMKHLU6DulEmkP79jE7NcOJV85y4uWzjI6OMbtjlp7d4eT545QqK0xOZJgYT7N0tsal+RoT26Y5fOshcqNpLp0/rXKEY9GUKiHYhhNRPNemXV6jUy3Rdx0stTZKbJ7EXgRUbI84M6qILllnBjrOwFARVRK/J8+QuBHKWFEAX3lORVgkPbKsTzt3pZjbmaLdlpmWxNUJ2dhVqlmZL9mDoYqlS6ZljfWt7gWgFMdDmfduRQso7bhyKxJxkk+M9Yne/qYse4kod/MjMbVfb5R9hzU/J9gnuAjQH44FiGY0Ikm/TxcFcE9my3WLoKEpEDmeMFnfsFjf6CPpjrFMQOUCCxFbnlVRFkvFIhrRiGSUQ0tGhzaE0Qhr0r9r9NsBCAUIJHWCSREVDYhEBjhtcNqecosJRkQ57dKsiTX3gFw+SrYQodMaUKtKzKCr4v6iMSFne6QyEpEoAiSZTXlEoq5yoMxnZ8hltxHWxc5bwLYOllanP+ioa99s2Kwt9lXVNkSUIP2+5BCbREImhpAsnAGFpMdYGgK2QasUpFE1EUdhqXJ/SNlyOLAjzr3XZdk1ZtJZr6ma2TXC9K4RXlto8Y2nV5gvNYlOmaQng1wzkePwZJ4L52q8eqxEMuVx/Q0JDl4d4+grbV56pc01t49w13unSbZsVr+yyNmnNnikEuaRagRD72LoPTUnlAgAuQ/adT/WcdvOKNt2Rbntmjz33ThK3IYnvrDIc4+uYM1qqtS+NxTHVFdFMK4XPfYczLL3QI5w2Fbfu9e2qZfEuXSTKEeAWsui2ra49oY53vPA9Vyzo0Du1CVVT5Y2eLJYUY6T184WFKnia8+VePpUlYP3pDlwT5p8yCbtSj/osXghyMK8QbnaZqPa5vZ3JHj3g1l2TOsYjR7N1T5PPdvnqef6XHvjFNfeMIXZa9M6v0xxqc7TF12eueiyZ2eYvTtDjE0EyYwaJFMaEXHYC3tsz6aYzSUZVjp0i3V6ro6dTGAnUoTdCGE3zNGjRZ585hKxUYe7Hkxz+NY0Zi+D2UtTKy9RKy+jhSCcSyjXH3d9iLM+4NiJJsdPNKnrAYYjUZKjYXaPBxmJGXzzkaaqa96e4e0/MMr2UR19tYN1vs2/PtXm60+16A1N9FBICSd6KnN5QHxKJz6pc8fBMe44MEZrtc3rL65waa1JIxegLrUG9VWPud0RbnprkgP7g0yKjXbUY9hJ4bRTpMTOPp1AL3ewTq2ycWyFv5vv8tlzPWZmE1x7IEO/4/LS0Qb1tsvbH9zG279nhpF2iUK7iONYtAIeQzlfyLMm8ZotD6/tcvq4zQvP9Fiu6IR2ZEjvHuXuW97KXbe+hUuPPcuxz3+V11YucT4dpDQa4/3X71H16jPLPPrVM8yX6jTzAbQxnR27DOZ268zEQ8zEgkxmxQk4R8wI0Fq+QGvlAg9/y1GV3Jbnmnun2TYXJ9jrYvbb2FQZeBUyaRHfJhUBZkUcemsWVx+8mquvvpovfGWVv/jrMxx/vY6WIujlCwb3vjfFve9NExwM/Qo4hMSmNeDR0wKqFHdT62MEwoQCSVzPpGX1qPd6XFztsbDaZyJtsGs0yHQ2QT6RIpdIMjBsBoalNt+V6pDTZ7u8cqTO6qUuM5Mhtk2FmJ4KMzMdRtdF4dWn1RlyaQMulTV2RB1mI64CS/JTOSxN4+TZEksrdQ7u2s7BndsZxAa0Qi1OX2xw5KUGx4832T+XYP9cnHrDYrXYVfmWdifEoG8oa2CZcjqI7WuXTF5jfFKAJckbcBRbolKHioCfdgTTjauFOxKokTDbTIuf9kSKYFRHC2k0Ww7ltQHlkk0o2PVL8l5jYcptj9OXuiwKs6YTwOro7Lkqw54DWUrlLq8cK1Nca5MI68RDOlrQRAsGGWwOcMUye1pA9YLJ+K48Y7tyXFguc+L0Kt3mgIQeJWlECOiOUrvVLZtK3yIRDrEzn2E2E2M0OmAkOqRnRumZMdaqLRaXS9QafXQjSUBPsrraZmWtTU2ApI4PdPaaAezu5saSlSFvhFgsqsLla8Kw6fTJjyXIjSew2z06lTaRqMfoTJh4zqTZhkYb2mWN9oZY87pEcw6hqIc+lGG/jun5tWd/iOtvFeABXn2tw2snJQPVoly0fZapWMvGAiRSOum0QSorjPoYS4tN5s9UqdXENsBnHYoiTyoSNoiGxeZPmhQ5TvsZM/L/iWiIRCykVNECwgYCpsqwCYUiXFqusLRcUYcByeGVMaHVEUalWJv4LLeRCZOJ7TJ8j+AMonQ7OsVii7W1FrGEQywhLOIAzbqhDks+iO76IHYIIiGx1Y0pVthGuaFYppMzIVU++zSoVJAyhLYsD1cTtVpHNVSGGcEeanS6Q/qWKLMGBALCPg4R8EJ027JR9RnYQ2JxT6mmFQlTkabFuscHGCQ3Q5omd2DhDPo4MiSx/UxVAdyloYvHTOKxoALd+v2eus8icV9xGQzK9Yor8NwWlaprYyGkAhtNcjUsjWbJolm0mJvLcdNtM2RGDBZWllldLxMJTxAJjxMOeoRMWykC1hYaFJcbtAYO7eFQkQ7EdlaAAVH3iTph5+48OyUvd2Od9XJZ2X3bdoh+36RrOypTaGmxxvJijU7NVpmbI5kgN92W4Zrr00RicSLRGOcXN3j97CrrGx3fNrjn0a37jgG5EYPxySAT2xJMz+UYGY9jGgNMY4jVtrDbFkbIU5Ysnu5RWhXmosWw18fpW9SqOuVyiAFBUgJ+5jTWLrVVBSwX04GRXJwD10yxc0+BWquoStmvOXJ4i5Er5ImlkgylYXMCVGoVKtUqpWJXsfVqZRkYy0FVU7avotAeDiTLQFTfwqQV+1VPWSNPzUYIRX11hhyeF+cbFJdaxHOeKrmf+n0ZHgjxJKzU5O1Ol067pw6X0bhsfL4KWIYGAja3mqISl+ZRhjSicJZRgIC4oorRoacpAHjbpMHOWVHWu2x0e9SESOD47NVGaUhtVYBkMeAWtWuI8bERJsZGGJodhmYXTSzPlVpIbHREUSTDJAHnpOnwAWAhB8t9Kep9hZXIGi+ZxaLQkea2NSQ80Lju4JQqGT5Umi0Wix3OXBRCjOTymspyvLFmqcoWQkzOxkkVTBaLVS6VavTr0K/7jHxR0cdTQQoTaWVb07nQoL1Q59a3znLve/fjBuEbT53k6ZfOkytofmXy5NMjimBRXC/RaDSUlY+uh4hsgnkC/J6f77BeshmfijM2laBa7avqD2xc6Vp0Yb1KQyWgokdvQ3KZfeKQb5XvkkiKijNBOhNXBIWF002VcZUZlXXWUCBoT+UIylrlEjZ14pK3lQiRysdJ5+MU16uUyjU1LJO1Xxj2ou4XeLK00qK03AZxSYj4DhGKyYuh3kc50AXsAZoM0xoerYpORI9y5x2TvO2tUzz7+nlVPaevcoTEocHEw5BBT1VDqwa49bpZ3v++Q2ybTXN2pcjJi0W+9dQaTzxVZCj5QQJEJg1y+SCZrAxvxBI5gucKgSakrJEFZO91u3iiULc1+sOByljTgg66vG7DVaSebhtG82lVISPg28XpNuGoRShmE0uaquTWFgaoKFyNWE8B2JfmTS7Ni3LUY2hJRp5sLWKt7GFrA2wGdCquKs/W0GXfk2FX2iOSgY7KVRL1iNjtyVBOxx1KiSW8AMoWQu6XXG6ZO3SrQgDxCMUMQpKxFPdzloKy34mCG2g0O0p9kUpkVfXEqaVcp1ltvqEICYszRkKyCgRwFN6lizgGyjYhgLpUq+5Q2xDFv//zRPkeTwaIJf1hszRc8XiYQiFJLGbSbtZoNYVA5RGNeQqksLsyrJAzmJwpdK69Nsy110aIRoYM7B6GPiSd0RUbt94wqNf9/OoXnxX7YxiZjqr7ttroUG100YygsnHr255y3pB7WOzc0skMG8UmlWJDNRJDa6hydERxu2d/mmarqcquugzLOnMj03z3B97KvfccZrl5XtXps5d4/eQlZUe9f/8+pqanef7YWZ4/Ps/KvMX6OZfZ0STvumect9w+zvSeMab2jvGpvz6iSqzC9l81wlVXZZmY8piYgqPPlFWJq8ADD84xMRXhuKiZjxU5erzDkRNtjFCBRGpSDSF7g56Kn+hZdbr9mrLu0xxpxqMkhbyWizE6bTA2Y2JE+phRi07F5G8//B0F8N0/MM3kTJqpbRJErdGxbDaqNhcv9llZcdC1P+PRb7zjyoDslUDa/+yfWQt86kc+zO9V5NzlZ7AqUhI/zTf+HwBw89g/cMuvPuGrmYS7PhAAWNb6TWtSGfzKUHMo1uxRIiEZtsgLEuWSfG6XocR1mJKrKANhsUj7eb708O1cBg22z/AHH/gLPifnRRlDqmGjg/P+D3PkZ/dermheek4BwFtqNU27+4oAMO0lPvPbv83vH90CB/59PuXWxduye/Whiy27TkfzkHL7PSY/8vs8df+bkVCb1//hfr73E1F6bhgtIGf+CK1mh3azw417o/zGn/0Vd0y9OYN1kS9e93N8NCEAcIgAd/KpL3335eplKjz2Xz/Kzx8TzommSnNcVcrPVawlf+Y3OX1FBLjK6//3c3z44XM8++wS6VyGdDZDQLzzXUspcGVPECKH7w8rKkW/v1Tg8qYS6Hf+6uNXBJit09/iul9+VIEpmtNDE1DZ6eE4XZxhh6H9Q3zt+Q+y/7L7c5l/vf+t/MKy7cclDG1+7u+LfPTQ5fa8p754D+/86DkFANubALCcbf7oeYufv0z+e4y/vf5Wfq3ku+P4dvqilogqpa+AJQJ0SC9bb7ZoNJvq74ScIrnyQlBQ+anaH/GNI999+fO39DVu/NHfwBm+hz/70u9y++XIKzSe5CO33M2fnhf3GZO/edni+68EAId9AFgN1UUxp0v/lFRkmS37WbFunZmZUiq0TrtGu1P3WVjakLhYSWa/n5/57z98BdXsKi99+Jf4ewGABdGQKJZQUJHF7v+vn+a6NzMY6FM6/o88erqPq/oN6TtE2dLH7nawD/40P//O3VfIAH6Bf/vsp7GMsLIn7XQsWgd/lh+7Z1atLv/ho/QkH/vzj3G2vMHySlGdXbp9l15fCFGSiyfKoO/h86c+zr2XmQMUeezHZvnQv/jWrzLg1vU/598ufOgKAHCDI3+4k5/+vGS5bindZD3ZNCT+8MO89KErqM0v/iPXPvgRX7m0CSL6Ns9bRsbSK/qKJRnuSs/oB+Zq8HtPMf+By5XbK4//Gj/0i59lVX76FogXCNDvWvS6YrvpK9v97FI5w/t+3krFqYbyAm76ALAMygWwE/JCac1649LO7cz7Kt5NBbAAu77y14+FEZBX7FBN+X6e0i6pPwtJFqW4UollryMKQlQpktkW0KPARh8A9tXLvspRPvzrtJkHLISMzc/xv/Y/2jxv6QoVuCQAulJZ+gDwVqkf++9k1v7P83sLZclsiEuB9NwCAPuEIol5UjbcAWNTeSivZxNUFtxMVK8CQgop03UUACzPt7x/W433FjCqMudFhayIUfILiiL4O5nHomZTwFZAU/MM9f5s5tRvZe9uKcO3rKDfUAlvKde38lmFSOU5Ks9UqacVgIqyI97q7wUEFiBG3QvqfvCzi317awGAfZhO7j9FWhRXLyGvyPdTNr5bmbz+PiqvSa61WB/n8iPK4URU+AKoi6q81+9TbbTYqDeU5bOvEBXSrth9OwpkCZsBpQCeLGQYzSaJh00SokJT2ceiAPbJA+q99V+FegYFxJF5j5rtRIIkgyZRI6DA30G7SSoaJZtKEotE1DolpJ1Gp0Wz00L8+wYBIeqLHW1YOdEo1bkjiiQhGDaV8lee8IhpMJbNqAoLCGYIINah2ajR6nWRBJY+GrFQVAGFQpAUEoGQd7sDW/UfypVb823SoyFRLMfIp1MkozE0RSSQOYAQH4aI+leymCXixlH24eIGJeuDpyLamt2OskVOyu+WiKFJ87upAvYGtsqoD2bCmCnJQ/YUscvt27iiKpRnWsnZNQKqZwuq/GNxl+vbNt1en1a7o/rUZr1J003SchP0HJOeo2G5horuswJhbD2KFYgy0ILYMr9Cx1YikO+sj5uyfXVHyRrguw1tPfc+iUjBwuo+2iKHyHlB1ihf+SzPrPp6ySKX3GjNVaKlrbVMnEeCbhfTadPrlul3ymy0bNZbvgI4nsgQjcYJBuSaSm6ahLCaKionSARTC/k55TJT0100Q2YMFna/T8B1iQXDRM2g7+Zn92m1Nmi2yvStFo6oZXWPub2HmNt7mNrqOVbPvUJ1bY12rY/jmGRndpKb2Uky7KlavnSOM6dfZ628yuTu7Uzu2c5sxGQ2alJa2+DEmUssrlVoiVW6AP0TYRLjYRgGcHoayUiCnTMzjOcLnDm9xNlTlxgdGWN2dlZFm51ZPEm5tsJIIc5IPs7qQlNVtlBg7sBOUrkEjcoajUpRqd/lfB0Mh1SG8HDQo7a2THOjhCOOhgFxI5OoIsnb1VQckWHK+zVQQg5cmT0FcYTgb4kowF+/JZdXwFFZy0QBLKIBccyTKJyduzKUN1psbLRUvnC3K+4VLrYlxBXpC4Oks0F1swgRVtlMKwDYJ7Uo4wS5x1xR/woA7P9biQBk21MbhUQByvcRdX+A6kZHqYCV16x8nXJwCRCMagoAjqYCmBiqrLZNv2kpEYIQnGX2WSpblNYtAiIuinmqBxenPNlLJcJLyPo+ACz7eUC53ak5le0QGLjYHbFoDYiHOIGEgR4VV0YL0xwQGGgEBiKYMFRvLvPfWnVAsyHz0DCptJz7bWoVyRUWtwkRRonoCOWoJdyEUETAX5RYSub2uewU+ew0iYhBIiL55n0C0abCdQRsF5J3fX1AbX1IozZUALAzFMKxnHFFZDLAcGwSxpCkKZbYsLZisF7Wqdsudduj67mIt8HOyTA37o4xndHp1zpYtQ5TO0dUnV1q860X1rhQahIuBEiNBrll15Sq4lKF+VMrhCIWO/aGmNkZZLU0ZLU4ZM/Vk1xz6yzmeo9LXz7NqX9b5ZuVKI9UJKe9SzDSVfehrJXKg8TR1fMxPWcyM2dy7d4kt+/LEGrDk18q8uK3NjCvNjGuDtLrDehUbcorQ1ZXRLwDc1dlmbsqoyIEY+YAu92nUuxS27Do2AFVIiTo2kNuuHE397/vRq7ZMUL29ALZ0xc52qzxUqum9tnRcJhGx+OJc21e2ehz871Zbr4vR9bpEW82WT0nAKrGqydk37Dpazb3vTvFd30oy0xOo3+xRelcl+detXnumM1V142qSrgWWqlCda3N46cGPHZqyI4dBjt2mExM+yDwSMGgEId8XCOrm2T1II5kX7cskT4TGBlBzxVw1ts4pQ7Pv1ziiReKJKZ03m4pk90AACAASURBVPl9I1x7S5bBqs5w1aDaLVPtbRBJhcmNC1EmjLXSpr/S4cXjTV481mSQDJLalaQwKSCmS1Jz+fqjbf710Q63v3uED/74JFNpj9bpCpUTFV46bfLyKYNK26ElTqiSTz30nSfdhF/33DLN22+exlprMf/8EstLddbTGuupAK0qtCtw1cEYd92bYe+cidHtELJsculJcukJQl4Yc2jSulCj9OoSF19e4lstl2+1XVKpENP5CL22y/z5jooI+MAP7+WDP7yHwfxZhufmcc0BbiFMIK4T9lwicnDr62DpvHzU4puPttnomBy8a4qDt09zYHSnquOPvsrTX3qa+VqJ2rRBfzbCXbPbuHv7No6+UOSb31xgsdHGHTeITRlctcNg/6ypXEslc31ypMDczDZSQZPa2ZPU5k9y9KTO0VM64/unuende5ndmUBvlvEaZdZrZUq1ssolTsaFxBTw4ygGLnvmdrB75w6++JU1Pv7J85w42ZBoP8MTq+Nrb4tx7e1xcjGTfMxU/ubCRJfNbpMeydDuMLS6JKNhRjJppVALxGO44SCVbpFKp6jyqtIBg2hAJ6gsS3R6RoCuHmCx3Of8Wo+VNYt1AUq6Grum8uyazpFN6eSSMryU3FSXYcBlY+hXvD8k3hsQ9gKYkkPhDanZDepWm2E/xrAXxRJrUGHQy6FbMZF1ZsfT7BjP0OpaVBo9hk6QSCiLHpAGskm72+LCYp2FS3XM4JD8iISw6+RzYZVt2+lDtwdrq5IDKuoKm33bHfbMaEyNjDE5MoZnagwCLpanYw+D9G2dem2FRn1FDfGCkTj1/pCLG01lV9naCKg6cDDMgavDytLj6PEma0WbdDREOhIiP56mMJ5mo9Hh/GIZbzDg4PY8u6fSDEMewxBcWKly+uKGYrgYTpCQF1SLuoDImihuQg6e7eFVAyS8IIf3pji8L0UVg6pmcGGpxskzq2rTDUXDhKNhWjWHVt2lUhILBMnqlYdQNkWNqZ0ak3NiRSth6wEF1ohtsYAv4+MJxsYTatjakFxY3SGe0zAiGrUmqkYKOUYKWWV7KsO6fs9ifalFaanJju1p5ranmZwOMDrp0O32ef7ZNq++3AHDB7VNAU2DosYJMT4VU5bAfhaow/lTXc4eb9PpOipzU9lZil2s5hIOCSAizFH/ICCDczmUSKXVcFuyVIWlJsMOnaAZR9cjNNv+4FyXg7PYr4p6qeXQbfpA13AI6TzkxuRsIbnAYuNrkhTLzKwwtoTtKoNr2UxdpVCVA7ZiNW9aOU9NZ9mzZ1Ll5p45tcylhXUFOOUKIdV4yMYuLDpRdErmnhlyMELCLJYGVTLN5HUI0CCgskMwKGY88rsadJoO9Q25zg7BkORjii2zr5IUNpo4UEvbJqCB5GHgSW7EQIEXvbbM/g0S8QiJmBy6pHHcVFAoNqlLOO5bcKfSKVJpIRBI42SqwUxD7J7qXYYS5C4ZBU2HYdNheibLgcMTxDImi2tFlstVBraAx3EyKZNCTjJVPAZtIUpYtGjR9NoKLLDbJq5lqA09nYxxy60zqsqVZVXNVoBuN4FlxxCPQi0My8sbLK1ssLFkU78E6UiE294yyrXX53y7Ns+j2bWoSb5ix6Zet6lXLcorHcrLokgT5bTO6FSEHfsFBBYgLUwqG+HCsQoXjm+QKxjs2CcMsxhGNIIRDVMubVAulbHb8gz6DOuIkAiiGucWWqoqFx3qFz2wfeuY3EiM2b0wu0+augBdcR/oeEr1O3AC5McT5MeS1GsdarUuSxdaLJ3vUloSw6YguibNqgCDMjAX0EhY2n6+oQxSlBIv5LJtV5K5fRnVYM2f3ODi+ZoC7zRzuGmvJHk3fm6XfG2j3qZe75BKG8oSXwgVoopQNvIblirF7hQLZLm3xY5ZmAZika0FsBtip+yya0eQq64KK3B2udqlWO+DG1IlYHu7IoMqF8sJYIZj7Nm1XWVj1volqr2SYinK4F/WDrFvN+WWFRaPGo75eSYyxNGDvpWNkGfEui0s9rjCiLahvdbBawy49YZt3HbDDK1ej7VqnflLTU6ca7O83ieTMsikDZrFAY3ikEw+wsRsnGQhyGqlzmq1jlXV6NfEWt5nWYrF/fhMltxInOZ8heb8Bre8ZZa3379fnM/5p0dO8sTz58mPQ2FMI5mIk4wmleWIED8ktzWRFEtdsfGVsZlOVQ6jpT7NpqPYxMl0nNJ6m1JJlOpiSy/qX0890yoTp6vhdDSl9ksmY+padDptbLtHNmeSzZvqgNOsifJIGgQlHaZRHyi3DTWID0BMSEhhXQHAyZxYhiVYWq4qMoysM2FpcmRNlcEoGpU1m43VAaY0GymJ1JamMIIWCGM5NrZjYTieIjuIeL7bEPZ0hHvvmua+u6Z55sQFnj6xwEatx9AWCz15vnXSCZ3pqMFUVOfw/qu5+eY78AJRvvbYMzzy9FFWKj1Wqn3CCbGyNkmmgsqZIpkIq8xUqeEggjuMKRsUyYPptbsqy1fIAKLK9cSFwZRQJyHX+HuCZAGJciARCSnlm2NJdmKQa25Js/9w0s+RckWpK3EBTWWjJNk9kjt+7nWH+ZOucmAQcEps/1X2VUCMaftYnrCIbTq1Ab2Gg9VycQau32xmxXbLVfnFvpJKlLWy70jekQw6fNW3MKiDplicQbcu2dauyj43JJ8+oqv1SjLaoomYGmDXW20arTZGQEgbIQbdAb1WTxFY1HBZnhE51MblmXWVYZSAUDJVFwZ1MmWQSpp0W47KBhI3CvV4mxrJtK4iMmSiKAM/iUQQok48JgSTlrLMiyX8jCG5jmIF79ky2EuSSybYPuOyfcbZtEASRwUh3nUJhCyaHcmCCfL6a0NefdmmvC5jyM2hT2CobPYlG8kaGli2OGgM1Z6YS42QS42ytlShuFxR2W1iOynEsasOZdh/KEt5rc36Wot2aUC/5LBrapof/aF38d733sz8ynHOrhznwqVVLl5aJxgMc/DgPmZmpnns2eM8/uwxShdt6ssae7bleP97dnDHW6fIbkuQ25bkbz72Cp/6+MtkUyY33zTGNddkicdcYjGH9VKT9WKDmR0RrrtZ1mCNh/9lnSe/tUHVcqnYorjLoRsjSikpEQk9u6eGSmI9JFZlwq4XK9fx8TSjEwlyEwHyE+LVK4SQAcULQ77829/JAJ46GGfbrhQzO5PE0jqBkIOr6fTtCL1+lGr5N/jUx95+OUD6nwV6r/h5Nie/+HO8++NFpSKUmINAQBxN5NzyU3z9kSspgAcc+/zP8H2f2gJB5GwjynDZz3xLUynZy4SY5Ftu+uQXGcrI3tdolGk010kkruEdH3oHD9x9C9fvnSB/pezS9hl+//1/zmfV4EgG+ZtWqB94iKM/dwUA+NKzHPjJT/tDSVEdaXv4H5/9Zd51BXdpuSTNS2d45tnn+Pw/P8eR0pVB4C0AZku/JgNhR9MY9Do89Jef4ucOvfmFlznyOz/OTz7eY70pqqA4hh6jJ9bgvTZvOZznQ7/9F3z/rjerDts8/8c/wA/9i58BrI/+CI/83Q2XWwu3z/D/ve9P+IJohN8AgB01TPaj9QJ4oz/BE393A5eLdKuc+PSneeiJi7zwwirRRIJoQl6fxAr4ajjpy1xPAA1feSe7tvpn0+pVAIU/+Jv/xQdmLr+pLjz6EO/+nz5yI1abkiusrKxVuJsMHhP84ef+7ArvR5Pn/2g/H/y0paIxZBAZeP+XOf6793CZNvP03/OW9/86i5KHqogGDu74H/H4kR/lsvjfY/+bPbf/HEub4Jk4QQmwK/uvAMDiIuL/XmIDbatBugDE4pwiYIuof8UBBP6Yh1/67ssVwEv/zM0//psq/69//9/w/IdvvqLNev3ZX2b0nX+qhqqfONLn+y8Lqj3NpyMH+HGFNPnQpMo8FRKpkCQ2z4fSn81MT6mcYHHYkYgSw8wzd/BG9l53mN0ze8hfUey/yssPfYR/3Mz0EzDL/0keH/y1L3DjZc9Hj+KRT/Ivx0VZaflAkrw2OccJYHH1j/FTd81drgCuPsff//GfMAzFGAaj6oB/1ff+LjfOvJnsALXjv85ff/EiXQFiFOAkwJNDzxqqGKVqtanOtHd+8gSfuPsyhJqlh9/LHT/7klJ1K6Wn98c8ce57rgAAz/PVQ7fxm/I+So+krMBNBVSojw99kac+cguJN9/OC1/gwAO/+B1L43+fR6vsT/18S3VZZG2SC7qJWro//hVOPHTtlW3YrRKvf/vrfO1Tn+LjT55Q74KyM7elj3RVNIS8TXJOkJ5PBtUCgMl9KYQzZfur8EiJY7HV8P3igkRK+R/X37BDAcmKjCb3s+Hf85KnKox6gQxloC+gr6n5IKMoJU21ZvvAsMyDmrZD0/Zfy5aVsP9L+uC1fMj3lr5JgeIK5N1SC8vnyF6gGgA/4khZtfto8ncA4O/Eefu3pg8GvwEEb647W/bbihgthGfDUGQKwQvkd1XAucT8SMOvLHdFHewDTwJY+lbQrn8tJctXQxEYA3INFXA82Mwq9ZW86vdSA/WgegZ922jp8YVcJ+o5P1ZH/l/WW1epHuXn+lnpm0iHD35u9T4+e+CNPdK3i968kJs+zVvkb5+VCNKuqVQpIQtsfvYb9AO1PstZa/Oabf5bvm9QM1T5QK+zmdcr94/MHXyAuS+uUf0+sUSSXK6gyNYyzxWb55bMBtptqs0mlXqLvgwjNnNd/XdeSOceQc0lk4goBfBYNkkqFiEdj/jWz7IfbWqZlepexdW5vv24WNIqAFjmYUESQYOoKJI6bVXZRJx8JkMkEn4D5K42G1SbdVwjRCAUU8RCdbqQ53LTIa3RbqkoDiExyNMdDZnM5AtM5/OIp0UQl06rSbWyQbPXoa/r2NL3mwIUinuaCFts5e4lAJ4oKeV+EpKVqJLjkQipWIxsIkEyGvGvJTJzkezJvnqGRHkdktcmILWQs9tCzu5iDR1E5ChxELLvRmJRBR4LccsRVwW7rwDgcE4ctSJofSHkDvD6liqx/lZPjrzv4SBaRAikhsrRFLB52LeVuKNba6iqWQZVUf9ZrrK67gjw45r0PBNbjzEwogyNOEMzxjAQ2rSVNhmKBb+mK2vorbOAq5S8my4sSgXs38ebj7P/utT5bMseWk59m44Fm/urskMXsACxrJVnTOCfAQGnRcBpq/dL9rzOwKMlFqCeAP9Rn3QtWafyvJphNFOuu5DFpaURdavMogWk9mPJ1PBQQEzXIShrm8QjtRtYnQZ4liSn0+02KBaXaLQaXH3LPRy85R7o1LHKS6xdOM+Zk6fZqDbYtv+QqkwsTDYWYeHcSY4fO8JKaYH9N+1n/837mA46TAddSmsNTs5XuLhSp9pp07S7RAo64YJBRI8RIUEQAQ2khXOVqrVc7pDPFZgYn8DR+qxVL9LorBOTTNeIwYbYghZ7ykUmmo4TS0TJpCJkkxH6lvQcPXXm04M6ztCmU63QbTTUiWuogsOFyCd3vpzrpPeS3tRV5z2Ji9EIKfKy2EmLXbM4HEqJ66Hk4Co/C10jEjGZmUkxM5NkZbXOylqddltcq/wZq1x9If5nsyGy2TBDEXd0xd3Qt3+WOfSma/5mpruQV3xQWgQB8pgJF0I5HICKtZCIO1nvm7U+jXrff86VBb+/7omxTjiFUgBHgxKJFVQugkKYkF5DXDllzrG6aqkaiiTc9PvwSMx34VL79iaJQTYMFYAk66YTYNAZMOwOGPYlUVLDk7VT5vbiZKIPlMAmLmfJkKH651hKU3GcTcnobjmb+7Xux/G1h6onl+1TjtTJZIBEUvoiV821RdwjM3c5H+IJsSRGNmmQTZrkxjxy0w6xlOyL/kxZ3yz5niJ0ktm2rDe6bCDypvQGeN0OXrtDvWqzVHRZ23CpdIZUO44SwshsZTSpM5s3yYY0hu0hw86AkZk8ozM5Fos9XjqxwVqtQ6wQIDsW5Na9M9y6b4ZetUZ5eU2o8gRzDpGCRy4fVjU6so2xwhy9hRYXv/4qrz27wMNrIR4phgglLUIpyz8T9DUMzaSQjZPPJkiP9EgX+ly1LcINO9IEmwGe/2qNV59pkrgxSfzGhFLcri3WWVvqUyp5VKsa2/Yl2bY3qa5VJmLi9fsqQqtablOqaxRFHKi7qm6+aR/vu/9Wrt0+Qvr0eTKnznG83+J4T/aNIU5To9ZzmHcsisEhN9+W5pZb08TbPYy1NhfmLY6cdjk675Ac80iMe7ztlhjvvCNB0vFYerHNxRNdzqx7nC65jOyLMLo3woTMyIYGXtPlmddbPHOyRUpsxHMBChNBRmciTE6G2DGmM5UNqPkndemXhOinEUyNEhmbJZyfYri0yGBpkSMnN3j6tSqJqQhvf/8U+w+kKL1co/RKjRWrx4rVZ2I2x9XXTDOaj9G6uE7rYpnHj3R4/EiX3M4YN7yjwI4dISK1Ds56h0e+3eOR53vcee8IH/reKfIRl9XXyqycqNG1xunZE5xerHLifJF2t088Io5KGtVBn8qgz31vm1HlrLW4+MxFVhdrrMZhJa4pLKPfhcOHYtx3X4Yd4zr1hSbdksW2XdvZvms7ESuI2Qqw9FqFV59f4qUXllnPmqxnRZwXYNAO0G0PlKBR3Abe9+A+HnhwPxuvXVBlpmySu03CGdBqPbRqn4AeVz34cy/1+crDddpOiAe+dw/veOcs2bqt6tlnijzy2ArLdpfAnE54p8HuWIjd0RCn5rscea1F2Rqij5okCwZ7szp7cwYD02Zo2ExPj7Jv1xy5cITqq6epHjtNzwzTNSOktu1gYt8Blf/tVM9h1xYoVhuUag2cYRDNi2KEYgQTYaKpKKPZkKp//GqZT/yfVV473ZE1UfdiKZ2918VUFVIhRlLCgXIxbBtdZb0IWxA8XyJHLhliciRJfiRDbKRAJJ/EMS4xNC5JWAS0NRxh70jzag+pOWFqw7ACf+eXWrS6oi7WSUYizI4UmB0dEQGOKlG3SHafADjt0FCV0R5gitVDY4DbEI2Yg1lwceMOr73e4cRrHaWEGfY1CvkQsztjKuszHU6TCqdV5kjb6hOKRMjnRohFY9TbG9RbG7x8os7LJ2pIjkY0NiQRDzCWSzOeSzGQ7BfHY2GhyYkTVVy7z40HTa7dF2E8O8FYblJwBdpifWGGMMXWwwyzsnSB1aULeHoQI5yg4zmUuw025PBbhGZJbtaQqtWNPt8+3mK5OCAZjJAMRpnbPcKO3SOslOocOXZRWQ8cmp1gz1SBcrvFRrvNSr3NSq1DqzXA6Ys8NUAmGiQblcw+sS32sBsD1s9Y6F2TO966kzveOseFToeFTofT5zc4eaLIelmGtAE1pB20DVWVNZe1S2KJ6ZHIBEjlA0zvCTCzJ8B6acDigli/eoSCOtGwQTYdJpcJ05Ns2GZfWUlG0jrSDZU2BpQ2huw7MMneA5Po6MqesV7usjhf5uK5MtdfP6IqkRRbn47KfzjyXIfXjnV9dWLWI54UwFFjdDzK5EyCsYk45WKXcqnDhZMW508M1CA4MaITS8vB3T8AKLvnkAC8ktMsSl+Nfse3ohT//WRamGJyAJZ3Ug6XMuUIK4WdI1ZOmwdKybOQIXi3JQdRvyELRgeEY7Zio5XXxGokyO79WXZflaVSaVGtNGk2bVptaZqFZBgkaIbo9Pt0rD6zcwWuu34HsYjJiVcXmT+9qg4noqCSxlEs5MQOwbdPNIjERBUqw06f2ab6PmUP5BEMCQi8mVNEQL3ORtVRqlClnBRWXFAAGlHqekrdLYcGsfCMxKT7lWvgYAnzriUDIpN8PkYmHVbZE6KIEMBfWNFyMA6rg4lBJhsnk4srmxIBlTotm8ZGV9kc280BA1G09T1Vo2Mptu/KE0oEFfC2Vm1SLnuUyy6FXJSpyTipuElIbJE0h7bRoGM2qBY9Kstin+xhNV0SkTB33rldVbWxpKrdCdLvZ5SdeTgdIJzRWS6us1Rcp3zRoXreIGkmuPnWcQ4ezqlBUKXaxJC8j6SJPXTVvbRearO20GHtouR3+PklkiExs1vYaDEmZ/JMzeR45akVXnlqlcKIroChfdekGduRZWwux6VLy8rKWRtYJA1p8MQKPogW1Jlf7jC/0mbpNZflY576neSgK9Yzt92T5La7kwoAbHc0Vle7nJO8gprFzFyebXM59bnCPF++0GbhdIPl812GdkiVbvYJGLIYCLNcTpNBNZQQBZbV7WF1+uy/Jsu1t48SjmosiA3oYo2+KLttS2XsCIgvtljCSpZGrFbtKNBZAMRsQfKFZCAhljYeGyWLjZLtW2LImi1DXsFkFdtXLPECWLUB/eqAfXsjXHNtXNnlXFzvsrzRZ2gFcawgw+6QQVdyRzy6toYZjnNg3xxX7Z+j2Fym1Fim1W0o9bk0I9Gwv+4ENHkWfesxpWCQM67kt2oOtuMPvGLJOKlMSmWNVy40sMo97rxtO2+7fRvVVpuLaxXOXmry2oUOK+U+qViAlMQAlByaJYd0Psr4bILkSIj1ZoP1RoP+RgBLcuQN/7CdGQkzvi1DrhCncXadxpkyN92+jbvesw9Lgy99/TSPP3OBwiQUpnwbNWEY232PRt1Ww7lcIUguH1I2raLCliZI1KB9S57rKKFQlDXlLtD2gcCQrz42QrJ+iQhuK2dbntmEsvMqScNYaZEfgVxB1kIZ+EqmvFh7o5qnqliBV2xlKyys2Xg0QDIiAHCQZC5NMp9iYWGDhYUKA8dWrFJxMJB4GQFIG+sa9XVUdEI84wPLuhFXAHCn36LTb2K4AYIqUwAGotJMhLjvzmnuu3OGp19d5JlXL1FcFwWQ3EABRgo6I3mDw9tjquZmDjG17Q5WSgH++jNf4wtfewIjo6tKC7hdMEgkQmrwLg4BKysVVpY3lCsDbgq749KWYZN4MImiTTKj4hBMiMpNBgJCBlF+bGiOKHO9TRt3ocEYzO5Ice8Dk9x85wjF9Q5rpTatdo1Op4pmDIhlQhgRk5PH+pw61iekx0nFUoRCotITZa3GUO+rErs1yWqvFy2qazbt2oBYVld5LQrQkPtXZVoHFPtWFLcCAPu5mUpbr/6RSAS7LdnWrn8PyPsXlGZPSJ1Rdc8LsavTl5gG+blDbBVh4OBYLo7lDzCFwKUyj2QP0D1l/yxNXGAzdzqRECKQQa/l0qr5SnHJhSbgqWufzsu401X2c6GwQSYVIhIWK+0uvU6PqJwtEgEcaShbLoZnsmt7gd3bC2STXbKpDsmoNLtRzJCLa1Zw9AY9J0zXiXDq1JBjxwesLA2pVxxFSpO9R4B/iT+Q3HJhR4sSQpj8hcw4I5kx1parFJeqSs0npJFoQmP/oZyq5fNtls61aaz16W5Y7N2+jZ/5qQf44Adu55XT31a1Vq6wXm8Rj8c5fHivUsc9/MRRvvH4UWpFR+U4750t8O57Z7n5lgmiI0Eio0E++79f57P/63WmRiPc9dYxbrw+J4ZlKptWDw7Rgw6pvEth3KNY6vPlf6jz6CMtgjkTMyeAQxLbTjEYBtX5U/albqdJt9NS+5Fja2SzMWbnckxuS5AuaKQKGn0ZjNiOitp47OMvvzG0jxTCTO+KM7MzQTKvEU4OiEheVCKHEcqwuvQQf/jRt3NZ1OzlGNx/8k8GXPjmn3L37z6vzhRSAgCbRhRNsuGcn+Dr37zjChnAGzz+0K/yC8d9BZp8/P+svQmUJGd95XtjyYjIyD2zsvaurup9UXerW619QUhGGDSAhMAGLxg8HB+DbZ7HY/Dy7Hn22NgGgz3zxtuMDWYxmM2WDRgQ2tDSLbVa6pZava9V1bUvuWdGRkZExjv3H1kNVvfYHp/XnO8UiFZtGRnxff977+/KUFxMP5EAzHu8yT2UQTIKh/IcOCkYv2Ef7rvrFuzf1IeJoQEMpq9RBvva775xFr//4B+DLcBr6V+KwOFDH8GLP7/9arFt+lnsfP9nvo/tVFTc9JHfwWev1S/8mq/FIeHs+Yt44fABfOuJl3F48QqzdG1MHwkvrH6hOO+M4M+/9H/jzdci//4bX4XX/rXz33wIb/xkXpBd2oMfwvMfuEYX8fQBbH/fZ2UXzJQHRWAOklWKdGJc5DP9Hnz+79+JW65StVZx9C/+Fz5yYA5Hjy7DsONSAWDoJPdQtOF9I+ryo+hEw6CINRQyAq4oDfmHn/lzPHSVAOzghf/56/jJhyOxOBoZc9/bG9L3+tB/7A8+hg/vvlqlPPePY7j911u9qCD3DD+Gv33qT/H6q7jgJ/HF++7Hf5npdal2Qwz/P9/Bsz/22hRnG8//oY3bfrPX76zw2RqJYfE4iQasBoqQpEwk/bOeUoZNemlzqaYIP4lHX74GAloE4N+IBOB2H971P76B39z/2u5rvsqLePTn1+PBLyn4i+cc/MRVAvAZfC65Cz/NSWivM56/eNmnUdOS1B/vKVkM3/0Q3vf2B3HPjXswOtwvJJCr0rVXXX+zIgD/HS9piVXyc0fPg3f++teuIQC3MPvMx/Dw0V7voyiAvQEsBak9P4Wfvmv86gTw6gF8+vf+AF7MhheLwzAzuOcD/x2brkpGO5h7/FfwteccEdh5rVFaZPKQYvDKchkrK2WsrFaw8jN/j2M/dZW0D/fof8eed39S8KocvPrdP8RjZ3/kagG4dhB/cPsD+Jx0p3JwG6UHJaHGX8SP/x2e/eXbrr6XXPwSttz/Cz3jCd8bvZ9fulcpV0TDOdkHiMixlpSlTv4+/M2R38at1+gW/ucvTRvV6Zdx+Nmn8E9f+zL+8pGX0fH5/iO5iQKwKkInEZP8aBhMsEa9r7xOaJrqegFOnSld+bT3vWG3pDg7UgvTjpLGuioCEtG4TH8xCczVYz7I+5SiID+1IKNjBqrtQFCmPK1yWM9rsHdj7eUBI6Q511ofaISDjlJeNC3wdy3aEBOAFIF74q/IwJFm3PsTmcakQqCXCI5E4Gg/tbbWlGjpr9ajq54IK8yWmgAAIABJREFUeOJHmcCk0VoqMyhWcr8oKV3uoSKUu2CaVRUxhStibHU84kspIIciUHJuQAGY+3DuDbn4z9jpKohrivUiAEfo+S7pMVJREKVzo07jSAiPBOBIzI3qo6NU5NpH/gu90JsMUnWDAnXvk3QpUEcdzVEiuPdJfvC3FoXiIhFYkqq9HuBeIm4td8vXlHhQ1mxJ7zNCtFotSY/HKWjm+2AlUnLdcT9TrlRQrlRRrtVRrjfgsiZF1Hd+f9H1z7oOPQyQTVoYKWYxWMggl0ogl07I713EePlZ+QxRRGhnslbnFlYNYZtMuLE7L4ZUTBMBmLPL0OF+M43+QkEQ0HweMWG7XClhuVyCYiSgJzJQNEOuK16WNEdQBGNCuNaqi9GBxt+UZWG82I/x4gA0j4k9H/VqGaury6ixQsCIwefvRrcQZ5eu0xGjr+P7cibk6qHoRGBKmoZ0/+YSSSTjZA2uCcAtIZtwXmoTTc1ksmmKMbFcqqBSqsDjBWCY0JjcTCRhUkDmTYPmBFb2ddrSCWoX0ohnbMBxETrtSAAmyo7Pd16wdC9YdL3zvsA+0RgUorQ6AcKWC7dURadUQ8kJsOoEqLZYrdNGg2lOX0GL50o1jo4WjwRgIwVPjcOBiTZMdFSmgomNJhqarzIxtOwR5r6iZ3bpmTzlDdvDwMvbl/caeVZFgm10zfI9HCWAKcL5rC3k2JHmVXQQBjWg24JlpGER6azo6NBgF8aEDMXKMLCzm2KxFoem2VGy3GPtiB/RHxiYCFjPRlwxhV+eDQOoNGH7LpzqKpzaKsxYZKyhKfjSxbNYXFrCztvvw87b3oCMHkPSczF38TwOPX8Al2cvY+K667DhuuuQT2aQT2QwefE0jh87jMWVKey/e7esQthCPmxhab6BMxdqmFmoo0Lkq9eEmgmhZLrIx4soxgehkIK0NIvKyiIcV4HTAfJZhm76ybZFxZlHo12KjAFhV2hTDIm4rM/i3D1uYuOGUWzcMILV0iJWS0timOP1T9NFq1aHU2/2WptJWGTHtyEhlI7fkXtWVK1HzHNkNibxhwIw5xzsYq1VnUhD9xSYIm4aYjbr67NRLCRwebaEy3NloRrydsvXnzMO01JRyJnIc8bcJDq6I+lf0voYGujVPkfzK1lRFzjJMnKL7EZ7RSEEMOHLTWkINGquzCvXUuOSKuf+krj0NM+YSmQi4UyDe4mA4QNFzrmcq12ecTEz48Ll3lUN2cYCM8EZSBQa4kzFdaKQEgVUMW90VTh1V/qEe34CCUvQvEFaGO9HnMNm0jqyKR3pbCizfNqfmy3WLkadyGu1Z7wV0iTO+TSP5XErqmqL8PxRKIP7ec4SGnW+7l3kszRKxzA0pmF0k4b8ILuT41LdkU1ZyKQs2TeJ8UjoE9GzjR3AYDdwuY72ahWlkovZUoCFso9Sw0Op3okw33oIWwuRUkOYDGK0QvhOiHQxg3RfFoulDs5erKHacpHt11AcMrB/0xD2bxpG16nDKa+gjSZ824eaDXDdzhR27UzCUkeheetRPlfD1FOv4OThS3j0soZHL+vQMj70TICQZ4kWSRUxTKzPYmIsh1iigliijC1DJm4Yy8Ks6Xjxn2o4+byD5E1ZJG/KYWa+gotnljE700apDNQaKgbG4xiciGOoP4XhQgqxwEVrdRnl5ar0vV6YDaEysBgHbrt1Ox58663YNz6A7OnzyJ45j2PNJl5tNjC72pFQXdX30RzoIhwKsX9XEjfuSsEouQhnWjh/oY0XL3h4+bKPsR0xrN+pY/9WE7duMdFdCvDqo02cPepiFSpWuMcYC6CPdbEhm8JuuwDbjeG5Y6s4+OqqhOASWR25IRPFUQujIzFsGlKxrqCgueCgsdCCqlvQrTjsvnVIDmyCnR9D6+yraJ09jtNzNRybd5AeSeH2e0YxNprA6ccmcfrxKcypGmYVDZt3DeB1d67H6ICNuVOzsr53rIOnjrnYsj+Pt/34CLZuNFA7uYSVU6s4eMGT9frbi3jnm4eRQICzR5dx/pUKkqmNSCU34NiFJRw6fgmNloNC1pJ61cnlBqZWGnjzmyZw/5smEC7UMP30JcxfKuGy1cV0/Psuwhv2JPHGezIYzqi4+FIZC+cc7Lx5O3bevA1WLYQ638bJI8v43oF5PH14HvZmE/EtFubnu5g+H6DteIgnPYyMGrjvjZvwxjduwsKpeVlGzkVhu4pErgtlqQUst+AhLeuFky7+6UCVQ1D89Hv34qH7N8J9+TTaL5/Cc6928MSrwIoKJMdCpMe6SLptJNy2EI7PLSloqhqsPobpdExoGsZ1DZ1UG27SwfqJAezavgn98QTKR86jcvQC4oM27ME47IENiA/sFMOas3wCrZVzQtbkalRUNMoMdqTRt66A4ro8UkYLKbOJv/9GCZ/+wipOnuEeXlFCohVuuruAm+8uoNNqwWs1YcVCZIhj5PteOh59cdMRUcw+DjtGtIEOm/2v2RiyGfbjNcQh5xOz5HXRpuOqDVyaMXFxxsTlhQ5mF9vSObdpSxIjIxZDJzJwXZ5jNxxvbBHGhbtJRw3gqD7G+roYK3SRZcrEUZAiGnXLEMyhHA68OIVnX5xEY9mHX1HQX4xh0444xrdaWJhTsDgnHnG5MaWTOvpzJjIpbjwcBIqD6ZUAl1cDYblzg8a+ALObgBkm4DMPw45Ppw231paeif6siv6sjmw2JYP2ZgeottidR/HElENjo1qWpRg61LiFIK6gY/rwWG7Y8hA2Pdy4axD7dw/i8lIDT788g/PTNXQdXQrVN2/KY9OmPJZWm3j19CJKKy7yRgqZWAJuwAdOB2pOhVbU5KDdrrpoVzvC9edGMZMIkUuGMP0ulFIXWT2L/Xfegf133IEnzhzFk6eP4OLFEpYmO2hVPcStAFbcR6OsoF7mgxFoNEJYcR3jmy2s22DK4J/41pmpNi6eaYmTff3GNMbGk6jVorJ1xuyIfMsUEhhePwAzmcDZ88s4e34FxYE0+gbS6LSAyoIn6GqFqky3g23bk9i6IyWO48W5hiTfyqtAtcrHnodA6aBvUMPgKDsHeSiMKtiJrWACurzMbmcOSkN4QlzSkMnEkc4QY0LRgk5euqWIFOFgkWlgNcKSrCU/xI1Po4MhDjb+cwot6ayBfJ6oPXbcevBcpomizqOWw6QZ8Xv8Pog+ZX9vCgNDKdRqDdTqddlQcBPFvpm+YgZ9fRlMXV7C5OVlcQLnC1noagzl5Qbq5Za4ttbcW8RU88AbBNyEaYhZFH6ifliKwOiqULlzp3neI0ZTvHnyc3CoRpGOh921PijLijYnMuALeJClSM4pUHSIpSDAMnpDJ+ZVR5ZGghQFCCbVAumobNSjqZGdMgQDqsTokgyhsLtVJ4oY0DohNL6Puxr0UIPfCuA7PlJpptttxFOmHIDYk3P6dBmnTpeRTtkYKKZhmxSyOgi7LgI7QBAPZMPILtkW36ezxBaF2LQpjU0b02g5VThODYpOASGLWCINI60iltEwt7yE+eVl+A1D+gv6Ujls21bA6GgKx1+dwfHjs8gOaBhm97geYn6uicX5FporiiAluEkUNBjddHoXqYyOXTsGcN32AUxNr2BqahVt9oiGEOxq/1gKxbEUViolrFTL0Pl4YC+trQmaNpUx0Ai7aDB5vKigNqugXYsS2XydB0djGBqJelmZGllZaWN2uoXVZfb42tC1OLbszMpqNVwsXK5h+kIdk2c9TJ7zoMbYC+RHQ5WeW102blDhCn41xOCoidGNliBz6QLjddJ2iRltSgdwsxUJuES+8EppEh/RIA7bkGQ6RSb+4ftpdbGD1aUOcoU48nlbBiKNBpPvvmxqeajvNj2EDR/btyexd19GsDqzFQdzpTaW57pYmWVikp0kqgwI6kSdqzpG+gsYHSigpdTQQg1up4VOh2k+D3FTQ9zkfYC9duwi40ArwnlFyDc+f3y0WWVgxRG3bUmfli414K24uOd163DvXaOYW67i1MVFTC05WGgAlRag+r6sxnKAxoqPXL+NoQ0ppIdMrNRo4qnCWdDhLOriMu8fMFDot5DujyORiqFxfgXNcyvYe8s63P7Dm9BRFXzr8Ut45oXLKK5TUVynoONESVhJvEKT1ESKG/0s+42J++khhBpMr9ABawm1YnXVQWnVkWcSq5oM4oUSqnS/EhXPjpEIAa3B74SornbQqvso0EVZDJHPJeW55bYVzM+0sLTQRq1KrBBNHZGQnKIAntBEyMv19yHf34cLF5dx/sIyukobdpod6hHSN6CIXNbRLLEfNEQ8zcMTaQW6pNBDxUVXcQG+fzscdHFQHqIvb+LmfcO4Ze8wDh5alMUhImkM+ZyKVKKDVMLDvq1juGHLeiSSQ/CVIk5fbOErDx/GI08eR2F9DPn1MUmgplLR8Iv45mY9RHm5JUtVUzCMjKRP6V52G80raMV0EUgVOdgi1YL3TyZUiDGk2OnLGhpMYcvWPmzelsbGHQYGRnW8/FIZLx8pI5UNMDACJLMh9BSdoCFOvuzg5CsOvKYhXaxKV5fhFvuj4gUfVt5HMmVIumpxysXUqSYWL7cRzxqws8T68wBFd2Yo1wbfn2sHON6s+b/YV88DNe+J7PHif2KmKihw3qP5fIqZ/L0kYKfj4uTnqlcbqFUbcFudKyLwGmaSAjKXPEqIZo0pMJO6oJ5TSQPpZAy1UgelJUeStkyL64aCwoCFvsG4pCSEukIjEpPpaiBDJyLT1rrSObQhry9hRgIwVybZlBXnMwfZCJuqLMNXK4ilTehpE0ePujhwoIUZdoTXeaCm8YqdzxrqjS4qlQCOEw1omTAaZGKkmEWt5Mty3Rb8kHgoXww0XBdPVnDxRBWNkougHWDn5jF84KffjAf/w0146oWn8fThp1Fl6kFRkStksWfXRoytH8ATzxzBk88cRdCJwVQzGOpLYsu4He1jszrUrI7HH57D4w/PYuNIGq+/fQg37ctB0UoAq0PYO5bLwQubaHaWMTldxYEDPo4cJUZch5aMwWmz1oGDiDhsux8xI43lpQUsLy1yciIDzoFBG5u39WHdeFrec1zzsyHmZllfoOC5Lx68Mv7efPOE9EXl+2wohgMPZWhWB8lCHHYmDq/zCXziI2+9Og367xEaG4v49mf/BL/0jcvS6RzCE2MdKwX47JIua/f9ePR7r79Gmm4e//DG/4Lf6A25+VAVvB/TPvIcjtz5Yr7jc6W4H7/4wTfj7dePoe+1nbf/lu+9cQa//7ZP4vOCf+4JftxIPfSrOHxNAfgZ7PyPnxF1gc/qaNi+C7/7qZ/FA2NXlZD+i99BbeECXnjiKfzpXx3EmR/8m7wBazG47Vvxua//GG7/V0Wef8sPGv2d6pHPYO8vPyeDK/XBD+HwB68WgGuv/C1u/k+PSyXKGuqPT1QarUT4UNhd+zp89u8ewq1XCcBLeO53PoFfPlbGmbN1SX1xGM00lyqgRwHLi1lEEkwUu4lGkMFvlHbk7/UPPvXf8OA1BeBfw3v/oZcQFDGiF4vs9gQSAD/5sd/HR64hAJ//5j7c/V+aMtTloiR068cO4GtvurrM+ORX7sCDH50TTGoYjuC3vvoM3r3tNb/n9iH8xuDd+DgH7BT/AposewhBGugoGkiHbA8pyA5UTkZ7gspaMjgSgv8ITxy/Bl54+mHse8+vyRcW0aPvl/ClL38Au6/lbbj8DTx4w4/ioQOtawjA5/A3/Tfg/UyCMVXYQwtH/aPUIPbiZz/1x/jQW2/GlszVWOx//QqbxQsf/Fl8sRtKYpPLMEzBq77lF//6Gh3ALUx9+xfw8LEkEomU9HdKIqzLfXAAb/d78As/NHF1wrV8GN/57OfQ6ISyOuE9uP/DD2Hkqm95GRf/7E/wAqsoiFD1iPFto9EkIaoh1x9vKBSpard8FH/4E3uReO0Pef5vsO51Py+GBy3Gc/3/wGNnf/Rq00rtAH53/1vxeSETREJjj4IdZSrf8zAO/+rtVwvAF/4WG344EoCvqJO91OZaB24kAEPELZpd1tDz/Dj6M9/E0793J65lB/jfvl7tBZx54RH8r4/+Dj51dBF20hKhkz8fsbIcjksPrqRXGZui09TDkeM8CEV/fvyBm6TDVFDqFEl67bA8J7Pfl/+b5CCKa9ynBxQ/2WPqeSIoc2/KPZYTaLKo6nDAzPeyEE6kp5aCKfvbI6E3SrNGZ9pe9k+uMa2XXpfnQm9wH6V/f5C20Ps31xKxa73CV/LCPb2ZH3piayQgRAP0TqcjSxLAFAR7ncFXeokl/RudnfmHX5mnJj0CUIpRTsQpuU+IWztKAWsRZYkmayE0UQBd6/LtIZr5NWg+6PRw0CL49lLH0oksneqRKCsGCp735GM0uKcQHEWGe2Qk+dprrInotym/Hfkc3xeAI+Eg+mmu/CavQDl6z19osk9mfYlgv9mdSaFA0sQMTUSIYstOIJXJQicm0mMC34v60FdLqDd7xkQ/6lPk98qUGmcVhkoDeBf5ZBwj/UwAZ5BJ2cim7B6OW5qR5WeV9HDvShRDMFhjo8I2VJlTsv/X5rXtebKIWO7vK8A0TRGNWaezVF7FcqkkPbYwU2LiMCjmCxKWiW0NNSa5WjURIIk0Z3hlXb5PVsDKJ2KS61VUKhU0eK81Y+gyPRgzRQTmbJFkNArAnq7JijqAaaQNoQtW2EAukUDSskTYZKoymn95SFgG0pYtX9fs9TBLmrrekPRvQEGOlWJJCsB2ZOCgSCnvY19eq0Q6IV2gYafDgvor+H3OusQ0QRGYBm+amZhQp6gvWJIQ3Y4Pl+eHagPNtoemw75mXwwONCkSXMTV4ojTZyJYh9NLBTe7BpzQhMdEsM5UMNPAXCYC1aTcj07PJEExkvQusXj1UhxRAn6tA5tGI16jkaGpt3EQahGXpnnQVc4hO1DYQabwPJWMlqpHJjaVplWLBT68WsWkyNo0jU+dnqgscOrIHRXNCENf0sKch7NcR+t2oAYu2vUy2o2yiMiaElXZVKoUMRswi4OwioMYyg5hND0Ep1bF2XOvYHF5Cql8HMm8BdtMwTZSqNGEsDQHP2hh7/5t2HfDVrirZXRWS1iYX8HUzDIqzTb0hAXNjsHRHTgxB8PZMUzkN0NxA0yeP4aZqTMyV2u6DFUUMTQwJPO91foCKvVVdFqcZ/NeFlUMmYYNK54U4xr7cVMZC6XKIkrlJZiGKpUVvEcsL5ZRXq3JbMGUhCvPfFxrBJ3vvyasBaAJjrhnYqApgq4uNWXxOuRzIJEwkUoTNc27ZSj3juVSEyvEBfN5x3c4vQjxqG8zlYzJObTOfuAVzqRIy4q6ddfq/tZICZFb5gc730MRnEkuE1MeU+cBQzD8PDxzR6nxNWMcz+t2Vkc8HekccUOBqXZhcNZEIiSRzaqKmVkPszNRTzdJoCrFbyOUWrgYzdiclYmZmzRbDRpnrjRuO66cwyNjD+cuFmKxuPw+GQ5iGIMVgQwu0bhfHIg6wJ1WDM2GDsdpw2nx2uY9XZM5Ad/SfKtH5tmoXiV6avKJFNXBSX6vxerBELYVIpEBknnqVnz+m0KksOOqYKs5Z7e5kmrUI8yeYz26p5qBh5hPSo4KxzfR9DQ0XBd1Gkr4YOLzzvEFM8y0c7PqocnUqWaiq1ko17pYXOlIt3n/iCGY4pGUiZGkBdclbr6FdEHHuk1JTGxOoi/dRR9RwH4cHddGdbaNlRNLmD5TwfNTwHNTQEMH6jSbxhQkYypScRUDxRgG+nSolgPNbGHbcAI3bywg1dLx6ncrOHOogfYGE+0JC9PzDi5drGNl1YfjanA9TRLg8YyKzVv7sHNnP7JxakyLqC6Vcex0iFfPhAhiXQSxALfesQFvf/s+MSHnzk0jf34aB3m+v1zDHPuVSV+xQyTXAdl1CjaMGNg4YkBv+QgrEXH10qyP2eUuNu2KY/PuOIbzCobSitAiX3zcw4WTPsy8CiOvotPnyRpNJLHd6kOsGcOTL63giRdXsG1PDtv25FFk/28qRNr2kdEcpFTWYUWpczuRQSKdQzxXhJHph2plMPfSScy9eEoIs2HeRHbYln5c+iVeemQGL313Bt1hG92hBDZuSWPv9gyShoqD31uStdqFrD37BvHD941jMKfj9HOXcO7lGayaCkqmipu25HDvjj74lQBHXypJ527LTaPVzqDudVAPqIEESNnclXRxYc7BhdkWHnzbZlndlQYuPjONmYsrmNZcXFY7SOUMJHMm9mxN4K7rk8ioIV55roTJMw5ufv1NuOnuGxHMrqB+YhLHj83j4Okqnj9fQW5MRXZMw+XZEGcvkL4WYt04MDGhY+fWjCzF6UB1+Az24cdoKO2iz1BRiKk4ezHAmUsB5hvASqCiMDSIN929H7ft2ozJpw/i0tMHsdgKsdSNoyl1FezrbotOxXDlclvBEiWwuCrp31RSQ6quIFlXkd3UQWaTh40TWeyYGEa/baE9uYj21BKm50NZqYEi1u0cg52KoTI3hfrKAmj4t/osrM64WLjQQqiZyIzkkaUAbAVIW11849slfOErKzh9zokIhRzsv+Eto7jvLaO4dGEGkxdmYFkhhoZsWJaGpQUOix0MFbMYKuagETnSYKO5IwXZiYSHjSMxbByOIdB8tOFLELjpayg1NRx5ycCRFw0sLQYolXyMbbBxz5uK2LrLwuzcIubmlnDsSBevHmXKRBHMK/fURMZwE3zzDcAtNwDrUzr6AxPD/cOYuPEG5LZsxj89+xL+6dkXUbvswpsHBvs1bNlrYHS7jqeereOpZ2uy0c5mTBSzLC93Ucx6SEh/nYqWEUfLsDG31MGlyab0+DaXTbSWuTlxZRVTIdbnVaRjkJ7AjhPCSgNWCqjWgRI7IRm8Exe00BMFr6PEVSi2CqNgwBq0JOWTUptIqS3cct123HLdDkwulPD4kZM4fn4RpQWgvAhsmUhj64Y0yrUOzl6qiSuluQw4pchhxTW2L4OJ2/KIxbuoLdZkreEuskaIvNlFf0zFgKZhtDCCHbe/AzvueCc+/eiX8OnHvoTLl8rAagKKo8PQHJh6GytLAVaX+DtXRbweGLFw4+1p7NiTRHXFR3XZw4UzDZw7UUNxMIGbXzeEvbf04dVXZ3Ds1cuwLA7xgfENg9ixZwfShT4cfvE8Dr90PnJsqgpqK10sT/siHoxPmJiYsDA8pmFkTMPCrIPjR+oorwYytOSGpFx2BHk7ukHHph2mxM4W5ztYmGMHqAqvI2w6edTVq0y9BXCaGkZHKfQVYMSbgpUkBqxWoZueaAyir3SsrroorTLZyoNadILj4YyHzygV0sXwaAJjE+xVIWqIXWYdFPpSyBdSmLvckBRlpcSDLjcQes/ZG0eLTiangWQqhuJAStaGTYPYuGlIfh8vHrmA+fkmahWaHtj9bCFuxNBhz0inLRufZJK4OLroiGFRoTDdqbejAw+vr1CD1jXRdTVUSy5q5c4V67PUmtjckESdX4IhthVJ+5pWTJJy/MtttxXhqj12Y4XI5TKC686kKbY3kUg4kaW6S1xsV14bbpyJjNFNHXWnLssPA8GHZkwTRctCn52QLpt0IilocKfZEWQt3zPxtIlkPgfFjOPAwUk8e2ASZiyOXDYnGCe3FaFrjQw7a+hIiyGbZJeEh7kzTZRn6epkryM7paKzAFG1+f4sMgNpaCkVelrFQmkZi6VlpM0MRvOjGOaGuJ/9Pwa++8hJfPc7JzG6JYZdtyQkmTozzfS5A7WThuKmBPfCRF29RiG2ga7XxZ03DuOuG0dQU+qoK3WcPV3HqZcbuHzJRWHIQt+QhVbYlmVSNI4BhbSGkSELQ0PxK90tCntSXA2Bq6LTVqRTmkIrHYle0IAf1NCod7Cy2MXKYoilGS7gbe8axwPvHpdNWblUw9SFKp59tIwDj5Wls5M3H7om+fKKkb13eHdbBtxmTAwERtxDJm9g3fo+DA6l0XZrcNpV6TNh3wbRMqLf8lZMFE8H6BswURwgFjBySdLVWFrqoLTsYWg4h6GRvPTdLS+XxcFFfJ6k5zsB9I6PnTsz2Lsvj0ROx7LTxkK1jXOvtHD2lRYSlolC1hYcVomdtL6PpK4hyRRAGtAz3NJ68NkXFXjSr2kRPacSOxTAttlHylRITLqSaQLhsMFxO6Cdk926nUaI8qUW/JKP+14/jDe8fggXZ1bx4vE5LNZ9BHZSOouaK060Sj5apQC5wTiGN6WQGTaw2qii1KihORtDa9ZAXyaO9eMJFAZN6AkeAEK0L5bQvlDCdTcO4cZ7J9DRVDz57CxeeGURxTENfetUEc3nptoIPXbxJZFOG7CSNEa56LgxeG4MzZYnQ4MWkTtEZYemdL7Uaxy8RW5TprgzOV3EfCaHHZdOzw6CgJ16IdyGjsDVrwjAo6N5rB8rolHt4vjLK7h0jvhpDy1uQnvjHhGA0yr68jaKg4MoDg3h7PlFnDu/CGgO0gWKzwHajchQ0Kmb6NQ5LOjCsHlvCES0Zkc8+2esOJH7EOoCDzXsqBkcNLB1Yz+2bRzA809VcOipKgp5BTt2Gti0iYOgGnSthv279uHGXTeg6So4O7OKl44t4buPzuD5FxcxvtuUxfuyZTLN7GOSyc5JB24NaFeJb0/LJpcoNKdSQYcYuDDqDSuuA4pj0fygVVfhtzXpNk7YJpbnXCzPu9h9fT9++K0bsX03L8Iamk4Fj3x9GY98fQlbrkvg1ruz0r/aNV20wzZOHHVw4mgL5QUm+wGPnqguhXqguDFaY+M5rJ/IY+aci1efr+DiyRasdBxxXr9xB2bckWSjSyNGQCNGNGhbG9jxtSOKmYc94th5gObh1jB1NCouqqsteeMylZzMxaWLM1fIY2lxGctLy2jV2/B6KeDogNirqKMpmo8wDoEtFYmsiUSW4q+JVMJEaamJhZm6uCTFlW3TsJLCwGhShrEhYvADGqSa8L1W5KqHF1WHhr19C1//7PecnflXAAAgAElEQVQF4GS8AS49SEJtD8DvaHC6S+ioqyiMmciPGXju+Qa++0gVU5d8hJ4B+Oz91aEaOmqVAKVVosBo8OoIgmxk2MLocFxqQYK2jU7QQqdbgWK46BsooDhYwOkjKzh9dBVOw5N75J4d6/CBn7wXb3vjXnzz8cfwjccfQ8B+w1wBA8N92L1zHcbG8jhw6BUcOPQyEokMBvqHYRsa0Kkh7Lbgx1X4cQ0nDjRx4mALO8YKuPvWEdx8fRpKbAaKMYP+4c0YGN6C+ZVVnDhzEqfOL+PClInpWUPQoeSWsXaiUqlB01IYGtyJbGYck5cuYvLiBWi6CzseYHTMxo5dfbIv0cwAmtnFiZcVWZZp49i3nrgytL/nx26TLjtDJ3lkFaXaZfhaGZmBAJkBFdn83+CT/+lH8b8hGf8L+g9NSoDbWMXczBwOPHYQX3vyPObAYXkr6mbtErvL5ATv1XEEAXu93o8nD9yLq4KK7OR9xyfx+V76VwbQRPsJbnmtIy6iX2z5kV/Cn753F0auhXb+1xWr6G80zuD33voxfK6HHr2ycXro1/DCNQXgp7Hzpz8TDZ65JJmlAgN34uO/9za8aeyafNx/+bvprOCFr38e7/2zE/L3mKhgbUzbvRl//Q/vwu1Xiaz/1h/u6r9XPfI5XC8CsAblwV/AS9cUgL+Im37xMTEWBjIo1cRgRayfQj6dasIP7sRnvvrANQTgBTz5f/0m/vPFNi7P+IL/tFNpGcjzZhWZAaLnA4eP0WCKv0OmcHofoeJ3//JjeOAqXbaFF/7iV/Efv0GRNRoMkPQhIgiHXl2KDzre8/GP4ld3X40EvvDt+/BD/7WOMOggXMMO7/sEDn76flz1pU7/Dd7w47+FBb6+g7+Nr37z3Xit/ls9+GsYe/ufidDRcSOB68qfHoOWJjymrogKTCYTsr4vAPd6DcMu/OC/4enT7776/TD5FVz3478iZ9feyRLrPvSP+OpD266B/23j7JcfwKF938FPXvXGOo+/XX8b3u80BesryULBXQDj7/xz/MOf/Cz2ZP/91xUwg4PvfQ/+OgiFcEQBMJPJSv/nfT/z/2L7VQndJi589e34+xPDGBwYgarH4foqXA9otFw097wHv/KmDbjqVay+glcffRQrlaascusm/PCH34GrCdArmP7cF3A+kZDOwUa9KsJMrV4SakehkEZfISPiirPlA3jHnVuv/n2e+yzy+98nCTU7GYdl/yUeO3dtAfi3rrsfXzBJxjFEuCRtjMK+iIXv+zpe+Y07rikAj93789+/ZK502fZAxnINRaQnl2lb1xXxj8nqtWvhjZ98Ap/6mbsx+O/Q7KvnH8bHP/DL+NtFVUyTItyxu5YCh8gxXahMNHc7OHB0+cr3+Ys/cacQQyLR0xfzufS28r8HvvzMpLBwOa2m0DdazZZ8dNt8DlBAVBCoFgKNNSFRKpVnbY+0K68tA2CeR3nG6LUeR3MV+Xd5z6CAEPs+RtkkcSZK5YpseeX50dvbCMqXxu4I8RnhPn8Alxx9cqlFYN/uGoOagjQJXB2KeT0BeG2GwWdF1GkZ4Z8p9K51kUYyNVf0uTjzWPs7a7/INZqFpF1731eEYmdlGk2cEZpdUuukt/R6iDs9wY1GCe5hRVNeE38p/NLcIwIwCQs8wK0l60OhODDxKylm4aH2mKi9byoyI0T9uhwuRP2+PaH4B0T4SKxVYcctJOJWZBxYK64h9pv7xx4O27RsMQJRdGs4LmoNB4vLK1jkPrTtiUGX6eg1HwQT6BRoTE0RnG0hbUsHMBPA6WQcmaQtgiPpaLQVidgtZoBIqGWak8MApjRNLQSbrXiOTGgE0gJmGKIvm0U/sc2GgVbHRdN1RPxdWl0FIx6exn5QCwn28hq8zpiUpwBck0WkatwykE0kMJzOYTiTh1NvoM0gQKOBWrMBJ/AQkqBlGkgQAa2bqNVbgrx2+D42DQQGq+xCeEyTt2gabSKuqlECmOlkUgUZEYzRXQ5kkzbyySRyCRtxTUNc19ByaBB24bIujNeuYSKeSsNMJAT9zFQ+XxsGe01dl2SxzeEhkUKs1+B+PSDemLUgYdSLTeoHRXjuGWNmdD3RouGHaDdbaDcdQUIHNL4zTSrmgV7vMzG1TQe1ZgtVx5ekf8NTUA90NDmnMjMIuGJxEdt9JoVVGx0YaHsB2n4AxwvR9inLMqSjI6SwrbOPnbj0aPclhyr+btiTvPa+p4dC7mMONKUBlShdIiU1oNGMo9EgjSlCWwulgYZELSa0MHZNqr4GNSByPoTaq2iLCia+X0nC2RS3/OwajoUdaN023FaEgGY9oudxVuZH9yOli9nKEmYqS9g4shvXbbwNlh7DcukCytVJtN1ZWQpsqEoiMuaprD+ysWfrBPZs24DJc3OYOjePuflZLCzPiAgxtH4U+eEiVtwKVtwyNg1uw3Wje8HI76tHn8KpE4dQ63iyBoqDWDc4CihdLJYXsFpeRb3kS9VfOmsjnUugL1dEMT8I27bh+g3pCy5VF1CuLiKTimN0sCi1cpNTy5ifL0kdEOdxNOuTOMT7wZqoukYITCUtZBm+iUW0sXazi/nLdSzMNJBMx5BMG0inbWSzCZm3VlYbqJYaaDgeGm1Pdol83UgrTKU0JBMaLFOFZSoyh16Z9+EIwZBGHUUq6RQu3tv4PJF9YVfmgmtbzGQihmSC4R5V6CdM0baapDeyyiDCJJO4wUQtTVHJAs+/MRiKD0PxYBuQZRlRJSK/1iwFu1kfIUVl1gyydU3rVRZyBkcRmKYnHjI7CkICyNqhPOs4y+J9i1/LMBKwYmkEgYZytYlKo4lQ9RAqHQwOAaNCjbPQbnKWGketRrJkTb4P9g7zadORFHAIh/dVmrSj27SEmVSYQgSkyZ1zZIauWPkXTWwjEocCYu9p3uvAiHWE9seZX35AQSrvI1fsoj8fRzFnoS+hIW9rEsQz7Rx0kxWcbVme0PxYP+j0+nIdlJZ7qwqUahCDM+dVlh3D2HgcwyMm1FYTarOBOoMLHWDjlgJed+co7rptGEGlDL9Skp7zastBk6bvRQ2rcyqOT/o4MRngsqthxtWQSGoY7tNQyIRIJVykE27U5a0H2DGawR1bi8h3Yjj3ZAnnX6hgJgXMpEJMLviYnPZQb5EeSiOujg4pnF4H+24dwe33rsdIMYTWmEd9oYTnXwxx6KUQbcVDW/Vw6+tG8fYf3YEbt+VQuLiAvosLeORoCY+8XMJc4MEhwXRAwcZNGsYnVOTikMVbDR9bTi1EfSVApx5ix960UCWVri9ViOdPdXHwSWDyvILxTVwqyvE2ynEX/WYSm2MFoG7gWweX8e3nlnHfW9bjvreMY7CowgxbUJwaOqUVeFUmoVlVaCObH0ChMAgrneFFjU5XwcknzuLkE2cwviONnXcMoDBMEkUgYYqnvzWPp789j+LePPr3FTAxFsPmgS68hocvfrmEL36ljOHtJoZ3mLhpzyjuuWEz4l0NT3z7VbzwwnkU91qyduZSuN5OY3XKx7OHa/jec1VcmvFwcaaD4nAC6zalkc2rMHXSRl2cmWzj7KSLH33ndrzrndsRlBycOXAZUxdWcDloYCZoYHA8gaGJJK5bb2P/mA29FeDAU8s4daKNe+6/F/fcfw9qJ89g5tnncezUDF5c6uDoqouB/i4G+gNcnA1x/AJ1CQ3X74th61YNWdNFzupguD+NkYG0zExnp1x47RBbxlPYOpHGdx5bwSOPr0DPW5i4MY9tOzdiz/pbMZ7diue/+U08941vwh6Mobg9J73l5ckqli9UMV0zZdG00LYAK8swBTUgDe5lyNp8W4DNtwfYusHGVtZ98eZTb0Gpt/DdbzXw3W83kB2IY99deeT7VSxMleU+unHfADbuHcDsmQrOHVqA01FhD+eQGGWXdUzWdx4t46sPM9Tj8Cxuh4U+Hfe+IYN735DF7PQqZqdLIJlFj1NwU9F0PXF9ceNjWYYUmHdbHSRUHyOFECMFYP2AirEBYsOAdhhKesJXdbiBhulLwPRFoMUUmttFtt/GxI4CEn1xHD+9jOOnVzA55WFyyofRVVFMxJCOs8+CGxoTileXNZDQMZ6Pg4Psvu3rYA334clnLsiygy4GDA25PhWJYQV6LsSLh9p46ZAr6US6WbLpUJwk/XlgdCyOdevjWKwFWKyzm6QrDxXfUWD6FgzfgmJ0AIPOVk/6Udnj0aiGkjSSThWNz92uJOd4NGMKRwQSIomCEBqTOezakRWTxFbadJE2OxjIDKI/O4TFUhOnJuexWKpFCJ1QQT6bRj6TQrncwdRUDe1mgGImjb5MQpJHqUwgvcoN6c/gVsmFzqQVD0iqhljHR6ztIakoyBk6cqkccuv3IDt2PR49dBiPPX8YpUpTcIyKr6JD0anuIZFkd2BcNgzcHJp2iIFhE4W+GKol9kd2US23USm3kSsY2Lg1g4ktKVRrVVRqNcTtUJCohpmEohXgehZmF5dl8aDHoYjb7KJVZmRVxdBAEoP9CRiWJ0ndVssTMZUiLbuC6FCOJyhcxuR74Wo0Aiwu+Fha4FCJ3is/Qn7QqOipaLMLs0MMlQnLsBhHhaITb8vNQdTNJAdWJqfpauzw3+eQnSILEdFMsEf4H65kSkMqQ0QGT1tRWpZ9ikzlEUNSr9IlzA4MHvrpQGK/D4fhETaGzjK6TXlgyuXTIhxPz5QxNVtGabWNeoWF5xrSHBLZFqDQGcbeu+jA311LKxNNqndlsxOllqNOFEMxpK83kIc7UU9dEWM0g8kzXg9MeUZpMuIU/YAIdYosFA4UJNNd2Clueumy5N/T0fWIstMxNKSjr4/JwkC6KSmWLy+1ha2dyfPhH0NdMEAdNGS50uM9wp7mQrznBo+jXg6lW5qpVi8kjggi2DGpdpY3qjMVZLJxDAymJTFGfBTFRC1uQLUMpFIGsikDPtFDcy7qpTbCkNYZ9q7EoIYxmERQ2zHYLKDvN5Etmjh9agVnTq6II310NIehQbp/U5LcPHF8ESdOLCCWDJAiJYfinRshs5urOporUfotm2cflIIqu2ydEP1xHf1WDH0TKvo2qFhYdHH+TAtTl9oI/FAWHd8++1ITRKgDmQLvSyayfZaIKhRXHKbGVz24jRBeE9LvaDPNleIgg0OHNjyXSG4V7YbCGhk0KsCWHRls2ZEWgwC/VqsVYHHRw8Iie8qbmJ5qiDjL15Ibc26ieQ2KW5L7Phl4d5FKx7BuQxJD62xx8xN3Vql3UamGkvTmw5f/rMv+aZ+oXR25Ag/bEVKn43ZRWfJQXvIwsWkI45uG0Wo1cXlmTgQM9v/y2ZHUu0jqISbGLWzabCOR09DUAlQ9H6ePuDj9kgutq8nBVDEUeAYPvSoyRlKQ3UYulMX3UrvloNNu9+6vXSSJHU4oSKdNpLNM6auo1FzU6h1xzrMbiX3ZkjJxFDjzXWhNBW+4e0gE4FdOLOHxZy9jseEiPmRDtWMozbRRnnWit6EHZIox5EZjSBR11Noeao6H+jTQmA5RyBqY2GAhV9QRGKF0e1ulLqzVAJt357Hj1n60whDfOzCLw68sIr9ORX6dgvJSiMVppjh76OKkBsNqIxYngUJDx1XF2UqMMw8qxNZzg88+b+LmeapR6bwnsjnNPu4QjkcMLP+9qD+MiGC4MTnUZvMBMvkAfQVWICTl/XjueBOzFKHl4B9hyLn4yE/GgULewtjGEYxtGMHps/M4fWZOuoRSWd5fQnhtdlWyh1aBU+F9J4RhdyPUnM77Iw8UbShwIiSUbolBqd1qw4iF2LytgC3bCpg+WcXlk1WMDZvYvTuDzRsNtJsraDdWcd2OW3HdzltwdqqOR585iSOnZrAkw18H2UENmUEKFKHgztgHRFPQ0gIRyzSRAJaZgB1PIiQel/gyx4GWNKClmMgKYFhdwRx6TiDvP0MzRShrtVxZe27qxxvfOo7RcRvTU8uYuriCEy81cOJIA7v2W7jjDQnk2TfScLFS8XD+tI/zpyhU8uBoQOnyfhohydVEB2rSw9iEjfUbbDgVFcvTwNLlLmpNH7UG8TMB4onIiSSod85YpAeJZJMMiv0ZVMusPaiKUaTLQ6VPZLoKw1LhNgNJLtMcFLM0xJMm8v055AfyaBE/13JQLzfQKDfRqjvyfpFBIUkTVGll+KNIn7GZUmAkFMQUHbqiC2qan5/3lEyO7zcDZoqGnlDcx06bh26KO34k/EqlQgecT5sKxHTDjuBcwcTExhgmNsSQSnSRToRYntJx4WUDtVW+39rIDnYwskXHyFYdhw+18PijTVw456NWVtCssyNchW6qUmNAEZjvEc7/kgkVoyMW1o1aWJoNsTjDn8mFmWzDzgZI59OyOqU43LIl4k0naGBsNIm3/NB1uGXfGB47eBiPHXwRDfaoWymksglsGM1gZCCBer2Feq0Fy6RRIIGOy0T+ImrNKjzTgG+ZOH2ogTOHmti7aQBvums97tjfh666hFBbRt/AVvQNbMOp8zN44tnn8erZyyi3dVQcXcw5biOGVruNVttBKp3D9h17MbZuE44fO4njx07AjvvIF1Rs2JTE7r1FrCN9pUnHdBsXz+m4eI6JIgvPf+3xK0P7Wx64ARoH3yBWvoZyeRV+6CIzkEC630au+Ef4qz98AMOv1YAar+D3HvgI/rKpSu0De/04hEulMojbSSi8vtUYut0oDSADe3GdMy0RPZ+Z/iUFgIMFVbHkftZo/AyePvRD2HLV1zuHT7z7j/F5vl965rtIAF7rhoyG1uGDv4LnP3iNjt5/9vk6qJUWcOrkcTz99TTe/vE7rk7vUQB+4A/wefn8Ih1E7s23/zoO/dw1ENBT38PWn/p0lF7lPntNABbRIYf9b78fP/eWvbjp/1gI9nDxO3+C+z92PELIaux+vg2f+fq7ccf/rwLw53H9h5+P3vMP/jxeuiYC+hlsfc+nxVgoaRl+PwqHSVwUgOPwg7vw2b97ALdd9b3N49H3fwQfXgCWVxQY8QQoAHBAzEEGp3GRAByliddkksi11hPToeKjf/XxawvAf/6reN8/RkMt+TzS+ce9SGQA5ef8qY99DL92DQH44iPvxv2/7yD0HYRBC93ARbfbh9/+wrfwE1tfeyGewJff8lb89iww+KvfwBM/suM1f2EJT/zSTrzjy5E5mc9a3vdExWCnek88iXSSaA/G9K/J/U1EOu0pU9xz8///Mzx16t1XJ+Inv4Lt7/qwDEjXXHy6fjt+5/Ofw3+4Rkcy3BM4vrwT111VznwBX97yOvycEBl6aNkghHr7/8RLX/4JbPkXBUQXnWYZM5PHcfGVKiYefAgbr1JmowTwXzuO7BdJIrJIXYnH8VO/8w1cf1XRcgtT3/0FfOrJNjpNF0qoI0b8pk5zoQntzg/hF9+8UZ4b/+xP9RiOPP49LK40hIxVbu3CA7/+Loxf9f0s4uwn/wiHTBNxLsuQZGu9XkGjXkHcisGOG2IwbWz9IN597/arBeDph/G6d/0Kmq6Pdoc1Vp/Ad85cowO4egC/tedBfI6pTpVpKOKio7OZ3FHe93Wc+K07rk7qnvsCBu/6uStibpTuja4d6bNcYxaHvQQwRfu1f97DOvJf1va+Fx/9zQ/hJ+/bg4H/UyG4cRR//MFfxt+tagi7HoKOg8BtIXAa6LJjUgth68DjL5JXH/35z++4QWwbklwPu73fTUcoUxSNYqaJTC6LTDaLZpMYYIq/jjw/aNAizYH7Ifb/kvTDF4Y4Tqan5UwrqGWmi3lG7aX9I+7xGplaPkpSVNXla9I0Kmf7NZG4l6qSPsc18ffKxzUROBKFr/Q+UgBWdXSJpe/1BVPk5vch75kesj3S5dew0Xy9KMT2Ur5SV8A5AH9TkQS8JgBL4l9+np7wzHlFL7m8lvxdSzxT/KWJgjMEiuZt1i/xfCbJayYu+THqTyZ1ZU0mJ8kmyvL2zEmSAu7Ngxjs7Bnx+P0LPIwrysNfwWdHGXZBMsieOsJEK/JxTaX1OWfhqZspZtKGpPM5Wux7poi7hqKmMVA3TEHMcp8i4mC9iVqjKeczYrEpYkesX742UejSYjeoriCbsDCQTSKftoX4FGcUqfc75F6E9wvdIPkpoo9RfBYEMAVgNZAqqbgCxOWjAksBirk8+os9Adh1pSJlsbSKxdVVOIoBV0+IAJxmepcGZKZK1S5abgNNtxEJwKaBlB1HXyKNvmQabV7jThu1VgvVVhNuQFKbIe8Hir+2bqFab6FUqaHFn1vw0Hy+qiKOS4K41YJF4kwiIcIzqQUMAmhMSJq6dCDnbBsZy4xq+Wiq4vOGs9ZuCL6deP3qlgXNMMQIzASwoRKHqkVGUjOqz4iFNHrwAvIRSke1L+QfOQPQbBrj/tqUlDrfa4L292n4ddChAOzyvORfQbsLwr1X58De9WarhTYJkD7gdhW0u5osFzHpA252fDTaPtrERZt5eGZaUrlc/P/dUEc71OGyQqqryYRTBOEeAl6uWIq/crVHFQZRAl6Digq0cBXgPJRCrMY9tQ3HJeeBP0800+Z9QwyvCpPGKvQgWqSVKBpjpTy36WIMiaDTDIZEiHFd6dLuCg0ddJwaXJoDqiVUKiVBvA+PDCNXyOHS5DlMTp1F2kxjINUPK26hawToapyrNBH4LVRLFdRKFZhxC6lcGsWBIjaNrcPmsXWYmpzG9ORllFbnUKvOw++2kWC1TzqFdqwra0PfVmwf2A20XZw+/jTOn3sBbbWLthIgbiSRNFOCiq86DTT5jG5CVjqfkZWyM0iZGUl/dsIW3LCFprOMZnsJtqFLJzX3g4t85lYcqWjLJHQxb1CslbQusbusF+j1cycSTB7yWovJ851z2VqZRKZAZrlcDFaQrMe9E0lltVUXazZBXoesIeLsKpnURQA2YjQxALXVAKVFD06Tgi3v13yNPUAnxpufsycAk37Is3Nve5nJGOCiGZUiKGu3eCamyV7IFySGiDDM0IyGdNFCMheDQtoma8cMFcmeCE3EMa+PhcUuFhe7UAwVRkJn/ge+pPZJSYuM29R+NT1E6ABBLUTg8HcVEatMWxMBN6ZbMBSeRxWsVlqoNNrQzBC6FWKwX8HIEGsFNDSrOuoV0uHaaLXaIqAm0zSLAJWKL7PxqE6lVzMi5B2+L2giJPEyErk1nV3ZARRdgaLz+o9mDZzr0WCciJN4GHUosnKQHcGpLKJ7WcxELq4gz/ABX5ukKa9nqEcEsZjqIcbrm8YwP5oTNqodmZOXqiFKVe7FQjSa3OswiarAsliT3UGrwqq7HDZfV8AWVn/1axjvU1FvVqUCjqEI9j87DNytaCgtKDhxoYvjF7qY80LM+aHUgW0ci2GwT0XK9mQJ2UwHNhZt3DCaRsFTsHSkhoVTDVw0urhoBrgwo+DCpIJKgyI+KYQU6gPRfK6/cRC33DWKsWEDyW4TzVID33uuLssneQBd3HD7EN789k24YUcB66sBxmo+TkzP4cTlWVysNHG56aFrA5u2GBhdF0NrqY3mUltMQKTHWaYu4lwhY2HDxjQ2bEihQiLluQounHZx4tUu5he7GBhVZGFEhTKsoWAZGIEFva3j9BxwalbB+hFdVsr2YWjcYzvwvYYI/7niMPL9Q5LQj/NZwK53jSnyELOnFzB7ZhF9I1mMbCmCjaa+X0G1XMHxV0o48UoZuY0Z5DZmUbB1FBSgvuLj4e828A/fbWDzrQlsudXGns0F3DDWj5jTxXMHL+DVkzMYvzGBiRuTyHs6sjUNU2c9HHylhWeONDG/3MX8MuczDMvxfarAtmhLCDC3EmBuOZA6rXvuHIRf9zB5soLF+QZWwras8R0pTOxIYX1Kw5jaRVDt4OVzdUwthXjD6++VdfH5E3jpm89icm4OVVtB2WSwK0C91sUSE+m1rswUd99kYsd1JsaLOsaLMSgk1dZ9eB6fX6bMOxJBADvw8fSRBp45Ukd2QxbX3zuCHVv7sVHJYKBj4tTZEzh19iQy60YwuH0rdBJMzyyhenIBZ0oOTq+2MOuHmCd+P69j/UYTfRkd7oUu3AsBRverGLlBwabxOLYOpdBnqegsVOEuVvH0URdPv+xiYCCJW/fnMVhgp3sZ9UoTo3uGMLpnEEtnypg6vICZJQ/LiomyYWN8QwrrN6TwzJNlfPPvF3HposOdXF+Yzyt4/Z0aXn+XhqV5B4vzDsp1oNImrkcF4qF08rY9D44nT3Xo7RDFuILd62LYOaqLEDzcF4pzvE20RkyXhKAa0+BU+eb2BBEo5ezxBJRUHmXXwtOHy3jmcAmr9baswbSOHUNxjPfHMbguh6F1Obzw9BxeeGYeGVvFzi0pjG6wER81EGY0PP/0Kp5/qoRNgxr2bTaRyAMV1ceS5+H0kQBnjnQRkEvPztIEkLWBwaKOXbtz2L0nh3OXKjg/WYHiqUibFjKWhYGUjcFUHLrtQYt3sNh0cGmlgblVF7WKglq1h2JknJ6oYLAAHrDoVEqo6HCo7AWC9iR2QrYVHrsFgUwykNWsW2jU6Qz0Ua2zr8hHcVBBP0X0bgpBkEJ5uYOFmaokTW6+YQR7rx9Afqgj69jxBg4eqqHV7oA1D/2DgGYa0tvhljpoL7ZZ/YCkFNabaKs2HDWB0ydKOHOihA48mIUIS1SeDlCZ7mLbnj5s31OAFmP6rCaHNyKx6Syq88Zdo1DGrj8fqYyKdCYmQnAmFyKTg6C9LZvJ2hBnTvm4POMhjEWLD3xuntm/SGGFQ+VsMoNcMotqtYYqHU1GF8ks8Rp8IPjw2sCGLQVs2FqQLt2lRV6bHpYWQiwvUeR0oBktxPSo7J5oHjqxiUUmKqRRiQ4ZHvE6KRO5voTgUptuEy23KagOChfxhI1kMi2bFQ7Ym1VuCnio56aAaStPrDoUCYlobtZUNKoU1tjlw80MH5iu4JS5keAwQCE2WGVfA5GvkfOKBzJuUh1fQdvnMJvYbU96L7O5FLKZBBdWifsAACAASURBVGKGD8PwUa+3USk5IvqERIF2+fV0cbrysExMMDcucV2X/h3b5tDFgpUKEE/68r5T2Pcp6I9QUp3lUgOlcl2ERX6+dFrD+k0GRscNJCie2jEsL7QxN92SxDBR5OvHMoIb4VpabGJ+vi4H78JgAnbKQr2loNHk0K+FldUW+osqNkzEsG6d2cMIGSgtaigvaShTvKlW4PltpGy+N1RUV4mqpdHAxrpxW/oom006nz2EZMCoTCKbSKc54VDQqhNH34HTdsRZrqsJxFQ7cmMHHRG/2RE9OpbE80+uyIrFgdEtJobWxSVpmk5aqFQ6qHBTwoMZ0bAKRVFD+j0WLnmyisW4fJ5EkngWJmhDlM5XUD5Xxo335GQ1O11MX27LzXT+Ugtzk63ISdrVYReA9ChgD6gwsybMjAHLjEnSe3WuiYXpOhqrHfg0lHgKxrZpGNvKtDYNJHRsE8EfE4EfcvJWeh1RgXT0JhI2UhkbqX4TyQELzz62iGceX0RpmcOWqE8pznuSrUmfNXutiR9mzzPRwWObYxhezyF+DGEQQ7ujyarXXRFxG3VHdk50DybTFBujXm1uFD03RHXJQ23Zx7ZdE9i6awPqjSouXLiEpeVV6XDhQKIvBfSlgYF+DQMDKuycCmQVdAwFJw95OHHIg9eKuld1G3JPimcM5M1+5Ix+WIWu/DMioJsN4tYbcJqupMqLfeypNpDL01xhy0FnZq6GhcV6lDWSYQ4PcDrCjgaUddieiR96/aCIwM88N4+Hvz6JxVYLxW1xxAs6Fi+0ZUnVAVcesIshYlk+/ww4XgyVSy6qF130ZVVMbDKQ6VPghD68sIuhbgpDQQpjW5MY25NAzevgewfn8OKxJeRGgOyogsqyjpXLMTGq0LHIlKwWc6DGeOgHXOJ92T4bWUpFkGfClUIXO8GVkEIP7/XsnGnDsDv/H2XvASbXXZ+NvqfOzJk+s7NNq5W0Kla33Dumm+rgfF/4IAmpECABAoQkhJSbJ9wECCQ3gVSCUygBArkmgOnF4G7ZkmWsuqu2vUyvp5/7vL+zEh9e5T73+nl+trXa2Z055/zb722yTnNe8Vza3JMCy9xdE6aiI5v3kM15sGgZndLQrkWYPRWiukQAT0Mqy9xJWtxzA08LtQDlUgK7DkziqgOTOH5yHsdPzMGPbKRzcdZs6KkIHAXtGokM/joADKTSCRQKZWSyWbj9Jrx+A5lcVpSovXaE86ebkr2z/UABOw7mEay24K+1sGcqh+uuHcHOqTRqi0uoLS1h+1V3Ymr3nfjB4/P4+Ke+j2PT5zC+M4HhrczL4SY9FLap0/OEvNWoA+0mnUMUuD7Z2gkkjQRCHhqqbVFApcYzSI1nMWh5GLQ9BLQtEnZEACU0oUQJKIYjxK9rbx3CS1+zBbmigYe/N4/DDy2hvRqitRLi+jsM3PlyE9myggtzJGr5mLugYu68KvP46HBG1n42xJmb1+h2ZZ6ZnFIxuV1F2sxC9fKwWwlMT9cwM10XJbeV46ExztPm2tvrsDkL7N23GXv2b0a9Vsf87ALqa120qwF6zRAGozpSvCcKfEZ6EW/hU5/QMTRewtB4WTKI2Mxhfk11sYZmtSV/z/0CD6zcw0jmFe2t2CNJeVASnhAnSIpLagmkzARy+RTGJhjnYMEO23CCNppND/UGD31UJZPRTCyNligOciqQ1ZSY4JTLojSSxOYdPWze2ZOsIbLMjz3s45uf62P5QoBdBxK46oCB7QdV7LhaxdEnHfzg2zZOn/Qwv0CyC+MqGGUADPoQEJhkMWZWl4smtkwmMDmZxMljXZw41oOR8jA0HqE0zkwnxg9Y2JTbgfHsDlGoNu0VZLMertk3hKnNaTx0dBoPHTmDqq2gQ1s4Q8NwDhjNG9g2sUmKikhe5NXaGmbOX8D8WhVeIg0/YWHmyQ5mnuri5j2bcM+LduAFN48jiJrw0UJxaA9Klb145PA0Pn/ft3Hk1BkoeUUsgFqLOloLBjzavUYeRsYruPX2m7B33248/vARPP7IEeTzITZNJLB7bx7X3jiETZNpzM22MTvbwfJiAkuLSXiBie998scA8MGX7hfXBDb7Ok0bjbUe/EBHbngU+coQCqO/gy985hUblZCDY/jIz70b/9fFUBjlVN2YiSRy+SKsdE7AX4KCJCpwTopBDxZJAB4Uxp2otOFjETZIyNzUav0aHn7qpdiAu/Vm8Jc//1F8moDaeiOJDfZLAHDcYtyDv/jM7+EVV5Qr93D26CP4j099Fv905ILszcSsL3w3vvW9F14BAD6FD9yzDgCvNzAFwL7nfXj0168AAF/4Pna84ROi1GCm8U8CwJc+O4Dt+/DGV78EL7pxCrtHrSuoNZ+LbPHPLTz4wXfh175F5ZaBgXcAH//iW/HiDRm1y5j+87fhfYerWOtreMVLDuGVLz2E++//Ab52/wOYGMvgJS/Yh9FRC9MXzmP64hJOzRVxeq6IQCtAS+YFkFRe8xs4ckUA+IfY9Qv/DJWdLLL0mIVIIJ9kO5WqGVpw3ol/u+81VwCnl/CN178dv9tOot1NShyOanAvTkvZ2Koxtt+lHx4BknVL13UwOAaBFfzpJz6M12wAOD08/dl34/X/HFsshQqbbCR38fxyySZWwy988CP4/StYQJ//1ttxz0foHsKIoi7CoCcNWPtt/4xzP7dnww05+Z/Pw2veH+KPPvsQNvz12gN4600/iy/QypNEq0v24UL6jS3L2dwT8sK6lWrcnKZShUVrwxgAosWmZX0CPzz+Okw9911c+Dyueu1vyZx9SdSo6yYSt/0D/uvPX/T/w7L9LL6w/8V4d8hxRbA6Jif/5n2z+P1rroQa2lg+9k185u8+hq89eBLq5JBEFhj66/HH974Lezb4JS/iyHvehX9ptdBsNKUEWFMV/N6/HcdNY8/9YDYWHv8A/uJzJzD9o5NyFiykqfDLozw0hPKr/ghvecWOjeOm/Swe/95DWFrpYnG5g5Zdx0vf+TFcN/Lcn9/Dxa+8BZ97VEO5WMSWyQmUinn02m102y2xAOfc3et20L71d/DGm7duuP+D6Xvx2x/+v1Fr9bC4UsXSyh/i/pP/a6NKu/Uw/uTQa3FvHDS4DqTFlvKcD8Nf/TJO/8kVAOAzn0bx5resA4VU+q6ragmICbATg4UcD5czgK8wbRBs4HxkJqbwgje8Eb/4ulfglr2bMfz/0crbnf0WfvP9X8AiI2C6LfRbNfQaq3DadRQsHYWUga89vnT5N//Oq/bA0qgPjk2hCCh0+gOJ0TCZfZ3NYqhSQXl4WGwcO91eTPrlWPH82FLZ8bDc7GKJ1mmqKmdWupdIVDaPuevPqYCB/BeXWhKhpaG8roImMClQDa3AqWIiSBeD8DE4HNsqX1bXrvsNxPrh/10RvD4uBRAyEeqMfopjk2ICdqxsJjgfu27FwHecH3zp/0l4+rFdtDTZBTD6MQAsEOe6GlgsrwX8jUFVkrKZ+0uSFt83AboMQcAk7S4duHZstx0Dv8y6pWsAd2wEzZVYCcztPrMWJRc4BqBj8DkGgGluaxHkErp8TMPhWYWzaPzneF69LAzm1EpbYsZHhYwaicRFR8BGkUPwcY/nuJShwyKpgn0QsYOOLZljIJ3PryrqzmanLyCwkGb4nHO3QAD7Um4xmz7recRJgqy6gnyKlsgJ5FKmgG4E33h9mIGbSNG6Ni3PXewErYgzFOOATAHoAphRgIRUCEtVkNIUVEpljFaG5ef0HBtdAsC1KparVfTUJAZGRuxY86aBDJXMAZXwBLoIavalz8QzvEWyQ8pCPpWGQ5KI56Jt22jafXEuJPkkacYAMDOAGZNWb3bQ4z00NLgkPhBgNU2EjouwN0CSClDLQlLUvT0pI5WEYSWRT6WQTyVE0RwO+ggHvRjU1XWRQQzY5+I1F1BZlT0f4/jk/jDXmlmuBOQMHWn2VAgWBwE09rZIWuHTQKePpCY5wBqJMwSbOZbIFiAZmfevRyIR+1qBrGm85wT9Y8IF+0x92MxblvhRClTYxleFBNC1XfQGLmqNFtbqDXSjJJzcJviZEehWFnoqC1ez4KoWuoGGrq+i4ynoUa1JQrTYQ/O3XLK3JSAbjxtD1WEqBpRwFUq4AMBGqKXEacDxM7CDDJQwBTVMxoRnzUGo+ogUHlYSMANIkbwq+1aVJDMTkZpAKJ4IsZ0aNcHilKDRH8KH63Tg2l0sryxiYWFe4qauvuY67NixHWeOPYnpY4fhdmqA3YaVS6M4uRnZyjB4OtciE7PTx3HxzHGkCxmMbpnApm1bMDY0ivHKGOYWzkv1OkvwB6vw/S58Klhp3V/IQi9ksLW0C7tK+6DYNmZOP4iLFw8jSNFWFNI/9ejS5UGeDV4/3dfFijhbLiM3VIapWjB8U/qBnuLAVW14YRVeWJMxlKJddqChbVPxC+QtQ6rnOKLG7PZc2AO6xlFIE88hKVoIMwtXcuVJBDclNsd3KY6hytQQtXSP8W0khdRC6UloSQ06ZfviRhVKLFEmo8GyNJi03lYjUTA31nwRRoQh+5skDtgIVUeA1ligELvWCQmeALAGiWArlfg8UwmrxWfrXk+ISpfMEOgmw+FgJDQURpLIlsyYnGE7SBMUTrG/TEA3Fh5Va0C1FkFP6UjmCABHsatBGLuh0EZdesK6j4CW1Y0QAYFPWV8AK28gnTdg0LFh3Sp7reGg0XGRzOrSmxmpqNg0THV6GLtwVtlPiIV0tOsulNNwnAiLi3006swzZm9Ihxd6cHnu+9+IR+vLgpydE0nAoCgtmZA5mIIbxjXks6pUuxWhVuOcryCVUaWPGNoGIttAjk5eFlDMBijlfeSydDlLwaBFfd5BPucik9eRKaQkS9y1AziDAPVmJG6pjG0iYN3pENCNbbhXqiFW1iK8/FVTeN3PX4W9ExrM+iq02jJW/C5WvK7ER/o9DW5bhdPQUF9RcPxMJLUcelgJPYxt1rFvTxKbx3WxvM2mQoSahkDXsDlrYHfJxBCB6bN9dOcGOA0fpxQPpy+aODOTRK0TItBc+LRLplrbhpCtb7h1DFOTGZRTGpyuh6//cBnf+MHSZdu0q2+q4AWvnsQ1B4axVy9ir1FEs3cWzf4MTs018NRMHx0/wo7dFsY2mTh9uIUzTzQxoA47BYxNJrFndw779+YxVslhfCiHi0dqOPXDZZw71cbcso9mL0B2CGB8WXF/FqX9WRSTQMnzkSDBRq/AMYZhL6/AXlmBEvahJz2odMqkU1hax5ZtuzE5tRsGB4fbheLTySCE4gfodmzpzSUzBaSLFUCxYQ/m0OkuY2mtj+W1ATKVDLJDWeh9HcoaUJ0P8Y3DLr552MU1L8vhmpfnsHs8hZ205Ws7ePrZJczMVrH/5hz235KHs+ihddrBs886eOykh4ePu2gSa2xDXIczGSq3iZPRNU5Bx1bRtVXs35XAgV2m3I+lRR+Nto8+fPSUAFddn8Pu63IoMR5wsYN+tY+Zro+1yMTLbnoR7rrpRTj8rWdw/2ceQKO7gsreBPLbEjh6hDbUIfrE8BI+Rnbo2H9zEgevS+PQVB6HpgpYOrIipSSSyG4egmqaaJyponG6iifPezh83sPktaN43k/vwIGpFCqz88gvLmEJfSxhgPLUtRjfcwesjonwR3MYHD2PoytLOLq6iOPtACe7QGLYxN6DaUwMm3BP+XBOeSjtN1Hab2DbZBK7xlMoGUD73Bra56p4YiXEEysRJkdyuHNPGZN5A61aU9x2KvvHMLxvHPUzdSw9uYxnprs4vBzimaaCa2+t4Npbh/HUDxv47n3LmBMA2MxHQyUVd70wgZe+gCoMB+26jWafUnwVNjeAZnxwtcMQAzK5XUCzgaIRYddwhO2VCMWChmJBR60dYakWiW0jm+9cUk2VTDRPJh3aIdpRCvV+DouNBI7PdHBiugvVdKAaDsqWhrG0iU1lC/sPjGDfgWE89tAiHntoQZqU5ZGEqMjIpvC0CHOnbMyfcrBnysQNB5NQrBAXWjbOVm0sndWxfFaHT7Z40kMmG6FCX/VhA1PbCpjaVsTx4w08e6KO0OUEn0Y+nRQLgbEhHqwCGAkfA/hoB4FsRAa2hkFfRYMLUSO2UfFpd2hEMJIK9KQiiwgVXIYOJAwIC08ng0ysdAm+BaiuKFhbhoBuw6MmcgUVesqBnnJRqyal2NgO7B6GyyZuumECB68ehmf04Bl9nDnZw/Gne3CcAIWKimKFoGN88OZuSem6MBUFVobKOgN1J0LNBhbOupg/54pFJy1LuRD1VlWpnYfS2HmNBc2kLWgXvY6NfjuE3eGGXhcwiBaynFRyBQ2lsoXKcArFcoRSKbaOJBtqcdHFM0c7uHjBFll9KkclQRSz99kkobycjDtkYCCDPtlp/S6MRCRNcPbuAgaKhMDElqJUdc2VPNTqGsFzBT2CZjo9zAcSOk+7Xh6ImadLa5Bu00OH4Ko09xSkLBPpLIPPVbjBAE4wQK5oIlcikzRuFhKsZTax3ffWsx4UuDY3G64wuwV0QKwAZx5hykogm00IiMOMBMMkY4hWVs66ooSgioJBlxa/VODGxWwTMj+dfiAghKmRNZjDyEgaikq1soNqzcHysoPBgM0AWtPEVl2SSUswWgvj0UWLUeY+FzIoFDPIlWiHHKv6uDEg+NtqBGg1QgH0mNHKzQ9B5RTH2qSK0U20ojVQLBqorthYmqP/KBXasWKWBywe0Lt9G62uLWCpyY2apqLdgRSfd89TUCxEGK4A5XLMxmP1Wia6LRPN5gCNVguea0sGRdIkoGki9Kgo00RJyU1crx+IspWKRloY5AoGSkOGHL4IPFKlTQCYhw1Ds2Boack/FtWwHmLbjhKmdpZw7LEGnn68icHAhZkOkM6rGConUSgm1jOUgGYnQL3Fo3AU28kmFdRXAjSWAyQMFWkrVqCbaYJDClqzXbRne9h50MKuA2mZG/t2hHrdw9mTHZw90RXlecJMIlVUkRoBtCzgUYmtASlDQ8okm89Bq26j2/DRWwvgdSNs32tIaRpZfJQAKtB8XXKUOY8kuU9n7gqPHp4Kz2H+pyHsp237cjjyeB1HHqtjcc5Bsx7CsbkRFWfRyznGdi+S8Uwr8C0ExbeY6HWZn0oVJw/WKbE+qzcaaLd7Ykvj+7wGmqjCSbbgRp/js77sobHkYffBbdh9cEpY0nPzc1ir1sUqlofEkbIibLx8HsjmSVJR4KoxCWLuXIj5syHsbgi/H8KwaJPCXBITWa2CjD6E3IiB/IiBgdtBq9FAq9mCM3BlTJbLJsolE+UhC+VKWjbe58/XMT/fhmbEFowuQW1bReSoSDgq8qqJO24bwx23j+HBh1bwpf+6iGq/j9E9JjIVDatzDtbmXMmiJgM2VQBSxQhGBnACA46vo3HOQfOsi2IBmNypI1NU0KX1jRthZyEvNTSRQXHSQq3v4uHDi3j6xCqGNitSzZqO1XkDrs2GD527IpipAIkUG2UEVBQoEY2XaNejot+l5REbyxwvbOysZ6DxvibpcOHCZpYzp1URxsdWdyQzmKYKI/Ikj3qoZGBk2ES/E+HsaQcryySL6EhmDMmGIQissCkQcVOvY9eBcew6MIbpsytSPFQkLeblEGxkTi0zR330W8yYiu2ei8UMJrdsxuhIBfXqkpSeSCGRyQkD+OKpNgYdF/tuKmLfTQWknD5STg+FZAL5TAalbAaFXALFLD3Mh6AYQ3jg0Yv43H1HcGFtDQduKWLHwSxqjR7q9R7cQSgbdSp+ey1N1gbH5dxBFwkThpZA5DGyooMwdJEaspAqW/G4a9BC3hUrcU0ho5xj3EAqFyKVJyEqjxtuYw6risd+sIKnH6vCYY58N8ShWxK45cUk3ADT0zbOzbhYXVKxukRrJAulIuMzCGrEThUubQ5Dsn4dJNMOLKqTzTx4Wp+bbWFuriVzpcZ1jMzhhCaN+kEzzqmdmhrB1PZhBJEvKtF2q4/VhTbqK12YnJ9SuhyQ7E4Iz4mbhBwDpbEsSqMZOfjqqo52fYDGSgftBptZsQVVyP0Rcz4JTJiq7GUi3YOisZFlyDggkJ4ykkilOFcza8xEq99Gq9eRJkC3y+zxSCy7uPcPXALXHioZHcNZDeVCGvl8BuXhBEa22BidtGExksBScfwJBw98uY/qYoA9+1O4an8Ckzs1bN6p4uKFECefDbA4H6G2CjRrCkw6qySoTKWlMHudbBIYSKc1ZHNANhdh5lQPM6d7wqKmRU6+wmwzVT7fRGYbJtJb4fg2qr1lqIkBtm7JoDKUwLGTizh2YhG9QIWrJoQJnTED5NMqtm8dkzJ5nUBbtTpOXZjHQrUBPZWGnszgwpEOLhzt4Ja9E/ipF+/C82+agO02MXBbyFe2IV+ZwvcfmsG/fOoBPHVyBtlNQKqioLeio7eqQ0sYMDMGhkaK2LNvOzZvHsXxo6dw/MhJDFd0bJuysHPXEK7aNy7knycPL+LJJxYxGJTQ75fgRyYe/uL9l5v22+/YL5mOCg9LrQEaa11pmhSHJ1CojCCVfxfu+9Jd2PJcgGFwDH/7zt/EJ1Z89Dpky3MfQlePgliWCfN+nVUeZ7j+OEdXUb0YBNbYFGIDPbYzJSmy33s7Hjp810YFcG8Gf/G6HwPAbLyL8uuSRoldnRf8Nh78o4OoPPe9Ogv44vveht89zOadSOZl/8XsYXX8vfjup2/HBmFk9xQ++JoP4TP8DQQV+Xu4L7vnvXjirVdQGJ//Fra9/hNxdmMiISCXfG7+Kh6gaS3PLSt/zLr9GpQybrz9BrzirgM4tGMSU/8vgPDa43+P23/vMBSddv42/uxfP4mf3fbcD9rE0td/CR972EPDN7Bj6wR2bpnAww8cwcPfP4qdOyp45auuQXk0hSeeOYYjJ6YxvzqMhdUKIjUPLbEOAEc/i298+7aNoGP3JP70VR/GpwQAjh08wogtf4L4bJ5lEQy9Ad/992s2EgawiC+/8tfxXi8D109LI0phCQDMznQMlMT385Kh/SUr7ViNFwPAf3mFDGBg4eG/xov+jxlRmYtaia1lUdL92Lb1z/7hb3DPBk/nAQ5/9H1409d4c2yA6vTARkjLOueV+NwDb8a1z83VPfVp3P72CP/47Tdg33NuwfzXXovb3/WIkHwFiOEzSuUmlR8h84AJHJE0Gud+klnPv+ezTIKNgL8kwhIA1jlv3YtHzv3sRoLC+c9jx/9417plbdxgJ9hHheDLP/wg/uyWDaPgSswCADP4/FXPwzsEyOIYJnT2fnxn5tc2fDagiQffexNe/ncXBOAqlTIolTOwLBMJ45fx0a/8AQ5uyNtewOF3vgP/ZpMk2ofdp8I6Vke++x+OXBEAXn76Y/ib+07izI9OwOkOxGWCe+ah8hCG7vkQ3vNTu6+gAH4Wj37vEaysdbC62kar38BVv/IB3L1jAyKN2lPvwSe+WEMhl8WmsREUchl0Wk102q0YKNRI0vYw8uo/xvOmNibpNo+9Ax/5twWxYqzVW6jWfwf/9L17sAEqbj2EP9r1Gnz8kkBS4eC/5GAQIXzT13D+z+7ABoftM5+GdeNbLo8Csezlc7xuN8r5MrYYoyNA7NIh/10HOGO3JgKc8etIJGBTndajkv+66yb8jxe/EM+/Zi92T06i/N9mpC/i/rf9De5l7NCgC5uk73ZNLE2pdiIJ8qvfeOjyc/WOn7oRGSV+5uUcPOij2++JJTQjlRJWEkNDQxiqDMkzwHEQWzLH6jCXdrWOg8VWHwsttj55ZtaFlCKHfSFT8DUkT8djmyAjleUEQS+Nq9gumeRghUckAaMFQCUZJOa0rx/7L+UHxz0AsZFe9x7gOOD3M5NYMnnXAeQ4QZFAKjN4CQDHTgPM2xWr53Xgl5/5EgjM/1L9K1nHsg7GeeZiqSsYNi2meUvjHo2odYUgEqO3/H8BpwmoacyqjPOBSbqiDSXnEiGWEASX68rzfQw0C8Gdqi+Zg2IK1uVPuW4BTZNQOgnzFfI51mdhMU8QbnlsB31pVhaSvqiAf1yXbKFjwHid7BKGkpPLPOCEacTF7Nt1JTvtnfl+uR/v0N59QEeQOGzhJ0DydWvwGC4MIQCwqSCboBOgiQyJiuvqSwFWmLPOnHEzATOZlOcukU4gqWkCnjJ6kyCwRugxZIPbE0tpViVfwEixLADNwPXQdxysdTpY67RhqwZcLSnK4oxuitUyM3RVsXbvw3X7MJkJmjQkk5cKqpRhigqS9sVdx0XLduQcKhbSLO6ZjaQon+uNtsQb+QYdo5i/TWtjAxEJQ64HU1HldQSEBg5d0AZIpk3pM2XohMZYElWB1+tKEUwj4M0NB8cSn4lLuc88w3OskQQumfSynlPAoCBt0Jo6IZAmxYzszckyyiFF5zhmpSYM6ElGkMV51kQPYwWwLf019iHi+SgmVMQO4nRRs6XE9YI5sOsKM763S+tDvdZArVZFx1PhGAX4yTwMKwcjnRWVFasfGRiEGrq0j/ZU9Jg3SpIz9+WhxsRdAZbXTaiRJHGZ82/YQBTUYpqDnkbI3lAUVxQmgcCMs5c1V4hk9O2NFANGCBh83mV08Oucy2OSo/weygjXLy+zpg2FVvlUUDuIfBuzcxdw9vxZGKkErr7xBuzcuxu1mTOonp1GffkC6qsXoCYMlCe3ID88joSRl1qeOy9F58XyeAXl0QqyqTQyKUuyeGuNFbj9FWCwgsBrwg0d+IoPo5CFmc+gkp7AiDUp295GfRat1iJCM0RkhhL3023Qhp8OPvGexGKOK/cd5Qqs0jDCgBFO7KsFCNQ+QqUPN2rDDVtCurDoKKlT3ZSDmshQA4ckArQ7XdRIquIz4ZDcE4j7JW2P2dNImJE8d6aeFMfEyDcRBSYCL0LghWLzPxh0YNPmvsv4M/IN43MvgV/+SokxY+Yua91tgPmldPga8DV92jiHCBU3BoDZkpRIgdhRj/PQekw4SmVTil0V5A5aXQAAIABJREFUcVRz2GdkHiedM+OZjyId3+Vn0FEcTSI3ZMAb2PBtB0kDsPi+SP6VvV6AVhtotwmkssdtyDmiL2TZUAiodINUdF/OQaEdIegq8RaUJDyqVSl0yHMsakgo7COGuLBiY7HpIl02YJV1TI4amBrToQYR6qseqsueiMY6XaqpE8jkU3C9CNU1B22qFcX1QZUzPS2e2avjNeHDy14eP2MiE8DMhkKY4fzFPifFV7rB9YXiIiqziWPEue6mHon1eTDQEfZ1yR7gvt7U6fbiIZGKYqJKKomxcoixciQ9cYPuBSZ73aEoah2bZ3YV3W6EVpdxoBRzDQS4tgoJpAoJvPh5m3D3XZMYNgI0p5fQOLuEXt5FP+9hbZnOeVSdKnDbCgZtBc0e0OoBnQjoRhEs2ukOKygUFVSyKipZBbWOilpXxdSQiZu3JbHVApRqF36tj9N2KHVsRsXRUxrWmnyvnBtIuqKgQsH2q3LYd7CALZssDGdNhG6EBw9X8eCTVbrHQw0UHLpxDC969TYcOjiCnckcdiSz6PfOSZ2Za+DITA9tX8HUrgJGxzI4f6yBc083sdRxsOI6KG4ysOdAGgcP5bBjbBTbR0dw4sFlPPaV81g4z/GoxCQORuHBx8hNeYzcmMd4qYAJrYBMkEC7wRhIB/W1VdSqa2AYq5oKoKQigOKafAL79t0sZQxWEdbPAl5LziWKronoMAiz8B1GdDoIlBaiRBW+0kCv7aLbdmNniGQCXSqwZ1UsLyk4Ou/j6fkAh27N49AteQxnFGQdD4rtotOz4fgetuxKY8vOtOTSXni6gx+dHODYRQ/HLviw6XI5oKsW44ZCAYKzmUiU4QEdBCId5SxkH8vniCaIPJXSbZhH1WtuKOGaG8oIV/tYfbKKVnUAr5KAPpzBdRO7cN2mq/D4Q+fwja/9CH2/ja17LYxMJfHwD308/KAPbchDbquPrfsI/g5h/+4seKzYmQYunGqJaEVPpFHaVEEAAz86vIQfHV7EvB1iYRBg/43jePndO3Fw0kB6+gyScxfRShtopg0Eye0IzT1waxrsc2von19BT2uhqzbx1IKLR857ktl76+0l7JxMoXGsjeYzbZT2p6VGihrGTAXpiKTVJnqdFlZDEyuRgfFsEvtLKVg+MD3TweKKi723bcaeWydRPV3F7BPzeGamjSO1AMe7wLXXDuO660bw1MMNfOcrK5i7wKg2MxGNVHTc/bI87r4rL9m+PJQ5YQhbI0FXEedblp/QELAx6aliaZCKfAxbPQylB0hkLZhZC2fOuXJzl5ZpV8mJVkEpH6JYCJHKxLmkrb6Ji0spLK4ZaPUctHsuRoaYWeDLRjXqqyikU7jj1nHccds4Tp1ZwanTK1jr2OiEIbp+hAFzBZmD3gGUboTdO5M4cDAJWw1wcr6P4xf7GNQt9GspWTRddYB8wcfmzSpGR2ipkkM+ncXTT7dw7Ggb/T43SpaAPfQFHxnxRQ1lqpHYwFbGk2K3EOdg6VhY7GF+sY8BN1rMXeRmQKVtCPFdXRR1uubD0HxYSSpgTFGq1Ko+alUP1YUItYUI23dkcOvtZYxPGlhpNrHSaOD8eRXnz9H2gdbPHiYnkgKGb5sq4exqE2dXmqK8662xuQAYnGwtWrX6YvuS1QMUmD9K0CaXgJIwsMow6kGElbkAK/MBevUInlhSEBwxEbkJjFzlY2SXD8Wk/zpBlgBOBwj6yrpah0u/AzcciKXt5JaiZBpaaQ+W5SFQaf0dYXHJxslnW1hcsJHJJZHN06aCYDNBSS+2NbK5oaSq0oSqu1JxD4gNcDLIIrGHyGQsZLJpVFc9LM3b6Hd5SIhpXcyXo4qHCz+b2bS3iBd3st8CeHYoixtLDpNiS8tdry81PJ7FyHhWWLWNBjcDtO/kSkdmcoRUkmBjIBbctIuObWVjW2aWlSYAnES+QAViEgkqedoNNFsNUUCyh2kPVCEMcOET5pnP987nJILPzULPR9bSsXNnHlu3pOF4PcniYBbr/CKBTh4UeCgh281BFDhIJRSkU5oc0Nw+lWuK5BKzhkY18ZPn4ZEgQatJYCLA2uK6zosH7IDPii5AjpX3kSkEGKroqAxp6LcDNGuehMUndCpWqbBMi8KSyrDICOAEHnoDRxr/ZHI1GgGKxRyKhRxSiVBsJwxaT4hlto/AS8F3k2Lx3en1xObLNCNh+Bh6SoqMSzaOeWAkaN0fRGi0VTQ6CkpDCkbGYnA2dKmmZ1PAlswoAjyGloTj+Oj3+Rwp2LlnROrCTFdyQZfnulhbpOWOh6ExE6VhqidjgNDzE3CcpDRzNcOBQvaXo8G3VXTqDjo1W7JkskNxvoTqKlAdBUkrlCLTjcphbrBOn+jgzMmONOZzhTTMrA49o8BXQrEm5vXiXJCmy7pQwFUMOszEdtFZ8zG1IyEFLYATemI57bdVcTPKZUKxTM0OF5GtFFCtepi/0EGv6+LAdQUcvK6A+TlH8sIvnrNx4ayD2mrMAibhhKBJghkDBNe7Pqy0Jovy6OYUVlccrKzYKBTTYsMNzUOjVUe725GsDtuluj65DmwDJg8Yvo/V+Rgs3bl/Erv2byHMhWp9DY1GA53WAE7fxtgoiQRqPPenIiEJNKrMfVHFOr9rE7TiPOPDSEbIjTG/1IAR5WFGBQxPZKT6dgu1+iqajZoQSJipkMsakp87VEljeDQjTZCz03XMzrZg0To+raHTVtGsc44DMkqAUkrF9TeM4/rrx/H4Y2v4+tfmUe/1MbrTQKaiolH1UK96oiZgYyiVVWFR9ZpW4FBZGgCNGR/Nsx6yRQVjOxkvoKBTD+D3IxzcmsOBrVmki1no+SzWWi4ef3oRx6dXMbpFw9gWDY26Ihunfi9uytAmKJNXkclzExZnv4p1MOca2tD0IOCe5/KAEts/60mNoiyEKuddX+yu2YRQXBWaQxtmqs4VGGnAbfjw6h52bM1i756czHcnTrcwtzSQxiFJBKIAHkDmpMjxkUqomNpTlppfbGBuqSnNJmYaSuONTTnHE4ax16dqmOpPYHSkgAP7dmFqagKzsxfkYNzzSPpKiH1TlZsOL8QNLyjh+ueXUdA9qeq8j/mzPtx+Gne+4Grc+cJDOHPmHKanz+HxIwv44WOL6Pg+rnveKK66toRz51dx/sKazFO0gGeWtt3RhJgz6DNznPbwZODGkQah0hM7YFrtMAOd445FGyojRTtokiSYw2SgWNFQGNKxaTKFrdvT0iU7cbSFmeMduAOq6D3svtbCodvT4vwxfaqHc9N9eaYJUFJzQUstKqWNpI8knUdKlrB1q7UWajU2onVkrLTkbHH/0+nS4pyb4UAOwskM7aoAv2Uj6rkoFy2Ui2nkK3nkKkVRhMxfWMDK4ioSVA1YKXTrvqjyB1SLM59LBwrDMYGCaxobN/zMfWbodBkhQFJWbF0u2UV02CMXihZItABUmT9kYWIiBYNMbjoFMB+U644fot62UW9R1eELMM2DYJ6EiSSzYWPi2JYRE5MjJkaGmPHOBnEC5WHIIU01+lKzMw6OH3bRb0WY2mlg6xTzh3QMjRjoD1RZB+yuBq9jIuhzvxATIBxGPnBMxB1gadzabh+2O8Dyso2VZZIKVaSzBpIZTZS1PEAVwxKKQQl9u4+VXhW+7qAyZiFbSODcuQbOnW1IJi+vK+3A6IbFe1kZSaEyYsFiFErCQL3bx5nFNay0ushbGeSsLOaPtTH/dBs37Z3Aq154FW67fhM6vYbkT2ZHRqS+9cBFfPyfn8DRE7OobANKEwr8rga/pyJbyiE/WkC2mBa1dSqlYensIpbOLWLzeBK7duYwuWUUoxNbEUQZfP2rp/GN+0/DMDdDNzeLavPYd754uWk/fv3VMAwe1qkm76FZa8q6UxmZQGloFJH2btx3/0uxAWu0j+He978dX3Jop6ygUdPgDlJQkQUiS+IpWAKyshnPmYxNbQFSXVpaCFGNTihip8m8OYJm3nvw4KMvu0IG8DQ+8j//Gp/y+P2xCpjd/NjyNwaUovd+CGdevsGsGu2j/4qr336fEADpuuN6seUoG1DJn/0QHn3Lvo05nN2T+PBrPoLPcIwpcRpWyEbVPb+Dp968a+P3n7sfm1/7TzLOUlZKVDZspgvgKwqpeG1jyTZTzEs4tkROFTsLYApv+tg78dt7r5AXfPGH2PlL9wIJDW7fwaE/+kv814s3yBvRnX4j7nuyiWZE1q8q92b5bB3L5+o4cHAzXvFTV8MqK/jGww/igSeeRqs5imZzDIqag65n40w/5XZ88ktvwI0bgKEWHvyT9+BN32c3mCAD76e3HjOTgq7kMfaO38J37t54D4BFfPF5b8V7tRxULf49nE8lo++SxS1BYGm/rgMyl6GaGJzhM/SBez96RQAYs4/hRb/6GSzGL41hDgJhtIClhWv0Cnzmvhfj6g250PP41F0fxp/HMAzYvBX1GlnfXhev+uDf4UM3l54Dnh7HJz8b4Rdev/85X5/D1375FrzzcTGMkP29AC9U3rEJyVoHaNjoZJY71VLcq3Atp9Uawbw4ajQGuZKJe3F45ec3jofzn8fUa94pn02yQfnadcDPd9+Aex/4I9yS+28w35/48jT+ffJG/JrnSaOeDknGG76Ck++/daM18dx/4sZbfw0XGRXjk9QV518yYz6V+lt85djrNoKgmMMjb34zPq3F+yWxQvZI/vPwS//nN3HDhkfYxuqz/4hPfW8W8xcuolFtiKtL6AfI5/LI3/PX+MDP7L9CBvCzeOR7j6K+vn62e220X/Jb+P07ruCHvfww/uUfPwvP1FHIWkgww7PZRLvVRDqTQTqbgarfhNt+8X9idMNQrGL642/Dp08NxPae+auO8x784Sdfjg1i5taDeN+mu/D3JI4IqZeqsdgCUkTvb/k2Fj/0vCsCwMYNb43VOTQmTabEApRqKV5Dgg4hYvWZSWUlnb3oqEZbSd2AyeYyWZ0RiYJsevOMaKzHOdC6UUUg1oQRkrqFyVt+AX/65oPY4MYNG89+9qP4/Qep5mTvgArdHny3L2or9j+++pl/uvw0vfFnXoFM0L1sezywe0IUp1UtM0uZB1suFVAu5ZFOMiOWkRoEWOO0b8a3sJb6PpZ6PEfGIOglAJX9C4GWI6o9Ywcjrh202CW5VyxvRV1FwJvXhPa/BMn12K5Ymvj8HFTmy10QYOyS+fz6wJNmP7+b4yphmEjqOqwoRFpcBQjWxspaKjnFqpj4lyjoCADHET98X/wd8Y1et+6WyIKY4M+vizqX72EdoAtFaUx1MLPsY1WznDOoWuZ9XLdpFsCNvz8KpAQuFRIVG/PxNRDCjKLKvp/vU7JKL9laI84WjsHw+HWSWUzwl/PVumJa5qL1DOHLULmA1/GcJuu59G0ugfNs/MefLQbrReYpzyHvVTKZQDJFcjXJUKG4mZAow4isOG5LJJbx/E0CmVj3x/Fd3ItKDrU4EClIsQeU0AT4pCWyAECiNCWEw/cdrxe0gM4NFZErF5GMFDC10FTjHGHO9X44QBAy3ZcjKkAlncVINi9jyPFCDLiP9Vw0mMtJUheV0ux76Alx3+ICz0g3jxmvbk9I62nG0yUNAb9phS12x4yCY0Scw+sMZEwjBoFph59Mot2m+1oLDh0UqcRlcU7nRmHdYlsICTrnee4jCEC4yKRps6ohbRpIkgDEcJVeD06vJwITyS/lvodz9br6nUR19lna3T58ydwmlZiqaBeG4iOZ4HuyhBAqa4uuwzT4MzQhi4uYwoz/LOsrn6GAfYM+Br0eVC2OQItvZgy0ca2jutt2Xal0LotcsYBEmipAZu+q8Ps9eP0+Os0G2o06en0HNs2XGANANbeVxkCAXgWOYsJTExIi0w8N9AMTHd9A2zfQCw30IhP9iA6VNKSkxXcPltJDFDI+y5Fen0LWtp6hjhUB6BBGRxg9VqZLrzZ2EOFzJDnWl559IbjIDCGAWpzhLRNMTNJVIuihDz3yEc/UIc5dmMapMycQmSp2Xn8I2/ZdBb3ZhtFoYWF2BucvnIIb+shVhpEpDiNtDcGyhtDv9tDrdmEmdVjc76epYqYfL8cLSQcDhIM1oLeIyF2Dr3QEpDXSCejpJBJaHqZShK5a0CV6SZdeNMHtbrOFDon8DZLne/AGDgo8i6YjJAqjMIsj6NsGmnVGiblQora40QxCB4PQlhztrKEhm80hN7oZ6fIIIubT9vqo12tYq9XE7vvSXJhIauKwKEpgKng1HQkjJRFQjEUKfVoY2+i2GOXlik059/muuAitZ5NzT5RWkc5rYgFNi2jOM4xxY5wDI5r4OXtdH7U1CoL6suYStL9EGuL95NzKgUgyM1XBpZKOYoljjVFaBCP5mX30eoxLi+9z6GvwHH0dAE4gN6RLVq/vONLLN404yoR7OtdlnxJCQE6k4qhCzve9nifz3OVccj1ExCzqQBWXUXgEgUOEToBNOVOqmNKQS2oydzy7MMBM1UFm1JDaOWFi7+YE9FDB6oov6se1NRurq4zkYS/DlJ4RRTO2fWmOp4EPBV4Eokkq4iFKg903MBiYMHM2zLwjGenpSEfe0lEZNZAr6phftaXo7jlcSSBDAYnvQKeM3GWWsY5WO0S9GaDvhGBiM4E4ZiDTqn57xcB2CnnUOFKPpwc9G0Fj/0+j2tmE4yvoDiJU676IxIiJ3HBHHjfcUcChbRlcPZFBWHVw/lgNF07UkNyhIrlDwanTPo496WJlLoTbo5uogtIwUBIuZAJRlEA/8NH2bSh6gMmygckhE6cvAKfPR9i/JYVX35zF1ZsUmIM2ol4XM00FMy3gsZMBHn7Wx1KNzgbiTwGH7pmhhrHNJrZsMzE+bGKEArVQwY9O9/Ds6T4U7uu9CNfftBkvu3s3Dh0cxSZTwbipolObQ6c+i/PLLZxcHMh8tWX7MEZHi6jNtVGfbeH4fAfPzHWgFkJs22vgqoMWrtu+HddN7cCT35nDd754CtWFLoqlFExTw+paH2urfYzckcfo8/LYtXk79hf2I+9kcP6Jp6XqSl/KNQNEyRDcTCspZs2mcNO1L8WN174EidYZYPFRRGEVUSYBym41ZRtUZSs6K7Nozp9CqFdhTXgw8z6CloegxXO5Aj9UsLSk4dx5DYtVFYtBiCU/wv7teSktcNFpdKArPjaNWRgdsaQHk86ZOHeyjRNHmzgx08NM1cMMe9S2ATh6HEPH2HaD5AY6za4TKTQD7iCOatPSEcxyCCNDogbJjxpuu34Et14/grXpLp78+pJEVW6+roSJ/QWMhzrGAx1HTjTw4JE1uEqArVsZN5nCQw+6UvmrXEzc7GD3oQKu3bcFu8cKKK6toLi6ggttBRdbxAYyKGZK0o/61iOL+Paji0AuRJQPcesNY3jNS7bj0JgB7fwM1MV59DNpDDJpXJi3MHMuhYXFEPWGjU5ngJ3bVezcruHRkwN8/Yke0iULL79rDPt3WJh/cgkLh5dRuboglUGEVGMA3XPgFRy4BQe5QgbZYgY8tZZdD415Fw88OsAzZ0K8+NVTeNHdU1g+tYIzj1zAqbk2ZvwIc1BxYFsFB7YN4fHHGvjGN1YwO8sMYFOLRioGXvPqMu551RAw6Elx8tAyVIMoUJwIqsN7ZMA2OJGrANVLoYdcoo2M2YNrpuGZFp45McDhp7qYvch8VAWDnoqxMWCMubz09TYDrNQUnD6jY3FpHWhLAXt2hNi7I4I7iLC8SPaeiTtuHsUdN42g2m6i1moKa/Riy8VS3UezqqDbAIqqKjW5LYGtuxJoOj6ePdvH8XMDWFoOlp7HwOuh67SRKXiY3Mo8PQOKawGuhWef6eLZH/XQaGtwAzLWVJSHbamsoSJnqNg8YWH7zgxGxtJiP0N7tNm5Lmbnu2IhY/PmBLFKlBsFQ01DV3iypH1aX9SObH5yQeR1mZ2NVX/daoAbbijj7p/ejMntSRx5dhFHji/h/Dngwjkgn40wNRlhcnMCYxPMbMjg6HRdSvdUZKN4A+drmigMQ9dB4NoYzSuYKClieZEppBGZJs5XHVyouWisQqq7BPQXQgRdVTaDSdo3THaQ3dIFDIKdEci2IhivehqGh5IYGUpKk8MNbZQqFrZsG8KWrWXZGPteD54SwFFDVOsDXDjbElaSZVmwUta67QUV1FQLMXvBk+ZVq64gnYskh5bnCqpW6T5H0I8sHsmkDWjNHKBRo10S2WVcpJlrStUdG41x1hY3EVSqEMi4dHgpZg0UM1wkI/QGMTuLzzazdMcni9g0WRJgbnGxiXbbgalRNUYmayhFENkm02wQoG8H6NH+nJkRKgFgE+lMQgDSykhWQKfV6irWqqsCRDsu4DoaHEcTD3lf1JSaKAUIzNFWSQtClAs69u7JY2qrhWanJbWwGmCexD/PFGsNI5FE4MXXOZ82RCGn+LTmtuEzV7uYFfXd6EQSo5uSGNjMimygVu1jdTHA6mIoADXtgJmdQTsWyYtQuFg6AtSNjqhixcv7TgYdPwPB4tHxgpSRUaFZCvqeg1qjI5bOrRaBZh+bNg1hYlMFGu2wuNEfcGNIpYUD07RgGmk5ELKp4geeKH25OUln0lLM3Oy0e7HdpCi7FCxXI6xUgaGREJs2B2JhG7q65F6q3PDBj5tOOlX5saUI2fRXHdgkVa0OUKsOcP5UB2eebon6rTCiIF9RJDPTJNtQy0FTi7LdD9BFpAykKcAGw9L5Di6ebsDzHeQrKnIlHbm0hVw6jV6XlsR9Ac43TZDkYOA8gdfzNlJZKuSS0BK65OlwI1Rd7aLZ6MOywphckDaRtJLCZlw576C54mFqawpT21LwFBc930G/FWCwTEJMrKoerkSoTI2ism0Ms3N0AFjFymIb+w/msf9gToAQ5kLNzbo4c8LG4pyNQceG03Ok8cfP5TB7p+/KhnXLrhxGNlmYn6dyt4OhchoTE3kkrBB9ryWZR+1uiHY3QtJIxyXsTpIIPCzPOli56GDb7lFs2z0GNRHKa7qdLlq1HgadPsbHVYxvIlgZZ110W8DyNPNPFagZBVpWgdOlitSTbNnciAKroCPy0og8C5Pbyti8rYy+3cRadRGN5qqo3nl2S6UMUSWXK5aw6njwPjfTxMJsBzkC83kDtTUFy/NUxYYoWz6G8xH2HRzDvqvH8dQTdXz3m4to9QYYndKQkbyRAO0uecVxgyVJdqdk9BL89aXZ0pgJ0TgbIl1UMLyLtv9AZzmA34pw3X4L1+5Py+HTjrJYbvg4dnIZ07NVTGzVsXmLjkYbWFphHiYzaGOgLV8ypWI1XQywyuHD9gUY8vtUfLM0yffmBogAMDfgtHNzfbLUfeiuBsMxhEVrDkXQciG6cz66cwGu3lvGLTcOA3qIZ8+t4uIyD3xE/HSx0x3QLqoXwO95jGHGxPYsNu/ISi5NtdmXJhiBMeryaKfs07qMlsM22bERMklgcqKEW24+gH17tuKZE9P40YkzAoI3qdBtBrCrHjKmitvvquC2u4aQUgJYSoDTR3s4+kgPrWoGv/CmV+ENb3o1vvbVL+PrX/0KTp5ZxfxaBC1t4eBNI9i2l84dC3j2xILsRQwyU3wdXp/XSYHd68PpD6CotCJNQ02yD2CLc4UZKkiEMYuYxawdMxPBSAsVXvoBI+MpKVrkWwTQBwFmpx0sXmR2JK2OPWzdS7eMrDQFpk+0cf5ML946damM1mWe4sEzkfGRK2rYvKUkZKmz0w3MzNRl7k0ldTk8SvauzmxoB41VVxj46XJSlKZhawB0HWHr805tvWozdhyYkozf5aUFrK2uIogM+JGB5oqL+qIjNvkerS61EJlShEyJh2EeAlUEtg7PJrNZW7eT96DokRS/nzZWbHKwwWylDGzflcT2nUmx/I7B9VDs+bs9D7Wmj3qT0BmJPgGsTIhSJULaUmBz79dSMLXZxNTmhByeykUdFT7nzOzOm4i0FkK9hVYtwNqCIsTCsVEFI8OqzPVUBxtJA3qK2V0mdNeC5qXgOCZsx4BNANhT4ESEqeg642FptSXFtbrv+NIk5jxLpXO310W330Wqa0rZno120IFv+LBKKRhpAwsXe1i40EOaVuZUcacku0KykoyUK7Eg2ayFfDaLjufjXLWJes/BaDqHkUwOq8+2sXq8het2j+Mld27H9YfG0Gg20Gg2YQ1nYI1k8P2HlvGvnzqD42fWMLZDQWWLIhEA8FXkh4sojJfl/jpubC/n1ntw6j3s3JbHvj1DKFdGoRjjWF1L4ktfPIX7vngK+dJWFEpboZoJTD/22ctN+/y+q2GluMdjA6AtBBq2TkdGJzBUHsXAeQ++9O2XbFQg2k/jk3/1DvwgwX2ahvoqXSuS8GwLrp2QdYRZ81TLiNUZs9RiOWyc/cu9rxykSUaInXLYMFeV9+GBH77sipm8f373X+KT5CsRKGTTWTJT+W6pOiMA/MH/BgD+Fxx8231IJpJSzKLv9bpC9Pi5v/o03n/9Bg0e0DmJD9/9F/iMpsBXA3hkqbNReM9v4eibd2wExy7ej2vf/CloZkJY0G5pB26ZmsRtN23H9s3j2DRSwVAGmPnP9+EVf16Pz00iryGowPWEAHAC4T2/iaNvu+oKP/+H2PErH0eY0OB1XbiH3oPjH70OG1yge4/imWN/h5lIx6MPruCRH64iG1lS19/4bvzGH78UFhjhsICZ6aM4++xjeODpVXz36QE0zVrPMAbe8JcfxXuv3ghEt5/+D9z47u+DK0s8qtYzzKMUtPBGfOyzb8aLNiBhvO+L+Ny1b8F70wWkrNx6vqag95cBYGak/hgAvozkXlbn8SsfvPdvrwwAo48n/v69+MX7LincaH8bEzuJBYz++jvw9Vds2oiIzj2Gl7yRwDGB4hhEvawRDAfAC9+E7/3uwQ3X2XaYIf+cH3fqk3jJa38X8yTBBHGmGiNW+NzTMi6greS66pdxDWwU0vZcCGveuvW1/P7YYpbwkKHdi2Nvue34AAAgAElEQVTdX9yoiD/3WUy+6jdlXNHmk/Ox4CYEV3wflf/1edz/B7dtfI42XIEz+PeJ6/GrjhtHgqSSSLzxKzj++1cAgOfvw50v/g3MSq4xVT0xCEEFyfaPPIHHfv7gFRDnC/jBG34Jn8owWiWDLHOWJFsywD3v+ndcswF1HGDl6Mfwn0+20Gq1UF1dw8rKqtiXESyxXvVR/NXrDlKw8JP/NI7he998CL0O95cdsRdu9+/A69//09jEhfEn/hlg4dt/ga89WYuBoMhHu9MWBXCuWEKuUETpxe/BSw+MCpX4J/5pPon7/upvMO3043MKFW54O375gy/YOBZbD+EPJ+/C30c0DiXoSqJZTAKXf73161j6wBUUwNP/gcQd745zbsHopDSsdAaJBNd8ktZinVWkEhhOIGElhKRHAHjPNTfiwJ49uHpyGFuLBRTLSaT7F/E3f/AF/EByuwlG8/3E1I0kDCQVA2/57bfgzg1gvINnvvAJvO8HBL1iYgL3NwSDmQscRR6++re/d/nyvP4Nv4KU24jBxDCA6/ThcH2yO3AoyQpcFLIpFKlmy2cwlGcGpYkkwSUV0kj3XRsrrirVl6gsut4QZKdzFuUGsYSXzyqBKQIE/V5X4n4ELCYALErTBEwzCYPrj0bnlhiOoo2lFEEbgQVCcV9x+dp1cDe21oYAYEnmtBJEJDgT8vxIcIhkMQihksXXuuzhE/xdB3sJCnFNEih5XeUc54D7UNZBYH4vX+PKbEoMQAVBYPk5XmxnnTAMJAlkc/slU0IAfz1L21VDsDgH6AS0CN6KYpgAcKz0sn1fotnECl+LldH8XgGA18lJdJ5xQl8caAjW8RLLnCJxBpwTY0v+GOddtyhdB4sFqBYnjhiV1qn25udeB2C5j40jIBjLQQcpE1T+xl8n+EsVM92LYuXyOt4mgATlO3L9CPxSVcncTwLAJu2cqQKmW1YcmUSQPkk1aSyyF1INrwXJsMXRCgojQ0j6QMJnhjCBfQKsIZxoAA82EmqEpBqhnEhhOJmWTM2BGwPAbQVoi2W2bMXja6gnYyLGunDBd3sImI1NZXKaCmC6shFzpzUuKxSLXBb32VQtpxn3xFiuZArtTgeNBuOvGJcTZxdfji9YB6AECY9HgIBqvPZ5scMkIK4jQcA2YoTTQJwW6HxHRSKvE38Xr5HJNS4Cas0Oqq02enQRivWNSEc2LMWN+0lJC6rMNXGvQ8B7UxfBC68VQWBWbEygyPuhZW6324VhMqrMknvI54l5qsxKHxDk55gJAuTLRZRHKrByGZgWbbt1RHbcWx506DTQxKDThdPrw3dJ/qaFbAp9h6psatxo7ZuAT1vuMIlBkEDDNVB3DbSjJNqKhU5koh0o6IcRElEDiaguzm4eBTh072HMjpFBoLBvmYRP5XCokQYWEx9iH/Y4S5gqaFH6x9naLI4KKvPjvi73ceuudrSADgMYUQBLVZHWVEzPnMSPTh6Fq0fYet1+TO7fhXKgSl2cPYvTM6ckbzqVLcDKFpHODCOTHY6jNVRTRCyqTAAu7H4Dg35DQH0C85pbh9ZfBNxl+FEVgVKHRntlk0px2oWzl1XC6NhVKA9txaDfxaDfQa/dQK9VR7fRRJfRb4MeCpaHvOUB6QqiTAWtnobVGu+tAz1qQQdtaVV5ZpK6irzJPnIRYzt2ozyxFf3VKnora6hVV1GtLmNA6y1plXD8qzCTsQU8CQN0LqQ4Q6WVtkeAlYTFvvSGPEfYczLfBCTvytoTOydYGQ35EjOrCbB6ksXKHmEmbSEtgiAL3Y6DxfmmVDwp8D5eumPxXEUgmsTuRIJxd4wspKo1RK9LcRqjbfjzY/IKiRgEqNkXJWEhXzGQLbFvG1vwq6IwjgFrcSG0udaQ+MD1iDFecT+VTljs90n2LzlasXFmvPfkfEdyP2P9+gEmMwa2pA2M5DSU8xp6XoinLto4seoit9lEnvGaWxK4eksCqq9IBNLFWQ8rKyQ498VFgWRoUfdyfeKcu+4UQTGFyTIo3ojn2m47gW7bhJYdQM32kVYj5EMVQ1kTk9tS4q564nwPJ853MTGZwu7dGZStEFqvD63bh0FiOxJYWg1xcSnASjNAbRCg60XS56R7wM6yiV1lE4Hjo9a00fc8mKVIKmMmkDGT0rnt+0CzG2Flif0EBXe/toxX/0wZEwmg7IRYOd3FscdbOH6sjfEbU9h0YwpHjtr4wfd6mL/oI/Q0pJIqdu0Bdu4FNDcFzbVQ7XiYbfVg+x62DSWwbcjE48d8PHEswPVXZfCLryzhtr0akmEDqtfCmQUNpxdUPDbt4+HTrnwmUkQ4z3YCoBuSvK9gaAQYKasYyxtI6SouzntSiksAOMT110/iZa/cj6sPjGLIdFA2XTQXF9BYWMBCo4PZlg1bTaAyPIpyqQzNdaC6Dh5+to5vPVWFnbSx7YCGPdckcfP2vbhl+x488d2L+Pp/Hken3seWLTlZdy6ca+HC2SaGb89j5PY8dm85iENDtyDTy+DwfV/Hk1/6BtxRBc6oCk9ccoHQJGc7RKpg4fk3/zSef/M9SNYOI7rwFUTRCiLJ6RtCQtsrtXLmacz/6AeIEqsYOpiS51BvRzBauKwEPnNRwdEZHfMtFUEZCIeAndk8duYYGTnAQrWGlAXcdO0YDu6pYEC3076PM2daOHG8iTMXe5htuJire1BdE5prYOAo6NM8VQuRsFykrEiEh4VsEguzNhYu2lCzIXJbFWSGVRRyca73nQdH8fyDIzh9pI0vfXYO9UaAO++Zwg3PH4Nz5gKc6Ys4WwtxqqEi1E2MFEwUUiYOH7WlJm8C9r8MOHCohIMTWzBppNF96oxUI59HPV9AFKRhDFKoVSN8+cllfPmpFWzaBWz6fzh7Eyg5zvrc+6mqrq6u3nu6Z1+lGa1eZVuyDV6wjdkCCcnHkgRCQm4ISVg+ckMCnJCFhJADIfdeAsScLECIbwLkw2AHzGIc4323bHnROpJmNHtP79Xdtdd3nn+NHEBKLjfyeY8skGfpqa563//zPL9np4Lr9w3idVdM4MKyhnB1EUF1Hb5RhGcU8dAjXXz/+w28sOxhU1XRy+h47ZUF/NRVBTz2TBff/EFTTFKvuGkcu7ZlcPLxRcw/fgbj+yuYOFCGZnlwjzYQ9mwkLlCg71Wwe6KC3eNlpHsOwvUGjj/bwde+6+DBgxHe+PNzeMObd2Dp8BoO3TePk9U2qikFjYyGHeUy5splPPJoC9+5u4rFpT6T3/moXFFxw6syuPFVEs9F1OpJenSgbCKXY09RKOv4sofjyy68voJ0mEAlq2H7tI7xUQ2Nnot6j+jQCLU6+9m4eecdMClpmkJZQ6trodZsYmnZxal5YH2NNyfiHVRcfFFCFl0Aa+uBIH4zmo40XSNpImcjUFONsircSEWrqaFVB5orFhqrXcEdslS92QuxvO5hvRFiblsRc9uLaLGjodmQaH8uryKbTiAZGrJqNQe1mits+lpTk9h/IRuhmA2xazKFXRMpqEaENh1ZwtOPi+fpQKKIyQ4XP3QF88A+WSOloFgoo5ivoNfroNWuw6USGHHgqsJqK7IKvLjTIXbuLuOSyyeQyhi4+weL+Ld7z8BM5pAycsjnFRRKPnSDggyFN6Dr9dHz+lImH/XjjXdI8VewOaEkMIfyOkYLSVTKRQwMDsNXTDx4cElWv5mA3dDhtkMp1Fb9CNmcgVw+hcqMgsEZVRxLfbqJuKnnBpE9pIovjo7BYR0j4zpy+Ti5yZ/vqZM1nD5Zg8E35yC3mj6aDRvttg+nr8Pp6cgW2CHKjRUfvESAxMJqv8deaFXQl0wjMQnKVJYgjjmU44AliJ3+HESwrpFCBZPAglmjA2cL70Q0KhMp3IATw+y5LsZHc5gYyYmrsu8QE+zB6vfR7fUFmVwYyMEPFFgdX7Bg2ha2MH7Ih3CJF7UpTPNASMftFsY7CJBIEuGaQDavo1g2BI/a6XRlOEGjJ69lPqT58N86LcjvTo/JXSCTUuTBPzSQxNhwBgPFJFbXmlhZa8p13GaHB9HPxHsl2cURJzrzaSJSU9Kt1u30BLcb+gbCgOJvFsNjFFT7WFttoNUixjc+kKXSTK4q8InF7WrigmOSjPi6UaLRyzzcJKQP2DSS4lxNpYjNJpYlAfZTrFRt9HwPWopJcV4jTGLHbm06mZn4YJ8Ah17xkJj9o2lZ3KhRTGUfraj9ahQbBDJp9LoBrLYHx+ZBEXDdCOsbLjaqDsqDEUYnmSwm9kNF6GjS45vPGtKxoaoeOh0XjYaLINSwc+84duwdw+ZmF7XNrqTHaxvxJheJHiK1D98m9obYcBNJumE5pEhShGS/Lt3MGpp0GK6yH4uHMT5F6Wgk1obdHRHShRC5UoRMIYSZoVsxg9BLY325i/XlnhyciWZlqo73iACudGhzMWXsUYyhEGVFiDxg584sduzMoOv2UOt00K556K0BCVvD3HYTO2ZNqPkstHwWmzUbq0sd1DZ6cQKePZsDKvJlBa6nod3S0GwEqG900dgkukmB24vx9IICyiYwvs0UsoEkELuO9OQqfkKukdxgBM0MsLpuY23dlq7OQj4t7teIaLK+h/qqj/qaj+EZ9tdkoafZy8oUgY9enWJihNFxYGyMKWgOU0J0WiGqp4HGKhVcQEkr8PohvC5dk0BqgJQIDaFrCBp8ZnYIM7ODcIM2Gs1VtNqbYgDgEtyQznukjvIgRQgFG2su6jUfGSZ3sxrWl0MsnQwQOhHGBhTpU9mxZwg7dw/iycfruOeuNRGAh7clkKuogvPu9mPnGReFX6Y8NT2C47HrienfEM35CLmyjtHdMQbY2nDgtVzsnUth72wKTpREy06i2vRx4kwLK1ULY1MaxiY1dCxF+mN4+JBzJXtzsuzPFbClOOPjobEP3w7hWXR9E0evwLMpWiowcgp4+5WDE42lPJiwN9pOxIv3y4IPJUPRNYRdi3DBbAVXXDgqz9Ll+ibWW2306GK1gU5TQacJeD3iinwxuQyOZzA0loW11ZUVstecfDXSC5x4uW3AbbO3I6Z8zMyU8NKX7MbevZP4wX3Hce99J9CmoMEZVRiJY7o8kMDVNwzi6huHcPpIB6eOduDXAd1OYKQ4iBtfdy1ueN21uPXWb+PWW+9Es9dDfjAvoihfayUZ4tSpFk6ebAmGWqEFlQcrN74ukronK8VkbCaLdCGJdJHXgyrDUBPspdHhOux2ooPVBZ/uvT6xVH2MTmYwNpGWCogwstFu2lg84WL1jIcM3clZFcMzKYzOpmXYdeKFPhZO9Lf66zg0JsbNiMUJNRBjQ2FAR3EgAavDAyjdwzE2i8gl8u34iGithWiuEYWuITusy3XntR14HQ/oA+gBs7vL2HPpEIZGcjDZf6YkcOjoGp45siYJYLdF+gX7qGPEGfvP+fPO8xnP+6X0Yavy/GnWbDQ3+5I45jqbTCHiefuuYUzPlmCYLRhmG9VVDyunOdBTJClr5uIeqK7toNlw0azR6AMMjeooFonOE90LwwNRvMoaKiUdlYEEclkVOQ61MuwW4rWehtvJQ/V1ZA0X6SRrECwoaleEcZ6m6dzv9Q1YnSROn4AsYqQ63KcwxZ2JEKghNuiOrvI+H0LRQxQGUhioMCGtY221I8t0EzA9HcWShsqYhnyZBBUNkabg6OEmjhxpIZVVUaokZV/E7mKmPju9Fjr9FvKFLEqVIuwowHKjjk7fwWhmACOZAVinO+ic7uCC2TyuOjCMvbuLaDb6QhhJllRZh+f7eOCRNpaqLoqjmqDn2YPO+7NLSgoH1yGRlz2Efh9JD7Iu2DOOyy7dRu47jp3q4sixHp552sXTB12ksxkREti9evzBO14c2qdmdyBLVFjGgN230KpvytB1cGgUpYEh9PofwJ0PvBJzPy6E9A7ib//k/bg/lxIXPge5pJnYloFuJ4FWTZGlaRxeJYXAIt3VrMmIHEEH950mbKcpg3ctEQ/sU8YH8d27Xn5u4th6AX/+2o/hS5IK4n6Jwpq0CcqQVQbHv/fneOGV51EfnaO45a2/g083zR8SgLvY9pY/w23vveJc4Ybfa+cwPvrKj+MfOQDnMNdICKEl+On34ql3n0cArj2EP/3GPajWbVRrNq75lY/gXbvPk+TtPI+P/son8IU1Ywvjyn1OKDQUEk6u+ZP/iS9ccy6+t/3032P/B34AX9fgdV14G9P4wl1/jledJ2zbXfsibnvwAXz7307jgXtOY/dEGbsmKvjpD/8jbt7+42lW+lCP4C9u/mP8vRbfL2Sf/cr/F/f87kXn4rQptH72Y/jl29a3UIixshK4g/ilv/wI/vDy83zPcu2s4Mv73o0P5fJIZ7NiYqIeIiEb0Ry2OjT5hJPBaywAx//6IrQVf/53n/kPBGAA1nH8+W99Breux6kdwVPyHnv5G/H1P9iPbeekf4Ej3/oI/p+/qm2ZE+Le4bPihUK+VTSJj3/pd/Hq8/ZK/+ib4vBX9uN1f0g8cryvp5jMa58JRNpgAibJ2VPKBCIxrSJYxWbUsz2m3Hvx77ALVQQM9fN4zv7lczuxT9yKoVe8J047bgnA/Dik2FAA0tQp/N6X78c7Ljlfj+8Pf93z+Nq+m/E+h2ZkCgYa1Dd9FQf/8OrziMeL+N6vHcC7H4r74uMe1BDe1R/Dtz73dlx43k91Et//2TfjbzNx0i1rmsimTWRME69/9xdw0bkOBpz6zrvxT0/FwgMRkJ1OR87IYua87o/xRz+z99wEcPVh3PpPd8ZXCnF/TJJ1LOz85U/gdbvPxTjDX8ORr3wUT6zGwobnMs3riIEtu+8deOUNFyHD2emP/LJRe+Qvcf+zvHcxAWzHPazuL+Etf3yNOO5/5Jf1FP76VW/H33cs1NsdOCETayZ7TiSxq7397/DCBy8/93U+fRem3/i/tvrEt5K9TPgygcdeX8EHpKCo7KBnV2hCxD0M/iz+4eP7cG7m2cfSw7fj3f97ScgETLBSAPajkI9B6MWX4JN/tB+7zhHK67jrnbfifzK9TQFY4RA5Fn9pTuD61l9/8MVv+XX/7fehBhRpY1QvUeqR30dIccxuQ/F7yCQipBPh1u8R0qwUZT8r7zlhIGL8RqBiI1CkUuwsKprCGN83Md6ac6H4+uCbjelf/iyYKvd5sBZNKubss2aMMg0FTwqf1NBi4mWMYGYSmqZNh6l/elEYWGW6leZrVUPaSMFk9Q0/p9xW4g5VCsgUtSiuOjR+Mom29Q8/dYwrjkHGInlIJy7Tv7w5xPc+6UqmOS1iypHo+ljypwBMcZTvrbPmDn5qVb64+Guj4OZw5hRxXB7joUX4JFabn2ML7/zvAnDc+cs0W9xzHAvG7O+NhXCavWMzDn9J6ph81JhXHVMMtr4mkcS27stiUdjqLxaxlrhq0mW27r2cK5xFPceMhfhDxhTpOHEc/52YGBLjn2MTD2dicRY7ptGwXijJM6CuwkyS3KaJeYDpX579mWTTpBpn6z7OWTERx+wop6HaV5AKFEnKSv+orgixTNEjlPMZlPNplJIplBIUpELUWxbqnR66moouDX66DpN9uTQUyByJAhDR3jQ8kynL6pZ4fpgm3jRuSUCXZkM7QN8DHBr5FCZ2E0gbCaGQ8BzZsSy0Wm15HYitlhoJ6WiOjcaxFSS+bgVRLFUCIfIyJ4QYKQTXqibEeEtzMLUfvmZ8jaSmhXsw7p/CCJuNNjabbXSCED2mqjSgzNkkOdisSaPgxVee7xstIVUvMtvYoh4mmOCUJGf8XqMhj+cjLp5vVCU+S/CnR3Gf9WC9viMmBybes8UCCuUizGwaBisEKAC7MWaKQqTHkAC7wfmxNQ1J4ryTBuyeDbvnwCFpyeWckLRHBX1XQb0fyWJXs2Pk4OhpOAkDLlPYDmllbekI9sIEQs0A9ByiZBa+aiJQU/K/M4TB87XQNOSfWOzZau0WjC9JhjxTC2FB7Icxwj02gMTVa6aqivibisSqg+MnXsCzzx9EoEfYsf9izFy4EwopVD1HzJ+1RkMM+kaWBvsC9GQOepJGORoB9K3Pz/uHA89pw7dbModjBVlatZAO61D8DVj9JfScdamBomjZaNnYrPegJ0vYtv1SjIzuwNLSSVkMAym+DyMRIJsOYWgePKsFz2qjQxE9MtF1FXTteE9iaDZSmg01U5Jl0AAf+ELKHJ6ZQ2l4HPWVJdSWz8DqVtG1N+HzfSHYKMpmNEAFL1JQOGvyhXzIDSTnuLyvqzASTNp66Fm2zAfFICObRblzycwllWEQKDbR8d6UzWaRzWZk3sq5a7fjYnO9i811K0aX81YmrP6YCCN6QIrVeEkUizyjBLK6HU8obxSBaeLjvJCzZy7O9UPOmhOqpJCTJufIvA59JBIBdJ3p0C16QajJ/859HNO+TMvzKN/rccYZi6+sNBSfC0W4QBFKWeQpiFjB50aoGCrKSRVDBRVDA6o8J46shDhVjzA4k8bgjImd4yp2jymwOxTPHBw9xmehL9WPNL/QGMZ7htxf+TyV+y9rRnxZMY47rlixewzKaPAUH67iIWdoqKQNFDnzzcS9wNW2h2rbx+iEie2zWRTNABr7xu0+ipkSiukSGpaCjUaI1bqL5XoXdcuDkUjBSJgoGzbKhiPPywZTydzjpnzpofWE4qXB9hX0IyCZTWJiIo/JyRx27kpi184kCpqCbBhhdd7CM0/WcPi5JnYcyGPngQJOnuji0JNNtBs0h2eRShswcj5SeV/6gGvrChSahspMZLPuLZD11PM2nnqhj/178njba4dw9W4dht9A1G3hkWcjPPJchAXLwIqbhh0pSJBGCQ8bzR7Wm10Jk1QqOkYHDUwNGVKPcXKpg5NnOtB81vSp2LN3FFdfM4vdOwcxnlMwnlOxdvqkrEbfEv3I8hNw+jlEfg7bRwvYNlLAXY9X8S93L0Et+HjpDWlcf2MBM8YEZoxxHH92Fc88fhIdq49CJS2UV9IVG406SrNFFOeKyBsV5Pwh9DZV3HfPUdx7z1HMXJTE9MVMynPOr4ghp2/aUIs6brz6DbjpqjcgUX8Y3uJtiLAJrTIErTIKPSzJWj42j1PPPQuYbYzuS2NgxoTeS0LvGWitWWiuWXjuhIdHD4c4045gTqlITWkY1/MY0wvQEwECrYdiMYE920ewbbSE9Y061jdqaEgNpINTDCnNezhynHssRSiTYqAi0Y9ExFyIUjmB2e0D2L69hJMv1HHqcE3MBr6ZRLJkYHJnGhM70rhyKoMDUxkceqyJr3x1GZ2+iTe97Wrc9Io9eOY7j+DQdx9BQALvWEGeez4r9doelnp9nOn3cOmVo7jmhinsGk9hJLCh1Cw89uCKrMmLBjF14RBaNeD0IQdnFmwcbXZwrGXhwv0pXHgghQtnTFw4msFoOoDa42CX99gSfKuEux7q4hv3NHDaCqENJ5GbTOGm7SncNGvizJKFZ4810fUVmW+Sard8pI2VI23seUURe28uQO166DzfQthzMbIvheF9BiYKoxgvjMJwbISNKhbnG/j+A20cPOzg5lfM4OabZ7Dw7Aae/sECFmoWmpxPFxIYGRjASGkABx/v4r57aJ5xoBgYjfJl4PKbFFz+cgVRtQdU+xjOmdg2XsTIELsJfJTHA3z/wSbufqgFtxOhnEhi+1gWBw6MYO8FRZxZXceZlXWYJhMeWWQzGUmVcgibzBuyTi2s48ixJZyeb2PptI/aeoSE/KPjsv0mLj9gyoN3rRZgddXD4YNtHDnYwdRMFlPbspjakcHUzjSyRQOdjo5aDTj4xCqeenwFa+seNuuRcPm7PW6iErj++gFcd/0ANrptzK/X0eg48H1ukDRktQRyGnt+Q+lgrNZDLJwJ0GoCWU1HTtPxssvzuOGKPFY6Fu49WsXxVUuQkzwfmdxwJdltG6cc6FbI5oBCScPExAQmxiewuVnH0vIqNjYsNOiy6hCDQCySgT27gb17mDYaQLE8jpal47b/7xRu+9pp7LtkDJddMoZsUYWv2ai2enjuWBsnz3QxMQGMjzNp5KFdIyYkpN4JRVcE4Vspk3ufxmA2g6HBUYyMzcLxM/jq7QfxL7cfBLom0DNlY0Cfl677KJWTMuwc35bHxDa+SdhpyYm9IihbphXb9aYUTV94UQH7r6rANAxBCy+cdPHAvcu4/95lVMaA7bsTyA/whBR3kDJ9xzU6xb5ZImbiTlGiBCTpIUgNdprywU4hjZ/Xg8WS7w57q+IHe3lQx9AYE4z8mMRBcxAiRI74wR+xRNxAPp+V5EfPttC3LeycHcSuuUHpwnRcT0TA1dUm1taakl5JJFOCs9FkYM+hcRsROqhVgdpGnCZmpS9dhezXY9JKnMxUhLcKh9hrnS0QBXK2C1fMbXIIokhFYTjJPgsiOZIRrLoKqxELv7PbDIwMpmASbQIN8/MNWXT+Rhy48OFNBxkXjz6RikLaFKc1W1D6fTri+9hc12QNjxYwPFqUrt+VZWJ2eihWICuVhqQVuQ+3GjQi0KjBNB8wlo/X6KiBsTETlaEMRoZLKJVzaFl9NK0+Dh5q4tEnmugHPka366hMJJHOmkhn06hutFCttmVuwAMY3W5WO5JVGSI604Se5AbFFZc5cZA8VKRMEykzJaQApkPZo8ofJg8V1Q1L3jsD5Qgj4/HL3VwH/J6OsZEyxkcrMQNetWTAXt0g+lHF3K4xzO0el69nc7Mjrk+qZXSFMUHKB2h7HWitQzpHjGyMC85mVcEtmWaMMSWmxrYctDY11FZSaG0mZZjHC256r4GZvSkkszZ81RK6wfjIJCZGp/Do3Yt47N/OSJe0oC+KTPQB6VIEX/Xhqx6a6xFqS0BgK5Jkzed17L0gL6tutbG0UUdjzUFvFUh5Oi6/tCyr4UZoUg+yfRFhm3UHx490cOJIB9M72etLfC1T1Xl5LZYX21hZtFBbCaRjM+KGV9OQziUwNJFAZYQ4KopqwMaCi210umQAACAASURBVNXjDsysjh2XZFEc0TF/si1raCgliyjDXttFt+miU+e1zNQuZJn5GPGvRBqcpomwZ2B0nD+7CH3PR7vro90M0FgN0KoGiIgUN4CQZ2s73sRrGZpiuVlOIHAT2L5jBNt3jiBUmPpYR8eqCQY5cDnIJb6H7lCgWIoFiF6Xmyz2kUHW8ikfp4640ls/M5bEzEQKM7MlWU893sC9d1MAdjA8k0BuUBMkFf06TBgYND8kYyRJpProO+zS8dA8GaFJQsNgChN7c0gXFHSqHbitHrZPJLFtPIl2P0K1FaHWDrBGgczyMDLBvm0Fvb6GVksVOgBv3jJQ0on0YXIuHhJFTMIRh0ryhhUvinZ8725V8gjemR0rvPefHbREfQ1Rjwcy9n4Ql+DDJz66B+yaHMIls2PI5RR0gzraLocEdGr6qAsZQoHPgo2A9QdAvpRGfiADDw48xZFqgIRJjBs7oHX4tobeJtCrRiiVAgwO+Zidy+Oa6+awZ88obvv6vCz2NVM3zmaBUlnB+LSBK186hCuvGca3vr6GO7+xjslcBtdeWMG1l09j5/6LsGv/xfjUZ76Hv/rs92AWFVx1wxQGRg0snlnD4tIm1lZ9WTTpEJMtQjpTFCqfFfEqDGRQGMijWMmiNJhBsZhGWksho6XgOSnB0vcFWdZFp8t7RR2btTomprKYmM4hjPpoWw1U1ztYOOFhbTnA6JiJEaaDh9gZTaQScPKwizMn2Y9iI5HsI5NOIZNOy4BEOop9H4reh6rbyKaZksqJYYX4qmaLLrz4/t5aVtFeUZHMqchPaEhkIvQ7viyvBlm79pi4+LI0du4exgUXXITR0Sn88x1P4J/ueBx2K0TSJxeciZe+4I63dBaMjWUxPp6T3h8OBZ2uj6WTFpZOdmUYxV4Xzi9pxhiZKOJlr9mFK66bRHXzBKqbx3HkkIXnnyLqUcfc3gFM7yjAV/qylk72cOpIXzrSx6bSGBom+i5CxoyQNfrIGjYqRQWDFIBL7FX3kc0EGBgYQLlcRtYYgamNQQ9MhN02wh5ReWtw3FUZuNCN33VVbHQTWNrU8PA9rqyNmoOm5UBNBcgPQTrEa5tAfRNIF4FMCRifTmN8OotcIYkTR9qYP9KGqWiy9uzK48CVpJikRahngv6Jg5t4/GBVUuGlERWlchqjI0MoFQpYXFrH4tIacgM5DI5WECQCVDs1GU6PpYcwlh6GX+0gqFqYnU7gwotMzMwYaNCo2ACUjA0166DR1bFWy6DrpZAsJKFldHRbgNUEllfrWFiuwrI6UGBDUzwMGGlZl122B1dddRE2Gza++Z2DeOixFbTbE2h3JqAle0gke5LoOHbv3S8O7ZXxCeSZzstl4PZ7aDdq8vwaGBxBoVhBt/ch3PXEq8/TyfskPvs7H8YD5TJSGRtJsyPXsdXS0KppWDujY/1MUgyRqqJLwoO0BA4lWcsRhC7qrSU0WkuCVMxkyshlB5DPfwC3f/P6c1GynWfx0Z/6I3xJ4cCUKDtjCy1I4RQxjvCSd+POT1yG8+Q84dQP4Ruf/wd88v51FOYO4O1veRPecNkIfjzE+eIL0zmMP7r+z/B5LYlULo1U1oTHvdBrfwNPve88ArB7GM87J3DouTU8+9w6juA1+PQ7zv+1oFPFo/c9gC988xC+f7ABRS3iwMv24ufeej1eu3f4PF9TEw/+5W/iHfck4PCA2ncR1Nq47G0fw7+876Lzfg/9xuP4x0/dgnf+xR34hXf+Ft7/7nfhku3D5yYaASzd/8e48cPHoKnmFu6Ow7YB/N4tH8Xb5s5RhSSvtvz49/HZL9+Dbzxbx+79r8Gv/vqr8Nrp/0j85au6jH++5Lfx4RIRu2nBIzMdwXkZx3pxtyYFAAr68bD7R3+PRZOP/d2nz9Pj+0Oym7WOu791N2791uN4YmMCr3/v6/EbL5/F+HnEX9QP48Nv+Rt8fQsdyy9C5ozEjkpymAKsj/0f/Aj+/vpzlMofU/uex+d33oQ/4mZZ0iXcbyTkjMvkJoe7HD5TpKL5lO8xGlYpZsXyN+tkXDjsQe0T00+jHIWUL+IF/5ex+8fFxWP/gMINv4W0aSLJc2pCF4HMcWwxuslAdO6j+KevvA07zve9v/jxTuNbr3gj/mArYSk9qsF/x5cf/A3sO9+bo30cd37uD/C5rx/C6o5r8Mu/9EG87ebt5yLRX/z4J/CdV/w0PmUyvZoQEXh0aBAjg4N49Ts+h4vPU1XcPfYlfOnLd0Df9SrsvegCeA9/FU+ye40C0b734j037zi3A3j1bnziM/+MfDaPXDaHXq+HdruNrnEt3vr+t2L7eS/NHlpHfoBjx49ic72FzPg+DO96CbZtH8T5XjK/+gCOPTGPfhhItVO310WT6Oj26/DGD115Lsq5fxhf/50P49aVZSwsL8PyCuiFQ1Bo4Gbq7Rc+ggd/c++5r93SEzjw3tuQ1In1MxFFcbOqom4ZnzWKczS3JoVKQjGOaVI/yuDXfvdX8AvbzlGuZQbROLOIu+5/Afc8cAbHeIaamMTP7NuDN1w/h6nzvT5nDuGtf/J9VLeuZb4tw4DmBSZhY+PNnbd84MWf9I2/9Rm4MEQY4tIVjzscaH4XcFpQnTZ034Lud6HYbfmzEbow1QAmE5gJpsoUVAFZ7oudxxQJY9QnxSipXkmlYKZoWFEE508zN1PCfP/InwWRy2c2ewspDlIkTMS9rIax1Yccv3bsoCO9R5D9fCfSoOwHSCgK0sThcvLNSbmejGuiOFAPSRDhsN2B4zlgp6qgivks4tLi3yn+JthL7rtSv8WKDLJaONk6u/cSgXSrozdOd251LVKE5s96C8X87y28sUjqBA7swJF9lWR0JQG8JQCLMBsngB0aTijFSZKUotbW32filkMIXkN0dPKet2W34et6Fu0rwjpR10wes7uK3yjvkWcTwsQSS0qOhLAAqhhXYsS/CMc0n3oUQV1ZZ8tSpY+a2GsmKreSaWeF4VhciwVgOfEoEahlsGGGczXuUw0KK4KWj0V98QIqTJNrW93NFMEYCHHkjBILwGqcFjYSgtXVzYTUqUyNDWFqbBAF7kXYA9q1sbS6gdVqDXYyAVsn5j4t/ausb6GsT9HGsXmf9qApgax0ShXxN53iz43CkSqzMqvPQTZ/ZjFONkNsvvTzxpcBDSvsAY5nHmk5WyqsSGBif0swPyuOx0bMeD6SZy1SKkLBpPBgillBlCYxD3BftCWYUygnNp0XAmcnzTaqjbZQaigCUzgbH8hgKG8KcpeEPxqGXflZKkjpughzIgAzfAF/q2U3fl7zvWm7RDa7QqpBQNOFDk1jV3WIVpvp4B5UCttEX+cyyOQp0qSQMuPKFDnM+g5C10bkOAiTGsJ8FsikpW6Mpg+3bcFtd9FrdtBvWeg2SVbyJD1Ws2zULAeubiLMcYOfB5WrIGVio9PDBglyQmPQEagGgmQOYTIHTzPhqkwA6/CCWJHjPxTLE5EiWG2eiZjkZ/glYLAh8UNd3jKYSEjtDecYxLEXDAM5mlQCD0nfw/HjL+C55w+CHYZ7r7wE2y7ciWa9hUa9iSBi/RxDHBkRfxOpbIz451OIEVEwGcoaEW6ayMS2AN9CqZBEqWCgaLooGcTNVlFrzqPROsMuNiH5razVsLi0gaRRwN69L8Xk1F488+wjePrQI3J/y6VMjI9kMLcjjXJRwerJVayeXMNy25dFehI3jXyPpQ0gQxrs4AzyQzPQQw2qRVNPCoMT21AoD2Fl4QSWTx+HF20iSvBQw6s1Lf3KfdtB36ZRh0Y4hntCdJq+1A2ddX5MjBcwOV6EZ7uoVdtod/ro+xHsgKY2dlXHyX01wWdQXBfC6y+XyyGXIxA1kIqYruWgXecMisSsmIbGuTyN/jS/E0VN5CzJcKOjOdh9is02ahs21pdJG2TQiJQu1idEMpd9kU5w1mVG85CYEIJYSDX4mCAu3UBC08W8RnMSf6kaa/UUCQpxFkMBm4uGAs7nPYaICMng9pFuglBBSonkuVgpAKOD8Z50oZrARkfHxGwe47M5zIwE2D7oob7Ww8Gnu3j6mZ6QsThTNkxdiAv00kgNUxjGJiDel8VG7EDX2akaG0D41mWAqs3O3C7JAikJHmVIm+r14BJ7Iw83FUNjaYxPZZFPBUg4Foygj4nBcVl9P4F2H1iudXFiuY6Nmo2smkdWKwBeVa7TfhCgHSZgy4zeETT7+ukIGwtx7VtfBSZns/iZn53CTS8fBQdvUZ+kMwqwCpYW2jj0dBVHj9Sw70BFVm29jTMnNuW6r4wMIpXNYb1lY6Pt4MhhG0eP2Bgay+CS/RWMjRkImhaCZheHjrXx7LEODlxYwC/91Biu3G0gaTfgNVv49n0evn2vBy9fQXJsBMkC67v4DOvj1JmqrGwmifJAGhMjGcxOZJDPKDhxpiorwarPQMf0dAV7LxrHtukStldMzA6msXDssCwbXSh5oN1TMH9ERXU5hZddNYfrr5zDv967hr/52knkhkK84U1lvOnnBmFU87Lq65tYX1sRGmRgJhEavJ5qiJQa0pkiMpkSOk0P1aUOTi328Z2DLr5z0MPNN2bxihuzyEYJdFdUtC0PjXQbXlHBzVe9SZbSuh/dpa8AShPJyhSM8iQ0dsY7DhaOruH48ytQsh4mr8hgaC4D3c0j6eaxebKOzZMNHDxs4f5nbSy2fZR366js0VEI8igGeZQHNAyOhhgeMjExMISBdAEnTp7E8fl5aEYotXrLixGefszDU495qHsBai733IBcgoaCYlHB2LiJ/VdO4MCVEzj8+CIOP3EGK2tA1eIzI4O91+ZlXZQLcXEuwmOP1PGlr63BCSt4z2+9Hq9/3dX46i3fwFdu+QamLshh300TMmQ+TWLf8Sb86S78aQs3HLgMr33JS7EtGUE9eQjLzx/HF+5u44v/1sFrXzOO171mAkvHe/jebWs4crgFpRJBrUS49uV5XHdzASOlCOnARgo2EkYfCcWDtzgAb6GE2x/s4tZ7G9hQFYxflMbsJRm8JK/iJQxD9jtoWy2c2XRxeBU4uQrUlhXUV1Rc9cYMrnpTBkrPRfUZC1E3wN6r8rIK6hSK2jQSUg+wirWVdTz+9CaOnurgwOUTOHD5OE4c3MRT9yxjqdFFv6TArmjIFkvIFEt4/gkXT/6gi41lP04AU7zau1/FngMKkl0fRtfDUD6DydGSxKwDdBEoXRxZdnB0xYFvRUh7xAynsP+SCnbvzOP4cgMnVhoivjoON2ZJGCkO0emGpfCXQK9HDFNDXMzcUNLxQ3HGC1TkKnzwcENDZBP7/EIsHO7i9AtdjE8WMTFZRGEogWyFz28F9RoHfRE2ljvYWOpInwOxawE3d4EmvRLpjCqLCBg76sEX9G6M2FQoBAeqOIXoFHSJD2bi0mVtaQTVi7BnJi9rvWPj4EIdyw0bCaIIVaJofKjsgWD6hKjFLRGiMpjE9PQkZqYncfTwBp567AxabQtZIijyCZRyGQzk05Ia5KJQzQ5SlsmfOtHBqRMWBimYDaUR6Qq6YYCm7WG9zr49FxkjFNwmERpOPx6OCc7W5JYmdqMOlTIYreSRz+WQTGXR6Sl44NElPPjIMvJmGnkOLdgfwnQSHYTcJJuJWKzKsieDhx8PkRYhW4r78yx2NzT7GBkyMD2RBoIENteJcCDS28JarYtCKcLQUJwQazV8WBbFXUWSsIWyisIA/50p2dhvVxlOYnA4Ka4pLkmGskcr9OG7oXS9clNApxsvFyYEiVTrdUP0u/GARQrut7CpfIDSUSsbbsuB1XGxY66IubmSPLxd35bDI0VgbiBYSs9US0DMdMjUHDcCcR+x1VHRbTN5HIvW7BpsW0CrQ1eaI4vXKlHU/JQUj7nLofuLzjd2zDLZHGOXVRGSzh70HUsHVyapYqBAdyelAl2ux1rdQa1uC6vel/4IsqooEChxhwLTp0SEErXiMwkdiFDODU2nEyBfMpErmvEBtmfLINbMsn+bqcb4/cUDDt1aTFZ3LU+uo5zBr0NBqQi5+RbySQyUCtJTubLaxepqD/V2iGYnBJIRspVIhuwc/HI1NntobHblMKPTsa7QpcfewVC6ks00+4G4MZNAlxwcqaXGK0azECUkvT504IJdqX1JkucLHgYqvjhUybVQ/bSguplOp7OWCQJ+zkzaRL6YRnnIxMCwifnjTcwfayLUFGTKJjSDAqGDLhOvjUB6W+k2okjPRVRMige8dIwg9WwPdtdBczPE5lLct8fNJtfEdgMTswYUncOBnmwit28fw+z2cRx6dF1Wo8oUegiNaOMhyL1LTmhahE5DE2GZgh5fBHZuTc2kMDltCCrZ5l234aG96EB3FRy4bBAHLhvCZjdAtReiUbfRqvfQrsfXsWurMAsu0gUP6byGTIEO4wT6Fq9jBbXVEJurAdotJi4oRoXSFV0aTCCVV2HmNayf8rB0xBU35NhcCgNjOvgjkSVIYg+BG+MM3V6IVlVDu6oiVfJhlnzQSETSA9217VWSBhKYmdOxbVaH1fex2XTQbnnoMNnc9KFmNGhppspCEa94WDby7BJRpHvctoDJ7SVMbC9BSzpwvRYcpwuSpGySh4jWVILYoTcYixBWJ+7WTZrESgXYXI2wuhgJYnV0QMPYoI7JbQVMzhRx6OkWHrqvJgno8riKbEkVlJftMCEdJ9PZIRPxngQOnEIZOrVORWiejlAomxjfnUe6oKJbb8O1uhgdTGC0oqHWDLGyHqJDAZDXuw4UihHyRV7nCfQlgUp3bNyxRfFXS3pbaKrYnc9hh8reVmKFOkQPxQlgsuLoqGQSluIvpyNCLCBowlUB9gTT2W2qgoKW3jAvwvhAAduGyigP6EgXXfiKjSPzbRyd78DuJOBYCQROiMij0zVCJm8gQ4Eq5UEzeVPjM4EHMBpj2FWpwm7J7A+FXIhyOcDcXA4vu2EbLrhoBHfccQq3/+spMXOYRtzBMzymY2hExyBxwCUd8y90Mf98F7umpvGSy/bikgumYScsOIkuvnHHUXz9X4+iMGjiimsnkRtI4uixFcyf3BDCAsl3hhHjbTkAVMIENIXpfQ8p0xOHLN/gClNaxJ0pOhK+hgSdv1udRIJMCtnbY8sAw+p0MTNXwPRsQe5VfuigXuvh2As0rXUxMZOS5DxJF+kyJM17/JkAi0fpRPVg5jxksyZymbQYFZo1Vzp5U5kAqXQgQ02iLvkzpwOemEn2pPNn2lqP0FqLBFmdGiQuEGhvBJKmH0imUU6amJ6K309Dw1lB+KbSRTxwaBEPHFpAfc1Ft8ZBno9I9xAlOFSNcyqjIzmMjuQFXcfBgNf3sTjfwpn5luCRmTIy0zqy2SSGJ7LYedkgpnbl0aitoFFfRrehod80kE5lMTNbwfhkAX23KYukguYm3etAltjsNBGE8WC0yF5gkwmMBIqyaLAh/jqC47NLmDMhE4GTg98n/tZC6FoYnuxjeMLG0pKHE8d8rFUjbFgqNtjJMh9h8WSEVseF1XflfZAbUJFIKWg1QrSaEQbHk7IqIwZKZWKKFZykie5oR3BaaqBiYsTEztksts2kMTZuiMlspRpTLmptSxbd//lsAdlMFpHqSlpcpwM1k4IXeWj1G/AcB8Uoi2KYQ1FJoqjSoBRhbMLHwGCIbldHt6dDSdlQzD42W8DSmoa6pcI3FLiqgvo6UF8D6rU+arUuWFpeKrmoDESYmxzDjqlRjE9UMDpRxvypLm67fR4PPdIE1Ako2qSQMDQOTZQIh++5/cWhfWJyAgNEnpZKsDsdbK6tSIpqYGgIhYEKXO/38d1HX3VuAth6Gp/8lQ/hDtMQg1WkNmWYYBKnrZrodUz02ia6bR3ddlKGpUSuSexb5c25J6kMx21DJcpULyKVyiGdfi++8a3rzhWArRfwp6/+E/ytx+qNOA0SJxC5J+SAioONvfjo330Ar5/8cbXsv/LnFXzthv+O3+MATmHix5D+wNTPvQ8/eNdOnFOP23kcn7v7OzhyooOjxy0xi+x75yfw6VdM/cci80/4ZbWf+RLe/KE7saBoIgA7Vh92tYbh1CA+87XP44b/VHj9zz+Js/iv+M23fh4PKsQ/p2RwHw/tIkQXvR3f/PhLsf0/FRB/wm8CK/jKFR/C77NvO8M0dSwAM2fD9Bp/xfJvPFA+uyRd9qIQBPzZ3376P04A/6Rfivy9Ph675S/w9m80troq4+TbWVrQVrAtRgcOvxFf/cJLzxVhf+jzOYf+B3a96dPw6MISBGo8OJfEJgUSeW1TW92YcXpSpp5MxPA6loRgjF/lPpf4dArAvvfXeLL1lnMTwMe+CPPKd0qCjGcapuAo/nAfRvQ1h6HZXAYv+dO78Kmf2v6fXIOncMd1P40Pb/V4nhXdf/GvHsYHLvuJSoT/D696C499chfe9XXSggxk0+yqL8q65J1/g1/dex4F+Ec+Yg+n73wXvvAQ3/cpGC95P95103kE4OoD+ORnb41/fmf7xvns9nykrv5t/LfXXozc+bwMP+E1E9SfxCP/+zasKVuIXkmM8udLTO7P4ZW/eSnbz3/0l30c3/2Tj+G7VhtNqw3Xy8P3y/BCQwbrzqvfi9vevvPc/275Kez77dvjgTedX1GMwtyi6gp2OknhayvNuzUvlmeRUrkcn/6jG3Hpf+bF+Em+Z6+O737mi/jkc5FcT5zPSNKPArAkPOPo/p23/O6LH+2Gd34aAe+V/EqiQCp4RCgKXaihjUTkIgkPhkI0Yh+K10cicAWVymZK7geYE+uEPbSDHhzfhR/4QlGjuYGiF69zXu88y9FEx/dXLErzWfDvv8eiY0xRYZpWBJSQmUb6E5kAYwI0IXtApnmJP45NKMLkinPD0ie71cGbjNGfNL+TWMFhOhPADhGgAaujaEbnfio2APNzScyA9wBWUHH2IgFeGtvj+YaIrOyVpUi6lbw9i58WEVgK5GOxleL02X5evuAUrlnj4UVESvN7o2jAPvFYGIytNYqIv0w4889MiVNw5fcvnchc/HKZXtzCtJ7tVuZ+mdd2TCYgtYCvI38WNCPwa3pRs4nxz1v3cDYaSAXPVgfxWYWTCbRuz5YkqKSQKW5upVuZBObPiOIy//0shnorZhwTPpgApqguSd+YChgv7u05E2DVy78L/fzauSfgtQt2gKoeUiETi3zvxKlhznN8xQcSESZGKrLKZgalpCl0pWqN1XJtOHosAKeSxIHHlAxqrDy32H0H/Z4NQxLJigi/XDzPnJ0/dViJwsRqoEpAgENm9qfy+xERnNQ3psltijKcNxjQBQFN3HhcISCdy/wZ8vo72xEdBsingEKKRsokMroBkxU8IgBTlFLl64pR2RqMswJwEGFTENAddLxABGDOR4aLGZRzaekodWie4LXj+fKjpfhLXL7BeaCguCPBQfO151mUf4cELC7SymjaJm2PsyTOvFr8XFYvRtCzMoWGPc5rhLHPZH+EwWIelVIOIc1IXQsBjQaZDFSanNjznEwicj2Ergev14fbs+H2GdphRyyk07jT6cEn6t5MIzJSCHUdPhPWtoeO7aMrlEQFfRKD2B+MFPqKib5qwokMOKEueOloy3XLmSHPjNJnHZ1NPMfVwPK4JhKa72FVERMOk6p8X2dootdUpASzH+L40efw/LNPCo2IBubpPXNoVptoVBvQk1mY6RISqRzUZBoKU8s02wrJg3RFPU4h88+cKVNIiPoYKOqyMkkfKc2B09vEysoJbGwsbNEjNFRrdayuV0G21uDwNhQHRlGr1WRRTDO0BAYrAaa391Es9LG+YGFjoSvo1aWGB93MolwpS9d8p1VHu1nH3AWXY8cFV0CxbVhLpxHZNgqVEWTyRTRYw1Vbhu3X4USsRyOynoZqA32HAjBrkuLnmetE6HVCmXFIkjmtYWa6jJmZCvpWH8tnaqhtWmj1Alm8ZzAtL8KvKsiwF/ds1BGI6+fEXOgIdgCHCdNePMMjNEj6yuPjgtwXeJ4dGc1hZCwv4i9Xo+agymBFl2QuXVYkNS2878U/c+7rkltUSlbSkWTImaV4hBKsjeN7n7RSL05AC1Um3vMyUMNrpjiooTiYkMCAw6QwSW69SCoMz848NRqeQs5OIMEtmkmqDRVWX8fMXB4zO/IYKXgYztioV3t44aiNI8dsqY1KpYQrLcYfIUpsofr5MZhglsRzgj3M8bxVUO5bzww+LXgfZoI2l2NHswq3y2S+s/XfqnEoJptAOsmKLhdZ1Uc5U8JApih6wqYVotVz0XF6sN0ASYVY/Qx6nRb6dDInQmjEfyQU+P1ISHZryz7WVgKYJR1DJBruKuLqS0dwwdwAjh3elEXq7NhkHp5jY/VMFZtrNczNmkJA5Ky7VvVRbymodRNo2SocEkURYGHexel5V4Jsc3vTktiNLEcW08obzQCX7MriNdcM4JKZBDJeG2G7g2/d7+Jb9ztoqxkEuTwiGuR5ho08NNsOWm1bXkPOmUaHkti5LY3ygIqlagtnqi24bRVuW8PUzAAu3DeCHXMl7B7LyFpdOIHVhXmEgYtUSsd6XcF9T7h49kSIq68ZwdXXDmOznsDpRQUD5Qwu21fExbuzqD28ifrDVZzYbOJYpwW9qGHXriLGR5IIrDUE1jqyoxVkR8oEBsDetLGxZuO+I33cd6SHudmErLSqIeqSWhqglezDzyq4/vIbcN0VLwNah2Ct3ANF68EsjyM1MAql3YXa6eL0qQaOHa9DyQeYutzEyGweejCKpD+GjWOnsXF8Ac8c7uKhwwEWGhGMEQXGsIKkbyDpp7BrZwkH9g9ibiaLnBaB0O+V9Q0sb1Ql+U/d4vhxD48+4eHJp30MT2Zl5lRbt7Fy2kKfhNFShOxwEnM7xzC7cwxLx5Zx5tgymu0AlmsgXUrj6ptHcPXNw1BONYHTTSyv+zhSU2DmS3jVS+dwxa4RfO8bT+B7tz+Jqb1lXHz9NLpOhGefidfXuAAAIABJREFU2MThF5qYvXYQs9cOYc+oiQvKBqJaGycPLuHI81U8cibAo2cC7J3J4IJtGfhugPUNW0xAo5NpWdu2Adu209hoI7ItaJEre4OkqqFzzJD1/UNd3PF0G0EpiYuvKuHSK4sYsnsYsvsI5BkcYLPpYnG1j80GtYI8VD2PkV0+RnYzBOlhbZ5DsiT2XTkpS2u7SHQ8dDdbaK7VsVlvY92y0fI87JjJY246h43TfZx+wcLipoP1MMQazU1mCmHKxNLRAKcOuWhv0nRqaJGZYbechpldKvIRkIsiDBVyGB0ekC6N1dUaVlfr6OoKLF1F2A+htHwMpRO4fE8RO6czeG65h+eXulhY8nFmKZAoN7Ef7Nnk/ZVR+azpIZ/1MDamYRsdSWMGWp6Ctq9gtdPHaruHXErFRCmFNNiN2cfGyT5GRssYGa1ATUWwlR7aPUfSp/WNAAYxqyEwOKJhdEKDWdARakk4YQLPH27j+RfayGSZTuLQkWcaujWBbp+Lrh8OiDn81JDN8bDNdK0jyb9SLi+r2nExv95Gqx8gk84gnUrB7Vvw+haSCXZwRCgWNFQqCYyMpjA7O4W57VN4+N5VfPv2edh2F3suSWLnHhNTI3lMjhRQ63modX0sL/ewcLorTqliljgGA3Zgw/EdtD2g4WrocrbK1BXzk50ATpsHkXjIYBLXmqdwq6Fd99GqeRgezIvLKplU0Ol1UWv0ceq0i1MLLibGM5icyAhPnhts3vyJvhBsMjextiubVbpmI53CDpDMM4nEBejs2wBgd4DGpiKJ6dxoAvkR4pQimDrFLR+LJ1006j6KFQWFCgU2OjuATgeoVvnsSuCCSwuymk0brRZ7gR30bFsOgzxUyYZfTyGpp9BpM+3oykGFrsckMagpdi8QJURETSx00M3q9IMXB8Gzc1nMzuVgpNhFxx4hIjqJmdJQ2/CxuU6hlD0mwnUSkTJpEP2RkEURpFA00LUjrKx7WFlzEAQ2fN9Bmi6zrC77FA75XZsDibgXIpPj/6cJisKg0JWgA4ubARehk0LoGLRtQaHjj6KaG+NB6BbkAdIhlDTyEYhgyIQg3cqGOKOJdElqxMOq6DZ19Dsq3KAPL+iLyJlIqdANTRAmCZ5HdIohjBTSRaxioERXXBFmisPbHnpd+8UDpZF0kDJspAwVOTOLpGZi/lgX80e7yA+kMTieh5mnS4zdwa4csri579RjRx7PqVpKFZMGhfoe8cZhAlEYmwuKJV36Z+mS5WG507ZlqZoHTfcl6WMks4IXJ66l12EXgI1M3hHHWjFbgaHmxPlH8XNluYPV5Y6YRPbsHcHszgGoyT4U3cZTj9Xw5KN1qCYwvN1EtsQeZSb/kuhaNAJQMYud99IBw8M8xWKmgdOaOH9FAK662Fh00WkGMIo6jFICI2NJjI6zW5pmAVuSh3svHMbeC0dw9Lkmjj3fxOrpLqrLvFY8FMfilCxTqtyk9XtJWJYBu8v3VR9+30GprGKAGO5KBrnBLNxegNrJNrS+j6uvGMVL9o9gteljreVjZamD9aU2rKaD4ZGSLKvfhmW3kDB9ZIrEChN/V0JCLcQC8FqI5aU6zixVxQxRGKApQ0NxSJe1etLH4nOuXL+lURXl8STGpvMYnc7j9Hwdp+cb8B1fcFzwNTTWdTTWk9DSNrSMjYERBSOTxN+qWJ8P0V5XsOfCrKyW5WKl2hcBut92JL2czCeRzOmCrm1uEFqnIF1if60Kq+bJ/z40ncbwNEkSvFe7kk7oMlneEpgaG3pE4BkZi/s6261AjCcUjLk6TRWtWkJEn3IaqORUjE7lMTaVxwvPdfH4Iy10LBfFYYrgRJAw6esjW2BqMCfCXBA5McKbtTWBgtZCiNZiKAnZsR1FZAoqeu0WnF4Hpbwqa201wOIi8XEKCiNJ5AZ52PCgU5iLkgiJC3SJ5Yk70LSkLwJw7IKNu8nMlIGkiPgO+h2mICgYM53gwY/6CIgV5a1b4cEjFsUlCRvyOuYhwYRBxziHIEqAgmHKAGR0OIXp7UnoZogHH1vHg49tQA0MWXK4p+LPA0KW/cYq0kUf6VKcguZQivj+nqWIuSBOFyvIZyKUCiHmZrO46eZpXLJvCN+8cwHfvHNRTh/ZvIGhkRQmt5koFTV0VtrorHags8PXU3DpxVfgyquvw8zsDB5/7vt44tm78OTTNp482Mfg2AD2XT0BI6vj6aeXcPToOvJFDbmihspQCoNDKaRNA2rIxfdkX/C57HZvdzx02qEg0UngCHqBLDGCkYkXBykEX0XTEfuG5vaUMLtnQPDBRLi3mjaeO7iOU8drmN5tYHpXCtkKDzKe3BOOPB7i9PORYNO58jkT+WxG+oBXFvtoNzwUiprQQWjgIdbzrDmN1zUUR8TFZtVDq+ohYCcvu7EdoLYAdNdV7J0uyxquKCiXQ8E6kZzBHtyFtoOFto2l0xZWTljo9V1omQgK9YiQ99kEhofysi/IEcdGt7LDQ1MNi/O1ra5V7qHSmJjJY2jKRHZEgTkQoV1nd3oT5VwJowNDGC6XMTExiOHBAtqdDXTaG4I7Zepf0IqhL0PKwGVKHChnDFnFrI5cOoFshsmM+Bl7emkTC8ub2Nz00CKRouWjZ3UFB7D/OkPWE486uOubfRw94WOzG6He43Nek2W7vvSF0aRB0wvRYFaH9SEBpndkMbMzh3wxIeYvDh9PHe/g9HF2YQF+H8ibCQyVEpidSePyy0vSpa6kKNTqePaFDTz+5DKqm0zhppA0UpjYlsX4tix8JYr7Ab0+bLeDwLGR7GhIWgnMDQ9jdngYpZKDVK6BRLoHz0/D9TOA3oOS7GO95uL0oi/94O3AQ8sNsLoArC0APSLVWQ+RDrFtGw0VKq68fI+shMGBpoMnnmrhq1+p4aGHXeTLEyiUJ+PUjyAmHTz3/VtfHNobM5MYqgxjuDIkXWCrCwsyCCkNDSJfrkBR/hB3PvQKbP9x0cB6Fh993e/hC6EP223Adupg6GJqWw7DozloSg4JNYe1M0msL/J5yj0UxQMaWTrQkm0ZZvKZqiINLcpD00zoxjvw9TuvOY8AfAwfeeWf4bN9G2kzKYvVFGKQkJ5A7qESSF71a7j9D16Kmf8L0bLV6KBQ+nH5xsWhr/0i3vz3fBbHdQyDaQ2DP/9B3PHru89F0NZ+gLd85NM4uRjiFA1FiFDIDOHX/scn8J79pf+yCOws3of3/foteEijxUiDAw29joXO2hoGUx7e+eY3433vf4+grf+vf9Ufxkff8z78w5kJqEpaUtUyuD/b6BgBoy/7dfztB/f/5CKws4T7jhm47qIfF/ZW8S9X/TF+Px0hkaIJMjZCCpqV5hwZrsVdki8KwNyHv4iDjoetHz2fALz4DL6OvfjZqZ9U4evjyLduxc/9r8Ox4Cyic9xTx4GviN/xFyJ9n/z9A5/6OH7pnDfB2VfcxdN/dS1+5nMWPLcj1zgRcRxs8xzGj59K5pHSC/H+Thi0FDuYymCqjkKXJ4ILh/9EUJJ04/I52v0L3L/y5nMF4KNfhHrJr8r7mh9TT8RIdJ5/+HHy+QxyuQx0/SZ88ttfxCvPgwqPv/p5fP3KV+PDTHkSlypI0gSUkV/EZ2/5HVx2jtPhP77KnJUqnLHBcxKti999Oa5772NC/crnskIb4POvcMWf4ePvf9m56OQf+xTL97wen/waDXJFFG/8MH7jxrlzE8D1J/CXt3xBng9dqyuJNWKmaXTjEDp9xbvxtp+5DMWf9BL5oa/BXX8QD3/lH/DcOmsgHCFOUMRJp7MYHh5FpfJmXP3zu8/tJXZO4v6/+hQO8mzOxKyXg+oWYPVUVC0bm1e/Fbf8wrZzzSQrz+DC9/9rnM48iwwW/G9Mf+HlYwiKlUjNLSuB8GbjdI9+6SvwxXdegrn/sgjcxdNf/ie8/66W3Ark+jorAEtPbDx455v2zlv++4uv1Mve8Skxy8RCrA+FQiji/lYOSSl4mTrFKBb++lB472aamApOvHlmxBiutwnHrcJxLNhOX1LtRHTznESTr5HUkcuwfiwjfxaBUFL3vJ/w3+L9KcVKpuq5AmJxHVeSZfwzcb40EpFuIgPvLUGT3wyvf6YNeVcK3Hi/wlmVwZQi67QE0xwKxjI2CMZ4TQrB/Jwy+KdQFbDDm3s6ds7yY8YXnySNhUYT1yLJvogC/1YyVzobt7p2457gMMZU8+NLV3GMj46JCVsoMSLlOeSniCrD/vguzv+O1z+FawrAktKlACxjgzgJLKIJDwYibNBMQiTvvyO25eNRkBZDYpzEjvHNcUWJdKCeFRiYCpR50RbKeQslzb9PAZAiHfe4CZ2mqvjeSmGbQmO8P4g/dvyaxKb5LQ087t+VDl6GE2LkM+977EEVDLQsfv2c08XJaf7/7MKlOc1gZVmoQldiEZnXaZv91IGNsaEBjA+XMZQvYDhbEOG/ZZH80xcB2OHnIA1EooQMhIRxlVGvL/3kGZP3Gx1pk/VYmtRE/bAATBHYjxLSW8sDBY0RKpgyjDHPseFd8BNyvmN3Z2yIisVfvkbyXBSxNe7c5TWXNyIUmMykQTPBr4/G/5jSFFdVxahpLnYfxwngCJtbBkYKwBaFRT2BSj6LYtZE3/HkjCtzPs+V9zGDfxSATR0wBcOtwExQEI5fayYceZ2JScAJRdDhWZUd3ER8N1sdtDpdsT35NCYE8QzR9mz0+x0JIuyd2449c9tlv8zzMr8/zaAxn0jsJJKpuMaJBhh+f5Ko5/XIMlUtIQZGp23JeyfS+VqrshcnFN4PVAkStfuhzGlbPDu5GhpuAhbS6CC9JQYbsBUDnpqET8w3n4Ua7SkxHSDB6ydU5Xd5D9KwJZ+DWOj4AuV9KMnEOqubNEUw9/NHnsXzzzwuhoPZfRdgYvcsmqt1GdDnckMoVSaQNIsIVQrQGvqeA5shkkRS6B4JGlGIxeVeIuHDTHgoFzWUSxQcKaj6aDVqOD1/HMuLp2GkVBGlGq0GNmubYlZRdFYGkGgwANMoyTXOtH6x1MDo9BKy+RpqS4qEGRarLhY3XAwMjmJuxw6k0xkcO3ZC1ktf9kpZYaeG5ecfQ3dzFalMEUYqLZUujt1E123AckkYpAir4/+n7D2ALEvvKs9z7fM+X3pTmZWZ5au7q9ROpltqtQxiWhICpNgZlhlAwCxLBGuG2QlM7JgVCwsBQwQwOztoVpiVRLBIIOQNUqtbUntT6u7yla7SvpfP33vf9Rvnf1+WhKQdYirii46WutK8d9+93/c/5/yOPWAi1pMlpjqGxMNYAg6879XH2X9q4vjxCSwvT6DbsbB2fQ87Ox002j4abYqsvNZ4D+Y7wXlQgoznDZGCLs8S0tEs1QHyKJEw11EH8B0iJC9C5lQMzulKdwRg1jl0Oy5aDSZ3wySZnjHhhzT5sHInqZ/jTDybNaQGzrZ96SHmPYnaAOeD0ucrHew0T/Cb0cRFQz9EpORzc3I+g8kFzq0586KR4SjUJB9PWZJYDuiBUFAqJ4EhmzOVQMPKShnLKyWUU0MUSDg8dHBz08Palg8zldy/5fx7VCXFxwR/EjMJH9EYQu1FqgOEDkHjCSsLNaSyEdJZ1nnx+k/LTMsfOAhsN7nnEqkehHAECx6ilAEqaea8U8jAxGEvwl6H9zsGJUi+pOkpjThOCdXssOkgk41Qm2SQRoXb0+H2DOwcuLLmT+XwurdWce5sDculGmpqHp/5/C185nM3sbBaxd0PzKBaiRBYTcTDJiZKESZLfIZlMPRzuHE7xFMvD3Bty0G6qCHFedtmIBVdrJmcXlBRKilQyJkeMiSRhmqkcXIpgwfOZbA6qaAUWVAGNj795BB/+6SLA0dBj+FBVtfwWUsPgmKKyeWI6jM+puLUahqTkxoaAwfNvoP2HtDZVTC3UML5+8Zx8mQZ54/lcX6xgMPdTVmGH6Og5bC5E+OjX+3hS5dsXHgki4uP5LA6u4jl+jKmKpMo5vJIxzq+/WdPy3q2PcAzoYeJ1QLe++gsHjiVQ7C7LauwOo7C6gTSqg5zwLCQh+c2enh+oy/peVZZimHJYLUV0Fd9hGkVD5w/gwfvOo2ov4HB3itQtBC52iRy5boIoHGzi7XbNq5tWlDLwMKFFCaPl2HGKzCjFexdvoT9176NS1ctPH1Nx1pTQZCK4LPW0KdRR8GbHlzA+993FvecLiGiYG0doGvZ6FgO+k0P/YaHS6+6eOJ5D89dDvHmh2bw8EMzuH2lg1e+tY+93gDDaoCoqguprFKfRGd/D539XXlmsWKgNpHFDz22iHc+tohXPrWBVz61jiibQ/ncDCbnC1jODzGhOnj26X08+8w+5k5N4czrF9HohPjGEzt48aUW3vVP7pdVDdeRaV7CjVd28aWv2Xj2VR+9dAq9TBpp20Pa8TA2pWPyRBqzx3K4Z7WOe07UpTPdiLsY2h0hBfJZVcqUkFHzaLwSoPHtAN+8ZeHxdQvl+Rze/OgkHn54HL3NA/Q2GwiJv9RyokUc7rbguh4mV2YwsTKDoXsI1z0U48J2g+nHEh649ywevO8snK3XMNy6jN2bTaxfs9C1fKQmNWQmNLDOuZYnhVpFr6liYz/EtYaPKw0PPUVBFwp6uzH6mxG8AY0zacTpDDB1TMX0MRVVVZE1PpaRPlFiVLb3HWzv27DVSJbhRcg4EWbyprzJK4sFXN+3cX3Pxm4zxv6hgl4/EqeZNwygeCFUN5QOuAn2Js6mMLOURbaqY2NviPU9F1bgww59lPIqpis6soaCXpOYY0+Q0qVSXh4C3MiyQ3bQ4RA6QiaTrHQxRroIBIoOe2gKUnlro4utza64Qebm0rLJoWhkD/ykU4edZXQq0k1oqjAy3ICx75U/NzdZOhAYsL0AXXYIhUQUpcW167m2LJNYI4OddipKRQ5ndSwdq2PxWB2vPN/Ct766K26SM3dlsHoyi6l6HlNjedzc83Bj18XtnQH2tnvw3RBLMwUszhSx1+pj97CPjhdjwAcLN9li+InRPwzQawbQtFiwwoZOoTRx2UcBHUYRxuo5eegxWdTudNHt2XDdFFzXxIygIHnqp0DnY2jT5RhLHy/FLi7iMNJ5BWYOUDIxIiNGtxHIgFqLItn8sP+RSTvXUzCxlMbEIsUKCv0R2vsB1q67IgBPzOqYmE1QOHyYc77b6cgxDPNLCdq7b3FYb8Oh23LoJ5icUVcEb8C8EXdaPlpNVx5kpXIiJPI14OvC/z7psEkcVsREd9s+Ou0AE5MpTEylkc8z4UknJF+zBKnW2HfQPKBYQIGarkAFdHzRVaybRBanRYwikmDghGgehmi0ONChCOwiRedlWhchwbWSvuCjdjM+iHIFBRmKwFliTSh+M5U8ROiZCFwDMfHdwuVg6o6iWpI4JhaIfYaBkiSAFbowuSFPE62ZQujzsDuEZwHewEQcsMfQR6Hqw8ymkcqm5QBjOcRl+ZQ2BJ0S+ybgp1AuZzAxkUaprMM0Q+gaD0rsU5StO3TVk8N8itd6bOJgLxTDRSpnIF8mMlFNUL8Gf2dHBspOP4TdGx1peK3SQTlK+bJzOPCIW9GSg3aG6XxdNrGO7cny+TuFnhzqiLfjhjTZ4HHj4iGVHsoBrJQrwdTS6DRtdJsOtjZsbK1bGKsXsXS8hmPHSyjWQhSrIS690MbLz9ONpqA6nRYxH+AAjoksH5bNDRwd8MlwIUmFjLzVRLfQyUhMkkPsMROYseBZBdFa1FEq6HAoELdscfMsr1awfKKSbIIObBzsuNijCDgMka8lSFLBDzKBF7CXzJBeV/Z7sHs1VwyRKwTIj2WQH8vBZdr35gDaEHj4wTk8/MActpp09QywfquH7Vs9EcIXl0tYWi6LecIaDqGafK+IwtHhu0wiZkCvKtfefgvbOweSduQGm2f0sRld1uHtGDvXIzFQGPkIhZqK+eUC5pYL2NvpY397IIIld+GBo6Db0NFtGFAzSSd0bVrF1IIuh/edqwE62xHO3V3G2btLaPU8eYZwAz60hghcH4V6GoXxtCQX9zeIlwUKY+w+1UT87bcCFOtEM+uCWOemku9Vt6mgc0hzCA0DAcbqKUzN5mXDv7/visuTSehcyYPdT6F3mJHEXzUTycNxbCqLsakcLr9q4flne+j2PBQqirxmdGRx8FMeK6JcK4ro6fq2JESjQJXV2w7R346QLaRQn8shW+Sm3UYcOsjRFJJR0dgPsX2bbegKatMmShMG4pgoHE8EuTgy7xwYKDqa2RCpLF2pKUEMJU7TBOcmna5cPgfHHICFUGjo4EFpNCzy2CXtcNDAz7rP3BVMtt0qaemeDmI/6b9VTRxfKOLee+uojZn48hPr+PLXNxB7dF+bcigh5ptDmVzRQLZoSLI8U3QRKRyKRXAcot1plGLqgYdXHYYSSvpjYSGDt71zChfuq+KJb+3hiaf2BHVFvBpR52mKf2qM2PLEnTlT0TDDrpCz53Hy/H3IV6fwmc98Hp/57Bew2QS2GsDkXBnnLowjWzBx/XoHGxs9pDMhUpkQpYouXSEp04QSZhD7BhwObWxbhFCuQTdCt0WBMUbk0mwTHtH75VDJfQU/lxzKM7F/+u46ztw9Lkk2/r6HTRvXLh9ie6uDY6cNLJ42kK/wGQlxOK+9GmJnjanTDMZnWSlgQIl1tBsetm720W44KFY0WYh0EUt5uMxmFeQL7NQF8uVYng39noshE9ZK0p0UdTWYQxNnj4/j3FIdQ8sRtJhtEYnI+4gKvWZCr6Vw60YHVy4dotUecpIgJhyKDcQS8p5fLlGYNpHL8B2L0Njr4GC3K8gs7ocmZ/NYXK2gMplCqHmyEhRcgGouh7FiEcVsFoVsFjki7BQmPa1RikWTLjgis2ybxioi+V2M503UCyYWpmqYmxnD5EQJ0Im9HuL5l2/L2t7h7xRh0GcPoAszFeAt76rhLe+q4utf6eOvPtrClWsebJJheGWTCkLHdcjPJmkydDOT5gLZG/JwT7zU3FIOhRKvDQ5CVVhdHVZHR4dkiZaD0PWhhgEmxgy87kIFd91VQrlmoDxm4PrNFi59u4GdXQedLqkAGo6fHsfy6XEE8GC5FizHwsCmAOyiEqdQjU2cnF/EqflFxEoHveEGBt4BFLLajZwgxSM42N3zcHM9wF4rgK35Qnk53FVxuKPBbhOfr6FaUnHPRQ0XLqRw4Z4lXLj7OHYbPVxfO8ALLw/xjW8quHY9jXyljnx5/E4fYRhZeO3LH78ztC+dPI5auY5aZQyDTg/7W7dh25bg+bLFArK538Lnv/WOH9DJ+yr+3Tt/Bf8pdOH7A3i+hVyBlSVZ1OoZ+TwTTzvomhh0DTgWTSihHGJcr4uh173TC6xRfIwpGmegmj+Lv/niG3/A97uOD733/8D/aY8SlkyNGUk3Jc16NIvxM8oBxsJbfxK/88/fjBP/kHjl7ePS4/8PPvT0m/B7v3Yvvlcjc298Bg/8Lx9H79CF03VxYt7Ayf/23+Lf/9jp7xd0976M+37yN9HqG2gPOLQzUSLZJKXi1Ht/Hr/x02/Asdx/jURrYe1rH8P//KGv4OpoAu4R3c6BuzdA7LQwXYnwk+85gZ987/0YFt6HsfL0EVj0H/hGPg7XPol/8+u/jM9uz0ANZ6DwtVeJ7E5Qy8luPMFz4r4fx8f/1aO4+wfUB/+9b9S7jb/9D/8af/22/x0fvvC9AvAe/uoNH8KvpInkY1cnjRqjlF0SP0gG/5J0TO63CYb5aMec9GV+6I//8PsTwJtP4fSvruN3fuPdeNfcP6B6eS08+Wcfwc//xfZ3/eij9K9gbY8E6KTHN1K0JFn5Y7+AF/7Z/0+au/USfvWxX8Nfejyn9eH7ljzvaQSlAZDD2ayRQ9YkPpRD8SQxRXGYIjD3tlwc+uuGIebXxLDKs8pv4Ss3fxwr3/uOXv0z6Hf/tAg+CUo6ec+k/5fpo0xaqDr8Xvpb/hRf++N3/kA0ugjA970Tv8r+TJ4TBS+cCEXqyk/jtz/0c3ho7B8yF3Rx83O/iZ/9V2n85pP/K+77Xi/F1t/gfW/8AF7MpOSewJ+N55R8Los3/Iu/xi8/vID/ki7bfvEX8dsfbyGfLyD/pn+Jn3vz8R8gAD+LP/rIXyR9sI6TCMApDh1jSdkweeQXXodH3/9juHe5/l/8fnde6qCN3Zc+h6cff15qWVjxQfJVb2Ch3R1A1QzMzsxjcvKDePSD575fyHXX8eyHP4yrKQMakVqBgdjXMRiQdmOhdc9P4t++d+n7heOdl/HAv/pbQafSbMmcPFGgkh7l4BHsawxgKAECikEyA6cLOEHx8v3Tx0/jf/iZN+I9J0v/VeYT7/A2PvPJL+IPn+YoiMatZOCd9LeTjpZ0dSdgXuAzf/RLd16uRz74+yJQScJLDmcJSYDXOq9Rfp1ECCUhjV87OT8RVytCDsXlkGndDtSoA88bwOX50SM2lAZL9kDz60D6XznEpnzp+zSFe1CVpHdXPsN81SjE8L/njpjiIkXGoQffJcXIEPoc/8mkI5eIajHNc0yq50RIjEYCcJooXZmxjBLAcSKuyv04ShDOIoaGiVBKIYzCqaSIKfSOhGAxacSB3OuY4Ga6cKRiJJ3lo3sfZw189UQApm2LPyOTxtLjmPxv0iHO/0pePy7iq/naUwBOROYk3SzT6iQBzO8x6l1P2pGZRo4kPCBVCmJAJMY0EYApwoqwPBK5+d4niV+Kkgmqmv/kaye95owSB9zrJanhBDmaYIwty8HAdmT/K0k+dtuOBGCKvyJUj1KV8n0lxHAnBJ2Qp5neo/+C1A+KwEwAjwRgXhNHr7Pcy2TvzsQvccgRcpop9W1pvvcmU7w+2lYX1nCAsXIBtXIBFQ6JU1kRx2n2YAVMlEkjzqSQ1lPI0CQVq7KXJdbacRxJAP998TfpJz5C/FtuAC4mS9n/LXYF6QzmPCPBzCbPugSjnXQqJ6QBERnl9R0ZBEbvId93vscd4+C5AAAgAElEQVSltCIrSyGc+GuaRCiMBr7MnigA59K8FxpI87xIb0QQo9W3cNizRfy1pV5VRzHL+zKFo6TuxGNdAY0aIgAz8UuhmaIBRDjIcgZnJIl8vt7S2UsR2CWJgpQo/n+mvFZM5oqYzj05+z97liSQvcBDKhUjn9OwfGweywtzEnrwLNLiSNxLQzMTZLusUQc4hz8xjSNxDM00oBEP7djwbBsxz4+GjlhPus6l25oEvdiA7YawHL4fIbrDGL1hDCsyYYcmeoGGbqChF+joRxqs2IBvpBHoaQQqZ240N5gwYiZyDfnMM/HLezAXBeCYrzHT6gJxjpDXgJyuYPPGa7j26osIoiFmVhZQn5+C3Qtg9QIUiuOoVKclAczTFP3VbugJAUFET81IiASk51EANkIRgQvZCHl24QqbX8OgN8Du7Vs42NuArg+gGf3RcyMton6zS5qZhXptAfXaMUl18+fMZA9QqFyHmd5H/7CEQauEzV1LVrZQwczMDDK5AhotW/qEz999N87fdQ+i3g4Orj8F+/A2dDMHzUghCHqyek4fbYep7wjOQIc90KXOT0R9CqUkp/H1cxmuGAnAEykJnnD1Og621lvY3x/gsMufPTG/HxFqYkn/jox6YjZJnjViTEluUHfup0f/HwNAnAEn2ajE7DI+UUB9ogDXdeC5Dvo9D522L+lkzmVJvvRoJKKpx0/mx7x31Go5lMqZ5EzOma0fjHrev/O9WanHABYDLqRIDodMPNMUGGNiwcTkvAGr70plGvUEfm1e0m4omZ+kB13RpHs3k2eynH+ftw0VJ1dLOLFSRkG3kYn76HZdbO2HuH2QYJ55L7GsEP0BO4oTmyO/XCIA82tR/GX8PjGW8X5KyiHF4eoYE6dMtOvo2UZCUlM8qXQgfZVd9OyNtYMAaZMzsxhjOUD3VFltS8GBpcrnkFVO/Hw7pNrxc9Xz0CepNKMICpgo/0FHwaCdnN25jp3K467XVzA3mYN2qMHbi/HEM/t44uk9TC/lcepCBcfmNUwUh5goOshhiBwc7LdS2G5kcHM/wtVdB9sdD2aaRi8Dg7YPqx0gmwMqEyrSKQhB0Wr5Msc3zAxWFw1cPKtjZSpGJXJhuB6++nKIv7sUoR9m4Os56XPvdS25n5FKwI5lznYZfCkXFMzPmihXFLQGLlqWi35TwaCpYnohi9MXizhxsojXLVdwcbmKdmMH7YMdGG6IIgxsbAMff9zGl15xceFRFRfequLu1TO4Z/Ee1PUq0PUxvD3A43/5Mr72l5fQLquwl7JYPFnCI2drODuRwnBnG8PtbRQWaygu1mReN2ySUjfEy/sWXtq3kE5HSKeS/vhKVhGDfIdzTU3FvWfmZYVWA/3mpugK+VoduXINwW4L/s4htpou1hoetKqKuXNp1OeLiIeziIdz6G+sobexhpevWnjy1Ri3Ggr0og69YIjZh6b4N96/jPe/9z6cXy7C3r+M4eEtubeGqo6N6zZuvjrAKzc9vLIDrLV1vPvNq3js4RXcfG4bT3/hGtYPW2jXfNglznQq0PUyPLcPz+1BM0PRplhT+cOPHsMPv3URX/jzG/jin99AdW4S9z52F+aO5RFtXoN3ex3brUhWZiyP4nQZw1CRuVS/H+H+iwu4/+I87MY6GrdexauXD/HkSxFe3QDijIk4baJeUTFeUTE/m8XxxTwmxjLICv1BR3XCQW3CgRo78C0H0SCCYqUQdHWsXXWxdtVDI9bRNE2Mz6RxfiWF00sm9g+7ODjsQjdYc5IHhjHcpoXQCWBU89BrBbhBG27QQd/T0HXzMDPjuHD2Ptxz9n4M17+B4fqT2Ly2i2uXLXRIcF1OIT9vIh0FSEchBj0dna6B/V6MPcvHtuWj4yno+AoOt0McbpAqGUMx04jNNFCfVVCfBeqqgrqmYGJKw8SSjnRZR9NOoWml0OxyUzFAIYwxrapYqmdx17kqlleK2GtbspzYhKdm0Goz7m9h7/YAiuvJqlfzmBovo1DLSveZHUR4/vlDPPd8C5NTxDUYKBOJm49hmMQDxnApuhIdpNJtlUZOzSGtJJs0cYQWHaglB03LxV7Hw+09Fbs7JvZ2dORNG7mUjZnpIuYWqnAHEW681sXhvi09dfVJU0rD2aNoB9wsBKDuq1B0VE10D21Zmh4jW0i+H+dTHICLszvypYvEII6W/SVmgFwmwuxMCrMzabR3PezcdMQVu7iUw+xsFsV8GqV8Ci/fdPDyTRutLh2wjqBXTiyUZF3f7OLaZhc0E4VpQzY7vIHzANBpJkmhFDHAxDW7Max2iGE3xNg4MSA6SmMplMbYS0URtC8i4Fi1hFqlhGq1gGq1iMPDIW7d6mJv1xJxlclh4sU4qCCWef54FoWaiWGgSvp1e60viynqUiFJ9PKoouox6rNpjM2loHEnNgTa+z42btBtFWBqIYWpeW4ckoef5yuywohJSEOWF1rwI2uEIOKGAcikkk6SwFOkFoOI427XT7AekxmMT2YkOcduIDo9+X5QWFHjjKSD6DDrdmzBYzMpXKmkMV7PoZBPCVqVh7ZOu4d2u4dszsDYeF6c3xtrPcEdl6oFlCp56TzhxpabSttVYLPjgZsFYszFrc0NuYrI0xCHmqSuBcuTDwW7TKEzw2INRREhgesI2csTnB4TAs7NHztJEqFc6EqGCsVUJfl7hClPm8nBpt8ZCm7ZHYRQPFVEp+VzXDpKlZqs3b0BLl/ew95eT5x4XLFblMX3sFAMMDYOLCymBMu63bax07LlgK4S78VDQ5RgVSF5mDR6g6Fs7Jkyro6z58pA67CDVrMjaNpgSEfbCKXDfgtukIhS9lVQBB46NB3E0HUFYxMGqmN0dyfzhU7bFYGfm5VKNYdyJSeIknQuBU31oaocDsQJ2ilmUsqB3R9ia83D1jr7mXTk8imMTWRx4kwOq2fyuHWtj5vXOLAjepqbAF0ehtwoWXaEgcVOZk36QlQWDLHLKQ7R63my6JjLZBKXrdAMTA2aQZR2NMJsKeg0HTT3BnAGQ0zOpDE1k4HGxLXJvluguUuRW4GZST4z4jIUgW2Eewo1BLaJyGXacoh0zoGWU6HmNVhdCsAeDNfA2x46jrc9vISbuwe4udfAjStdbND90/CwcjKNlZOZpESXm0MeItlNNIiwtUbkTYhjS3UsLI1jYPXRbB2i1bLQ2PXQbXuYOKZhYoEYYxXtbU0SdF7oQk2FmJjnRpaIz2RDzwPNoBOIEcVqq7K0jAI9q6I6qWHyGKWWGDuXPbRvRzh/TwXnLlTQ4gZ2z5G0/3BAE4SP+rEcxhdy2N8cYuOKJeJbcdxAKsvfPYZNwmkmgpaJUKrFqNRiuZ6aOwYOdw1kCz5yeV+SpTOzBRk4EKG/s21hYi7C+CyF+zy6jSLUQMdYPkCtEKJYS8m97fJrFl54tot2x5VubCPFw2TiOx2bKssKYw+W04fjWMln3Fcx2A8xOGB3vIZCTUemyPeW4m0owy8ePDrtGI1GsjEvT2iCqCUqlouGkzBU4dqQNDPx59lyjFyZlIocspmcDAXoWKX7kI5+Lo+Cn5dg54nn4T95GOL8J/Q0hOxSjxypbJDPoZNGPDTgBK4sNVSgBRrOnazjh9+5gqWlEj7/tcv4/NeuwOnpcHq83yYDJw43yrWsYK6ZYtQzjgwGPU+T3tt+N5SEv6RdCxm4POi0hpie0vH2d9Vw3xuKeHWtjdfWOgj9DHQUYLWB/dsDDPs+5iezsk4tAKcWFMwuzqM2vwInKOFjH3kaH/vIM7BMBbYJTC9mcfJ0HqVKGu2mKn2qtrwnfehGADPNZ4aGyE8jdE10u8l1xgET0fw+hwAdwBWtMjloSacY9w9E4bFfAAoch+ayABcfmMbF+6cl7by908XOdg872470jC+eUXDsjIJC3hTkJQ0cB9seuq0I8/IZq2PQj9Bq+tjd7GPj+iEO9/tiEsgVKeZr8IbJPYxmhnxBxbHlDI6tZOAENoa+Lf06HYvPMhMz+RRmSxmcmK9Lh/PLL+zjicc3sL3FPjFTeuxP31uVdfVqE889s4vtHQsun7OBqBDyuaXZhs/CcsmQbqlcloYBG0PbkuEKn8OTcyURgIn95rPTtl1MT2UwPZmGxoEv3ZfcIw08QcGPT2ZRn8pIDn8oezUiCelKD/Daq2289lobkwUNk0UVF88v4957zuD06Tl4yj58ZR9f/uo6vvzVDWxuOui2KR7T1EZRX8Hb3z2Ltz82i7/7QhMf+8g2rt90oBfYl8uNhyZMQ6aQmCxgfy8PvhSCpQs7ilGfSmFsKoVSyUAuq6GYz6NamEW1MIfbtw+wdfsAB3tdNPb6gus7c7KAkys5TE8BM1NAp+vi4GCInb0hrt+ysL3vY/nMHJZPzyFSaQjpoDtIetZoZlmplbFa4/7tBE4unECjtY1ra9/G5v5NpEsZpEtZeMMhPJdY6xA3brAjPEJcCBFlIzgdE07XRH9PQ29Hw0TVxFsfzeGhh/NYXqnJ+tYze/j8lzZw+bqCdn8aA3ccmpmHmsqLcUtRPAR+H9e+/Kk7Q/upi2dQyJSRz5Zh9y009w9gsV+YiS1Tw/jEf8CXn/khLHyvADW4gv/tXf8a/zkaCu5WjFKCQePAQkWehBPivnNMsxtyX+LwgqSW/d0u9nc70p2u6SEMNQtTKQo6WjH+OT791Ye+P3Fs3cTv/MTv4cO2hX63g16ng1yevd1l6RDmMFZQ+Rwu6TH0qXP4iX/yI3jfhVlMV+hNH/3xffTb63jqi5/AH/3nL2OXnbS5e/Hrv/srePP31by28KV/9+v4xa80YB028MbXpfDGn/lt/Pwbz32/gLT1ZUw/+iFo2Ry0bB4G08wxTVUKQqVPFg8e+on34INvOYdjMxOoGjTy/P0XlfUF/b0dXLn0LXz445/F0/scZnHIRXMQf0cOqSykDBvlooOlOR0/8tbjeO8jx7F1cBlbvQzU4j/D7NRdWCwUkPruFLQkGDoInCvYuPxR/N4nX8DnnmlAi2agxRSAmf5NqjmOcIcJn5HKYohYKeFdP/eP8U/fchKnpr7r9fR89FrbeOpLX8Fv//6nsFUAHv69/4T/ePf491wxe/jEQ7+JXzFZL0EMINGtHGvKmEtEEMmziQA8ysKNUNDf/YV+48N/9AMF4FM/8+fy906+/d3473/4Au49XkTxzgvswx30cPnlF/Enf/C3+PTu6L6uJ2kq+X353UXc4DMhMRaw7zOQ5AQF1jfhIx97DPf+AFNB87k/wQ//+hPwvJ4MIYbDLmy7LQnGIBzKsJ9oTg4F+Oxn+pCJqUTc5n3Ng+cR/5ls7llpQ3Neghr9LXzhtR/F8e/9/F3/KDKv+1nZL4jIdlRgLGl4Ch9EuKryGaZA8o8/dgO/+/DEDzAG3MQnH3wXfi35UZJ05+g94OswGMzjsV/4JfzTx96Is/WyDM6SP0N0G1t45fE/xm/+zh/giQ3Wx5j4l5/exS+f/17BeIjnfqOIf/R/8WcapfQEqcqkSgrn3v+7+KUfexQnxguCUUz+JD2ug8YG1l78c3ztsp2I0xd/AR986AcIwM1v4U8+8YUkzUKRiOIQ0aouz2fsAyb5Ygibm5PySbzx7T+Ce86uYqqYFwrSnT/BEMPeAQ6uP43nvvocOqoi9QS1ki6DeQpyG1s7eO3qdQwGQ0xPz2Fi/F/gv/m1H9AB7G7g5Y/+JTYyKejplNRFeL4tKeVeZwDrzH+HX3rnD+ozfhH/6Ff/FgMfGPg8aNGYQSoMBWCen0jA8uTck4CWKYNSTEsSldJFK93aMbT5c/jFd5/HAws1TI6lkWdM6bv/UOgJbGxt7+G5p5/H//1UUyLF1HhJQ0uE1CR1l5BQkj+CpYWCT//BL975am/74L9PzGLf9fUp8PGPEKOPrkua6o/A7neKTZP+Wl5/Gc1HWvOkG9DzhtKZTUwi6T6CoGFyPqAoTHPxAP1eCwNiJWlujJKaA74GpJmMl7Oo5NN3enI5rE1MEzRbmILYpSjCxbQjVy6TRYV9aCxHZPcnDefwkWYr8ajol/vqxAzK5C+NORRdEzE+5H5baCd8r0bJ7ZG5RYRSmUWEieFiZH7ha0TxN0myJWc0DpQE4TlK8kqaV9DQiZCSJHGjRPQVIT1JjCcifXJOkUScvAFJQbFQDkR85/XBaqnkYuGwnu8vE8mSnBXcKtPJibgrYvNIcJZ7l5DhvvN95PtRFE1qXOVzx/ua5PtEAFZGHaA8iye/Iw02YrKRtHYinidXT5LilgTw6L1MngnJg+I7n/HEmCCptJEILDM/SeEl/31SNRKKAbWSyaGazQmGPp9Ny2vX7rfQs3rIZ1LIsZIOKmta5bVkmohocLNYkJVLZZGn8Z8dmrGaVN2MeqeJfJbE7QgFzeAHzaN8vYd+BIc1O0oiAEsI1yXicSgCKU0/vHdSUODrIjb5kYAv7z9nAtxfcw4kXcuJgYgXeTmjoZzVkOLnnjo/jRSei8j3RABmIpkCcJ5CCP8uMbhBiFbfQWvgwOb7wvdCTTqy+VryWuY1Lalu4t6lx5qmkxh5U0VeRGBNKsruJIBpkB2JxqxC4n6MFxZFO75OjphtXVieC9t1sbnTwhodvCqwtEjsbw31ShHjlaIYNmi8FDqInD2YoJSLOHk28TqUnu5EAGY4g2YFP/AlrRkzycMBfUpDoClS8cXOdJ33UJ/0oSSh7w5JNCR1j/jqGC0a6geBVGjtO0DT12AbBThGAb6eETFY0bLQVJrMSGKM4NKkoxkIeE0QBT26es2YhudIEKcFPcbe5nVs3ngVvjdAZayIUrWIUC0hVIrI5GvIF2pQ+T0iBbzlB7zHjfYiEvrg7z0y/5haCFPl/YNkOfaimtCinBhW+93bsPq3EcRrCKN1jNWWMDl+TmhRr934Nta3b2FmallWniSdFBH1e4jwCsLoAIE7i9CbxdbtNrZutwghhM5EaaaI4tgiirUl1MoZVEtZYLAGZ+9FBBY3VGmpUwqDLkK/h7Y9RJM9vINYBGBSdHg24EyCgmYqw2ucZgFfri9S2qpV1sCxa1vHoEeTsItOx0fPDtBzeG/nXi3ZI8l9eGRWTBDpSTXByBIjBgpBwJP/PPo80ZTAWg3OyXkP4qy0WsuLmDt0LakPY+Vdv0dzB2dJJEhqYmpgtRfnzJxhZrNpzJO2NVVEt22h0x6IEMzaQH4P/jz8+pWagWqNlYmkBSpCkhQTcxRibCbG2HSMkBVgXJxj08BPPLkfS9+pySoh7h1MVoDxmUfqXSjI5FOrZZxeLaGg2UjFXQwGPva6Kvbaqpis+fP3SDZjMIVGSyELclZMwwRnHuwdphFFbv7J85hzSy3C7Jwpy7ZVbO/x6wETYyGq5Ug6ikPOcjVWl8Uo5EKMF0OM5yOIk8SO0Qsy6EZZMSmlVIe9Y6DnvE2iKqsRwggZXUfBNIUW0WJ4qx2gOluSNXUsj7ljOanavPXMIdZf6mCnHWOnHaE0EaM+B5w5aeLiqQwunkgh6vUQdvt47pUYT74A7NgqUFMQ5zSEroFoaMKIfOikIuRU5EoJXWGbRLT1ARDTDW9iZQl43d0xVmci1GiMCCK8uG3I0jJMwU5LGGRzcwebt7d5KxeaEWvY1IDd8hryuaSTvtV3ZYWOhsjRMTGv4/h5Q7q2Hzw5Javd2EensQ/NdZDjLGk3xqefVvDNa8DFRwNcfNTHyaXzODF7Hwp9HcG12+hcWsennmzgb55o4ORDdbzhfbM4tVTEbKijPAzQ298VOhQJkcV6Hs1DF+s3e1jfs3Gp68mandIxO61jqhxhIkdKSYgD1mxGKi6erMvyhz30O4fQUgYK9THky2U4Gwdw1vexP/Cxa4fQawamT2RQmsjCauVhtQpQuxbUno0XL9v44gsWbjVijM2VMTZXwdBvCRr+wrkV/NBbXo/lySy668/C2n0F2WIZ2VIZzz/dwxNfOcS1gxBtknQrJbz34nm893V34bWvX8HXP/k0ru7v4mA8RCsfYzhIwRmYMmPmIk22OqViYTaDd16cxQ+9bhYf/dPr+NifXMfxMyv4sZ96BAvTebz2lcdx4+nnoU+UoU2URB/cbdko1bJYWa3jxEoNxU5H1pWbbbx4tSMVt2uHinzOlKSNFPe+bQz3vn0MK/UiFtQ81D7wzAs7ePaFXdzzDgP3vMPEeFFHfqgjOohweMXB3lUbl7Y8vLzlYer0FFbum8dEWUHOOkTGbqJhxGiwFpLd0rk0CpEJk7PXToyNZh+bhz2YVQ+pqgc9l4eeqqFQnMPqwsNYOfYwws0vItz8Ejavb+LylR6arof0cgqpOQMxZ0q9CActDbstVT6yyEcyY+pbNHxogku/dYVkwjARgIkjXDxhyiqGoaxCJUR+OoROvGVUgh0XsbPXw85eH/kwwrSh4fhEFufP17GyWsJBu4+Ddk96GTgk6XZDGYDubfaRNwLkDR/1Whnj9ap0PrBKdKfl4qlvNPDUkwc4vpDB8kJG3BXpHNEgEVymcdnjQbSP56KgZDFmlAVjWS2a0v0YFvsIigOs7Q9x7baL67dibNzSsL2hYWk2wOJsgLFaEdVqBe1GhFeea+Ngx8LicgqLK6Y4uiJdQ9eJ0OyHcHwFmWwG6WwGvcM+eq2euAsLBT6UOOCi2y1CEDPdFSQID0lssaOEHTYUgQPBXUuNgQfBrsxOsxw7e6cb67W1IV5dowPRhWa4KOSBlfmirBubA9zcHIAEAyVHAZgF8wmi0ur6sEdCaL7Am5+CwWEEtxthcobpah3ZqolMKSU/46CfpBPrlbysVConiN39ho2b623s7Q3QafroHPoIYx9R7GNqNo3jJwso1VLo2yp6/Rg7631ZfLgXSkQb02kUyYOeXQdMzfBnCfoQ8aZ7GMpAtzZpoDphSMrYGfIgwL03BRCmbRUMXQVqyoFmDmXDztQAE7VsNKaURJQk0QIczHNAn82ZqI/nMFbPwLGTfhb+zMSccqCiq3lxZPV7Fnp9S1yynHlUyllMThRRzGUQy/fgwcSWlS8aqNVz8PwYV6+0sLHeR6WeR7XOdLKLVpuHR2KWko2067DPhS5MOauSzw01NqAr7FJmKliDkQpkmM00Ix1KPDxS/G01HfgRHaZJyYg2EoANuinFScxBayzOIz1NlBIdtkpy8Ob1wHazQSB45NgLxeHHa2fhhI75EzqmZ6dkbW518dyzm1hfawmGmWk9PS5DQ1lSk2bKwvhEjFNniyL2rzV6uHXQQ+jzIc5+bAURU8mhinSGeN0s9ht93N5tQzU0TM3UkCumcdjooNloQwmTdFvE7maXuGkiVtgvzf1Z4kVmJ3Cnnbh+2QNaGzdkM8hNIU0I7DFgKqJQTMvKlzLIldPywKWQw+03+xk4+B9atqz97UgWuzd4Rmbi+sxdJZy5q4iDPUcWEdn+kIlxA8WqKiX07FputT2WoMNgnw9TYnQtqqFsSrtdpo515AumINaLpBJkE3QqE4S+k+Btuq0hOoeOYHqZ+maib3LWxNQsh+IGOi0Ngz6T8klajQcnOg7F1MJ5TqghGmYkfZkaCcBg6j6jCOXg4EYAfZjCI284hkfeeAxrjT2sHezh5tU+Nq4OBZ28tKLh+IqGXKGAXL4gh3d+lg6bLi6/0sfW2hDLJyewfGIC0Og8HaDXc7G94aG576M2HaM2A9gdBb0DBYNeCHuY9N6WxoBSnaJ8GpVaGs4gRJsmlAMPTjdBlsp1mjFQ5MN5kgOKEHtXPfR2Q9x9cQx3v24Me00HN9b6IqIFxATFIWZWi7Ju37Rw42UOVn0Ux3WkciqcngK7pyCWHuwQlRpQmwByeQXNbQONHQOlio9iJcD4RIKA5gHixtUBdm7bmF/RsbCio9PIYG8jDcXXMFUNMVGJkC4z1arjymULLz3fw+GhK45VLunbNoDx2QomZivwIxf9ATfgA8DTEXsa7BZ7Wdm5CWQKCrKyIM405hGY5uj32EeaWNnL9STlKfcNpt09CqmRCMDOIKHjFYn+riqCHcxm8jJcsS1LEi80q9DN6Tr8Gjxc6SiUU0LnkD4ZDvT4+Qs1+HSjYSAH4XhgIrJ1OKEPh73qw0gOJHedmsCPPnYap0/U8PgzV/G1p69KVzIR4eyq4QmH6btKLYtKLQc9QwE4uZcGAVFPCvr9QKgRhUJaemSsQxfd/SEmx1W847ESHngoh1v7A1nuII3QzqO5E2L9eg9Wx8P51SLOrRRx4UwFF86UYeZzsOIUNvZ9fPYTN/DZT94EapA1PmNiYSGNQj4Nq5eS3tFOp4MuURI0h+h+kqwA7+2pUY/qMKFkGIo4b4e9WNC6R13yBvveKYJJDQIPkTzABUIFeP1D83j9QwsY2DauXN3G5mYHrVYouKuFUwqOnVKQMlLQ45S87tJBBw0Li7M4tjSH7Y2BJIY3brWwu9WWAySvD66hpWE40GSIFgWR3FNOnsvj5LkCbG8A27PgBCqcII18JoMT03ksT+ZRTmdRTuXw7LP7+Orjt7G5YcEfsr/OwL1vGpNFofrK5SZ2dx0hsAwZBJZDOZ8hNGtFKBRV6eLN5+lkJ8rUg0p0mJ5Cpc4Ec14O3zubtqCyTpwoYXW1BHdgoXPQQa9lodOg4cXF6ukxrJ6pyYG2PQjQdwDb1dDuRrix1sONW31MFmJMFIH77l7B/feex5nTc+h7m7K+/s19PPGNfezuBrAGquwJ0hmi1RW84S3jeP2bJ/D0N7r43N8cYPO2C7OgQeOB3YbQLzgwZqWDSgGYB1/Sw+QQrKJUM1Cq6oLz59CukM1huraMqbFlbO3sytrd4/6nJ6i+4wt5LM5lMDvuY6ZOJzQP7AoOGh5efKWD6+sOlk8v4fiZJcRaF26wj3a/i92GLfuyu+aquHu+itX5E1hdOIH1rU08/8qLuLJ+BblaGrmxNOx+gnLf31WxtWmKkzouuIiyPkI7hdA20d9V0b+tYnY8i/e8ZxLveMcYqsFRm1oAACAASURBVOM0XKn47Oe38bG/2MCtrTTSpVUY2VkE7KxkOiGyEEe2JBQ3Hn/8zoh+7oHzSBt5ZIw8XJsDpD5si928A9k3Tc8cw/TMIhQ1j5Au6IAGPSY9SA6haOWJYMZ7EO810i+NCLlihFwhFiMXn+Pce3muDqsfYmu9ja31juCouXQ1jbRWhK5RABYFNxmk01qWTSOXS8uwRqMrIgrRPGji8KApKaVsOgdN56iNT38OXNm9ShNWSoyXHD5E0UA+69VKFRWa33Z3ZFHsy2RMpNIZ6HoBup4DGYn8GrqRlVSDZ1sYNPcQWXt49KE0Hn0og6lKHZXMBHZuh/jGU/t47lIL13d93Njzka8WkK/moaopRJ4uRhtWi/ihhXwhQr4Qo1AZoFDtCoZr0Mph0MnCHqRhDyjCJvs5IaSQMkJeg08XvgklsqBFPVTKQ8wthDixnMJbLi7izRePYWPvCtZ3L+Ol6x6efjWN62sxWjtNtLYb+Kn3PIyffs9DmKh7cMNbuLq9jU8+2cQXn+/DwAx0TEOR9K8U8t1JYfGelfDfOcpJUNs0UYp0MEqJilmJZeSwoagdlEsKLl5YwMWLC/jmk9fwzW9ch2XRDDMJg6XpugOwE4nGQX6tURqN3/QIeZlAASmQJqLRUY9k8v2PJKjRQJj/7XcJxd8RdEcBxKMrPU4QLkeoTQpAIsTKNjtJzSWJXIpDiVDJN4GCH4e6qnIf/uOffQBvrPx9/Qzo41u/9W/wP32T9TJM/g7gOB1YdgvDIc2FjohVqdhHSs6DSbdm0h2b4D8pdDI1KKIRXw/u82l+pXAyEkQCDiCl3zPBz3E4T9GYhhERzkIOSI9+j6M+YyZtOERPOly5ki5FQzr9Ygo8IiiMBqpyFkq6iI9eU5rMiODlPV/QrYJWZQ0F8YcWLApnHKR7TNkZqFXLKJcLI8GINBAbljUQ43DChU0SP9Kjp7P2YlRnkSGFKYeJag3j1Zr8bhTjCoUCxsbHhfqTvPdxQu+wbLRbLTQODsRkcWx+HrOzsyjkcpIsJiaYYjv3R51OH602qzw4qLUk0cZXlj26NF/nM2nUqhWMVaqwhz5sUgr8WIheFLvGKymMV0xBkeqpNG7cWsdzL76ERrON+tgkatW6UL8op6VSGaRTGakE4OBcJ2Y4kxYBONaGCBULvmvD6VnwLVf291x9K0LPYn+Zhn5gwGJaJlDRJ+VDSfJk4UgAJuWMn8eICWA+nVgLJOJD0hcqyUmaYaRTl+k9vncJWSj5MxqiU2AxdeipxOAmuEz5PCYYX8Eqi3aYdLDK35YE7FGXLfCZP/yOAPyOn/t9qftJErhJUvbo+0loeITqT1KuRwaI0edbfu4kuUq0LAlvFHRppE6EXx6mSf/i/ZyJqQFcZwDb7qLTaaDXPURE8han9CMFu5QzMFXNoFpIJUlcfk9qihRSpDOerw7Q6felo9n1XAw9VjdlUC2XkEtnoSsKAVFIx54sXg8JnpcGOhphExQ0F98fzi7ukLuPxF/ed0RMo/mMn1MmgLknTJKsR2nOO/cxEQ4TEViSwKMOYCYOj7qBjwRgEWWZ/iX2V4TdZA5wZKaRamC+FyPBRN56/v6cLUj/Ot+Ho0LgkQg9ep4n9V/fEYCP7nw0D/MZdUe7v4MqBnw3oRC5Q943XHk/eR/lP1zpu+R7SNxxcg3xqkpmMN9JuSbPnMSMk1wzvMePvvsIlS3i7ojOQxH4KKUuurkQEZLrXYyc4BwkRDGVQSmVRiGbkXsEX4ue1cVgOBAhU5LpNF8z9S2ia4LSThXzSBfzyKUyyJtpuW+xGo4/u9y7faLJKSgleHOiNfnv0resKIIN9XgOU4kl5qyHnZcOQs8dPQsSHDkT6bwXy2txJ2WvJMlyDsYE1ZokqmXPpWkoZjWUspQAYxFWFCp2gYfY53WcIKkp/lLsowBMRxPnfUcCsMNzoyCOSQJKzAP0BovxbPTk5X2ECWAKwAVWfzFcYqjImRSNky5yvh8MknBvyPlFkubm+0CjFzB0WRXiw/Y8mWmu3z7EjfWGCPhnTs9gdWUSWX5dU5cKmtQo3Z2ko2lE4KNjZKoYoc6PrnlW5hBRzxR7wCuf97MsE1o6IjNhzxuqKUlahWcxYZF6iHl9Eg8vonCE9sBFs+figL2KgxANzk71AiwtnwjAXOwCVbLw2B8cRBIM8rQ0PKaEoSEUWgNrpZME8JEAfLi7jr3NaxhabZisaDNUpGtLSI0tIpUuwaTDXNHhk572Hd9Isv+Rm0QyqBQxnvtTlYYL0gnZB5yGGRcF5+x7+/C9Hbj+JQz9S5ifuRvLx94MPzDw8uXncG3tCsaqM6jVplHKkVLDe0ADvncVYdCBpp2Eqp7ExtoW1m9twnaHMvNI58uYW3kQcysPQHFbUNxDYHADcfcVRO6+dL/zd1fCHpSwL/WFBwM+02gkJmkuSaNzlkdDdiotNggJFfH+U6lmUKlkR2Y4HwOKl60YlhVJj6tLksGoPo+CpQQZpK5kZAuRZ2JCVuB+7kgAPjq7S0f1kDhqP6EG6kRk6yiV0iiVUhi6pGBacGzOCpP5MxHaJHGJACxdxvzcAvlcBseXxzEzW8Fho4fDZk8wrY5Qt4jDTwwzJKjV6jQmJLNsCsBM5fLeX50MUJ0IEA8ZihqJv4IpZ4gohuOSWpXoDKwZ41mL1QVWJ0A4jHH2ZBFnT5aQUxzoPpPWAQ76iThFQiV/Ds7le13OPRkK0GQfqJnJHMuWykYmmnltJfhsBv3MTIzpaQPT06y2UrC2RnKmiuNLGmanValv7LUDKPyx8grGqsBcDZipRBge+rJafgaHYU5ODAYcKLGHYazAlYrBACpXqEMLSKdUYct9IcD8iTrmT4wjV0iLMapzYOO1p3dx/VITgcoUfgZGwUOqaOPsqTTedLGMN9xTwrDZh9Ps4atPefjc1300PBXVlZR0xAaWgcDSUcpGKGU5O1eE6uMMI2yt97C13pdzWujrWFlSce9F4PhUjJzjQx+GuGmlccNOoVCeRb2+gN7Aw9r6piyYAWKDwrIOPSTpjsaphGY0IPWBGoCnAp6CsRkFsycVHFvM4MHVObx+dQ6dw31ZxGMZgYfdgwiPf1vHy7c1PPBIhAcfibEwtYSZ6ino+z6sS2tovLCGxzdUfG1Dw/2PjOFd75vAYj0NdTeE0qShhWd8B1mim/UQ69uDRLzcdXBlGOGyE+P0iRROr6YxVw4xlfKgI8C+HaMfqbhrpYC7V4pC7ux1+tBSKRTGKsiXSrA2DmCtH6DlBThkb3w16WrOVVLo7qvo7KvIeCYynoHnXrPx6afauNUMcOxMHYtn6tA1C5pmYXVxEa87dxETWQ3tG09isPUiqvUJWV/+uw7+6q/3sOMoKKyWMX5mHG+aXsWbplfw0uOX8XefegZXm7s4nIzQycdw2oDTVmAWUzCKKUzMpTC3bGJpLoM3zVfx0FwNn/jcjqzVU0v4wPvfgMmygW986mt44evPwVyowzw2hpbj4KDTxdxcDq+/dxoPnK+j+9ItdF66hZeueXjmRoSbHeAwVuFAQ0U1UdFMPPjucTz42DjGlTTSWzq660N86dk1fPGZdTzy/jze+oEC5sppFAcmhhshrn6ri6vP9/BKO8C32z7OPTCPNzx6HGOZEMMNprd3MJzIYDiZQb1kYLpoouQZSB0asHZDPHV1X1ZtGRhbVjAxXcbE+CRqpVmMZy6gnrkINL4FHHwLWxu3RbxuhT5yJ7JIzabQWvPRWvPQGAANV0WcipGrxMiVYjh2Sqonr1518MqrFlotVgimEfNG9va31/G2t49j2O7D7fTR92z0IlduzqaaExf/7YMhtg44wA9hsgy5nME9Z8axulTB2m4La7ttBLx5ayl54AZELbs+Vo/pWF1g4i+LYjUPOwI2O0Q/23jt1T4uv9ZDOW3KqhQ1VKsqjHSMQ9/HIW8eDlEsIQqKgXF2sZUzOD6Xw9x0Co5uwzEs7HUZ9Y6xuRNhZzvAwUGAY7M6js3pCDiYsjTsbQW4eYX4Px+LJzQsnmQXgwLbU+AwoeglbfLlcgqVCpHG7LtkCfwQ/YEDx4ng+XTq63B8Tw4TKTrwcilks8TBES2sobHdRXO7h2Iukhvo5HgOM5NVcZ6ubwxktTox2kRSqj60jI9sIcbUZBrTkxlJVzHx6lIo1TW4TN45niCqDOJaiIhKs+SeG1ITGc1EVjel55Xpw1Q+h1SxKNNuJmRd24PVcmG1PLiOIYveYl8lGjQQUcFz+LN4sgplHWMTKREabAq3fLCxW6/HBzAPLBw4JA8UCnxEKxM7MOwBdov7MROVWkaEM/bPEldKwYC/k+1E4lbjeYbzO65ChUMz9jqocCz2aQL9digJSKbsTLJpZPvnj3qs0iK8C27QJUYlwWFzs8kkGJGXQ4cCBR/GSTdC2tSRy5jQVXaJxLKm5kxMzbEniMJGhF7fxc6OhYOGLbjRbMGAHwBDj84ppjjpuFfQaTPx5YpjjAgGHqWln4b4q1SCOb4zyDnCIIdEbbMjw4eeS8HIpgSh5DmuCIo8iPIgn8+q0gmRSnOIwx4d4mJpAGBfrotBz0O5mEJ9LCtuJFPnBsvHwHExcDycODuJk2em0O3buH59D7c3uzjYCnBwO0SxlEWhlEMqzYG5g3JFxeJSEePTWay3elhrdREF7JHhMFKDEhD3RLGaKCg6SFx0+0MRnsYniiiU0hg6LlyH3RHslDbE8cd/F5y4JOpC5HJM5+rJQcHhIE5BOk3xlzgNE6WKKYcLQUGzO9LnsFmDmdNgZIlKNeTzJelfmRuw57EHq9+H1VNlEb/Cv6uoHEozYcxEH/s7mFYFuvtEimWxcmYMM8eKuLV2gJu3DuC6PHTz0K8IRj4ldPQEzXLHuZuOkcoQQebDbkSyKK5wSV8YB/A8JAcBYj/A2bN1nD1Xl65PbjjbnSG2dtvYbXThssebW2k/lhUz1WnpCIc68uUQhXIIrWBALZpipGhcJypXwcXzNVy4q4aG3UXT6eL2hoPtW0ln6BS7d6cUTEzWMTlZl8+cH3XRbltYu+Fje5NIkAzS6SzyFVVw1Lye7UGSytbTAYx0iHZjiOY2Efn8rCW2ft1g51yI+RWioPNy+CHSxur48vMxwcouEY2DpkwIM+dKIq69GYBniIv3T+Li/RO4ebOH519sSD8ITQ6ZjIrZExXMnqxg61oPV54/hE3U1pgKM6eIAMzOcaL1KDAXqxglgGO0DoD2QYxyNUZJ/nd2JxOhB2xvemg1QyydKMnavO7i8ou24DUW5zTMz+gwCzrMoo4b1xx8+2ULrWYiSHO4RaOrngbG5yqyvMhFr9dNBot8PniGJFjdPjtrYmRyIwG4lAjAxPK6ropBT0O/w0Gqiip7YasxPLoy2RNj+SOEL009iXmfBgMigk2Dw80MPN+T4SqfPcT4cmji9CIMu7Fg6TMlTf4pQ5ajgjOKVjG7Wdi9FguuR/M1xCYPyjpcy4fT87AyV8E737yEUytVXNvaxbXbu/JcvHmZ2GR2hSUCcD5PcTeNbNGVDm6Fm2tuJwMV1PD52Yl8VQ4Zfj+C1wsxO2Pgne8u4IGHsri6NcDVrT46Byr6DUMQzH0rhBaHODGu4cS4ivsuPIh7Lz6Azb0enr50Hc+9chPNdhuNdgcKXaeFSJL9xXwWcahLmp3d7bzH8LVhajudo9GEz2He29JoH9potYjkToQG6ebpxXCtkcua6Qhe1zTCGOwLS5Jqts0++BAPPXIcD731OAZOH69duYWNrSa6HbrcgdnlFGaOmwiJGu5Gck8an8pKL+r4xDwmxufx8vPb+ObXbmBjvSFYdr4fuSIEY+7aBjxZijxzibk7vmLi+GoKjQMbzYaDdMlAfT6H6ekiliaqmCwWsXG9g/XrXaGUDHgvHvho7tjot13pVebK8dnDww+d7o0h7CFQnyhhbKKUpDGNSLrSjhZJBlwxkaQUh9g1pdP84uLG5SF2twKsnChi9WQR3aaFva0OuocO7J4vPdF33VvBXfdW0e56gnFuNAO0mc4espfHRKqYwhj3QPkYCzNlzM/VUatlcdDaxUF7V6pC9pqKVHaEYXqUgGLyycPkXITJ2RgH+zo21020O5Hg7S3HQW/fQ/eAPwPd3rw/xXKwTWWZjE8hy+ulys+TgTgM4DmedP5qQR1aMIaB20Xf7SCAg0jzkMtrmJsuYZZCu2nLyhq67Kk6nQCXXuni5sYQS2eO4/iZZQR6A3a4gbbVw/4hB24azs7kcXamgOXZY1ieWcTmzi5evHwF17bWYFYM6Y4fdNkZ7cMZFOBYdViujm58iEHURWCpCAcqvMMYXhM4PlvFj//oabzrnUsI1CZCrYnPffEQ/+8nDrG1V0C+tox0aQI+LFkUo1ynD99z0Hr2tTsq1sx9p2CoOdnDS2o6iAS72bcaGLp9jNWnZKkqRZ0cwpipRM4RWYtAxCNFqcSkIuYlpk8iD0aaBIQQhRKNmClkc8QZZWUwsr9/iIO9Q9iODce2ocJEWs/D1HPQUzmoZibpZJQJuS/d7qViGuNjZSHV9Nt99NoDtA7aaO63ZC+QKdeQyuaTTkTpRUyc7cTqU/ymAFwqllEqVdBqHaLdbkk6nAMBEdv0PHQ9K+IvF9QUFDWNjOYhr3dRzw3wxvtzeNP9OdkzkyDw2hUPTz7p4duXY7haSpaRpuDDlA9RoPzenFxyKMi9SQBVDVAsh6iNB0jlmHBL7uHdZk4WSSoUj5MewGT4x/7kwSBGJTNEvehgbtbH8RMRVlfSOH/smKzNg+vYalzHC1ctfOMScPWWh85OG+3tFn7uA2/Hz3/g7SgV+mh2LuHV9XV8+ukBHn/ZhaFMw1CmoCgcah8N047EU2HPjMRfwhQTAfgIVcnBLAdNrPLJELdfDlGpKJibzWN+Lo9LL+3i0kt7Ui+TytYE5xirQ+kzT5C2xDLycXIE6Rsl1UYilWS4RmLSd4vAR6JSIgokAtJ3o6LvaL6j1JrA9Dg4p0gmGiSvXQqZI/S0pPKIdkokjSNxO1FoRj2MP/o/4sWfOvb9ON39V/HBn/5TvCCJNVY4uAhCW5DoXL7HgYwFDDuypMOSuOXvEoJF5h91ZopeciRoc98odJ6RGMEBP+lEminmVxFriaEdkUNoCku6UhPhRASDIzFERKVECE7OTERkSlxOhHCmqP4/tt4sxo4sTQ/7Yo+4+5o7yUwyuVWxWKy9q6tXzUyPukeWYAtehLHmwbBs2TJsA4Yf/Og3P/nBhmAbhgDBMGzJsqWZ0cxoelH3dHd1VVd17RvJYibJTOZy8+5b3BvbjTC+/9xk94w9gx9ZTSYz770Rcc5//m87B6WVHal6HfzZLP4Zv0+A5CWATXCV4DBz/QgC83PlzxUl2xLkFVBPMkJpCRuLLT8nsFwH+H0EPajekv+2beRsBzmHuXPMG01QLpfRXFkRIPjcmvrc3nXQ6+P0+Bj+dArPceT8vLG+hvW1dTSbdTQaNQFP+v0hur0BplNfSoBf9qS83gljDDL5t8wMJn5Cpa+AqkJ00FBwgIKdodpsoNKo4+TsDJ/dvYdur498rqDWNSHZ8dxCh5bCkpTCYSOHrrb0wPmijUKJuXGpRPQky+vGr1QQTUkACjOEsYFoYSJMLUSZLYSvIKEyTFJDEaaAv6Big6udgYVmLF8vSVI8JxPAiqWP0rNEzo3kM6jPj6QDlilfyW0TfptYzaphsKnzHOw8VRKf2/HK2rokZIg2ONPw5//zf/70Xvvr/8k/pATxqVr03NpYnlCCQUvdr1pm/rJS+Px7FcashvvyXIjyUYHZdGZhpiI1z0oRTMUVM1jHKkc0JgBMVxz1HBhaiJwZwTFiaEt1rK0TDFLgnDinZilmwRzzcC4RQyySNHJ0GCOJwDAEOGP+qWtwkG5LkTmi3EQYZcZYg/gp8MVroLgKKs9VRVJwjVISagFt+W/FEpXKV1o7q/udOcIC7ioza+UUsHy9Yn8qn7sSRD6lecgGrFS96jP+9d/zaJAu7aSXpqlLEJwA8G9aQIuRuAJORT1nKuebpcr3XP0rJAy+DXHDIpCrLKEF7CeYzNy6lDMwkkLiJYiq1jAhjkWJzDhoy66ypJfvZwmc8/qfW0zzNHEuJ3+qKl+uj+dZsPx8CARznZMcToJ9VAMLAYQzB1Nsc8knoNQzCyO5pq5jy7+J6IyRJbL20EFNtv6lQlr2FPHFpjSa9wBzdqmS5d6slLhc21hiSW7qym6ZykqX5CJlpU9gjEUyHgkbouInISbhbEZZ1XL95X0l3y9kpKWVK3NsaUEbK+D8/PvPCT1UcObp3kOlPkF9EQ0sBIDMMUprCQAXqSYkoUiUjAm647lYQBMAjuiyJw5SCsCVR0XUxsoJg3nJNs/kloaSa6BMZTHzIwm88/XLRaOTRSwgP+1yeR+LYpmg9wJiQcxrTtoDjQC7w4nYXPIabG3Wsb5WXl6nVJR07K85r+NFFTW8EMIYHKvcCcT2nGA9s6x5v8rnrLK8U4uDbUM823XPhuGqPG+ht/HFkCwlsxhllb3c9gWkZsTcdBZLbuKEZ7jMQkgr6ExHnBoYL2yMEhvDxMZkoWO60OHrHnwth1D3kGiuUnpLX6OhQAtVCxi1j9A9fYTp4AzzcVfWrZVrL2Hl2sswHU96Lz4OnKPxK91Y6AQiildlbrx05qBDnlK3qrzxRGLYHLgwCYImXSySFoLkfQTxB1hr3MTW+uvIkMPByQGOz04ESOXtV/I0VAs6Cq4P12qLY4zlvAjbfQn3v/gA97/4UGazlZUSys0V1Ldekor7h0j6h0gnXwL+PSzCjvqMoMPT53C1OXpUUU8Bn6T4lK5MtpCrVVR9Ao3qJ67jKc9nBhrs7ZsV9LsT9HpTjPoEGtUsWPc06C7vz2QJsPKzUj4AQkgTUpoyuJNnhRbo2XItE4IC5ywUGSWY++p6cwZLxT4zavP5JTmF9y4fy0gX4jbJaex5Eu4zzAGmyCqGuAdsX6phfZUikhHaZyOZK3MN4ToXSGxBCArncnlDFOYEgDn7obslj9IEf1np1MBiouKRYi0VS/EgZAE2AU/dkz0iTOaSmU2iHZ+GO7dKeP7ZIhy+10mA/iDG0WCBYwpoZJ+ki6ESoykAWBEBlSOMLoIfRmRS0EPioGVpaKw5Uq4dw3U4J8twdMh918atmwVcvujh8eOJCKDsko7CiontLQfXt2xcXbXQfuSj83CKRwMN+2MKAxlLSJWwhrWGJ/a4k8FU1YQOi8q5pLJioNI0sLbZxPpGA8P+Ao/3Jzg7nWLqT+HPZ0BiIktoMZUgcyNcvGDj9vUCbl0tIBqFiMYR3v04wM9+FaLrA17dkvxfmZsDqDVs1Oq2zFt77RgjKssntPqNkJGoG5u4tuPhlReL2KgAsydDTE/HODVMnOiM56qj2WjK9e0NhugN+rJ3RLTy5zWNDLC3oLiLJAfT1YVYF0wihIyQawArl01sbubx8oWLeHnrIkajI4yGxwhncyRBhtN+il8dLrDfz/A73yrjd75ZRpOzTWaCtwJ09sc4ezhFYK1JlSshatUpzCxBMNQlvrG53kRjvQmzewiz+wQPjkZ45/Ec9/oxDhcGDlMTd55z8PwtBxvuAtVwDi1J0M00+KaGZ654eOayh3A6x7A7lYzjYq2MQrGAWWuCWWuMcRJhhBhGWUd104ZXtOB3NPgdwAwLsMICfvnZDH/8ix4e9iJcf62M66+Wsd2sYrtRxWp9HY3qBZjxDKP9N+EffYR6bQ316ir+8McD/OM/bCFwbLzw9TW8+MY6in0TxYGFd987xk/eeoyD+RjxRoa0CjgB4IQUAhmyR2/uFHD9dhk7Gznc0HTc0Azc7wD3GBVXy+PFy2W4aYhPPtzDZ589wVHi4UnsiZL5yu0cLq+buOikWNcXONwfSx21Ujw5y3A6z9AmGbro4NWbW3jl5gWsbuhY2zDQ2fNx780Bjh5N0PF8dFwf337Dw7ffyKHGPuk0wemXEd55J8QHH0VopxnaC2DrUgFXr5ZRcDJEkykWwRz17RJqOyVsVmxslmzYgxjzu1Mc3/fxo8c+fvh4hu3nNew8r+PGjRpuXV3DOhVEx56UlkyhJ4yJHWDvpIuZucDaczUULxbx6c+H+ORnQ8S5FFiBzGmEXsq+LnGRLVx8sR/iw3s+uiR6MBJzc8PDH/z72/iD39/B2WkHZ6ddHJ5N8KhF65wEDdtF3XbxpL+QYp7jdBKh6Dl44doKdi9UcO+gi3uH3PjYvRpwebAygXpOxyvP56XKDUuGm915hHtPxtg7mUoe2mkrRjrRkU11NEo2LnCRymt4Mp1LDcYZhpMMeU3DqqvhctPGnZslXL+cxzicYxTNMQwMjAIL3VEiOQbDcSCWyxc2czg7ifB4j4q3GK2jTEDNC9czXLgGjKbAcEqbYRtZ6sIxbTSbJlYaFlYbJlaapgJSHvcxGBBgLULXPYwZaO3PkC9SHWijVCIgl4dlOPj03Q4+fbeN1bUFLu9m2NosYLVOFrGHDz/u4sNPejBSU3ImmNep5yLY+VRUtFTTWqmqhCrZhSZsk6EfwA8DVPNArUBrXV2sUhs1D2uNIlZrOQzHPkYjH7CLMLwqNJPNOm1QA+x92sX+Jx0Me8CgB3gVHfWLBvI1MsRMUa9mNn0pqKgiM1oNiZiLwJwiKtvYtPhzHdOZ4g6TQcV8PaFNJSH8YYZpH6g3cnj2+Ro2LuaElc0ajiK1KI+pSuamBRSqmlR9xUB91cAiMeGPDQw6GU4PAnRbkahzi0ULNkFLh2xhDVFgIpqTuaUYxAKGe2TVs7FSNiG0RJWN/vzAsWQY0jJ72k8x6aV47qW6FFm77TM2JjOMppHkw5JJRUWRZtDOzYabI4ipgbkPnVPa6oaIg5QkZhni83q4zAteDk/CmcrkJABKEJKNC4epPIEUmnkUmlT50a5wKgNqbmS2CdSqk2JhcgAAIABJREFUBuoVfra22AZRSRGHCqjrnPnotH3sXq7g1q0GVtcs2B6JAQSyRvjkozFeeHUVd15ZFevas3YfZ8z6uBfj4G6M5qaFxibtXhbQjRj5vI6VZhGlqofDyQRPxmNkqSWMQyO1YFBVmDDPm2rqqQyF2bDShrtSoyLPUVoOTVseihxRAjA3ZzKm+jZCpxWJ1TPtUizu1HI4pn0nbdxt1FfIonMEZGTTSAuXYU8x22ARkEjl2aqUC2K5ShY+h03T8RDTyfCpvQfBNX7WPORo5hy6MRNLUN7LwzPg7JGGnF3CK1+7hOvPreKLuwf4/O6hWCDzfmTTVmoyg1ZHseSJ+liOXRxi6hE0a4xFNMPgEaT8gEBHBrvgolDzYOdsTHozTHpzfPXVHbz+2jaqFapuEnQHY3x09whf7J8hMjPEtGKZZzBmGbKZUifGc6Bc06XsqgermhMiRGcvQDJa4OplB9euuJgbEWZ6hM5ZjPYhAeAEpXwmKvCd7Q1s72zA9ubkfGE8neDkUMPpMTDo0j4+RWPLxSbt3avMj/NgGM5TVmbndIKzo7FkOfJwwgaceVoEdK+/WMGNF6pwPU3sX6NZgsmQNtdkcpjKHkgLkWQzRQBo0zJGx6uvb0p9/HEXP/3JMdrtGQoFNlw2Llyv48KNOg6/HOLe+yqX2K0ChgcEUyCcarBzHpy8h2JZQ6mSwXEWGNGyvh8LgaFS4/ViXq0aOvY7bHwNXLu5hqs31/D5Bz388ifHiPwAz1z3sHvFgVkwYeRNPNwLcfdz5jXHwhLmydPJQ6p5sYqVixWEixDD8VgcBfTAgh4yu5cKhVgsPnOeyvrO07miCIzGGUaTDP7Igj+0hYnaWE1RqdM+jSo5KsJDsSmmnRAHIGzOi2ULpbIlVla6Rst8Dp0CAVw47yVBfDbIMO+n0CxmUQuGwemP1LmKg2MeMowppnMzmrdrMAt5mMUc/FGEcX+GrXoeX3thAzeuVDBdzOCnc3zwbh8fvDPAmL6EHBpaaohKG8dqI0G1SZIArcXZThjCZOXBh3EEw24CLdJgLHRsX3LwXQLAX/fw6d4En+2NcXqwQPuQAyIddsFEuaBjtxDhaj7Cq6/9O3j1K/8u3nx3H//7//N9/PDNN7G2C6nMWgCslExSKuk0HD2eonU8Wx7qNeQKylqZimhm/ZSrOfR7Pvq9KeKQzFtTCE48DDGnnYQLluFGMJ0IlpUJq5OHeWEHz1N8+3eu4VvfuQY/HOLul1/i6KQDf8qDnim2wo0NF/4gwPB0hmLewnMvNnHzuVV47gZcdxO/+PEDfP+PPsST4w7oJmbnFfhbKAGL0EES2pjzADWRMzK2tjRsbQGnTyK0DiOsXXLx7FeKuHK1itVSE3mjiB//aB8/+dEe6peK2Hm+KeDR0YM+WgdDceEg4/rGTg3P7TZgaTqOT6bwgxQXLq/i4pU1seIlQYyDVa7RtCkkmYn3HlVidLYYzSboDno4PJzgi48iHOwtcPlqEZevFdDvzHH8eIwxSWQE0jMNr36tjFe+VkanM8fD/QlaxxF6HQ78bDzz8iqeeXkFJSp63RQeLdItDq8DHJ/1cdLqwc7XYeXrMOwSdLMgrhwBSQ9zH0nWRZJ2YbtNuN4moshCpz1A52yI3pM5uoczISISiCZxw/ZSuFxXajmUa3kUKxYKZQv+eIZ+e4LeSYBxm0xWB7oXQPNCFJsZqhs6Gmsu1ppVNKtFWMEIZjBGPeegWcwhmKa4e3+Cw+MQl25ckQrNU0yyPQxmU3SHJpLYxo0VB9dXHVzZ3MDu5iaOznr49MFjPDg+gVEypDj0IPlQz1bg2duIUgen4yOcjVtIuAdMUujTFLq/wI3tNfydf/sr+O7v3sLZ8EucjR7gB/96in/5pyHO+hVU1naQq9YQZT2E6GI6GWEyHon93fzTk6dD+/VXrsGEByPzYBsebCoZ4hD94TEm0y5K5SqKZebslKDrJSaQCeGEz7iApwaVH7SjJ+s8FCZ9kgSiKNcMEv8cGbZWqgWJ0WAvNhr1MBoThJ1i2J+K4swTYgvtjMowybJinprOgckIYThAo5HD7s4WLm9vynVNwgUefLGPLz68h3kIlNcuIF9pyEBfFDTsS2P+d4gso30s89LKKBZKokjkYIGDHaoGOOSl+tcwCACrHozaOe7tK5UUO2sRbl5K8PLzBbz0fBGPjo7w8b2H+NUHAd5+u4C9h0XU1iuorpWXlpa6OC1E2Vg0KWbGhKeyGo4Gsajsm2u8/+bQ7GMstA76rQL6p7zHi9C1AkyDqnvFzKfbCOvSSoLrWwmuXU1x7RZwZdfFRuECNgsXcDp4jNbwMd67P8LPPgxwb3+O0ckYw5Mx/sHf/Rv4T//u34DrdPH4+C18/OU+fvhBjF98DtjaGmx9TWw6RVDBFmypzpKFXsamBH+ZZcu/PVcAKxWS5KjPQlRrJrYuuKjXDXhOBNcJ8Wjfx+N9H/HCge2VYFjUYUXiJISMQ1JLKQwlt1MBHr+Wej29RZ/agirFx7kqeIkN/BWF8HIWrd7HbwDAAm4usyh/U+Gq7hc1xJd8zCUILr9H8FFOY1/DP/zf/gBf///JQD7+6T/CX//v9uS+o/sMwT2llibYyf15JmrFeHyCZHwqSkbJROUQ9zwPmEDBU0voJaYtbq68h5kRrJQtfN2WScA0JyRacaPVNMm85RCJZAqSKkhQeAqCL8fHIiAisclUahDbUcN1FtVnrufCdVwBZDn0PFdxKpWxUvlTcU/gQQBji6r0SM5XJNkGovhT/5v9NwfUKo9TKY+pShWAmlmu8nnTZYi/13tqiS1CJ3puUz0mgHq2BICbKBWp0DdFZVwuFFAqFsQG/uToGL1OR8iecRBiZ3sb25d2cPHSlhTVcsPRGIMhbbkJFs4lPohDXD1lnzoVMFbsRqm+I0GY97xOu1YC2TrMNIJJ56uLW9i4uInBiISfR+j1+0rFTWAnYoZfKhEd+VxJ1FxhzJ4mFRcx7p8ccq+u1pGjOo1q1kUoxBzWfDrDfELXDqU0ouqGxsMZHEzDDJMwRcTsUd3ELDXQjXQMSa4DLWMJMFF9SiKwAtoXMYHtRADg84gssY81eV5dls6zC9c/lUvIszOfd9rX22buqYpSshsXdP9iP3oOSJBco+NH/+t/+WsA+D/7n5BpHOpzH1eAhSi+5aeeA8DKWvrcylchoupHLKPOEaUmokyp35WdM/cZEvEI9ilnFub9EhCmmjaJaQcdynumAjgIZgjmPqJghEXYwyIaCfGWGcCuaUoGrFByBYBV8VAqIorrnPrMNAHO6SSrgEE6ujAbmARCllLnK6vegCp5KtZFLc9nQH0G7IHE2pfPzRI4FHCb+yfdMhYEymLJ+qTanRl58yiQQT/nH/wepbjn3ED9nPP7TWA3UfVS1UziIicu6jMWpbcQqNQeSgxJ9LTL/GaJzyRwtgTFuHYxrkyBjgq0JADMZ/fpOnLu0CAZmyTOq/xfZgwLRUYIHwSN8zCNnKwBAlCR+EHrarkvSYoikX6GyZR9wjLjV37J0qHhPM9zqTr/9S6w/C+uYUuQWoHVSh0snGyNMWsqBsvjeua6QgyxCQJoOqb9AfzBkPYJCkRjBAD3WIsuMOxTHFFFiz02CS/LPYODfgJA3AkJJJMQSmUq1/DzvGmbGbyGLjm6dJEr5JSaV/Ys5o8YVEiyL1DrOu1Ixa55uUfx53Gd5D4ooDqzbeV3mEswnVFm6s95jSR/khb6ViYlr0syYiHqWVZeAGBT1L+iACZIGtN2N0Fn6KM98hEIAGwrEQkd8+jsJXsxwSJTfZ5UN5vM/dVQ5myHNr1U6RN0F1BVqdBlH4jUHkCHGL53EiB4H9MCmgCwzjxf28Y8phX0XK5bucjZqAuNYEoSC/ibJyHJ0lWuruRXK0B0aSKh7GG4NbNdE54Wv0/d80yASU0NmmPBKngipmBsmWSOi8MFvybI6CyQJsuMboLLPEhz/aVIgWd4ri3qnuVZnNWd6zgLDJyFJsZ08kotDJHDMMtjrtMquohYI5GIZDOekZXLhD84w7B7jFHnBJ3jxxgPe9h5+VtSusVZLtcu2vzytXFmyGgzd6l6VgBwpnEGxjWBhEWSLDRRl1J56GgkOsTQ0gGwaCNI3kOYvIdy8RLqleeg6xWM5zOMfB+t0zZapx0UnERmxbVijGohkOvgFt6AV3gDn3z4E3z6wY/hFjNcvLqO5uYm8it3UFh5HvOTu5gf38Vi/AAI9hBHPcxpc5zpKFsJSnaM/hw4nXI+baleltnXyyxx9uQpyXIqvV6ELCsrTayuNHD4uI8nB31xkZuM+dlryFUN5CqccSrBhgDYYkijLd1MVPwaiW0k48znofQY/Ky4PnDtZN8UngPAdBby6ErD3oc5sSrzN4xoj07w15QzCYl2rCSbS6nMcyCfs3FhvYyVWg6nJyO0TkYoFfNoNMqyXzFGbSoxOmpOTjB3NueMhosUCUQ6qisJqisLJAMTyZDxEgvEFGZovP/oLKDBiFwp5nH7EfOzY+G1MqrpxdsFvHi7CG2WIurGOGtHOOyFeNIL5e9ZjKKkgppbMQVZEr+xJDZx3jHn30l2cSJzu+3dIi5dIfl4grk/xqCzQOdMg2t5eP7ZGq5cLOKTz3v49LMu8g1TYh2fuZrHC1cKuHUhh4cfD/Hw4wE+OQnx8VmCScaZnI31VQ8v7Jbw4m4RxwcDHB320eqFOBulWJgart/K4dqtHMr5qtSDuz7e+mkLR6cTFNc5D89gBhoMCsO0FJGeolo3cXHTw4V1F9E0Q+Sn+OLLEB/dnaM3pGW2shv3cglyHi23C2huFdBvx3j4xQy9s1AtmGb21Llv91IFL91uoObqOPmshdZ+F8MiMCxpqNTyaNaK8jkykiLg+hVEygkxkEQUIdjkcnRatFBtuKg0PPh9H7PBDF4FqG7xPs/jufoWbtUuYOofYjJ9gtEkwmis43Sc4f44QDtZ4N/46gb+5usbKCR9aKMT9M9mEl961nWwe/Eadi9dR/voCQ4e3EO7N8YoYvxVDbdfuYPnXn0B6f33kN77Fe4eDfD22QJfToCuZqGr2Xj+eRu3n3ewoico0Js7SjB0NIR5HbuXTOxeMjAfBhi2OEczUSgXBLsKBiHmgwh+GsDXQuh0s2oykk9H0AOCXoZsXkE2q+LtT2f4oze7eDwM8Ow3cnj2mzm8fvUZfGX3GeStMuZzC7N+B+ODdzA//QzVworU//WzAf6XP2nBbeTwN//WRXz3O5t4/PYZHr/Vwi/vT/Dmno82YjibGXINoAYNdYkfyMShded6FXdeW8POeg714ylqJxOc53blFj7K4xbCXg/7rRm+PJnjvSca3n+i4WvfW8Xf+v0t7NYTGIctLB61sdexsNexMR1TLZ9ilC7QsRewV3P43reewfe+/SwwmQJTX2bIf/hPH+L+wQCr33Cx8g0PX7/s4Bs7DuzBHMMHIzz4PMBPPtTxzl0NicPSUWB8oUfsisllOnTPxLXdKq5erWKz5GCtYEFjDOv7Z3j46RB/cprhT08yXHtZl3rtpSq+8dIaLhUd9N4+Qe+tE6TOGlJ7DZ0gwPGki6yY4sqdddQv1PDD//sUP/hnLeQuLrD6ooZ8LoU+SqAPKTL0YGg5fPo4wLtfztAeJtBsC1mpYuLFV2t48bWqAHnaQuWysGElo3mzWMRGqYhemqKfpmgPZzjrTGU/Xae9cjmPTl/loVGJQ9UQ8yaEORFr0GMDemKgUElRaqYIFhFOewEGk3jJUNUwG6SY9VNcbhbx0i7zImw88Sc4mk2wfxxh/1ix7Ymkr9QsXLtYwNaKh9PjOU6OZ1iQUWXZSJj5lwVI9ADVmi01p6K2EyMkI4VMEzbV+QjIx5hzGBs68Cca/AHtaxlsbqDI3Li6hnJdx9SP0D5jHg3taYvwPA+9TohuJxDb10pdlzxeNm1kxLWO5jg7mqNQWqDeTKVhXUQe0sSRgxwbMC3RxFd+6s/Rn4yx0CKsX8xh7VIeiyBCEsTwJ6nkiFJpRaCYAdg5j2zmFKtrRWxs0NbKVapRV71OstuG0xR9P8NEWEDMCE4xaoUYnUaKIc8m00thllJYOUieYYEqZm7EVROTSYxOi4eshWyGVM9OZ5H8/CDWEdLKIuZ7oge/LqzLLIjgulTEUZFniSqKCmDmgsw4PGDTFSdi/cG8vzjSUSwT2PGkWWDJhm7QYijDaJBgOlLWmmwBleWPyn9RzEXmHii75CikrQcbK27IZNGTCMhrrWy7+b8lN0eaSjZUBL0NlGtUnzpiHTLqs7FIpLlkXg7VUBwUsiklCCysfv4sMLeTACRZhirvlkN05uryK8Fy9p1PMxiWGTwQa+dEhvC5modcLYcwTDAZzEUBXCxYKBVMVGsaalUNMW1CZikCX0c4X+ZGLpnTtZqGOm1lywQXeGCj6j3C6XGIrUsVbF0sy/CzPxxhPGSWl4VRm1mlC3glqlTU4VNlzrD51jBBhDHIqjZAO2oj0wXQ4fyUqmMW1c1ensMhdRTlyTMJMxlo0GatSJVuwYCRoxvtAt0OM4/9JXteMRs5mKIltutSkcphFw87vJa01OVQbYHZhArJRBo2FodRHGLxsEHAmUxZqmqYnc2hFg+CVCdR8UtmMskCBETE+i9LEUyZVUsbXRfNtQKqjZwwWHko7nZ8tE+nMigo1QwUq0qtzFpEpuR18rXlinNRpo1OdIxPdPQHmZThWshVbHlf0/5c6tJWFdtbNaxv5iUXmAOAD784xd39NjJXR0rCAnTkmc1BNuBkIeCU7TDvJoVRdGCWPMz9DMPDEItpgivbFq5smxBWTdFAvxejfRSgf0rWM4GtDGtrZaytl9FcN9BY45EixuHBHEeHAUYDA8O+DjsHuBXaz9Dam02yYuJyABNSATlZYDKKMOxFkjvCIT/v3e2rJVy6VkKl7AgbmjdQuzVGpzXGLKDamkOwVK1TtKULgLxm4MXX1vHSq2t471dd/OD7Rzg99YV4UCibWNmuonmpimFnhs7BCD7t3M1EPX8JyQe0C1VhrcybLJWZPwkMuyGGvUBsbGnNT+dJx1PXeubzjGng+jPruHZzHV983MM7Pz+RNfXOs0XcvJrHwoHU/l6AewSAW1xv1QEyV9aQL2uoXyhLsRHkgHE89JH5BrIZM49UzgsPf0VPlyiCyqqNfNXEWSdEqxNi3NEw7VChb2Bz20Zzg7bQqWJGTiLJk+GBX5wUHMUkZUViscZ1S61tpEAHtPwh6O4zx5ZKH6qAOShIxYGA6xq/l+dnmf0oEj88WtvxYadVg+PIczUdBWgWLNzaLmP3UhG1tQJq60X89GdH+OnPjjEYRksWulonWWsXgPULQKFCIoyHJDXQ6cbo9mJMehHGvRh5V0O5YODKFQ+//Z0qXny1iPc/HeD9T/o4fJTg5FCxa/NlHWsNA69tO/jKtoPdG6/j6o3X8fZnB/gX//qX+IsPPkGhYaHQoGKZLg6xsp2LLdnLBmchJn2SfpgvaImyVWfERMnG+sUK6isFtE7HaJ2MEcxSAYFJ0hHRIHNxpybiKZ0FSLqiBTKZ5lTvU+HIgXyGr35rG1/99jYyY4qT9qHs0Y7dhGGUMZ4OMJrS8j6GlS3QqOfxzO2L2L68jsODEIePI9z/ooP7n51hOJ7CIHFJHAQARs5p4q5gIZyRpUtAOEOhkKJQyMRyLWebsndu7ORlkDztAeNuim5/gG5viOZWEVtXaigWPOhzAxpZx4sZwoWPtRUPFzapMszQ7vqY+AlypSJypYJkI1JRPpvFCLmvBBzaZcJM3twpS81jH60u83FH2P8yxtHhArWGI/lNkn9ukPG6QOtghnE3wu0Xi7j9YkksL8eDiTyvObsmSsytywVc2CkIaYgH1PFojNFwIGr6cwu64UwDKyaDXHNFnYSMOfAhDCOW8gpV5ApNGCbjM2jnTTZuRFQS0/4Uo95U8hZJUuJwwMnbcNjPMEKg6GEyDCWjvd+aIxybCCcW4MbQvFiyuVe2bDRWaU9WQamYQzzuIRr3UfdsrBXzMFMDE8ZuzDIUmnXkGzXMzCHG6GAw52GUqm4NKxbQtDS8+OyGVH80wr3HJ3jU6iB1baSejV4vELt526qiXNrEIrNx1G3jtNvDrJPAb9PlRkPF0nFtu4rv/u5VvP76Jh4fH+LRySHeeT/GW+8A4xnByC3kKjUEiY8gmWEejKW4Lg/e2X86V734tZswshzMLAcDVBbaMkwfTc7gz3owqXiybLheFZ7XgEGbZIKjVIwuh/YqJ5ADwDmm07GQUtgDE9xZooYSfcEeWLmpkLSyVL2NaWFvIefkYFmOitHgsM9woBkkQ0RiaeVamRBD6lULW5tVKQL+Tw5b6HKNmdmYRQQ2lBooTaie5K/nuWAmwByVeXmvKACwP+OeHotijSCRKQpgT/ZEggDMniMBanMlwe6FKZ7Z8XF1x8XuZQfvfdTCj37+BF98aeCsu4GRX4ebM+DmOexUADQHFQmBFRJsshysLL9UbDD3mHt5CicXIV8ew8n7co/Q8j8JKliENcnnYoYsM3/NJXv/2SvMaDKwc8lEc91CtWLBCmzYgY3YHCA2+/h4z8dfvB/g3l6AcWuOcWuG//j3fw9///d/D6bdwt7RX+CjL/fwkw80vPM57RZXYRsrSmVGhb+0rEvXiL8EAIdLxJWgABVtHG4bmEx9GeZvbOZx85kmmg0Hc7+HwO9hPDIwHtHWUOSHYqdMlQ3z1MT+mSQCUe+oRFBlnfqbFs9LYOgvqXx/rfb9ter3qT5M/oGApb/xY6iu4e/hVwHIFgRhl4o8cVdUIJRkzK7fwLe2ZvjRu4cAKnjtd38H/+A/+Cpeqf2VwGb5Tcf4J3/wP+C/PTsHpXm2UKmdvIeybFkkGsx7yGY9ZFkkg08SbKjSXFB1mHK4Hz1VXCmgU+UxE/w9z5Xjy+T5UQbAS0Uz31cS0cYyRjAPBAwWVZBkieoyiKdFKZVFfEb5UQqxgAf3pS0s7TNZ50AwlSxKWWco0HYJKKs/U0pggg/ngB37bQF6JMeTQ2xlR01raqUeXYJF8ve02GY/z76GLlKOPH/quaEVZ4KUNrHLa0ggh9bQnuvK76WLUrlYQqVUWjpzZAL8ToZDTMcTZJItzZ6riEq1jGqtgnK1iEql9HTNI+1XciapkKUdIb8u7XiVUo29v1Kn8HxJ1wxWoVJCsVrEeDbBaaclyhTPc+RzE2UaXVUMSwbOBIC5rxHPpqU0cy8LloOqS8CbZEiiSQbsnAMnT6KsAkVjXkPfRzRnHjx7G7r1cA8kwKtUhPPURC+0MYxMyaDk4Iu/h/MWydllS2xoAtpQCMd3ohEAEVthC7rJz9yRr4yUmIlanYAd10wC2opkqBSMzMLmWWnZJC0X/fM14sf/6L96+rl+5+//j0i1SIEWaiFRqtSlypFfFfjymw/nUgssEbXqGaUKKubPkD/j+1HPr6holwiQ3L5LrStV8AR2lBcAezSVqZ0kMyzSCRaLqbqnokhANxbtd8+BY4LgdLNgXABLSxl0SHeEFDmXqnQbtkQKKHKEAHUEppaZuArk5LpGcIIqSnXdCHAqq2u1zonrAEkmLAL24hORStbnguqvBeN3qDQjcKoso+UaaDwnqCgxqtnOLbTFPlkZMSkAeBkB9WtjhKVdt07nH/UM8jlTd7VS/5JYLnbRVPQKEUe9NgEkSQp6atWtcHo+l6JaJnlC1HYK7FZCRfZnan84jyRX1s4qT3YpHcZoPJWKGBch6wPv2yUVSJxul7T8ZaaVAnkVsC26PyHMLIHfpwQXdc+JO4ChAFK6EQiAaahKggCLIJDkYVpG8+fK6ybBgNeVYeAyB1KfkayLAvSr68Q1g2QKycNe/nt5tiRnWIHDeYeZu3T7s5bgXQrbK8Dx8jBcTyw15T4gQCq2zup1cw3k/sP/EwVwyrMf7zVLgekkMJyD7QS1lrnBhkGyzUJAbuYAuzrVs6ocm6IDTSygKcYhQM1ZEteV0+4YJ73RMgNYoENxP2C/L5bdVCXz/VMFyTgcJGIBXSEAnLOQZwawRehRWRMTWJ7PA8l5ljiCRSyfp+PQuQeYTGZyfte5t1gEwzmHJWGKVrsE4A1RsNJc3TtXAAtxRlmg8/VwMEXCgdhT0+pcyA6M1mMPoT477klLM2BovP6lPBy6Q53zTEhIIcIq7hkROIwT83ySW6ha5v3M54+20Kzlc0jlusyQggyzUIMf6ZjrNuaag35ioR9bmGt5REYR/oLxLQuMgoWcq2k/SJcBn3Ei0wmGva5EJ6zs3ELz8i3oJsk0Khdc2bjr0osbmvN0/xR7Yw7bOCEW0hF7TUtK8u7JV2LcSci1jtFH+4C2L6TqKKKbTQFevgnLrQgJyp/OYGOGnDGDZ/TgWSdw7QXc0mvwSq/hkw9/gU8/ekscI1c2q6ivrWN15zWs7HwF86NPERx9inj6EGl4KLm/kW6L8rnMPt3K0PYXOBoTuOT6zzWLMyHVV5KQy35c0VLYa9PVsy7xLI8edvH4YQ+TcSwqZXEDpLCmqKyNuWbQsYuCDqqARdkqM0Llvsg5COMAuSgqAjPXJLo+Mp9YAZ78vMQdQEDCBLZNZTHPL8yV5vfzbLOMujA5rQqRaYHMQUmeoqq+VnZQ9EwR0LROp6hU8xIhSFiD0Rizua8cIhYkVhAUJk3GFIKdiIUqEQrlGMlQQ8Lc3jRFxNkW+yLDgWM6yOY6MDdkLj4nmTCLseBa42h47mYJt58pIRyEGB37aHdDtEYJziacbdJZxRKy+tSnuIjEHqW+FvKfbYrTYshMXgLwViZRUzKP3CqgR7FTe6KIuY6HoueiVrRl/rB3MML+45FEsa1dcnBzN4fbOzncXHdw91dj3H1vjHvdCHfHMbK8hc2LeWxvunhmVcezqwb29ubY25+jP4sx02OYOQ27V3LYvZJHv2di0DdPw/1tAAAgAElEQVRwfBLj8Mkc41kIp5jALSyQhyYCP8PVobucDxqoVE0UCwbOThOcnSRotVO02goI9FxeY64TdJxZoLLhoLLhYtQDjh8kGHUX0J0EhkOSuCG4z3rNwe6Wh7KlYXoaYNqLMCuZ8EsEdPNo1gsS2zObj6U49+SMjS56ZmwiDgi4q30/V6DjC13CLHEKq6wBtZ1MCLIX9SIuGkUk6QCLtI8nrQj3H2U4GeuISi6MmoOv3zDwtRsmPM47wkDcDkcjC+ORhfw8J3X3eIAPD9roBCG0vIn6egPf+sZXpaL9XyLeextPuiM8mOg48TMRb4z9GPktA/kLzGDWUI4hzg4G3QWrOrYaGbYaKWYEgDt8yCzkCwV4uQKS6QLJNMUk9jFe+DALGaqrLryCjVkXmPc0+H2C3h4+uDfHjz8a4Wga4vKrDq685uBrz9zG15+9DW+RYtruwu+3MRu3MJ/0YIQO9NDBz/fG+P4XfZSaHn7rjXW8caeJn/+rNt788zMcDFOcMEubM71CACsXw9U0eCRuMlUyBm7ebuCNb29iez2H5PM2ki/aWL11DWu3rgPTAeb799Ghq2E3xqNxhkWjiqRRwfUtE7cvaihaEWYTH7PJHHpcgRFX0O9P0O72EJkm7JU6rHKJCJH8/+6GhavrFr74qIM/++PHeHQyxpVvlbD77TJuNAu4sVJEcjpC5/NjnD6a4WhYxvEwj8FkhgEjSNl/MB42BzjFBbxyBq/oiFNdNqc7gI4qTGy7vBeA945neP94DnM9grkR4YXbZfzWV9axU3XQf7+FwQdneHBUwYPjCnw3RLY6RGVTx+7OBpqVGv7sX7TwZ//8FJfuOLjznRI2ahqcYQiTEX2+geHUwHsPArz9xQyntIDOs/+3IDeHXdOxVrOxXrdQL6WoFRM0igZ2mnVcbtYQlDIExQzHwzEePemjNwihabY4wadJgCwJ0VzNYX2LbF6Cqjr6HR0f/DLCh29HyJUC1NdnYr1IdgoX6ovbNi5ecjBoR8LeeH6rge89fwE7awUczQZS796b4t37PkZs8B1mjxnYaHio5R3sfTTHg4/natGuOSjVM3jVEF6NNnU6LEcXu2orylDyLDSaOTg5C0dDH0fDGRZZAWlaxKAd4+xgiukglOaZUJNdBWxad0aZsASYt0fgtVLO4fQgwskBF3kF8rq5ZXcuTbTavKm6MewEo+ECRwcLyUq4daeJZ+80ASqlowwnR0M8eNDGdBZg52YZOzcqoubwxyP0Wwm6R8AiIuBnoNag3ZRa1K5fW8dzz15AvepCS5m5FWAe0soaeHQ0xJePuzg+DtBrAZOeDnvhwkpcZbdcyxDrMSZU7popVpoemisumlslNDaLOD6a4ZP3uzLY31wvoF5zcdoe4fRsKDYgqWliPrMw6ZuYdk2k0xjpNMHGToqLN2h3qmyG2OZL1iVtLQh+WlT/Zhh0aDltolisolio4OxsiLPWEJYTS94obaVVjAetpwlAkshnAQsCh5qoqUoV5oHqogDrtmOcPlGWw+zxl85G0hSKNRZBXR7Wadds6Kg3XDQaDkZDqpJDsbGl4pADq0LNQq5sCchDe2yVycIMAU0Uv8x+pR0zB5BkKFNBQMcovmb+93QcYzqJwd4zjTRYBE2LNmxPg2lTdRbDJYhWdgV4pqKKB7uVFQ8rTRfVGsTadtgNcHY8x6hPANNAHNpYW6tgbb0C6GPEaQ+aTbtvW+x3o4hWp9pTQDSKQ0xnE7FVQVqEtigh1abINOZ1aYgjBzMCjMOZqNnNkgajxIMomU7MC86g87AQZ6JEZd5rpepI9jLXtPEwEgUoAcPZeIFy3pOqbOVRvujBaVA5P8SgP0L3NEa3xYG+Lpm65aqLeiOPctlDGNDONRFFMps1qisiKh+DUMgPFPlK/BGbS8lcWsaliD1VhkrFQ6WSk8HUbB4gTiIwG7tQoIJBNfXMJqbVAQEEAm+0etnZbWJndwVnp0M82jsTK2uy2QjmMZbD83hPMIeXzWeK+mqMHIPUuxYmXROnJxlOT8WfCB6tSOwMfn8OfzCXA4ut67h8rYLnX2qKlfWHn7XwxX5PqU+LFiquhRpznsmeHUcIpgSveTAhOGFDK9iiXJy2QmCeYPuCJpVbLcJbKWI0jtA5maF9NMfwOMXwJEWlZqBcNbF7vYJbLzSlQWHDffB4iNHIwXhkS+YLB0K06SkUCaAaKJVcqfMhSL8d4uH9gVi0WEVdam2jILXSLKBa8SQH6fDxKQ4PTtHrQYoqI2YwFzwdNdvASsHCnZebeP7lJt76RRd/+i+PcPTEF5JIrqijtFaWolVTIpbhISZBJHksrsFMIxtRGiFMYwHkSxVXDpP9zgyD7kwU956jw7AyBVRrKgeaA9Zrz2zg+s0N3Push3ffPoEWJ3jl+Sqeu1HGXE+k9h/MngLAsb+QjKVyQ0eprqOyWUJ1qyhMZmbMjfo+khEQjzkcUFnBBVdHebnvrGzlUGy6ePxkgsdPphgeJxifpKIu2LlRwPq2h243RLcbSBNJqyK+Xh4WqJqzHbJdafOurPJt5joVqdY3xP7fD6iAMCTLhEA1B1pk3MZhKjnpZJixRBnAlUwDPA4JOZiHJTWf0X6WlqcZtioGdjYLuPPSZTz/8g7+9Id7+JMfPBBSEw+ozADPolRyxrevmdi5yliAPEq1olgY7u35ePRoBn+gogWaKzo2Ng1cu57DN7+5gtu3K3jrnQ7eeqeL/X0SEZjvnqJaS3F508R3X2ngey83UF/fQmN9C+/un+AHH9zFL+4+pm8JYHoYn0QYHZMMssCc+0hAm2mV01Oq5KSY0RxGdOJg5nMdK5tlHD4e4PDxUABvgp38LHJ0iNBN+H0yE204xQhuSbGyIwLFwdLWD8DLX1vHK1/bgFMIMAvbMiRZW7mGUnETH3x4Fx98+AXK+RTrK7T8qeH6zWtYXdvAD79/X2rQ57CeYwcSImJlv7wUZNFezjZola8j8DOEMzpsqKE6D3y3b5ZkbfRyHoaDBB//qo0v7/axcdHA+kUdq+slrK6XsVan3c4a1ss19MZddMc9uAXGKRhiNzgYzzCakIWvy0Cj0x6i3RmJ/ZI/1sRhYTJdYDxN8No3N6UW2hxHLTJzhzg6StA6U0AKpy4Xdyq4fLUh+9rd9/p4cn+M6zfyuH6D2WkzWPpEyIDXdq7g0tY6ymUO6TV0Jzo6Uw17e6d48OAxTk/aqK/UUF+p4sHBAA8O+pgyv51rNIdcTiIqf+bzETRkNk2hWka+UEKp0EC5WEGzlqJZzdA56eDoYQsHD9t4tN/FWWusJBKWhnyeeegFcQpon/gYnAVCuiMhMfNSwEtRX3PEpYT3NbPTSSQ6z+1pOA7Wi3lUXUf6xrxjItB0BJqGsRFhbIQYBLG4wvijBOY0hDGJ8O03NvCtN9Yxj2Z4eNTBYXuE0HQRGR7a3ZkA816uiJWVVWS6hcPjAY5ORhg+iaVWiyYuNh3sbufw+utVPPNsHp9/2cYXD9q4t6fj/r6NKKugvr6KXLkqQwA6UUTpFDGzcDXg9C8+ezq0v/Jbt2CkORgpLaDZQ3HQEsKf06J5oGwxkxiFUhOVygYcpwyN6jiN7iPK9lTyow0OXnwMhwNRgpRLdZRLDVEGsrhvkyjF/ov2a4yJYAQHezIOtws5T1jbIQcdKb+XNqpFpIGBdK4hpu1T0IahDfC1b1zF176+K6AHHVkYmfLZ5wMcPpnBcsly5wCayigDqWQAz0Qq4jk5uHZOwF/mp3Ogxr3BYBYpFcAm7dZCAeRyOU/uj+2tENd3+nhmd4CVhoGVho4//1EX/+Sfn+HgpIhc7Qac/AbSZIY0mQuoR3CPtqwpswLI+KdrCl0KREWllDLsRQwrQZODgQYZ6z4Mc4ZoWkMwXJO+b9BrYTI+w8qGh9UND1+5k8PXX8rhwoYH02KeuY7h0RCjJwOU11OU1xf4/HGIH787x90HIabtWOo//Dvfw9/7974HWE9w78kP8dGDB/j5Bw7e+8KDYzZgm02lfCUIIgpgkuiUbk8VcwgIAHPn4AOkrKEJbAxHI4zGI1y+0sCrr+1gdTWHk8PHOHlyAMuqwTLrAj6QhEC2/GSaCllCyBxUGS2jUdgzKrtjBQ4p4+XfBICXIKtkuf9Vy+dz09MlSLEklQgYJhaqSknIgSMVqARpBFAQhZYCglkE7sx/67/Az/6jXfwaLvz/aNCe/kHn3f8Dr/83vxISKAf458arBDXERJPDOpLnOHyLJzDiCdI0kHuS4P5sNsZsNsScCtBgLANJDu4IdnoECk1Gn3DgycGvsjSX10vwUt6bApZkaJyS6Eor5rkAqQJUmYa47bAIKokKj+DKsgc4fyMCshnMg7dlXyHx8lxtq1S7vKeVWoe//9wymopI/hu+dw5HBXwXIJixSCRE0x6aRMxQelelQORZiH2Lsn8mAMxrTdBMOadEAuieK5aVGpGEXiqQFQBcLVdQLZexvrqKrY11Ue8N+330Oj3s7x1h/8GxgFQEurd3tnD7zk3ceeEZ5HI5qQXPD/OZEBEJYtC6VaC0bIHhaCrErJADf7FENpA3CshJPngmbu5+5GPoj5BqC5TLRRSLeQXsSY4uASQx7xWbZVqp9oYj9AYjWMECXsABv4GYStxCHs0Lm2he2EKu4CJX9BDPJ5gO2phP+piNBpiNB0Js5bWkMpkq3/nCQj90MSQxnQp8RhhwuE23KZM2hDbynoO8y1gjWnBysJ0oEMWwhVijW55Ud9JHZzKQ7GNmt8bMHE4tLKjOF1cAgp1EcVX/fE6YFgL1QsNP//F//fR5+K2/99/LsHzpFb+0eVYgjRAwmGVLMEvAQNU3nNudKwIKgT0DSRYhJhArhG5l3X5uH60srgnYEBhW0Rzy9/L80vLXVmQC9kxajIUeyGtahAEWYYhkxriXGQJ/jHBGFxgftsReUPMYQsvoVjZDGvmwtAVonZt3bZiaA0tzZS1RLgHnmeW/fi+idBUlZIj5jPe+InESVDtfZyRTeHlPn7MOdFuDRrUjY7dSZZOuQGXePeqd8305pguLdqbMidf4OZHcvQTZJbtZKa651C2dYxWARgCYCjMCW1wbqGqXYs+rlMRUn4iNsywPy7VFsmZVnZNtxN9Aso9JOiXhXyn+lR00e1Wq9gjscW1SsTsSdyWzFhLlTQyGYwyHzFxW960IDpZAsyQmyDoh+uqnbglCGlmqk8+Vv+frrYDMS4Wx7B1C5qHijSCAAddy4ZquEI3EDl0s0RWYTEBRAOelNTpfO8E+/p0ARLTql/WR9xuBXpXDqtgGak8h6YfgpZGlcHnG5TrFeLVlPjAdVFj5cgW5UllAaY0SRslFVwQkRX7gnsg9UGW9C+HFttVnu/yMz9XWan2npR0Ja7EQeV3DRN6yUHQsFF1LgFvbzGQdKJF8T6INycJBjMNWD0/OepgsgBnvJYJ0QrqzBCnivaAAYNIECI6Gcko8B4BLjo0irZWXGdRUzfoEFmdzlfOZLWRdzuXyEgs3GIyFhEnwl3b4GrN9Le4b/CgX4p5BV0hP18QC2pV98zzjVaPRnJBmQhIPCN6K7bey/3UINHM9XZJ4+OxESSS/I1cpwS0VJXqQV1UiGM4JMQmJHuL5K8ImGQAuGGWw9JleElnEiYOq5phOVgsYYQqdlvx0yzFddAOgNwf8zEOoFzGMDBz25jgeR5jbecydPALdRqBZCBKCRIGQtnOlNeTLa0LMZkwb54VKOqEAYD2jebkilDEYTFSzdI54StDLQaNqiz2sQ6ArQjINkMzncJweHLuPk7MjHBwfgqGtl7ZfxMbWreX6oUOPh9DDLhA9QpZ8Bl0bwC2/JPXZx+/j04/ewyINUK56qDZXsXPrm9h59psInnyI+dFHiKcHSOIWFtkMqeWKo2TFNFC2DJyOQxwM5pgEJHmo1ohqQhbJbQQh+dywF+KzVSxWUChWsb/Xxd6Drog1JOeajiXE0F0SnBSRhEKrwFd4PSMCeaZgEfDlLJ6KW/47L8dZsZp7RsFyHkvATggDXItI/FzAMkl4Zs9CIpFQP2R9FVt5MjuMCJoRiXqWpFaX9tHM0tUocghwdhqKq+XGZlFmvQEBO+l7uBfQ8SDFiO5NhoVyxZP5o+WFUskwk5IseQKKtoFqsYhasYTFdCFFR4gwCxEhQUKXGVvDzd0yblytYHw2xdmjAdrdAIM5MAgYD6icXHi2oiiLPaTKFD8HxWmnTdwCMqejoK2QN1ElZlL3cPhoiiePpuIeyt9RKznwBzHG/RAnXV+qvm5hY9vBjSsunrvo4uqKjY9+McVHb02xP4nxKIrhrTq4eauC6zsurnhz7HpzfHoP+PSuBl+LYdRC5KvAznoBOxt5fPjhDB98NBPSd2rbwiXStFCENXVPl8qXbHhlGzazq+1MiFP374W4dy9CFCrXJpdW9fkUjskowAT+dIHiuoHCmonp0EDnsYHZkCOkGKZH8iVJgwaKdoZmLkWBQH/oQFs4iMqeVK2Rx+oKyc9zjCdtTKYdmTnSrdCFA2fhYNSNcXAwRqdDDEuRMi6tr+DSRhOrO8xsDVCuxCiPU5QnnOFRjBTjs/0IP/1VhNOpg41nViX67tZKD7dWunIGoH17tvCQxg6SqYXxxz1MPurhzaMIPzpdoGsBlU0DV6438be/89v427/7W5gfvIn5459j6E/QSxxMZhmC1hDz1hCtPHCaY2SljSrBfbrjbXB+p6PhhVI+sY8eI20o6qC7ZlGc8RDqGAdjDIMhrALQ3CggX/TgdzWpzrEu9dnDAL964OMsjLF+28DGbRPffuElfPvOi3D8Pkb7H2PaP5PZR5jZmJwEmJ6E2JtNcS/w0Vxx8JVrddzaqOL//KdtqZgxhSslGN4CC7prZbOluw4Fk7qsyS++soLf/r1L2N7wcPyLxzh58wDPf+MVPP/NVzBrt/Dol+9i78sD3KNb4MLGc7+9jed+ZwfVwQCFw5a4BJ1ZGga2jZv5DdzMb6LVPsHD432YOQ/bV2/CdOv4wV/s4Yc/eYDvfWsF3/tmE08ORvjhDw9x0p3izl9rStVzNanJozaOP7yPaXsGp7IJw2vi8FEbh4/OMAgNjFIbVolgeohyM5L89N50gSePgMM9YGethn/zty/hpZsVHB/1cXTUw5NsgsNsjGefKeJ331jHbtPF4LMOBp938Oc/d/H9N12kaxE2X/exfdPCtdommlYdf/yHp/jjPzrFy3+thu/+/gZubJgoDGZw2zPstRLstxK89fkcP/90hmM6Nzqaltk5Hc0dB40dBylVKfRYNxKUvBiNInBts4DrGwVYmznYmx6O+hPce9AWq2XPpU2kiTSJBABmlle9lpMbmxa8wUxH60STcgsZSo1UWMftUx/zaYiVpoGVpg7XphWBjp1GHs9uVlAp2Dgc+3gy9vHR/Tk+vE+1RYIgTGFbOtZXHdQrDiZDBpfTbpfMtwT54gLNtRTNdfoiZCTqSgg7fKBZcXBlN4fmmoNJtMA0pt/7Av1hitmEA1lDrCK7ksXnwylpcMrKniQjyL04BwKB6XAhANjKuoGtbeaBpBgKoBipPExmMXFY5ekyEOmcJaJGuny5iMtXipiOVcZtSMvDaCJZmxvbVWxuV3Fw0MfhQV+yJmmtWS26uH61ip2dksoR4PA/NIHQFLabYdLKMkau7MEr5fDloz4+vdvG0dEckz4QzXRUcjlUvDycfCblJyEGfoCFvsD6uouNDRem7cB0XLROQuzfGyPwY2xuuWiu2OgPA/QGc5ieBbdI8JIh7gsMWimCQYKgv8DGFWD7WR2FKjdzlck6nabwJ8xpXMDNsZnmvUIVionAtzD3bQz7vthsFys61rfIjuBnplSgHP7PfDL62FywKSYrTKklCZjwXohjgsy0KKRVIQ+QVOMqxqfD77WU+lcR3TUUaNla1DEcLGQgLmyzRGVM0Fbb8qhWILOVjaIYAylVb0RrQr4HxU6kBbbr0gpNsbDFmnhC5XasmKpU07qGWCgYPAQyq8iI4eZsODlavFGyx3vfBHO4q1XeZwGQzdHvhuicUnnLz5GDByrD8lhdyyNJZwiiMWIyo2U4ZUpeM4t2LCw2kot0plj3MfOGbWlcwohWJzycM/tCxzzgYHfJ4F8sJFeYSr68ZyDHvAObz3Ai6lBraekWhAv0+hMBj0nkIJCRcxzkbBe5mgOvYcEs0s6TquoY80mG2UQht2zk2LSVKzYKBfOp9Y4ctERhTRA4EKtSqmYCn6ov2j4rC3KVUcbMXl4vNjxksuqiMCcDlYfgYsmVOj+gidWYZJdCAcDRAuubNaxv1IXVOh75YqtmLS0vQz9ENCOCzwGEhZyo2hN4eSrNaRVLYouJXocZeWxyleUdf4FGtJqzNPH/L+H6rTrsnIH7D3tCzDDzNowchw0abJ7iedj2leKfh1YeRplvkzJfggDNSQQ9AG7drODWjQrA9aiso9efon08RufYx3xoIhhyEKQUKSurHi7ulFGuWYgSHkYC9Ps6Bn0do3GA0Zj22KlYc1dqJjwydKlK5gDdzYvzwMmTCQaDmai5zXwmYGSxyCxHB5auDmNxMkaUjNDvmuj1mJetlPOeA6zldWzWLNx+qYHbL9Xx9ts9/Ks/O8GTJ7400bSwcQjoVj3YegqLORdBguGYQH4qeUyObmGhc9geI1cwxCaZ+U+9VojuGYf4mlgwU11puxxeqYMAmZhXrlVw+XoFe/fG+Oi9PoxUw+sv1nH7ZhmTLMIkjbC/N8OXd6kAjpHQBnyRodzQBAQu0sFgIycZINPpHP4oRDLSkYyoYMuQGpmoL/I6bdsdXNgto76Rx4NHQ3z5aCAA8JQAsGVi+3oeqxddtDuhNPJ0GqClKtcb5rhTXSZ2+o4hzFg6MHC46eaoqNMxp/onoieSDWSOGlRQ/ZssVB4xQZa8CSfHzW4hDG0BgGX4SW63iQUsGQwwn8vJElQJAjc8vPHGdXz1jev4wS/28P1fPMBZiwdMHfEMiGcxklmM517M4bkXaKtLqzMLwxGbch+PHvqKWZOmaDY1rK0auHw5h6+80sSNG2W8+0kP737cw6P7EQ6/TKCFC6yWU1y7VMD3vvMsfu87t9DuDdHuD3HvtI27rTYe9kbQLA4wHfRaJDCFcj+qnHrO7lJQwOHlTbGiTzMqaEIUyw52rjexulnG3r0e9u/2BPCOIwLAmrDlOWjOEtpJ831EgBnLIZMEK1mHGavg6Xj2Th3P3GlAN5n/3JdDp202YGgldPst9HotsXdfXSmgkMvBMApIIgcfSybmKeZkGnMYwZ7G4xrF/UUDnVEJrnO4SdCeoDPHguv87BrMZ6nj5m5dDqJBnGE0XeCsFaJHxXOeGdNAKCz1BRzDwVqpjkapBHgzIOcjRyZtQQ1z55ECd49OEhwdxxgOZlI+3QYknkA5kXCpeu7lOm690pBM3Fa3h3Z7im5rgX6H+6kQVLF7s4Fn76yLUvrTX55h/7M+Ll30cPGih2u7ZVy/WsH6ah7lIpU0OjpnM6mFbSKxeM/00etRdTpBrdFArdnA3b0O7u130O8lmE/VXsi8pnyOjhqm5O1YjifZoqadg+2U4LoFbK5ZUjSc1Rf/L19v9iTZfV/5nXvzbnlzz6rKrL33Bd0NEAtBEgsFEtxESSFK4VDMhF8cYYf+BdsRfvaLH+wJP/jBEYoZhWMU1jjG1ow9o/FIFEECBEkARAO9AN3V3dVVXWtmVe558+73Os73l9XQTMgDxE9NNXqpyrx57+/3Ped8Ds0UPobDKQYc7k89Wd5Mx8zT0e9E6HdCSSzLcJbCEHW7IrDQZmq8KDgndrty3xb4E/izCYxIgx0XUDFNrDSLWKwXkZns0jYx0QOMdB+n4wDHR6F0c69XqtioUgDPce0iE3MxeqMYvUmKaaZjkhVwdDKWZIZu0GhUEaNg9yTASdfHYDdBfzfBpXUXt65WcP1yFV97eQGXLlVwd+sQ97YOcfeLGHfvZfBCG9XFmqS7c/DQWkKU+4IlZsrg4KefPR/an3/3BgwKwHkJWsZDL/de7ELrww+HiBMaothn1USl0oLtVEQAZk9tlijnNA/pfAilmY8wVp95mveqlaa87qPhVCbSRL0p8Uj19Pm+J6lz4tnKblXEizCfytdpGjXBTqczE8mkgHDaR+jtQccxfvDjK/jhj68g0w1MZikeb/v45OMRHj+ZiXnTcvn8UXyCVGhFU0kaFO2SPMPOEND8Oc47LctGsViTQy6fT0JOYHI4jbC+GuDW9QAvXQ9hG0zV6fi79wb41/+2h6Oei9rKOZTqLemSy9jHRUwjB1WajpT3ExiwMgdmxl7jWBLGFLuCMJK/p1w1xGjllkNZ/jiXPTnv2zGL1NMIF684uHDFxss3anj1Zk1KSh8+GIrBa5E1L66B+mqExkqE24+m+Lc/H+GLhwG0wAR8E//5T96VFWMX95/9DW5vbePXn5fw+ZcV2MYCLHNB0gEgDlYEYIV3zefdxWCqjwkI0WyUAKz6lQuYeEOMpyNcuLiA1167gMUFB9tb23i6tY1ao416vQ3N4PiSXV4h+qfAkAEV6bjj3pimQiVycOityDP/8D9KhJgnd///f5lKEkvtgUqDU4gVxCKFeemhjWWwzuQmhSMKk3xMMYleWPlT/Ls/fxVr/4k/X/7T9BH++//sf8GfM4kkX9ecnz1PIUqfpiQXKRgBhTSETlacYGaZEvClIzgMJ/B9dpiOZG/Lr5XCgyReBf+pejPnj9E5Epd/thLE1d/BrjPVLUnxVfbRIt4QA6gEYJrmRFQS/LLqLhUkIx1x8+SUIAIl8a9w2SqZq1KDZ53AgqOdI6DPfqRxQ/qU+TpT6JUEVaSSxxTi2G3Kv5/iChOY0uvI+wGreyg08inHIXsKfxIgmAbPUdP8b2dYbhEyswy1agW1SgULDXaCN6WGgsnnwCOBgPsBRQPj8Nyl8eb4HxkAACAASURBVLReRXOhjnqdSeAKXNtCkfcgCpokdejsqXNRKbtCpCIGdTILMPF86Q3UQl063vjU5sCRg0kmdUwx4ZVQKpGeoLowJf0qrxevPe63NHROT9HtnaJs2Gg6roh4PAbwbFaqVFCqVBWCnaKIpAtFSpdUOO9Bcv1oOaIgEOOK58eYRga8mEZyHSlJSzExpaxwSKAxDZsnyqzLGcc85U5xR6NxpOAgyQ0kmYFB6GMYzqTfkrjpLLMQsYOYJDRuQIXGoEGb1z7xa5EqWxoAU+C9f/pfP/+kfPdP/wkyTV1/Z91KFCXVNaryuioNSoFwLnidxVXVR1tEYblP8s+Z494piChZcm7w5WeVA3qKk8xzymyboh7PtzznqG7alAPzAkXgBNo8+ZsxoUghOGA3N007gTpvcOuczJCnM+SxWoU8luukaJB2RX+M3KVEmJTzv/T1zu+Z/Ln554qfWaJwWeHE+5mqulX3LZpBDBJ6dHUeEZGB6UdLfX7EIjTvyJb+7LkphuZEihYqTacyvEoamiNw+erIjU+wF3OBnVsmJQCTaEUaAF976cVlUn2enOSfIwKbdC5/1ZF+lgAXI8DcJMPvg6IpRXwm0wJ+zudo4jOhjJ95EVAoJD5P9PL9UTOX8VgRWXi2Zi2CJNTOuqXn1478vrnhRGhuZ13m9CmJGKyEeLkepb9aIfLPfuQfJ5evfI8K5cqueTn9CRZW/Rny6im0HHJ2adM0y+Q2pzpM5vDMTQ1IgAkU6BR7WKW/lfgrsHaexwymYk0Uif0ukMoWyrKKLiynqH4suoq0MP/1Z0aks75gvnNKAM5kPyQir3oqf9X5PDc28R7NSjMup6AE4LJhoFq0ZBU0nvNoljRQK7G+jj2arBpKsHt0it3jU0wzDb6co/k5pznEUkI0u7Lnfcp8ZiWhBz2LngvAtaKDetGR+x5RB7zv8xxMGpKpZzA0Cms8j1vy/lIAHk1IM2EgwYZG8ZcIbppLmATWUpQtE2WLiHZdjMkUgCU5Cg0hTUXcY9HEzfdhjuE+ewbRHCR45zxDlKpfywRwqVGHW6uovm0RmtUeX2n3uXztKk2i+oClE1jiZLyHqrkN5yayb0hiFJIUBdbKpLng+Lk8BgdiIEptpLmDSWSgM0nQnWUY6g5GuoNZoQhfL8JPNamQY/0OnCZgN8T4IgF4Mcnw+52n6Pkj7wnzWomcYr9QRTjv4/XoQNeK0FkZZrJWgzhaxmND2FYA2wxwMugKrSKDhcXWC2guXEJBRNAcdjaGnQ6hRY+R+J8iTQ6gORcB5yKOjoc4PB5ItQJrEmzbxaVb35AVn9xHdHIfadBByt/PcIZTkrOYzjBPlKIf8PuPpZ5Q5qJxqkRX3RATFxevab6mvISUIbeCnZ0+dnZpIo0FAc7PPYU00hNlf5irs35AWg4NTxRiGeohDM4EOAZhbzBnfhRa3ZIhZ9rZlOQRVmjw838m8nJvwWcRZ8M0RshDWfZTct/gnytz2QRagYYy7ldJ8yNWnYY0Dd0jCsABFheLWN0oy3OE+y0aPH2f/zuH52fwZqzEYecwTXYGTIfz0gwpMddjEhgy5E4m6d562UWjXML0NMG0lyLkvVtPpPLKsBgm03D1As+SVZzse9h9OEJ/FCPifEvIFJx7MIRFAZTGBZXq5/PGMPl6UfxVs3DqMcutCsol1dtOg+SgF2PYj7DccnD9ehXVUgGnh6xcDNCbJuhPUiy0daxsGLh23sYLGw4uLtn46P0JPn5/im4eY1BM0VxzcOt6Ddc2XCwjwgoifHI/widfRMjdHIvnIGGwMoNVmo4vd0M82A0R8P5cJalEQ+6lcj0tNnQsNlilaMBxTDE40YTkhSmeHSR4ts/rhe8373tAxhlLzPuBunMaZciajQoYHBpCfTSLKSyXeDxWl2moGCkaRgyHtwRWcUUW/KIJnwSFmo1Gg5xeVgKOBZPNejmuZtERsgvN+ocdX0henCuR0ll1K6gUq1i9XMC5rwGLSymc0xmKJz6cUibrqKdha9eAlxaxeqmG5U0X9eQE9bQrZrwYDDCxX7qAJNDhPx3D3xnhdj/Db0Y5wpqF9WslXL+xjB++/AZ+9PIb6D/9BQZP3xdqW2w70j093ZvIuhtkuBPkyGmmdC2srzp48SUX169ZqOtT1LUJOMP3fO4ISjCtupzH47GHeDxDkIXwaZazOGcryF49DNTae5hifyvDznGE7dMI0wKw/rUK1l+u4htXX8U3r72G5HgPh7d/gVFvH1qrBtRLmHUm8DtjeFaKWYn7MQONgg0rNPHvfj7GX783hmY7qC6WpbYxikg2CxAQsa5Dnn9MAn/j9TZ+/LsXcGWjhNMHHfS+7ODC5U1cvHwO05Mhnt1/jP2jE+znGfqmjhu3NnDj5gZOtvp4+smhdAkvvrCE5WstrMQaVmJdqrN6owH6M6AXV9ALTPn/e+MB3lgv4421EnZPJvjZgy66cYg331nAG+8swJ6YsCcWhs+GOHx0jE43RD+uY5hWhA7IyevpNERnEsKo5GhtMMWto3s6Red0gtPTHL2ejrVWHe98fQ2X1qp4/LCHJw978BdCBAshbtws452vL+JC00H4cIZwa4Z/9bMY//pnMYzNDFd+AKxeNFAau9BObXz48RAffjzCW99bwE/+8SouL+koHI+RH4ywPUix3U/xm/spfvkZKSEMTqGQl+sGXnqjhhffqGPrto+tTwOEkwCmHqDuprh53sCtcwUsXG9h8YU29k4m+PzeIQb9KVoLFhZqhmCquCyd/RF0M7JrhuKWjmqDySGiOhxYpaJ0rT6838Xh3hCOkYqT49qVIq5ddVEtc+OWSrfObi/Bbi/F1pMYDx8n6BxkGBzR7K9hdc3E8qqJWqsma+/ZBI8f9mEZMc5vFmSlWopUz6RAO+gVsLxk4+VXXFy9VpQItlty8OjJCbaenPIoiXK1hTCxcPfOEe7cPZY0Gz8AbrUIt1LBbKbh0YMJdp94Cpui57hwtYRrNyuCr3jKVNT2FDbdFy6FxiJKVZfROPgzHt4y1EqQdXysEjaNeorzF3K0Vww0FxtoLDXw29+eyjK1BGutAq5fquHNb5zHyy+uYZLkmCTApx8c49d/sy/9dsVyhmpDw+aVJjauLuDh4wF++1kXR4e+DM31XMdKy8VKqySHAG6yhl6IkxG7QlOsr1tYX7elG3h4yh7NRHoxeRha2WCfma7SxaGGWtNFs11CEmXCracANTrOMOqkaF8wcO6GAZczrJh9imqIPDjNUKnlYI91nW6zRllE1e2HPrYfziSlSRdTa7mEC5dqglfoscdxMJNDFsU9HgjpLuXGiK81b8BCTEk0VJs6Gm016OHXPvOYACoJ177oJCg6dK3nMvRWIhUHmhRXDUwnBeVepUOYiDzpEFYYKy4Kj0wf8/eLS5OdItyMGBrKZXY/O+LqI6qU7/FsGosrid9DsWTBIN6YXQS6EpTTPIFDpDGdnGUX9WoZtbqDak2XZORJt4eTk770arK3lZudnBtiQ0NjqSBLBinsu5jl8r1yULfQNrGwbApWRtzMJkVybr7465jKSDEh3neciimCpg+TCVSjKMLS8MjH6MgXBOPyMhPSFhaZSG5YiFL2FvkIQht+UMRwwh7CU/RHY3kIUlg3dbqoadejZs5eLA5MiJGz1YHU4GvIPrFAxGkKI7Y9x4jRFZvo8gCUA5ypEKBayiQiRZsi0oRoNUcGPg4x1Cw3dzIZ5tCJPfVC6bhhurdaLaFaI5IxREw8n3TuKIchrx2+l0WmBYqubCDdEg8iHMDECLwIR0+nON6eyntYX+CAiT2zCRw3VQYMLYM/LsIfuxj1IowGdJwHqJQMWTxfUChpLrlYPVeFYes46IzR6c8EEcVFBKts3oIYOVWWJEa96qBWceh1QFzIMR0mGO6GMEMTb37zIt765kVMC2NMjQmOuz0ck8JwPIWel1BACf2OJ4vnO7fM+wldfEScUmiI0e0m6Pci6V/hIXt5zcZim1isGBqHIURolqpIiT2dsFs6kpS5ZqkhCF9EJsGn/ZyGYaxs5ljezDHsuxj0ioKcnc58WHqMtYaOc0sGXny1KT3bH33cw//7N8fYezabI98AuFRAdbgOULZ5rslwckpMMjuPdFkFKxPqgyumDdVJ2T3IcLKfS6cqV4UdsFWV+OFnmj27G5cMbFwuYOdxhC8+90VMfvPrS3j5Zh2D2McgCrC9PcPjhz76RwniCefjFICB+qKGYtuSxYEghdNoliIdmkhHpqoZIO46SWBEMZo1C1duLWH1Qg33t05w/9EJRocJZseAY/JrKaK1ZuH4JMDxaSibc16DdBHy+UIBmBtfil68Jrwpe5oU0pmf1ZgDGemMKsIoOPJcNQvEPyeY9EO55xSrDoqVomxgmVTjeZOdV+wVI9yMS6WEaCqKYAdMGzp4950X8L3v3MAv7j7Bz+9s4/DAx2xA1EsOfxwiGHHD08Cb7zTFgTsYRTg8CPDgCw872zNUBJtewAK73Os6NtaKePnFJi5eqOKzJ0N89mSE3Xsh9u9GMKcJNsoZXriwgB//4x/gx//oh/jpT3+Ov/3pL3A47IF6RkxnJd3tjolOz0O3P4M3BuKJgXimIaXhIqKjXh3smPzmqjWLuHRtGe21Or683cUXtztCFxD83HyIxgNnqWrKkns1kf80lkD1rzWkq9zA+UtVnL9UkSRfl3iXLhPnxP5nWGoDLab6FupoNhbgz4BHX/QkMT8epbJoqoKVyD6gWqUQYSDyNMQekfmsmeB7R0EpQa2c4a2vO3jrNRvn2m2ca7UxCzMcDSaYJcRuV2GVyzjpRej2I3z58AR37x9LZUGx4KDkOFi5pmHlmo5qJUG5SJKC6q6fzIA7d2a4c3cmBh4uGuGFjAsatUxUGhbWLrIX3EGUh+hJ2j2Ad5JjekryiSJwXH+xjVe+sSaD39u/OsDWnS5aCzaWFmx87/u38Pu//ypabROD8T729g7wwc+7+OC9rnSOL67bcCs0qc3EBFapLaJaW8QXjzr48lEHx/sJhh0DWWigVjVRraruJtummEPXdwFRyvSoIRiyc2slbK6WceXiAq5dWpTDOTuAoyzEk90jbD87xpPHHp48nqK7H2FymmI2TMUNTcOYQRoHKQUtUxD9laYhlaViGOS8sJBj0o0wOgpg5wWcW6lgvVWBUysJcs7TPYwwxvHpBDuPZ4IUf+trV/H2S1dh6TuwtR254kiWCdMiekGCfhhj/6SPvZOBHGyJYOTzjgYvUi76uyn6O6ncn9785gJuvLCIF66vYn2jibuPnuLOox18/PEIv/nVVAyLTs1AscLE2zJK7jLCPEIEJvEi7P/tb58P7dffYQdwCQafEVwUKlO66IcIwjGSjM/IALZdgePWYVlMylpKAI5tZBGHXlNkoHAdKLQxndolDhWqOD4iKWIog6qyuwDbLqk+cp1otJ4kjXnPKhUX5SCZaEzWeXLgtAo1JBMTEQ1M41MEs6coaPv4gz++KCuXazjHw0cRPvylj60tRTxxyjTPca9Dygf3JSNJ5bpOCa5TFgwfUdXcy1EApqu/WllEpdKEVWQKkymlI5ye7mG55ePVr5l45UVThgakfvz61xO89/Mh+lMDtdVFlBdqkjbWKZyyFiOlWMS9AFN3GqysBDMrI0MgKXru8cQUJuIhX0sTjWYuZJfp+BiD0z0ReUtWA41yAzdfKuDG1wxcubCIy5tL2N4a4P/4izu4/9kx3n3zHL775iaq7Smqy1P85k4P//Kvu7j/IEDNrsn6w++/iT/83hvwkh18vvO3+GxrB7+9W8cXD+uwzCZsoynXtKZTnORznMg87nsprvCCJ8dvLgCzN5Rm10yXBOAsGMELxtg8V8dLL22iVrXw8O4TPLj7GCtra1heXYVdypCZE3gz1pBoOO0w0anEAJWuUvdgRXD5D3HOf1+HPRMJ5izqf1CiVR2KNGiyCkElwbgnJwWC5kY1QE1FtKtUqzJglpStpL54r/8v8W//9g1c/E8IwGHnS/xP/83/iv/tRFGMlHCtYndKw1LYWvl3HmSmcCBQYSbI+FySYS4Xsc3Es48QBZ4gv/lrWF9AEVf6XCmoSsKNA+xMXi9iFM+ENj6bVD8o04FnKWGVLOPel2mUs0Sh9Hae9XOyr5Sbc4o+cxH4TJhTvZpz7Kr0DnLQo1JnCsWsEqKChZY+TZWKFNGX6ba5kHOW1pNUFntOKYzFiYhHhvT2GTBtGjeZdAC8wQzT4QylsotSuaR6Oonuzmj0ZUXBDGV2bJZd6RbnIJmYVj6veI5YWmqhtdQWgTxPE/T6Qxyw87DTQ2upjlarhrXlJawvt2AVIAlbunfXV5extrosKVnKPIPRBJ2TPgb9MbzeDNP+TPk2tVwqE6oLDZRrFZWYtolw5jma83rVfSvpJUlVAsfdYxx1O2gvNbGxsYKSZSOhuXrGRGqMxI8x82N4foJivYnG6jrKzQWZhdjlonRjalmE8eAE/c4BJqOhwj6nvHexV53nbZKSIsymY6GDeZMB8ozvbThH3BegW0XodgW5XsQkSDENMvjQ4POaYf+6RXNPWYggs4D4VQMZk5F8Jlok6VCw5LyUnZ9SLIuf/dlXAvB3/vR/RirT1zMMk6iJqgNYBFB+VhSuWdLr8w++6tIl2lWJnzwL0xyj7kUiAz9fzMZJLzPTpNIJSqy7SoZJWlb+EiViMi0VFlJkeiaCnM3vheKe9EzTrMMZRipDe9si9WqKJJogi33ksQ89jUTMMin0hQH0IJB7iZimBfnM56lCt6r7ucL5cs6gzBbEWCvSgRrAM3XLrjW1+Fry88H6DJqilMh5RmZX9w+Kyfy8yIU0pyYoXHJB8IF8vkjCei4AKxy2Ev35f3jO5m8TXDM7ktNUuoxpmjAp8ukqSRzw80mDRaoQyGdIZkU4m4vtrFjSSdUACGo4+xyf9QAzjUzTAtdZclkuBUE6M5Gr7vlMijJpwyTkzKMIPD8//kf3XMH8Pq/1UkYeqb6ZG6Fp9KZIyXvEmUXgLCX4fGMvAgCfZTR48z4aiwhP/Yn1O6ydMJiyYlqZAjBnOvP+ABF/+QxhiEJdVPJef7W+EoBrbhFcFdtBieaiAgknPoJZoJLa4lFQXeAkyTSqFdRJDpijtqXv9wwBzTlSStQvn2FzoXsu4Jwl5sVQwNeU1WGFXJLHxD+XTRO1ooWaS7GCifZIBOB6qSh91lqmzCI7hyfYOTqBhwJCw0IqfeB8f3lfN6CL+Mx7Pk1+IcLZCHnio160UHctNEpFNEqunMH50lDgowA88WZwiJ6XRD1vBZqYipn4puhv2g4M3i+JPeYzQ+LqrIXKRaSulxwZ5ktvMxOaOlOwvB+x394XXPJ/YEKSrmA+P2gwZ/cwiWAJAgq4NOg06yjVK/KczTJ/jmFXYQHZ1NPkxllhTMGItW0qBcxqAJ6VGVrKUhU4EDMOjSQ0+GREWOfS6ayqadS+jzU3UWxgHBcwigs4SQ10UxNTvQhPK8FLaZpLMPFzzLQyPJ33Y6Vg8secKGUK8mLKVmZy1XJHvj8pDPOaDukJpthFwZ73S97L+PWFgoImYc4qaPDCGSb+FEluomAto2AuQteIQQ9QNWaoGTMU4seIxr9G6D+Bn9fgo4a00EJqtHByOMD+1jaiWYgrt27i8s1byKaPkU0eI0+H8rry3F+p1FAsuhj3Z7JmrD6ADi8izTMSehv3KEy/M1XPzy3vC9x3cb/G5yh//+HRCAdHIzGs0PvAfYUiJnCOqWZMNBzPZioBbNqckzDkpAwf3HpwJso9fLVqSzBhNFCCJpO+nCkqagpnxZzMEhc9DwcFyugmQQup3iK9mwIwZwjc45FgodDojbqNkmuic+Sjc+jLLHRtoySCNBHb/CwwCDLziaXOEZA0SPOBrbDV7CtmACxloG6aC/3SqiSw3FyS9aRKdQ9SnBwkCGjUo9DN/1YB6jUNlzZKuLxRwv7TAA/ve5jOUlhVHUa5AM/L4U0hYTUSGHmOLJgkjrJTnGdLztNJcEiw3Krj8qVl6Sx/tnMiS+3BdayuWrh8hT3qwOEzH0f7AWY0nkUMJAHLyzkubVoi8JJK9cufT2SFpQRYzrC2aeOlSzVcaZVQ9oFKoOHDeyP88t4I7oKOK7ccNJsFTA4CTPZDHMUZjvmBKgPFJq9vHWlXB4Y6Flchiz3mRsbwEJHGJJnFGJBU6eVSz7ewZMnM+WQ/wWSUSpVcifqTVPolmI10TBhG8Vm/wTm3BrMEWZVCjDpiGHGGydTA1NMx0YAJJ+CcQ7r8jJP8mCDxKYIDi21gbbGIjcWSYOiHXibG/FEvwbCfwJ9o8Cc61q85uPlWEatrOgqHQxQOR3ArxP3y5WblYB2WQ9pYAbWahvHuqSwS2vzUQsA5BzUK7l2IOPcT7EQ5HsWAvVbC9VcXcevGGr6+dBOvL97EwZP3cfD4fWS6B7vOGb6B4U6I4dMAPztM8N5BQgkX9ZKOq5eK+MG7Dbz9RgmVuI9q0kfCebfUMdWh60vQ8gZmnSN43UNklobcnWP8WUfK/Rex/paNJ59GePJpiNNxijFpJBUL519dxfnXVnBj5VXcWH0Nw0cP8fC9f4N+7wmKLyzAuVBBMuwjHfZRW7LRXC3J9bv/OMKTByE+245x+wnnQxYqJVaBQc6SXhhjWMgxKmSouwwx6nj7tWX8wbsXceNiDcFoinA4RVXXUeHstx+iezxDP/AxrQYIKynO2W1sWi38/NdD/NVPj1FdbuJ3//AGfvz7V4HDPeDgmapj1Wx8/tTDv/zwGPcOx3jtGxW89s0Kzp2kOHea4Ml0hl/4UwzLKb77Vg3vvlVHuuUh3ZqhdxTh+DTGo6MUv3ma40FHx0svtPDS9SWcDvt4dnSEQknDysU62htVdI+66B6eSNQtM3Q0a2VcWF5AUS/i9ic9fPpJD61XdLRe1nHzZgmv3azhXLUIY1uH8VTHX/2sh//rZz0ULxdw6w/KUmV2enuGzh0f251E1nfeXcAf/3EbG9UM4c4A06d97AU5noU5fntPx0e3dRyfiLm5kFfqBl78Zg0vfquOnTshnt6JEHiM5gcoWjE2FjNZzUstWcNJgL3dU8S+j9WWhUX2xg7Z0xPKwUH4+oJhYe8dU51lLG+UUaqW4ZRKGA59bD/poHM4AB//xM2+eLOEF2+6MOwM0yjAyI+w102w301w2iug1yuge5Cjs5si8jM0ljQ0WgUsrNfR3Gjg6eMJvrjTh6WnuHTBxqVzFrwwhMeOsYmOZGxgrW3j1deUAMweJHYUPSOmb/9UejwWW6vI4eDOnSPcvXssqTMihg3XgeaUpPPzzqdDbH05kb5bilgb58s4f7kqKaHdbQ/PdqdwSposRucrVVc2/3QS8mHEQweddoO+hv4AMlC+ci1Ha5nYjApMu4q7d4a4e3cI105xbl0XJ9DLN87h2uVVeClkffjv9/DTv9rG4NRDY8nE0qqNtcsVrF2q4uneBPcfDHDSDQQRSvc4Mc9EDAcR00EZpkGCsU/HXYZFFr4vGujuJeg8IyaUjj/2+WpYOVfA4koB4wkwGVNsKaLRLEn6bNz3MOp5Mtzmaq4ZWLpgQLcgvXmTUaKG4sMM1Rqks5YojcWlqgzFnm5N8fTRVA54HIA0F0pYW68JJq039DAcqQQrD1/SM8SOkDgXYdn3UklUcVH8bK3zGAfBiHseUKEAXC6LIYCLBx+6ZNjRSwRVCmKc6KLiAEIlCLkJY4pcYYPV4ZToCKZg+I+IDoJDpFico+Ta0sVIU67HnsCp6j+jI65Us1GqWdLNSa8yvwcegOmQ5lDZRgHNRgmtdgXNBVelG20N2487sjwW3weGHMToiNFtDiYyWTT1ixPO58NHbXSabbX0zJJFJxxRmnSPUiQlRmw0BIaDHCYx2gsFuESVWCW5+Q32ZhjseVho2FhZKQpOvVa3UakYiDJfROBZYGEa2BjNIvSnfenKopDF15QbVYrPSsyn04zJO5aOF1F0bbhFOkUpks+QJBEM4iINijhq4MDhHK330mNhEnGXSWqTXcRazkQzu7iKKFVcSVDDIB+GmxyVjpzNQvkeaRzhwLfospsmRCpYHdW9ovjR8zaujO569kwUsbBYlKGbNw4wGfro7ITo7ARzAdhCpabBpZuLPbN2BlgZ8thFFpfQ63CDOMaoP5NNXdVVnS3c3NAc0FhyUbB1DL0Zxn6gNv+6hekskQ0O+3ryUPUF1WgoKNvivMotDssS9LZDWKGF7377Gr7z7WsYZH30sx7290+wv9OTfstKpSqruz/BycFEPht0T9bqJq7eKmPzsovBMJTVOYrQOQjlwP5cAJZeLL4nRelKZEJNKKBEDzkKOT8dh7KIpR8cZUgCDVdvWbjyoo3hwMKob6M/jDEYzig14nzLwMUVCy+8VJX12d0xfvFBD/t7gaQfmahP2dNsZyi7GmouU4lAp5thNCRvYY4xY7c277UlivZELvKzZmI2tFCq0mQDQc3W6mqYQBMLsfGLqzmWVnM8expj614E17Tx7W8u4ZWXGjjxpzjxPWxv+3i8FWBwnCKdaCgkGupLQL2VC8LcWuIQhljJDBFRvX1TFsX5hGJRFEP3QyxULVx9aQlrF+u4t9XFva0TTI5T+F0NRbOA9Ys2WqsWOr0Qxz0lAPM+xsOPU6bxg4kgQ0TgmUfyATFQimBBLCFncVwFpvuJieMBmrhCHsqHoWxYLZqryg5ykjhijv0U8pGDV3XwL4iTnwg7BBF0L0TLtfCDd67h+9+5hg+3dvDLh0T0+vD6GianRJrH8Hox3v3dFr73o5ak7J49G+Pp0ykePZhhby+QDtWldfao0aWXY3XJwauvLOLKlSru7A5kPbsT4vB2hGqk4eayiZdfaOPNn3wPb/3k+/iLv/x/8Bd/+W8w8scoL7Ib3ZGBJEwdJ8MZuiMPrGOJpwbSmS74Z14/4xSGzQAAIABJREFUVDE5AJV7sUHR3sXlG22sbjTx8PNTWTwEnWEtOULiobTUYNefjiDgQZP3BKYHiBa3xKBEo1Jr2UV7pSjkg9PjGXonPoa9ULDdl64UcflqEW65Asupipv2808O8eBuF4AtCW1uvWMwrQg0mxS/TITTHOGU6WUu3i8zObAuNXV8++slfPvrLtxCRVZ/HOHZ6RhBrmGxvYhKo47D4wAHR4EIpve3DjEgal5TB+7W5QLal3QUrRS2lsItsoPIFez3F194+OJLD6GXSyeyEp/5PAVqixbqCxaaKyYWVk3BMo6mM0xHEYI+MOuzVkUTysqVF5p48VWmoIFHd06w93iAjVUX66su3v72TXz33ZdhuRkebW/h3pdP8f4vTvDBL05x/qKF85dMrK0bWOIzasFEprlsAsPOwRhP98c42k/Q3QPCKQ9hBZRcHZbjwy4GYi4KQvalapjR/J7oaDVctBsuXrjaxos3VnDufBULywbMYoKdw46s3Z0AOzsBOnv8fEcYdzngUX3PxKpzEQG9vFmE29AFwZVoEWziSx0TpwcBjrZnKKQazq9XsbFWRaVZkTVJJxhEPXS6UzmgI7Txo2/fxI/evoVgfF+WnlswC0vItRp64QynwQz7vSH2ekN4xHGyczriM1xHwKqUnQy9nQxfu1nDm99qKgH4xgbWNxfx2YNtfPbwKT75ZIiPfzNBb8BEOPeYRVSr67JmSQSf/YJphMO/++T5qHX57YswtTJMVGDQi00UdKYjiieIEw9RMkOU+IIctuwyLLukhqamgzSykIUW4nSKJBtJRUeZBgqa24pFMVAd8Dm0d4qCXkK92hYhWbpPM5UynoV9mAUXRWdRhKVEGyLTJtAzB3puQ4+K0MMiCukYen6IktvBuz9s47s/bCPODQymGr58kOKD90M8eJgKfYaL4i9FYApqM38ow7uiCMAlBKEvaNpcY7VELsi0anURlXJDHP805Q2G+zg9fYrldohXX3bxtRdLGJ0aGJ0YuP3pFB/9ZoTRTENttYJSswRdCDSGdHiDbm0KwOwOY8dWTgHYRaoFSMG/l3Eyphlo1iNKm5UUGcoVusb34c+2UbKBVmMJa+0Wbt4q4sYtBxV2MVkVfP5JB3/x57fx4E4Hf/KTa/iTn1xHpT1GtTXCLz/t4H//V4e4/8BHu76AdmMBP3z7Ffzw269g6O/i08fv47OH+7jzRRNbT5T4y85p6WTTVRqDZBOaBrlvFBS0TvxzOO8RowBMcwIFYB1ROkWUTrC6WsW1a8uCnP3yzlM8+Hwba+dWsL65Ipg3w/Xkun72RMPRPmszFD6YyUZ19lEpPmn2FPVC/XP2v6VTVP3M8/929lNnv+arXztPMEuGTPXt0uiXEmM5J8IQBUwTKPf9FCK4eL3o2vfwZ3/xj/CNZZN36+f/UEAeHx/g4w9/if/xz2/jaN6fKwIwRRNhl847KolwPENVz7eVIsbMU2Tcc/P15tI0niemiCMPoT8RMTjP2J9IIYj7AHaZzk2KmUru/H0BmK+LpPkorjBhR5GGUvO8k1f1kjKpSHFN9XeKSMI0bhAIbpn3PZWuUQLW8wDhWdqOaSwRWpQATPHXJMZzjmRVuDu+b7kIYvyz5++kDOuZnOE5jQKUYGMjJgdZfcDePgPGXADme+uPAukf4z6eIjB/r4TM0lQEAArAfE4zISABPkn06XJedx0SJzawubGhEK9ZKj3hO8+OsLffQbtFAbiO9mIDy0tNIbTE/lRQjmurxEkvz1GwhgjANFGy3sMfzOAPfcwidvlGMHlvq9ZQrFTAjmI5T5AiYDFRPk9k8txCkQMZjk+O0TnpYGW1jYuXNlF2HCTTGZLJDOHYQzieSXJ56gVwqgtorG6IAGyXaYovK9EfGbzxAAN2D08Gcl1QjCwW+TWQMJIg8mn2m8CbDOGN+0iTAGlCopMSI1PNRFZwEWYWhl6MIQ2mhinLKS+gXGnBchdE/PXCAqcRSIhZpuhiabLn5/VH84HGaz3X8N6f/bfPPyPv/Ff/RFDCZ92/8/invCYUgPmjSqDPBWCqa/NeWUnUSuLuq77C59eipC3nnZ/So6vM3rzeea0yfUgBSt0d5vcHpqI1YjUzpEy7MXnG30N0tJwZVQ+oMBqIELU0JBHN5h7ymHVlspEUtK/OqqfAgxaSBKUEThqpopD7D9Zr0dDD/abqblUdueozJZ8RCrQyfGeKl++lSmae1X7YFvtaDSEhiDgi4QhDhAqSImi0VWhlvkbzjnYayKh1S6JR4ZyZts6JVJbXkOKhLvoWE8BRwuok3ktShZi3SWpSAnCU5fCZmhThUQnAZ6L7WYcxzwcUBoV2J+lc/pmqB1gJ3aoTWc7UNB6cpbX/XgJYocyZFKLRWyGDp5MZgoA1DcpE89Wtn38e7ymqu1KuOXlWqDMeP98UzuV1YyfznIZwZgZ43jPN64PP2ZwkOPaZEy1LYg9F4ILqVTZsZkMFr87vSyAUFIKEpMTRuer/Vc4ClfwVNK/MDRRVSwh6FIAdByXTFkGW5u2YWH5BEqdKCCba2TJRr5FiUJ4Ty5QBnq/N825pwWKrTlvVDzzHqM+vp7MPHW+PJueoDNPoBZQMAzXXQd21kaW+iLZnAjDJB8TPp3Eu6d+do1MErJuxi0JTIflNOlqJU6bRR0gtNKyzl3yELJqJ+MtaI4q/FIF5/fBC5OePz1DewygYsYqN0Xdesz5nS6MJJlMfBUkAU3DnNlO5b4VYVQAaknwsyvdiMwUo3dkq1DGejDGeToQYwbMYU9SK4sEZmoECU2hRiCAMEeUpItp4HAvlZgNurYw894DMUx3XmqkEYBmkmLxApMpMMPkiAJOiwCQwTbi+fP9ynsz5c6QKqXsHjddxRjMHWTMFqY8hAT+NdQSZCT830M8t9GHC0xzMmAROdHgMW/gZRpkrK9ZspJqNhPMxzUakWZRywbJB8RMKgp8XgwqrSwWT4KzVvZACJs/eNJUZiGS+YjLkAUt6lsOMSP0C4pwobNIqSDsKUTN81E0PZvII8eRX8L2HGHgmBjMTpfZLsk4PBnj62X3MBkNsXl7F5qVVINpXKw/UbNRksIH1Kha6nYkQohIZ7lsifE7HAbxpIDMMh9SPs+sqhaRU+ZLzM2FaFk56U5z0PZWAN6kRMAlOM8AZIUYhoH2+nRy1FVXNsvxak2JrJv22vHYrFRulkoWhCMCkLqZCe5TkP/fqgrqnoY57IhqJ1KdKYCbcZzFZzXmuiMtqNszzJo0RCwuuBHy6R76kgBdbNlY3XJlLzmYBplN+zwXMPJqTM0Hv59zn8s8iPcQkacVC4mVIPZpmM5SaGYqlHK6lwzU1HB+kOKYAzFsP6WMkDVaBhZqG8ytFnFt2sPskxP27Pvw4R2XRQKlpYDxMMRqRIMrKQT6HSMqyYQh2mzNfSkvq33arivObSzInePygg8cPOyiVLRHO220Daxuci6Q4PgzQJW3NtzHzLSwuACvLOc6vG7iw6mC5YePD9z18+P4URjtH7TKwsW7hesvFZsWBNdVhTzX8ZmuEX2+NUFkycP1WBbVqAYcPpzh8MMW4qGFCYl9DQ3VJMZyCPSA51bC0qRYLRY2IpvMMp5x/DhKkNKlI4rsgQanZNMf+ToRhP0N10UB1geEiki4ZzOHMQkcU0NCmjG12LYddz9F0crTNDEaUo9MDTvrAKEllGTbPiQyUAbGnIws1tFaB1pqG1UUL603ejwx4iYZpkIsAPOpzPpTh5CjD6hUbt36nhPWNAkp9D25vinKdsyZS+BwYcMWgUyGwzc7QfTzByZMJJnEOT2o/8ufPEfpAeM89pJEnSlE7X8PLb67jxRdWcSluyTrt38Vp/w4KDlBZaAKZhYP7AxzeH+DDboZfndCUC0lVX7ts4zu/U8O3XnfhRj24cV96aUkzyws1AAvIkjomz/Yw3dtHocLZZ0mMUrMhCUMxQttCwFDGl0D3S2BMQivvR3UT5145j/OvnsO5yg2cK9/A0f0HuPPTv8bpYBv1l5uoXq+g4A+g+32h9i4uldE5Aj67HeLjTwLsTRPseUTkG3AKplD7p9MU0zDF1NAwMYH2goblBR1vv7yK33v7koRIzupGooMTRAddSfgHNIJRQ27GQDklCxv5sYvfbEV478sAKxdX8ZM/uIU//NFVBI8+Q/joNkKf6P4KfvNoin/+ix3cPR7ghz9Ywg9+uIjFZwEWngU40RNsVTNESzpev+Xg9Vs2/Dtj+J+PcXKc4mCkY6uT4aPtCA+7OV57aRVff3FN6tl2OweSTl+90MTyZh3eyRhedywTBGoYfB4bhQp8z8CdOyPcvTPCzXdt3PyejRvXHbywWcRq0YZz4Mj6u486+LuPuiheNHHt+w0JM9z79308/GAs71HgGPjW61V8/60aWnYMf2+Ayf4AXd2U9fFt4Je/zHF0zP2roeXEcbbWbSyt2ajqatl2BsONkOsUtohdiqAXHWhFB1VHw4KdYbGkSwK44hp49tjH7mM6gzIEhRxBpoTGMMmlj7NSsrBAsaXJQVOMJB+L67xkFWWttQyst0zB8/laDi+K0elMZNXr7ASqYzhKBSHaGwVICzGSQorcsKWLiyXhh7sxyo6JixdKgiY8PBrj6GiMoqahbhWwsWLj+nUXrZaF7mksqThrjmpoVF0s1WuwdAun3Sl6HU8GG24d6AfAXg/YPUzw9ImPvd3wuQCleo5ccbdz00vXjUOMAYeMNjtZVVdBqcSeFw5hudkK4VhlOFYFxXKCYtWDZsQYjwwpApde1Qk7NohwgPTPyfAuZx+EUDjxbGuCJ3eHghHbuNwQBCmKIeCEcvDrDRVKlEmnJMqli5JrMosxIfaKDymKVZY6LPFwMdiPMThIZDBdawCLKybWLlXQWC5i+/EU20+myMMCzPmmioclitoclnPRoaSXNYzGKfa2FaaV2Dk64l2XAg7guuy/KglqgxhUDumJcKRTlKcZg8kTbo6yGFHGr4UHJmN+cOEDmm6uRJAe0vXCXhHXEjQEDy50I1KU5AbStjjEZD+QGtSpqQUdX0SUFcSlTsGWDjAeErkp8eZIY+nqkIGVOnJaDtN6FGu4kVC4M96wuIGNQ8AbEuetEB+Go4m46lYpSqcIBaM0d3wyMRLlMEOgUTfQXrVEFK/WazAtF3duH+PO7Y4MZEpVJpt0EeI0M0Omh7LUJoODCAt66sqPpkWnXoAsNJFFhrLwCi6KwrPAzTAY5BgMgFLNFNGGP/K1pqDsD0PMBoF0yTRqRXFnUiDh98Qhkzj52FPFzppChqQQCZpXCfR8n9gh60jnps/0KF1UgY6E14vFwwbfQw68FKJWhmREGBmqo5ko3FKJBza6AdXhOI9yWdL/4XBwb8KhGcMwVOH9JJaCerdki7jFwzTFYHY00z3PXg86Jym2CHSnwESCOohN2R3hJSiVi6g3mNLXMBl5mE4C5FERWUhXFa+ZRBA1TlGTQw+T0xQPrKIpq9vxsP9siM7BBIVAQyHU0KyZkgotlUy47FsrakjtCIkVYRRoskIm2ed0otTLkc5ycaXqaYIie4gbBsJxhpOtAIZv4N1vX8J3f+cSeklf1vaTPrYfjHBy6GN5s4rljSqmAw/ToYfRaYbhCYV0CxeuVrB+wX2OUt5/OsPTh1PpU6VxpL5ABDSHBsToFDAZGdId0VovorlCE0MBbr2A/Z0B9naGOGW3LU2EsYFrLxZx9VYRw1GM4ShBrxfjtBcz941r60Vc3WCngi3ryW6EO/cDHB7GmPQTeOMUGZ8vLh3MOipOQVDiR8epMinwX82UjZksi87GRJDrjVoDjVpTrhm5bso5SmUaI2J0Oz76PV96Zege3X/KPmNfur6+83Ybr73awOF4iIPxENtPQjzZijDq5sg9HSaNFEx3tjUUGjmMJveDTI1TvMvhd3RZgugm1i1LYIURmlUDl15oon2ujAdPBvhyu49pN0fY0+FaBjYv2vI5740jnI4VIYB4e57timUKORxwKqQ8xXsKdRR+2elLMw3dehSAVZ+BIcgyaqTsLE6DXBKxCdNEHEhyUMa0kxQBE5XOzx/drjqSlL1VJrQwgeEHaJUKePftc/jeW+fx4eN9fPh4TxDV8VSDPwBGxzrGxxp+7ycr+L0/WoEf+PjiXhdbj0Z4thvK83P9ooP1Sw78UYLRcYh208G7767g1dcauL3TwadPOzi4E6FzO8O5cgk/+tYS3np9Fas3L2Pt1hX807/8Jf7Zv/gAcR5idaOEhZaDcZJhEmfSY0sTENE7qa/Lir2CIKoFd86Ex7y7rrFUxNUX29i41MTBzkxWEqm0BJ2btsk0NM1J7OFhb7s5TyeRlmBL0ilKJiKM8WBZqTIBmcOfEumuS+ceMUpr6yZW1wzM4hRDL0G/H+JgdyouYQ3sR3cwHA3RG57CMBO0lxxUKwYSGcYHsGDARAH1ii3o8PZiEZutEs4tlbG/N8bB/hjHgwBdEg1CpuBL0HMXPtGVfoTYnCGxZsoQZBdlQBJkEfwsQjTREI1pPClh/XId9ZYrtAYa9oa9GIPTGLNJgJCphTiShDLTnDSpcBGlOAtn0lHtjWi0YPe7CX9kYHXVwIULBRTpgD6JkXk5Xv/GIl5/fRGVagm2U8TBkYePbx/h3oNTdPoROoMQV9aAq6vA9WtVXLrawGLbxc7eGLv7Y0wTB17qoNNNsLfnY9BTncx8b51yAqcUq9RGzgMexX8dKes8fCCf5Visu2gvlqWmYv2SjeayjkgPEGo+NKMCvVDF0b6HvcdD7G4NcLIfyKKzu+RaaG24WL1cFjfy0B/Bi6Yolx2USw5ODiIc7vgilq5vlrG6Xka1WUatWUZ/PEDntIth38e0z8O8i++/fQHfe+sCvP4WZr1H0BL2+bWhaTUMsxFG2RhHIx+HowCjaYIp9xkzhQGPvBz9HaaAgfMbNl64ZuPatTpeeX0DF68u4qM7u/jo81082ArwaCvG1FM9uxQmypVlVMpt9KcB+tNQhhD9X32VAG58Yw12oSaLInAhK8+7x1Tn2CwYS8pTJ9rfciVt5jisAmCXpoQlEEXE2c5gWaxuKKFcpYHSkM/P/j6x/kdSO9GoL8nvI+WDK0lDQfOyf7doN2WQF+cjJNkY4cRDOJmiWamj3VzEWtvASjvCufUQF65A1sgjLqmAe/czfPBBhAcPMxSrJUliU4zVYSIIJvCmfSRJIP2/RNlxgKPSZxyExDJgJQKa4nZAtFTkIc36SLMe1jYy3LpVwgsvlDA4djE4LuGLOxN8fnuIqZ+julSEWyM6dT48zV1ouStiGo2ETLbJs0oSHXxaJCowIoIgBRDuSwsiACaRh3JpjHp1hLVV4NxGEZcvlnB+o40Lm208ezbDwwcjfHb7BB//6giTfoA/+aNL+JOfXEStPUatNcYHnxzhn/+fe7j/YIr1dgMb7SZ+55tX8M63ruJkeIxf3/sMnz3oYevxAnaeNWEZDVgmXd5EobFGYJ4AztmL9R8lgGUQT2qLoYgsdEabkawlJiDWmdoGtu4dYOvePlY3FrC6uSD0ncpiLOj7rfvA7hN2rtOEVxQUCg0BIhqJaPpVL+8/JACfiULP9eC/JxJ/lY7ic5DJXqZfPRFnbFZYcHDdrKLRqMr9nP9MJx56p0P0+yNYpiuL3yN7fWlUFpVFgidsb86Qy9Ba/XgmVog4Pe/iVKlflchTzaVqCU6fe1ahzZylgZWYRvwlE8JJPEMSU2Ril7QvPxIRHYQT+WwRDS3plHlS8Cxl+7x3VrpWC8g5LCJ+NGKPKg2sKh+nwtVKSOPjP/HVM0cJaKR/EHX5VU/wc/FF/j7Vk8wfOajl8/FMmOCwlfsH9uVReOb3KEIJBZ35+yMJz7k4xpdU0LX8HFK9YAepIHTZbpMjD7inN2RgyT+A4qAC7yqcn9w/ImXcVIkdJQBT2KrVqrKIO7Xm3bAZB+a6iWajimazJgP9OJihaGpoVl00Kq5KFbuO9LVSvJvOAgwnijDlaCaKuoGj7imOuj30ue+YRkgyDh3LqNaqWG2vyGIK+QwXS5MHDQi9wSlOhz0st5awub6OkmMjCUOkPBhKxwTP4DFS6SDilF8iX5Ke4/mLnfDFUlXEadUpS7zwWIwDNEpLbVLMAScFDPZvxor0wuRaEqA/HOCk18dg4mPk5xjOMgwmCQbTBCkTnYUCFlrraC1fRGNxA35iw48tOYOETNPzmqfZkKYFGSDTNK7Eh/f/2X/3lQD8X/wPz7G9Ysg+u/qZhhbhao4i5vlu3vkryNuzPl3pSM9FoJWz9fxzdYZxVFh1dQ3yOpfe7ZzoawqkxA6rxKT8N13noxkRKW+C+lYBOlZj2Nw4ZwpHLdeqvNykBswRq+wB5cNt3mXKc1cho9lrhpjPushHzGsw8AQjTXOs4FeZFkxCSdWTDsO9iqoNYmWFI2YB1T2rSAAUFVUVC/dNPGeZgidnXRJ/PY0WUz+QXlUviODxMx1TXOY1Om8HzSkAFmAJDptY7nkCnYJhgQkexS/mjIHiGF8nVzrGHdUFrFMYyjEj/eoMoywv+Nl9TyWPRYCXocLZdcn3UhlGVUhbibU5n3k0PsmXocwk6l6tENjyvlA3ZUJw5mM89kQwkfvOvPtWdQIzFKFEGopbvEpUj/s8vcvUNquJKChRAObfwDQ4Px9ESvM2PUfz08SQUHZPeJ1wkJzJ+6BS6arnPmIAgF8Xn8vytc6FSS1XuOY5iv6rVK5YFxBHAZKQc0oDZdOAa1ooFkzBMUvH8llXs+DPcxEN+cWeJZfVXsQQ4oMYckUIVvuTMwKD6iqdi8DzNPaZFeoMJ25rcwHYNET8rbsOUj5LIg+uXZB0rRhUaCVJgGfdPp51BkjsIrRyFalmyBkiCFkvpBLAnIXw6+I5KpyNRUyuOUwYm6hyzlvkNcRnJG9hDF4ok33R5T2LJiy+PkTrRiL+8n3O+AxkUCNPEee8D1AnNOXar5eZKmZfM9PM0sQq2HWaW3rDviy3UoJbLUmXO417TFPL61NgWIOpSxJWOCrUYTgO3HodTpWmxhlyCsCCAZ8rqWcIrTmnXRDScnEq/DNfKM4wWV+oUN+8j6TQiJYVQZ8pYPaRM1ihIad5dhbLeTuWzuECEnbOuyXEBQORVkDMZ7NPKl2KYVrEIHMxSx3MYhuzzIGXO5hmNqa5pvDcnFlSbxahlwEIRT5gMlrNZdW+hFQpzswMLRZigZ7ZKGSO3APTAne5QEDDHquMCibsgoUyRihTnk4eAuFvEHoPcdABDjvA0rXvYOn6d+APpjh58CWC/jEqjRTVJv/OAbS8L3sko8DkI/e3FM4jHJ/McHQyg8m5W8OR630yCkQELjqqRokIX35uKZRPxhRMlTGCBpCpz/sc7yF8TxUFxWZYhdjXuZkt9HPpAOYz0pX6FJI4TUErMxk4GZMiSMGO13ABs4kmpn+GkrQ0UaESmfXpKJXV7F36rk2aDUhdIMmEc+QQQRTKvoZ0MO4NWOnG39toOCIA97oheicRmksWVtYdWBapKxF8+ToMTMY0n3C+yn0/Z8lKzCe+W9McqXeLZ6HUwDCoRFKdpSWw9ATd0wzd0xQxyRVlA46ro+kCCy6w0jSw2jCw/STC3fsBwlRDs22j3rKkPpIkRyafKULSxGm7NO3SuEkKQiLksQrNuhIu0JElrHXzcPhshqVlF602Z86s0GD/Mc+UPJOm6HUK6HULaC8VJHy2vlJAq1lA1dXxyccxPvkoxsIlHZuvGFhb0tHOgQaPFl6OwhR40A3xoBPCaVhYP8fOZAM7DyZ4+uUUaU1DWtdRW7Sx1HJg5jr6T31MOyHa50xZNvHySSrp3uOTFKeDDM2VIhZW2ZGbIZ4lGA0SdDo0q6ewaxR4dellZ91aMM0w7qkQWyxzYA1OI4fdBM4tWri+5MDOdDx6muDpXoJRlGAcxRI8JEWMdFkGDRAX0N40sHyugJqdo1LgfT3HjMSDlObtHEmYo7OvyWpu6rj4egEb53ScMwycLxhotkpotFxgFiHqjpHNIqHikLrh9zX4PQ1TI8XEZmQglfdIrktPR+hp2BlGeDwM0TzXwBvvXsatKy1UtiaoPJrAWPFRWPVRai6jUrmKaObgznt38Pl7d3HiWOiS5NDWsLkJbG7q2DhnYGWVM86JLH7u+CxiOjnNS4hDB9NHJ7KKyyYqF1zoNFwMVLCtA6DL+ky/IYvmrhPvFImdY/2li1j72kUsRG004zae3nuKj3/5a5yOD9F+sYql6y5K2lSWRjS1DzzZLuC3d018fK+AoOwhKNMkywo/VrEyxJMj5Ha5SA61iQsXNFy4ALxxax3vfu0qLq0vI9SLCHQHu7+4g533P4fpJli4VkZ9jQQhUsJ0fPD+GO9/MIHdXsDClRVcurKJG+c3cGNtEfjyfVlfPEvx2Z6FzzsJ7tCgkoS4cdnBzUtFNJMYzTRGfaWI6pUqKisWatUItUoE74sAsy9CqVjb7qY44GdSBH0NrVpV1iCdohMOYdVytFeLWFljCruMSlLB9HSEQZdVUzF2hyb2BqyTCSUo9Dt/5OKdP3ZxdbOAjVKOplaA1S/CGjh4tj/E3v4AZtvG4q0aBlMdP/0XQ3zy0yk2Xqti4+tVXFjScKGWoZIHSCZTxDMfYbWOoFrHe+95+Ov/e4jdHWpJlppT0CzFYfMrV+t49UpDGPBWg4p6jC8f+bI4nCZ24PqKg7euVXF9rYhK2RT8zv3fevjiUw+9PMbYSdDjQ32SSFScDiyeWZYXLKwv2Wiv5FhcDSVi36zWsVBtoKjncGReoiN1DHF5jU5OMT49xc0bK7L8JMPe8QiHvSk6Uw+dMXuBc5wOgUnfwLRnoVqi+FvFyoqLnad9PN3uYamSY3OJAjBRx0UREe59McG9Lye4wAHMhTLadRsLRQtl9mJw0w2gspSj0sqx3Qnx0YMZHj4N0e1mOO1lMnQNUroOAEolAAAgAElEQVQcC5hOTDno0p1SrXPYzM0eH+Sx+LwqZWBxkakJDYO+6uJbX2kJpiorhBiFPQwmHvZ2EjzbTbFQsWW5Dp30HGKkePIwxP5uhApRBmUmojQEIyaIG7jy4jIu3lxCZ3iMzqhDayNM2xLc8WQcitiQRBxC6RhNQ4wmIdyahcUV4qVMDE8jDE9ieEzPdmPQULJ5WZfB/trlJmqtMm5/cipr0skQ9TU5cNEkwHTky9+q4+VvNhDkOfpeir3dCA/vhjjeD1FpJqg2EpgWO3vpLOaGkyk2S/pH600T4+EEY3bJDRKMeoBP3dgBCo6GEoecriPIZ26qVLpUPeQomAjCI7dVvx03fjo7lVTXsNxo+f2PmXAgMjgXwds0mcouShddks+kF45nTTrViGMkcpTHLS7DIH4kR7mmo7ZgoNok+icR5HMUatLrTOHKG6lUY7lpCFKSXcJcHLrMOPxPmWpVjktzlsGaZWjUgaUVoMHkW2kJul7Fbz/q4pOPuqg2LSxvlsRBpFMAZuF9OJMBvVXM4ZTZf+rCNetglmHmDeF7Q6RBAWmoknJJwJ5QutK4cozGwHisobpoYfVCEeVGQQRTmhYESRoncAz2ZxUFHd45YC9EKD2Q7FY1yuzELsgqVg3Ba3DrSeekbTtwLAfBJIM3iDDtR/AnFIMpfCtEFk0SxAqqYZry4jKhw01TnQjZRQ7xuPktSjoo8lJE0wTFSoxSPZLUk+lY0l18eBTKaq/U0VquiyDO15pu6umEBxJu7BLoRiJDS0dnx62JEt1qtoWTUw+nJzMRLjjk4SGWfYYzL0Sj0UKz3lKbvJEnQy8K8hx603FIIaja0lFtaTjpTbC7M8LBzhhBN5W1vuxgbZmJAQM63XlFDW47hdlMcTxO0RklSDjIk+SEgXRqIvXYg8iknodq00Rz2UY0yXD85QzaVMN3vn0O3317E6fRQNajh2M8vuehexjj3PUyzl0rI4sCpHGA/lGGo6d07ZpYO1dBe70Et57Kero1wYPPhpLQd6s0Geho1DVZp50Uh3spihUbV16qY/NKFdUFC7Wmha0vu9j64gQnBzEmPV1QSFdvlHDlZkmcu2OPnQYJup0ctmbixQtVvHChPHfRAZ2eht0jDZ1Ohu5ehNNOCK0SQCvTUayjZBri7Ds6SjDo57A0B5Zmo8AkuMXPIFMFKSpVC9eurcuSgbBOHFAmRhriQI8OBuh0RpIYpJP0YMfHs8eedMp/77vLeP31Jnb/P7re89ey9LzyWzvvfc7ZJ98cKnVVd1d1Ygc2yeawSYrkkBIlitJImmDNB8GQ/U8YNgwD9jcDBmwD/mSPPbYEzUjkaCTOSAxmanZO1ZXrVt0cTk5777OzsZ59blMGbDZeVJPsun3r3B3e91lr/Va/h91BVzbXOw8STDsK1GCRyl9X0FpXoNZSqLVEhic0Qkh34xEwOQJU9nc7JpgDc+IIDVeVz6q9UcKD3Qke7E3h94F4qKFk6di+ZGF1g87bRETDyTjGZMTexRy2SwGYQ48chsHDI1OBNPnQoFOYSegQ5pCOsx86WdUsl74rph30nCUOKrwsg08nR6wI0ZMDGkGMEGlYpsGCh3gLceRACXPoYYDlioKvfH4dX/ncOt7eO8FbuycYDIktzBGMFAyPTIwOLXz3D7fw3T/Ywngywdtv7+HOvYEcXMbTHFsUgC/Zkpjfve1jqW7jO7+7hS99uY33Hh3i/ceHOLsZo38TeGZjCf/J713Fl//RJhLbRGyb+N++fxv/6nu3BZF05RKJCDZOppEsGs+44jnRxTkSX0U0o6uWA6HFIZ6TIDVHvW3jyeeXcOFqQ9D5gz7TdgX2i53VZcuBqZsI01h6nYln56KhhHgxpjq63Y4sDkV4r3MASkd9reLg4oUWtrfqqDeARgM46g7x+LCPwXAOf8afGQ+0JRG7OqddHB0eQ1PmWF21BOmUhFPE4QSuXZK1vupifb2C5ZaLzC8hC0p4851HeOvdRzge+uC2yQtURESOz2iMIdovxepVDRvXNTRWDBEqafLY3Z3h8e4MgyMDw2OSG6q49nwL29cqcKoJSrUEZ8chzo6Jf59iOp7An3lClqCnoFqrwK1XBN0fZSQ90FxToJ/jKZ9DFhpugHZjhnoJaFhlrNVcfO0bG/iNb6zj8GiITz45wbsfDPHGWz7uPgph1DWYdQ1PtWI83Urw8mdW8MJL21jZrOKXb+3gl289gllbg1lfQ2+SYf94gtPODJNRIG5yYmWtUgbNMqBa7HfToQQa8pmK/kGA3r4PJSEqPsfSKg0YNraumKiuGqit6Ni8tI3NixfQOZnh4d1T3P3oFA8/nuLhxzOUbQNl2xTDxsZTVZgNoDvpYOSNUHMd6WjqniY43g9lSL+0WcLSRgnNtiure9rH0f4JvFEoQm/LreD1L67i9ddWMDnbw/RsFwhL0HMKwFV4Wh+eNkDXz9H1MvRH7ExLZV+XhjFiL8HoUMPwUMVSA1hfAy5fqeDl19Zx9UYTv3r3CG+8d4TD4wydMwpfrJAwYVsOSqUmyuUmTgcBzgZE6CmYvv/rDuDyi8so6Q04RvNTAZikDhqvOFCaeANMvYEQAjTdgu1w+FaRRTwtUxMceMyDWFCorVZDrhddz8WIeHBwgIODQzFVNZsNWLYpKFfP9xZiH/c8FVjsQuMwOhkhikaYj04xH53hwnYLT15bx7M3WrjxVAk3nrYArQeorJjQ0B1Y+OR2jl/+IsSdexkstwrbrSJPmWDlXmyC2awrnavsAGaHPZO0rluWZOicqS6KtCYNARYGY37dHkolH259jouXDFx7uowrT7jo7Lvo7FWwc2+G+7fHCOYJKk0DdpnpGT57Odtho5UrA24ix2iwY5KIJCNJbPFX6WWkKMUhL7vrFAx7A4y6Q2xvZXjyqoqnrwNXr2V46ikNLfciWpVL+PFPD/H9f/8ANz8eoN9JUTIN/MF3tmTVVyayfv72Ef71v9nD7XsTPHGhiScuNvDyC2t46fl1HHYG+MV7O/jwjoe9/TZOTlowidrW69JzJr3nQkHhIIx7jyIFXCCgw0Ks5CGQYrbQcoCSyzoJEjZIS5Eyc+zc6eLR7S5WN12sbblY3tSwtMV+8hyfvJ/h4R2afisoVyoyXKWowmHxea+nDO7/AfKyEBEW6dRzvOwi7/frjG4h/hS/txjqz+c+ZnSpKAnqjTKaTRera8tYWV2SpCoFiF5viLPTHjpnfTh2VRKVTI9LQkgEYMIpuY9l/QtHrRTxqSZxLVJp/6ABmCIExSslo/zLJHCBrKUIwUEeRQ6KHYIJpnjJ9Ooi0QrpnQ5EBI7CMcI5r7Eh/GAo+0qaUthLWYjGi4weUawhBcEC5UxBg1/fnzFZNxfzEgVbDmulZ5JpssXfk9BF4xF/Lz8POTtFBW76/OOVs/8iVFkk9IgwLNI65xhfDlJpepQUsAzXednTyFkIbEV6uzDYiqhMwWYhMrAHkvcEE4oUb4zUkFWIvoVozPQMf69JM7VtYjgaYTQef9ofSBQsBWCeq5m65ffFgR+pLuwIXl5ZwdraGlzXhetW0O+e4ORwT4SRJy5sYn2lVaT5mJYSk3aMQMhBNKKqWGnUsVyv4/7OLu4/3MWDRyd48PhMzskUf5uNBq5euYZrT1wT8U7EpQWmm2n/0XSI8WSIpVYbmyvrYn5ImCgjg4PCPqkD7MykGXg6wbQ/gD+ZIVjsb1wO8ZqrcKot2JW6JHLDqC/PSdEuRKsgdSgV7KfQYiwaAebI0xCHx8fYPTjE4dkApwMfnVGAwYRdfuwkp8CeY3X9EjYvPo3l9auI2RmvVODT4EaCE4ePRDJLvy9Ro8WeiV3Gb/wf/+Wnt+CX/vl/I/exYMEp0kqCb7GI8laKLk+mRiURT7R3katcpC4Lk4KWsHO3SBKfXzvFr4tkq6RCi25oEZliiumRpCT5v/Fdw2E3vz5TwBRp0ihFFtE0X5L3ANOlkqqlYLjo0hXzt/hCeN2e94BS4Ellr6YrAaLQF+GXvzI9HoczQa6qeYg08mXFgV+gf6Pw0x7m845pmhWK/GxWoIXzHGXTECOoiGolzjNKsmzLxtT3MQsCIa+MPV/Or/wMOS8Q5LKgYDWZsUnLspCsmD7n+5pGdkFoIWTvPM0eSSqmY4rAglZVVBCYw2AGf/1UsBUBnucEJu8WqWN5GDAlW/jHpT6VojGfdNJHSxWW7xAanwoqwj8UgM8fKoKqV3URBCeTqQyLz+c25whnPq80eddQLCbx6NycVPQ1M/XHOV3J5ixNX1xErIoifrvAgQuFgWQjPhPl2UvyCK/fXz8/mXhmsm+eZJJWpABcxCzFtiN0gJKhi8BLoZYJaM7y+BymID33PVkWhUxVAYVYS9FEAC5ZJTFhFlgAJowLcwlxpHFadNHLM5QGVNuEzeebyXANfyWZqcB7F13A52vxfQjxjiyO4nssBODinEzxl4tnimQ+K2r2GKygaYe/I1Vw2B/jsDeWF7hRb4pYyZ/FbOYvjDmFKE3MPk1aUTBjMSZconVtHa5twbVY61WYpDJ+hiH3U5HUS5VcEtSKXnLuD4XANg/lvMxrhh29IWmHmoIKk9PEP9NsX7ZR0ovebZ2P/ZCizlwqxc4GXVSaNbjEOrtloczQ5Mjrn8ub+PDYa8M/JWsRnBLsGityeLj1gYzOUN7XkvEuop6L+1EsSYL4LgwUhYOhQL3znc3UKJ8vFH9poM75npRAIG+EonYwDSKkszlS1nZJt5AKu1mF06wK7pqmMQlEMNFPfGlGAdjBZG5hMrcxjmyMEhuj1MQgAYYpMOXMkalD8kgUWwafhmbJfLR4RsVSQ5WQ+MV9pojAOZTEgUTd2LVscv+RwSfKO01QMlyU9SqcdAAnOYOZ3IOevYvQu4+dxzEePY6w/fK3sfXSb0MNY/j7DxAND5DjEBmOoGg00M5h6C4MY1kMo4k3QDgb4nQYirG30rTRWC2MkKNhIOQ8Cq1cNOI5joWI82amLMdMidM8QJmLz5Zin6mrNMzosEmuMjIx1fD9TMJn5PPjVVGpG6jUKJzaqFQtTKYBBoOZ7GeKd7CC0Oc5QEc653sgkVQ/xVQKx82mjmaLc7vC9Buzz3nGoA9pdaRMekUS3uLZhAIw6S0Kag0avo1FX26MRtsQEz9ToqzA4D83HuoYDbmXKfbWFIA5S5ae+9RBltkIvUBWvW5gbbOEak2HlgXQsjn60wyDaYaE+xrXhF3S0TRzNKwcS2UF7bKCnUcxPrlbJLyX1m20V2wJEHizFMN+iEGPxArOkJgA1qT/m8/a1dUKVlfL4J7T96fwZ3OMBpB14aKL7YsudDNGGE+Q5Ay0FY2Kp4+Bk10F6yu6UFSX2wrKJRpqcty6xQVcfMbCM6/ZWHEzWL0A+iCEEmRAkOE4AE44vyrZUvtJChLPUw/veTDbKswlFUvLJWwsV2Ew5fp4hMHJDKvbpHHZsLQURkZaZYqTLs/KwKWna7j8VA2TbojOni+iPPc303kCpcwqOaDpOmL2izhj6/mYTShcEpMNlJcVWU9vl/HKxRocGHj/kzk+uU/SbIzxPIJuZ0Iwk7dsSAy1jpULnBGYUNmb5fliUPCJTqbBhzVsuoLesY7eiQF3LcfGcyk2L+p4od3E8+0m2qsVtFYqiLt9jO7vwjsbIc4NxKmFPCojjyrwywlm1RCxxmdOhmyeYTpQZe2cBbh/OsPyxTZ+41s38OzlFuY/uYXgJ7ew9voyVl9fRmPtBqrOS/CHJfzsL3+En//VD6FfqEC/UMbWkzqeuk7hkboH65D4juXz04ep6BJ2VHITSa6L8Dr9ZILprTHcSyZazzqwSioyzinGKR4GXAmebm7j6eYW5oGHw/4BAiXG6o0nsXr9GswzBWZHwd1bnFfcRz8Y4MKzZWw95aBuzdGwQgz3A5w99PHJXQPv36/ig8dl2FtjOJsjTL0MQ1LnxsCcr6OIBpASSq6DZ55X8ezzKl5+chOfe+IqtpbW4at1+Fodb/1fP8Fbf/YT1DdTPPtbS7h8o4FmXgZmBv7Hf7OL/+kvHuOLv3Ud//Q/fRXPXLsAe16GPVag3foR1Fs/wg8/9vH9j4D7noqoqQOuioaRySKht72S4/lnlvCFz25hc72M4aSDwbiL2aMcs50Mj/ci3DmcYzhPJVDF5DdNBKmvYWLEGFkRnGaOlRUVGysmtpxL2LYvorfTxdHtfXz8YIyf72a42ckR00SpAN/54wp+919WcGU5QyMMUSZFYV6VpYRDKOEIKBtAq4qdfQV/+a/G+PmPAvyjP1zFl/5wFRXuWztMXc/kbM8AobW2AWt9Az/46w7+/H8/kDpbxdGsXDNzOMuprJpmo6Y5cF0VlWYO1cwwmvKQk6GmWKipNp4kSvmShRWX4mQoyMDeSY7+cY6xkWJSStFPUnRnKc6mqdxkoyBGSTdQtUxUbKDsxKjXgIsbFVzYrKA/oguMQ34VlRL7EDM41gSONUWz4aLZrMrQi4PAWRhjfzjC/nCCIy/H0SzHtKfC72nQYwsV00HNslAqhSiXQ9RcJmlzlBwKo0yUqOgNilV4cDMYuQIrL5yAjRrTmcDGBRsbF21Jbj3YneLwLMTYzzHxconAM03LizSLVTmU8SHPIUkuIAND8EFh6KFk61huu5I84eF2MBqjUnVlRUqMaTbDdD7HqJNh2M1RUzTUVR1bmzVcvtqUNMEHNzu4c78Pm5gNR8N8TMGbzigby5slNNctdLtjdLpjlF0djbYloliwSMumEV3EGvwwkCSXxs5JsuMVHePDGOOjRBzGdBovrRrYvmJjZdNAnaKcq4j4zDUdMBnEgTa7Uui8z/DiK0uy9vcDfPLJBMdHFM6YHGHalD2GgG7RZcP+KGDOBFdKsY8JPiId2J3LLgn2QDExy2Ea8UbsNbRkES08nxdOdm48f334yIthqGmL8yvNmDpJkEbERRNxVwy6FCaRdYqCRG8yDWYvkiqhuP+4mWA3IsVfPnx4GOChx2ZyuZIKNrTcYL8xH5Zx0RdLp1pQiKNxWDjoqw2jEImZ5COrO0+gqUy65gu8jYGWbaNN4ZGI8SqdhDnOeim6/RS9Mfn6oQxyKW7LokOOnStKAY6puibqdXZq2JK8pXPmYHcsCU23xr5aHpLpnmYvjoLxNMJ4EsF0mO7UYTHJ7CrQmC7kASnl1y5cyxpTzbQ/sA9DHEkZ0phYId437M/hUF6FU2ECiOlhJm65GeNBRpVEExEtEXGjiYIsZr9X0dtGdDd/ztw7uxVLxF4eDokWKpVz+b6JLxV8lWZieBpjeJKgvWpi/aKNco0RFaa22Wc7R6c7R8Vl11tJBDNB5SgFIptngKLDKZJuEvaPODxM2oWYeHocyLIMB+VyRYYsg74HbxqKoLy8Uiu6hSc+5gGvO3YRs4/MkO9t5aKO1Yu6uP/Ylzsdhpj1Y1liWrIUIDEQz00YloraWorKUiqdKTOuWYbphKNHC41qAzUOtokhsQpRnAnQ/omHRx8P4Q8jvPzSKl55eRV9f4RBMEK3G2LQ4cs5EywjF5HftsUEaYrJkINIFW6tjEqthBLRI9Ucx4cz7D2cYDLioJMDFQ2ttoZmW5d0PfFFTtnBykYT1Xq5cN0GgQyzuPpnEc4OYtkUrG+aWN8yoS5QOkTxnBzToarixpUqrl0oCzbbclKMAhW9mSLmmaNHATrHIexWCqfFZ36RJghmOYadFP6EHUNl2EYJqXT0hFhZtbG17eLixSY21zextbaJuw8OcffhATJjDneZj7IY4+4M0yEPMMVh/uwgxOGOj0bFxtde38IrLy1hZ3CCnf4xdh9H2N1J4HcUGDMdFnRUtxW42yrKrRTlFl2EmZiepkzPH1IUJZ62SH/rSgI9m6NSzrG25aDeNrG3P8fufoD5WEE81WCbGlY2dTSXaL5JBfvtL3C8PDDq5RxGKRd0kWlw2AshCrALiR0yhqOKEUaz6GZcDED8FPE05d6+wN7pGhKDPR1MGmnMCIsL3CO6JUoEk1126VjU5bDEs7Lip2iVDXzl9U189fVN7Pf72B/0JYl5chBJL+t0lMtm7I++8yT+6XeewnA2wC8+vIuHR31kmiNYq3AWIfRCjDoRhmcx1lYdfOe7m/jSl5ewc9DBzsEZvMM5wqMYT2ys42tffwlPXt/C3tkJ9s9OcfPBADcfDjFnr1E5R67n6A0K56fGvxQd/pSIpzn8SYJsTqcOjQuFeaFUNeFULNQaDtbWq2i1yujTOdrlfUn0oifvKiVhnzjTLnxGpFjZKGNlo4Q0U+FNeS8ymT2DN/OwsmHL4ufP8z/x9UT1Ewslz2A1ROeYbtoZJgO65/mc07C90cD2Rh0a0zmhB0uP4bpE2sXoDyboDcciUHBVaaIpFSSJ23dS3LmTYf9wIM4+P42QM/XOZPy54cQtwyU2s6Gh3NREvOVhLwwSoTrwYOdNDfgz9ncW79uKywOJis0LPFAYYpI7PZri7HiA0XiK+pIlKyt0EKRMsfE+JL6sm2DSS5HOVWSBAkePUbEirC2beP7ZJTxzvYn1TToaHdy9O8B773Zw1ouFxjJPNXQGRH3NsOUq2HZVvPrqEj73pTWsXyrj73/8CH/3k8eS0lX0KmLFQAgVfpyJeYdrPo4QjEOYLmC1iOXSoYY2ct/EdBCJyzfjZiKPUK0CK+s62kvFNcG11FpFu70iexRJiU6nGPezgo7Aw/CMOE4TzdUKzDKRmDPMYw82k7WWhtm46Pghppn9SjQKbF9YxfbFVYxHI3TOTuENPaR+Juj/L7y2gtdeW0H3qIPuUVf6ZLOE15eOSJ8i1icIMg1BrmI8yTEY0DlfVFmEXibp7XiiYGmpjPXNMpbXbWxcsqTf5eYnfdz8pId+x8J4UJZuXsFKGkxwcKBoYzgNZVG8Gr1/99OhffPFyzD1CkzNhaGVYSi8honWLNC5TMOG0WyRv2MHJFMqTMXbi6GkLtfY3ItRdmysrTXRarFLkgSDFPu7Q+ztjWTvVa1bIE2I+14uisdMSWlmFUZpWYZmwXAfaXCCq5sWrm2Z2Nzm9alIn9TKqoNmy8Td213cud1FY7mN9YvrOOsp+MUv+vjkVgC2OCVoCCIuYPVIOEKUnMIwYmytrWNrfQMmE4Oahn5vgP3DY6lbqNRXYZcbGPpDDLwBWo0AqysRrlwp4Ykn27hwoYWb74T4+J0QnZMI/R4TgOzsSqUyAygmDYpiyfBKMJkyUMxl5sO6iowdu2qEjMM63lPEMSYWZO/tTZDNJnjhWeDzn9Xx1FMqVth7tczv00W/W8Wb7/XwszdPhK4wnxmCS/zdb7bw3W820V4Zor06xJvvneIv/vIYj/fm+Pxn1/CFV9fRbtlotxzcORjhxx8c4+P7MbonKxh02YPqys9fOuTUIiEuRjwRPon71ApktSAG+R7msF2VxCIXzYmNJRsll/STVAZvj++PsXt/jNVVR9bmRWDraoH9/ujdFPc+IelnWVbExHUwEvXcUNlLacozXtClMqBl56Qi2EoO6ymYMIwo17ZpynCWWGESdCTtphL1yRoRX/bGxJFzMFivl1Cp2rL3o0jgzWJ5pnO/SdpJGNJgxX0/B60F5rNIwVEIZvbnPH+6wH9KGm0hai76c88hQud4XMnaLlDQkgAWTGqRJi4SakUeVwRDEZ54ZiLhgEO7UPY2cUIsrS97ZwqseRYgiydASmR10dErNQYiahSCAYfMYUBjJr9OgXsWQUUj4rpIPvO6LO7DoBBl5XvjYLJAWp+jVCn6ipgjmOiiLLjoAebnUohNpIAWCEYakYoEG4Vffh/nX/tTIVl6Swv8oMHUG0UE9gmLQMhnIsUEXg5Ey/L9Rxw+zwTclxciCAfBFK1p8pXvSyJfxWdZPO+YoCwElZJTJC/LZZphbKnlIfGHiWu3TMJGA82aKwhEIiwLFC0w80gXmcq/o1WtolWr4u69R7hz7xEe73WwfzzAZBbBtJlkL6PZaIrBhZU/NF5VqyUhbVQqFoZDGsHYQbyKzY1tuBW3SJQt0Kf82VPwsPnzpRgfBAiDOaaTmSTUDasM3S5DJYlEN+X6JJqU77Z6rY5arY6IXc8zH9GcyNIQWUz6VpE05+dH0VWMW36EsUeTN99xHJSO0Z+MkWllaE4TemUZZn0DVn0DQawiSIpEpHh0eX1SuGY6diEWvv9v/9tP3yWv/bP/Wroxz1OSFLc+TevKFyi6nCmCnbsBRNY9p7svwMPU4qkwnhs/pO9UDDOLVOo/qAmXK+m8V1j6UvnIWKRfFUrVi7RsUpidi1QZ3298xtFgUKTPeHblNSb3+UIIkntq8T1pGs/pxTuRZ1pSqoiLJb2AJ3SKxExbZzxThoH8HCgAK9JDlRS1LDRv5B6UdAIl9aDQUJEBFceWVS2XUC2VxSBg0Qius+KpQEoLOp14Wxol+BnyeSe45gKBzfeoGC4EUXxOcOb7uqCZ8brmc0CScWKWoMBCU6KGIEsxTiPBQC/KamVfrTOBy2eghFYLCoAkeBeCvXQd04AgtUnFc4VmG7DffJHWl15nwcvzniuehzQOEHHNXtDp1IPn+wh4/UZR0Z8s5AD+0zTy8FLg9/1r8d8ittOkYVsTsx4NNJLkpijOZxevn4VYzY73IjXOft+iZ7qgvS36moV4IL9B5mgFpWDxPRcPygUzgZdvMcNhQpbPP85/aP4WA7hQl2j+IamLpoFcxHWDRojFc4vCUZFK5udBMlrRj83Pls9NvtP4MydFgL+eG2/4M5KUq6QUC/y+UBgsEwaDC2oGR9NEOGUKmSndumUKsjmPAjGFiDGFpggCgjMFZ2MPZ2MfuV2CxgQwBdRgLj8D6d6V/t2ib5f1GazS4H1fsQyhKBJ33Sg50Pne4DM4ScQ4Q6MBKXFc0tseRvJ1JzMfU6Zz+RTJFUmGRinnXkxh8pnpoOnacg53maamAExB3guL86PvYRT4RZZO5sMAACAASURBVJWR68BmUphCos09A0NGhnTHk3BGA5jh2LDYoV5zYLq29CGTilA4ZhYC8KLGoaAwkFa3EIDliVe4uopWCr60Fp1vDEyI+4Ed47kgmpUohcpUMPswAwrAETKGJpIUpsNzogWFQ5+SWexRFs82DzZ8xcGcxDefdEIFQaxhGgGdIJE1Iq4/M+ArZcRqCRFXpiHOijT+4oEn8wx5TpKKIQEKBl6INi/qoQrGX/HncyiqahpcZQZXmUCLDpDMbmM22cVeb4b9rofNq5+T5bBn2B8jCwbw/Efw/B2kGWsFAiHHOPYGkkhH9/QY/W4HOftBDc51Lbh1W2ZjvY6PYc/H0rKB9hJnbJqIkfMQGA5Y6ZWIgTSgcC51GryXNOnRlr0EN9A67yfJLklgjDVJvD8Y+uC8UnccaLaN6SzCaFxQTQz2YzOVOVLgDRVYenG91KuG1FK2GwaarilhKkrsXKNJhE4/woCaBQNkU5qNLbneIs56/KImpda0ZG85Gc0xIRmxxoCKLmZ6iqG8x/tnOnpnupwTchpjWGlnFp3OSWIgSQ3EXozEj1F2DdSXWWGnyXyApiImo7lIVlQcHQbP+06CqpOhVdHRdnUcHwO7ezQ5aXBbhoSLIpLAglBmeJy5hRG74DnvotkshWmlYuCg4Sj0U5md8LMvkm05tpYq2F6qyHzouDfDLAwFP01wxuAM6J9RAFZx+YKGsqNIrd58nmHgAf0Z8OTlMl684aJuZph3p4jGgcyMaawcMfnO/TaT/RmvgRzdfoTuIIJVY4BIQaNmY6nOfnEFo4Enxg5S9FpVGvv5rk4xZ5IyAoJUQ6NdRaNVlTqu492p4L59Vicxia8lQoKtV03UaySvEIudCLmNNEquy1dtXLnm4MqqhSfaBhi7//gmRcgA3TBFZ170iRsM9pRVtJwc7QpgV3U4VSbMU8wGsVAnR/MYAa89zucNBY1GBc1GRWreLl23sLFWwoaxgk19FVrekRUO+/A7Q0zGc4xiFcO5hmFXx6CrIXMVKA0FEQMcxHqPUnhT/jtVdGchzmY+rj21jN/77Wfx8tUWTn96E2c//QTrX1zCxheX0Fq9gIZzGcnYwIc/eA8f/eA9PDIMWctXdTzzooGrVw1stWysUrsI+7IYokpZFamU4ShlmImDk9sDnN4eonRFRe0zJirVHPYsRDROcOdUwd1TBZerNVyu0fCSYZz7yEtlrF79PNaufh7Jzi2kO7dwZ+cIb+50Jd383KttPPlcHYY/geFNcP++j48/8fHoSMXZ1MbpzERszGWNJxlGQyAk/p0+M55GKwYM18RXvtzAV77cxI3LDVxabqJhOkhOElk//Pv7+OHfP8DmMxX8xj+/iIuXXExuz9C5M8MPdnr4250uXv/qq/iDf/JVXKpVEO0dI3i4h8MHuzh88BifHIf46CRDj8EaV5XwoZrkUgXw7GfKePbFCp67uo1nL13FctnB8OyOrGCSIphkePwoxq27ETqjDGZDh+7yAUC9QIWvJfC0WOo5L22buLJtQ4sa0KM6gt4Es7MeHh8EeO9xhrtHwMDXMAw0/MGf2PiDP3FwoQ3YXgI7LqOsP4+y8RyyydvIJ+9gPOXzy8GDQwW//NDHnb0Y//gbV/DNr1+BOu0gONpFQJOxkSIqqVi5dA3Ll67h+395iP/1f7mPO7dGUKqo5kY5Q/1qhMa1CP1dBb09PkwVNJssf6e7RBfU5pPVJp6sNfHUioEn1ymYzvHwfg97j8fQ4EDPHXjlHJNKil6WoePlOJ6l2J8E2JsGSHwNeWCS/Ax1nqFqAc88beKZpy189CjCR49imLmCDVfDWgO4eDnEpSthkeYKVSxX67i0vCQbtAfdDh70BngUZtiZZ5j1gKADRB0N8UCH5ul45VUdn/2sDsdNoVgp/CgpnCMBD7MN6EYd+4/HsijcRLMchppj6wKweQG4fqOJp683kEYxOqdj+cDnigISOvsD8unjYlihAnXXRLNho1F3EMYG5pGB8dTDeDIV/ORqexluycFg0kF/3EHCbg5Nh6+k8FSmiVMpjE/oWAkgpeovPLeBL3/tKpyGgZ++cx9vf7IHjZ0mpoXpwMS4QzRdDrPCns4IveMQ3aM5VlYtbF204bjqoseCCWxDsK1pSvydj0RXpNRbXFo7CSY77JHMYbo5Vlj6fqWK5jJFvQk01UPo82XCF7CCCZEbHl1QgRyAXnppHS+9tIZ3fznE3/31CTpnEdyajUrdEqcg06KaHcjyA6bfUhEJzxFk8ZxCmY5Y0MocCOQIKTimReqAi90udBpy4CEoKABBkIioyIN+rWZLf1EYzYtenSkQzJiiq8AsuYIDzpUpFCWCqZmwNAPBLBZcMQ8BdI3xYBrOIO4zlWYD04DbyFClGNRU5IVguUxSF90vgUdxiDgRWtEM6Ox+aeioNwx0dgOc7fni/BaMtzjj6PIycWm9jUtrLdjscVFVnPR8vPXeMW7e7aKyaqOyZgt3ny8MImlKNKUYQM3OZC01Xaw0aygtNpzjWYwP3hnjw3fG2LrKYZyCSs2CbpUQxSr29nxZ6wtDAwe3kkqWAyMHM3TAFWIz3aMUDolirjc0uHwpc8eXGfDY6TwifowDPkMGVjEde8Jq4FGchx4e0IoDI919HCZFRDtEwHgYodfz5XC+tlaTLumzkxFOT0aStLZtii1EmDLdpOPwfozD+xEuXGnh+vPLqLZUxOkEwXyGwSDAkIknDiE0IqZVwf4SBSgJPssUVAyXYZVQqfPz5iBqhiyf4XhvjqO9EIbmoGyXkcQK+p0As/Ec69sONi44gqGjY5ZiwHSkwJ8Qscv7yJSXPRcFfzoIeZIYDecYDZm4j6THNaAgM2Wvro6ljQTNVSJiYknjEDF68piHsRKuPLmJy1fXsLzhYHndkQQcN9SPHw5w670T9M6meOpGE0/daGA4HctihyTNGxTm550YQZfDWhWNNrF7HK7NF7XHxFvbcNg166ro932cnTJtTxFXEzMGBfalVVMEOMNJYTNZbrdFaHh8/wy7909x5bqLJ667gmndvT/F6aEvm2LZGLfYGe1I5/fxocdAJq5freLydhkhRUhu/hUFgapiOE6xe8/Hyf4c9XUVjTXioor0EPEt80Em7inbZveZi/l0inA2w41n2vjs5zfx0ksX0CpvolnZxF/+zRv4q7/5FTx1guYlDbabIxpHSPwEpaqNUtVB7yjE8aMArUoZX/vSZbzy4hru9/dk7e2FOHjE1LYCZ2KCTR32ZQX2ZVVcX1xMkU6Z2Otm6B6q6B0WrnQulQN/eLCIHlnivaLh5KBIUYczBcmcqRkF9WUFlbqC6TTBdMo0qyqiQM6DRCmBRvchXe8mEMd0vhUOf8PSC+y5q8pixwlTDX4/xvQkRuJhgTHmpiOFVslkaMAhN78GN/7sbXbrGSr1HLFPpK8iYhM7j+vlEr769W189RvbiKIp4niKe3dmuPlhgLt3PARpiHka4l9+60VZPb+Dn9x6H/uTHhpry3CqNdx6s4vbv+oi8DikAi5cKuO3v7uBL32ljf7JCL3TIdSZBzPwsbF5ETde/TJqq1v41Vtv4VdvvwXDtKW/ZhAG6HhTnI59jDrAuKOg7tZQc2sYD+Y42h9hPAhkoMbBxdKWLau9xv7XGlzXQYW9kwqx7EyiJ+j2h+gO+piOPASjGHGQQDeIEwc2L5Wxebksh6hjuhKPQxl08ID65AsVXHu+IuYcCibskXHZPeromE1mmE6mGO5HGDxO4A8yxIGAufHqSyuyNlp0x3KQQmNRICnEnYORrCs3LuPK9cvyvg7CPvaPevirH4xlcbjF4ZhVzlGuZ2itqbhw1cLWFQdL7ULQzHioDInWitA5GcizAVkFSCvS+cs0xKA/wcGjA8z9AZ5/wZaV+HWkfh0HjyfYedBBrz/B1rUqtq9VMfRnsmKeXLUS5p6K4UGI8XHIkywQp9BoEkpzXL5Uwe/8/jZe//qqHMRH4wDvvj3AG7/swnAsfPZLm1jdLOODd49ktSwbLcvCF15v4/VvtrH9pI3v/fVjfO+vd+U+4J+lVK+gvt6EUbbFgELE1endGU7veLDbEdwLidA0lLAChOx4LQ6kTH0mWQCD4rSTo2wDtg5YfF9aDbh2A0vLfL4laC6zh6q41m7tdnF7r4cwpVHHKcSOcxGMGC81FbRdxE4ZGv4Gihh5rt+4IisIpxgOO/BGI4TDGUp6hldeW5Z1uDfDwZ6H8YgYuEwGZrkRAEYA3bKgWSZmMwWDPh3khQmIhhAehulhWllvY217BeW6AThTJOoMjx/OsPtwBm9QQzhuQ0kd2MS6s+9q0XHF5BAFACLNBh/sfTq0X33xuaI7XCvMYqbhSHKRJiqaozKiLfNi6F2kIThwJ61DR9mtoORWEHnsVopRrTi4dKGN5eWKDDyIgtx9lGDvUYJM4TM3k0qVLItE5IrmviSpFLMOzV0Xg+Hk8CaUyWP8/m9exe9/6wmsXRijvnqKUj2WAc88NfC9Pz/DX/15By+/dhXf+ifPC1r3Fz/fw4cfDTGatjCatDDsZxj2c8RJH4p+jGo1xWduXMeLN64XzsMowoMHe3j/vbvoDOZorT0Bd2kTo2iEUTjGxmqIy9sRrl1t4Imrm1hfX8Xf//sj/PBvjuHTIMOEKFOzOutZ2M26JEuGvBzyUaQ51whpLkk4yPKR6x4ynXUZNNZpCD0HsW/BzTxUUh9f/Ucqvv2PDVx7UhcTHfvO33g7wq/eifHx/Rk+echri0OiKtYaLr79FVvWymoPq6t9vP9hF9/7dx2cnaX4zm9fwu98+7IMYLnefjjBf/hogJs7KrzeOoLhmuwvTLUk4q+iBiL28vvmkBY0Aiim/HcKopJqFScIw0CeYHRXNxtY26xDLzGF4sObz7H/KMDeozlWWwZW2yYuXY1x7UYgTuMP3opx5yarby7Bti7KAXQ2O5XniK06slIrRWamyNg/aOgyjIhD1n0AFs9TgIgltXJJhMDJbCaD64w9cbqKwD+D759haaWCy1fWsbbRQrVmS0r1YO8M+3tnGPbY0cWkXxm2VYftsAe5mKcSfZ7l84Xoy87jQogQPeD8bxY40kJrWcRxzxuKf/0Pffr7is6FAktarEXYeoGXlgHzeap38f8LUlWGtkU3qiSq5j2E3iHSaCypJEkQL4gUFIlFI2PKivdvRIHbK2gOFHQ4weMAnl2iaYJ5GiBMg0V/Lg0dpgj8TP1F80RW0T1KvHCRXJbKBEl4UlDh80A4InLeogAsnbjcqFO0YcpROoAX6SlJAPO6jwXHajs2SiXSjYo+Zu5NeAbnAI3PHjnrSTqZYjilg+KGknODxr1tJkZb6RSdM0meolyqoFIuwypRALCF7JTEBW6eZjuad9ZX29jcXEWz7gqKkkjmqltFzXUlmaipBsajMTpnZ2JwrFUqqLll3Lr1ELduP8TB8QBnvRmmHisImDRlipkdyxkajTJa7SrW19vYYNp8uYVBr4N+r4vl1Q1sbV9BvdYQMZD1ROoC48mBLEVACkYUhfhnp5FozKSzdPhSyC0MFhScuDW0daLvLuLSxQtiTBsS89zvYzIaYjIaLXpDmXJqYmlpSYRxfi2a/qYzD9OZj53DfewcHeCwP0NnGmOSOWheuI7m9nWEiY55QtNA0RVL8wXFZaZtKUTye7n1t//9p9f45/7ov4JOEYV/AP7ZmMilACn48MXFvUjzf9oxKz/SQsAXujo7Wxd/3qKTunAYFFhawk0LwbjoDC6EnAK5TfNDkcgX3DTTwcwqs5+UvgV+X+e44oUBohCxf92Lfd6bXYg9hauj+FqsSimqoZhYlP++MFsUqOviuj4Xhdm9nEQBEgrB0VwEYZIO2B2shB2o0THUqFska1OanSuoumVUyy6qFV6T9sLQkcv1yToH/oPsfBaxm/cWf+UZLy7MCtPpTN7Z5w21ImTSMMPzr2DJCaUv8NhFf3IhwvLXaRaiH/vwYu5xecsosDQbtmYJzYA/F+KSTQqZWmGGkXcExVr5eRVzAXnfSb89TZRFGTZ/lmK4Z5ey9JbSfFX0MUdMF3o+ZouU84wJ0cXXPIcGFH3DxXOXnz2fJ0Th814mAYP9tmKcILZb+ogLfY8IWd6XnF3YCqUwWiEKE460XwldgN9bYUyyTV0EWN53haEoQyJCJTCPUlmFIYGfIecJNMGROFAsXm/8s3GfRAS4dHQnhVmiqFcruorPP8MiLS0XskSpeX+JWVeS8yQCLP7QFJQXz1si8UnuY60cn5klPjO1HKaWSfKXKeUql66hZmhQ4xBKHMrXFEGZdWSKhjBX0fdDDPwImWFDYZ0HK73Y054zTUykuLwIBS/ADnrO8tjtTDJO2TLRrlTQdsuCMeefkahk6ZlOYjTsEpqcmSQpJvMAY9/HYDLF2POksoUiNPuQuXhtMsFVcR20XBtt10aNyGpDgxZGiEcewtkcATHlvAhsDTnJh1KhxzkA09aWoN2nfQ+Tvi+GB9MtwarasGoGTJemtQXemeJosaEpHkH8DyvguH9gOpcXkITAec+rUCwDilmgcylyixlCaiEUpPyyPBLNI2hBhJyIdVbKzUnJCpAFITTpHFegVstQGhUoNuuENDGfJ5qNRHeQ8/d6IbKAxuAUvp/geDLHEQVIpYwBKphoLjzNxRRljEIFo0iBYjqydIOkJ6ugf4gphNQ8XpOG9M+GFKdpRGQqkUQ0zjiVEHUjRtOKgaCHaXcXo9ERjoMhjuZDrC8/gfXlK2hU6qg5PBPM0eveQbd3G1HIagofltmGW76AwNdw9/4j7B8cYWmTgSO+12nAMiT8dXI4E3Fu66KD7YslMazzBeYFKfoDvucoABdmZT7P6CHhzJwBNu4dArb6qDlqJRN1Vqvx0ZLwWZ9BNVMoJoW+EhLVwcTPpPqNz3LeF0aeYXKWYnqWolGvYnmljo3VEi6tG0IbbVkOWrYDzxvB80c47nh4fOTheBCiM4tksUOaZ9CQ6OHpXKhpVQrAroHZhAKlh7KTo1pVxGxcLvO6VHB6YOD0gHPrGGylJsVMY6aKRn5W5zD8EuQSTGdgwGlYMEt8zyayaOAHx88MOxkUnnI45RhOmaY0C82qhdHAQPeMGH9e8wrMCt8JAfI4gDctUMleQMqwilRV0GxlstS5Di3UMelDemrncYbaZiYpyc1SBZulMk6JvH3ooTeLUGvkKFVzzDjbnyhYW1Vwaat4f3a7ObqDDGYbsp5fq+Oz602UshRn3YFUaZilMoxyReoZo5Cm9AjdTiiBhznn8qxCKDGZDbhEzLMCQWcV3hxJFsFNgWqqIKJJmI8lU4VW0qA6nD27yPOKXGcMOU3GvI8tJImGIA7hx6GQV2v1gn4Q+Nzf5kiCBGmQ4Auv1GVtt1W0zATBMMQnH81w+46PgyjHYQjkTgVa2cX6soYn1hI8scYKShVRqqLTUXB6DDEOdEcepn5B/mA14KtfbOPV19p45pk6nrpWwxopWN4WbG8Lk+M3MTl5E/PZAHGYYRxmOPKBg1mGnZ0UOw8TWK6J6hLDaED/lJ3CJCpoCOZ8jkcIlRCvPLeKP/nuc/jCU23c//nHsja/0Mbm55ewstJEi2ebKfDoJzt49JNH+A+9DP+xl6F6xcRnvuDgpedcvHqxiWfXK5hNDjEbH2IaKZjEJkpKDSt6E428jod3e3h4pwfzWg73ZRX1VowmxZBRjJv3TNy8Z2CjDGyUc5h1CxnrXFvrWL/wbaxd/DamH/05Jh/+GW4fHeEdEviaZXzxK1t46aVlhEc9hIddESp/+J6P43EGvaJCLanoD0jsI0kAUv+XhoXZis8GVBTkFQV/+N1Lsi5u2Sg5KcxgDvWdUyjvnuF7H/j43vs+nvriBv7oP7+OC6slfPxvH+Hm3+/hnhvibnWOr7z2VfzeV7+D5XCO3js/xdEbP8Mbewre2FXQjVNMaHw0UjgO95c5prMcs1mOb3x7BV//7RU8s/0kLpWfRS1zMHr8Mwx3f47ITBFZCR4/THDr3RRHpzmiqo6kwuBKQfAggydUEmysG3jmyRKefqKEThfo9EhqnMNIA3S7Ce7uAA/2FBz0dOz3DPyLPzXwL/4zA2tNFRgBRrKCRuN30Kh/B0n3XyPp/Z84uH+GuzcN3D8GHuQReqaC777yLL778rOIervo7N5EN+xj4CiY1Sxce/oFWX/xZ4/xP/8PH+PmRz0oDtzcbah44Ys6Xviigd5+hv5+Bo+oJJU9nymMlOxwBZ9Za+PFtSW0KBRaAcK5j5MjPvwDGHQTZCbmFhDYOUJ26hHRlmkYZylGGbG5hSODA77RqBiytVtMayjoeAk6ZLrrQNtR0a6quHwZuHxZwTRQMWO/ZmqjrLCDK4eXjeFhBt9Q4JNiwgSmICJ1EV5iz8DyUoLlNrEMxHmk4uYiqgM6D3UlQCvj/u0J7t2eIPSJPaKTDlheApaXFVy7WsWTV6tyCO0cTyTxC0dHZuqYBRk8n0MTJpWI3dEEh82U79RTMfUUDIdz9Ic+DN3AUruKOrtVdbpHkk/xS/2ALg8P05BisgKNHQ5TyLp6qY7PvLyC+oqNw9EMB8MZTs7mODkL4Y1VzKcU4RRU6znK1RzTEZO3kQhzls0NIU2TBUaItiQO9XQrkXQQSSd+pGA+y+Edp/CPM9TXFNTW2IFpoklWvqMg9n0k8wimWYZlluHPM0yY1PULXAeHemvtGlaXahgPicj2RZjlqYIbW50OPstEENF9GMKbRSKosYeBvQ4U5URI9QpHPt3y3LtxU0MXIVOiTDxzUEHcDAVvIe5AEaQ1hTvieti3zA2DFIMnREUTAZpDtW2oFruTU+haKB1HSGiZUxHOUsxn7MvkwaNwkhakGEUwXOxJ1s0MhsEHNQVgDQ5L3W1u0k3pAOx1PEkOE1XtUHyhA8vM4E/ZH8mvRSQJ3cUcIrIzRhVHOl3nVkmH6qji2L6308fuwRhWzYJVNaFqdNcngv/hdclker2ioEEcH/Ea7EZRNURJjsk0xeMdH7s7AVYvqli7qKHkmtBMG7G8wAKcdedor1por1iI4gijkSeJ6uJww8QgPzt+jzw0GpI0d12iUzQkET9rYDaieM9EZg6HLj+N/S3FfSyIXr04GBK/JX7gRUfPuSmTTrKQ/6ymoV53xRU6Gc9kEVvCxAmv3WaDaHkTo06MYSdGs1XCynpVku3E4/EQxm7Q8ciTgxx7itg9QseeU+ahkNMG9jQUHdMahaFySQ75aTqXXp9JXxE8DccxdG9zw9A/jTAZxmguGWgtU9gtXkIsly8E0xRxoCEOdMEermxxiLvo76GLj71xKjAZB+IcnI5UTEccyhloLitoLClwmYivErc8x/HBHGmkoVmvodmoobViymLigodwiggnRx48L8LyWiEOH+33cXTQF2c4B2pMfE5PQ+nRqFQ1VKrsLWMSjg5m4m5SEUwkydO2BaPO/uPRkBv3OXodCoQ63AaXArdJ04eJNHYQzDScHbLfeIQnnm7IYvfFoBth1JsjDHyEQYC1jRLW1kuCmj89CkTMuP5kA5cvVDDsBSJmp+T7lw1JwT665+FoL4DbVmQxHsMOnJj90f0E8YyGDAea5tDPLP0zL796EV/66lO48ew2jnY8HO94ePOD+3jz/fvIKxGWr5ioNIA0mCOLYsFDGY6D0WmM/sEczYqD179wAS88t4w7Z/u4c7qHo4MEJ/vAvMcEsMJGbdiXFDgXuQFWsbbK5Dvx7ilGvQxHB5BVpjPd4vVdJAZMOxfMED/3kyOmZ2PEcwV5Qle3gnKNqGeipDNZYnaZG1CZ4mOHicvNJJ8zqQi3SVw8szkgo9ggAnCF6aCidy8YpZh1EsQeh6ULdJibQnf5NYjHY2eqUjghffZc5yi7TOXnmE9zRFMajVRULBuf/dwqXv38Kmo1RVDFd26N8fYbA3z80VCEjFxP8MffeAl//PWX0Q06+PGd9/Fo3IHTrEFzynh8c4LHn4zFkcvBECsWXv/yGl56sY2z3RE6uyMslVNsNXOsbW5g5coLiI0W/u4/voe/+7t3sbJWwepaBT1/jt3OGEddD2moI2V3+AKHxWcMB7UcXtkW+0kdwaS7TRO6AyEZkEZQYQre0HByGOP4kM84H5PJTJIIRENx8Me0J13FtZohrlESCkIvRxQU6UdVM7ByOcfqJR7a+HkXgxpKBHlSPCOYglfmGYwol0EKCR98XtHwcHm7hKUyByQlOeRRAGGyNNJVRBz0lMpQnYo8v7qdMQ6PJrizO8ed3fBTMZ8HsUojQW1JlXu+tVKCbTZlERvM9yx7l0b9KcZD9tWZSLgyUho0cTFPhh6SmCnHFKsrrBtooVFr4WifeNsuOmcTXH6miss3qhh5Mwy9KSlH8H0DcyYrvRhpkKJWsuRgLqjxTMHWVgVf+fo6Xny1hXv3TnD3/in29gLsH8RwayU889IylldL2HnQx879AdJZjHSW4OWXW/jS19jRXMb3f/AI3/vbx5J0T0JSWRzYFRdmyYLC+j41w+wkxPQkhGpH0GvsKVKQzx3kkV2kGJUcwQI9R3JCu8Vu8AItx+UNdFlMvzeWgPYqncRl1NsVHI8nOJpMZEDBjnr+jIuqB4owTKkQI8ihM4UpYDJUEPk6LlxaxYWLKzL0nc4msjdS5yGqTo4bn6njmRcbgtV5eG8qZg8OUDkIsSspbDcVZCU3L5MJMOixDiTDaMQhaYblZhlLrRJay0toLq8ARoa+d4TB9BTd0wjdkxjRtIHEWwJiWzKLsjcwKWwTscr0EDsAcxy++fDToX39qUswzApMg4NnF45dkbQMO32JzD8Xefjul7RLlgjSjOJOqdxCqdxE6CWCu65XbVx9oo2VlRLm0RhBNMbxoYrjAxol+OekAYWP8yLx6HsTBLMJcpXCd02GKO3KGdYbA3zxlSq++HIN7RadxibGszl2D0fSof7WOz7eetvH6luSaAAAIABJREFUK1+6iG/+3jUxw3zw1glu3xzhtGvLsu2m9ApDmSLJj+HYIa5sr+LKhbUiNaOkuHfnBG/+6hFOOwmaa1dQXQjA43CEC1shnrwSY3urhHa7hXKljjd+MsAbP+nLYEFnGs9IRQBmN6aiNKGiVQx1ZYBYCMHyF0NRHJArc6TKvOjTNNi3DnjDTJ7TT29reGpbxauf0fH5lzW0l1JERJ15IX78f8/xo5/OcTJUMQjY1WcgnetolU1863UHv/mlElZWKAD3sPPYwxtvBhiNmCRu4gufbaA7HKM3GOO9XR8/fRDi3qGNcLiBaLwGXWGKh3ScCIo6/38LwERwElFNOYJiDOMkUvVGcXCCKJjg0hMruHhlBZlOitNQUKW9UwXdM0W6wZYbOq5ci/D08x5ULcD7b3O4kiGLNpBGmyi7pOJwX5lLXz1rSYIkgE98rWZC0W0hxHBvTyGiVXNkUZigpMEOSWKcmSCjEdmiI9xiatKTPupWewmO4MpJz0gLQ+HpCGFAKg/3guxtY+UL09uLmbAkVAsM8qLF9tdC7v/P3xV72f/v/xT42sVXk4P/eV/m4n89R0/+A4H4PC1WJBILdKQk0+Ip0nCAnAlCkTQ42OVQgt970Y8uytACYSlihKBoCxoAvxzFYQrnPG9Jxx3FICbaeAY8R74uKDlFBIqffyS9whxmLko9RYSSlPtioE6xjNVG0qXHv2icZXLZ5B6EojHfodxj89mXFKlb25IuaAoarCvwKFpHTPhSdODkrTACy55deoUXWFkmGml4W5wvKFaTAkXxjAI008W6pcv+nL+X5wKKBY6lo1F30WpWhdzBz40CTavZQqvZLBCsQn+K4E1n8lkRncr10Ud38dHHd3F8OsKA1UHzTAbtOYWVNJLPpkzaCK/RZk1Wo+aKmExBtr28grWNTRFjuaen4ZvVOkySNqoumjzzSbUE+8RJu2I/6kwSvEwiM+VJ0YqCIwkGXJ9eddJnyxQqaUTsE6bIXvyeer2OVqsN07IQEz9LbH9YJEp7kxF6kyFOJBE4xzBUYTW3YDU3EUSFUT1LWXVRYHZFJM149k4QZyk+/P5/9+lF/9If/hfQKZAISrkYcMl1LMnH827v4noqdN9FIn5BXT1XZM6TeEWatfi9pGxQBOaeV0zEvB8k6rk474tpgn/Pn3UhovGy5NmPZJzzTup/YOH4VAGSfm/ZOy8EoMV9KMlRwUovxKDF358L2kWiddFVzE9hIc4yTUhRjMnJhB2xcSiLIlkeD6HEQ+TJSK5f0gikD91xULIdqW2iMEuRl9e+bZtSTSSGChF+OeMo+knNJITB5K7vYeZ5IgAX3fPZwsBFqkMxt5D+3XPRWkRtYoyL7lRatTziz/m1KRalmYQSLL1A/BYoe6ZBCyGZ734R5/mXmFTO/1qYYZiupiAu6Wsmvs+v26J3l0InDfa8Tol+9YIAE9/HNAhEsOISgu4iZS6YcB7ZJdnNvk72gqpSocQ0qkNVa4Hs/hRXLX3FRc0XeXtcNDVJJl4E4CKFWzwvU6GXlB2KBoVhPUpShBTP2G3L88VCAD6PVxfvBT50pcm5oFRxdnieJGcSXtKYmQi/kuhefP/cmxXPzcWzM1sIwIIypkhHY09hEuK9Ljh1wfcv0sQ0sth20YGr0dCYo2Rogqqu8vnGlKNtwuS/O88WSW9dqHlzktZIMwsiDP0IuWlDs0vIdZ6kM+nLZnc6F880krijKM69YBrDpsnH0NCiAFwhMYYCNilvRJOHmCcRGlalEIDZ/xoSo0oBeFIIwDmJHpyISpATKr/vioNSxcZSrYR2zUFDEswG1CBE0J8gmgbITAu5aSFly4RZnOlYi8SUHc8eBnSM+x7GPQ+KocOulWHXHDgNE3bVkHQ4e3vpDig6prk/E0YwMvbJUwCWZxvfNwuTh6TnOefj2bowYH3q+5KkeiLXN3OJ7Cvlv4OVQuxyT0OKuTysF73smm1C5/mF5L2FjSxTDWSqLqblgqeeyxmS+5ThLBJizzgzME5NTOBgChvj3MIw0jCMVaQaO35tJKqNVHEKg2/Ozllinx0oBjt42W1dHFJ5mzAtruU+9MyDnnowMg9aGkDNAsTxBJ3ZIc68Iyw1N7DUXEetsgLXaQvx7+j4riweU4r3JvfsS5Le3d27i5PTXSytOrKknp0wWVLNBimmwxRuXYFbp3ivCrksjDMMx7GchTiLo5m+VirJUim4h57cj76iIVBUbCzXsLlSg0XDVUjzfQQv8uBHvugIQlAKqU0UyXrbUGDxPHWWiAjMJG+lZmNtxcLlDQtrdV5jGlSf+/kQhhmhM/Dx+NgTjPWQgbAwhVm2JHnOy4eYc77PqjWaMHRMmTof+6hVFLSaOhqck7lMGuvY24mx95CBJRrFEknXahz3EafMPW2qQomIIuT/rsGoGEJP1MFrKlsIwMXzKmEntgPUWjlqDQbKirT82UmOg92UDAq4S7pUDKaBJ2syZGIywzwqjJH8zNvLRCxr8Hop/C77cDOZc/IKWb2qYu2qiiXNlnV0HOOj+z56kwhuC6IhMADFBGarzdqIArQwnijwAgXLGxZWNiw0WfcDDbbsT0M5M/qRBi/SRQCeh5zXUCPgeypHQtKkCZQrnNGqKNMUwsCUSuRtiFSJUIlUlGMNERKQ85QykWXpyDQTg76BQc8Q0zuJswF1pJCkKQjyPMpSuDUNbl0TPYChrIgqMmszkgy/8UpN1qqbwU4DjIdz3HwQ4tajCId+Lqu6XMXKZgPLDRUta46mOZd3A9dpBzg6pg6VINEjGGVgdb2GtfUanr3ewrM32lhlRY6VwOTzt1eSNfceIfB2MBl4QnadUDMycszUDL1hgt6Q+3RWdbLCkfO6ArdM5kick7gE2BXguctNfOulC7ixUsHjjx7i8ccPce3FNq691EZuWRhTb+JsfmeA6U4fv+qkeLOToH7RxLMvl/DCDRevbrdwY8VFd3CI7vAAIOHLcWGkDsxARz7W8OGDKT58MMH2iyquf9nA2nKOCk0rgxT3bgP3brP6RhBLWLpUxdYLS1ja3kC9/FnUS6/i4I2/wf4v/waP52d4VMlgbbl47eVL+My1NfTvH6N//wT3ToDbZxrOSD7DHH48x/FRjqPDTIzxJHvxftDNXBLpvJ9IP/xnf3RR1uZaBXpuIBvEmP5sD9Of7ePdqYJ3ZgquPt/GN7+5CddQ8cO/eIw3f3yE6o0y3BslPLV1Gc+sX4U5nqJ/7xMc3rqFn+3psmY0G+opSjUNS0s2KmUd/ngu66u/dQFf+c0LuLS8ihaWUJrnCPc/QbR/C48GER4NIzzcTfDwQQI/1bDxVAVLFx1EQx/hIEBoZYgqQKNl4OKyje0lBwmR+tTiogxmmOBwf453P/Jx836Io4mGw4mGP/5TG3/8pw7aZRPeMVPrDbTbL6K99BLU2Y+gTH+I2x8M8MufqjjoWyhfd1G/VsVnllz8P4y917Nl+X3dt3YOJ6ebQ9/OYXIeEARAQCBA2qBNmLREUSrSD3KV/SfQLy4/u/zislzFB1svLok2RUogKYpDDAgCMwA4uWemc/e9fXM4Oe68t2t997kDyIE2UL9qEjPdfc85e+/z+33XWp/1UqsEf3iG/tkhnnTGuDtI8TTQ8fWvPouvf+1Z/Om/3sM//5/uStWUoqKYLS0a+O5v1fHd36phfMaHaYzd3gQP6ZId+EjaKeJ2ii9dWsCbl1qIMh+7wy46kylCDk9nGTRfhernDrxYBDkTJcdBhRiRogG9YAh+eOrl7pvHZxEOWNZNvJwXo1DPBDnt2LzvFZQKLCF3cGHdwTDUMAw06ahs79OBFaK1EKDVolijo9HSUbJ0FOnkgoVpYmMUGmgfjtA+GonjygtTuGUdi+s2yk0LfkQch4LPP53hzqd0UAOtloYKBRQLsi5suNjacDAbh1KgPvES2DViRyx5neI45GGXfQQqO24pYAK9fiI9b91uJL2YHBTVGrpcXJvLNVxYrmEyY/F6hL2zER4dDtAbeyJ2irA2yGAMgFZFw9qqgUV2B6w1oNVK+MnPjmVRTOeXNnEXy0smlpbIcmdXQCjpkvYpcbt597LQzgyNuwMUa3re/TpLMOxEmA1iRMMM4SjFymUNy5d1wTbz5mPv4uA0xawPNFolNJpF+HGEiefD9+nepkM7hU8xeqhi64qFa885MJ0E3c4UozGPHrYslrafnoUiIoroCgX1JRf1xYJ0Ig8HnogZBV4vLB9PeFjwz1lHObZMDnH5pjlvo7KhZvziJlr6fJgwFx7VXJBgeoT4G4p5LlGqCuS1C3aR1+6UW/1cNOFgw7IV+RzZ55BpiXQKBFOKiIBTUVFsGGguNdFcauD0uI/dnTNJSC2Uiyg5piReuJySC6dcyN3YY3YGRcL3T9iVwMN2psNkKrimCE6BuLExu5ojdhepqDXY76zAdnJBle6/WsVArWrIfJGJLCbPZuzcpYg/SzCdJtINSQHfcHIELs/GsyDHr1Bwd7ipGfsiAPC+oNuUgt+EokIvEKQa3ZqSVjZzRMtsQjxqJGlCJmq5kbbm17qIVVEGVuHYDgVQDoN5CCCqL3e1n3d1MMXF/hiK57rmQFO5W2KfUChieq/tyafaahK55gq+k0gymZEJRomHuJL8vMSnCV7KZ6rcyxErNVtEYJ+Y84D9aPxcNXHkETtIQwHRIB4/88SVJJWklRL2m8foHhMRmsF2Fek/aDQLaC2UJGUwHLA70xM0B5dTJBqcJocckcUh2MKSjdaijUF/ml/TvQyDLpMMBkpVYmpNLK6aWFo10Rt4ODmdyhd3OASSKfINNDcgiy6aywXYRYod+ZBWt9jjADy4fYIHn5wijTLpjWM3FLsxuOhI473TXChida0uOM6zM/aTTbC6XsHKRgUau2UyHYNegIf323j6pA/dotFBQX3RQHOZ7eeKJKyIkeZ1609jbGzVsXGhAZeHHEUVw8z+dht7T9rYvOhgY8sRobx9EsDSdTxzo4mtzTKO94c42h9BLemwW5YYZ57cH2P/6QxWMRdGTYfXqyUdLrNOAH/AwRbFVx2NqiHry197Bl//1su4cGkV3/vff4rv/dHP0B1P0R3PUFrQsXLFQblJXNUUWeojUwtgQcikHYlA3ijaeOO1Fdy81cDne3v4fG8fp0eZdHj4fSCbsQcshbMBuJvA+pKJ9SULakKTTIpBL8HOHhfd2Clc6TOfp+VNXb7giyUdx4czEcHpRJTnig5BZxI9LoNipp1FZDNh2BYqi+zi5r8XQdeZcskQh5kQAGZe7rqmYEnhUsgH7PSa5iIwhQUKD/yvUUxFAM4TDETCEY/Ks7sC287k3iSenWk+ee7RZKQZuHG9hus3qrhypYYrV2u4+1kPP3r7AB9+cArL5d+r4B9/42VZbb+DHzz4GA86x9JbQ3Tv4DRG/5TP2hCawe9kCy8+s4QrF2o4uDfE/v0Bbl608NrzLpZWm1DLqzgbWfiT/+Mu/vSP7+LK9TKu3CihPfTxaHeEg9MZ3IIp1xkR+kTk2hY7KFVUKwVUqi2UK/V5+oR4+wF6/Q5SJUClpsMpKNjfCXCwQ2QiU5w88NOwxntagV1TYdc0wCNCIkPFsVAtu6iWC9CdoqAYtfIAWmmQpx14HXopAm4I+wFOnmo4eapioa5ic1XF0pKB5Q0Xi8tMH8cwlQh26sJOi/CnITrdM0TwsX5rERu3lvDoaQ+Pdnp4/JCpTj6HIxS5f2nqKJQphllwKykKtVAS+5ZTgGEU4E95oHDRORvj9KQnaHo6qrkmI6KTaSygIYdmJgdOgf1NBsLZAKE3wLVnW7j2bBOnhx7u3+7i5GiMK8+XcPn5IsYcMM6m6LZjtI9SOWCx+qBQVLC50pTFNJIJ7mFcPPtiExsXC3j33fv4ybv3ESU6NKuAaqOIpdUiShVTjGijYYij7S4Ot7u4daOOL395DeubZXzv+0/wZ9/fluoCHtgo+Md+PtAvLysotRRJG2scFrLbLgjy+8LTkYaadPVQnB+NeV+msmG/cNHG6rIpqRH27T36dIaHn/E+TFEoKag22YdexuqFMmI7RuIk4iRnh1LgJYLeN0z+fYEsDuqJE2PXLEkioUdHrI1a3UEU0VgRQs9SlDQF9bKGrWsuLl5z8NnHA3z2MQUrIlB1Ea1qLR3VloYgChFEAQYD0iaI/s3EJEjB/urlBVy7vCDXt1tuYhp6eLR3H08Pt8VIxpV4dWT+AlKfCX9i7Wh80mXfmGCGJCPu1cCDv7n7xdDeWK/AsZtwnCYKbg2FQi2ncsQjhPE4F1iI4iO1Q5I1xART9Axg28uySEmZDiaoVS1cv9aSa30wPpHVOTMFTc3vfHleWERT27BNEiF6GA17IoBwyLy2ouGXv2zg9dcVrDQHWGn2UTQvoaA9gzt3PLz19h385ffvohfo6PoGXvqlBXzlWyuCdH5ye4gnd8d4ehBi9zDEtes3cf36TZhGCM8/QpaNUCmpqLK6xtXkmnhwb4B3f3SCo2OgvryFUmMFw6CPYdDDxa0Qt65HaNY5LGc3mIm7n4S4+wn3G0TX2tI/z+Q2BeAsLSPLynPcZSZoQ2LuRDxIEsFFRRkHhqwa0XLzXZBgcDJEPJ3iW1+v41vfqOHqBQ0XVqh4TdHu97F71MNbbwX4q7/2kZo1OPUFwYZP+r58z3z7l4v41peLWFjoYHGhi/4ww86eidlMw/pSivXlBEenbRyetPH5cYwPjjTstsuIhutIJstQMwtstycCmuj68wQw9yzcUChEMs/FTaYw6ZqPuL/3+ghmfdy4tY7rtzbgJR4OTk/QHczgTV140wKaVRXNqoLL1wLcemEK1Zjio/dn+PTjEKN2E8N2A5euLePZl5ZhOSr63TG6nQH6wyH6g5GQSXStKN9VcezDNDNc2GrKGg9nGA+naJ/0cXTYFgNQo+mg2XKxsKajtabDNB1kSQHTsSp1Hu0T9ofHmIxjERuJRqd5IEc+c1eTAzmZnFG5r5JKzdzs8P/1n///AvC5EPbzP1HQs+IkyuW88wF0ri3lqddzwYAShoYIiqCiia3k8J3iEoWmmSzy0Qgt4EvjsY5IQtexROTgqTQMAvieL7QlPlvEiMI5Pq9RudczSYzpOs88xJJyz+xjPB3Pe0S5/8rFN+lBZiJK/t9zse/nXaLc9xJHT9GGZwXeF+evl0hSScVZlgjBFPhmcwHYY4+q58n+nOhmEZXnkUk+W8W0xQEeE09xJoZhmluYUOTfwzM1BROLAhHRz0RAO6Ysvh803J6LavwZFhcWsLS4CNd2RYTja6eBludInR2wWYoPPvpc1skZzd40lrImx5ZkKk2zQcw6mXkqzWZ/Zo519aY+vFmAer2K1lILq6vL2FxfQ6vRQOTToOVjsdnAYrMpYh+FcprYKapQJJNF4Z2nnHkSk8IXux4f3LuP+/fvS2cs+46rlTKKxAjbttRbTCYTeT2lUlmSZ0RBE72aY3kzZMRKGAoGfii4y94shg8XPgqY+jpmPglNOqKQ6TJVzm28Utk5Gasp/u6P/tsvLuTnf/sPoKV85s3FXz5ChMqe70tFiOR7Kn2o+WCb5g4KQdQoJOkkGFMKLT/nQvP38juJ9+q5WEsDAd8T6RyeGwTyJO65wYgIQ35fzzut5Y+bo13nKXzBp/+icWN+H+T3X75PznuFNTF754aeeSn2PER4bkoQM6bYmsm2yjt+KQASEU0xmIl3Cmk0GPM8S8Q7v6NpbDm/xwydHd8kDjBRmwu9eeUEkdU0YOUGD/7Ke7yUjFBMxzJP8ITYFUkqmolbQSr7/s9Tjr/wbMlfNo3xuQBMrLiimfK5Mm3Pn5XmDF67NHtLf7hCg0hOQxARnphjLRP6haqlUIWMwqMwFTpDEr/8WWgUkATw3LjA+4koVorAfN4wbTvzfBEHKQKz39inWXSOdOdlMCfuytmF4otBEZhd1ya7aGnOoEGB7zdl3RxlLwlIEg2Y6J93LZ//OfkxK1eX+TzlfST47SIrhfiZ5Chj0ghmUSwoUY9R4PmzmM8+P+RwPkEYK4hiBdo8rShdvXOymTyLpAsyF9vl6S6fYyKfFQ0aOZKY4hwR4TS1qrKfoVicI5iZBqZhbk6NkGcAMed8nupCtHEMBa5BY6MmiOZm0UWj6M67dDUxFAixAYoESyZRgv4sQt8L8wSp40IxKEbmwzN+yhSA+bNI4pvUgNiXBDtFRFMFGgUXjQIF4Nz4QLODF/nwQw9Vp4SKXZLPn6nykeehz4qV6QRpypR0LsQTTaxRrC1QTLOxUC2iVS2g5lqoOiYUmgNO+iIAm6USzFIZiZ4i4XWnsdaAZ3LW9zARqqDfGaPfmQiZz6kW4dZdFBoO3Iolvb1c0i3Pz537MtOQ153MO8TPKRt8SZKUPzd3iAnpHEHPcz1fb4zIDxB6PkxSBJ2i3LcUlM6R2Lz344Amfl+KJPi+8RolJp5EgPnTSEqtFXFGcu5HrDhDnDGiWQQvyDALMgxZ1ZZqGCQa+rGBQWIgSA2EmYlxYmEUO5hmNiLFkmQxXeOKXWZxB8H9MqMyVIaYImQRUZJjeOMupuMOLIMztRocB+j2H6DXf4BKtYlqhWeCNTjWJuLIxs7TR9jZfYQyiQXFgtCRWJEWhUN0zj7DYPhQQkxE+HIuMSOynjSzgOhdE2HkiZGAZBsiovm8GZOGxyQmAyZxis3VBVxYXUDse+ifnmFMugsMeIqB65dXcO3KCizNlNnGaDDDSbuNs25XjGMTkik490xomNeFwuboBkasKzqLEXPea6Zo1DVcWrXQLOjo7sfo7UVYXjFlDWchdo8naI9CTJk653tnzE0AYszin62hzIo6WxfqGBdx0iuc7zUdlMu2PLMf3h3gwZ2hmK4UuWYl65HXm/A5qmjQ5GyQQDEUKLYKlYYGivU00ASKiMAkWDD5aroqllZ1LC4Z0hVfKTjYeezh3t2JdJcv0Fy+aiGgqX04Qb+doHtGK6MKmwJoXcfCso2FJQsnOzOcbM9EmPenFNRUbD1jYeuWjVKiyzo4CPHZQw+dcYhCDVITl04yJNMUxRpFUeoAOcqZ58qrmxVc3ahg0J3i+GAIS0txYcVCuaBj/zDAwWGAaZBg6vP7giQHUjFVpPQlWkCpYqBcMeDQtBOpcp9Fqo9EDVGIDBQjAyECeMpMenZjmPAiE08exXjyiOcXTbDwNH2xdo/XFU0vXIWKhqIgjlOMB4n0SIupSVHw7ZeK+LWXimiaIdLZCO2+j9tHwJ2TDIfDBAejFBevVvHsCw1UHQVJb4aoO0WYRgjSCCdnGQ6PgcRUUFsHli85eOHlC3j+lQtYLdexVmkgpQlw7xDDk47U7B0fjKEUEihujLOjGLv3mS5PUFjM4DRTKFYMmDFODw0c7BA1zmqXeYXB/P1qtEwsLtq42HBxq1rGEmmhuyc42j3Bi8808dIzTRxOYvx0e4Tdjg87i2FlCXY7CZ62Y9RXTdFjnrlSwotLdVytF7HXPcRu91CQ2svLC1BIGzic4Hh3jHd2QrzzNMSXvmLiO99xcGlZh05DwFmG3bshdu+E2O/H2O/FuPxKC1/9TzZx9cYyjPGKrNt//QFuv/U+zkpdTJ+LUL9ewhsXL+PZhVXs3t6TNdGK8AsNtP0YJ50u9o67eLqdYGc7EdIvqa8wM6jsY7ZTECZAWsA//t01/M4/WcNKsyViqHcM7L71BE/f2kZ/1UaPWuGmg5cvuPAGIf7o3x7gb97t4Jvf3JBVIC2jP8aU58/uUEyeP95V8KNdFRGr+Ni7vVTA1uUWFhccRP0B4n4fb/yDq3jzH1xFo2TA5HllPIV53IFx3MXbH3l4+2Mf948iHPRjFFsWfuXbC3j1jSr6907Rv3eGWRXwlzWYBQNlmKhpFlrLRSywesxToQ+AR/fG+P6PzvB3NLiHCk4iBb//X5bwe/+shKLqov3IRTR0sLhYxMJiEU62DRs7eO/dKf7Nn2bozSr46m9dxhvfWoM7PoQ7PkIwy+dKH2+H+P6nEd7bBn7/d67J+vM/P8b//IdP8NnnA36nFTIOMX/7N6v47e9WEU1SxOMEj88m+PhwiOOuB2ucyXr1Uh2vXq6jF/r47KyLA6ZMZioyX0VBM+BqpqQRu8MIWqqj5lDBdlBtWKg1iBv2MJtO0JnEOJxAYuBn3RnaXQ9uHXAbRLgSRcPeFB1rqw7WV110PBVdT0GnHaF3HEBLI1xYT7G5lmGhrqBVU9CsOmhWXJADO05V9NmL+mSM/W0KXZm4ZMyChuoiMb55H+NwkqJ9quLshF/tCRw7gsUEJ5EyqoJmXUerTuRiIsNMPqjdmgW7YiIlgogIHGKbBJ2Vu7Xplh6yP25IgTfDZCbNT9AtJioMrNWbWGs0886XMBL87/bxBMNpiGKZ6UDAHCswxgpsJYVtxqg0HCxeXkJpqY6/e+8Y771/DF3PUC4yPW2hxQ6wugk/DQSpcHwY4WA3xpQdo0nucNUZSy9p0qdAMSEYJhgdRQhHCXSdhwVgccuQblPV4KY4FPb96EyDP9CxslbE8lpJ0MF9fgH5RKawK0zBpJti3Enx3CtFvP4rZZhOjN2nfUkDZwJ0s3B0GOP4KM6dOXPMWKFqgWs8mmE88sR9ynSXbrDBiX0iHALwofDzgUPeOcUDPl2UDjR2bHAjOeWwN8eHcQjBxK9mpmDTacTNka7BNuhwVfMkupcgCfklzC+rXAAWBI+4DzkSYqMGxd9UEmLcOBO/wRRwo9lAo9FAt01xqw0lTqTToGQZgjzypjO01iporZYx9WOcnTHlSrRWzrZnOplfVOyLsNxc2JNzZ94WA2Qm6g1FELR0wkgvaAzpx6s1TElosJPPZ7pzDIScUZJiSbcoUxJMFnMyRDGW1ym7cbn5z6Mr0rHY784Q0P3GgQRFxG4ki1iXQompiTlWKiMmmFiKRDBsxHDz4MoBS46j4+GMgxiICMx0p2d2AAAgAElEQVSDp6QMEr7ORPojdIMrQ7FioEIMikWkd94rzOQV13gYYdjj5800Nbu9iMsm+pMJY5pEEuiqhVKhCst04M186aYdjmaCWi8Qwd5wZZPhEwMecrjEdIIq3RxMsMjhOeA1SxxTBaZaEeRZHE/F5NE+jNA7zV3W3AhSAF5YKosIz4M9UwsDcdTxUEycc95JxNkNN40URTYuFjGd5El3dkj2OxRRVejsqXZMrG06WL3gSAqCPZRMCveOfIzaIZyiIgKWCMBLRRRKBRi6K2kkEYBt4Gh7hKOdkSD7aGrIkgTdAw/dg9m8FimTn/nCRaa3dHS6A4xGY9QaBdQaOYrPcV1MxyEePTjB7k4nF9N4uKxpKNc1SVUz5TseJYKHo/mgXi+gVi8KarFQMMQpu/e4i73HPSyv6lha4wCPHdoZXNvCtSsNrK+Wsf2ggycPu3BbJmobDvw4w+P7E+zvTGG6ef8tUeh0b+YCMIU24kOJXVVx49oCbl5fxPOvXsGtl66gUC7gX/6vP8C/+l9+IMgbUh0a7Mu87KC2SAy4D01EAVtW0I0RtEM0yg5efmUFV67X8cmTXXzyeBfdkwzDUx0BKbpBLF3G7irgripYWXCw2iKyUhVMD40WT/ZDPDkIoNHUIEMaHp51uWcaCxZKZQNHe1Mc7k3lICwoNhpHCryO+ZzJh1fexMRsxISZiVLThFuhA5w92hSAiYCmAMwNLoeOEUwKK+yvF8yYIc9Qb5iImCvVNoRcuAm0Anu08ilZ3vfHn499WnlfCRMJkZ9I0pp1B6RNrCy5WF508fyLLTz/QguPHwzx7o+O8OlHbSFA2K6K3/3Vl2Wdeh389d2P8dnhIUa+grFP1A4X4JZiSa22miaurPI7roLDhwMcPRrg5VtL+OqbmyiUXOz3QtzfGePtvz7A22/t49qtMq7eKqM7CPFwZ4yTjo/FldxpSqOGP03h2Coq3OAXbBhOBbpZBGvqmJbu93tod9tQ9BCtdROVhoanjzzsPprlXSKBKgSJanMustYNuDUT4ShGNIrhGibKLl1/DlTdgWo4yKw+Mou9pqR7GFDo3GaynFj3vgu/76LV1LBMhHlTlb+TIiPxZOJQDyzoUSHHwBihXOPuYgkFOjgP2rKODn20T4j/BZbXDSyvm7kAXLLEGGEWSFNgipI96cTvE7dloNtmcngkQ2dJa8axpPzZdRl5xI6rcAsVLCwvwykUcHZ8ivbJKa69UMH1FyqYjkIc7EzEcLO8ZWJly8Rk7GM8DhB4NBXlNIxyw0CZ9QvFAqpEbmoGTFVDrWbj4hV2ktp45517eOedu3CKBbSWmyhXXNiuBstmV2ReI/Dk/hm2H5zh4kYVr7y4JpvYf/fDbfzFD7fz/lFSYkbAtJPTE2qbKqqriiCO6fDm8J8GI/m8fRUxq77mXauep2I61dBo2Lh+q4i1VRshRf9pggefTvDg06l8B/E6rtQMrF+sY+NSDVo5gl6JMRwxWUuxJJFuJ9uBVEhwsS8+75PUEbIHOVZRLOvy/TJhJ3U/kAHcOjt7Wxbqi0BjKcPH74/wyQcjSX+SwkGU2MKKJe7pcxHh9DjG/k7eU03yBR+m16+0cP1qE3ahAt0qYzj18Gj3MZ4e7AomW9a0jHhaRTgxxESXBLkAzPdb0Sk8xtA1Cw9+dOeLob2yYMMtNFEotOA4HAJVRYgJ46n0j8Z8JkQcbOdDYFJHoLIDg4aiBgyzDm8cSPdavWbixo0GllZM9EdHsjptG92znHvGfYdJbL2edxAOumcY9too2aTEaLh+1cSXvuLglddMlKwAJZNmn0VMumt4/70R/urt+3jrh49gL9ZhL9Zw6ZaBa8/pcA1gfJShd5Tg6QGTwj6ef+4mnn/+JqJghqODPQT+CBubDjY2HFBc4nr0wMfHHwVod0xUWsso1BqYhgNMogG2Lvi4fi2Q/nZ/pmEy0rD3RMXeEwoYFA+Z5kiQKMQaksZShqqUvyDqCK7SmKceOfzm4T2vtsw7EzNiK2Owi6Sg+/j1bzfxa99uYKkJVIo0SA7w4PEZbt9p44MPFbz/gQKr3EJ1eVFkhmFnBEcL8Y03S7KWl9i5O4QXEB/FBKOGZjlGqxLjrNeTIdkn+wF+spNg56SAdLqObLYsPn1NscVopyjEHjM9nxNaZNPIlIqk7uYI1UgipMgSfilOsHWpgYuX+L4F2D/todP35wKwi3oZqJcVXL0Z4NmXpzDsKT7+iBUCAc72ajjdq+Hmc+t47ZcuyICm3x+i3elL5cfp0QCcDOlqcW68zFAsqVhYdmW1T4donw4wHVGMDqEqqdQsNFs6Kk0b5RYHk5oMTvqdDG2SPtpEGZMKlBOQOCySmeu8IU8SiSmH7RY01ckxjzQZCmv17/nPvHLm7/tX5vqTfPfmwtMvCsDShDr/H/JB/zkq+lwAljQkkZkUw7gfozgt+NJQukdz7OxUFg1umlCFuCfOh+RF6Yrn+8m9ai4qRkH+/cwzKsUIpl5ns5k8c857KymSM21G08t4OkHAgTZ7haXfNxfKxEAccfg9T2YKbpMiUW6EEKGJSE8RZ/P0M19/TifhHpz3E+kauggvPvtqZzPMZlM5Z3BPSsx1LuClsvfhmY5/h1CZKEpKOnXeVatyb5MnDymSOI6Vo6mtXJSVOhopEcvPKPy7m438zCZ9m+wfNDngJbWJfZa29OVR/P3wo89xfDYQdGFAArzJXl5DBB0uUn6Yjsp7nflZ8c+jWGvCLVooMrlTr2KxxQE7J6pSuozVpUWsLC3mg3VSsUi9Ya+r9MzmfZKSvNKZftTgWkzoxbh75w7ufn5X/hlF30atilazhWa9IaI9U9uyzzTyXnLuFzkgPe/V1SxSvzTM4hSTIMKYe+xIxzTSEMQc2hsIYwrcFI+JPKT5mt64FH6W4J1/+d99cSHf+s/+AEpG0fwcyZzXZ8r7IClGPjtZyUMSCbWvHCHMH0dCutyXigD8RWD+C9Gbew7pI50nnSkqngvA50lJSR3PxTL+u7xfaMZiUvj8dju/t3IxOu/Mzl0XeeI0N2DkCOn/oL+Yw3uKcPIn5Xhp6caeJwolHShp5Pzzz7HUPCfyHMD7K8fkSt+w9BhmeVVUyPuU7wu/X3ORXLDU/OxTGqnzuiKaFQRDK2IbzV0hytkApZRJYl/2DpFgpmP5v6eziazzPmOBi8zPF3Jt0hwhIq8p3eAc4HM+wr0NRWCTHbMm+7xpmKARiDlHfv9ThM/7kikAqwbPLTxXsCOe/bcm1DRHjecicC4EnwvAfI8pSBJ5zM+fAr0XBLkAPJ3Kve9xcyRifJ4Qz5HNebJcZlU0tbA329RQZEJ6LgATp573EecCsCbCNhOWeZo6F37nVI5croOW5f29lWJeKSDvH2kHYYQpBWCK9ER9pnkHGFPYvO5Il/FJwpijXGn0lq9L6b3OP09J7ooInIu1+fwvT5Kyw1lww/JDMaWb4/z5ungu4PXD/42/ChJ6fk3l19i5AKzB0QQ6KPNIirOk29SKDupERBORTSKDTiE/TwATvscE8JjVRWEKjRUnTkFSs9zH0MxG8dfijNMwYNM1rqRCj6HZiLB7phM5u6257OnkY5SmBAp+MwnxlOyiLH5msyTElCng6QRj0gJjGnX4efJsns8VLNeE41pYqJWwWCuJAMyVzQKMjrvwRx7sUkkWqzNo1qfpIJ8xpcjCDAhTdNsjdDsjSduWGhUUGgUU6jacigklSKCE7JKfI8UlsZ27pCT5f06z+L/g6KXTXHrN8zlpjpIOkdGc40eIvRB6qQyjWJZ7hNdtjgrPTV3EZ9Ogpfo+dM9D5vsIp2PZl9LgbTimECRSXkCCaafwpYDscZ4r8/lximmcYZooGFEIjjWMIl3E3ygzMUos9GMbo9jENNXhgb2ZZURGCREx0Eyp00ggVQwkufh0i2I07GDQP5PZbrNZQ8FVMBvcw2x4H7XmCmqNFRjWKlR1DUHk4PDkWFax6KJUcMWAYVHMjHqYDO/Cmz6Ga6ZwrVS6n4nCTRIDhlqCkhbQ6XB/N0SxYqLWcsVQM/U4i+F+JJF1cXMBlzYXEUxnOD04w3A4QaAaCFQdly8uylIzA9NBJhVW7W4XvUEfYZaLcfxuowjM653fo7x+2Zs6GyTwaFJAiGpFxdaqjZqj4fiJj5PtABcvVWSN/RB7JyMxQ0W6IuuL/mRxBOb7mVKBZAYdkyHPPgGadVtmJdWyNZ+NqjjYm+Bgd4yQpjqpLMhk3sxwGJ9L3HwaIMUx4TZbBGChShLXze8WGvQ5P0ky6YClgXaZga8lAwXLkvV028P9uxMopob1i0WsbLoYtkcYtUfod1hNlldzNJb5npt55SJJdE89HO14QlzlM9ktaLh0w8GlGy60WSpr/zDCve0Qg1mC+oKGck2B303g92IUmwrKq6wu457KlJnsUsGWddSeYPtogIIDPHepgFbJwP37U9y7N4WfZQiyTAIxBeK8LRUJKc4mk815RaKVqTBIXOP3phkiMyKUYKOUWQhSD7OU9WOkMxiYeIakKx8/ZHVevqfn7cNgFSmhc9+HvGYuhtKYpGUXMBHyXL/+TAG/fstFVYsQjCc47AV47wj4+FTBOAZGEes+K3jl5TocZOjsjNB5OkKoRgjVEKOZgcGEXbQampvAykUb164v49qNFRTisqzRYR8nj/fRO26jJwbXIdSiAbVkon0I7N5NhN5WXslQW2HFqIn1DQunTxU8vQucnsQYsfaRVIECgEImYYrlBQst20I9NlAh9TGewUo8XG4VcaVVxPbAx4+fDvCkTxEgj+47li1720YVWGwkcvZebZTQqtoYZUOMswGqbhGtYgXjXoydJwM8fDzAw0DBg0DBr7xZwne/UcFWU0XMDuyjAPdvB7j/SYh2oqKdKHjm9XX86m9cw7VLLSRPQyRPI/zN97fxw7e3EV/w0fy2io1nS7jlrmBTrePux3u4+/E+7HoZlY0F9LwYj3a6uPe4g+NjFcdHCnyflU4pMiuFWqHWAiwUdLSKGv7j77Twne8soFGoIhlWMDoE7v/gAPf+5gClV2oovlJHzUlR96bon0zxN3em+HQ3xNdfbOIbLzQRDDvoHR2h152I9tcepvisreHTM40ZdgnhNRddXL7WxOpKEXY0gxN7eO7V63jutesoGh7S4QGyfhfJ9gTpzhR//mGAP/8wxHGQIXYVodv9+q8s4EsvVPHop/t4/LN9ZKsKjJsmFFdHNlGgBzquX67jxuU6hkcpTh6FePKAfdQjPNqbopcm6CcxfvN3XXz3dwtwMwe9RzZmnfOQUITVxRlWFzzc/tjHX3wvwCQo4dd+5xq+8q11xEc7iA6f4qgTYr+X4cPHMX5yN8LdAwX/1e9dwn/9+5fw5395in/+h0/x2Z0R93yFrF5T8LVf1vG1L+c3J9deO8TnezMMJjE2yyoulFVcXS/i2kYBnSjCZ90JdjsBJmcJgqGCtdUqVlereLQ9wSefDTHsxHBYXK7pWFykk8GA6kdIxwTf61DcIkJNR3s4kNUjtiTJEcAlS0WlqOVumFUdJ4MMx0O68BXYuop6ScPaCovK6Z7zoSkBlupVrLYaUHQdQ4qUng9vHMNj52Kmi5tklsQYBTMMpj463RSdboaFRlOcurOxh9PDtnT8CaKFX6iyct6/46qSDLSL7JUlophc/XNUZ560osDHoTQZ+ERW0e2jWqqIHrzoplNA8W2oXEYqAiWLzgdk1mcZiuUQpXKIQqyhEOsyqJ+NEnH4WLUC9IKF05MpTk4mWF7SsbVpoU5BTdzMOrrDKbqDPMnTaXPYn/ewcijnLBhwWxTHuLEN4HdSBCcQB0hjRUN9RUeRGNOmIZvfXn+GyShCMtWgRAbWNkpY3Sih35/i6GSI2SyRL2qBs8zR1VvXLFx+1hFc1uNHfRwfTXM8mKmi287Q6aTy85RK7FdhiTvxtER7xZJEkZ4ZOkAECXWOZMyHNueHOG5wKCZyU8NBHZ38TKgyccQ0qjg0uQSNyE1ohEShSqLKz0uxMhdGeDjkoYa9kMQOcSCm5Ehh9mIJAoYbeAEkCcox1fIHhQ0HFmwE0wDeyJODYLHIRIKK0KNQmmD9QgnrWyVMZiEODscYjCOopgnNsuZOYWK8EiTcuGaZIKwpVNQbVdSbNenS080QURBgMgoliVlfMNFoGZgGIQbjQITs1FMkBZinVhVBQvPQIgftOeKG7wUT3UFAdAbRKjycEqXMjXbeq8SzJMUIOWDTzsiEO4vMxUBwfujhRpmHMA7auNnm58BeQbr7+d7zDJUg42cZ8iAltAhoJrHjsaSPiyW6drVctGCyWg7pPJxzo07cNDAdx5IwlSRcJT+MMglAt3LBdmDqZt5dFqXo9X3pA3YKFIAdlGtMI8WS4E7oxM4iGeRqTHhZELGOGxpCTHTU5JBGt+Zk5OFkf4SzwwlmEyaFc/w4hWV2Ojea+Wbm7DjA6QmfYTLulfeSwomuati4XJCVdyhq0uEsSfhBiGDGtKiGlc0CVjdcqFYmjlz2NnbOPNnsGo4G02ZaPUf2gZ3dYx1aaqBGLDt7eg3eOxbChPfxDMP+FAd3R9i/M4ai547t1pIt11+pbEp/Gs0aFPuJHiJ6u9GqytDk+LCN9llPejFNk33UTMzz343lPWB3s21ZOVpw3s/GjSTR4Ex9DMU0EKNYjFEoxTDp4lct6VPbWK+iWXdx9/YJ7n5ygtq6jZWbJXEFbz9gAngqqSBes4atw3AMxH6CaduHRzSKBxlefvObz+NXv/k8WqtVwFbRG07w/T/7WBZxVvSE15ZMrFx0sLCqo9xI4ZRTdDsaul0VcT9B1o/QrBTwwisbuHithffvPZHF9OqsoyKe5Qc6EjHdJQ3OkoZmzUGzZqNsGSiqupAUdo4n2DmeYtaLMe1xSJ532BRLBhZXXFRrFvYeT7D/eIo45QCKogixPgnKVTro88ETxd/JwBZMkGrHUM18mEvHM80EgoHm0JbXJlIYFH8dRZIybsFB5KWY9EMhE7A3kYNZdtzzz+IZRjraJFiUY8yY9uFnQ/cyB42Rl4vHPIDwkOdaOl54uYoXX67i+MjHpx8NBWVL5zyRUr/3nVfwe7/xCo6mbfzF7Y/wweN96bHoEi00H+otbShYu6RgqWVhrVxDyy6gf9JH77iPl248j6+88ibG0wRv/+Q2fvrRQ2xvT7CzM8GFy2VsXiqjN4rxdHeG3jjEpRsmLt4woSmuIEyFeMlBkh+jO+azL5LPjIvpUC/w4FYUbN4sYGHDxs79sVxjwShDOiN23cDyJRsL6zZKZVv6gjmYkyTnmCaaFN6Y5hBSLwDLDWEVQvnOdxwDRRrHChlqRRVLlRoWqzX5LPm1RCNXfzRGr0+zmY/9Jx7SgM5fHRsbVbz0Oru9i/jozik+unMGvRhBL0RCGLCYlrQolkJc2rz3pbpBI4ZPw3icYnd3isN9HyGTOr4m9AEm3vjz5/5l9s/Nu9sDTZDGpXINqxsr0uF6eHiEo8MjLG3pUg2gG9R3cjydbsYwrBjDboJRN0GjYeHCVhFLKyWU6xXYBRdnpKgcjuQQaRKNVbWxsVVDveXgk9tPZZVrZSyvtsTgQuGBCazFJRuLixb2dgZiBltulHH9EgfgNv7qnR289c6OiJXsp/UGKYYn+XBTDp2LTICIMVtEf/4eXTWQsEveo4t9gm5/LLhu3XSwtl7Esy+UsbBg4smdAZ7cHeDsMJTF+4fGpGLVxOpmC6sbLWT2EKk9xGgUoXfGe46vSxMBigPSMPIlmcNUHfcrvI9ohGH6t1p3cHI0xdPtoaTHX7ixiEubZLgPoegjfPJ+gNsfsH9dRalmor5oYXndwfKGMzdnZNh+NMXtDwbSkcRDcb1uzs2O3BeaSBRTBifHHQp7AwQcEgQqJj0Dk66FaU8RAgDvYUmmGMSVs1+KCSMdux8+/LkA3LThFmsoFGuCgtZ0F5lCPCOfL7mBiYNhfq8wtcv9bp5Ek7Jt2UN4NDQNAxGAr9+sYnmNNSenGM/OcHJk4/SIXZxMefB7hEOuSPZWg7MTDNrHuHHJwNe+VMPzz/K9iLC0DFTtLVn373Tw8QcH+PCTNj67P8K9HQ+rN9exdnMdbrUHq3iEMg92Vg1GWsDRSSrr0sVlXLq4hMOnHXzw7kPpQf3V/+iarA8/fIgPPuQzhmipMqZeGW6lBLvsIMzGCLMR1lan2LowlXtvMjQx6lnonNjonLDDjd/17KNk6mUoewjLqsO26mJGFEMi3yPWnHAoLgOdNP8gNAMBDYmjKSwtwoVlFZc2NLzxWklWsRhCNzw8fNjFO++08bc/6qA3rKE7rMIsVOBUy/K5jAdDOGqAX361jK+8UsLauof1dfaJxzhpcw+nYrVpy5rRWBvM8JP7fXzvvTY+3wZUfx1quCIdwIZKmkqAhGVkHNty2M+hJGi05J6Xz8JIBtG2bkmCvlhMUCqmKFcSVCoJZmGCzjBBf8RBrIJuhx3tQK0EXHsmxItveLCLU3z+6QR3P/Nx8KQh68q1Jp57pYVK3YBPkXHmYX97gP3tIdKI5wdbelVX10ticAyTEcJkKAIxV6lUxNraopjxitUZShUP0xkreAz0uzHabR+TIZBGBaSxKyKGnC8lsRbPU2zExs7rcGJ+Zj8XgJkA5n7279V/f6ED+P/t36O4fH5IOe9Dlf/lF1K+P/+952mv8yLInyeB2T3Ncw1FKg7kKTDJOYX7zdRHGtPoOkMaEfFPQXiMKBzDdQyU5qmV85SsnjnQMkeeq3wuT4j6H/QxmYznaQN2XjliCKSAE4SBXAtfIHDnohy/f6mnMtFI8YRUBu4fc0Rv/iIFPztHQJ+joEUcZeqNKWCTpCF2Q+ZnK4q/RCBTQKZ4SzFKejZZK0MBmj247HqkgMXB+xzJKqI0CTQk/4jgwPco3+5IH7Ek8ogPpfCr5x3EslxZgl2eTOXPpvBdLZdxZWsTV7cu4JPbd/HJ7Xs4OOqg059g6jHZk5OUztMZudBE0Z1/Vy4kN+stNBsLcs0l7JeW1DY/M/YFOii6NtZWlrG+uowFCtG1KhybFAcfcRDk6UZ+H0sykAlDimhEogcY9Pro9/o4Oz7G6fGx9DmvrqxgbWVVhHW+PxTsJflLrC3P0pLezM9sYZL3dubpSKYEOQthgpPiGVNpxItyTG3AjxWMvBgjP0ZvGglC9m//6L//4rK9/p/+N5J/zUk23KHknzs/ZyY++d0jnwH3RiIKnguo3KUzpZYjlZN5RRCNJ6Lsc5c6PwfmNQS5YYHX4jnOVeg3c0SzJM3neGxJ1gvW9Vzczf8OEVslVfl/R7ef/3P+yp9VTMsUc6VjmE7snBQgP95cBBaR+Vxk5e+jyMp7W8RH7iHmCWDBEFMAJ92E9x3vJ2Ka58Bd0QP5nZv3flOkpRibJ5/z1877lb1SbjqCk43zDlbp1Sainam7KcajPibjPhQeTLJY9ksk57EChSlzihcFnhccW+6PSM6APAsGIn7yfuQ5ksYBGozl/Zynt+Vxx/eClUaceQgSOhdt9ZSJW343ztNKc7rCeeJWrgsRODlnYR94Ai+IMJrlCWAS5CgC85/lYhrF8pymd94nTTGUeFD2AOcIaKpQvEeI8M27iaWuhQlguTcpnJ/jsJnsnBsS6NtP2beZComQRg8xwhA/H8WYBRSjuc+xkHHxvk0p6OX3Uj4H4vNojjQn3VCQ4xT++HnlJod85sTn9nn/O3/l+0lROXcdSHJcmNecZeSmAblu+fsF3ct7Pu9hZgcyjb6C0FczONxn0GiQJEKdKdgGipzpGTm6ntcPiRfctyTcJys6glQTUVu3XUmwkkrCZ1OGCLamSQrPtSwxa1ObjIU2wfeK08YUFRpjLAssiODPS3PDNJhi4s/gWgVZPPsFrLmJAky8nMQm1LcolX9GQZp/r2EbsBwTi3UKwGXUXQt1x0TKnuKTHqZDiqU2dNa1GfSkkcKXG0g5g03nQY12m6GSPsyCjfpiA6VmCXbFgFXUodLEyGgoDRZCoSOBIH/uyHUl+9r8e1aSwJxfsfIsz16IKCvmDwrh7Fhl6kLIFwoU14VScHMHwLlBJPcliXjOlfUHSNs9RIMBxv0u/OkY5eUWKstNRF6EYDRDFkR537bgzvO6BD5EKAqyj5rXmp8AEz9f0IjudjCDgXGqYxgq6EwT9LxMuoJHKGCmupixH5ddSJYLxXK++B6ejnsYDTpIYg8mTRUKK2u2oQTbWFy9iaXVm4CxgFlShhebYEf3OAiFZsk5q6UmcLUYWjJANN1BMtuFmnahJF2hCo75wyoObLMGXS1jf6+D/f0uylUHreWSzH1nQiqgyZYzzBCrKxWsLZfhT0Khc45GPhIGfgyGmRw0my6CmYruGaTCKkp8McGdz0CIF+b3Ms9kJHvwOyfyc1qll0TweIYsqdhctlFzNbT3fXT2A1y83MLFSwvyGp8ed9Ebz2SexCXmLtkj5XN8Pj9Y5chKCame8GLUK45U9NC0QSQ2Xwvno0msylxCiG38NeBzI4NKxDkN+3oiyyB90iGNQYEap1D4DKE5z2dwPUXIZ7hN0U9Fo5HXP9iqjuPjGLt7kaToL1wqYX2zgJODgaxxP8VsCBSLJtYvFFBrmph4vBcDmf9z5s7LvlgAqlVNEpIXNmlg9+D1POwfJ3h8kMFPFGxsmlhc0NHeDXG2G6K2pmPxmoHFVUfCTSToTY49TI5m6EexiFSNmobnL5hS2Xn745ksFFj1xsALn2l5NUek5KvaUFGrq7Cp80x5H2RAIYHmZqjaDmoWgzE+Rj6fM9QGVIxnGk5OVJwcq5h5xF1zxqnCLnD/omIwCNAf+LCKOSWPlQuci/M7j1V7xZKCb19y8O1LLioqAwUhts9ifP9xgp8dpHDqpgQCblwt4fkbZcALsf+gj92HfUR2gtDmz1eC4dZgl0lPjVAoJRIMYS1jNLAR9btLbXYAACAASURBVG0Mu74YVHx/JpVPTpF7QX63AYOzDJ29DN4sg1HPUFrU8JXXl2TNTiJ0Hnl49GSCu3tj3D0cIytCVrWooV7UYHLfNtVRUg28sWXi9S1LApnmKMPRzMdDb4a9WYCDfor9foqvvLaBr7y+iZriQTk7kjPCrKIhqmlYvmBg6YIBdZAhPc7w9ImP209m+HTPg7Nlwblg4fUbC/jajWW0zBBe5xDHe238+GcZ3vlZisrFIipbRTz7/BW88epz2KhV4H1yH/4n9/EnP+vJqr9k4Uv/tIZbzxax0LNQaKv44NNjvP/ZMZqLDi5crmAwSfHZ/TFu32P9o4sgLGDEQNRoioR1eE2GNQ3cuOji5paD114o4dUXSmArfdBVMDhKcOeDEe68P8S1r6/LYmr39KNt9E/HmFaqCIoFNIMpWsEEQ3+Kjj9FfxxhPGJIE+jHFnqxjUEUYxixC1zD5oaL9RUXKw0HK3UHl7auyrLTAdLBQ3gnhzj6cIDjDwd4ey/DD/Yy6Is2Nm4V8MzVEr68UcWtqoMf/2APP/7BLio3Vaz/sg21rGIwT+O/dmUBXO+/P8Fbf93D8XEioj33EFPWI8Ue3vy2hje/raKgavAPdUyYeN4Nsfc0xGuvW3jtdRunhz7ee5emcA0vf3UFz7zcQnY0Qno8wk/uT/H2nSnuHAY4G6cIMg3/7Hcuyvq3f3GC//EPn+L25xSATSdj998bryp44xUFGh9e5J63E2wf5F2tr1w18cpVC8uLBpYWDBz5CT7rBNg9JV4zEYTp5pUGNq7U8clnI7zzbgenByHMRIWdEt0I1MoZCnEK10tRL7tYWm+iWHfQmRAl3cGjjoKHnVzsowBcLihorXABJ/0EJ312GZpYXXSx2DLRrCuoVTL4/lS6iBvlOhZri3LjE0cymIzESctOC42bHNtGfxbg6VEP+ydjtM8UtNsKnrm5jlu31tA/G+PuJ3s4Pernwq+e4yBoVCRasrlkoFRRoBuJpP8EGxNyA5u7WsVt7bErjn2B7GEgRkFHuWlg4mfYPQxweBhhcKZgeMqBPpEPDFBSeGE/KQe3M5RKM7iZBjfVMR0BXaZrp9y2ia9ZUHNcN28U8MKLuchD8W44THFwOBGx0WeSJyROR8t7BZnMaBgwG7p0BnJlQwXmyIDNdN+mitqmAo1fWraB4cjH6ekE0xH7NzXYmo6V1SJWVgvodKc4OBwKJlJjUkJjWb2BRllHZUFHdUHDaBLg8aMBTk9mkqqhCMJy+fGIPQA2mgsFEYZPjyciaOedcYqkZvizEwnHDSD/HTncc3M2d5XTsGhaGUybh8a8A2Y6SjAaRHKt5i50bf77OeCiCEinGh3XugiNRDIx8UtkqW5wIEf8Iz9HCLqRnak+NxRBKm4vYsa4cwtTusJjZCMgHbGvmQYEqZSWhCbPeMRwMhG3ebGACxcL0qV9KAnvGHrRgVZ0oHCaktJdmCAaE9PNHpkMjqNiZb2F5fUWyL2JI6LFPExF7A1Ra7FL1sBw5qM9nEkqV2M/t6LCLSpwmUIb56gJorfEUUscu02UqCbJJeLxKFDSNc5DtXjW+LoC4jM0wWrRwyy4OAoiRMg6pgwsJBHoCLBONkGc/3C44jhuvqnmwYyDmySWXym0S7+U4UPRffkZ6Nbn9/5wEEgSmeI6PxMOooiwC4MMJ4dTdM9mcCoZnHIuLItLVgYkuoitefKYIl+AXi8QvHWtbkviSpDGFjDzZ5j5U0lRu0UmuDRU68SQWMiiKhBVxbTBNO1s4qNz0keH6boRgzu8//PkRrVmisjA39c+89FpMw2cD8J8CkgTjkU0rF0qYv1yQQ5kFE2n0xkG/QH6gpHJMBsDjQUHzQVHujzcmiZOalIQegNfDrM0sIgRguipEeCf0davCrp+cc3G4modS6sNJEqMiT9BrzvG/udjHHw+QZgECFMf1YaOlXUb1Xru/ubnfXo0FuxrrVbCwlJNusPH44F0kBk6h3OWpJLHxD8Kuoz3nTofnDmSsJ/NPFALLpU0uA5FURNZbBE8BQUeCq6JcqkoHWyLC2URbz5571BW66KNrRdL0o+y83CKo90cFcSUsmYTmclu5RiTUwrAHKZosrn+h//wq/hH/+iriJQYjw8OcefhLj5/bw+fv78nPXNxFqPS1LGwbmJxw8TSeo5bZafE0UGCbJhAn6RoVkt47qUtbFxewLufPcRPPn2ASTdCMlRyTD4H+aYCq67LKpUoFlpoFi20HEs2fHudEfbpQj6M0TviEIMiGpPtOhaXXVSrNg6eeLISYnOI8CqwgzRCuU5nMa8pdS4AW2IiilUPqRp8gZc7F4BlbMCBEw9uFIBtoETMfKmI0E8w7nmSAmSfuQikOmPo0fw0myeQ5l55SajwWc0ho6QVaAaYUghmiVpeKfjyq1W89FoFvV6Ehw/YJz6DEiZQwwS//91X8V/85ivYH7Xxbz74AD+7u4+jgwztU3asq1BtBVvXdVx9xsTKgoUFo4CG5iDyZ4iCKZ69/CZevfUN7O6O8S/+1V/grR++Bz+QvXaO5d0sC3Lx5CwUR/7VZy1cfc6CoRagKwVBcI97vO8m2D3p4/CMWNUcmy7vkwpUF0xcfamK1SsFbD8YYvv+AMlUgcqO7ZaN9esuFjYcWAqTrBx48r8Juqc+zg49dI58BJMI4SREo6nLIYy0hWrdQqNuYKGlYrFpYGOpKms6U9AdZDhtz7C908b2Thc7j0I8fRzCVPPusus3FvCVb1yWw/Cf/tk9/On37uHiM7ZgmNYuWFhYMqVTiEavaEZBLjflxLGOOLSkPuLBvR62H4+kl5RI9CSykYRE13O0MUamzvJnIpF7/OeBjnKlgtWNZRTLBRwen8giUrpQj1BtaCI6ugWSMDz4TEsOdFlbW2W89EoNG1sV6WxNYOPuJwe4e/tADpK859nXWmu6cMsm9vbb2D3ooFLlM6Uhw9SpkDwSXL1WwdXrFWw/GYjDtFEu4uJGQwaSP3pvF3/7/i6KhTJKhTLGvRDtvZEMkMxaBqPCgRegpazlKGJ5uSzDTKS6iMBP93rY3e0JOaBcc7GxVcKtZyuoVHR8+M4pPvjxab4X8zhgodEulmfN4koLiysLUJw+4Azk+6fXJsGBiHH2pjM9mA9ZKQAzAUxBk45w/lqtuajUXBF/79/pol5y5aB1/UoVY+8UE+8Un/xdjI//jnQIHbUFEwtrFlY2cgFYBoWGhnufDfDTH56i2/Zx8UpR9gqtOtBsABGTVxEd9imGkxgjUj7YO0NMXAcYnCoYnmXSeUURmIYfLsstwSaqzlRxcm/3i6F9aaMG0ynA5INItWTwn/J9TPk9k+MeORRzLX7/kjhB/tQcVcfOWNXHbOLJkK7eMHDjmSpW1jho6GIy6+F438TRAQWrAoqlggwv43iEOBohnLQRTDt47VkL3/lmHS8868jB2GEVhPosHPVZ/Pidz/GX//5dfHa/jfbQwCgs4Jk3L+OZN69gFjxCp/8xKoUEN7Y2sdxYQKdP44mCCrs4CxZ27rfxwTtPhWzwn/+TV/Hb//RV/PG//in++E9+ir19Gh7XkaIOw2VHVoZEmSBVJ1hbC3BhK5Cu2d6Zic6xjcmwgMnAzUUrS0PEFMW0J+mYUqmJUrEl+0giDmW4KMlRjvvzvloOpDXDFBPp4LSDihvilyj8vlzEtasOrl9xkGAsKeQPPuzirX/fx1tvjWCXVmAXV6HZDjTbQBSFmAwHcLQAb7xQlrV5IcKFLdYCeDg6nsr+/vLaAq6sLYjBkT1ab398jP/trR18eDeEka7BSInPdmGq3J9RRPBkj8t9M4eZ0r3IbLAkogJJbZVcF7WyixVSNVb4nDlDlrWlMmcSuBhONOzv+tjb9VEuApUCcOO5CC//ki8C7f17Yzy452P3YQu7D1pY3yzh6s2C1EtoNGQqGR7fHeDRnT6UhKhQR/YKW5dqcn2ddQ5w1j7AcDDBaDDB6loLzzx3GcurVSjGSEwWh/sKDvZVnJ366HQm0vfrSCd0NUfJchAuXd5EpNJIyiQSDXgc3HMQTwQ0TW3553g+pP97VeD/h394Li7lM/5cJPhFzPPPU8Dz6OF58vE/0KTO/5/zeCLPGkQCcY+bJ9LOMc80VvDskMb8Xh0h9IeYTXvwpn0hZxVcpmJICdGk97ZoVVA0K7moFEcYTUbodNoYDPuSJuSi+MuOXr4GCoWCfp3jeKUTlJtv0aMy2Tf4vi/dvSLQsYN2LohIp+cc0St9wHMxNj+P0dDItKG4dkVkY0J/5s3E/GnMe4XPn4/nHbP8PdxLE9csqPXzvlOV310zTMdjIQEx0UxxS2wZTCBSQCA2tUBcI00XrFEwRDDtdTrodjvyzGPyslap4oVbN/HiMzfx6PGurP3DMxyd9jAc02AlmbxcyKeowHMNxV0RD4nvdbC+toH11Q1kClPCM/QHXRwfn2AyHqNWLaNeq2BleVHW6tISVpeXUCkVpVuTeHw5Q5IeqfG7huQlikPEl3jyfKLO8OTxI9y/c1eMW8tLSyIAV6s1VKpV6VkdEaUZhFJzEzNJPj8be74Hz+N9QJGK+3w7F880EzoNySad0gYSTZf+0KEXoz+L0R5GOBtF+N6/+B++uPKf+Y0/QETxdt5vKsDkuQB8jjnO06fKPMl7LvDmyOfz64N9hpF0heaJyS96oHmynAvAFFwpHsp1NU/y0hhHYZvXpPwqCUqRpOeJ+jzd+wXieS44f/ECfuH+E7mHQrH8mlPa+LrE/EDhbt4lKwlV0h3mAjC14fPkZ46Q5RM0FUM07zFBaCusXuL3BJ83tNjkpVW53s0/i5jgPEFIAZ/XZS4AU2jNhWAaP8x0BiOb5jh45tSImo48hP4E42EHk1EHShpASX3pibUNFS5FU8eQ9FXRdVAq2HkX73gm9woNREys0bhtsAeQ4QHpX+Z7yw7aHEss3dr5jy2vnwYhopHZhWrws5v/V4zm4uDmW5G/JuqcXNLFmzJ1HGHIDuDZDJ4IwEy956ZumbHN286FRCWfK4ULvp5cAOavdJJTbOcemQIszbXnCGg2ZNLII0l4VZdaJO7BWZWlxKQRxiL+VhxbxB5+1/GMO6XRmYQy1r7YBfmOTCkAC3mBAYB8FiXdwvMlybOQQnok7yOXGF1EQJ/3MMs1akKjCvKFRSa/TvgaJCnObnB5liQilFAA5ryShlw+u23TFKO6rWRCAlSSSPrEmcZlCIb/7rlYzGcG7z9Nt6AYFHQt6c7MVBOmXYTlFqEavEtCspRF/HU0vreW7Kv5eSe8xmhs4ewSKYqGgSLNN/yARBwLMRFhZgrLdGEaLsOSbOtEkPA95R4ilIoBqRmgjDx3TCic5Vm6iL+L9bKIvzXLQOJx/z0S8z1FHX7+FA1JbaOJgf3YfI1M8/G75+S0g5OzLpxSAYtrS6gulGFSIHFVEdU0ivm8d5k+5307pytoJvce3KPm1ymvPd4TfO/FrMBnQN7EgDSYIfWmSAMfqtAONCLpcgGYxlxq+POkXUYCjKFBNTWEhyfwdw/gdyho07TpobG1hvrWGsLhBN5pF8l4Ci2msYeBBA065x6s/LNoWJs/c0hf8FjDQ4KhC9V0EalM/WoYhinORhzoR+gnDgaJg5Fawlgtw9eLCIwSQoOfNYV0C55Pk9UIPtdsiNjrwU73YCf7WNl8ASsXXkRqtjCJHXipJWnimEQY9punIWw1QEEPYMZ9pNNdpNM9pP4hsuAQE1bbhfxaKcB1ajD0Ep5ud7Gz3ZEz0sJyGbpFcdTPcfUiAEdo0BRbI8EoQe80kBo6zVWhMQhAGqBB9DPQPuEsmN/hGgpF4n0NmbNMSNYbBDm1SBD+eRkxP5co44w2Q7GgYqVFypCC/kkg6+LlZWxdWsZMSDZdDKZTelZldsE5Hp9vJKtxfs/ntVPQZF6piHMqRZmp+3JBBOFuhwQtEpGKqNeLUuXIn4lY4smUydQMOqsoeP0arACguKtCd/JnrDCsWb1DAThQEKXsfU1gWAlqVaBazvcDDFZ1+wrO2jSxO7h0qYSNDZ4/B3i63RcyJTHS9ZqNS1tlCarsHg6xdzjC2Ncx9gypcWo2MzTrGtabDtZbDrqnY3RPRzhqp9jvqtJTfXHDxnLLwMluJKu2oWPxOoNfLpbrLhaK9v/J2nsGy3WmZ2LPOR1O6JxujrjIAEESzHGYNDMSOdaMVjuyJZdl2a6tVdlbrrVd5T+2f9hV61Au2+s/DqqSdlcqzZStVJqwnBlSmmEGCBIkQCLjAjeHvp1Od58++bie9/QFtVrtP1/UO5ipARrdfc75vu99n4T7X7aw9mULw5QCN8eM2AzOL2bQ0BRcujDExxdsZOspZBo8NxKn4JrNaJzkujDWsFyPoXNUZSWfL1UGMmUVJVNHOacLYcAajjCwA9iOguFQQdfKoNvLoN0J0Oowaoxz8Dw0I4O9vSH29oeSn5zWE3IuY7/4OFUbKVQnVLw6o+GVGQ1mDAwGMW7vhvjJzQAfbESYXzExt2JgeUbHkWkdnuVi7U4Ha6tdeLkYfg7I18ooNWoyY06lXYkM7O8OYO310T9Iod9UMbBj2Mx7ppPqbFrEKASb6dTpWoDbVUWYFTCOrZTCN19YktI5R98f4OadDj681sFHNzsIc0DAfzerophJXFbbXUh28t9/vIxff7yM3t0Rencd7LkutlMetv0AN/dD3NwL8W+/fgL/zusnURj20Ll6B632AfZqCgZTKTz0WAkPnS/BuWOj84mFz6/aeP+Oj0vbAc6/UsSjrxRwbnoaZ2uzMCkw2rmJ+6ubePMD4M0PFBx5ooIjj1fw8NmzePzkU5jKFND5+dvo/vxtfO+Wj+/f8nH0azX8xj+YwyMncoi/GGB0bYBL9zv45H4HUxNpHFvU0O1GuPyFg8++9JHRS8jqJViM9Gv3EGZDaBMZTCwaePbxCp59rIqlhoqlegopOgrs0z7ew407MW7cjvHka0fw1GvLaK/t4fOffI5uq4/p84uoHZ3E/uVV7H+6ilYUop1RYLmAbXEWr0DJGFCyJtqej33XFcvpyUZKXIcfPj2HR07PYbKwgKniPFKDHXjNK+hurOHKe11cfa+LC30VFy0F84+U8eI3J/DkyRLO+hpm+wp++Nfr+NHP1zD9SBpnXjWhVGKJvu30Q3zt6CxeOjqDv3jzAP/X9zbRHaRw/qEZHFkownO68J0ujj0NHH86Rp7OAR2gvxvh8icuLl9y8MrXa1Ke7eDutZYIthaPM+Ixj2gXiHZj/PBjC9/7sIONvo9ChQ6+Or77jXl89+sL+NMf7uCf/t4qPksUwOmYSo1f+86k1Jef7+HLz/fR4uLcj1HQUnjpiRy+9ngeOkVYJeBe08Ond2zsNENoURb8BZN0V2BrM8DaPS6mzO8wYKSZ/9qTzNEpPcRiMcKRhTxWTtfRmMmha1vo2BbubgN3txVYNll3iW3s5JSCiUmCcoA9AvIm2ba0MSXDy0akOojUGHEqhmvrcPsmet0Inc4IljWS4PZyXhVb01KN7GPaU4/QtXz0h1kMbA3FchGlchHtlo311QNR1PEwTSepyQYHv2SY0b4hEsVe4ETCSBPVHNWcsnR7ifJzCDB+wWSuUZq5kDoqDQPWKMSd+31s7DqwHVUQey4WzH+IwYOsjkxaRVF3UDQceFYMl7mgVJ5xIKQo4udNNV8hiFAII5x/oo5nXpwShfHqRh+3Vy2sr7rYWHVlqMy8g3yZ7LUIfjrGwTDGwSCWwXkwAKbyBlYm8iiaKezbA+wPh5KVG6VSGNqBWBaT8W1kAFNTUCxoKBayifXHkHlUbOgS5u/slI7ZSQIasQzy210PB82RbNa0zyVwSDAnCGlPqaNYzskmu7VuYXO9n1g16AlDluTIvxEPJIweDm0EaGfzQWtIEzBMgvFJRi0zfZn9RVYmFao8E7CB4SDCYYavTWZt0hzy7+THKrAwtsVqmnYzVAHzMMdDe6yk0eq4aLUdGWToDGJhC0ZWKJUzFqRoE8m8SnHRIWgahGIVa1sRGvMZNBZ4CI8kF4FDXR6vAzLHxyC+HPQ52ObGJA2aK0PYvGEmGV8ZqoCZz6oio3NAnZEBfL8/QLttwSOjcNyssdeg0pcOEp6XbITCsGaDziZTcnN5SOEGxu8oaXwTyyKqWBUpsfNisxCRXEGLSlppUJnKa0SVmvAoxdqZvYFh0qpZg01Fbz9CIZdGjVYfhQyiiDZQtJvswQ0teV2dFw8qBoOR5CimqMZQxvZtekbsb9sHjmTUBoon+RC8jho7JLIknZjYuSg9eEDnc0GrXB7YipUMChWqwnioJjvMQbc7kmzWiWkDVdrAlvieAauTQb/Dg2gk9w+bAUWhCiZCTivA1AqSC0wLGJJ1xdaKjFQy+TSI3c3BQRf9to9Rj3PgNKYWi5heLCKbJaGAtjA8qBJkCdDvqhhYiTUvv7fydBa1eR1IU61qC0hMxT5ZgWbORL5gCsDt8b52eYCMkNFD6GkDWtqQe5g5K7REoQ24Y8VYv7+Hjfu78ueY5UsAi3+Otng7W33sblrCFM7ldLmmvG95UGOzQUU/D6KJQuMrhrPYT6cJGjDniZZ7zDrn+kirOhNaKocwsBH6BIBTkhFTLudRrtCq28RnFzbx2cVNVBZUzJ2lrSawcZfqvFAyNamo47Ui+OpQ3blFQCqAwZyzXB6/+u1n8O1vP4PtZhPvf/wFPv7kJvpNF/195mmO4AQjscwt1FQ0ZrJYOmpgckbH5rqLjXUX6jCG5saYKJVw+vQRzC5M4a+v3MBfX7kuBAydmWYE00TNEovVjjSs+bTY5k+UDEyXTJS0DJr9PvatPvotVYqWyiRq8Llj9jS/Z6sNWK2EeCFqbi1ExrBF9TXsKxjSst1Ow7NTMlBMkVisRTIIpPUbGaFktEpmIW3duQ7oQEpTUCgmIAubkH7blnUtFSfPQaR6AiQfDnFE1SAMaM4dEuBZGPd83pmn6kQCfDP5i+ZlTz49gyeemsF+Z4irN/Zx+3Yb6EdSv/mtx/FbbzyO++19/NlHn+Di9XV0W0C/FyNlkNmqYH4pg+UVDVPVDKbZ7BsaavXEzWBuahkL08fw5ZdN/MEf/TV++vYVsVf0QmDhSAnzR0py/UdsjFIKJqZzmJzJo7nLDMjh+BkLZD/pjUawRlTNJORrGbnT4q2uY+VcDTNHCthYbWF9tSU2ZfViGbVGHpUZQ6y0d9Yt7K715HnnIMDuB7AtX/KCqcThN3/yjIGTp2knm8fMVAHFfNIUB56P3e0QtPBl7rpts6EIJM+703PFYcFzYhw7VsPZM8wb1NBpudjds3HzXhM3Vg/w8FMFnHu6gHqdzSEH1XSmSNjn21u0syWhjR1tGqNRLAq3FnNqeb4ZkTzDD35oVZeoZpPhaxoR7U9dZj4bqDSo4NVhDfro9amWdaGkXVQaCmpTKbGuVsdKzaJeRdGoolLMo1alYkzB+uYQG1sDNHctNPcsTE4VsLhclabYGtgYjmxEKR9xyhcyFd8DVR2e7Ytl37mH5/DwuTlceH8DFz/YkOzOMw9NyHW9emsHX9zcwcLsHBbm5iUb9PatTezstmBzQOj5Mv+Oh0BtUkNjTpehAsFiLWNibb2JtfUD2RvNQgbVmoapaTpDqLh1uY+bn/Wha6bsNQSC3GCISPEl96ZcL6Ixr6KxwHOOJyzKwYB2xwFSGdrBJt8tWdWlEqMIMqLKTtZL7o0KtjaGuHe3L64Czz0+h+MrJDC00B8d4MI7Hi6+6yGtkYxiYHrRkO+7NsnzjUgQcOfaAJ980BOHmrPnizh1NodKOUK1zCaS1mqeZKX3hykMbDaOyYDNGdAuO4M2rYNo3bXnS+NL5ngcc4ichU6XhLXOg8HjU984J0QLR0oVVjXBXzWdKF25pnNt1zIaDM2U/TgOaeefFoUDy7b20e/toF5XceaRycQJptdFt9vDzlYKO5tUrZVQKjbkPhjZzGzdx8JCjPn5GHMlD7Omi8XJHI6dXMHc4hz2mwPsN4f48MI+3nl3Fxu7LiI1i0w+h6deWMKTLy6j2byGu6sfI58Lce7sUSwsTGHkOmIpuX3XxvbqCGqQRtEwUasWcOLsHE6cmcMff+8C/vh7F7HXziJtLkGll1TaAdQRgriHMLJw+kwej54vS6bh/dvA/Vt0HtFg9zWxdqbbh+vb6FkHcNwRiiVanNcRx8xrpG0yh93eeGjKVZS5pByIKRhxj2i2MVX18frXS3j1pSJmp0zMTpvY2j/A7bUdXLrcx4WLIS5dAorVSRQrk2JXyH5G1I2WBS3l4fGHilKLy75Ut9vBnTtNcR558uwpPPnQSYwCC6Owh59d3MYf/st1XL7uw0zPQVenkYqzkgMsqXwEloS+d2gBncTYSC5iEIgaRmPfUtRx+kwDp0/XYdv3MbLvwWfuo1qDNcjii6sdfHG1i7ypoGAoOHUuwGMvuCjVR1i928fqHRfrtyaxdmsStVoWM3NJNlm5ZsLIa7h6eRdXLu8iZxTEmpd2exodLBQX9qAnNTmTwuRMGsUqs9HloIJWM40DOntQgbxPRxs6MCWbgICVonpMbEQTRdqhb8lhOmhi8DpmSR1KeB6Atv+/A8Bf4cEPnv3k9PzVz6Hl7KHImFnasdhFinRYSlTmBAEEXAlE9aeI9QcdggbwvQHTPeX8GoWuZBLGoY9qoYRqsSRAGcEHqhN6Y9KfAE5gBEwSyUIQlYRFAqnJoHwcYUGwDckgnD0BB6WsQwCYThT8uwS1kvWNlyoBgA/Fl4kaM3k9Kn0J+FK5y9dJ0pmp0iLpl4Av++EEDODfSayyx8DQWJHMwS+BkFiUhCS7kjiV9DFiv+onmay8H5gPTIA7l88hn8uhP+gLMEsgSEDgTAazjQnMNhpwPYJVEXabbaxv7Mowiha2jHiSfFj+s+KYQNVncp9lUllUyjWper2M+kQZ/X4PN2/e2DLteQAAIABJREFUEhCYJCI6t5AYyZqemsDC7Awm6jVUSJYs5pFlXp5YvHIdpUUo3aF6CP1BApzGMXqdDjqtAzmDUB1IxUClWkO1Wh0PzjoYccKY4rpNtV9i0S3ZrgqdeRKXMLGrlmclLaq/IPbIq0LMrD6qBFMaAiUrA+SBk8Z/99/8Vw9u1le+/V9iSOcoAf9iEciJORffswCIjIshIJjYnLIEwGYJ/sVzdoxQJRGHd2TiRCKg4Tgx81BJOnZqHXs3J/ejRBodKivFTjdxCpGY77H1+qGVqyiGxwBv8ryN//OrF/5XBg1cR4QMIkr25PlL3hXn/7zHDg+bfwMAJuA3Pn9KLuj4zyT20UnmtjwXY3cAkvsSYDsBlHl9EmKE6Czl+Up+jd8vVa0hsw8TJZdCJgbvDX+E0SAhfogNTjhCRmH+Zyy5jLRtZYwaFbQEFBlz5Dl0DPCEXMxegPdtWpwGkjkA10325ySo6QbJ3jwfJLlSVKhRwUdLa75T0lNov855mnQYhwpq+Q7DRBR5yGClWt8PEgXwcIgho8U82rsn7KNDy16ChYf24QIAE/jMqKJ21bkvStYylbmJwpS2upLlLgp9ku/jpEene0cqDY3PEtdOOltEgeRplk1DVOW00OYcq2u76Ds+VN2Equfke6bbAkFayZYWckvi8jfe3OFLBmmSPZ1EXCV5xgm4n6xDMr/iYnG4flEZLLdv4kPO1xflOO99kohJAKHbEtdAgtcEd7lWptMwSbyUnODEcpz3PAFxPUsxQ2Ivn5AG+CYT1ykpnu/SvI45GAbBkqxEdDAyRNRrqgqD+bzivMDPyLU4lHziLF2t0hnkSLzhNRUAmPmeIwxdG+kUiQO6kCZ8Eml5Zk7CJcQVi9c2cdCDzBNC7l0qUJcM4AKKmRQKzIr3I1Fz0jGPZ1CSHugsRrKl2PtS2ZxOC9juOgG2d/exvbOPYrWIhSPzqE9XoREANlQoVNpT1SvZ5+O5luwPJICNSSPM+j5UB4v4gVNIrq9fRYUHdJXoD+APhqISZmmVIrRKSYgO7LfkCZUcAFXERbSk7t7bQOvmXQT9oWSyM37HnJiA0WggHAzgt1sI+j2EowEDgEVgxF6C4DGVolyzxSKf/jle4m4n6zUV7moGfioLN1ZllsicZwe61EDJiRq4G2SwawNNzvEUDZ5KZwfm0KoYDIdotw5gdXcBbx3w19GYXUZj7gj04gJUcwGhWkbfAfoO90Qq0VXksz6KGRcpbxeD5hWMWteRCQfIRkMMowgW73ee2dMmVIVz/j729wYSIVeu5eWaD4Y2HA4lx6TSTIqEtlBmF4NuMpct1RnRkpXotMHQhSX2z7wmGXGjakzlRXiiGzEOmkPsbPdhDxNnBbGspwJbieUcoxk6TJLh6KAICq489Jo+FpYbUlyxOoMhBq4DL3LhURU/JqJ4Q2Bk8flUJOpPy6uSz80iWaJg6hgNfOztDtBu2hKLODuXh2Ul8+7+wBdRGN3fsgbnDVTL0C3QBdRQwEFxmnATS3MqiMW9i30WMQc9QqVEsJnxXOLWjp6VQquXRrmk48iygYU5Hbdu93D7Tg9ppMQCnta+cxOMs1Bx804PN+9a8LIa/KyOQiXGRCNArQRM6QamdB3bOwMRJXVHIQZ0X1BSQvgwaasv2dhpZIoBMmVfREkS76lyzmjDGYxgBSq6YRqzDQ3PnTAwk0vhwocDXPhoAG1KQXaKRCIKCZPsh4RSQkI9QeAImhcj1Y0EAM7W08hU+HwmqnOeK3mmdF3AcVTYNlXAxIWAdidCq0NnnwzKVVPWtE6HCmBPMpZJ8uQ6MepTxQ7ML+ekzlciqXgUoNn2cXc/wiebCm62VRw7aeD4SUNs7xkD51Hd7XgJmU5LwdNUxNxj6JjEOZrPmKwYg1aAQTuQ/80i3kBsghGSFPaJ6G3gS1GgxSx7rv9DL5I9ZLpRwky9hIVaGkvVFIb9EW6vW7i53sMoHWOUguBnZc4wwgjdwRDZyMOLM7pUfy+CtRdj1fJxbehjm9hEVoWfTeGJ+TKeWKggGo6wt9lCmAkw83AFM+dKmFwA6Nbn3h5g+FkPl78Y4e27AT7ajfH6dxr4lW83sFgsYjqdR9Qdorm+gft3m3jviwDvXw1gzuowZw08/tij+KUXXsVCvoL7f/4m1v7iTfzMU/CWD5x7fgK/9d0FnGhoWHtrG+sfNrGXjbGn0c0iRFEJsL8b4PodFjEODZksY2h8iTWBGSE7mcLksolXnlnAq88uoIAhihgi6A5g7/bR7/jYG5jYH5g4fXoKp09PY9TtYP36PYnhrM7WoZeK+Pi9NVx8dx2WosDJMVcdIrbwbO7vaSk/DXh0z9TpogrMzpbwxisP441XH0E+SiHPOfzWPfRvf4bd1Q28/7mPD64EuD0KcduJ8OiLU/i13zqKp4+WUbtrQ7vbxzu3tvGL21uoL2ex/FAeQSHG1mgkYPOLc0t4cW4Rf/n2Hv7vP72HUZzGC88v4dSxEuyDLYxa21h+RMeRRzTkSTpgPMsgxsYqoxMHOHW2IkT8wPGwv2GJGC9XYp+jYbgbYrgb4b3rNt66OoBSzOLs+Soee7KOc1NVnJuq4fs/WMM//cOb+PwGM4BTiBcW8/hP/tFDUt//46v4/ve+QG+HX3gKC/Us3ni1gjdeq2Ck+RjpAa7fG+LiJwO0DmK5iaulHNa7bax12/DsDCLHRMEooVarIJcr4J13N/CLdzdwfCLAE0eB8+fyOPdkA/NH8+g7DgaOg9V7wL37wE7bx/6QC3OIqQYw3WCuuhgNI28YKBZMaVz3ugdoDbpIFw2kCgbur0a4dS3A5n3mbvrodwLJ22LNzAEz8wnwQ3tNP2S6Th6hkkdvGKPHxaXrot2iZ74nOQe5bISHzpo4dzYHaAFajo1u35OsOsdSUa+XUKsXESojAbf492g5SXC1auio6DrqDW5eBfSGPq7daWFtb4BATyM0MtjdI6ONhyseeLLQ0wpKKQ/ltIfdTYaDB8hWNVRW8kjlVfRaI9idEabCCJNBhOdeWsDLr6/AVkJ89Pk23vt4G2s3Yqxdj3DmjIGnnslhYgkICw66kYsr1zxcveZBcw1onoFHTpbx8rM11KopvHNpB+9+sisWUC4zgLjIuTyEhyjmI+QNtkIJS06yZjNk3CYHeB5ajy7nsLJsYn3Nx7VrLppNDgg4SI0eqE95qKMaWTd0GDlTVDf373SxdqcnuQW5AnOMaB81PkByofRpQ8tw8ERNyoDwrJYSNWeukFho8n8TpCRYKdZJKmlptFNNLMkGB1ysE2Y4xS2amUJ9Io/GZAEjt4+ROxC7YC7g3FCK5QI0w8TGpoX1TUs+p5blkJ69FzeJKGH0WECxYqA8YSKbVRC5Pryhl2TptgOYU0BuCpI3naVakov/MBDb40ygIBOoqDbymFyqiP/P+r0WtjZ6ompj5Qxa7aZQmTRQmcmhOkN1DxVJWQw7PVjNliiVFInf46H3sHHkGI/NfcI+5qalwoCqmLB6Nvo9W5opybCVBjxRm5JNxiIr3jSpjgBsm5m/PjIaCQ8sidhObLzE/Y1gfAp6LoX2XiB2mlNTJo4cK2F+oZAMkeMMrEET1rApTbxGNgVSMoyi8iSj5pFWqZpV5Xtkk0zrl77lozegBb0tjFAO4gkOUy1Ge+aUHH/G9k9xALMA5Esq8qWUKNnTWkbsmpu7Lmp1AyvHypiczcLIuWKtvbPhYXvdg9UO0e8FQsCYmtYwPW1iYW5Gqtt0sbMxwMGOg04zcUOYO2pg7piBu3e3sXp3B+1dF3aHFnlpNGYqaMxWkc4OkM4OoWk+NCO59+x+Bv2eiua2g/1tB/UlA7Onc6Lu7BwM0W3ZsA8A+yBGY7qCmcUGjHwGfkjLrhH6/b7UqBXDaQMzM3WsnJjCErPBK3kUqnl8/M51fPzuDXjhCEUqGCeymJzKoVzWsL1hSfG55qGb1rZTk2QNmtjbtaT48JGpG6s8xBLw5f1B1iuzsRVkNQ4LEpsyMv1LuSJK+RJc24Y7IgCsoFrNoFQyYeZqUNUcLl/YxOWPNlGcDTB1Qm5N7K4BnV0FkzNFTNAqiK+biTHsuji434fTC9GYbmBiuoFvfPM8vvnLj+GzL+7gz//yHfzinSuommXUzAoGjoWBayFOe0gZEWq0DDldAvez9ftDqYzL84SKiWIZJ1aOYmpqGj/5/Bre/OwaMqkIFbojcBjlJpbsVFaRcReYMcJcjKmaiflaEY2ihj6t17whnL4Gd8BMez5jBOESpYIMeiJTSjdUyXRWmesb9uC6Fg52geZOkv3CWU7GSMOs6sjkyHJmxp8LNiE+wS82/CSWZBNBEAHgfNGU4iHV6tjwbDbsOjK0/YKLAM44cy85bCaWckkzKUOTcXMuimGSwXkf0DIum8bTzxyV2u508MnNe/jy5iaiZoz4APj1bz6Gv//Nx3F3bx9/8u4lfHJzA64NcQjI5IC0CUxNZTE7rWOylMKsHmK+mMHpR8/g1CNnkoy/bAYXP97E7//+Bbz501v8+KJAWzxWxtKxMsqNDPQCRKmpZUgeqODzT+/h88v30dkbCbGKyztIquch+8FalMwnSxUDy6cnML1Uxs7mPrY39zE/M4FjK/OoN8qSMT20fXz0ziouvLMKOBHkNEgXK/bztNAbr2XPv1LEC6+UcOZkFUepWs1ksL1t4f69Hn7w43384Ed74jpB9TQzySK+qXQatYkUag0Vv/SNo/jWr57C/raNf/5/foa33lyFSqA/Bzz3ahXPv0olbAoji4SyWJisupnB5UtNfHapKZEGHBBw4MAsaap/h1Yew14eanqItG4Jm5+EHVoDc83m4JyZ9lRCijUliUk62xoOamPJpXeGI1QnYkwtqZiap80V7aEUHF1axLHlJShhDoO2iru3e/j5L+7g4sWvlKRnHp7BY08tisvt1S/WcO/+DuZWclIEDUguIjGBjS3z1p584iSeeuIUfvhn1/DDP7+GiVkdjz8/g6NnStjaa4nCisor1t5BG59cvYbrtzaws2Vjb2eE4ADwD4DSlCoOJbWpPGYmp1EtV7C+sY+1jT0gFSCtk5BC9nhK8pR27oTYvRtiYrIqqmTa5FORNRj1YRY05AoaTp1vSDHqYmOth1azBy8YiHrr0IqSWce1Ou3CSZhJBmdUvrH2dlzsbLmYqOTw9GPTOLpcRH/YRd/u4p2f2Xj3rZGA74vHisIwzldCFCqRDFBJqrt/08WXl0aIAxVPvVjE+SfzKBVDFItU/I7Q7g3RHwKDkQl7pMEPbfjhELGvIfYMHGzEuHvFxt6GB6OgwCgyVzyWMgwFg+Zh3ijwO//4Dew2B9hrDtHtBRiQABiloZkmsrQhDWn76shAWCMjlgphn0NjKhFp7axjaK3C6lxHfRI49/gC5haraDYHaHIYsxVjdztGNl1HtbyAbFqH1duA1dvEy1+v4OWvV6FabexevoeiUsArr/4KHnn8CVz84i1c+OItXPoU+ORTEwPHkEHQ9HwOL78yj5dfmcP91Su4fOl96GaE80+fxrFT01DSXSjpHt76s228/efbOL48j+/86mM4c2YBjp+S+oN/9jH+2T+/hK5joDx7BFoxBz9qwQ/b8P0ufL+DZ55dxCuvnUQc5PDFJw6uXHLg2GmMbJ5DSXRT4Lh02NjHyLFRqtRQqtZ54oFCW3rJPuQgm5aJWaTA6Akuqh5c2ac7WJ6O8Ju/Ucavvl6W7E/WJ1e38IuLq/j4Mxe3budw514BjckG6hN1UMnk0vVlNMSoPxAL6YdPF/HI6a8A4L29HVy9cl9iAL7xwnP45gvPozfaQVT+J6gYDI/6V3+sy3+A8//wzcQ9RQL9kKioxAk6sR8UG05hDEaSy1Up6Xjm2SU8+9wy2q0v0Gl/iVjRkTHnYA0NfPD+Dj78YEeIocwqPXkuxBNfC1CddLCx0cf6uoON2zPYuDUNXYPc19NzOcwv1jAxVcTFj9Zw4aM1NBq05ZuXYX9rbxdWp504yESRrJEsRe9jv7uDnX0HN640cPNqA0MyuC0OzJhTbojFexgNQELnIeRLcICuF1w/OaNnHMlhPAz7EhIfEq0Hcy9J8Pw3/fx7+PFbz+DI3/6/B7fw33/nf8O/SDgdf7cCWMChr+S+Sd7vod3z4QsmAKe8AgfAagLKC2YkqlqeKRKVJP8hgoG0DOWgPENUQKxZeU4fwOF5yKLtYxu21ZUhE0vLUpHB/onZlkPJAD1U+Un2ajotg9pOpwt7OHrwzyWgOslFyf7C4WACXPHck9iGu8zKdFyxuhVXCrG3TOx3v8pQTXpFkkupyqUt8uGP2I8TjEUkii+dA3VxSqBLQWIFzNfhe2SJ/S8tAAleUKlP4HE82E+yjumANIDVs0RBSlIvAa1KpYJqtZLYv7JIJBmNRImXiRRRNk5OzWJyeg7tjoW799axu9uEbScKJolzyiSXgT0KP48oYBmxkSGBW8PJk8cll5z21h9//Alu37nz4HuWjFZFwdREA0sLc2IJvbI4LyV2j1TxSRYoGRkOXLsNz+kk/2AUiTqY4JDnOLB6PQz7Q9QbDdTqDbQ7XezsNsWdKqObUDIZUSkSeCuYZRRyZVnfU/KL4B+BUxWDUUcqTPmAHkvElFGqQM+XEcZFhFEBv/7v/u6Da/Ubf++/kEgwqvgD2jrS3pFDW77llIqQ15yQCskDMbszqjBZKaRIBvYYWRIhSgWI0kny4mGW5gOKxiFwO76mYuk6roS4kgCz3OHYgxAkJGCVKMT/Ro1f52+K7Q9ztgVoFRVz4n6RrH9JbmuiPid4N84Bllx3rhdjMuU4/zjJLKZalUD0mNwlD3ckCj/+nhASxsAuo9VD2oMmJRbqzNCmE1eSufTgexa7WkWFHyoiFmNvSkAmwyG5EEEoOOjBcyzE3gCxP4QauUjBRyr2oUae/M4/S2BRiWgbTzJBIKAv18W0woka3aGYP02beZLgSXyiE10R+WJRFLZsPuh2N6ALmeMiiwCaEsINPLEXF9CPyxCfYAEjuY+MkwZ4PVJpsVftDQgADzBwCbo6yfMzzvOVPy5uR4mjGwFgvh8BgLUMNMnLJrmFRDjanPPeIZiXfHecD9CxQ8DfNP98AgBnSIAIPKTDAJW8iXKe5EbmRvoYOi6alo2O7UDhM6NxjpMS8It7O8+0HEgfgsAky6VS2eTeE4CTs6lETS0RZlQDC3CRKINF/cz1m+QIKtVFXJAoABMh6lhyKlbqiYqdd4E4nUkl91UuRTBWHVs9E7ClMjgtClnPHUkdrmVc+wQE5pXN6mLtbRhUaOaFUE7yY7mST/J/xXFAlbg7xn2QKMmLktiHEwxKi+KM6De/e7qS0J515DlQFGZGZwX49WNfQK00Y6sIJo9/0T47yegM4ASukE3oAkQVJUFtQ2hoFERoCGISV22E7khICwS3DaqfGRuQSkscCkn+m9s72NzeRWWiIkTCqbkGdPaLhiqqh9hN7LsFuGVPnviFI6XQgp0uIAlJTCFKQyszySwb762SlqTA6w/hdfpwuz249hCebaM4WUNxsi6AZuBxf2SuWUJ6SedySJkmtm/exfpnXwqreeHICmYXlgGTagPayvaBQRt+v4WR1URg95CReCVZxOR9xKlEfEMQWBwReF9QCMUNlS5uWUN+T9wN+HeEFQ47NjCIdewNIlzfsXBrz4YV6eiFGlSzgmyhBst2sL65jb29TTijNTjOOspTFZSnqqhMnEJl4lGktFk02y6aHQ9FOmeQMGGEqOi06lpDc+1ddLYuoajSijaNYSpGj66Icr6h0ENFn/aqfV/221zBkP2blq50HTD0PAy9AHvYx2g4EMEUY0wYDzG3mMPcUg6bm31sbg7Q64QgTk4hxNFTk1g6Wkc6zWghD5vrXdy700KvyzMDgUUCdCHiVCBuG/VaRcRbIfu50VAiyjiPnVlgLFJFVNd0WeL6ZQ17sGxL5oj85ZKg36HQB9AqBIEpPEmPlfm0W0+j3/WxvTHEwZ6NleMFrBzLi9Bkd2eI/iAQ23WSU3SzACNXgOsO4Xk2/Ch5BmQfcZP5yyHDlmeLlMGIScZMhSiaIUfYMiNi1Illk2SmYWUhi7npDK7dtKRKzOStm5gsaWjk0gK4fvaFhc+p7GuYUBs5VBohJiddVHMRaoGOeqDj7uYQq5tDeOkQ6UriwDBqqgisNOaPFCRr2I2G6Ds9UbES04hHQKmqoFgFOsMU9rqJoviVhwpYLGfx4QcWPvrAgjYHKYK5KoU6IV1CNKiqhnI1RKUaIuuEUNsE6BXokzqyjJ0M6A5hP1gHQz8F1yH5Iy1Z7XTSpAqWsWOMMCoWDWT1LIbDCDajELkuKypskgjatkQInDxbx6mzdSxrQxzROfseYW3HwVozwv1uFk1Xw8PndIkm2t4a4PaNHrwwRKmeEedWL52Bl8qgbzkiDBx2OfvPCAl7aGVg9zkr95HL+ahWVDTqGRi6kliCuwE6VhJXVq2msbRAh62UYFMtRtccRGg2IzzxcBGvPFtBJUfh0wAHB330QqAXIMHQ8lXEsY/uaA+K18NJQGowzGA4zOJKM8T7Oz52/BjzKzoWVnSUuy4qXQ/dQYh1O0ZpNo9feWMZL706A9W0oJgWgtsWvCs9XPpyhB/fDfF+U8F/+Nvz+A9+ex5VnjUGESwSBW63cW+1iyv3HVxZc9BTAEsFnnnuKXz3O9/C0doEPv+DH+DKH/wAl2ey+GxWw1PPTuF3vrGEOUXFe390C5feXIN2roTsuRLctg2bs+j7LlbXY6xuCGfxQcnSVgLSk8D0Sh6vv3Qar798Gl5zB35zF/ZeG8OdDpxhCC/fgF9oYKFcxEK5hDiiy0hLMtnNtIHAzeBPfrqFP/nJJmy63lSYS86WyUXkunCGnJlEEiFglLknqHCUCFMzNfzub72K3/2t14DOnpR17Rqalz7F/ZtbePOehp/c03AQuGiFLl574wj+4T96FE8fKcP/qy0MPtjGZXsfn9r7KFR1TE4V4RgRNqMBDhQPLzaO4YX6UfzgnW383g9vIzIz+OYvH8PDZ0vor91Bf/0O5k8WsXCyhHzFFJIujwujXheO1UWpwn28iMgLYPdsjAYeXFfByFZwsBeguRvgyzUPV+65WDhdxet/bxFvfHsZ2r6G7J6Gf/GD2/jf/58v8PmdNnuYVDw5oeM7b8zj1741j/cvbOC9ixsIhw6qWWC2nMazZ4t45kwRAz3AUAuw2w+x2YzRH8TQeHCLYtxt2VJuj7mVGqqFPGbni6g3crj0UUvqsaMp/NJjGk6cNlBZzgGFNG7csnDjVl/UHjEXGh68NQVRFggyAfwMD32KKBuNbBaVnAaNQFHkwYt8tPoRWoMYgyEzRTnAUJFLp5DPplEqqSiWmTNJFVaAoRNgv+mhS5YPmGFhyuIxpB0mLXxCX5SXU1MapiZ1TM0A07Mx7MDFHq2Tmcc70BA7WclbYp4p7ZIPWjaGXQ/+MJSh8vKsIUUgjRdvFFB966LteJLaN1Qi7G6F2N1irgfZSmwAASMKYJBtFxgIfSMBISo+7MhHZ9uHcxDifC2HR+s5nHmigVPPTWCz5+Dtdzfxs3e2xLZ21FcFAH78iZyoUKO8grYb4OLFLi5c6KHCZtjQsTip4/g8M2IU3NoaSA39WCxxaH/MXFOeT2jxlqf7YkDlZSyKE41Df4K1HH2l05iqcyPSsbbu4sZNG9bASwBDuksxpy9NG+W05K8yY8EZASNmWbQcdFoO8sVMwvInw9wJEbBJJIOZDM401aqxqN9oNclDmNhaOTyIjfN8k/mLDCZ8NiURh+DchBSkwhTSBPz9WA6jPIyXawYqNUMQEGbc0J6kb3kyYJicrctBeWv7AJvbTYQBge+MWIGQcS75tmRu+bQ2y4iFk2R5KLQgIuBNxWwEhfYhJhl4vFcVUTFLDsaIoCctOzMwzQzyBebvqEkm7oADDFot+aLOFBuzPMHxDMwCc29pUakiiBwEoY1UKpSmhQx/KnIJ8rAZomKYjSfvaQ6/fCcjNRz4Ai6w2eDQnEc35oFymMj3JwcfNhcGmx3m3YwzbiTD1xfFFV+fTG9B8iQvKZDM3V5bQa9FQCGLWp25ucz6TbJXvMBJwGoOHviASXYm1bF83mjxlk3scaVvTmzF+MOsICckGJLkOTPrlCr70CUzz0BaMRHQrilkzq+LVNZFxmBeRloaA89hVpgqmR4aVcRUrhrMvYwQeASU03If2hxqkImrMgtRQb3C/NqS3O/MTmo3PeyseQLeL5w0sXDKEIvCbmeI5o6Dgx0PVidCvkSALgfddKEbLgyxvKbVFoHwZI7HbF1eZ4Wkijzt2kIMez4G3QB2K4J9EKHSyKExWxQFKRteqs7HLTa8fiRFhmyxpKNSz2NioSy1dnsP92/vw/OHcr0IPtNimZaAe9sO9rZGcs05MDHMNKo1XZRuu1s2djdHosLM0pKZg65DGjfzAiW/KsnIYmPO+44zCi2lCwApmTZxjEJBQaWiwMiRJVCA5+u4dXUPN6/sw5wMUVtOnA1bm4B1oKA+oaM2oUMzM5IBPOz62F/ti0vByYeWcOrcMh56eAkPPbyMy5dv40c//AgXPryOmUYF040q2v2OkIDijIcMD8+1DJYXcpieMMUavNXyoLoh0n6ERr6MM8vHMdOYwY8/vY4fXb4Gut/VylmkohijnidqayG50Nq9piBTU1EtGqjncshrGfQCG5Zvo7+vor/PAZACo4BEFS+qzAjuKAtvRI48wd9xliaV7KGPbjtEt0WlUzRW+KuSFcNnhIPIUDxi2GUmz68oLciGz6pIaaoAWGZek2Gr3XdkrVRF4cVnykOs+tLgcnjKRlEUFjHXBWaUJRbUoO2rHyMiABoyZ0uFrik4/+gKzp9fQcvp4eb2Gu5v7SDVTSHVS+FbLz2ON156HNfWdvD9n36Ey7fX5LsT54MMG+o0clqY/ZvlAAAgAElEQVRacqkmmAk5HeDkfBqnH35Kqt3rYXN7C59dWcc7763h2o0mskYWWTOD6YUqZhZqyBghImUk7Hwq86nQ393uYme7Ky4OAlofuhpwgJDPwihQuUR1rCuEoKWTecweIZM/If8wN5aKFzYTzkCRxnLzfhsb9zvQRC0Ro2imUaR9fCmLicksJiYyWDimYeGoBt9X0abtbicU14tux8G1q30px+Z+wJ5cRa6cQbGaFQuWmfkcykU6axQw6A+xtraOVrsDvZSDUcol5KW8Cs9mfk8AZ8hs8rTYgNHKRQa3rgdPwEZabiZWWPaAUQ8cyHlQ0w4UIfBw2DP26aOe14nh2+JRlgxkODwT635tDADbyLJhKUWoT6k4caqI46cKYsOqpUx0msD2WoCt9RHWNtrY2rEe5AsfP13F2fPMOYxx7doO7t0/wOyKhtkjWpIf6fCzhHCsELmsgaefOomnnzqBv37rFv7qrZuy555+ZAZT8wXcWd3B7dUdLM1MYXF6WlwQSKzoDS20Ol10O30ovSxgZeErPlyy0LMpFPNFiRvo9gZSVP7nS5zFpBA4KTh9Ba0ND+0ND9MzE1K0zD1ottAf9sWNpdwwMHc8h/kTpig5Ogcu+pYN1+vDdQfCPCYJdWbGxMJSAcUSn6XEgnFg8ZzgyzmTeT6TNRMPn6pLZgyVdd1+Fx+/F+DieyGMgoGFlTxmlnVkDRdZM4lxoA3a7r0Q969Hor548ZeKeOp5EqBG0LIOWu0Ye3sKOr0YXSsSRxzuaynNhRploQQGXMtEfz+HkUWVRwAlw/w72nxyzwF+9v3mg2Hy//B7/5E43rD2mn3s7PZw0Kadf/I5s7oBTSOoOc5Ai1UoETeARJXAjmnYO4DV2ZVn4+EnZjC3WEDzoIODZhub6z62NjhsLqBcrIvFt5Zhtq6NiUkPE1M+5vhdmCXMlMuozlShF028c/EK3r14FVt7OTQ7dbheFqrio1iI8MYbdSnPbaLV3ILtOqI0QIYkPQe6OcLevRF27zlYnlnB0+efRL0yiWu3tnGdzNsPdqRGcQ75ySmkeAYfcGDeQ3XSQ3XCxcOPzuGxJ1dgtVO4+F4HF9/tQlXoTGPKWYNkQdez0e22xfY2XywgVygIkY6VAMCO/E7bSao16NDDMlI2ypqNk0cUvP5LFbz0fAlpsbeL8PMP9vCjt7bxxa0YnX4Z3UEVZr4gbhfU0xBU9lza0buSwXbiqIETR00srrhYOOKh0z7A3Ru04VPw6jPP4LWnn8FBfw1R43/CTJ7kun8dAH78P/5pEmuTSvI7D200uafQLeUQOAs8D6EzQqmQxosvreBrLx+Bbd3EsH9DckLjzAQ6VhbvvtPEe7/YF4eDnJHF8TMxHnnWQ3VyhN19C7u7DrbuTklxIKxlI8zMmlg5VsHcQh6XL6/js083oGVyKJWqyOd5TvJgmi4KuRCFXIByRZPqWBxeksBA6708Dg4KQlCg3T3VauwraBsIhQPBsRpLdt/xGZVDwpifm4N4mfGKXagojsTCliqSBID9u39+G//yrWf/TgD4n3znfxEA+DCHIDG5HYO2MuSXMM2vXvaQpPng98OM0kSF9yCLVE0ULYcKOSIsSQJO8ovnY+ltUlTzMQOXPQ/Lg8cMc8eWQXVRV1A0+DeS3FqPjikCADviPJHJHObzctDmoG/1BdBN1oKxAphKUSrePNpC8uyX5Lwegr3SY1ABLGTTMeAlVsyJGlcAY1HYJKQUsXVmDzD+kazYsb0uCbgEgBMr2MSem6Revh+qe2iVmwDAKVEGsgik8D0QrBkLpmX/JFjFMz17Dp6Hcnk6h+Xk9bhfEXQWpTBVY26EyAmRyxVh5otCOu4PaFFNsJhRL4wR8hEQWBObZjkgi6V4UrSGVjDRqGNmZkpee2trC61WawwojtWvMdU9eTRqFVTLJUzWKpioVRIrVl1DrVRCo1pDMa8hzX0+dtDv9dC3egIK0faVMR5iHxtFogCuVKroWgMctDoY+YFkyJPccdDp4KDdQalQlmJWMdcpAswSPSkqTlcyFiOVA3TaF1JFQ/UgVcImUikTv/mP/8cH1+p//s//M/iRCieIZaZBS9KeG6EfAHaYwihS4TF7lDbIY1xFTiiHNquSeUr1ZkJwOFTpJ5nzX1lEJ/ffWFr7ACobq4APFcAEQnhtacnMPE1+rjEALCDPoSL4bxMwxoDv3wR/ExB4TMwQOWzytPG4nCiAEwBYwE5RCx5mXie9pRAQxkpafreJI/I4a1QUzskaQcDXf6AATl5T3AjErWcs+OcTPv73RVVMy/pxNrbMNGQNCxH6jmR7xiEVbIwyoJ3tGHymRRZ7YmmoCSaQ9WVBCUdi6UsYXXiUBO4IRBFKoaCRFrzsH6jI0QgwJc4LtLOmopMXLZdJi8MdARRmujPCSABy7odiCc9sVSpBxxatzP2mWnDI852NoQg+Rsn3OAaAxWWV3/jYfpvvhSAwnWRyJIWIBXSidiWwSAWVpLcqVGaxD0uyJgn+inKW0WcEUflZPU8UwIzrqBRzcs/x/TALdK83QKs/QpTVENMOW4gRXFMTy2u6YpDswXWNznCc9/B6CWDNaymRAsm6J6pXsRbmDIfvcawe5jp4qJgXm/HknpLV8IHDA59HXgPezylkxqQCgp85VZEiWCt2+rKPJ3WYEX+ooOezJmAn78dxX8DXYHH9NAuM4NDGGcCJjTS/W2KQbHxJEGNeeYGZ6WMFMF0n6JbENY1ZvyNm44LzjDRc34XtDoW4RhKqEFHHIDyx10QtTbIA184AlfE1yAQ+VI9uVWkoekFsq2PJ3XXAYApeN+4RdKWhlT1zVW0vRLPdRrPTRq1RwZFjC5icqoi7IHvR0HEEQI4pPOE/Ho2VvfJlJza+sieRRMX1IatBlT45WWfkmVMVBEMHvjWEZw3g+S4830GuVIBZzMvMU+Ay/sazFGPrJC7Lx8HOHvY2tmR/XFg5humFRYQxidlpKN4IijtAOOrBH3YRucMHJJwkPy45a0fMTudaIPbojFJLyHCiZVU0OQMLOUVhlrsKWumrWh6qUYAdADudIfZ6I4ziDBxk4dPNIWWgN3Sxe9DGHvcEu43msI0U8WQDyBXnUSyfhKZPwfHScD0SKahEB/JagJLhQfF30N39FP3WdZSyORSzORw4DnZsGx4UaLqOrKYnVs8OozeSr5z7qE0AMYxRyBek2Nt12305d5kGZ+SMZAOKZWB7e4TtrZH0V3Q7LxR1rJxoYH65jDDgeudgf2eAHc6qh8x9z8oaIGtR4KJWK2JqqixxeiTcjxgT0VMw7AGFiiZFkjfPvZz7UijhByMogSrF6LdBmypUOp0q0IqqEBLoPkiCFklnjEXc37Flbr20wpg/E52ui91tW5xKlYwu+ydJS7yWEhXHuY4SiNOkOPBQhOEm0UM+M4fpgEmb66KKRhmoFggQ8wFi/5dCx06jkM9gcSaNmQk1cefaHKJaMjHTKMHgeWzAuYmL2/cd3F5zYM4YMGYNsVyuVQIU9RgFJ4OCm8VG08bG/hABCXQFEldVwS/oiHf8WB7HjhWEMHxPYpl84UpIqdwzFNhxCsOI4kAdL7CXzqVx4dIQFz8eIjURITUZCYE9E9Jdj2eBFOJQRWMixsREhAydT1u0iE4hWzehljS07T5adh95Q0Eln1wPRlsO+8x2jjCiu6aXgu3wPJpYU3FezTxXFmccWVOXfZdzej0b48hiFssLGTSyvuTZ0tVzlfPagYo4zXXHRKUQolwIsLY1wq17tggPy9UUKo0UUpyF5kgKplNciEEnFoe/QZfzmKQKhQiFQiiRpBO1lNiPU1DFM6E1ZOxKgIm6hpUjBeQYz7QxxO7WCHu9ELvdCAuzBk4s51A0AN8jocfBMKXC5noPDWkSjhlWpvahKQ7mqWxWOBPKSt3eD3F5y8OOHaFQS6NQzaCRDlFPRzBJTMyybzVRmdAkxpS92rEzETo3eti+2MbddQ93bRU7yOKXX5mT0v0hgk5bntXt9gh7LRfWPqS6pil14tgRvPjoQygrBn72R+/hrT96D9nn6sg8X8fZ40U8t5hHtu3ir/7kPj7++Q5qj5Wkdjds3L/WEwFWu6Oi001iPHhuSoavMcwJFbXjGSyeyONrDy/jpXNLgN2U6m12sHfHQq8dwtHrGBk1HJ0pYGUmDzPDs1APQ8vG1kaSnf3hHQsf3bYQcF8ydTmDMTKFz2S9kke9SgdLDx5BKQPINrKYOzKBb7/yAr79yotQN28itXkTm1fv4eYn67h7r4svbQ1f2lns9Fxs9xw89coUfuN3juGxJROpD3cQXN7DDcXDddDRVUXdTGGkxdhJR+hmFbxQXcAL1UX88N0t/P6P7kDNp/Gr/9YKHnu4jM7mKjqb9zB5JC9l5rNC/qRj487dvtT0MRNTR02YBM5HAbr7Ea7diHB3LYZRzcCoMeJOgx9lMT2bx8mTRZw8XoDSGwFdB3/84138H//vFq7eGfKcnY1L+RSeOlvE02cLWDuwJOtQT/uYyEeYKqRwsp7DiVoOPS1AT/PhaVlEhgE3BIatnizoN/ci3NiP4LRSCFvMezCwciKHhUUD1y6N8OUnNl55LIdff7WAuaNZDAoqNmwfb7/dwttvtbFoQGqqkUVtxoSaT+Ge7eCePcJBP5Ri9kXNyKCSy6JcJBCcwbVbAykjH6Faj7E0q+P4XB7H5/PI5tPI5NKwHLIhHKzvjHDzzhCbO7S5MqDAECm4O/ShZyPkC7HkUB07WcWxU1WkjCHSxgCtno3N7RGsLhe1IrIhB3Y8pETY3PBw746LbtND5PhIRwEePWfikYeoBGPWUYyQ1mT5LIKsgrbnou062L3vY+c+GZsRSqYCk5YJo0iqXJtApTqJfmqE3XAf+90+Du7F8PdTeP30FF4/PY2ZM3lUzxi4utbDX/x4A3/55qYMK4vFDM6cMfHIIybqsyainIHWMMYv3t7Bz9/exexkFrNTGkpaDFOh7WWMXgRYkYK+G6DvhLBHDFLnAUpByUwhr3G4HEr2JNUmtJY2jLQoz7JpZi1kkdeyWNu0cetuXzbkUhUylFcjTSzoaFVrmBn0Wp4sAr02m+rkQJYvZVEoZQWM7LeobAoY8QolHSNf4OsA80s1LK1MyoF7a6uFzfUWhkNgOCAomeQ18IBH9g0BDzlXZYBagWQEXd57t5NkR+TLzHPOwszrUp0DB5v3Ldmolk/MYGqhhp29bWzvbsEdkZ1IVUwseTLg4VXY6Bn4VGANyVDmYSqCWQbmjiiYP6Ji5GXg+LQ1ob1zYjMceA58HnLJcjcI3MRiW0OFO9lxmmYgSNlSYkVJBitNwgkCxTGsXoyeFSGdi6CVI5i050hnRR3PLI3RKICZIwAn7edYPR2h31Vk03Lt5LrSVidnZuT62h0PTp/WYQmey7xgg9a1YztsyU8bD6DZIIi9MvNtUrrYcVFR4Lg2Br00Bj0yink25gEgllxkKoYlG48MHDKYM7QLYkNBC4YwIQlkuKFRJcszuIpSOYtCISMDX3b4VCurKu9VTi3SUCIN2VQJGbUkzFSWG1jwgq7k+xUqKvJlDhXz0PWcWMjur/dhW64QE2hlXamUUKmWZIDDoa098NA5IEvMhTlmwfLQVcynYXVCrF4fodsNsHzWwPJZDkfYaKmyma/fGwiAmgzHCNhHyBVC5M0c8mYFJpn1uRC6yc+RNGgHvT72Ol30hx68Ie8jBcNWCPuAarEMypPME0wJq4fK93zBQCFvIuD9TaDIduGOHFHkL52pY/FMQ8D9YZ8AEm0BmRs6knuI5IfmToCDXR6MVBm45nLJgVPXFeys+QJwp3RV8ikytLnOkHzBLCjahabHdlcEfkk6iJFOxYg8BZFHmy4dOU1HqaSgXGEurgrb0dEfpLFxtyulV0MUZpN5h7XL+45EDBWlKtX8tIbMwe6F2LlDeb2K5145i+dfeQjVRgnViSI+vXgLb//4U3z+yW0sL9awtFTDTqeF7U4LUdoXILZUSmGqYsgzTys/WvJS2Ru5HupmEecWTmG+NocfXLoulWXOfF2jTxW6uy5GXV/s0+hGX5hNI88ydZiqjrSSRjccoRuN0L4for0WIsdc0XkdhSobCk8G+LT6ZtHG13PZdJL0kGTY8dowh1vTQ5h5Di0An6QOyfENEZHAQUY7s3h4X7K5JIN5nBMkxIYc7dBCeLSo4ev7KVESEpRPnhOyzJOsPcmcUthMJRafBH8J7oRsPrjG+qEotDjrOXP6iJSt9LDZ30Sztw99qEG3Nbz29ON47enH8NmNLfzhX76HK3fuoTIBlGps9DSp0GYTAjQKER4/5eL8mTTOnHtV6rNr1/GLD9/H9Vtr2N5zYA1DlOs5qdpkHbWJhqgcB8M2DppdrN5wsXqDA2fp2xMGPS0Y2cd7iZI5X80jX8lj2B+g1+4hq/tYPK5i8VgW80vTWFicwn6zj7W1A2zft7G3GqK985Uqo8j7pQDMTBiYnTCxPJ/DsSMGjq7oiLMxIi3GpcsW3vxJG9duDqRh5FDe7YbwelSKJ4pkI69iajGLmSUDy8frOHKshttf2Lj8YRdx3MfyaRvzKzFK9Qmpm19YuPVlD/u0Hm77sK1QAHQ1w70nhyPHc2Id32lbAjizuRlYSQTGaJQYuJKxT8cKw6T6VxXrSqrRSY6hVQwJSiRt0O6dTMFyuYSRPcRoOETARjr2UKml8PI3ZvDyN2exu2Vhd6uP1Zs2bn45QnM/SDLg0tz7mEGjYulYDsfO5OV+unGthbW1LqZXUpg5wvstscZkBEBvL0BG0fHcMyfw7NMn8NGFu7hw4Q7MAkGsaRTKeVy5uiZV1LMo6VlMzpQxc6QGs6xg4OzDdjrI2nlkRnnsMPd5v4O+zTMbJ1UcwCVDtVJdFdU1wcrBQRr9AwX9/REGzRHm5qYxNz+NgUV2dgt9a4DJhZxUaQYozySMfzInExWbhdGI7PMI3U6MI0eLOH22IiRCquuYV9kWEMoXsE/TMphqmDixVMRELYt2tyt15RMVVz5JwSwamDuSw9Q8QfshkBpInMDQ8tDeVnCwTtKBjq9/q4jnXjYQxX2p3W0dW+t5NA9iNDsWOv2+KIhz5QBphZlsBrJowFCXkEFDVMteYMMs9WCULRhahP/2H9x8MLT/i/f/a4xop+UpWNts4ubtdayu7mNrfYjmnodKdRrl6pSQ5hhXwOkkh260AWN8Ba/3sOeJ88bEhIFHn2hgfslAs7mHg4M9rN3j/jeSoWAhn0OpoIsTwOy0hubeBg72NvDkqWP49de+hqNLdWx2bmF17y7e+vk+3vr5HqL0JIzyAkJfFQsnNbDwG9/N4bvfzWGikZUsw43dHj78ZB237++jRIu0coRGyUCjpGOudgYLjacROGX8+CcXpNabKWw0VYRaHnqlJOcUaz+x9Tt1Po1T51M4enIGR0/MY2vNxy9+so13fraHXK6CfL4yjt2gzaMDq09igCPONVQ2ECROqQSAOfTm52YsQhKb0W/Tmt/HVM3HySMBHjmdxvOPVXH+bAFuSHZ5Dz/8aRvf/9M27m5mkc41kM5NjG0NSOIhkO9KnmRgh3L8WVwgezyDhRUH80cZy9PB1moTKT+Nlx5/Ci898SS227eBmf8VR0p/NwD85H/6s7GiiKDaeHAdMlKCe30qAdDkTGFj1LdQyCl47evH8No3jiJw7kj5sQJPraDZTuPnf9XCL/6qjZyRR87MY+VkjIeecFGZstHqWmi1bOzcn8TuvUmELhcHYHbOxMkzJSwfNXHty01c+2ITDs82fhaNCQPHT5lYPpbF1LQvtXHPw8Y9H3dvxbh9i1b4dAlJQ8nSGtNAJm0kgOl4IHsIAolNG0uiNpJ1UElx/+WIPbF3P7Q9T4CnRDX4b/759/8NAPBN/F0A8KHJdKL8/dcB4MO5/1c+0MmfSVRhHEKHQqgUg9wxiCaqLn4ODnxFbZiARvxJojlIkiQhNVHeJmBahHTQRyrkWZDEKgeuM8Bo1Jc9gCqypDJC+iT4z1xeAqIJaEBgIAEP+oMh2p2OgKGGbkDX9STvkkPrsa0trTaFtCaq3US5S1CY/z2xwk0iF0RX+beykNm3cY8n+MtnTD4eZ3xjpTaBD9o464aRENzSabENL+ayogqk4pfvkUQgklOT7NEkAkdAxsOc4SwBnASNk198/YCkJRdO303yPiMgm9VFOcdoAwG2QubRDTByBvIeaSXNF6Xaj4Re9g4cdHNfoD1z4tyRkO9Eya2wbQzkuaZiOVG3JQC2qWVRzpso5XNYnJvD8aMrmJ+ZRKmQ/f/oerMgye7zyu/cfcmbe2XtS+8NNNAASIJEEyBIUBIlkSKpldJEjEbUaGJk+2FsP/nJ8+AHz0Q47Bk/+HFC4wgrRqLEsWRpRFKUSA0JEGgQTWy977WvWbnnzbtfx/luVoOWNUD80Q0SXZWVebf/d875Hbi2ir2tbexub0vWSQQb0xBstWuxvqqGarWG4ZgVFENMogSZyiFpiPXNbaxvbaFWraJWq8HlkJ4pY4ouJwmzad+rpDdZ/SIJS9Y7RfL1HcvC7/7rP35yavzw//jvxdA+mAD9SY59Pq/3UhyNgU6goxfp8FMVfqIhpPBDMZCiJI2jGgWuTPYNFI+QFcaLwtDAw/kjEZhno6Tlp0aJk5Ru0Q877QGmGipCafH5Si+vYMaLfdlH+PCpKeMJUr342j+9Cq25SOKfHJqFSFdgbSlwUgAtBKQnkf+pEDz9fnIdKRLcYs6YdueeYKGlJIpJ4ykmuOgVpghcGHJOjtmTJLAcNjQ/SIdwwaiV52BJO0/xa1LxwosE8f5F9pM/AZG9XDSSU5RVkiHUuLi3KokviWALISwlgqurKNEIIjjr4m/pu+U1lO8xU6vsl6XAZ9uoOSVU3ZIkQbmYpqUITOO9EE6m3aqSKqZZQgwJOQZjHwMKMn9PAKYkIkFNOSMVOV9OhFhenzzHgiu441zmJUWos0h7UQijeEEcPNPNBTbZkCQ9z3TO4pgM1Zg+rXpoVImlpTADjIIIe90BDgcjxFrRfSp91tNarKLfvJjBSK846QM8t0X9myK+p4YX+WwKGHix306Jki+Sygwd8D0KSUtgkpafOdPg/NimhxLPDw7Aec096QFnQIDXXpeWNDFQiP3gyefNd6w4p0iDKK4jlkEBtvgs5RrMJDIFUTr5eeywd5YGf6Kl+bVNXWYdpEkU9VyGmFfrNLtRADZMed/l2ZDXySTCJI5EzKHhhTUw/VFP0o28vtAQRjS9a9mSaeZxRLGdZAJeR5nAJh0o531mPJS5kFWfgVEqQU1CqOw/oogbBsXzCjuNiZ5NGAbIMWCiczJGc6aKU6cX0Gqxbovo7EzSnlw8QOhdPxHDmaimsZr3N+LzY/aj8f2U/nMixLl35zOCuA6QTUIkwwkSdsvnCSJwZsJ7ZFFPQLMukc3y3+YURdrFGo+k59r0PKyeO4/5lTVEfiSVOArrCEiLiSfISBxMArkWixFK4m+GXLd5TNMIIfVENPOkKVQeP6kGPzUR5yYUQfzrCBIK6ykq1QrqjYbMimh2JUJV0M+qhlGcYxBm6PkROqMJDoYhHo8jrHNOFHXhhx0YZh1eaQ2O3YJpVmCZFTGPsUbCJgLaZWfxMUa9OwhGG6iVGqi5DWwdD3B//1jqCVmjWKl6Qqtj2GM4CjHoBzKT5AyEw9xGvYJ6vYL9KW2OFJCFhToqFRMKKESMsb8XyeJ+llu9St3CmXNM7pYxoSFrNEaXPZptCjg0fvA5xJTOWN4DW3MeFpdrMEyGuvpSaRGMDARjE7lOBEwiwRDOfm1Hg2bw2T1Bylo51kz2cgyPC1qMVSkSwJyXUQCWAImmYcLKpzaNWSFW1hwsn7LR7UTY22XIRYPjVeTYosmF50cke/NcZtHEWNOwlLJGMsiKPT3nsQyK1AzUGzoWZnTM1jQxpOVMkfoKOmPO29lrrGK+qUjFZbc3QatewfJcA8kkw87DHnY2h9htZ9g9zlE/ZaN+mhVrCqpeBpeEM1+DOdax3/dlZRrDFxUxHwzHfSSJj+eeKuO5pzzcvTPBO9eGGEcx6gtAbQ7IBkDaV5DbGnJPw6mWiU+vOlL5de2DQFZeS5DXWUtF+ZL7VdLtilDX4gJkGRGE8IXEgFotIy/Z2O71ZM02VKzOm9CzHKNuIqhfErNDXoc0C7lmIQhZP0ZUOINHhShbbVRQbVDspM6golzKsVQLsFifwNZzWfvdGPf3QkwSHavzM5hrVDFo92U92I1wdycGmRb1BnuTFZSaKkozmgSFojHT38DxYSpBDoaBJn6CapVzxxythoKFGb7XNIWZ0EHiHIlbCRbmXDx1vgZHV7F5r4uth30RbHf9VBLm3OOWbFY2cDaYIHYMxC6F51wCQ5y5ujTGujmaGtDQSN8zRZfYOshwdyvEfi9FQkS9pmBhTsH8nIJzczO4OLsEM7dx9/Ex9rt9fOmXXHzpyy42b/bx/g+PpFdZr9pwZ1y8cGEJz59fQjrYx+hwHceTAfaYNk5VNEY2miMbnUYT3cYMWrUKzvOc78X4D9+4hT/6xk288ttn8JnfPoNTTQ2zxB3f6+G7f7WHq1ePcepKFadfquLW3TF+/HYf+7sMdXB2STpMXlQN8FlLyVFf0XH6Ey4uXPbw4vIcXlyehal0YChdHD3u4/EHIxzuphiZTYyNBp4+6+Lpcy5mvBie5uNof4gf/LCLN98ZYCvPsZmRmsT7niEz4S5JvlGGjz03j489P4dRu4eD9UOoboqZp8tYvbSIly5dwZVLV2DcvQr9zlXcef8Ab/5kjPu7CfoVE/2yiY3dAOs7AS59qopf+M0FXF7RUHp/H/rdY2yUXGx4Dpw8RjUJERjAoWtiWHLwam1e1l+9voN//62HsKo6fvNXT+OlT1TR3tvE0d4majRvLDsSzqFBb9JLcfttH7ffnuD0FZQ2Q9gAACAASURBVBOnrxiYreioJxr2HwN/+Z0Yr7+T4sKrVVz4TAXnTs/g/PIMmiQBsroxDRFP9mV94zsj/Lv/OMHNBwxEqlZeclVcOmvh6bMWhkEk7jhPTzHrZGg5CtYqJtaqBkaWgqGlIDANhCyZj9LiBOoM0U4YiTbR3slxtJnBszWsrhlYWtTR3kzQ3ozxsy9W8Cs/00C1peHhIMDD4xD376d48CDDvBlizgoxP2NifrEEOBrebw/xXnuE7jhBd5RIIfaSp2OhYmO2UUalVMKj/RQP91IE2RCxMsBMBTjddHFmlu5/G6VZB4edCXb3x9jc9vF4I8D+Id3CJotvChBlngi+tFLVUK3qmF8oY36Bw84JciVA3w/Q5g2Nc7y4BC3lJpjIqgx72zE2HnGQS1elAtdQcPa0KovPXb7PnkQd3qzDMg9st31stycYHiQY7lOnZwoJcPhgL0YhBeVaDeVaHQMEOAjaOO75GO6oyLs6vvxCC195fhbzTzdRvdjA3b0x/vYHm/je65tCHHGrOebndCzMF6nRVLMxmKi4c7svy6PrywWqlor69OYWOyoiWxM35PGA6RAmgFUpmNcSpmh582L6gk4tB5VGSYS+cT+E349gKsSoauiPExyPQigm+z2BUomdrRQcDJQrOipVYhMSHO+HGA2Ydij6SyjeWo6OYJSiz77DybS3gyIkb9JmioXFGpZWmyLg7m33sLPVE3FsMlakl9UqSZhdXJl8THZcDU5JR9VmR5yOaJKj36dwkovARcSfuMotQ/BGx4eMoKuYX26K4HTcOZby9NBXJD1LAbjYaKSwbBOmbSCn0ydSpN5CdXOYZaAxn6MxlyMY6piMDHECnWywxX3OhLemIuGTAB9U41we2r2Si5JDHA5dtXQexjKU439EhyYdsZOQWEJAsTKoTBoTgZXpMAQTWmwoXYp7TL/SxT4M5UZFJxXFVb5W4m0JAuOGhg/KSVBgKYk309ipWKJbnigmdg8yuUyRI4bjMTlbiO0Uv4n0SFMV/cEYgyE7YE2ksSU3eg46uAFVzUyEROkZI5JI+ow5YWYPEvFKRFEXwwE+u48H3ATpmGk5aDQdccYxlUpHP107RJyya1fLbTh2Fa5dhaLxIkahbIAw7jOnJalpvg+m6cIwXPi9CN29EYY9CvDFprtS8+ShlZ2JTEPHUYpO20f/OJDvQ6Gp2bQwO2tJL+veJh9qU3izBsotpmct1Gcs9HsRDnbHaB+GULJCjGDK2HIoWFvIE1ecw+VqIsJwkXg2ECYhJjGH97m8d9FEw/76BPvrPkw7F6Q1He5EEud5cXxwJdNEMIfSYehDMzOceqaFtUst6VSejIlrYm/xRJxNHDxFYYphR8Ogw3RXkeKlo69c5WBNxbCrYNih4ZB4NybKmEok7psdtiZ00xRnJz8DXi85xOEMgvRBLlsnwt7C3JyNlVVLksv77Vius0fbYxzt+HCaOSqLUjaF4YEKv6PAqzI1ncIpObBLLoJhhs7WGJZi4Rd++UX84lc/ic5gjM5ghOvvruP9tx9h6+E+zp9r4vzZJnb7Xez2O0i0GKabw3NU1G0DVQ40p659Nc/EZFN3qrgwfw5z5QX89Tt38d137mKGvbGn6kKwONgeigFA0hBKiuqyjdoyjQY6tEiVtKevxZjoMY43uBLpnZ5dslBpEEFWCLCdoxzddo4JTR/jorvcdNh7p0sXNJOSdC27JVr5IZ8Nj0mm2ykAE3vlsA+DeI+AmyEaTjiE0eCUdVk8cUkK4LEQ+Yr0vnIvSSMFDRR0CUufEHHdzBHTpS9ILCK9DBIjkXJXnaSwbRoicizOz2Jhfg56OUbsDBBhhOgAiPZzvPbS8/j8S8/j9uN9fPNv3sHdzW3MzBmoNnQx4AhWdghkwxzLLR0/91kLn325gpW1T2Bl9RP4uzeu4//+T29gc3cflmdIetetOihVHemq4mIHer/bx/HBAHvbIfa2SWQgiYAJ6aJDS/rjJuxcARx2XlSImQrFxVup5jj/tIUz5x1U61XZlG7v9PDw0SGOdgL4hxriEXH1KqyShoVZXdZs3USzYmC2YWF+3sDCvIleEKMfxPjgxhhvvDnAxmYE02UyXsOoHWHYjmBrxNOpqNYNzK05mF224dV0eFUDuxsTPL43hmmnOHtJxdyKhigzEaYW7t4c4u6NIY73eO9M5J4nvY9QsXaujFNny7BcDk45uI8xHrE7HOgcx7LEwc5BFa/VHrHVxTWC12rqdxEr4ZjwTjlU0lCplFEplwXRTsNImobI8hjNlo4vfHkNP/+VNXz47gE+fHcfW5sjHByGmEwyQR5z4HFyH1s7Z+P8M64g/m7f6GJjfYCFMzoWzvJ6p4jjd9zPcLCZAKGJT31qGZ/65Ao+vL2F67e3xQDUbNRhGjbuPzrAvUeHDP4KfpNVGovLTXGwZkYPijFGzWyibjbQG4Y47I2kZ5nIYdZ0FAM4RTq/F9YsEbyPNjJ0dzOEoxjRMMbCwhwW5+cwGk5wsE+z2AjLZz1ZVj2BWS/66zgPkp4wPuSA3TShCKOrp1xcvMQEMAXiCSaTQPA67UPe/zUhJ8y3bJxeKqFR1nHUGaB9PMDNDzXc+pAGJA8rZz3MrdAgMUCaDzDqhhj1QvQPNPT3DMzPlvDV32jgtV8sY+x3MR53sLlh4PFDG/t7GXb3h+j0fcyvsV+eQpqOLNCRR1Uo0Ty0vAKrFMJyAzQXEjQWEmRRjP/ht64/Gdr/T//7P4HtubJ6ox72Dnexs9vFzibvW0zp1KBptSLVwGu/XKKngpMIMblgzwbtCHPzLl68Mou10w4Ojw5weHgg4u/mI6K7eKzZqJYNzM7kmG3yehYhi0J87Kk1fOHTz8mw560P3sfb12/j1sNcVq6VYDkVmIoKI41RtWJ85asmvvIVdqqTeKLg4GiEu48PsNvuwS3lcN0MKwsVrM5X0PTOomo+i37bwZ/86Vv4k2++hTHK8FGRzheNA0eoCPohGCt44SUTL1wxUZ+pwKvWsP4oxNs/bOPaGx1Uqg1JpAr5Us+EWuL7FM9iwRuaHEQrjlRqiAUhC0SsExqOoWJwGGBwFODCaeCVT2l48Xkbz5wt48yyg4PjDg46x/ib/+zjP33Hx07bgVNvwK42pklJntcUgIkwzKTakfsJ9ucuLWmYXxtgYW2AcNxHe2sAO7fwM5+6gp956SVsHt4Flv8tLtbL/0AC+A/wyf/ubySpxhShdFNShOB1RM9kiViW8DmXWKwRXCvBiy818OJLTZSMPZTMPWSagVChAGzih/95KMu2PDiWh7XzOZ5+IRIBeDjpYTAaY+9xE3uPG4jGfP5Xsbjo4KnLnnRuba23sbV+JM8QlqFhZs7E2lkHrQUmi0JkCPHoboZH9zLsbqk42NMwHhcmT+4TJI1lcFt80nNfJAClD47igET3imsED+wTRDATwmKsnArBBXa2SO/9l//6p/j29/6hBPBd/Ktf+d+KBLD8VQgAJ6v4kif//tMh4KnENO0FLcSDj0Qqmnug/j0BeGp8EcFs+vsiQUmhk4I2Da/sXaMBsRCIKKhpsQ81GSONeY/k0NRHGAyRsIOQ4oFGwxnFDSZY2fEZCNLcMk0RFShIUFTzJwF6/YEY0pjyoqhzkmoUkVXo1Cd4aw5QSbEqEoGFAFyIwNLXO+3tPUldPnn3mHJjl7xJAbUwfVEp5u6JJlTi6vm9C/QuB3yWmE0oANOkMRqN5HUxJSy0nam5WF4X75cGBRxipQthpxCni3qMZBIjnnC/lYpww72KW6LJmwIEd29FeppEACaJq5UydIPiM9HB7OwuzNFMHQcUECi8iAB80o9a3GP4PSkySZqPYiGFaQVT0YWGlxYW5+YxN9vAbLMsBqFht4tBtycDaAo2Ih4b/NVCuVxBpVKR50QOwP0wRpiyVzPEQbuNg6NjeJ6DctmRz1QMqgr3dETWJk9EU37mFAuZzuVe0yTZxtAk6fnr//M3nhy83//XX5eujJjpstxExwfaowydiYJuqGHAhE5GEVjDSLCNiQjBJynR4nPlM7EhGVQey0+6eqfJ2RNUtpwRItQS1UwhjoPQacp3moYs8NDFH5QEsHRFTzHQcq5Mz4UnRozCfCBH6vQfJ78vROPCRF7s1wvxV5b0ZU/TmydJ4elpLM/b05/jo9dXiNqSgM8ozhavRZ7JpyJygQhm2ozP8sWelGtKei+6v7MEGn/26bEsP8YUr150LReGniIByu85/T5TTLucb9yHpz70dAQ1HUK6VGIKwgNZtpLA0TKYTAALdnjqvuB7SyQtBXUi5Hn/s0xUbA9lx0MoputIPltJuHKAy9/zPKfZgZ3yTOfqhiRjmQDmojAymgTFcyxtKiKGMpVbvOe8Ogua2FBFnBQDrmWI+CvGAPkzRYc9k8n8M0w7c9EYwSXPEjQFiAAcQEsiSf/WKiURpXNe06IY+/0hjgZjxOxYJU6a6PIpcr+4ZhWdsrxB0nRyYuQtbAeFyYPnvySXp8KwJMcZ3kumXcFE5SesdogRMFWcZoinP68khuUzn/ZgCwK+QIsLVUTT4BIDLUaJ4nPm87fQK0geoSGfeGgxrFuSUuQ9Xo49zmBIrJumXwVtLp+jDofd6CqrfzS5phAxTh2SNDkKtDSjuIYpAjBfjxikmGYU5DMTwTQsK2KKHPg9oVu5Ng0rJiydnc2GCPWcfyY0nPHYUHLBCrOLOWJFRq8jtAJ3dg5OpQo9DWRl/gipP5a9C3uG2YE0ZldwQux80Sc806pgdWUWzXpJ+mR5RUomYyT+uBC8i9JmuX/xtTNNSxGc5gRe9+TcmqK55dwU3PuUAsANQRAj43+rK4iNoptdEPy89zm2nAvSR57nGB21MT46Fkqkn8cwXAczCwuoz8wgJskpiMSEoPDrxpGIwUzr8z7HlU6TolIlJL3hOaKA96IYujxVq0gVE6FiyyxXNWzwAZWJyEmSoSwCcL2oAEpCwXUXZhqIEWjoTzD0A4z8AN1xiB0/wY6fYhAMMQxGiDIbCerCXXW8Jmxvpgh1BKyKG0DJ+1DzLnS0RYDxLBdly8HD3RFubfQQUdydqaA+w4EVgzsxuh0fx+2xGN7jiEZ3DS3WIbYqODgc4vBwKAhfIplZseMPhpjwHj5UMBzwnE6h6Kx1Yy1DCfWmLfu4IWfTo0Sq9EhDlARwbmA05v0vxPw8a0YqMEwSPAYYDQP4I9J/TMSIEOehGOjLVauYc5ZI4yIpwICR69IXzHDSeBzDrCgwyyo8lwKdVnRwM9VMUW9AklOCpRUPS6slHB9PsLMzFlIpO7eJGB9NfBGASZSKAm5FdNTqNFuoiLlHHScYjjKMRhl0R4XbMNBo6lhpmZiv64j9CIkfyz11ENF4wGRwhkaZ2W9IIMizbZQdB/3jBPfvDrCxMUZvkqM7ARbOOFg8S50iFyMRzQR6rEn1ICmfE5I+E6anWblBUmqCWjVBq8q6NBW37oa49t4EQZ5iZiXHzCIQHGmy3KaG8oKGUzMaLjd0NKDgx9cjvHM9BCoZlCqfRzUYuQGN9B0x0iQ4tazLysY5BrsJxgMVkeFgopo4jn20ozFWFjRcWDHhcibcizDqRfATBWNec5iuNh0xCIwHAQac6x5l6BxlUivJEIlb0VGqaGhUFTy1kOHp+RyHxyGOjhm8y9HjNl8zMOe5aNqsN6LBOcdWb4L1zgRRHqFsJ/CI4eb82SIVhTRLhkoUjJgEHpF2FsuqeIosfr+ZuoIKdQfDgm2wLzoUJDWpfY05Twx8484E426ATpSgy2ek6WyeJ79p5TL7VcqWLHk25ZwuY292AktLUaYxQgcSRRfTEilhR0cUmjMkrGhRVTRrGmbqKpqlKmbcppirH+8eozvs44s/6+GLP+Ph/u0hrv6oh7GfojlrYmHRwbnZpiwj6yGPjuCrIbqCRdZQGyuojhUkC+eRLFyAFcXwjttob7bxh9/bwx9+fxdf+/0L+I3fv4h5PUb+8AjbN9v4wTtdvHt3hKVnqlh+poqbd328/U4fR4dxUUmSq9J3zfELr++JmmPxjI2PvVLD5ec8nK3oOFPRZS5QtSNs3Bnh3R8NsL4eo2eU0TM8vHqlgc++1ERVDZC1O1It+t2rA/zwgxEmZRUTT0HZtFAzbIxHGbaPAhyPErz68jI+88oy2jvHeHRnG3ZNwcVX5nHxYyu4OPsMLsw9i+Fbr2Nw9Q3cutnGj+9lWO/nyFsaslld5oKbmxFOPVPCy1+s4/SsgvRGB9nDAfKFBvLFBtxsglI0QKhnaJdMjD0XV8pzuFKZxd+9u48/+dGG6HS/9oUzeP5CFXfuPsbde4+x+qyL1WdcIRWmvRDdvRjX3grxk7civPQVF5/6souKpiDdSfDoZoa//LsMV28peO03Wvjc11q4uLqAs61F2Ky7ON7D+HgXMIeAOcI3vzPGH/ypj1v3Eyi6buVMDZ4+a+L0ORO5FN+nqOQ5ZtQcM0aOpQawVAcmtoXAstFNVLQnOXqjCJPeGME4gNGswGhU8OhxjDu32WeYoNXM0arn0MMMWpThsx+r4RdfmSG1AT+538Oj/QhuqQHXbUBPB9CSPuplDa0ZVwSyt3a6eHOnh4BM9SDBnK3ibNXEas3BXKOCRrWKDjx04eH+zi5ub6wjHo7RUBj7N9E6V8Hs+TL2D8bYeDzA/t5E+Ov9Pt2uGpKMXXmZrEL4MgT5cDIsKTj8zHXFmIDuJm4WDeSRAa+ioFxR0GknONjl4E2Xkviqy41ZgIoXyMMdB7NmxUBtyRYs8P3HPu5xYDbKoRLlqhKxzC4bppy44abDzIBimvDTCL24uCHFbQ3GxMDPPVfGF54vY+nSGlpPn8beMMZPPtzET65vIDMDZFYwxf4UaKo4JqpFlRSIHxG9TMdyiJZn4fSsh0bNQuaxKxjYOxpgrz2AP84REwcyVDA6TBENMsyvEtdpot5soNZoYdCNsXH/CBsPjqClFIlVaCUVWlmDW6WInUm6jEhqoqkbLR3NGSbQmERVEAVETbNfKZhisohUSNHvsIhdgWkQWWXKfxNEoeBA6o2SPFB0jgJ0DrnRVgSJrNkZtFIG1SzERAqV1bqNas2SDg2dSJ9Agz/WCkGN2wyFG9Ppxkscs8R7qSJGWZYl7rHxaIJoQoQyHY/itxc3s+uacB2Kx6rgAhUbyLmYHFNiZGqMuK8i7hUCW6WpivAg7j4oGMUJhjGHrUVvDTu6SkxfmopgOBKfWOpYBD1eHQ1XhemqT3Cr7NShQETcuB6IsU0cZtwQlEoFJpbl80eHTLTyoZfdJcS/8masTYW7wmHNIRDTuhpTnyIKmqhWObRW0G5H6A9i1JsK6s3Cwcb3Vpz/OUVmBZ1OgE4nFMQYP7MTbDJTqoWYRoG/wH+bti7iIIV69g4SqXYyCAp84pE5jDIwN1dGc6YEjYNYC+geM5U2ElGN+D86rDj4oPvR4bnr0WnvI8mYogqeDJLSREeaGMj4WoiFG0boHEfo9xJ5iOcQkUIuEyh0Vo8HNCawF7hYTIdycEnXPtOpRMWPwhyjKMfyKQvLpzmAIhqUN3o+5BBjTldpJGs0yHB8SIEmF4GqVKETiZsqE9WajlqT74eBLHcQhgbufNDF7Q+7yJNQnIkqS1olkUUHIgc/BkiT4eaSuF/okSTyl883sXK+iX5/LGhqbii5MWQKhIMdDqTCsY1o7MAfRBj3A8GIVRp0Q3KbYRLUiB7F1u5QEiWmy4dZotuJMHUw9onE82WgJ/wqHjsFsQMqRflUw9qpKp693JQe1wfrXTza7MtDdf8ggjerorZcbMgG+zr8YxW2F0kns2HzXLLFyThuB+Iw/+XffEXWtfcf4Cfv3ce9W3vYedTFqDPBUxcauHihgf3RAPujPmIlEiHc0hWUVVU2zAk3hXkivS3c5NaIIK2vomq28MNr9/HDd+7j3EoDLz67JMOCrc029g576GchBlmE+pKL2mIJKod8Q7pEE6QO631zdHZjdNjRbiqoNjTpnmb9ItPs7YNUFjsKgwGnRDSnqDCcwqTBNDY3a5J0USB4QeLGsojCZi7uadd25PwejYm6Z69kMcgmatitGZKkz3MmwVNMhrkk+8Wlak5xlpJk4FUuQcaiWkkQEMtWdHvmMZPbqbjubJsiMN87F6buorFkoLmqwS7n2L8zxt5tH69deRqf+/QlrB+08d0f38D6wRGaTOB6No4OAxweMr6fgRTa86dK+PVfWcQXf2ERXnkJZW8Zf/HtO/jDb1zD8WCAs0+VsbDKTVLRfdQdTNAZTNA9nKB/FGBwTOxiMYhlj6OqFQNduVazg92HuHV1V4XmMGmpyP1mftHC5WdrOH+ujOE4luvf7t4AWzs96TZ34aFk2CjV+D4qOLNq48yKI5hMIscMdqDx95aCw36Eo16EvcMEe7sZxj7NRC403cT6oyHWHw7R8jSstkzM0AiyUEJ5hudPVxaHV+wzLJVt6ajkVPXRZk/W/m6Mg12egwliP5PF+3Sa0kntolpz0ZxjD3gMp0QjloHJWMPW+gTbG74MVngOka5ge3x2odhryCJOKg5p8qHjlspmcTw5poU4jJGEkZAUdCPF7IKF1754Cp//xVN4/W+38Pr3ttAd+FAcmoGIBtSg5kw1WrLWztq4cJlJ1RS3Puhi/cEAC+dsLJy1nhz/RCRt308RjjS88EINL7xQxf3tNh5sHSENFdiqDSXVsN/zcdDzkU0gy9KtYtDnqbDqEdxGhuW5OSzPzkPVOexLcdwZ49atfdy/10YSQkwPTF2vXizJv2/fmeBoMypQ4QnQoku12ZR7eLvdQRCNcOqCh7WLZcCNobhFRyJdvHw/2YVeck3pAtrbHmFuUcepMya8Mj8bmjR4XidybhPtX67pmGuaWJlzhJJCkfKgPcKdGwpu31RRaZSxeq6KhRUbcdZHkvYLAZjrSMVwX8fKYhlf+ydz+PkvN9DuHKFNvO+DFPfvAltbKbY2ibFPcO65Es5f5s+pYEyXeltD75AOYAqDKebXMiydKmFprYTukY//8R9/JAC/8rPPYfFUE4trTWhOhBhdjPwQR/sG2vs6jo/5DEtjlw6nZMgwQP4SzCyHkTr6HZ6fI8wvOLjymXmcPlfCwf6RrK31ANuPAxlYUrDw6N20unCsDs6treDcqRWcXq5ibcHBYDDCX/7tTXz/zceYaHUEWkPS16E/QcXSsdQo4exiCZ99TcWrn9ekE2njcV9er2LlUGl8U2m0yTBP3FuzjJKxADNfxuGuij/6o/fwR3/0LlSvDrXcYNE9chaCEYmY8BoJvPCiiRc+aYK5qnEAoffc/sDH3Q8DVGp1VGsNQQoTsU6DWhBEcs8jbpjoWZq6QNumDGIjeY6k+MvjdHQ0wvBwhI89o+OLP1/Cpz7uYHnWQbOi497DDu4+PMbVn6R448dAe2DDrpZhVcqS+M+kGJ6vKkNKh7zPdloV84s65hcNNBYP0Vg4RDweYrDnw9NK+PmXX8YvvPIyHu/dQbbyb/AM2XF/76/Be3+AT/y3fy2DRIpO/LuQ1bi1CRDnfBYgKt9GzvtTMIGpB1g7k+DUmRiLMyMszgyhWSVE6gzaPQdvvBHgR29MYGglGLqL5VPAhWeZFPARpB2MwyH2Hlex96iCYGCKe35h0cbFyy4uXLLQb4/ROxqh2VSxsMABogqvXtROPHgQ4MH9AHs7Jva2Tbn2pcnUWEcRguKjkks1gkBjT5K2IvhyKFskgIUzO02UFTqswFylqkGewim0yrvBr/0PJ4ALEfef4lv/JQH4l39KAD55HSew5icC8IkQfNIVfPIB/RQu+v8jAHNgKgWZT8QgEbKfpH6nopekn3mJpyhALGWBky7wscUnbHDQLAIShQAOTWmAHCOJOdxlLyj3ihGUvMBHEyXL4TGri1zHmiJJaQSluFmIFycik1BFiE+WSOQUiztNXp4IvidocRGiKAJQDCROmcho+XfJ5z7B5z5JblLQm2KgiaXlNYnnXpHu5HVJRdmj2cSWn200GotRo0jp28X1+kT8kEcn7tOKgXsYTPt/OVPwie/MpgkEYiPZ/cke2ELs4RCTJkzuKcU8gBjlsidEDdd1Zf/Ank1Fjh8N/d4Q3Q6RzURUspszmu5teVxOe1EpTImgw4+46N2uVz1Z7PekAbZccrE4V8XcTAU6hXFVEUx02bXgUMgmDlpT4ZULrCaThuw0pRDMZKNPw2yUIIhiMbiS8sP3jPtNflysPBIzp0TMadTh82cgncpMdjQrZan2MhXgZ//lHzy5ovzxv/gyRvyaXgV2qYIg12Q4O+KKVYxTFUFmIMgN9CcxehyWkyjG59S4SD5yX5koBlI6jqfp+49E4JMELXOoU/sEj28R4hJJSUrhhWCQJfZbYIopUk2Pfen6lOOwEERPvvaTRP70604Z00+ad0/ITCKySRplWkM1rb4pZOHCdSHJzSnLt0gx8/tM18l5qBRpeB7zFB3FoDIV0qa8d7lWMVkp58nUTHCCHBbBm+ZVMXDyvSsEquLAmRpeWB0zTREXWOoiwVughYtrg3wdxDAQQsuI2R0hJx1qxHvJEfR0DCOdwFBS6dzlKsxOpjy35nweoNglyHninx1ZiaSiub8vSCq87oh4zzvYtIeV7w3/DH/GPkk94xGGkwlG/qRAIIuYWwilJ2Ion/MpSHIvQ0GRMzUKnFPuQZH4VTQkPI5SCmY0z1IAjqQijucQk3oUtEU8D2mCCUV4rHiOmGmZ+JzEKQ6HYxyPJiIAFwlgmqR4PyBF5wRnXVy3aJhnqk2Oralh6CTF/dG1eYopl7T3VNyedkvzPWBiMyYhQVDg7Mglup4J4aKCjgSFk+trcTyS8GbAYzeydFEXgQkxMYkAXGD8mSKjKYTXBYWDKt4P+CvnANMuYSF58X3k3lNRYQtSnmhbPhcU90aitEuOLUEEkuUoAtOQTAM/jTXZNGGGhEgDBUEUCBmBK2CBoAAAIABJREFUhlKhprEnnsnrnDMKEqyKn7UgtqqouI7gpSf9LobtIxGAywuLcOtVmFkgKx2xAoq9rLz+sqbNQj9MMAgTGKzUK7Gmp4qVxSYaFZvFN1DZrer7sgqsPwM+JJhN7xkn90UK7Txe5NfCVMLPmilnSXxzJidiWSL3z9Qm6dIUMVp6Yvk+uDZU0yxMYzx2+0NEAxqmI4Sk1JkqSiUXtmtLvZcYJPwQ2TCAGiVieuXnpNkWdNuU4yEWfHpxP2RakjNa9joapiOL/dQ5e/fsEjT2VZuOIJ8nKcMZZXjVqtyvGFDh4jWDKO1oMkIwHiAg/YnzG3+CHmmYvE/EwDDJ0ZmoOPI1jHMbZmUORnUO45BJ/QmGw30M+ltQsy5atRwzlQyWksBSE9zbDHHjQYAwN9BoeWjOeqA2bdjsMvVxcDCSWRoDIbz3MFA1t+Ch0+GMaYxyzcbCSkUQ0J39kSwVriwKyYrmQ7dosqfxRJOQznBInDKNmTRn0LSmSQgl8DMEE4aEXKydKuicA1JBhiFGfQsjVgnlkSTVTc4MPFNm/RRk6zUTFacwtRzuDHH/1iGOOyPoZQVGWRXSKGkcPJ94n2QlHANKNFkvLlextFLF0dEI29sU0zKonIGSjBgx4MEEOITMValamFtw4TLZ2Q9l9QcJBoMUGgMBDQ3NGQOrFOPqNF4HCIcBJrmFCWtnDFZghvDsGC0G4Kq2zHE5L97fi3Hn/gQbuxEmWYZJnuP0WVcQ1UTnDzoThD47lAuSmmXaMqvtDzPsHzN1quL5yyVcPGdh3PXh98a4+yjGjQcMK2VoLeeYWQDGB6asmSUVC+dUrDUVnLFyOEGGqzciXL0eFf2tleL+RMQz7wcULw01xbk1G+fXbEx6CXYfBjg4SNELdPSpNTgJQifFuRUdz5w2UTUzRONIqnD6Ew29iSoGiJz3HhpsiBsfRTjaj4VsmCs6MsWAWVJlHjTb1PHKBQ+vnPdw7XoP1673EdAsM+/AcnUYfgwjyKHrTehaQ8Tng6CLKBnByGhGCTEYAwOfKHALpbotYrDQQOIE4TBCOIxRdlR4topKiRVVqpgFSK0o2xYmfR/BwMckVxCQQmTpqHJ2QFGVe8ssxsFOgt0NisqCLZCIuFlzYFVdMWeaCjujI4TjAFkQoaTnkuZOPBUxcdO8zLP2ixqMWVzjPVWHp+gIQh3dsY4RQ0PKGIY9wWeedfGZyy5u3Qvwo2ukd2ZYmNOwOm9greJireKgUc1RrWVQS0DA8JyaQ+VsaDiGt3oF5bUrSHaPMX7vXWze2cA3bozwjRtjfP2/vojf/a8uoB5M0Lu2iY1bbbyz6ePWUYT6YlXW3Yc+3v+QlKhIzFayMlX0o4QBPj0TCt5rn5vFi8+VUNeGaOgDzLkW5ks27nzo4/t/28PNewHapoEjy8RvfHkFX/vyCqz+CPvv7uDm9WN8726ItzYimA3ImnVLmHdKGPQy3N8aY6sd4bXPreC1z65gd7uN2ze2UJ038fKXzuCFl05hyVzFkrWK+99+A/e//SPcedDBzaMcBzFgzBUdxdubGbY3UyydsfHCqySMqGjfHGK4HmDtwixOXZiDp4zgJh0Eeoyuo2Ps2fh4aU7Wjx+08Z2bO2LS/NInzuHsbBVvXL2H19++j4//jIePf96DniQYPh5L3dWP3knw5rUEX/2dOr769QYwiLH+1gDXr0X4wQ0Ntw5M/MY/W8DX/tkilmvLaKrLSLpddPZuont4E/aMBadl4T9+Z4B//8dd3L7HsKZp5rarYPG8gaULBvSAolKOWgbMQUHTzLEwk2K+lSKk+8J0cUgV/TjGca84QVlGPLtWx9xaDbceh3jnxhiDfgjPTFCzE8zXclmfeKaBK8/PiIvi7948wsZOjE+8eBovvngaA78tBc6WnouIOklzvPG4h9cf99mAAB0JVsoaLjZMrFTpJCtLJ5wyOyfrresb+Nurt7G33oExzOFECpYuVbF4qYLDAx8bj/roHbNbj4IM+ykUsFrTm1FQnmEiq+iT4hNt/zBE/zCCnhkwUhMKU4ulhCR2TCiOBjnKVTqJePOhG4UpThuNCnvQXAQBReseVPaxWgbcuo7KvI5MV3D9uo/r1yc0yqCSAx57Xm0+8FLILFA7AQeT3GDzwUD6XhTkQx12ZOCTF3V88oKB5QvnMHfxaYxS4PH2Dh5tbyHQxgh1pmRCHB+EGBwn8Lvc4Kmoz5fRmPewvTXCzvYQC/USnj/XxOKci8hJETspDjsDHHaG0osch7r0IRw+jjA8SnDhORcXn3dRq8+iVJ7H4c4Et97fwq33tosLfaKiumCisWKh3FQlqUGXOd01o36O1iw7PxW4DrHRVEtVeSAhdkzckkkmPbjDfiKDTdcsSTfhYMDuZb/APGkqYgrZ7AUYcjs27Sc1U+RWLBhm9nEymVepEZFly4U6GkVIQh1paotzTDqiuEnmZnkSivPGqwAmu6e5l5A0BJ14fCDjsLnYK8smR1dRrRiolNlBqcAqM5ELxCr12Az9UYTBKARGCjBUUWuoaK2oKJPbQF6vZsgDWD+I5EHBMHgzJmYkhqEkhXDcZ6E38WIhYyAwKzrMqg67bMIqm+I8ouiYDGLyGaTj1CsT6asJRpqLWJLd7ZEkVE9GTfQT8m8iYONJImJ2iQJKWZGkLQXXasNGvelK8nd72xdxp15XUaupcD0FdqnoXuL7GAQ52kcR2u0YtZqNeo0KGW/OmbjpBX+UJoJclpSYwfQGO5P58TM9E8l7TSE/mGLHKQDPzJTRaJYKDLGR42B/jN3tIUbEpWZMJpioNVxU6y7KNabSiZYOkeeBpLgUonJyU4wM/ogIbaBkMynJ7u0IhwdMVqYIogRziy6WV0tiABGhdJJgfyvAwfYEM00TS8sOKmV2Z9HAmWFzJ5F1+oKJ0xf4cMq+ByaGuQfVkUUGcjVEroTotCNJWhH/Xa1xYMN+CHawqlhcKmFtzZOfw3Q8ZIqF9358KCuaBFCyosOJAwkZ6KXc3HFgoCDizZ7JzVIKr6lh8XQNC6dr6Hb76HX7MuhxLKIq+YBcICXTqIQ0LEnCuXfoi4vYq1K81FAuu/DKLo4OBtje7CAMQ9gUY0pM9zmwXRd+MIYf+IgmFB4LkcViJ6OhIqb7zM9x4cIMrry8IinID+/u4vb9A4w7KcadDJVZHY0VJsd1DPY1jNsqTCeAZQeCmiXaiD+jGuaYn6niV/7RK/iV33oFf/b/XMWf/cVVbD7qYEL8eabh4rkqLp6roRP76CQ+wjwWsZN9OU7KVHwurohcj2UzW7EdeE4FdXcellbD+++v4/33H+PyqTl85vIabAPY3DnAVruDvSzAXhrCbThwGy6yIEHUDZBNIlh1XdbxXoS21AiwY7lA3XsVHbajTkWiBH4/RzigGzyH7tJgUXRocejDB3CeoxxkE81IEVh6YSKmmF14rFeIYhGAx9w8FvtUeE0TXtMqUvRKIUoNe4kYI2QIwP42caMXjuYUvMbEMjBjipbHHo9RureZBGfulOKvY7OXOsNklGPlXBkXnq+hNW/j9tsdWZ97+QI+9/J5tCdDXHvwGHvdISpuFZbhColhe6sHPUxgZxkuXajjH//2ZXzlq+eFtsD153/1GH/4J3fhxyFe/HQDZy6UMZzkGPrA9t4RtvaOJBE7ZIVEP4fFZGuJcy5m4Jgg4ECBomYuD7s5fTE2BdscM0sO5tY8LK94ePp8HatLHtYfHePx4zY6PR+9QYCS7WB1roWFVgV2OYNTSbE0a2G5ZcEi2nmKrxtMIgwmMfaPQuwdRQiJL80tGUSwo1MzbDx8OJC10tTx9IqJVtOGXWEPk4nN7U1sbm+JuLp2pgLPqyBJq+j2NLx3fRvv3tiWeysJG0xh83gHxXgR5DkkpthtoTWfYeUcU7p0+Lsi2t+9PsCd6wPpdOc9iNdqu5zCLNFSZMliNw6v29ygxOFEUgCGFAQYSCNeA2I4riLmtaVVF1deW5H13b9Yx1//5QaifILGiiICOX0DaQh09i109ywwAfzUc7akPG6+18Pj+yPMnXEwf4Y9Q0S5sxsnx/rtXPDuTz9j4tIzFvb6Q+wNRtINnA0pbCmYsEcICqKRgmgI5KRaRBQhAaeVoTynYm1lTlz+DV7nayQt+Lh2bRM3PtxD7EPWwukSVp8qIxynePB+D/uPxlCVwjdf8aqoehUEkl7rIc19nH2mjLOXyoi1GLEeYTQJBSXFofvSSgMzM1Uc7I6wvzdEtZ7K5+C4nKQWJIzOYY7OIQ1HNH6omG0aWGxakgTf3fOxu+/j/h3g3h2gOlPF2vk65lccxGkXcdKD34vh92OMj4DRgYpTKxX89u+t4Eu/OoutnT1s7uzj3r0Ad+7E2NpMsbOVotsBnv54HU9/vCZu5eO9GIfbEQ62iHSNcO5ZFecuq1g5PSNr++EI/8t/c/vJ0F7RXVx4dh7nL89jdklDtRVLp/ig56J7bOHB3THu3x3DNB14VU+EYMFKshOO9RKGhV57iOODnpihXvn8Es5dKGN3t429nTa2H0+wvR4IdrBZIx6VWKtD2OYBPvvpK/jspz+NskcKxQ7uPdzBn31rG9974wjVlUXUlhcR0Kl/fIjZioFLp1p4/mILF5+JcfHZGOuP27jxwaFsupfPeGi07Cc9u3MzdczP1KHEZQTDkiCD//RP7uBPv3EHTqsBt9UAbBspDZWGJrjbSlnD5ecNXH7BwHEvwNaOj43HMXbXSfjgeVFFuVKBpjPVUyQrWSfCoXwhBKlPTF5FNoy9s+y0lCJKRN0+om4PL3/Swa//ahOf+ngJFZcdRxmuvn2Mt97u4NYDA/ceOxhGNoySBdNjGs4XA1sxjCyuBemE7mgdzTkNzTkd5dY2KrPbSP0R/MMYNaOCX/rcK/jS517B/c07yFb/DZ5nCuMfEIA/9i++XSARKVWIEKHJs2wQj2QRp2yanjxfZGEIXfHRnD1Gc7aDi6dTWapRwjCq46Dj4J13MrzzDofVDjTFxdxShrULMerzY+RmB4kyxO4jF7uPSvA7HHjpQge5eNnBxWdtGbByLS8pWDulwHYzTKIYB4cx3nwrwltvxhgMXAz6JLgY0qvFz8+CDVOxEeWxOPWL5F8hDXwknBT3WOlHl4Rggc2kiYSir8LaG/UEN8uoFPd8/38B+KNU8O/iW99/5R/oAL6Lf/XV/7VIAE/FXgkcT0Xpk9bek4+jEHH/nvg7FY1FlH+SKKTeUiR4TlK2BdC5+PPTptSiQ3WaAi5Siz8FN56qjRbYhUlxjPdSDr5jpGmAlOSZaIgoHEqPaJb4yGlAyGkQYrVMYXAlKaZIE9FYVvTeUoyiYEUhlYlXChKFSbH4LCjSirjLRN80+SspThHNuK8MCxznNIE7DckWgtX0z52kOLlfkCoaCn1PUL+FmEnzWbnMfSTNsr50GLslF67niAAsvXvM/k+xwBQwKGz5Yw7CfYxGkZjEWKNhCt5RwWSSyiCZr11o3BzUswaFg1OhdeaoVDxUaxWUK2URgV3Pg2UyYWuj1xugzW70dhedoy4Gg+ETE8LJ8civKeBj/rw0HifECJZQrZTECEjxmK9nZamJlYUmWo26LApYZYf9nepUGMxhW0xFW4XRPGGqJ8E4iBCR/sHOX5Pd7iFUlTdYvhs0vZPYEhTPlVOhjt2Z6WSMsmXgzNICVmZbUk2kRDFe/Zf/7slR+2+/9hm0xz6arRk0Wk0x8KWSDMwF0RryPqlasoiIluWnGE0yDLkn5N6FoUzVQKQVPYk/beCQpPY0+ShpWjkJiuczCsBSmSRnAq89POg0KMQ1cO9QlGj/VKK4EIL5NU5Sfie9wmKDOcGuy68fdaeKoeIk1TpNA0sftxhIpufgtK+3OCQ/utaIePdTaWMmSPm1BF1NEVhSh1M89TRpy/tLIQAXaVJZU5pXgQamkDztIOY5NYVUC9WA5xoFRj4gS/9rIUJPj7AnnxsFPtZIqWAa0UceMYG5h6C3izzsQon60JmOMzI4fAbj+e+aUAQ9RjQtxceCPGNpttCeTtLR8vNMDRqCtWWf6RQ7fIKsLwTgIfqjUZFInPhFF65S7I9EAOViOjZhOrK4X/+0ACzCv1xoiFujqJyL8YHvn8K+44wp1AJBTCODzZ5c7p9DH0oSyFDes1mrRAMtEboZOkSn+2GRAFa4x+eiyYu6SXFunpyjNIFTBOa1RxDckqQvPruTmlkaGgpyQSFSyyuW61rRO8xOXP5K8Zw/Kw0aQRhjIovXxKIvujDFFP9wdRMlUpCmXdSSAJ6iv0kkkaVrcs2Q0h9BNMfyXnF/J1hsJnn52i1LBOBit8DPkuZLHrF8xuGcKBXcsU0zoG7A0Qy4jivLcik8MiZsCKWQggOTv8T+8j7hEi3N/58blCQR4xzna0w7s9uWZgKmFT3XwbjTQf/wQK4f3tw8SvUqbARwECCfjJH7IzH5a9z7wER7HOLYD1Em9bFZxvxsDcvzNdQ9CypNS+yiHhMrzfsa6Xk05jEIUtDL+JnRRHRyGou4H3EuQqddKlVIJ5hoorZ1Vq7pKnLPQV4ihFuHmmtQLRu644hwLac5PyIi+cIQqZYgMShEpZLwpaCesSaLYYdhiISm+zAH4bAMfaikWdim9CizSzuNmVLOxdQtVV7jBCbJOE4FqutBKZWglTwYbhmaU0KYa7J0uwSzVBb6B4Vs4v11JpFp6poMkfl9EdQjLn+IMBjLmvAdVyzsj4HtfopeYkCpzEKtzKEf+BgEExy0t7C7dx952sPqYgmLLRtZOEAW9fFoM8Md1hLmBuozDhqzDmyPRmkNxxSA90YYjyJ5BuB8c3HJw8JSCf3hBIPhBG5VR2uxJPf3vXVWhkxQK9dRqzRgmDEUbUjw6fSaQEE3wWDE5+0idcBKcPo+ilmUiizWsLhoYW2N+/UM/b6PPqtr+iYGfWLomQCOxaxp8lh1dbRadrHqTcw2Gtjb6uHGe5vYO+gCJUAtKWjWHTQaDnIaC9gzzW7ejPcZHbNzVbRmKzhqD7G9dSyzX4bKmNEVzoxCIlWOYATUGzaWVsrwPB2j44mswSiTRXOrze7fpobT8w4WGwZ8EWJ9hCo1F48NOzDUEI4R4dxiDecWq+i3fexvD7GxFeDeRoad4xSKk8s6s1bC2VUPk0GE7Y2R6DEkVBplBTXbQ9Upo9OLsb47RLmi4Uufn8XLH6/j5o1D3Lp+hMeHOTaOeYHIMTObotFI0duzZJ2+aODSxwys1DPMRCGyTog3b8Z481YMi3NDxlSly7owBTFN67kZnlrzcHG1JHWZd2+PsL4e4qCr4JgUz5YKvaXg0mkTL5yzMOMSkx0i9kkAU3HQVRHCRkzsNwkRGgX5FMdHETqHMfqjFINxAs0GSnVgcc7EL1yexc8/18Jfff9IVl42sPpsTeZ1g80+JocTVOqrskLTx0TvIIr6yEZjRBQT9xXsHSgot0w0Vi04dYakMjEHZz5NJwlKmio1CqSlOJYm10FWk1Q8C+POEKPOCAeDBFsjjpJMXDjt4dSygySN5Jq7/jDEvdsRjo95LtEcxwCdC6fqolpSwJE6wgijNnvJA9gK4PCZq6EganL+qsCDIqYeCswaUfUTHWagY+c4wZ2DAP0kRr2VotXK8fSMiUszJm6tJ7h6ixSPDIstBSstBQumikVTxakzZZx5qoJygwRZIMoiDPp8nu3i9IUvyOrf2sDDv/ou7n5wB98daviboYbf+53z+L2vn4fV7mPr+w/w8NYhbvgp7kf0rniwSmUh8N69O0K/H8sznNwlM2KgNWR2jsxN8czTVXz5tUVcebYENdqVtWRVZb37bog//04P796fYFBT0a+p+N1fO4Ov/9oZJJs9XP/WA1y71sbrB8B7fQVziwrmuc8sl3HaraDTTvHuvT5ub43w6U8v4cqnF3HU6eLR+h4WTlXwhV9+Bp/81BmUhzYqQxtX/+wneOvPf4L7uwNssdfZALy5DN58hq31HFsbQGPWxNlnbDglFdvrIfrtFC+/MI9XXphHKe9Dn7QRGiFGJLOWLVwwWrhozuD6bh9vbB6i4pbwhafPYcWr4Ns/uI3v/OAOXv2lCl79cgUpz993B9i8F+Ddhzl+8ijHb/7ODH7r6010NiZ488/bePdagPt9Bx21hN/5/VV8/Z+voJK3gOMZdHf2sLd9DQcH72P2/AJmLyzgz7/Vwf/5f+3h9h2fQRwjJz538SkTi0+b8Pdj+AcxZjUF5yo6lqsaFhY1LC5oGOQJBnmK/hjoDSAIA4pRTPuJa8yxsNVNcP+I4hWvoRpqmoalxRjLSwkWlytYWq5j/yDFD97oYGcnwqufXsCrLy9gkA4wJMZZHMK84Ke48SjBzYcJ5hox5uoJFlq6DG6Z6GIfrz/RUF9porbcxIf3+7j6wZGUxGtRLDi52qyF6qwpLPZ+L5b0HB9WeQEpHNMqKvUizWFZRLlxcxrjYDvFwVaKcslApUQ2LuVnVTZWFA6LUveit4bIE4edPMRGUXwzTLQ7XRwddzG3XMLquQrcGj2YAXqjEDc+CHDzwxBVHbJYes4LkmmryKUQ1cSIjPJRJDiASl0VR2TU15CNVcx5OeZKxAzPor6wiID40k4HR70O7BlFFoXUfjdBl+6YjRDBIMPsgofZRQ87eyNZCy0Ll5+uYqZhYb/DC3EIw9NhlugcScVx1e+E6O3HMry98GxJlqJZiBMT3eMIhzsjHO2M4egluJorKVzFi2UwT+c2N7uFgJqj5MUoeRHKniVdcdy8ToMmgnXmJoAuc59pj1wVgd+zS9ITG6cpxqMQw1GB3ogL4g9MiyXnTNgkCPgAq+cwHeL4+EwWy+c0OIoEK82HccMpujH98RQjwg1ERJcZE8M0AHAYn8nrDcaQGzd/T7cXXxO7NTkgbS6ossgtIACJjjDiiwPqj3oKGCkc9lnxAZSpFZMPHhRpCkRRwo2zoYvbnD9PEhYdNnyqCUaKLOl4UYt0ic60KvtK2EGjE28bSdcG+03VcQYzg7x+IlmT2EAcmeh16IyaSOfoic35xKlMJzWX4/DPqZLgIn6KDsRK1UWtwS45Fd1uIL3JAcVoP5LzpD5DHEkxcOPrp8Dc68aYm/cwN88eY7oj+fXYWxlK5w+HqcQ+Ey1KQwCd4NIj7XETpSNlSp24MKYdc0gnGZcM6jQm8NidGsrmmTizkmcWOEB32g+ssbesQBPz51JyQ4Ri4mKIRDZ1uufpLjQxHivituoNfPSHY9gu5OcnEpwOOX7//Y1IVrmsSjqlVldQLnO/ouC4o6HTUVFtZqjO8FGvENUiX8W4m8LvUpQBLK8Y6vFY5aa43iQZwMDxoS+LAw66dit1G0unKmjOOdh42MXGg66MankdIeqk2wsxGESIiKib0JXMw4TDtsIA75Y1zJ0tSuHZ4UjMH7d3GjzkmS7JP54LNK5QDOeAmdgNKvWpDLCZEig6bgadEJ2DiWxqDVeR1Kph6zCIO+eRrjBJnCIcZGB4xKuYKFdMjIlp6UY4e7aOT760KB3Gdx4d4P5GG8OjFEP2Gs8YqC/x2CD+lN3xxOKws5r9QHREAyXLxFzNw5nVGbz6hUt49ecu4Zt/+g6++c13sLM1EOGcKKblBQvL8yZydl17KoIkFsQRRS4XbA9QUKpSyGIPFM0pOizVRdmdhaVXsbdxgL2NQ6x4Li7M1GBrOQb+EN3Yx66ZY9didw5dx6kkf1Vim/Mc9Vlb1u7mBLtbExFmbbfoUy7XNDERDfs0sWRPzmN24JykfE+SvHSBuuy4VvIC8xzw++QiuNHx7jm2OMKJ8mNaY2rmhtcyZTH9qdAsIgJwJvUD/Ex14lQ4bDI4HOJcm0ppUvxv7HEOmSjldINJdAhqjZt2x9IxHhZkiOUzLs4/V0Fj1sbNt4e4cXWI1z7zFD73madkg7vROUR3FIBx6Cw00D7sy3IyH2XVx/nTM/ilr7yEVz97CYftdRwdPcZbH+zjh9cOBVt16rSLSsXCxlaKzc0Mw3CIAftX+wkiXhuIPnUA0+VxzusMsXxiIS+S52kqgkqtpcmaXahhbqkhSEiTw/00xu52XxZNJ15Vx8pyA5curmBpvi5duIE/wt7OGHs7Pso1Yv9NVJo8t4doHw/ROU5ljUivYAIt1WXTaFrE0tJko2GOnS/NXOgNQWwjTA1ozgi6ww02UewUvXQkSQmT0MRRP8FRP8Yk8MVIwZ5nor4dii8qX7slCV727UZJH2HShluKsHq6guaMi3evdvHeVRrLSDugWUeR9D8NOUSq8JrBc4iDJW66CycTMYIUXBzEQYAoCAT3s7ji4NT5Mi5cruPCs3W8+foW3np9WxB1pYYhjmAOI9hVdLSt4GgLWDtn4annmXzMcfs9H4/vB6gv8Zw20JznQzB77oGdB0Aw0HDxoidrhEBWOACSroZ4rCMj9cAhSUWRNDrNY0ZWdHROlDEidTLtc9PQaJQw0yqEraOD/5exNwGS5LyvO1/elVl3VVd39TU99wFgcAwAEqB4gCB4SqJISQ7ZCtlaHY4N0fJ6HQp5Y7V37IZjw1LYjt3QKrS2VtLa2hAlypJ5SaRkkiAAERQvAIO5u6dn+u6u+8w7c+P9s3pAibLsZnwBcjDsrq7Kyvq+/3vv98botify2cTPskLVRJkY/q6L22+0sbM+EFw/lzXDMNHZz6SCbsU490hRVqBECNRIzAGdFpHSwNJyEY35gvT9hERumRNY9hCKwoQ+BzMphj1g2KebW0W1kQnAzaohw8b7W66sexuKrFK9hOUzFUGDh3EXUdyRtHPqsac4RW83wdpSEX/3Z9bwkY8t4PbmNm5vbuHuRoKNdVUOhExzMTUy1yxjbqGMzkGEPRry+jROkUCQYOmUjuVTOooVQz6f9+5G+NSvHDwY/qpODStrrM+oYHnNwcopU1Dl7D4eT1Lcuj7F7RsTBGEeCopQNFNMV9xDWSYHIZntAAAgAElEQVRrMlQMOlNx6NNk8Z73reLcxTK27x9i5/4h7m/0cX99ICmjcoldSBouns/h4jkbD59/XJbrd3B/7w1sbO/j1qaGuzsaElNDbKnImyqKporFqokVVggsmsjl27DyHSG/TNwsLUjkOfGSTDiTFnD+7ArOn1vGdGBgaz3Cxu0pXnzxPr7y4pZgnzUO73QbqcbqCSa5NVQqGk6fVWT1RykOWglaRyr6bQODDl/zDCFLTVFSf5IMYQfeMeaRn+kUDCk4cCtJYVGIgfBCBUV9iJI2wDufLuOjH1rGo4/kYZhj+MEYn/1cB5/7XAf77QL6kxoC0FgaQ7ViKBqrMJg6oWalQol1KJHFzElmWCkmKC/uo9LcQ8JUx1GAqlnCDz73LH7gve/A9Y07SNb+BZ5a+Os6gP8fPPbzn89IHTMB+Bh/GMFDlLpC/6CQy3OXP5nC1DycuxTj/KUEl05HuHQ6RncQ4eZGjI0t4MYtCzdvMSGah66xyz1AfXGMysIY+bkRjPwU+5u2rMEha4JIg8rh4kNlPPRoCQvzERYWIjE96mqIXifB5gawuani/o6J+7sW80iCRxSaAjGMxGJGNvQ4JxhKdnXxDMdkNj9HpRKBpewzRGvWFZoJQ5kEzM9MGhveSlBxY6xyryhjiL/89ZYA/FN/gwD8yw8Q0FnX6wzn/CANPPue8piOBeAMC50JULP/PuuCPBaBjxGOx9rycWL7rX7StwTfrD/4u8XhrOGWX3qaGT5nWeGZeMaEWCjp3zh2RfjlohAcxzQGBiKSc4QZRfzzQM5qJQqd7MRlipcCq5yDMyE3E7oy5LGgc/nf/0oymAIEBTmms6SbVJDIsx5U+cxKsg5RnoVmZ3MO4SWFS6FoZoQ0KAqbGmzbEqGK4rLvE8/sw8nbcByKnnwOmDzSBH3MXt5jEY6iNXH+HglLrL8JCZOleAY5Y04m/J2z6o7sKxP/JHWqcs9qIp8nIjrrJLYdR/qCHSJgZtfagKanvUN0WjRTZjjP7N3Hgeisx3bWX02B02bi2jFFACZ5iuLXydUFrK3MY7Exh8VGXZJ6pJRYKmAyFYxUhGzuZ/gb8KZF0dfI5aFbtvReU2AJfVZJjERsVdmhp5oiRHGvIMJqzEHmEMG4D0dNsTLfwEKlgulggulgih//vz794I3xS9//fRjEMWr1Cmq1itBAAvabBb6QuiS9mcvDyDlINRvQHISJBp9pQZp8xXSbwIMBlwQpmoWJPI25R+YMgDcpJnr5eulvvX9nZdgUOCS9LyoZ38s8yPJM/9b790GaeCa08px13O97jGXP0rLHqdUsOSu4YlV/kKiXJPCxzCkmksxikd2jM3PGA/H3uxLAx2Iz/xrvR4JgFnPEcTo/M5ILMpjn5Jnwe2zy5LmaRmRJts4Q1xnOPEskH3cXHwvJWdc25wezFP6DR5XVwUhadSZYChY+jSQxGY67CMZdJF4Pid+TDhclGUNNp9T4pFs1I4BkVCE+Fj5HNrG9ppl1fQtOPxUjCt/bTN9ysVKHj4diKrtsjxHQo8kUY5cCsJvNG7jjE0recVcuUetRJtDk2ItoIm/ze7IzOkMxsy6FhxvXjzB1s4ocGrxNDXBm6VXO42ymY3mthB7UOEDe0pG3mCrldWUgSBL0J0yXEQ6rIeCnrarJvlM+MSS9TVR6dr96IADPUqV8TnlGo8ld0svyeh2LvzNTwHfVAgjeWlLZ2TGG//v496YQTAMUQxDHae9jhL2RUsgWCuisL/q4CzhFjs+NTYIcyRgZ3j1lWp4J1jQB64/ExDITpjk74mc/8c8OX69ZApgCLlO8nDmRMsbnO7PeqiIeW5yzcV7H2gWmzBIVapLhpw2ThAEdJScT2ElaSwPO8WgycWWux50N08NMF7Mr2BsOMel0BA9NYVOnSdtgxV8ER0mlYENTLSgKz1Ua9vpjMZIWagUUqwWhI6w1q6gXLGjsDg48jAdMnI6zfQCRqaaBUrWCAgkrMQkXfF4yPDSTnDFFW4pXfkak4KekTo4Dq/gopjNCzi7jHB8HjdU6FMOCarGyiDVMs9sPn19BSNNsTaId53jZgFLM+xT8mYT2aWQRMLV8JvNaI1qayVwuzst4bSeKjiDVRVjVDQeakUdoWPD5pszZYjhiPYFs0CkkE4tr0EyemXt49JPXngZvUg0jH+FkiGm/i+mgDW90IEsl3janIlIKCNIyQhSQGA5iPY/OeILOZIrDXhv7nUNMw6GkKk0nQaczkjUcAMNh1p3MIIxToqFfg2lzNu+JCEwKqGnQJK+h2SxKAlgMIBMPmkVyF++3wN59H3v3fCw3F2TZNisAx4hiV2a+w1GAwTjEYBQgVVlbknWBy1kvULLZu5nD/JyGxQWaNEO0OlP0egHGI9ZUsTeZRs1sL8//L2d5tZqOel3HfL2Ohbm6CKr37rbQ6gzhqjFCI0G9lkO9ZsvryWuGNguT3dVmVklBUkK3O8bBYV8ep0vzJkgmM5Evk97FvtgIxTyr7UzYpoIRO4TbHsKEs+scEj1CYrmolIGzS3mcmMth3Blj3B1hlOgYs1PWMlDMq1I3dKJRwtp8EVsbA9y81sbWjovDITAOFRTmNBTnNMxXcmiULfQ7Pu7fHWE48lGikbSpQXU1KJ4GL04xSRM0GyY+8tQc3nauhJe/0cJL32yhl+YwtYoyt87rY+QwxtGBhtaBiitPlvCu56pYKSdQWn0Mdkd45UaEV25G0q3MxVsfjbsMps/XVczPqTjbzOPMQl5qlq5eH2Bzy0dvrGPo6TAaMfRGjEdP23jqfB4NJ0XquwjHLtZ3gI3tVJLCE85ibAtzdUdEVsEkBym2SXvbG8JwIswtqFheMPDs6SrecbqCP31pgD99ecCeTSydo8lZxd76GEdbHqxiEWaxgEKN1C6i7V1M+2OM2mN0Ozp6bQPleQXzqwqscoKYrGI9o2VQfM3FMewkkew6U7fSr05CaN7C/tFE6LOH/RiHQ4rHBi6czWNthbQ4F/2Ri52DCFsHFK9nuws1Myiwa7xKrHQFKGgxTC+A6cWwZuKuVzLhlbnHY5VIZlobuRGGXiQVCJaiwo0TDBj+oQif11G0dVTSFBUA260Y63sRpgzN5FMUisCcpmBOV/DolRqe/L55VEoK3NYAw84Y+xMX+2MPz155N5658m4cXtvFq3/0Im7f2sTRcgmt5SI+9M4VfOidy4i2u9j88jpu32zhDTfFrYC1m5wjazjYSbF9lyYXzuv5PqeZg0lmDc5cJqw+/lAR3//MEt52rojY7yH2uyh0NRR7Gr72RoQ/eNXH9U6C+qM26o/l8P5H5vDCI3No3+zi639yF994vYvXxjrWQwPnz+Vw4ZyNS4UCHsrlcbDn4sU3j/DSzTbml0poLJdQrEco1AOcvdjE2599HBdPLEO7sw19fRsvv9LCK6+0sDUO0LOByEnRIKFvPsWNO4ksXTcx38ihRDY3tZ+CgmcuF2UpvRG83S5iUsUWHegLeVRdB1XPxhv3x/jaxgDVsoMPPbWKc0t5fOvmHVkPXy7KOtiO8J2Xp9jeChGXTSRlE489bODxh3Xcue7hi58b4e52gsqJMhbOVPDC8yfwwvtWEbZddDcG2N0+wP3WHg5GLVx++jQefeoUPvPpA/zWv97EjWtDjg71lGLF4sMWlh6xsH/TxcEtD6u2iidWLJxZNLF8wpbhUcvty6K4G3mm9MRmrtkIGCXAMEYXQJuz2tiCE+RRTm2snfVkqUUHiVPE+maMl14c4nA3wAfeU8EHn6tipHsYGb50PhKpQNze3noO+xs5XDoT4qEzIeZXdJSXbExj4Nr1sdxATp4pYe1MCXe3VLxxK0WnRyebC1XhkJUIFA5YxL4LwzGQKxF1R4FJlUFuqZC5NQx9DKhdeNMp7m8AWxtAo2lgftEQ7Js7JaYV8GNiziisxRgNKU47WGkWULJtwYRQpNjc6WFzp4uHr9TxzHNN6eY9OOxie2uA668Hsio5gHTIAoWKqipISzpnY42INBeDtodaTcXJUwaKdA31iP9T4A98WdyU0fFM8YS9Kl7sYeFsUVYYqXDHQGvLw9abY4wOAiytFGTtHY1lNRd1PHLZQbGo4fq1KW5cm+LUxQZOXZpHGAdotXrod8eSWIn9BOceKuDsQwXpGmqx32FM1xxh9CaqzhwqTh1uPMYw6ktnGlNLdNfzYE2MlaKMoahjVCoW5hsVcTw7ji24FG6E6eSkqBlEU+mznCtXUC2X5DXiEPLwkC6rgfQ98Oyk6uxALMqGaDqN5AOOvjsKgzyc7G53sbvTk7QMl2amKNJlZAGjYYIR8ayZUU+Ss0RUs+c45mbNSzDpQxbFXw7D6fhi8pT9v81zKRbO0sEZYDQMMDhI0NsCvAFQaiiyqisF1FYK8MJAsLpMHZcsQ1auWoJdLWE89NDa62HYnYrzj4njKWmqUwpLkJsyN/ZqykOVKWJpSByeyQm3K+g2zU3FzVmb11GfN9DvKhh0ObSNJPHuTWTXmeElZl9MKvJ1L1f4e/OfKvwJzRxMEudRrZRksEZRdjoOsHlnJIudt0snbHH58WDLAxCd9DQrrK5VceJkVTCmpsNNspb1Aw+n8CNPVms/2+iRTrqwaqO+mJv1BlP8YBLSFQMIu4+lqyXz1oqYRWx8uWqhuVKQx0EEMpc79WWxu4iCKlHJxIwqCTuYPbgTH5ZRQKnYQC5XkiEIoViHra4snz+TyA8jRb6YCc8HmzH277ILjD0kEar1FPNN4rE1+K4N33MQg4OXqbwHIs+GNzTQ2ZmguzNFqWHJqsxZqNUs1OZs6UBhamH91qEsJvT7rQilMjsJK7h4uYhRb4RhbwTbLqFQrGE4VrB5b4Sd3QmG7AEfkJmaoeQkch6wv1jH/HkdCxc4GItkiTgXlhB6ZjbomgToD8bo9UeoVNg1VpJhVr83FFROhlQD/FF2DXMYIfMbi73Q2eLmnugUf5Bi0o4QTxRU5x3UFvLoH00kVby2VsSVpxYELb2x28W93R6GRxEGRxHyVRPVJk0fKvoHMcbtVET1QoEGtxATL0KjVsAj5xbxyKVFPHSliYeuLOJ3f+fb+OTvfEcoDuyT4utTLcaolhJUlguoLhek+4z3JJoU6PEomArmVyw0lk3EdGB2eVog1rAGyywhGY4RD0coeimqdKepCTQrQmCn2K2Ysm7d6+L2/R4SNwJbHys5djHmsbJSwN2NMTY3eNjkGdFAPk8hXxcjT8DOF35OuKqsyShGvz3GsOfOks4qimUFJSIv1US6O9xpisgFYpduSVPETA5W6aJm/QHn2hwAFOZNFBdM6DkOv98SgGmqAJ2wPjHwxIqz6wlQTeJ8I+i6JR2sNHJMJkQD04zCJDJd247QFnh4Ho8mWD5l4uwj2Xvs9Vd9vPGqj+fe/RDe++6HUKAzVZ1Kt9u4q2HcBcbDIUaDIUpqDzWzj5OrDXzfO5/HI48/hjt3v4I7G1/BZmeIzR776VLkLU26al/7TiRLdQKoRPKyY91lJzrkHk1IhHzeMuglrmlLDBpEq1tWjNUzFlZOW2guLKA5vyRn7u2NQ+zcPRKDRftwipOnC7j4SBmPP7GCp58+ixOrDezdbcv69Ge38ZnPbaO2auLKO2s49XAO+zstHOy2pA+bn7f9DtBt835M9CwHtcCVJxqyKuUYjsN7WYL9Ax39gY5zly2cvWxh/UYHr716hMN9Dsh5r3JglerIleqYBh24QVeQx9VyBbVSFaVcESW7KGYgrs3NXVx/8w6gjvHMu2q48HAJr3ypg5f/A7tsOTTne1JFnnsZ6YTObuzEiTEJxBsE0f4EMCEoAGEB7nQMzx3jxOkCzj9cw/lHKphb1DG3ZODq1T1cvboP10thGHbWhRexNiHG4WaAg00fa2cNXHic718Ft14LsXkrRr6hyJpbIiaKrnrgcItEABNnz1Rx7mwVSimWFQw1+G0D4cgUxJFZdWZVGypMhQYNipIB9jscOrTREWNBH/V6EYtLNZRLjiDmiAM0HQ4aeMjMcLaH+0PcuLqP++tdTHsRXBb9HN8nZQAK5MsaLjxawsVHia6M4Kcx2h0PB3sTea81Fy0sNG2USg35rAiJ7fH34Pt83mjUSsQM4I5VVOoqGk0NjbqG+TKHZcjQtesedu+r2N1SUeTjPlVBfZnJ7BaipA0zNWClJoaHMVr3Qqw08/jJnzmNj3xsEW/cvIvXb27g/j0NO/cdwRPrBReaw/drCWlSxM5GgM2bTPBFqDZS1LjPaFioNSxE6QRxOsHhXRXf+iMa3rIvvbqE6ozOcYrkhEdqmF/iNcnhnIsb17im6HcLGA/LSGA9MGBwEENE/LDjoXPoYu1EGe/74Cmcv1jBvY093N/Yw93bh9i8fQTEYxTyHlaWLHz4AxfxkQ9cQrN2Ac36RWzubeDrV7+E+0dHUK0zSLUltActtPstnGjWcG5tSYyd5WKIQt7FfuuurMqcKSZKDkPbhxMc7U6wszHE7sYITz19Hk8/fR5HezG+9bUOblzt4/qtFm7caiMioYRpXYUIwSLMXE5ILNU6kcp8rWOMpibafQvjiYPQo0EiJ0N2is0ysGfv+KzPj9jSB32uKcWGLM3FASgHWP1xisEYOLUwxKnmEO96ah4ffu8ZOXhG6iG640P8v7/VluVFczALS5KmiZUJEnUiyXdWeBz3uzLrasCGrhhINB+p7qO6fIDayiHoTPQPfdStIj76/DP46Puexes3NpCc+hd4dvGvEYBf+008+onPPki/ZL9bloiBFgIaDUYm0siCP40w6Q+RswI8830lPPvOkpy7HjoTYX2jiz978QCvv+liZ7+MnYMKDP0yfvy//nv4e8+fwZnFKkrmW3vMIBxieHQbr3zl3+Kf/E+fxLhs4+LFBh57tIFHngjx8OMhRj0mGMa4/lqKr71o4PpVG6FaR6jVYT39DP6XT7wPH7q0jJVCHtZ3fW/5KTS2BUNsbqzjj/7NZ/Eb39pFxA/RmVBD9CjTw0w7Hwunx/+OFRfR3NP4xZ//CH7w8TU0aCicPXR/PMDu+lX89q/+Jj65wT/86f+IAHwT//SjmQAs3/+BvvuWsMs/Xnr0ffj5v/sOvO1sE40C01fHXyH88RA3b9zAH/7G7+F31/9yl658SxEdMwE7053eEoCOE79Z9/HsZ55+P371l17AC6u0wQHsr9nd2MDnPvVp/PMvd+R7se+Xn6OKMo8f/C+exw9cWcP5lRKKHDB/95dPUW+Ae3eu4tU/+XV88gt3MM6TDESUdLYoWFIEPl7831wiBBM9S9GeqUDThG3b8npIoo6dsyJ8JXLuo5GN4i8xd/6UKPTsCc3Su1n6l+9LDtRZrcBFM5ZOWkGaSOorjAJBV1NMpWmAyGgacPMUaNlFNENzHwuy2WPNOoqPe1eHA5LLJoKtlJ5RSWRmCN7j15fvVVZ/8BzI9C1FYJI+CvkSqvUyqnMVEWbv39vG/u4hRoMpxiRYzS4SEnB0ncj1zKRH7VKEbkNDEBE57wp++8zJRZw+sYSVxXmsNOehUsTwpyJqsZ+XeOa93R3s7ezIfEO3cijX6phvLqNcm8tg8oqK8aCL8bArAoFu5qFZDhTdEjGDjkOFyahxD/7gCEYcoFkto+rk0drvo7Xfwz/5o68/uCp+9vl3wDU01ColVCtFwYm70wG86RDudCRislTzSD1PHaXyHHTTBoh8JvHLDTH1IoxjTQa57Pac+llX8JAmXxouFRORYsrj0/g4ObuZoZePlVeKc5ziy1M62wN896UriV4KwLMO66wL+K0D8DFqXNLYImxy6fKazBqAs2tY7N3ZRkKoGMci8APxN0PIU9QXc40IbVkPsSD2Zxhh6bKWBPFbd6JjUXqma86uz+yaowBMMVB6/thrLoaG7L1/bLTIDEikZwWIQ9KiMnH6GJ2d0SQzoYlGGkpcvOBICiKtI/amkvqOvC4iP1vB9Aih34am+NDgi0E0E3HZj8uuWAOFXLZ4rYYxxbZI3pt8PKwbIW2HDBaih02dwqQh58lj9DMN4WPPExMJxV8Kp7505M4WEeOk5tEUkTNksTsx63bl65H1/7IWYjjOKnKcHCu0jAxf7ORE6GVIhGYJJkR1poOZ0KKZnu89Bjo4rpwGGBHpyjRlQnMx5wcZMSETgIms9xFFgfTJMgGcUcx0Eb7Y65stPnYmcymGZ6+AmO35n+++P8/uQdJdDSXrPhYUdAiPtLRjMZmi4aw7W+qrAs5DMtMGw95yJfH5zltS+ZXdi0y5jrP3RoaBpuIouGOpAZgliwEUdB15ChXsEmflHYWxlESrGUmKA7iIZlqmYbPfV2P1AtPdRtbrySuez3Wpwm5lB9Wig5LDhKiP2PMxHk8xGo0l5UxCAO9H0lNMYsFkAn84hOv7IkCwzqHuAHOybMyxbkcjbcjEOADutbq43+4hX3VQqOaxMl/GqcUq5jm3DXyovot2b4h2dyizP345hTyay4uozzey1Cuv9SDI+qn5Tz5OmlZcT5KdrMlxmJC2WMGnQbH0Wa8aByDSr5bRBiiCa9wD0qxCUTQnSyGRJPKQRgGSyEcaUpiOoXCWxfefqpFRJp8rSFRwTGPFCiaDkXTg8u8IvpA9a3YJilMStKCiWpgwjMFxpamjSgJFkQGanDyXCfHlZGQmGjzSDSNNKjCSWIGlqmKGZ23IoHWAUXsXbncdbm8dhVKEQilGuTiPauE0LLMmgQN6lQ77YxwyATmc4GA0RSeYYqpPMEwnWL83lkWuFHs1LQm4+FDNQERKPn80kzNxKjVjBQWVio7GQhGNhZL0f7OugDzNVGcNYIyd+xF270c4d3oF50+voMS5p87+3CmOWi6O2hTLfPRG3AvTNJklgDlHoImYtQVSXVBOUSvTnOZj72CCVptmLw2eq8m8mGEa/rzJmMn+BJUqZDUbdTQbc7L/7bTG6A6m6IU+RkmIuXpOap6IgKZRgAYJBpjyTn52LozR62fVaazLG00YjtfQXCmiuVoSQ9lkGsAyU5QLEBPXsOVj1PKh5arQczSD+pjGXRTyES6tlnBqwcGwNZTVDRJ0I9aI2ZivF7DUKGKpWsBiJY+rr7Xw6st72N6fwudnkKOjuWZh8WQOOWiyjvZdbNwZYTgJMH/axPwZE6O9AKP9QCq07KaFsyfy+PC5Kp5sFvDvX27JSuYqKJxswjQiqIM20m4LO4eJrPc918QPf3QFS8UEvTv72F7v4OXbMV65E8vehDUVFNsjNYJlpzi5auHkCQtrFQcnK3ns7k3xzTd7uLsTYOJZcCMDZsOH0fDx+NkCnjlfQZNHGX8CfzTBazdifOdGhKMR0HWBYrWIM2fmsbpaheMQua7hzZv7ePPWPnJOgJUTKlabBh6ZL+DyfAEvvjrFi193xSXUPJETPP/ta77U/6R2iCQXYG21jHOnalIZ2W0N0T4YY9LPYdK3UJ+P0VyNYBZZBRoARirzsdpcDobrwXR95AMFpUiHDc4niKq3cHt3Kuuok6I3yChGF87lcGLVxM7BBDv7YxxMEhy4pIdmRhLB+IvDLMFcHWguQJ6LpgHUExV614LezWFCKiO1E53d6CEmQYCtwxG2DsewnIygZxcYEGIlE0+UeRixDbflY9ry0Z/G6E9TjNIEnpYIermkACUA73qhifd9dBWNXIT+1W0c3W1j3QXWPQUfe9fb8fF3vx333jzAZ37/VdzZ2sfS800sv28Rl5eqeHSphtHtNm5/5Q6u32zjdR+4yRmeEULVAwz2DXS2TTFv6GYsy5f7lorGqQSLF2K87eEiPvLoIp5cK8P3XPhM3l+fyvrq9RSfvKnibmri6R8s4+mPVnDJMGWtv3aEL33xHr5xfYCNJIdD3cbbnqjg6ccreDLv4EnDwdb9AT7zrW38+2/tYMhEbwg89o483vH+PB5/4iwunnoay1Yd/stfQvDKl/HirRxevJ1DS1cRzqUwqsCJBrDWAP7iWoRvXI/hDnXYiY1q1cTqwypOPaLhbQ9la7o5QuvNARRDR/lcBaVTZURHQHiY4vV1F39xy8XcnI3vf88CLl9kgPYutnubaJYKWCwX8ObVFH/yRR+7rRSXnyvi0fcWkZtOYLtTvPpND//uT9ltbeD9H2nguffP46G1VVn7t25h49vfwq2tFjaGwF5k4P0vPCTrj/9gC7/5q9elblIxoKblso4nn67gqbeV8eb1Pt68PkBOS3CioWKxrmNlycbqYg4H/TEOehNxmrGThhtQdsKMmdxsJ5i2Ukw0FRNLl+5ZZWLADA2cPZ/IqjQcFOoF7HUSvPr6EJvbHhZrFhZrJoxCCLMQYOKH6A1CDHoJOvc0dO5ruLiW4MJaguZJG9VTRfiaihsUpe5PMpegZaA3UXA4SjGcJAg8Oq5i5B0mkyM5FOYcG3aB2F4Dlk00S1ZMHnpyTkYc+UjiqWBXOTDnwDlnpfIBx9Rgr6cKyihSA3nDhR57bBXMFTUs0klUokPHEOdid5Cg048xt2Rj6RRZEiE67S5aRyO094DWLlAsKigW6DJLEBkx/BQYjQwMhwa8fgy/l6BYTNBYpKipYDKiW4yJrRQ23QRi5FbF7caP04AukbIBs2wiZSdgSIxEhP7+BNHEx8K8KU4fxVCgcvjPG0SZHZQJ7lwNcPtqgLnlAurLBUlrej6TgIHgTGiybyzYaCzkBJvIrsDRMJYu39DVULYpgOcFg+IpFHH572aiRZ7uE0j3qDvy5fmRvr08UR08VOiCrowjVXAyHEpye5xn14zJ9AYTsIqk6NzAlQOHOLINFeVqCZVaCaOxL70ShBzliwUYlgF36mHqumi3QllMtTjl7Hv5HtOrfN0pumbqiiDS6LxlIncaS3cDrwuTOCJ21zoaDFuRPl5+L1XndZYVwbMr0eEGkuikki6LXYpKLpKuGpbHU88kcoaOUiWwoIaW4Ia5QfAFWROLIMSxvbhtOaihG3GGC8D5VbgAACAASURBVKONhynTwGUijqneQDp/s8OSLonUUo2dsynaR+x6TsUZxXOAbmrimudzTKeNYcTI2ezfjgUHSiwonxPPJ/bREqQZXb88wLKLtHMUoXPIxJEOJ8++VpKh+JxlHSccktQbOcw1crAdOhez4bzrRrImbiBr2Of7mn+fIpiDfCkTGzgUYQdezA6YiAMl/twYSUBBXhEcMV+7St1EvZkTxDAPFjx40SjBATUPv8TJMKHHTRpdwEyE8j6QCircFoQru1mIBuIggsKhHODIklGI3Amh6zEmPV0W01+64ck9wLFVSbW7EwXumEjrGJYTQ1d54C0idA3s3+/Jcko55Es0aPC1UeX1sdmny+4HfwpfUMoqQo9inYrGMlBppBj3s3QXOwYVlSg7Xa4dora5qZ4MAyRJ1nGXRFxi8kdlESgvEaHqQ6c5ICWypgQlYUKHDlYN/X4XvUFXDvE5M5cN1mQowS6nCaJ4DJdUhY6KMNCgsNeQw648E80c2umI6drn/XUcSmLVdpi4sOGNXOm6OHWqgitPLiFf1nFz8xDrWy2MO8CkDVhFBfk6r11g3Erh9lLkHSLhVcFxT70QK0sVPPvUSTx6eQH1JR31ZR2f+8MNfP4PN9Dp+oI4obhZzqey5k/kMb+Wx2gaYG9vhOkkQMHJ7quVRrbSsYqoq8BRClieX8RcqYbDvQMc7O5D6ccwRkDFVLAwp8Kuq9ivKNgrAzc2Jrhxl315HGxk9/a5uazzdfPOBPfuMIlIU4ABp0CTSoYJZPcvl26YMHOWDHQorE7Y6TJNBXVerOqoNnRxso6noThEoxnWtlx0UCk68h4YjTMEtPQaQoVdU+HU6LTl989QcawfYAKY4jEThjLcJzaR51YrhmaRxpATjLEMWdlLB6aviIUjbtREGrDnKUv8LZ8uYu1CGcVaDtdeG+DN1/p4+olTshItwGG/JffaUUvBuMvDpYdg6mGt5uLsgocLp5fw9Ds+iAuXr+DG+hdxY/0L2B2l2HdthIkuaWsSQ9Y3R7izOUKQqDJ8iacx0nEENUyQr+hyDWmGLQhkDjLi0JOu8mLFQbHM91YA2wkRuhb8oS3PQ4/IndEUjbqOxpyGU0wznyvIENib8u/wQDTC0cEY/XEky2bfyYKCXCVCnz1lozH63RT9LjBsMa2p8tYAEg8X51VcvtDAIxfmoOY9BOYY0ygUGsqQGCMOmAwVO3enuHdzhFGf+D8Oi5hqySPVHKS6i1SbSpoqZ+RgGzZyWi5D69GUllPhuTxMMgGc4uHLTZw8Xcf9DdZYTLF+p4M7tztCBdCJ/OGwRuIfdEbTKDNLvMlgm58f2VGQbuoommJuwcLSagHNVQfFKlCoKRiwZmHgiZgdsRojgByG3VGM9naC9naM0xcsPHzFlqH+xo0EO5sxnLkA+XqI+WVTUMdpoqJ7QIoFMN+g0cuEU8/J6tLQt+GhcxDCKhmwyqY8r+CKeU+j+z1BagZIVF/EgGDsQdWJSrPF0BOPAcVXUG1CFqfncaqJyaLL/uge3e6p9CqnMYelGVaUJjn2Uy2c0LCwqkkSnbjMfj9C+4hpuEQE3focEy8FaCpd9pEQS4BA7r2ksnBPOujRAaph6YQmruZaQZGe8Fs3Aty8EaLTstBuWzKoaiznUVmgIa2NOO2gSMyyYcPrpujuhFicy+Hjf2sZ73mhjtv3jnBr8wibmzHu3QXcECg0UjiVt0xhh1vA3l1SLgwsLjuYWzCQK3jIFdj/yI52F4f3dFz9zLGIAqw8fEXyjVzNJQenzpawdIIkgwROiSn8Me7fH6PfL2A0LGMyVeEGgXy+Zsg8Ekk8TEcTub+/94WzOH26hKuv3cab37mNMPAQBR4WFxycO1XHqRNVPHx+EQ+fX0Jr20V728XmwRFut3ax35/A9/NIEkd6bReWDSwSLbfI55zPcR/jURdxOkKMIVgyz+uZuMep7NViqF4C1Y9x5swqzpxdkVqI+/cGODxw0erEaHfZd8SEKIdZFnzfkf2lptHk5SNfnKJQcHHQMrG1a6HfN6XuJAooKmV9d7NAZSa6Sa/srFt2hhbmIP041cWh79BLMXITrFQGWK0O8X1XaGpdxcm1HLrjFnZbHXzms318+rN9hGkNufwCVIpXiitVEUyXsIdXhLEkzAyHQbb30x0dWl5DbaWF2soRFH+C4IgCcAEff//b8bEPPIOXv34N0cX/Gx85yeP7X/4avvabeOwffo63h0wkmCXfjgkRQolIOOByEEx5mB3DtkI8866yCMAX1qa4eHKK27f7+OKXe3jjWoD9dhH6e/8Zfv8fvxfnvpc6/T2PAeNNfPlT/z1+994mzp+xUKurgrtjn/qNN/u4f1fHwW4d3W4FsXYeP/drv4hfeEcDue/9Tv+RPwmx89qX8D/8o3+Dl2b4zIwIm2VfBcMpWhFft3l8+Of+S/x3P3IGjb/x+09x90ufws/+r6fxr7/8zr8GAf3dAvBMoJ39zCyR+wj+21/5Cfztx+a+S/T9j/3AELuvv4xf/t8/hc8fPtA/H6SMZvIP8PF/jG9+4rwMad76muIvfu2/wU9u/xj+3S+9E5e+1wMA//pn8dg//DMRNnj/fujH/j7++U9cxPJfFdX/hufD3/8Gfv+f/TT+6SuhnAuORecHnamCb87WMR5TRAdec9LbS6HhmLyVoaRF7CL6lZ87kpLifj3M8LAJBa+sr1GQvBR/mCghilU6t7OEqMC9mc6Js/MJCU2mSWMkB4M56ch1bPsBXvqYpnK8F6IITbMHRdguUfftoZhxM+rIDM0t4kkm4JEMwK5MnnEoaAs1wLBgmhZK1Twq9YKI0e2jLnrdIaYjX8gqWVnqrKeV4q+8DzPFLudYsJxcRm5RSRtysLbcwOpiA/O1CuZrZVhqKkhbCllF24Sta9i6fw/b9+7Jc5Gz8zCdPEyb1Tk5IUewfod10lIpLSIGU3x0m2Tihi4dswlSd4x41EdOSdCsVVEr5NFud2X9zK++lQD+yReekC7KSqWIcrkkeGJ2wVD4ZcqOBxKavUV8lS5eGgAMOXMci94868W810GHHyuYRinGfoqeG6NPQlSkiUDsMzlMglHCyhsKZVmXswisM9FWgq2z1+VBMnaGYX8g8h4LcLNrW67HmWHigVDM+wT1Mj5X35XWpTgv5mNRVmfwdYq50t/8VsqTQl9mF1IyrLFKkTLDCFOQmtGe5UYkqcBZWpffN7vWM/MPF697MUVEvC55v5oJwBSAWEkgwinP3tl7SQwKMzH8QTpZRL9EDHbsL+WrTIId5wrSA0kNKqBI5UFhB3zqIo2niLw+In8ANfGgxK4khVXOGma9svytaLBlZQ7nMJJwls8sbuIUqa7J27Zg5w2KzbOkHJ9AIo65r8hWKKlx/hlFT4qn2T8j+CSy2SYKedb2ZCh6y2Bt0gzJLGBjDcOJKxQvJk3tXHa+piBJxLDMBIkyprki8WEkoVBaKIbJtajRkKBg4rN6gHsFpi61LKwgBLHsRWFqNAh9hAFrQo7pSpkgyidREM5BNHuvUZymuWqGfp75BbJkedb5/ZecQjP8tdCv5HXlPjWzG/DPHgjAFJZpVAn5Z6xKm2GkWS0k57zjfunZPSXzRAg1kPQEueZ4T5Y/ZxpYga0qghE1FE5GmKiPETMZLrhWC8V8LhOAqTgfi9Y0DWg6YvZCM6kfp7DZ0VzKoVTMZR3LNN9wDkOUKV9TVtEw3U/8dUJaEtPchnRapq4n17JYFbUUFStC1YpRy1myeBYZjmN0RwH2hhPsDSawyxackiUi2KlmBQ3HhOZOoXgu2mMPnbEn92M7xzQWE6dN1Op1TPpdjPtdSXAmAakHHMZlveLpDPMtqGx+pnCubVtQKAZLgp492FrWh803jiDPM9Qq+zZTzrr4OiQx9JlTO+sXjqUaj+cWJmHDgEaNDPPMf4ZeKPPDwdTDcOIJ5jlXrsCiM5zzN5OY2IxAE5G6aDrQbM5NWVfGZDAR2RmdMuX8DEyk8/yWQuW9KSUyWBFaREqzkztFMBnBGx3CHx3BzvlwrEDEOltzxLQRcr4aTOW9xaQuE6WTSMckAcZpiGEUYOfQx86BJ2J2qhpwoxGG7pEsleYI9mRL7QTT47xGQuTsRIzypMyFSXY9+GL8iOGHrJJz4DEVV7RQK1kwtQBKOkXgexgMSGqKJKk/cAMopgKd83sRgBOwuWK+lsNC1UbeSeHkJAINL1AwcVN02py9R3KN8RDEvYbnZu+HWs1ArWZmRhWdBvkYo54vc8FAA2IDqJR1lMu8n8lHgLx/5PMNqtRmSXWWR5oIZ5wxxlMi3lXUFhzU5h0xynBZRoKinYqBi3N5kgKL1WUUqiuYhGO0BjvIWT4eO1PD+aUyhu2RCMCH4wD70xCmbWCx7mCpXpgV+anY3HBx6/pYQm8sQTPzCtbOFXHybAGDbiAET56PSHriFLTaVFFZUNHZ8dDZ9gXLffmJOZylThGGKE0DfOXOCF+5PYS9tIrGmXOw9Ahxdxt+ewvbrQg7rQjPv6OJj31wBfO5GIe39rB9t4vXDnW8dqQhdWOkPKcZMTQnRb6s4vSag1NrDpqGhQXdxOb2FF+/1sXGPuf9BhJVx8JZAwtndZxb0HChoWGOIQCaoCYxXv3OFF97bYpeoGKqGNKfXSrZKJdy0uNcrhrouy768lkQoF6KUMsnWMwZWLQN3Nz2cXPbkw/zSjEHb6rg5k0fdzd9GPUYRi3GSq2Ik7Wy1CMyIHdwNIFt2rAtG6VKhDKTImoo51DeKFdP5LG6lodCaqUXIBpG8LvsEIcEseoNE9u7vqzeKMHYU8QYkGOndY4hCN4DIgyDGAPeK3lJzogdOSKdoaBMXHcZKDtA2UyR5z6hrUDpqAiqNvyqLTSkSObrIe73ItzvhajWE1RqKearFhaIk9Z0uKMQk2GIzhDojLibzfbPNF9NfE8WdQyuRx8t4Om3lWAiwc6NvpBElboDtZ7H8xdPyLp2rY3f++wNbLb7ePsPr+CZj6/gRKJgLVGxebWLP39xD29sDHFPVbHHz149hK2RyKqhs6chmHLWkhmtvZT6V4LHninh2ffW8PgFCxfrwCpBB4EC3VfRebWH7td7+NoR8Me+gaNKCR/40Bl84INnEN7cRXRzB7fvtPDt9S5uHXjYd00MEguXTmXrQt7EBcvEQSvAV9dHeGljhNCIEOoR3vl8HR/4gXk8en4eS7kGKlMdk7+4iek3buDPNlT82YYGHsuiogItn6JeSDBXSHHkxjhyE1i6hZrjoFI2UCQufT7F5SUNlxd1dO662L42hVHMYenKHJoPVzG9PsSUInXbxK2+g/qCg/c8VcD5UwoOh7s4HLJWlZQNDVt7Kq6vq9KBfeICsHpRQXc3QneHaW8NIxhCwnvkoRzOn84hHeSBQQH7R4fYOtjGiINhBl6rNq48soYrl0/iDz+1i1//tTt482pf6kvT+ZqFjz7XxA8+18RXrh7hK1cPMYl95EspSkUVJxoWTjRy2D3wsLvvoZjXsLpoSRfaIPYxCHy0dyArNA0keQtBqMLtE+mY4tJFHRcv6jhxIo+V5QJ6QYJv3R/h+tYUrd0I7V0maWMs1LmJAkaeiskYGO0mGO8mOL+s4PyKgsWzRcxdrCGwddzeHEg6zu3EmPIGz2lBIRUEw6hPF5KKWjVEvRqgwoNZtSibFZa/8wxEDJTrEuUZYH/Lx3QUSx8QN5KXLpUEV+ZPPXhTF61WiL39EP1JhNRKADOFws6E2EDNidEoxGjWFczPMQpuIUyKshL2tygxpu4E/W5PnMBKYEIJDNhVTdDQE4Roez66Y2KndRxsa8CIi2iVCPkKP/QSjF0DfqRjaVnH4pKBcOBj0vbh01HN5GoOGAcpJgFxoDZMOOLgSwIXhuKjUUnRqACrJ0tYXStjmkTY6xNR4OPu6wk2X09hzorvdQqd7Bh0UpSLQJHOJemDMzHxA4xcT9LP40GG9C3ZBoo5HUqOp1k6IxOMmRyOIsw1IKu9lcowmZuDfDHDCGcHfA5qTaQJU2/sjPVkw6tFWvYmMLIeJqeUIl9JJf3GQTEHg/MLVTQWKpI0PWoNJCZaqc6hWC6BvdZM0XZHIbpDbgBorssG9CKopIr06HINuy6GHRfTLrs6IkQjbg6zIQR7hNlxka8rMMsxtAKvV6Czw0FzhNgLMTdv4tzDJaycZNokGyQOJm0MJh2kCrGCVcSpgaNeH61eH8EOEOzyvCzxaOlZ0JwIuhPDypuw8nTKE5dGwZabSQ4FQ/gDBV5fQeqnSMMEuTwTgQXpKHBKLvJlJppiWQldhoJSNkSUJbos9A2EHlMRLnRzCMPwYFAg0lP4UYYyjKWjNnPtCvZXeruIEuP/VxXTAzvKLNnUJTBMdq2wdzmFnU+4T86IUykd0EwKq+gPImH++wETNjwEs0unAF1zYNlS1QdF41GAIjBTBcSnxgjHGoKxjkqD2G0dlXkDpboh6OfhmKnvSAbMXBzk6JaCXE5FpWSiWmRqmps2Hj6JxwjlYC4CEoVn04ZmOvBDCt/EWfmANoKiTaEleahpHknM7zuWDTuTvjR9TAY+pkMflZouq5gvw8lVkMYm7t09wP27ByKg50yKVxyCcGDAQzodtuyV1DDX1JEz8zA0YuMS+GkffjzAeKBgPCA6m/cnivt0H5bkUOtKAo3DLuK1VdnoyyBAJXIihl2km2oKzZpASXNIoxIso4JKuYZ8voD+4Aj94aFsfik+c3hF1Dfvia5/KGvcpuBlIJgagiKiWcSu+LKI0aEJhcMxIrGISideVomtjMUTujhzuoYrT6zCLuh4/c4Obt49gNfT4PU16efWC9lgwu0BwZDCatab4fMg7kY4c2YO73/hPB5/Yh6R2kOk9fHVL7Tw0hda6I/Zb6KJAaOYU2Qtn3awctrGYOTj3uZIzBREmhOb75QTOOUUylAHujrqVgWPnj6Fk80FvHnrDq7evIPJYYigBSw4Bh4+ncPiio79SoiDcog3b2crhAGnSEHfFGG5WFBw7+YUmzenktoiUtcpqDKkJI5mcESHZ4Jy3cEcO25yCnyfyEEP/cMI/cMYpbqFuaWcCOzjqYvpNBDhKphA0hW1cknQz70+BcmpdH1xWcUEZjEVhx+NwhwoTGZ96BENH5kmLXx3kvQMh8IXEz+81hwkKZF07ITjgSQWVFSW5FWxuFREc6mAlTN1LJ6uwa7auHXzEDdvHuLS2SYunVnAYNTH+r1NoSsMjzJhXw0SqEGKx06nePsF4JFLJ/H42z+C0w89jau3P4s3bn8W7cBBP11EmOZgcHAUujjot7DfO8JgaKM/tOEPIiRDF2oYobaQQ41pzHINpUodcTSBOz6CbiZYWKWruw531JW1cc3F7e946BzRjJLKPeCd767iXe+u4uwZW5yn+9s+/uzzXXzjawN0ByF6wxCXrzTw6JMNJJqHzqCHLjuSVKKBY3TaCdqdRHpavUMDBVXDpbMKLp7RcWF1DhdW5jAyx2hpXYxSV/rExm4saJvtjQTdvRi9fd4zUth2Nlx2XR502Y+TdRzLQChUpE9LkK+JhoVmDguLOZSrxAxHmJvLY3V1FYvNxQyZlyR46cW7+MLnb+H+vaEYMmjMkFMH3ft5TXqYOFTkYZboYg7EJQmn+bJ4rRZKhnRW8/PGcGKUyzmUKzkZxpPmMBoxnRdh1KWBTJV17iEbl59y5CBPOsrBTgKnPoZdH2FxpYLllYYYeQZdUheIDY1hmRFqzTpqzRq2Nse49p027t7pIVdSkWMf+jRG4hLhCUxDIuc1zK9aaCwaUmvArdZgCnQmKUbdBIOtCF47wuqFGCvnGYMmYptY+Rx0NSe9YUL1iNjLzm68rB9PsNhKBKvIHiQvM//w8EXhvsv9ANO0CUrVBB7RWC7fD1lHO00RpC/0ey5aRwFahyEWVzSc5IF1TkHZiZH4Ma5fTXDtDSb6SUkpIF+2UZk3UaqlSJQOEnRQLxRQLxQRsT7lIEKjYuJ9H6jh6WdLuL8/xdbBFOsbLtbvePCTFI1VC+WmLmjybm+Izr6B9g47h8s4eWpOrpVUP0KitdDrZ3UNh1sGbn6eXRTZ19Mf+H6M+1NM+kSMGVhmLcnpHE5fsrB0SkO7N5DkxGCYx2BYRruV4Kg1xuHhGP6Uhh/uRaZI4jHOnq3iPc9dwOpKEV/76rdlNZdM2Y8++fhpvPOZR3D+9CqKpiPry5/5c3z5M1/DZttDS82j4yoYtIaSEHn+hTW87/0n0VjWUKwnaPe6uHVrF+vre6jXTdTmTAwGPlodV4a0rL/gMHitYeNkg27bOqrVmghA7Ken6RBaGYpaQpBGCJIQ47GOQS8nZsXJpAvX7SLBACn6uLtp4ObtHNotfqbRTKOiXKmiXCYgKxu2CwZ21uXH/RjNV5LykuF79h7miWUcJpJma9p9NO0Bnnk8j/e/Zx5Liybu7fWwvtXDS69O8NKrY6RKGbk8k3GGGMzogkhimidysz74MSJvimTCdF6KXK0kq77aRm2lA4VI15aPRi6PH/nQ2/AjH3o7Pv/FbyN67Hfwdy6Wv0fCowD8xD/6fCY6zLpNZwoGEsWXpaY21LSAiCbA0RROLsKzFIDfVcLZlb6smzfH+OJ/GOP1azEu/Mwf4Jd/6Dy+96f9TYpqgM7GL+FPN1+E5+bhTR18+5t9/PkrLXTaDnL2KZi55/E//9ufxd85N0uw/mcLwNlf9Ldewj/4qd/AKzJc596V9RKzPloiSbUV/PQv/4/4xbeV/zNE2ex7Dl+7ieHjF7HyVx/L+K8TgGfiUvP9+Ff/x4/iXbW/kqr9T/0+3dv43/7Bv8Rvt2YFgzNxK5OvUyg//Av45s9d+B4B+Bu/9ltoffwT+AhNMd97BeClX/4l/P0vZLm0d33iF/ArP3zyr3yP/9QDm/17fx2f/MS78F99JZL0K5O9TNoyuSDinCQt30ruHieEea4TYVhMmlmdjZz7Zn2n3DfFIQVh6olM92R4aKYbSQSiafY4OTyj2T5AwQoQVVC08QOsL88AXBRSK5WyGMAEqxtRjMvSjDxjeK4vAppFc6at42C/j8P9fmYKntUM8Lwqwpz8DJFn5J+SHp0hcjOhm7U2JopVmjeRkYlo7hWqB/Nvs9LmBynA2XOqpChU+HlRRL6Yh0MCU7WIpfkqmo0KKnkb5YKNgqkLLr/i5FAp5FGwDEm/b66vQ+e9sVBAQjRukBlbmbKaeh4qTg3VfE16K2ONIk4mZKQ6C3FI31ChBQEU15U+u2a9ino5j86gg+6ggx/6pX/14OL48Q9chOXURVxhyte2cyK20MzGtCgFQn/Kzw0aHgeYjoZiHie1g8STUqGIcrEAU2OqM0uuubGGUaigPU1ldTyg7QF9N0XfBSazmYbL84bOegIivYnetOTorKZZfdKDZOwsf3mc+n0g9s6wu8diGH+pB3+HlkiahYNIrmfumTgnOMaNZ5UATM3PzrYP5F4KLcTI0ywg31GSjiGrr5RsvyYdwGKA4MwhS2Nm5d7Z9zu+duS6VHWZOxwn05lGtfhLUqBmnVBMwSQUYT/rm+UzTjz6Azh1VlsgvcIE72ZieZpyT0jhlO9TTpFJSCEuP4RJE7nJ1477VVdS5gjpfmdX8Fj6gpNwgphxu9iDrhC5PEvxz8RfCt38XQoOa3byIgCbqg6bNRxWTtLVfMyZKSETe4mCHk4mD0RgCQ2EXAxtUFRkXywTvRSASdaLJOkszbasERq56PZHYpLNsKN6Jho7mXDMOiEKvnoaSB9qjnVtCjtxM7GH34dYcvZSM2kdEwCcMvXK5yVLffO1CwJPhKisl5znKl0EQJoPKWTz/ebzdyJXlmIvk6IztDdNiFmCmr3CMxfSMUb8gaXku/LlvB4o2CkU2GnMjpEQCy2vZybusSM5E8w5syBWeiYMx7wPZgYfmmRygsjnYCXrXuf9islvioKsMzL5lyWp6iEhkl+IDSpq5TxqlTwvNlmC/OfP5s8hwl9TxcDLainSuAqsdGPnpcNloWBZKMprboh5ge8Hed0Tdq3zudeh85zG54tbdSGSpCjrAUpGgIqpo2zq6Pcn2D8aYb8zRtvljDSCVdBg5XUszhVwar6Muq1Dm4yRTphSTdAOGJopoV6poFqtYmF+HpVKBYPDAwwO9yXpSzw1X2emnrO65syIk9EAAMV2oOYLUHM2DD5OzsF0BYnB1yW70VPkNEt5GEVHhAsfCQzWQXF/OPss4HtNVRwoqoN4NEU4YB+vK+J34AXojSfo8XH7MTo0PdQaqDSXUJpbyLD2miHzaS7dKiBXqMMqVMTgQ8R+wueWQuRxIp2fSlGG9KdYySVWBOlVp/GDHcEMtXgIXBeWOoWpuNCiIRR/CCUcIvW7SIOufOZSsFa0PDSzhlBxMAwUDH0FnWGEzjDGMFHB4pe9/gG2Dm5j++COUP/4PimXCqhWCnA4f9CnUBQ3q7vzY0nCEaE99UnN4dnMQKG8iHxpEYk3ROINEPtjxMFErjHXVzFlbU5IsSyEZjOMY8qWKJyw45u6gY5mnWYjms0SmCQHlApIFR3bW2Ns3Z9IfRnPChTUWctGYwYxwnP1PMYjD+ORK7hmUhCZ0jYLJsy8IeGlQj5FzuC9OOs390lHmXJ2DDGeHxOCfJqZXL4vuRewUKyas2BPLPMWx6TtKUE4ShGMgMbSOTQWz6E36ePe/h0Y6hhPXWzi4bWaIIhHrTG2ehPc65MSpGC1bmOxaqPTC9HpBzg6UtE60DB1I6Tw4BRSnL9Uw/mHqrh9p487d/pC3sgXHdh5A/lSgnwxkb7lvXtTXLk8j499/ymcnc+h/Z1d7F87wGuDAK8NfdTXHsLa+SeR0yK47dsYHd7EdieQ9dxTTfzQcyuo6TF2ru9i614P656Ddd/B5GiC8dFUKpecOUVmt2dOFnH2ZAnlQEPJ13D73gR/fr2LjQNXKCXEA196Jx8kFAAAIABJREFUsoqLT1awlA+woE1QZt1GaiF1DXz51R6+/LU+JiSJMPWqKPBdnp1oxs5JOK3QsJBv5OAYAZxkAivxYYaJrG4cyFIiHbnYkjP/9dse7m77KKykyC8Di7k8lvWihCk2DybYbrtYXeX8JQ/bCSRcE3mhzCEozF28VMGlS2W5F9K02DqcYndrLKaOtdM6Tp7S0d4N0drhfiwloE/eQwcDBd2RgrploGaxWjSCTwpLtqsUq3ZJ0VAmRtxS4ViKVIEaJnWdBGkrQtKKEC/kZIlxsuuJCf7eVMP9qY6lpQhLyzFOzZVwrtaAk2rY221hjxRa35RVLNholBzpth52h+jTrEgqS6xjbRE4fwLwvQTX78ToDnVcfGwOFx+dw5N1A0/VTfzFtS5++0t72JoE+NGfOom/9VNrKG8NUd4a4Fvf6OPTX+3jW0R85zVM8hoqeoiKFmHYATqHCvypFAwAqQlX9eCpHj7yQ2v42z9xHpdOqzDdA+S8AUphHqUoj7tfPMDdPz3EN5MULy85cE818GPPv13Wt3//JXzr976KW3ttbCQR9lnXNTTgTzWs1lKs1FIs5xUsOyo6Ew1XjzS82VGhl1wYJQ8f/PAyfuRHT+KRJRvF3hTG3gSD1/oYvDbAH9+LZB2w2t7ijZUk8Qi2FsNupnCaKRbmc1ieL6BcoLnREzP7WdvAWVvH7kaIO2+GyC0Uce5dCzjzdB39l3ZkHcVzODBXUVsq4MolBSeWAvQnLVmtjodW28PANzGKC4g01gyOUSxPcPUNDW++oWHlbBHPvlDBQw9bqOdC5NMQ114OcO2lAHuBj0PNR3FRw+kzttSxnZxryPr/fv8A/+ev38PrREAbQNqomfjQuxv48HsauLk/xs0DtraFMCjyWCnKOQNly8DhkSuryCezaSJf0jBNU0yiFL3DFP3DBL6qIDBUQVKwz46DzZVlBSsrChpVE3MVE36qYGeUYq8X42DHx/5OgFoxRbXAMAi/H+B6CcZHsayVuRTLdaC2bKO4WkRoatjan2LvwIXfDWQx0epUVUx9Ba020O0Cc7UI9VqEctlBqZz1k0onCrt8pdc0RHvfRWufKYZEDrJEsj56ZR6Xr8zjYK+H/b0uOj1PREQOosQiKH08GeYmrycoiLsHyDuqsNb5ga2ZhRnihh8YriCSfB44AwtJmINZSMFudzeO0PdCSS532yq6LQ2ab0APiE/mgcQD1Eg2qHTxzs9bmF+w4E6YeJkiTGOojgbFVuFSSPETGEoOOZUNzNy9TKCpHkoUTmwFiytl6WIe+gG2WgMctly07gKtzQz7SvSmdDDmFBEZmNKzrSx56ruaCDXsXplMYhGk2ClZLuqoFNmBqEDJ8RAEEdO56S2W/3/O3gRKsvO+7rtvf6/26uq9Z3r2AQaDGWwECILgKi4gRVIbaVFWJCWRpeMoR7YV64SKo0hWqDXHjmzLjhNbishIsq3EoixEJG2RImCQ2EHMYIjB7DM909NLddde9fYt5/5f9UAmaB07g/MdgOCgp7vq1Xvf97/3/i57ZXP0t4D+NgXGQtDlkYUiH1eWGkVqmQcKomjoD+bryw21RZcjcZd0ExWHF24m4ihHo15DvVaFF/IwMZZhXcmpo1QiXlqT5bJLM0mhU2wqFe4bVaeTW/yasrxRLCnSgDwAiqtEMQc+XOIdHAM208qkiGkJH9/otzP023yos9dEwfyygdXjJSzs4xCaXTIGep2RrDBkSqmMiEIoe0a9CZJOhmSXm3Km+XQYZQ1GGWDYTeaNEuoyoKZEJXBT4ksKJ2Li2qOTt9jolOoGmoslKWs3rRiGFWN7I8H2RiwbvmqN3VI8zBZp4sjXEfo8aIYwLA86sS3TCiUmTYlbFewqKz7pIhYFlRjqEgyjLCKkS3GcqXCLKeIcpQo7sUxkTO/mwdQtXGyu6cbkYZ0ONJco3oC4Nh4e6aJzoKn8vpmy52GZLv6ih4bfL/fASs6DkyY9ntUZHXaZG97CTO/6maBZaTLxBkTJJSJwKVqKaokDB/YA87PO7im6nJiyZh+JCadSEAHsEh16FICljQi6GQuSQlMs6IqNmEjy6UY0CdlnzcR7htgnLtoQM4nNg4JuS4Kt2x2g0xlImkdjSxcTaHRnTzuseOhotIrl2BU4Vk2OgZOwBy8aIokM6aDke0DMPkFL7Fzi9cQhdRTl0Dn4IPqHW4eUgjkTPBTzUliVEHY1JCsIaVCGlldQtmsoOSWYdiiLn9/JmOg7HhbZtaVAt11o9gTDXoreDl2NHIgUTs5mSxF05tiDLEngozhEqbEhS9MieeitLNVw9Mic4FnXNrpY3+4jnBiIJgbo9WWyj2jvkBtgL5fBEYeI/jjBpB/j7mML+PjHTwpGete7jY67gZeeHuClp4fwiDpn0tbRoPJAm2e4/8EZ3PdgE52Bh3Pnd9HpB6g3bVQbJoxSAL0cQJuoUIc6FkoNPHTXYRxdXsSLr13GS69dQdiPAReYL1s4tr8sn+NuI0KvGeHilQgXrtC9yc5XU1Ia7Nhk1+baxQnWLrogEWpmwYBTVuX5EQWZ4F256i0LrSVHaADsu+HnqE0czG1PBPL6DPF2fJ9DBAFFJBVZqMkQo1opgV11o5Er3cbSWa+psCq5CIiGbAiLREnoFySK3FeR+ezUng5/tLzoonbY41mVFYcRQo8djzEa1Vw2l+ynDUL+bGVJsFSbDip1S5BJm5t9bG70cfKueVm9QR9vXLmB9Zs9uLuA35VbopBE3/22WXz48QXcc3IF++46jsbyEl4883W8dObr6E2qcONl6KaNmTqHxz56Xk+Wx0NDyBQ5D0YxYjeWQzknSuVSFZVSFbYTwy6NQSpWfa6JUq2K3nYPvXYfnfUAu7dC5JGGRr2O+bk67nugjPseqMiAK/ACXLo4xtefHuA8nXi2LZ+fkw82cPKhBsbBGLc2d9DuD+HUHTj1Em7fcnH7potkrMEMbSw1LTx4v4FT9xho2g6aTgm7sYeNaIRRGoqDn912GzdzbKxxL5RguJuIy1NnZ1HGeyqfoaq4dK0KGRc8sGfImPZL2PupoTnDrnBD0nGtloZmo4RauYVauYFSma8Hccchbt8K0On4gp7qs/tqEmDi8jClIOeQJqXYzGuBz3OK4rkkvA0aZMoZHO49HAIOiw77lQNlWWmeShp40InQ30gx2GIVggFvoOP4vSWcfoTmGVM6U3mIStSeLJpqGjN1eXgx7cShN0/BSprjrlMLsq5eGeGFZ7fw+rld6TQtVXOEQ8jiPTgifLisYn7FwtwCh3caSromprZBWDw/PKJzRjnmDiaYO8DnIjDuq8gjDpTpHKcYXAx2Zb6Z0LiWwzQyWHSHN3I4zRzdoYsuMV/9DIMuhT2gOZujUmdaP8N4nGNlXwWHj9ZRKZO8wpqDEBu3AmysB9i3quPYCQtzRGCbqbzPb5xNcP41pmFqSLM67IqBUkOBXeUrPECmDNAqVWUZxPd7CRZbJh57ZwP3nq7i4s0xLq6xSypDpw2QiO60cpi1DP2RiwHrFNoWRu0SLL2E+SU6zDXolaGsnc0YO1s0ROm4/tT4ztD+gQ+8B+44gzfOhBZSb1hYXbXwwAMW7r5HxyQYYRIOsdkxsb7joNfX4I8LqoA7UeC5CrzJEP6kh5XlMt7+6BEcWK1g88YFWasrVayuVHDi7gM4deo4mo1Z3Lzm49a1ADcvXcPa5etY2/Zwowc5J9QrmSSn3/HYEh5955Ik4t1oiP5oiG5/jG6fvctF8KTTjdBuB9JVRQLLzIyNh48t4G1HF4g1kW6CTs/D7c0BhuMYutUUsx0HpzI8TW1kSUWMEJ7fhc8+IYVrgK3bBm6vOZiMylA4qAOpC0UXJUUAEWg17qA5YGdUq0D38bPMbbV0OjIlAPbFxzKcOjIf4chChHuPK7j/lI6Sk+HCZRcXrwS4tWHi1m0TjcasYOtpzotTX2ovhh73/0w+cv/DQUUENSKGM4VZtWVV5vqozPaRBROEHQ8N08GH3vUQPvz4Q3jyS69CeewL+MlTb5Vkh2d+Gw//7a/KPoRCG+870gGs8ceIkObsNTNFBM5j9tD7IgCfvM/BydMOju4f4ujqCNeuB3j6GyH6d/02Pv8TD///ExARoX3+k/id5wPk2QzOvTbASy/sYDhgR/M+fOjv/e/47Q/M/ieqkd/5t1148mfxA7+1K0ZCSYYKOrgwfD72P/5DfO4jy//J4u9f+o1MLuJXPvHr+Nwd9nPxuxXlFH79d38a37/6nyn+7v1hvbP4zF/5Z/jCHlL6jghMAfi/+44C8IVrCU4ceWv6W77k9jfxYz/6u3iJA//TP4Iv/tqjOPyfkfx9y2swfgV/97H/Er/D0b5C0WCaiGWyUBZxukVKhgbgOKKZdk/wUmSYzjM0h+AcljHJI58rdl9P/86ePv43kqCU97AQeHnuiKXrmaIwpHJAAscFqmAKyeZ5pcA0sw+4Wq0UQsg0USzEIQo0rDiI+Jnjs5BUMBM77SF22wOpoJHPu3QDTztQRWguMNQc1RXPmaI7pTAx8xmjy96OgiEHc5LIknTzlL+6xwqX/7joTeV9xCqTTMTzSEEommnWcGBlHvuXW6iVHEnkldiFrStoVGy0iAEtO2hvbsiiUEnENm9NkkTyAgzHpIiMUTbrKJk16YrMmJjmEFvX5Z95xmZSU2VSOI5R0hW06hU0Kg7C2EMYufjQT//mnUvgpz75Nun2rVSq8rrSFC544GnCkUdXi0ZrFQgmfQTjAUhSJZ6XYl6pVJKzCHFYeUT0Xw42FLkJB/wqxokKN9UwYQo4VuHGCiYxB6cZxlEuZkymNTnYLw7JBda5eOuLa6YIVU87tkU7nSLUpee0ENvebPPl7+N3TVN10V0qhgazSLJJwlKS5gU2X4SUvXTzdHqwhxi4QxpQChGYlzWvV14XRd0vP9DFWZDfwV7/d6HQ0TRRnLf4z9IFmzBZwmt5miyWTmG+Zjz38fMwTRtPxd87/eBivOYZYGo64O/j/S8rsNTSgT41MvD7MSkyM0XKnuOEichIPlh8BkkvTULzF0XCELkgw5kM9qfEvBBZTGpXKHVU7AYusY+WIqskKineFqQ3nl/4WYlI+GIt1nAixjOX6Sl2ujMVyB7oOJUUKq9BGhHmGlXplg19D6HnIxWktYahSxKdi5EfCBGAZLeyY8mqSN+vjpLOvtsMlpJJmskQmh3NCrw3E7muIKahWuGTlmnNHArfL/mMF8lm1nxxyX1NL5D0TAPzbfPYdRsmCGi4JJmL7yF/Vv6fZEwLXYBCPecY04/RVPHnbGwPCi6Ib16nkjQvak04PJC0OouDBZefTpPChaGRAjHFYF4rxevGf0cBWZVFRD7nL8IuoGhJAZgmYlWDrSryGSVWvriJ8jot9jRM9TKBvVdYzH0DDTn883jV8fRPMw6FMFIWiOgu23qBBieNTjqiWTnE2YJRmFH5HGDXpG2JYYQ9mbbUA9BZwdczR1WPUdUjmGkCK03QZa9qZ4KtrotBksmySyocR5Vu0+VGCU3iq+MIahJjQiw4VFTLFcxUamjUapifnUWjWsNoZwfDnbYIn3FIWtyeMZYptL3PtLxrUB0bSolpW1u6l/VcYZMd0uI2UZhASJmolKGXbU5CRLzRWVPEVF2uyJ6jQLkbiCMDPjHPDH5QAKYYHscyfx0FEYZJhmHCAEgFdq0Bq1qDorPb14Aqgir77iuolBqwrYoYYLg0y4Zu28X9iteYhC5SQRVT5BffCC85dgFrmszhKHqSiselIRDMO7u/MzmEjaEEAyAciAExDli5ZcMkJlKz4WcK/ISpWhL9UripCjfTsDPsYLNzU5ZPWlCmwLAN2Jy/6RHibIgkdeVZyPQ6L3KZuQYKhq6CJDdRb7RQb84g9seIub+VuiKvmBXmpoRn+FqNghAG6RcVS67X0ItFlJudUTA7w/0509UMpPDsVRLSxc6mj53NQPYqXLwr8tvg/n5hviZrR+oOSB/i5533as4cHVRqRKunsOx0al7gTI/P9VCwtON+hvGAHzqm8JluzuV+wPsZz38W9wKkVao0vnFmSg5DhnSsIxtraC2uorV4AAN3iJtb12EZPt5xegmnj8xg+9YQ2+tDdPwAuzFx/DlapGeaGnZ6Mdq9CKOJjrFrgL3xhp6iVlVw9GgVx47W8Pr5Ac6/3pfn2MJyWUzfNN7EaQLPS2W94945fPL9q1ip6Djz7E2ce2UDN+MMazHJowexf5UJ4Azh6Dbc4Tp2/Ri7foK3n5jFBx5YhJWkuPitbdy4OUJHsdCBidFWIMsoZ6gtQ6oJj+yv4Mj+KsxxLmtt08dray62hrGQKRlkOnyihsN319ByAjT0CaoUgLlTDww8//IQz708xBA6AtsGG0f9YSxGJ1bLVWZMVGctVOdojsvRdGKU1ETw65DKCeK82fetQWMt3ljFdofCZgpnFrBbCkqJCSe0MRym2Oj52HVDnD5dx+lTDeicbXsToTP2OLvPVBw9WcbRe8qwWT2oqOjveNhcG4rpj0S0hWVTKv64QhpoNNJNFLSHOgauhllHRYtJdj6ro0R0G+LuvYhoeA1WqqJV1zHf1GR+w9oqkkHUSQZ1nEGftaDN2Zgw1XubBLcEY93AyDCxPJdhaS7HXNlBy6rByFWM3SHGLis6TQwTzmyL3njuZ0msobHMjWUsIanvskFDHDAY8N5i4e4TMzhxdxONNEYzTXB+c4yvXh9irKv44U8exw9/6jj6L91C/+WbeOXsEH9+LsDlfoJsTgNmVFSyDJU8w7CbobOTw/d4Qy261dVKBLUS4uPfcxQ//MMncXRZQbx7E0qvi0bsoBGVcPYrOzjzZ7u4PWuh+/YW9GMtPDq7KuupL53F0186i+v9EXb0HMNUkblz5utYbgHLLQV1LUMNKfq+imtjXcTyxr5I1oc/sB/f+9GjuKuhw7zdhXpzgMmlBO6lGH983cO/ueZiI8wQUZewFczNqZibVbC4xAUsNDUsVLnnUBHR35cCs0mG2TTD7VsJrlyLYcxXcOCRWaze30T+egf5+Q4G2iy65WWhLR5fjLFY8zGOuhiHXewMMlkBQx4m6xe4Bx1LN/rmZlXW0oqJ0/cZErAkWXXYT9DfitHfShCZGqKyjuasjv3zGlYXNJiaDVOz8IUvDvC7f9jFhcu+7E1zdoE++o4aHn20CsUgJtiELsm+4qZJ1C9xuIPBBIPhGJYFzDR1SRVmKpNFlgzxg0mCMR9sUSSHDLNUgl12ULJjOE4MLSVWhEKrBd2sIVds6STkksOQoiICi6kjQfSNBqmsWilBzUlgllXoVQMRVHSnaAg9jmUTUGWvaYU3xAzr7QibuxFazQytZi4IKJuuKR4wRrEMmzNfRepzKFsgLG07Q6UGQdnedXoVd53aj/MXb+P8xQ2MqcboubjzuBtQch2WQeRUCjVjgocpAg7zKWjmcgjkMomJYgqQ26Y8kA/wYGxhMOaDO4ZuFAMKDqgYYIgSVZZBYUw1kYUxYi+AmiUiLlPQpJuZ2FUmtEeRi1TLYLIn1ybEo3jo8422NDZXEtEzQpbTlWCJ4FaqOihVS9IbvDMYYDTyEY/5/KfTpFh871n+Lnt2Oi4pXnaAwa4iWMjQpTNymuaEIljUWd6QiN8QrjtFByaGeThkpxrFYkgvMVHDxHAQ5+cSoTEm4kZBxp2UCJt8UCoirjlVE2bJgFE2oLHL0ggFuTzu0EmSwYAN0u1zPUZGoVwiGYSaGzBVDYaqITMTZCZTkoXIwf5n3Y6h2xHm5hqYnW2Ig5dDa35w6VDkYW17t4utThespAoiVYaiYT9F0ONDNJJBxMKKhX0HbTQXdBku22Vu2BW5JgZbOYabQL/LjohEOk75fWQGhws8HOSC/OR7ys0SBxDclIy9QHqWHc1B1SwjGqXot1302564uVK6ems5tEaKSlNFa8ZArUpnGt8nDbubIXY2I0HtkC1PATiJA+myIfqCi+IqhQB+jvcONfyMs7M0CHmoYbdPiowIRkFt11Fr1gR1Mp54MoBRNfbNqmjUiQOrYjQcYzQYSQcYhypETTWa02RZTAyOjsk4xqhPUTWRQyf/e4qiXMRh+y77ShXMzFpozpooNYByg7SyYiNMAXQySeAzeZ0SfwXYZgmWVRK0reu6CIKgwB9pNKDQiDBNg1ANkIEVu0AUwTPTFUdXLa9lfv1KpYRSmWJuYQIm/onpTUm8iqLA2wBxOeUpjox4z2nSjM5uij3svkiYYCDqNhODA4dJ7Gth52qWT5DlY1hmGY5ZkxtwmE4QZ570elvsgZH+MaaNY/TaHsY94ul52SiozVZRn60CFFOTifSkUATnqs7lqM7yIK8hGppImN6KKEUbOHaiiWOkJ0QRRmOmxXxsbTNZ5ksvxtKqhd7Yxxb7ageJJHS11MDyXB3L83VM0hhuFiPTYtnY8zPNjYqZatDtFLpD962BZo1dbxomfiSdX1FoShex79EEM0EYUPAk4puDdt4HbUx2Ygw3Q9xzbAmf/OQDePCRJVzvXsWN7jWceXaEs8+OQZ27XjPlM8PebSb3P/LEfnz0iVVsdkd46sVbWNt0Uas2UCGywBogtwbQghy6p2CxUsdDdx0SAfjZV67jGy9fh5YkqOkqmhVL+ocrTQtuM4I7E+H6jUBWMM6hJUWfVX2xgvpSGTcvj3Dz0kjMCPV5Q0RppqdoDHB3E7i7MUplps01ebg3ltj5XcL6rT5ur/fEHGEbPLAURhmew9XchpYT1cxzC3FOEYIwRMjC7OmAoERcO996zi9UGSMhy2ie0aFGxaKgzNeaAwwSEChO25U67Godbs/DcGeEipFglR2mrATggbNagx8b8GMaRALEHnFRTN1GCCYxHnxgEQ89sIjeeIxvXV7H7VsDRD0g7jPAxhQr8NEPncIP/sDDOH6yCXVmjMDo46mnL+NrT1/BYLcKfzSHZsPEsbsSzC/FGAde8VzlTci2JR3rTSDd5Zs8HKxNoGYqtFTF0qqBw/eYmF3WedYSN/r2+gTtdRdl9rGUFCy1ajh55CCOH9yHajVHpZrjlW9u45ln+AwfY307hRcaOHxkHoePLKC2mMlqD3q4sbGLztDF8r4FWZfOtXH5XBsWdCzP1HD8SAWPvMPCqfsNuLyXDxJs9COs9yMMWTchXV4UKTV4roberi8dxO4gRDxJkXicyrFXi/1SKjRLRaZmSGUYl8NIVRgJzS2pVAtQdCTFgJ3mNAaIOFwDqLGeuPsY7r33pNwTr924jutra7i1PsD6+kCeM8MxTWCsVbBlqKVZIVQ7kOGrUyZ2P4ZTC6A7AVwXmLjAwROOrFRJpN6htxWjcylD/xpFZHbYWjh+2sHpRxzMzjtQ0xLS2MDOzg7aOzugLYqpIul0C9kdDCQTS9Z7P7KI931kCVeuDPHVr2zi5ZfaKFcTVKoJJh0Dk44uRA/VjmGVM1RrKioVovzZT8bNrwpCBog5U4iqBfHRKaxGis6tCFtXIqHA0IhAvxIdmnQ1qkIQ0dCqq5ifBRYXdbT2VTC7r4Kb7S5utbvYbkfY3eGghiYXDZWaKgcprqUVBwcP0zhoyMCIgsGNKx5uXPawesjE3adKmJ3jfYFCdIqLZ0JcOMN+6gYsswmjpEAtJVDtEGk+kX7epllF06iiYaqomylWl0w8+OAMjh6r4IXXd2VFNO5kDUEUesoIXj6GF/LapRObHT5leTaZVR9OI0KD9QHLCjau5di4BvQ3VWy8tHtnaH/o0WNIkgrSlGxYGiB17F/U8e5HTDx8SkOijpAoI5zfyHHmhgrXK6NuNlDT60LNGPkxdjbb2L61gVpFx8lTKzh+pIr56jbmK20sN+tYYuKiNYPa7CxGro4n/2Rd1sFDTRw6PINb6128+NIa4jTAu9+/hHc8Po+lfSaWVgzcWm/j0uV1JHmM1mIZ9ZaN6zf6uHGjj043RW9ASngGs5Jhcd7BB+8/hg/dfwx9EhW8EGfOdfDM17dw7boLVa9C1WpTUQmoVWuYbbVkz5dghFQZAfYAsIYIBha8TglavoByeQW6sYDLl9dw6dKanFnqrYZg/phc4edbgwadSSriYcNiH0EEO5NePc9Hz/Xx0Ckbb7vXwf7lCWZbHXjeGGdeTXHhDeLw9sPS9+OuI/tx8q79sp8f+yP0x+y328LNzqbsW0ocwNJlzEoXDjF0mtpi6M4IWmmM0Btj0hvD0Uy87eRpPHzyNJ784jk4H/5T/MwDRXr5L/4avvp/4LHPPCM1C6zh4NDZsHSpBSnENeL2iP5iqx/vGKxpibG4rMg6etDDsYM+NrYTvHTrb+AXf+7HceotAmKEnTeexuf/6Pfwf++8gLsf+TB+5D3/Pd63uipIyP/gV3wZf/aPfw5f0ZZw49oQb7xOAZjd4z+KP/73P4IH3izJnf5nLq599Uv45T/4Er5xPYGyfAzf9/GP4Cc//jCOfCf89K1v4MSP/1P5ufjzFWhYFVj8cXzx9z+Ge76T+BkNcPZrT+Ef/z/P45nrJh554lH82A+9Dx9cLf/HNeDJBXz2E78qArCkfaa9j+/+n/8X/M7j30HEnmzhz578Mj7/py/gpfZ+PP7pJ/DzP/QwjnwHZPPuS5/HY//DC3d6Z2WQywHv9/0MXn4LAvov18svfvEX8f2/1ZV02F/7B7+Jv33ircL0aP0c/vCPn8WXv3wBFwEsnboXH/3oJ/AT7138jkL/xtd+Ae/8uWckVa+yL1SLYejEMyswpbam6CLl/oaGCabBTMOSPXaASHrUxgMO1PiMZ7LGlvOuxjE6b96FrFcIZ0TwchJPw4KSwg0mcP0JwnGCaJyKaUFSXFOhjwMtUneKoWth3rNMYoj3kKhTB8eeEEMBgok1y5IUxKA/krOpVElSmJumPfkdvSkx7wU+CyGX1xhvyqp0+RYqQYGuLgbehQBXCDHyXk4xw4KQNvjA2hMXiiQbw/oJAAAgAElEQVT1TLOKE0dXcfTQCmrs1qywD5wg3xi1so1Wo4pWo4LQHSN0JzA0RYZ5NLdnSZFs7na66HY7cu5KYibKSJxxoFAI1k1krIaZsolpuOaswNSAKpOUROqapBRpeO9f+9U7F9hn//oT6PusWSmhUi7LPCOkAEZjYRiKoHxoeQ4Hl+ahhGNZDs3b095mCrcUycadAUadQXHWjWOQyJlpBnLWPRg2VJ1iNWdLJoJcQz/OMYiBQahgGCqYsBKHJKNMR6bayKXIrKA9aXds3VLUKxcgrxuxuhGZzNdILOYURIt0LN9lPQ6hU0zi0IMobiJfpaC5QOyKWVs3YFFApDF9mhgUs4KgeymrFipfISXxuuC/L/Z4NB8Xf/2F93rKAN8zou8JwAVxmWdorjf7p/lnSeXS9NqSy4u9wHsFr9NrlL+v+L6KVOgeil2Cx3e+i+Jq3jNriOlq7zou/KoiXhDzzVerEK9jpNEEWTRGGvJMRvFoJElhJXZhqDlMJReBla8VzQHSxW4acq4mjUwqkEIX2zsjbG4P5ZyYFj5tREkmZsC6Y6JZsbHSquPw0qwklSaDPsbDPiKmiRUdwyjGwGeHL9GchQGEfbYlCr+GioqhoGKoqFoayhTyU87qEugKBTMaCGiUZA+vUsxVpC5Fk/+/MBNwBhLDS1J4MWdP7O7mEDWXHk9Wo7GujsuDLmhSdi1zRsiXUqeoR/KMCLIFqLyIfBeiXIED33s3iA2f/p7pDE/LFUY+pJOSiVkimmNZaZFEVYizZRCCmOqiu5VGuSDLhR4jX+/Oe0pD/t71S5KALq8JzRrEQPNaFhMEjynsZZd0blE7dOeKySkEc56YgEdXLktXYFNkNwqzpk3jHIkC8rAq+On8UgERxFkq5ACmQ5k+Y1KbMyqK6bzvVPRUzqXxcCRpWdYMdYYBdschRjlkVWxWDypoWgpm+M+mKmlnEZItun4MOLqFimFKJd1cgwSFKib9Psb9ATzPhU9kNIVuh9ejKZ9lk+I+X2vO1mwDimNCdYpOZd4PGEoizVHuBbzPsgfZtqCZVtEHzLOJZkLVLD6kpGs4CmNMBqQkxuj1h+j1+/DYO0w6gFACeMdV4PM9S6lTpQgo8nPGRGHXsTG7MIfZxXnUnAqqNLgSny8UF6Wg1TQaIgCLmWiKJt77PEsftLxnNGqRAsZAEc/qKRQaPdQMOe+NWYQsjYrO4sCXFYz6CEaDIk3LlLVJagSvKc61KLyxS1lFlmhCmZj4Awz8Idphjh3WocQBJomPcTDC0O/CiydiAuHK/ASZx1SkjkloIYGBakkTqqjcL/MMns9+b08EY3bIq7ol/3s09mVOWq6yxzWXbl0vCNFoAPWGgkzOnbzuVSisVzRUhIMM4ZB1V1IBi4yzFRpGSiZWlppYXmri9tUdbFzbxWAcwSNMS3ruS6jTCK+xuzQWM4PG91iIfrHcHwbdGMMu/7lIM/J7CpMCxyz1TBZNAcV1pZikh9IqkCMfW8DIRm2miVqriZE/wVZnSyor3/22Jdx3fAaX39jFpTc6iBgtr9CIlsPgucMnFj2T5bM7NWP1lIayw9mbjgMrFg6umDj/2hhvnBvDKak4cNiCU9Gw2Y6xuROjNmehNm/hsWMNfOyeWTCG8mfP38YzZ9os3sEoVzBTq2C+WYdtcLbhSU2cq2Xw9BwnV+p4+MAMwlGGl8/1cHltwswJm2Qw2s4w3s5g1XI0VnPMLKo4suDg8GIJaT9G0o+w209xu5+KwYuBnEqV815Ww1ioVUJUy77MdexchxJpeP1bLl5/3cVOpKKr6PACFekwL/xJloKY5nbSPR0FiwsGDu43MVPXIGpcRFJkIKQI6YwOdNFweM/g7JuEUS53qGDYUTAYx+gHIUIlwbvfOScrG7iYbAyw2w6w2U3hZjmWTmiy9lVLWKmWEPcC9NYH8McR9LIDo+JgNOG8vLhvs7uaPd9BaiPJaFKKUTVj5OMcyZDaWob2KEF7yD0VqYEKDu8zcOIQKxdzbJPM5qegqsNEb1EzaGGrHeHS5Qm6wxiVeQOVeR1zJQ1zJX4+gQl/ZhWo1BVUKgrsVIOTqOhPEuyOYiScs8zYsGeI3Wf9YoROP8FOJ4EJBSs1E8s03Mw7WJovYWvTx+ZWgM00wJYVojRfwg8+fhqffvw+vPjF1/Dil87h3OUhzm+TeQZUVxWUl1ToPqD5QK+TYneHlX8ciysyq2kuZWguZ3jiw0fwfZ+4BwdmFMTr61B2OqgFuqxnnu7jmacH0O9p4sAPHEDraA3GG2NZX7s4kLXpRvBoayatKzCgJgb2LVtYWbKgEW/KHnE3wWaQYzfPse/eDPvuzfG+R1fxxGNHcZDGv7VdYG2I+LaC5LaCf3Whh395sY+bfgJeOlZDK8zR9zs4UNVwoKaiqUaoph5Mmn9QRZqVoI48WRs7EdbaEbKGhZm76pg7XsPcJMWcm2JiVtFz6rAMFSt6gIY6gZd34WZdjKISRnGJMDtuJpArJL/4QsgtOwsolxahJzFUv4ed3QAvXdZwcVPHsZMGjp3UMdcso1mt8NYBKwqgU++bBNgZB/jKszH+9GsJbqxzJ6yoOQdfJx+0cPIhWxygdN45tiqxc96QB+zXG+Vw3Yks8uxrFYqRDkyzAV2vwnd9eG6A3tBHZ+BDs0005htozFYRReT5u/CJTx2E0nk312wJDkjROODgIYJdkKokYn3Q9Z/A9eg44rM9hGlwc56JEh5nKsZEQ4R0+MVwlARVk5s9XXCv28QjjEKUbHZ3EvfBW7Ahvaj9nRDugANDA1rMjWoCi3HuSiqIhFrTwsqhZSwfWsaFq1u4eHUTUcZkHVOUGvJIl4FsqZTBKXF4ryAOVQwHxEZG6HZjOBVFVsnWxf3KvYlBln7G9ImOzpAPDMrYxK9xQzh1rJoKSDFkDytXNE7gdgMw77dvn42lBRMpu/JSFaMsQj8LZAAlaBc62QT3ocAkdph8URGAJ+L013Q+SB3h7ROhw2RZf8yEagiLjkGV7jr23VJs46aBSU+6GQwkoYZeO5N+P3bjpr4iDjdBMWsZ5uYc6X+FkSBV+WdRSLZk08EuV7oTix5LCpCppEj9SVp0KIzTadqXry8FyQLjaTIVW9JglikCExFNDFgEjz2puylGOwmySEceatBLGYwqcbgQIZmbEwqxSFRopQx6OUOpYqFSLcNyeLgLoegBlldasuiO48/DzZRDRLijojPsYXfYk4H6iEmYbo6okyHuplDNGKoZYW6fgcUDFuwaXYCxbNKzgL0UOdy2CXfHRH8nkSg/O071ai6LvZyazb4KHo6ZFGGS1BaUV2/godt3YSs2KhoFYGJlfQx2+ZnSoNoq1AagzuRwmIirsBMaCCemJC37uxEGuxFKji7vCztWg8BDSJyMRzRoIag6IjzTKUrUlYok0JD6OiZeiJHHG00qzkfunBpzNVlRQqyYj5huYGJ0NAW1ah31Wg39LhPPY0TsWGFQXlfRaDDxQlScA9Nw4LsxBj1P8Gjik+ZBanrQZDqFeGF+X8urZSztc1CayWQJInSiYDRM0e+xC5fIKW7ZNdTqFUn3U5AvNvjBHbGUKXH2WTIhwIO0JAXorFWyvRqswt0aE4Ntolaro1zhsJwCMxMHdCAKU1RQjTwnGWoVulJBkmpIuAFjr2rE9HOCco2YFUNETi7+2SnTXhRJFaZsVHjeAK43LDrGjYqgxlST/bZEKvFQws9+4VIeD0Js3Rqg2/akz5On5AZRE/NlqHqEJCNyxIfbU+B2FVRngUoLSEMFfp+48Bz+KEMeKjh5agn3nlpiKZI4sPt9Fzdu9LC1PcLi/iqW9lcxjF3sekOMh6QqAGqgY6nRwmJjBoEaycqNGIpBp3wKK9dgZhr0ci6fQZpHLKu4B1HApnEkp0FDseCNPUyGY0Ehs+eJ9wQOpRTdgb8TY7IV4t7jy/jUpx7EfQ8t4bWbF3F27SKuvObJohDYpCimq+hQYNv18cnvPYRPft9h7IwneOqb67i6PoGSV6VBI7f6yO0+DDrpI2ChUsPpw6s4ODePZ1+9hee+uY6KlWOhaQgyTDb3joFsIUM+nws26Naai5A9rgGlEwO15Yas9WsD3L42gGJQdNdhSKcHELk5/F0KNTRHZEJQqLYszB2cQW2piu2doazES0RIyKJcDNg5TT+aA4PDLMkOFF2QTFvzWtxLFzhVovDfTJ7RNU7nqcIBWMTnmQ5/wjoDX65dCsD8jFvlKsxyFV7fw6Q9xnxNwekTVRw8XEFaKyGtl9HupmjTnbcxwGCzD7c7Ehc9110nZnH33bNwQx9rGx3skhDSyxEPAFunWAF85KPvxA986oNYPGDj9vgM1jrn8OxzXTz3XAeT3RKSUR1LiyZOP5Rj3yHuKWI5cPE110pMiGuIU02cbBdfHeLCqwNBuDH1cuBoGXc/yHuQhl5/jOHAFVRTOMlxYLmMY4eqOLBUl+HjytwMXCZixyG++ucbePJPb+LK2gQxkXT1Mh54YBUPPHAAk2SASTJEzx0I/jlIYywszMm6+GobF85sY77p4L5753Hy3iqOnwT2Hcyl+/nGVRe7oxxdV4Eb5EIrofGLB1VNszAeB/L5mgxC+P0YEV2brIygCEz1XyV2LkVMaStPYRLXn9L8VfQFEWlXZ02CpiKcxEj8BFUnQ83O8YEPPISPf+JdaDQdXLx8AVeuXsXW9gRb2y56vQS9forRWMXEM+CzQ111kWkunBK7EKtozueYWYjgVCN0dlNB/h44YWD1BAu/E4yYHtpN0b+sYniTw42SdBfvP6rh8D2apHPrlYokbi+/0calC22EaYRUS4shSUoivIbJjgW3beF7Pr2C7/mhfbh8dYh/+6XbeOG5bVQriaxxx8SoY0BhQrdO4gzpCxxKkjxiolQyoJIq4vBWQUMhHek2VIdOfQWdtQjblwP4nbhw+xKNR7IIh5ahAoQK5hsqluYV7NtvYuVYEytHZ3CzvYub7Q52O5GQYuJIEaOEZStiMBpzg75gYHm/iVq96JTkgOXW9RDr1wKsrFo4ereNxgzdsan061x5LcKVsyEch8SFekHzcGIoVoRM8ZEhQDWvgH/NlVUsNnMc2mfi9Kkm9h8s4amXt/DUK5sg/Klmz8teqRd2MYgGQtPhntfja7plCxJVKY1gNXzMHjIxe9DC7csqNq6oGG0p2D6zVyQKzJ1agGYSOTwrYj6JAQt14F33K3j7yRy12Rj1VoxX10J8/WKA4aiEhtGSxUdXoijYWt/C7Wu3UHYynDgxixPHyzh5xMXJw56g9VtWE0FsoOcBN26H+JMv7sh6/D1HZHXau3j5udehKC6e+MRhPP7+FUmYRbGLtZttXLm6KYfw5QMzmF2s41uvdXHuXAcTL0eU8pCYwqiEWFpw8LG3ncZ3P3wf1rZ3sNZu4xvP7+DffWUHFy54yFFGnpdFVFIzHa1mBUtLDemIUiwPqu1CKQ/ltXPSMkpxHXV7Hxr1A7DsZbzw4ut4/oXXBf9XnmmKKFSMbDjEoTxVCMBpmEiqQrd538rRGzPBPMIH3ruID753Ca3ZHnLlGra2Onju2RSvndEwP3MM8zPEWy3i1PF5lBwFI2+E/mSAjfE2NsZbgrqsOjYqxNfy7GImUFUfKk/OugdoHJ5P4I3HMqg+uu84jq4cx1PPrKH+4Sfx1099hw7gc/8cH/3l52UI0hlMJDWkS8JNL1C7dNFJ8olJeZplc3mfS5UIpXKMo4cCHD0UYrefY+H9T+Fvnfh2cTPCtS/+Ct7zG/8eem2M2f0jtJbHmCklOP3OL+NnHn34LV2+vfP/BD//5TVsb45w/couhoMI+Onfwo2/cugtaubtZ/4e3vt33ihkOJrPuAdhku+vfhbnf/LYW9O8k4v4tR/4JXxumgCWfVOu4e2/8E/xL75r/q1qabSBP/qffhafebEOJasB2gRQmaBv4Mf+/q/j5+//j4jAIgD/Mv5P7mDZ3cW/Fn4UT/6L9+HEt/8pk0v47I//Oj63Q/GBznea+XLk82/DP/oHP4nvfgu6eR3/8od+Bb+wU2Bi95Rg5fv/1l8qAI9uvYJ/9A//BJ8/1xNx5+QjJ6F+8yIuyg7icXzuX38aj3y74HztG/iun/pDbEyLr++IRDmw/L1/A0/+1LG3isDt1/BXP/VL+MpwG8h9aCo7MhNJqcg+W8rXU1DE4OtCMoNtOXLNeXkALw8xHu4JwEy22jCIDIUmRgRB81KwkCQRzeIU45jeSTByh7KiUYJ4RPNwkfLkKvpIWZkzTc9J53Eh/JqmJp8vQTln/FxNu/w41GdizTQxGXtwJy4SoVIVTv4C17v3HkyFvT2BT/ScQoyZ5kzffOen/90eGrsQiacCoaBH2VNcCMD8DMrncPqLNSD3HD+AY4f3iUBC8VpTOMdIxGC5MNfE4mxT+lkpanG4zT03qTjstmTSrbPbQXd3V7oQOVvhXlszSlDNMnIivnSnwMfeQWizvzeXFAPPpK1qBa1qFY/92N+98339b5/5IexM2BFO9LMlqS4aSyauh8FwJMbmuw/uw90HVlDRYlTUGKbKLloKULl0/kaZgn5nKOdFnjMnxI3SBGdbMIjtNS1ZulEILLGiY5wpGKVqgYj2CnTocJLA5X4XNiKmxBISVQorhkw8994bCrOC/0wLIY4oZgp1U5vCXr+7nqbQOTHl/09ENgUUor+ly5gDeF7HBbqa85YiCcxbJwXYNwVgSRHyLxH3CvH3jgw8jYFy316YFmgveFOyphFHvnG5ZzHxQXz0m9dFISrzz+NLXRgM9rqP5fqa/pKPnwiMRTL923/PXg9yoUlOZ09/ofie9yiK3hRs9v5ZDBbsiqX4SxE4HCOXNSr6fCj4p0wUBlMxag9hwO5XHY16IfxFIWeBHrbaQ9ze5DUQItUozDM0Wxgpa7aBmbKB1dkG7to3j8V6CcPuLoa9DkJNR6DqmKTAJGGqijPK4jNNw4JjqChpkFXWFdTYU2vSPMhO1gITzyQkX2eGLihQTkO2EpBglYhktUn2SWNMkhSTmGlXYsfZK5zDVhNorJigAO2HmMDABKYgkrl55WtlJhl0Ipsp1IoBoKDzFFUMRR3DngAshoSpNizvSS5WPVgiK+WyeP3yvJCKyVxo03Kf4hIBmKm4JMeYdTSCXGZieHofFONJ8XMbanGmq/BnIVWARrZpPzsN5kxk8+eSlACFTblOixkKEcNcJgfhTKdTVOOAmYKqxq/F+3dhZyhQdjzTZfDCQFKvdZnVVFCrlmWVbM5AaDbRULMgK+jTnDcqBOARe335+uaY5ECzrGGmpKNmABWNfeiq3DMMm2ETBgpodlcltevoJprlivRSBx5nTj78wIcf+iKgWvyzSfbSNNhMqwu2nLMYHTkPtQzUEN2tTwV8/kgUfk0mcJnONWXRja0oOuKcfeWaJNiDiSeExombyBpMXPTGE0mMR3I90ACsyaLgy+veY4CBs7U0Q7lRQ6Vex/Lqfqys7kfdtlnoJ4YCCVhkGWZmZtCamZH3h2YR/n1PZBXhmnh4prZljkXiAO9KHP+ksigsiLAtJAHpPIEaJlCDGJPeLtx+R6qiWKVn2jQ3cd7HxHiInJ9xhiZYbU9EuJIgzBNsBzm2Ap6LPXRdF/3JSPDGk2BS8Kg1wB368IYePBrO87LUABigeSi6Q1wgBt4lLTNn1ZwD3WAdjCfLYr93xZH7snSGJwksO4Fpx2DdZTwpztdqVUVuKIhYN9bPUbE1ue5zXmN82zgfbdVlbV7rYPParhheAyblHQPzzRJm6jRRh0Kvkw+cyutMAYP1hpZNe3YjxCFr80j0IckgFKyvdOGRFJprsnIjRWLT7JIDQ1uWUy1WkAYYeUM0GwoeJ330WAOvnWnj3JkdWA0D9X0O1CxH0Anh7QYY+xlGfo5YeooVWCUTzZqNZsVEq6xgtgTcuBbIYn/x4cM2rJKCC1d8XLjq454HZ3HPQ7O4f8HGAxUN6TDEl8628fSFblFfwP7Zko5WiSE27hFoZElhtjSYLRUHqw6OVUtSu/XM2QkurJO8B9Sb7CfNZRmVHLX9nDUoOLJg4eiChWgYIh6F8FnxGbOHXRcTCfc3NM/Q4tacSzC3mKBWymEzABBBKpG4NjwVW3zmBxo0VxEdop8k6KecdbEaLcf+/Y4YlOdaFrKI+PxMQkejvg9vVGgOfJbPtmyZT5POQkpLeyfDZjvD0EvAd1B1MrzvXfN43+PzcDcnaF/sYbftyx7EZxr7WI6ZYzlWq2Ws1kow/Rhpz5XZXphzT2Kj58boeTHAWalTBPVIwePeRs0CaCRrjBRkQw3dXobNfoSNfowg5rWt4fCKjhOHDGhWhu0JqQEpqrqOimHIM9U0DNzcivCty55UXe47YGJl1UA5U1FKSfdL0KPwaUHm6YsLFpphjmaUY60d4uJmgKRkYe5QA3MH6siiAFkY4tZugmvbiRA07l00cLhlyCyO6+wVH2evBAgaGayjKpYOVvGRoyfx0aP34Mt/fAZf/uNXcWl9gq1AQ0yi21ENrVUV+VhBPgE6OzHa2zROFfoCZzlLB3IsHQDe956DeOIDx7DKz+56G8p2H+VRhtIoxfPnA7xwPkDrvlk8+P2HMLNo48b/exXXn7yK58cKnh+p6BJ+KR3r7D0vTuwr+0pYWSkhpTjc8zGYROiFCSZqhlPvsnHq3Q7efnwe7ziyhAVSPNYHyNYnyDZyZJs5/tXVHv7wah9bvI+WqIWYeOTtDVlzcYJ50hR8F/FkJM8+uzoPy2kg7U+QDMboDkLsMgjC7ueVMsr7ythn6dhvaggsByOLpN4U9XACOx4jyPvw8wHGWVUW9U6SSRWVNKUQcRhibnYec615+D0XO2vbuLbm4aWbDq70HDz6HhOPvsfAbKmCKqpQaBTpTuDujtGNPXRiD994JcfXvg6sb8qp2s7Z5Xv0lI6j9+owcxVWroDGVKImedOesC81Y0IwlAF+2QBmyhqaVRZxt+CUatjuDLHN0vKtEG0mEB0HKwdmsLhSR787RL83EEFjMkwEO9OasdFsWgVjv6LA5weLSNeYeIkUpCYhc5DnLOL2YVs+iW+SoIlVA25qIchMmHkmi0gTh5s7Q0FmqVLgzoe+x0RTEEufAIWjUZdJ5Uw2P9ws1mqmJMuIFo5SgghzGESmOkRTBuLaYkdFMQTk8y8TtGC97ghaOuGBi4IK3WrdUIaKREhw8+TYmojAljjVikOix4GxXzhuNUkGTzf83IibWbGYdGGqmj18OwHqZQNve2QRJ0810R930R910fUydHxu2KaYKSbJQiCLlClKiwcL7jRjGBTsWw7qMw6CKJXXeDyJMRyFcoirlznUNWTgWuabqxRdkTxp6GpJvhd3FMIdsSicuShbNhcRk6VZgCZTbk1LREM/jAT1GwRF2pd4XSJObb4Oto4wSDEexvC9oiORN+BWy0ar5cBh+pgPHKIoubkOkyJFbaisn0HiZYi9HAl/Zj+TA7qkdok5rXAzSHyTJodrBue4dIvdsHSlMhVqiCs9cJmSC1ChE7HCwQQPeooks2xJ2XFRYGU6iB2ldJAqlLKkS0bw0RohvBHiPJC0uhvyvaUokcn1lbkaUk+T9LzvFZ2tKEVQSnEhADP4RuekZhRua/abmiqGboEDjCaqIEiz6SaLWKJyjX0OKnLTQMILSmeKMpDej3FHkQ7X0E9FZKeYX2/y6yoyMBb07jTlS6SVaatw+NmrA6Uqn1EWtMxEf0AHkCdGCroV2RXlVA3YNRO5yiE/N6CpOEV57dK9TzFAOq/8UFxHyKauaqJxFGB2sYa5xZqcfIi2nYwC9DtEqLBbge85E9/EKudotnTsO1DG4rKNSEkQKwk6OwnaWymGA/ZpEd3G07UhmGzpuDSJ6yrMAxSVmRSmIFOctuRMJqlKzt54kOGGmF2XnhtL+p4IFR50SyULtk2cdXGoZ3q6XOXX3+trUhBFKiIm1qW3moYM/vc0H2SoVIkqJzJ0LGlXir6OWUUaaOhvU8Snq5GfOeId6SI3RXhoLAK1FmQ4HwYKLKeEUoU9eIq4+SO6JkMVacS+DA5LmIrgQKPwnXPzmcUaNJpkzBgRN7KjRDY87oDdsgqatRJmamXpJinXaSnJpGdnNPJkcMIlG1SHwnUqCc9sTIONg5LKjfA0sainct0pTIcTU84jl5lBJRKcWOE6X0uZByD2+Tmi+9CSB1fguuKMpaDPHpacn0ceMoMMqh/j1N3L+MQn7sfxexbwzJkL+PqZC+hupOhu0CeqCWaKg67+ji8py49+ZAUfeWIFsZbhytYINzZdbNwO0d4JYZR9GJUAjgKUcxUtu4zDc4uYrzRx5mIbZy5to9UwsH+5JC74AcU6YkqOOCgftXHr+khWNiaSCnBUE3ZjVtb27S62N7ryc4sAbKkI3Vw++95uBq9DvHsG3Ujh1IgasVFdtAQ3xjXuBRjvMmVLlBY9CRzwcehCx0VhVCgwbcUAiQchDnUs4oPLCl8ymXHJQUefIgp9YqCJiM/APmBe+4ZTXCtMTzIloU0PeHcdruH979+Pu0/PYDsI0A4DbLJSYcvD1g0XnVs+gmGMgwfLOHCwDMO0YJjsdSoSYry++ju8tjKszOZYnsvxyKOP4bH3fBdSVcFTzz+FZ19+DpvbHja2fOkU5zNkccXCPfebWFhRcXs9FJxuKD1cJBKoKNfpWgYunfVx+bUABw9XcehQDfPLDmYWHLmPXbvYwfb6AMeO1HDsaBVHDq7iyIGD4qLb3V1HZ3cL7XaKdjvBpSuudFcOx5FsoonlPnV6P+69bxXXrrZx9Uobdi3G3D4VjQUVEfH3EXDrsotblz2cODGHD3/kEI7dXUKcdjFxezj3si9LcQyUWrZgn3Z3mKiPxTzCvm15pBNXyX4wnyhoGoMUpER1T/FgTM14xGCGkTgtudhHzmGOU1XRmNWkr5e5PA4To3YoOuwAACAASURBVEkk67779uEdjx6StP3tjW3s7PRQImWl7Aj6ma/l7m6EG2seNjc9jH1faB80F+iqhQOHSzh6wsHCki6Ya+Ku5/YrmF1lZzQ/40Rc0TltIRrRMFZGrlZglnzYFXaQZFiYI5bSwKsv9HDmxS7MiiJdtTanblAE796+mmL7aopP/OAhfPzTh3D9+hBf/Xc38coLW6iXANaMeUMN3oiuewXmDKdeOQL2QgU5mnVTFrHUIU0QTF6UWZegw2lYcHg4dxVEAwVKmMPgZyTOxAlLOkwwCGVZWoaKo2JmVsfqiTIOnKhI91Z/QsQlkJLewvSEpO2JjSVZQpEe8ZlZOpS5Fy4EifFAwWSgCKp7jj+vw+cEDUkx1s4nuPkGh/S2mACsmga7DnFCq3oI1Yig+46sVknD0gxwaNUUc8HKARtPv7SFp17eRp4QkVeTYbWHMXyFnlZDVvemip2rrO/LUJ2NUZ1PUVtRUF9R0F7T0L6pwd1WsPkKvbfFr+qxJZTrc7KIpCPJpKwnOLHi4cSBEPc/WMcDD9Vwbm2Mb5zr4uqNCKOuBndgYnZuHq35OUzYB7m7gdlmjAdPVXHyblt6hlaWUjh5DQ7quHHdxTfP7uD6rRC9cFbW8aM27jpqA2kPw946DCPAwSOzmFuu4dKlNi5d2hHjk13n04hGNR3jkYZbaylu3UhgVzPUZ1PYlRCa5cmh/v33P4j33/cgzl6+hNcuXca58yO89nqMjU0FccSuzzL03ISWm7BN1pcosGlOqkYwyiFyZwg4QyyXZ7FaXcZidQHNygwco4oXX72FF8/cRM8HJhlTcqakAw0e2OWJrcr1yO+WAyEmPrgX8gZteMNtfOp778Unv+9eNFsj+PFlXLu5ia9+1cVzz0dwzCU45iKaRFmXiwEScWzc6+oNC1rDkmSRkWdwDBo+YlTLCSqVDJUKTZHcNxKT40knOoeV8/UlLNSXce1GjMYjn8cHVt8aJ3Wv/QF+6rdfxOZ2DzfX2xhOaEZQpecsS5nQ0ZBLz2CGcslAa7aEesOAbviyDq16sobj/wo/+d/+Tdz17QHSzW/g09/zS/iGugunMcLi0RgLq7HUDJjqIv7r/+I83v3tumt0EV/4X/8Zfm97grXrHYwGNA0ex7u/6248+uh9eODYMg4vzGPO3MTnPvgL+FXiXiWhxLY9nseYzPkx/Js//+hbxVbcxO9/7O/g16YYVDGiZe/C73zhp/Ge1lv132v/9pfxod+4KF1UyHgOjKSbuUAGPoHfe/JH8fbvkNLF5A189nt+Gb/Lqg/JeACP/vxv4A/e9+0CeYyz//y/wff/PsWcgmQjiHrBIgP40E/juc/ci7lv+9Zuf+3v432/cuXbBOC/JAHcO4/PfPqf4At7Xyen6Ebhak+0fB8+/0effIsAPHrtX+Phn31qml2cJlunAidwDL/5e38TH5zxMG73ceN2G2uXz+Hps6/gz18fiplRIUJcYW0PUaJ030bIkmJJKpb4URqUpwm6XMuELMTzCBF+RUVKge8lkpn/vuhjVFCtVjEz05Q9OTsJSeOZuKw8GBeezFSb0npySUVSZCAxhcYG+brTrlWR2QSVyXRfgfeR14b4Yqa/SBgySPEisSYS2gPPlTQF53sVLgUgtBDoJK1X/MUdmiCQ+e8kOTj9c++IvUWq986vqTBXnEt4HUteTr4sxWAaQFvNOg6tLmF5YQa9bh/9Xk/uY1X2Xy40sX9lEav7FmR+wMVeQV0EmkjE34Cov+EAo8EAmlWGatJobyNXTfm7bldh2JXirM6fOQoQR758jXrZlt7huUYd8/U63vajv3jnW/+/fuknMOJZaSqAmrYD2ykLcnq73YbnTrDUrMparttYbthIfJKhuhiPRmLy4/JhIoApvXjs0OReluKaRexymsIQjGlBcVI0HYlmysxnFOQy+GYdDGcogxDohgp6AQe3kawoNxBmBhLe36b4fo2vtXRiFkI0zxAU1nkNCL6bIoyqi0lQxJBpBXdhROD7VPydBvviZ5+aB/YKqfl5niZx2Qm8l+jd278XJoFp/ndPF5Uu+eL3Sp+vcICLvLlcZ/w6U2zpXq0FbwbFtVKkNYt74n8oAvN/80xapIApEr8pAP/FW8y3dyTvicv8e4Emf3MVuGr+Ih6ZA4lQunIFIRwHUNgjy6okf4woGCOOPCSxL73BxENzyD/bqKJRLYsQS3TXbm+Czd0Rxn5hAIhFjCqE9Kqlou5oWG6Upet1tmxi1O9i3O/KexRpBkLVkCQwk5QKhw5ZKkKiY+gyC+SshvPAEs3uNFDwLi33xMKDKV3JFMgkXctFqkcJmsGbPe/PkRjex6x3CGIx6NP0UGa6WM9B69dg7GI49jBkIIP3Iqae7WlyNMkE3xyxI1ZM5wWym19bjDFEC08x0ELBv0MSKO4yFgVJLs43Zb9Byg4phIW2yltKFtFEXKB1w4SI3hzDOMGYRsiM++YpymyKR+fPyuudJmp7mrw1VaKhKfYzq6jKbNCPUvncsXKO9yfpvxa3A3H+ZNBRSE8lBa1nKZscUTaYKi4MElxFWtIQw9loMoHnk3CmSw1Jiahu9gWz45m0lbIj7/FsxZx2DydiVtvujdDujyUU5CUxlmYqWGqV0aCYZ1CjLT6HksZnD3WaIEuK3mReswZTp6Qo7TW35+wyLqoEipo5pohNVCwTJd2AYxjIDQMxzXGCLafpjDNlElMK05xGBDNJBTornCwJ46SJhsEwkPDGcODJvJv1TahXoNQqYjDg/I+CJROrFIIDvs58BjJewM8yn0/sci9XsLKyguV9+zBLkZcEG/4cfA7RICzPNxIhyyiXS3Ids2pBnh/E+nMeMP3s8iZRfP73aBRFjyiNQiTb0CDAmhMGT0QejpMiMdnfxbjXkblxtUqhnCF7fu4pEHmyco9IR1dmeqpVxGvHDGZlNBwVCUZW9YVBLFV6nUkfu+MBNkZD3B4O4VIwNytCcXBHngjDtlXUDbK2R9P4eSwMXLw/jpgEH4fQiJVn77zF8Jklz8wwGCBgdzDf+zSHVTZQm+Nn2cDWNQ9b1/yi73e2hNRI4XKGwROVxpCSheGOi9EOz1k5NEeTROpCq4xWw0GU+AiToPjsqiSK6LJPdhwD7iiCN4wxHnGmzdl3gojGfdqqGILg95/RkMCZbYbUFlYWsoGGbMCqSC5Suoo59eK8gQfvruPYSgnfeq2Dc2c7aC5XsHJ8RuZEnVsedm+68JMIXhIhMVVkjoZS1cRs00HNMpAOEyRDmqMyeEmOVtPBweWqPO9ee6OLs2908d0fO4aPfew4Zvl9rnewdauHF9eGOLMxlvtVlLGqh3VdJeFkMFQTpyFWj1s4cJcte9W5KMOtWwn+/LUIl7ZzHDxSlrXOupsrATI9KzqAZxUcWzVxfL8BLSEFNhKTjW7UkIUK3N0RJp0xbg8V3B6qOHhMwz2ndSw2KWLmMIIM128GuHYzwMbExIZPnUFHiTfCOMPmMMDm0MfKfk3W6nIJBxarUpVB+iMXiYHjUYzOroftbfbZZ1hYsDEzY8EdR5hMInS6OXa6udxDOYdg4O/B0w08dLqB7TUXV741EN1CtzXYNQ2tA0BrFbAp+tGcogNzVvHMCVxVEMdrnQg3u5GYKBbmdMw0NZRJ5DMZ2IngdUMkoYE8NjHyMnTdUERjMdiZFmo2UKP5wswQMIGv5SjxmaaqUonBeqyNXoIb27Ggo/cv29i/4iDoxQj7ETSmqGsKajMa5uYNtIg4HsUwRjEubqQ4ezsFSjYOHqrjwMG63HuVKEUvz7CTZ7BMYF9JQZPJ72EAfxTg/PVElkX66UNl7D9Yxan/j7X3ALYkva/7Tvft2923++bwcpg3eWbj7GzCYhEpgxIIsAgCgiRapAzRJSdKJYoirRJASwWRsknJsksum1RZohiLEm2IIkiAIEBkYLHAYhcbZienl9+7OfXt3O06/34zAHchV9HlQX0YYHfezJt7u29/3/+c8zvFJh4stvDlz9/Glz9/C5tthhM1KOU8ls4YmFvPQ3EgdXuH+y52dx3MWBFq5pAv5jC3HGNuKcFbn5rHu966imPlPPTuFHpnBm3fg7bnYS9VsZ/mYK9WsHx+Tgwgz3/yNp7/5B3cUhXcVhXpWObMmTRezsH4JF1cMLG4WEAgppIAk0mI6ZhGUeAv/OgifuBHF3GmqGJDSWF7MYJRhKDtI7wxRXBjik/3PXy65yEoqWgtGlhesnDx1BweP9nC7HYX7u0ODgYONmlks/LYODOP1Y0GCq4P0/UldRyPPMSGhrhuIWlYqOgRKgaJsAX5DKTFQmMMPBxJ7YofzNBxNbQ9DYppwq4UYBo5GKEPQ2iuOcRhTsxzA8eBw2dAsQS1bGO1EWK1EaHfzmNv20CnnWA08cRQs7CuS2DxG9/w8Sd/7GJzk1YPFNNCEVg/q2L9nAJ/6ItTg6gDGkUVQ4Fv5mQxoUc8UkVXMGexi6GAZr0Bu1TGrZ0ebu/0sb8d4mAzRdGyBf+2ulbB/m5PFhGwjpOIg6bObsm6igYHbbWc4KOJ0nP8BKxiDWIiRSowtAqKlouiNZPvhyXwkWbASQuYpQXkiUAgEo9dPmmCcjUv7oDSnCEOw539CZwRXfOOdL064wSRn4KUUA5WGs2SrJkXocu+CQqdswjTWZwJm3UzO5jwAckNnefLg6Zeq8uKUk8QrsPJDJ1+JgIHYR5BwH7LHAxTFdwtRW8eJMRBFfvyIOam9N6Gn64+YlRzhQTBLI/AyWPSizA68NFqWPjB9x7HW96+iL3OHex2b+NwqOBwmMdglMoAkqgRDvfciezT5AB77/BCDMT8qoGFFRPjqYcx+4PHCcaTTHxoNUzMNdjRo8Mq6EhTbjRmMg0o6Ez7WIiibFNvGuzxKcvgy/UmkkiwS3Rl6XBm7BCkUMekZ4jxiH3BiRzWikUNxWIePt9fJgw9pn2yg9nqelkW0ZfEHjmej63DKfa6DvJEonCTNFHhj4nR5OFNEdxQqmRpOSKUC7YBQ3oXVCiGKoIsryUaGehYTCk2ExtF93AnkHVv3JH1UjEtDBlGFuvAsRMlbBwvSc+RkuQFUdKosWuCm85s43nYHmN3f4B2z0eP5e6jFKNuhFEvztA9otEQu2jJ5iExZkh0V/qEudgZoifESjF9DelpdIJUWPxMYQ0PI+mx5WtXquRQrariEosTE0FUEPebG08xm82kr5FL0EI8QJiZsJvPamDkhBH4qqTVea1Re6PIXZtLUG1AEsemUkCvF+Cg7cp7ya0+MQ04MibI921mR0EOzWPZvR7xm45wVCL+klsfqgimIYJJiPXTVaydrqFgc3ASYTLysH17isOdmYgGXHNEDq5ABuuLyxaacwYGkwCDaYCtuwHu3vIlHSjXNrvCQBwoB7BZ969la9JzYVqaCOAu+zdpYpHFAVTWg8yDDA/HnQNPHF1M/9L5ytdEnH30CGQvI+rNAuYWbMGUEM9FZBS7h7ho0hA7IR3cTN5rCoplBcUSexOHmDkDWLqFeqmFaKbh7pWupEazA/s980Iq2NHVMzrmVvPotSl2kyBQRKlWhk3x9EiAiGgicPk9OIJkkQ0p+6m0vPT90KEcRS7C0JO0t+d4mE2JIaLrUhEUbThJ0FwsYXG9JkllSZrGIQ63pmhvT6FXY1gL2T0ZDRVEY0XEREHY8jViil/NUEC8LtjfEvF9IDFAi1GoUhDl4THBtJPCGwG1eQP1eWK1A0R0MLH7i+j9gA77zGlf1FOU9QSPPLCIH/zBh7F6rIlPfeGKLIpmxPXTucwDPvHqo44nifh3vLOFd7yzCauuw2GvfHuGF144xKXXO7BrKexqilI+hxLT6HkLc4U6SrkSrmz2cGWrj8UFCyeOl0XA39wcYDDzMfdQFa0HK9i6NcTWTSKkI5RUdr3zhm3K6nWZruhCK8QoNXg4JCI+lrT1rJt14/KgTFORbiew5wC7RXNABXa5isGBg/bWELNRgFTunwzpnA16jhZd3nRf83WOM5NCvkB3aoaskcMpHXTU0OkGZ4fuNEXqslg466FSjVQWkeQ8iFe0HGq6iosXFvH+Hz2LBx6bw+W9A1zZPRCs887mCHt3AnS3E0SzHB65WMUjj1ekl5SiarmgYrWZddExPUqE/9njwLnjwMaZx3Hs9LPYbwf4rd/5FP7gD78knzEq6wRY15kH5lZ1nH6wKC66G5dnuHHFxXSUyOGp2uD9r8IuKrh7LZV14ak5XHhyXg5kUaSgd+Di6ouH2L8zwA/+RV4rC1hfPYfFuQcxHM/w5ec/j+deeA5bOwq2d4DpJIfZjIiwFJVqLJvg46fmcfzUAl78+i5efG4Xaxt5PPG2Ck6eN7G93cfW9gCDNokXOTzx9DI+8FdPYWXdwKVLt3Hp1S28+LUQL349RH3RwtrZIpBLsXmHxjcX9XoVjXoFhaIO06ZLnMO4SA7oAY0rbiIDmzRkl3pmhGFnjIAWGFgNFDGXmBUKqgpKdVJWmDzQ0N520dmZYWlRx4njrNUAJjRw+Qk2Tizg+MkF+bwwCxoOD105QF67PkCnO0O7R2wHhZ4czp6v49GLDRzbKOLuzSHu3hqi1IhRbLBDnF2rrFblG1cEFA4vbESpjemsj8n0EIbpY33NRKOm4RtfHuH5L43kHl85baFcz8s1y33c3Vcd3H3NwV/60Cm890MnsbU5wle+cBevfGsfZV2VFXiQapF8WUNhPo9IVdDdowAZYb6lY75JdHyI0dBDlEbIl9mJqwoGv9wsoqDxmaXDEBe/IoP73f0Au/s+xu0Jxu0pIkYjmAiwVayf17H+gCGOew79OByio5xmpm53isFwJoMwOukLdoqCHUOngewIy464ACUxhVJhc5+hhvB8XsMBdm8Ae9c528wEZLvGIUQepVYOeYP9tBHioY54oIsIuEgn9VoeZx+wsLiax1deOMSXX2gjDEiLyPrBI91DLO5PE4pqYPd6hM1XKbIA82tEWqsoNCOYzQj9PQ39fQ2zA2D3W6P7s159fRm1uRbqc03pmJ8OYuQCD3PFAdaaM7zvfWt4/w+t4vp2H8+/sodvv9zH5StT3LgR4NTJUzh54hSUdIwgaGNtMcRbLhp48JyOYkWFXaXJzULsWnjxm2189jO3cHcnwOpDF7D68AXMVyaYq05Rr4xQLQ+hG+z/I85NxVe/ui1r+UQB5x+vwg9VXL8c4OqlAKO+hXHPwuJ6hGNnAlSbHjTDQb2i4+LpR/H46Ufx3Esv4RsvvYQ7OwEOujZGYxJGLHiOhbxiSj0IBZGIySTNg12NYVZ56BohMUY4v7SKCysnsVqtoZjnoBV45eoQL18d4k4nwCad2DH3wyUYFFFkYM9KkQRxngNd9oHpSNhnOdxCMtjCR37iWXzkbzyLcn2K3vQKXr++iT/6zABf/MoESVRGElcQz8aIpj0ZWvNaMwsWVs8dw+rZY9AooHkOzJyHsh2iUo5Rb6io19ktSBRdBE0nDcmTBE4xX5U1cSpoPPQreKBReJPC6e1/Ar/w+9/E7bsHuHZjB53+5AgZyX0Q90/mUZIokITW4koddQ7KSA5KHayvOFhbceCd/1f4n979ON6Yh93+4sfw9p/9KvL6AcqNMRZPKWit01BB0ocL9z97FZ9+6tQbvq8prn7qo/gHn51he6svAnAS0VBHQY4GyyNFTASRDM7Ik1IUe2JMJcEmn38ffv0/fj9xdg9/+IGfw8dopiFhI8whnfspfPHfP4WVN746/k386ns+jn8mw/ejtNRRKo7iEFMzP/RL/xL/y5Nv7lYWAfhHfgH/lsIxzYio45d//ZfwwbU3/CHBLfzqe34R/4y/79FgVrpjj8KlSfIsfvuTfx1Pv1Fk3noOpz/yG9lvdiTAsAP4P4WAvvXZj+Iv/nMmf49+EIl71IeaqUbvwm/8h7/85gTwdBu//gv/I37xhXt42kyk+N7kcVZgGYsQwKQV6T7sUqRoyMkkxQCeaVk1EwfcU7uIAk/OkdywS1cwzxw0nvIszO7GI0GWKTs/oPmGBtIZZq5zlCKDzBaWFxdhFyy4PL9PZyIyzqbOEVqW+29ex6xh4XnUExMqezH5LMgS7pnokb3mR0KsCEHs89QyETbPyiOembNfe+9nmiJ51ufvkzWxSqnsfQH4Ht6XIgnFZUlcMilA4e0eYvpoQ3cvaXkvlfndZHE25ObrwZqGYrGIWrWMxbkGqmUbt2/dwe2bd+Vs3KpbOLa2gBPH13Dy+Co0JZJk8L0kcMR7znXgzaaYORPMphMU6w0Ua00oxCpzIq3qMKwKTKuCCak8R68pvyaXxqjaFmrFIhabTSw1m3jkr//8/Uvq//qlvwtPM2Rvy79jtVZHo9kSIXlndxeDfg9WLoGVS3FmuYkzK01MBx3sbN3B4f6+dPfSjBiXW4grc0h4SBVsdg4mTdCkIc1mUF0HGvtaBVHMygwTat6A66fSlRcExKwCfTfC7tTH3sTHwcjFwdjFNDHgJAwHaAgSon2ZCsxJ1zE7YDUONtlTTAyoVK3G8l7N8hYcnXVmgj07EoikrjqbowgKmaZXIsaz90yMKOx35dlexBZ+7XdTvZkB+ahxWO5Bziyyn+8LvUeioPz/+wJwdqY8OriLUH0/qXtP3GHO8n5q/8+mfeW6PxKA7yXLvzchfE/k5TV77/e9JwDf+3VvFIizf877mMJMIvMwMSdKhDZCEvqYTQdHZ98+ZrM+AnckqGhDTdGqlNAo2cgzSa2o6I8dtIcTqYzz2f8rAyuaARLYOlDijLGkY4UoQ1PFdNiHMxqIABypeaR6ATAs9hkgx0R/EmXiL/d03E+TaEH+FNOeR52oeRH0M6Q1/8MuZUFqp9nPNErk9KoITnHCOZ6PsUtjgS/3pl0ooGJqqOiq9Ar3hxMMRhMM2JVIN4NuSH0EzS4pzS1RAi+JZVGElOS3IJKzJSSLI3GSJBFJamaZm0z85QIFVlZUMYHKsx+vOSY+AfAswY7xmFREBbMwFTQ2RWCKv3xd+VzjQIPXhMcEahgJ9pmLhg/OINkNzDQZDcjs5fZjPoPZ4ZqXDmx+Nsm1njVPI0kzBC6L2NkVzdkrE8U2l1GARdOcRnFNRxhFGI5GGE/GWR+qQmGBZ/k8irYpieBauYjFCpctND5D19EdTrDfG+CwP5T3gZVI64s1rC/WUbV1WExi8nXI1FXEjoPYoakzECNnKDjlRMZTpFHmDOLlKbLmZGYU+jMRjCsFA9WCCdsgllVHrOmZueBe+plmAlOHTkqY9IFz8bUy5bOUhv3AV3BwMMTebh+dzgjtw4Fc38WNBdjHFyUMxZAEDcGT8RSTqZPh72deln5XFdjlEsqVKubm53Hq+AmcOnESRbOAUoE1JXwmhYhpcPJZ/cXKBSYANXnu8bXhD4p8NM2IIemeWYTvF9//iDRIPiuy6z+Isj5x7kFJnuPfjX2kNDyNhj1ZFKqqZQsWY96hA+IfY3eKeMbXeoDI6SOXI53HQL5kCO6cqWYlKUCJbaiRCTXS4Lohbu5vybo2HuDqZIBJLoekYMNLctjfdbC366BopigWUpQsBWWa3XXeExkdYzyNZKk0MOkFlItl1CsVlO0ieu19WTEJMXqKUr2AucWKzG6vvTzC9ZeHWFwpY2mlgigXYuhPMPUZAmJILEXsZrNhw2T3bx71monFZgnNSgFT14HjOpnxgkl3y0C5VJBrl7WBrCTsdjx02i4mDJTw2qLgTrw20/pSr8I0coq0IHc54iEQD45MHypEs2jOF7C2VMC5tQJWG3m8/toAl17rY3GjjlMPzyMMVGxdm0j1GEs0fHhICioSO49S1cAC5/daHofXPRzc8GHO5WTN1UpYrtaEivTqlX28euUAP/njF/Ff/vhFhN0RXv7SFVy+tIsbYw93J4FcE+zslvuyXpbPMFZ1cF/x+NMlPP50EfbEQ25/Kt2mn3sduDXQ8ehjTVx4rInXXxnh8qsjuCQNFVUxUp87qeHsibz0ylp51nkWUbbriKcpdq/sYftqG5f2gNf2gAcvWnj2nTaOzedQDGLoswh39n3c2fOwNTawPbVp3UC1QDx+gs1DB5ttBw8+pOPBh3WszdlYKJVh5w3MZqw0UjGlruQkogfdvtOD6wZYWCigXtcx6M/Q77uio/RHTMWroiHYNQ2n122cOmbh1o0ZXnmFZ+AUi4sGFhbyqM8pqM9DquiciYflqobzKxZaloZZP5Z1eS+QVSprOLlmYnleQ6UUwTIi9LZD9Lf4OU1yhCkoeIc1jVGEuUoRc+UiQjeEO/Wg5hMUGqSTZmQJPUywNQywNQpx6KTouvy+c1hvWVifs2Wu3t51Ua2oOHZcx8IiCRwKigUg7HgI2x5e3k7xrU2i0As4f6KM88fLUBl0DxW45RTTWkYqLfOZ74XY3x5KJ/X1TeD6FjB3ooyH3t7A2jEb1SlQdRS8+O0uXvx2D4eTBDNFg143sHrWxtJGAcosgTJLcbA3xc7WBDNWAFp56KU8GnMR6q0Qjz9cxTOPNbBRNVF1AZsdwjfHSG5OoJ4sQT1ZhFaykNeoU8T49B9t41N/tIVRWcGwrMAljXeakyBHyM/MXIpmPY9mTQdtz5MkI8+GoxhGksOHP3IOH/4vzqI1HcLa3AMmHnwaEycpvEtd+Je6+Hqo4OshYM4bOH7CxLGlIh5uLuKR5iJuffOOrFfaDl4kraxZwJNvW8CFi03Ukhj1OEZx6sMee/K56BQLmJVMmKYPs+BJ1YmiWYgV8mP7COMxfN6DEx+boxhboxi5Yhm1+QYqRQu12EMt8XC4P8XBwRQj1lAYgLVg4PQjFRw7ZUHtTKG2J3j1NeBbL6m4sZegyx5sJcWzb2vibW9v4vkvT/FH/3dfNBXFgJ4SK3niUQ0nH82hdxig1/Zl42pYKlRDQZDLIWQH5yxG4CaCW26WcygaeRG44ljDId0VbRa3a5KO0/lALTFVhfEhcAAAIABJREFUSofPFNPxRDoi2HFVLRuSAC6ViKmYIE4n0hHEB39/Rj68j+E0QeoZshZbEIwf+w+1AqQzZm+goDtSUcjlUMjxAyFFvQA0GjpqcxaKdRPXt6a4tkVkTYpcoiBHNFzK5B3x1uyaZYqO+26Kdy4ODqfiMjoCO6FeM1CrG4IoBou8faYrmdqJoeeyC1E6fJMQbph1p84CIq0ljigCGQ+i3NwTH0ThUs0FyHH5KXJBhu8tWipK5TxaqxXMrVZw48YYN66P0T8k8jhGtaTj4pMNPPgwb0cHMabYH0XY6bOzj0NUBR4RuSyGH/jQmdo0KTirgo7lYcWu5CRhNZ76mDD96DKNyQ1pDq2mgVbLkA5LcvUz7GgoDiwKwkSl8DXjfzj8pNjGlHCG8WPfJJ3VOekUdKZMPxEtzP5fFa6XiXGBzwh7lLnC/EicWiY30uwIsk3pBOHvT4GPWKmJ58NhRIfuNm6mfQUxxUsePXLZZgwq+V8B6nULrVYRrE8NEg9+4sNHKs5Lfu/sgPJGCcb72esZkVREQxvLKwm4oKhFp18BKNYTlGoQdxAT6sQKsWekVibGL4f5poZyiZsAAzEPmZGG/iTGbsfF5q6Da5cnuHZlAjUi9pPiRw55CojsfdSSzBlF1J6eSq+p79CFzNQn052qfM90YSVhKqI13aI8uPDgRGwQxSJisc1SQTYZM58p9wDuSIE7UuW9i6JINutyeKWIJE7OfDbk4iCHDrs8E8VAc5FJJxWpqyL1FDhOisk0FTMgLwDeG0R8+uyK4yaIYrog7DIzveCM2FfD61vNyyGYOGe6+wM3FtGj3rJQb9ny/rDjmT0iHNQw0VetG7IohNqCWT/CXPFQyEMLHaTjFKMBMO7FIg74DmAWTZjFgnTuZmSl7O/G5C6HPjzw0A3JYRXnDCbNFUwe0IAcMimdJW4zAZfXKoU0DquIVGIyOESlaqHeKEp3Ed8jCnEuRXeuWSo4bSZM+CHCzXitwU0F+4gnCPyJDLJ01YASsY9XQzijM4yijwtvFsJzApg2sHhCQ3NZQ/cwlkUkMDeN3Dg0l7jBy4mAx80+N8OSOpoCzoQpe/79KPwYgjdnkpwHtCBw4Xv8PinIAO44ksU+xFKFvRt5lImstjX4Drteafoh5odI/Bwshf3aROoHcJnanSYIHPYrMPXO6yHCNFAxDdjhllXwCIallPUIDQ5jTIcJavO6LFWlSztA4CWYDBRMx0eDNFVBqw4sNIFHHlnEu971IOYWGvjEH1zGJ/7j69kumel7XYPFBDDx9R0fk66PC48XceHxElrLNqx6Ae1BKH2QL36ng3qLOJmsA6qUJzbFQFkvwYCJK7f7uHx7gKUFE6ePlyQ9OhiwdiBG6biO8gkdW7ccbN92YEJFo6TD0nV0Rio6wxwC14E/mwl5oFgllkLBZBBiOggRjlUE46zbmjSDHB18NhH1qfRol6slOCMPo94U7pAGCaGmySaP9+X99IGgtySyLoMKXs8kFGhEwFMtZCohnzlH+bXxOCfEALgpFO8oFZBLpRO1WKY5QsNq3cJ6vYjjx+o4cW4epVYBr29t4/XtbexverL4vWgq+7DzWD1pYu2kiWFPw6jHTo0AluKiZCSSKG9ULawtF7G6UkShXEe+1MTuoYPPff4SvvGt6yhWcihWc4LVJVmgUFSxcoKOthzu3prJigIVsU+jFGCJKSuHgmGhYNoolTkgMKUyoLvvIg1izNfZS63j7Jkizp620Tkwcfe2ga3dKW7s3MSdwy0wUxsgj8mAhpwY1YqJM+cqWFi07rtBe/sO+vtTrK/reOBhC8dO6BiPXYzGMxTLVVnlpoZqC9JzdOk7fVy/NEboFxH5NlRLg1ZS4AUBDncHGHQmqFdKsjgk59BEo5uZz2GDnzP8QI2PeuR0IXWwK5crQxWl8GjeoNuYVQjstDE06anioHrUnWHYnSGXRjDURGgZPDjaxXyW5ItyWF0oYWO1AsMsYOppGEwibB7sY2v/QAahfF7VG3nMLeQFDcX7czpg7UV2UCPmK05DEdv90ITv04RDVDe7NF0oiismpJPHS4LjvX55iGuXh9CLhgiyZpEEjghREGH/to+D2z7e8o41WZ3uGK+9toerr7fhDRJZuaMmvuZSCUsnG2IGufl6D7t3RlhazGF5SUOvF2F/l4fqFOVFoLzAA5opg7ZgosLrK0hJ+pD7JUUgqDxielnFwNc1G2rwXqwvq6ivZCllPsykloK9LdzDxRlynfsYWreY3uf+MJ+nCMyKAO6zNAQzDTXuN+Y4LI7R64/Rbc/Q3cyht5WD7ybwPSZ086gvmaguEBtHvFmIYJBHOMijZDARk2BpUcXx0zrmlnP4zpURvnN1JN3KecWSQbGnuggUVmqwi8rAwY0QO6/5sh9ZO2thbl2DYntQLB/9Ax2DAx2zgwS73/quEGRsrKLaqkodS+iqmHYj5KIYi1Xg2LyC97y7hve8myLiDHuHI7x0eYivvzzC869MUbLrKBdraJYjzFVdnDtp4KnHq3Lv8ZrOmSp277jYveui04nRG6aYugoi1rRoKh44ZeD8KQP1mgvDHIrAs7kVY3s7QXcUozvkZiaFaqXodoE7N1XcvaEiCSwkYQGLqz7WTrhYWVMF5UQjpJ6UoKclXLl1C1du30J/qsCPqph5FvodDf1OHqZahEEDQ8w95ww5zYdVjVCoBIj1HuJ8DxfXT+OtJx6Fneho77ZxsNdFAAOBYqBLp/IkRW+aYEhjj8/Zbh466SAc2B3V0ARRjvxwWJN92NM9/NhfewY/9mPPQC30cOfgO3j1xha++nyIF15mIqUMqBUogQfFn0rtinzGlSpYPL6EheNLKBoxrByJPykaFQ3lIhH/nqxbt7Zw6/YWFHWGWjVGuaSjXlxAo7iIW7dirPzwb+GDp98cVfUO/h0+9tufR6cXotvzMfO5U8ohUTRECTHQOUymE0kMalqCat0Sesx0OoUznWBjI8Tx4yHO/Min8LOnl96obuKFX3k7/rvfz+PxizZW1hME+T5cpY/9Dg2cE3gX/xR//FffijfW9XZe+8f4W//2AJ3DMcbDQCo+eHCnyEihkGcH/sy9VZJkw/I0reHJtz6F9/3IE3j7A6ew8v2SudjDp/7K38fHXAZUVBGAlQ/9Q3z775x5M8p488s4/p//n9m+VuVwkfc/lUCa447Snh/87/Htnzr75q+dvo5/8sMfx6+lNLfRIPgBfOKz78WFN3YM77+EH/tr/xu+eZSso1j0XeGGZ60Yv/Tr/xofWn+jRn4Nv/jD/wK/cT8xqAA/+vfw7e/bAdzD5/7+x/Dfvvo9v8f3CsAiIp/C//ybP433vgk3nX3NeOs6vvL1b+B3//B5fFPQ098VgkUuoUBD4UCwsEw98TlB8TdD9iusS4kp5Pti9pNeQXafiVjA5BjT6xQfQmgqTS3Zeyz43CNUJRO+XOyx5TC6UatieWEhw3g6rH1w4DBNNp2IOVU6WlnvJANvVYxu3CNnP2f/m4QrSfRmhbBH6eAMxyyirgR7WP9D8ZYCcNa/ykPOfTFYahe/K7jd73U9yk0zQUUzUabqZ3heQXUS63x/EH+vA/QoCfpdYu/914ImTiYNS0ULjVpZDBn9Xl8WRXY9p2BjfREPPnAaD50/KftpJSFZZ4TZdCgdh0Tt8sw6GvQxGvZRrtdRadSRo3ueVjNFh6aT6mKJ+JsJwA5cJxvyEgFIweHsiVM4c+IkHvor//D+RfW7//SnMZPqnUxE4D6DtCL6Fym++570oEAJZji3No/z6/NI3AkGnTaGxPfSlMGUYmpgSOMoU1x2AXbJRl0SokXkaYyhiO67SDyazkNJM7IflqkRkqko/nKP4gU+xj5FxBkm7J4kdUyxZU1CFWM/xYQksERFmKpyLbC3WKXxmp2ObFk9wi2LC0/85SSQcYAvN6y4YWkWkMS49AzLifG+CTxzNpDnJpDp+73RnGXItXWUHubP91uk76V2qf4d/dNMsMloPiIqy/4kS5RnHpAjEfjoWs9+3dGv+Z4U8L3+30yQ/rP45+8VgSn+/lm883cTw/fe8O8Vh+/9XveoWhQq5RMypcjBFH+EwHfFFCLp38iVVDD7gfU0kERvWecMLoAWB4L/Hs5mcIIAbsz+00hqlGj0K3BGoqVoFQ2s1IuoF/JwxyN4k5EkXYkSz9GYVaxC56GBG0CE0I/EXiPNEsD82SSiOPP3yzwk+1iTSYH06fLaIqKYtL9c3kberGSCPg3LESl0IaZeKCYU27JQK+ioGjlYKqSXlCYKNhhwceZHHLHC64EzkPsCcISE7+dR4luEc6FwZP3NIgIfIcuJz+drS0tRnjRG3vcqgwwqcjppBfKVmZBNfrAY2FVErAiJ+H2EIgLz2xFZ8IhEQPHPleRpRgzgPa7Q6EAksFyn3Ber8KRPmEI8qXgUTLNUqXQgH+H0efxkclhN2CcbinGEBkzuaTihk+uCmCoxzSeYujPBL3MWQ6N8gb2TxPvT9KHRAJ5Hyy5gzragEems69K7PPE8Ea3ZV2zpOay0yliZK6NIWh7FX5prZwHCmY+J42BMfD9FfRIg7tsnjoxNFNXZEaxzZs37ihV8sWCBLSMvyWQupnpJSmAsU0xK0rGbPYRpHOXnEEVyN1bhRgxsAI4Evfj5k8Lj/JIzJpa5NCsot8rymqQRw0NMG9Lk5Mn74Ec03dowSjYq9RqqtRpq9Tpq5QpqlQpMjYhc9pvzocJzTDbf4n3MMwCfxXzGcOankLQh97S42Y6eb9+TdqcALF9/tIRywVeJnyNaRiU5Yo4JpS4ipe7o2ksj5EJin10ooQ8l8JH6HlIawNRIQmK82VJ4zIsiSoj3JTWHvcWmVF212wfotA/QJqEqPiKKct8RpNjqhdjqM1HiQImn0EiPyXM2H8nrxGuB5IfxjKbcCkqlOqrFEsqFAop5DYP2LgaHu8ixxqduwLAyRC7N9e0dX1a9aaLWMgRvvt+bYsI37ejz4B7RgvteW8imJubrFdRsCwedAfY7fZmt2eWslojXEQNdTI/OJj763Ft3QwnNMFnNzxYK0ew3zV5URShXOaG3KcAEUKZMKcZiVqvWdUH0ri0agkteLOdw88ZIVmuljPWzTRGrb12d4NbVMaJcJEJ2TNKpqaJcNbDcKsLWdGxfC7B9PUChFcOai2FoOvTIgkZaX56z3wQ/+OxpWQebHXzlTy/h8vV9TFSISMT5HnuMiaa2qrakZad9D9HMxzPPlvHMW0tI9l04V8a4sxPj5W4ePVh46sI8nnpsHl99bh9fe24f/VkgAnWplsPD50w8cq6AYhqhyOq/SEUY5TEYRLh9e4zNrSnGgYZxkMODjxbwxFsKWKursGcRjHGIW4cebh14uN3XcGeQ1YU1yqzYzAioDHo9/HBB1nLNQkOzkAtz2Nn3sLvvYeIpmHpAZ+DhsDuF6/tC9mLgh2G00SjAeAywxYIPCauqolTXsNIyZW3terhyy5GzycZ6QUz4th2gaIVSuzXoR1htFPDw8TIWK3l4Qxf+0MWdfoTb/Ujop/N1AxWbIRrWdoSkQrPaFd2xisMh5/6KhKtYo1dUTVmkrg6HLuwisHZcR7POGqgAs7aPa90Y1zkPVxXErHK0VKxWdFmjsSJroWHg7IaF+Tr/3CnSYIbRvo/Rno9X9oBv7wHFagGPnSvh4ukSMA2AqY+2kmKPiWMzJ2RY7iv77TH6nYlgg7f2aPIt4+wTDbRaJpxNB7PNGXZ2Pezuck8WY6YAZi2PtdM0cpuAE4MPKAYDB13qZSrSnC7EBd10oBszPHjKxOPnLZxesLBmW2iGKuLXR0heH8N4uAbzkbrUUjnDAPt7Hr7w3BhffG6Evpagn0/ph5LgI4mqc0zwl02EMw+h42EQRujxuaYDRVvF/FwBH3j/w/iR9z+EdGcbo9cuA7MJrIoFgySYuz6w6eHuNIfNqYaRGsE3fWimgmWrgmW7ip2tDna2O7g6CHCJHQX1Ap55eh4XH6nD8KayAhrJe5HMQ+K6jlzLwKnFsiyGQX1/BtDUXWXtQoDhXQfDzRmu9hRc7auyP16Ys1Gr5GGbLmzDE3ouNTVubPKlHApVDeVmXnq+9y/PcHDZwWCQx2hioEtSsBeAJ6an3zKPp5+ex1e+OMTv/14bt2/OoJSA1K6qOPtUHmef1rG5Fcji55ZZIrOc+FpVOsjYZUfUJXn6dWLCFGDQ9zHg8HtIp0iKcqOI+lJZuhMo8ngzD0oaQE0DrMxZWF8uY6lVRqtelVjzYXcbB71ttOZqaM5XcTAJcXl7gt02u91SzHrAmQ0LpzcslGsKNCsSPPC1256kDcqmgYqpY6mhYKWpYGHORK1hwy5b+M6tqSyKtRWrhIploVIswC5owvUnzrYznKIzcrB3OMHu/hiTqS+9qTZRbTUDjSoToKm4MfxZiNk0gusc4XRnmcM04dCQ+ycO8XUiKDRZTDyz3yoKKATlhXWfNwPkC6FUTWlT9loA801FYupnLhzD2Qsb+PwX7+DzX2JHlotwxg86FRsbOaytaZhrWWg1beyNXdzuTTCk4BqYCF0d/baDXnuKUimHRoN/niaJEh6W2HvKxCzRz1MmM0OKYdmGkuJvs6Wjt+Ojt0uHWSyOaAp2ts1Fh25JcLbSlVwKoOR9xILJCUAi12ScwnU0uE4OxXIBK8eK8tD13EhE4MP9CQ73ptL/yUMEK0aKlibO5sAlKplClCpCNoXzvJmISBl5AULXz4y03FjmDCh5G4rEwT1Zq0tlbKzVoWkReoOu9CnEeopYZwc0u0aKGO5H2L82kwGo9LmQb6Bw4kTif4KQyFYTMvAv1zIXJjdufMjYFtCqaphvaFjmA3qhhKWFIqr1eVTqCxi7wM3dHl6/0cOXvniIL3/pEIpP1jTdcYDeVMQNlTA1ouZRzSeoailm0xi9biTOZvZOaAUNiRYhycWwbQWVIl1OCtIZE34UMxIMOzGq8zpaawZUoiQoJLrsombqlp3Lviw62hKGuNmDbFjImQVJj2iGj5zO95ed10zd6WjO5THrE0lBBCZ7sihqaeI25elg4rgYO64IoFmXc3aIkgNuRqKFqVsi3HAoxJ4VcSqSEBWy01o7QsBx2JJIHwJRouVaioVlW5aqcDObE1TH7uYUh/sOlKNObKKEVFXHpJtg/5aPSS9GZcFCZd6SfjAejhzHx3jkYOp4WV0HKzjEdJGHyRRmKeutlRkFMcu6JYt4R0l5ywEsEOcvUwgcVtu2jUqlLL8HeyIEGZXjStHveRj0XcFN8OY38gbmF2qYn68jjmaIYxehR1xuACNHpMwy6uVWhsPvDTHqOxj1Z/JezB/LobqQQ/cwQfcgld5vt+eiXFGwfqaA1moOoeLJShOK0Xn092O0tyKMOqmIIaZtojlfQXO+jJxOvBXx7ByAs6cYklJjty8xQkhDlIoaVlbLWFosCuqDK5mEiAe+bCTnGxUUSybGsYNR5GDSCTHpRHC8GbzYwSRw0Z0m6E2zlG1ZUjlMpSqCgG/vRxgOeK1qqM3z/c/EZeJhu/vAsHM0Y1WB1TUFx08oePTCIp552wOoVOv4nd+8hN/+rUvSJ873UvD0FtN+GmbdALNuiBPn8jhxNo9jpypYO9GQA8KffG4Pzz3fxsKSjvnFPMpWHkU5aDJpbwCxhss3Brh8fYCVBRNnT9jSnZJEnBAA+YUY+cUY23cC7NwJUCoYWJwvomBquHxzhMs3h+I81pUUBZIHikxWKOi3PYy6AVJPk6Ub7BmiYSJFoIbSkVpr2qg3i4iCQJ6Ls2EEp52K44xCMTHF92hrWWKFyScONrMuYJXJGSPrJZLBVD5BvsBUGAVgA9HYgOKGUH329EhzDRJNweoxGyvHLDywXsfD601Uy0UEio6BF+K123dw6c5ttDeBzl0i2A2sHDOxsmGg2IIsf2TDG9lwB1M4vTbqdoynHp3DYw/Nod5cQL21gKE7Qnvcwc7BCK9dGeHWXQdzizrmFg1sb7u4ed2RjpzGYh56IcXujoPdbQf5HPv/DNm48bDBCoLHnpzDxafmpEqivR/g7tUhbrzWQ62Yw4c/vIH3vW9FDDQFPcWnP7mP3/2dbbx+bQRHieDlY9RXbdRXLIw6IbpbHpYXq3jHu4/L9f61L9zC1754G+WCJuvYqo7jx3SsLLH6IHO0nL+4inOPr+Bg0MdLr93Ay99p49K3Yty9quL8QyuyJkGMNlH2oylGnS6c4RB1uvRoSknYgQ0YBR3FZgFWVUfeipC3QpRLJVSKJeiqhVxsAsTyTuNsxUN40VDckW7A/iwO2w0ZpLgcHEwddPcm6GxNBJd19qE6VjdKuPZ6D9cv9fDQqSaeubCM02eWMbe2DK1o4ur2NVzduoYwJRaRPUW+UAToKDdyRRHL2NNereiC33Q4FJ6wR1jDaKRge7+L7f2OCM7VioaFOQvnTjdwbK2MbneATmeAiJ3buRIN8dAsJr8CMYAMDhOcOz+Ps+fnMfUc7B50cPduD1tXfWxeDaRrtGgm2DjdwoMXjom7/ttf3cTVl3exug6srSnY3U1x4zrHe8DCSRXNYyoUIR9o6G7GIorORpnJTp7fC0BlESgwiWCaUmMhKU2EyNsJtGIin+d8JpFGMiOGPU3lWUiHbcDXneVKFOzVEJoWi3lIyydCUyAGmr2y68fqcj1vbvWwtz3F+CCPCQVYYsEmISrzBlrrFhorupj+2NnuDzT4/TxMLUa5GKLZSrC6kUNjQcGtHQ83dyiemMgrNpJUgRPN4MaedAZxtW8G2L/kwSrkceqxChZPmmBDmq9MMWybspy9CLsvdO8P7c0Tayi3iii3bDHxTw4D5CMNy60KNpZLeOdTObzz6RyK/DsqMV6+McGnnu/hj77Rl76k2STB2bU8LpzW8fjDNTzx5BJOnm4I+pzzxxe/uYsXv7WDQrGKjTPHYdo6rt14Ddevv4q3v3UZ73jrEmo1ItFGODgY45vPT/Haaz5a6/Norc1j53CKm3cHuH0rwe5dC/tbFix28JomFpddLK9Nce5cEY89tobF+QquXm7LOuh3sd/rItEKMItNRImNnc0Uu5spLK0qi+mQiHULIgCHKFQ8RNohYu0Az566gPecfxZeJ8A3nnsVL7xwGSfOr+HEuXX4qY6Rl8P24QxXbvWw13FglU3YZRMx9ymqJoM+0lrYMzLvtTHndfDBv/w0PvShpzFL9/Hyrefwyo1tvHzVwNU7JnJ6BZpRQT5JkE9CFA1TxPV6pYHWShNNrmqKZiXCXI3p9zJKlobxqCfrM3/8TXzmM99Emk6wvKxirmljsXkcC40NPP9cG6f+zh/go295cwew3/5t/Myv/gH8oIgEFSg5ImENSdSFiVDU0O0d4KCzK53MpklTRITO4UTE2VNnFJw8DXzkb72A9y8zW/X/zw/n9ifwE//H5zPTzcDHoBfCmTBdR+GXBl0V+tlH8OF3vgXvfvgUjq820Srpb+78fdO3s4s//omfwc9PVEwGOcGe5z76T3H9+yifoxd/HY/81Gcz1GDeh6YHSFk7lFhIicYWms7fxGe+9CxOvPHPmb6Oj7//H+PfxAUgMaA+9t/gq//ysTenjP8/v1wH+A/v/kf4B/fVGAAf/JnvLwAHd/Cv3vfL+Off+2fdE2iyPK/8myd+9n/Ab77nP6EAf8/X+tMRdm7dxbdeeB6f+vJr+MZBLMKMWAdUpmaJXs7EC+mVJHZS0pHs5MmMTorIYTQOhYjYpxl4iMMZcvEEuYSTtqPzHN9vEbzopSACOkToeZIwrlXKWFmYR8kyEcwcESidyRjTyRhenMIjlYa9rIYBnYfVI/mBAgDFF/YxsnKEoh/3aNR1+b8FPc200xHqh/UtPJcI9vlI/L3PxD5K/t5D4maCdfbMkHOQkIOyftB7wh0H7T7/Djz8/Dl+SK8407Bini/AtkwkFMZiVkl48BwXx9aW8OTjD+GJiw8iCV0kkYteZx/dw22USybOnTmB+VYDnc4Bup1D1Bo11Bs16AZxbnkoxEAruvzMZ73juCIA0+wxGgzQ2duHMx7jyceewBOPPYkHPvhz9/8Gv/ULP40pxTc1E/2lQ5jXQJ5VNrYIPLNhF+6wgwePL+Gh48swWJQ0ncCdTuDMfEwdH7tDHztDX7rWS/UaGq0GlhbnsTDXlAQnhQ9/MoQ75DOIM44pRhSpPSJUSVRhsJzGUAdK2gMSRwQHrkSryOp7CtpOhLYTYxCxK1DB2E0w8vj+6cihgBztnXEeWqKioLmwcq7MATwlRagqCGniZ/qRBmFFkxABiXM0ZTMUQFGX9DD2CvPruGS2IVLuUbJbrm+uo1T9EQFKULVH6WPeRxQds2uMIg5NDTT10ZRwpBLfE4HvpfuOhOJ7ou49FLRgn8WEkA1M3oiIvvdmyrVGzC1TsUdCcnbOyDqHvzcJfC+1niWLFUQimmcOcJruxEBDhLP82exYzGqX1NiHGjjIJy4sxYMJF0owgRKM4QYenNCDF4VwwhAu8bZEmMcBdCWGocZoFg2s1iuoWzqC6VQWZ0kMLxSKNZTrc7Ar1WyWxx7RJJFlEv8MyOKnAmu7+D1J4pvoZBGAedpnQjfCYDLBYDpBTmf1WyVL8yecBUQS6HCCGMWCjaJloV4wUC9oKHK+ydqrmY9RAFkUeYmS525UEpZhlgB2iR0+ol1lrehEfmcdrYLwJV2ZJnYR7rIOdQoEOdb+cF7CxTmHkfXcEr0sKF9uUXkvMOmOvOxJBn4gInCosiovU7j4HnN2MQtDeb0p+kpPexTKPEAML0emfpdnD9bJ8ROcZgfBH2eiF82oDOkU8zqK7Onm9xrz98tEZQrCMn/yA8Eax2n25wZxlshlBRyNdBR/MzN3AjXwobPT1jBQZxKVaV3TgKJxppqTX79cLWKpUhL882LDgkEFmn3IrJUaOpiNHBxOpzicTMWMQuN0Zl51GFqrAAAgAElEQVTg68ywB3tafdi6jhLxwRTTaXbnOV7PKl742hLznJc++gLyuQLy7GjX9Sy8QiPAzMd45mFAVKsbCoFgGCYYUoQvlKEUq9CKZRSqDbku60ZeFueX/OyWHuIZySi0qGa9z7X5OdQWWlK1QvGX50POB+IwEMOJ2FVFAM5mA0KLkHuXtERN/jkpBnz+yr/jtSQo7KxKgf+M768EQ2iIZGVhQhQvZNH0JIEJXoe5jPjHWaRu5iXVHzJl4M6QDwPoYZDh+fnnHVEFWYQXqey25WyqizTpCdrfZcZdM2AbthgZ/G4fXreP2Ggg1uuCKOZcse8GuOUouDVT4IzbmI47iKIp4tSHF/sYeqGscUBDj4pafR6t1pJQKuycCtqPRgfbGB9sw2yZKK1U5NrxJj78SYSQCW1XgSW1fgo6PQ937zoi+pF8Sv8IaXhFmvyJU9YVqUGYq9RQMm3cvH2IG3cOxGw9t2SjUJCEirxu45ErNMNhP8ZgkFUTUITi+6pZWViNcwB+VGoMZ1Q0qZLk2FrzgJlLQmaERjOPtfUC1hYMrFY1NAsKdrYn2NmZoLZQxNJGFaNxgutXJrh2dYI4nyLJA7FOShRNXyZW58qwNRO3rkW4fS2E3XJlUV8aHZK6YOCxCw1ceKyBB5aX8MDKIl6/tIc//JNXcPXugdRZmRUi2z0EkYdcUUO+rCMkSbMXInESvOudZbzzHRWMrznYfX6EnXaKHSYYa2W8/cIS3nZhCZ/83C188nM3sTv04LHar5rHE48U8cTDRZSCGOWAxDcP7a4rqODXd2Pc6aSolQ1ZDzxs4tGLBpb5vrAutB/gRsfLVjvFjUOatBS0GqRh5jI0v2HgwqNFPPpIEQtWAeVIRzhK8drVPl670sck0jAJNUx8BssCuCFnIL48b3jmmE4T0TB4qWuGgmKDFVwq6raBuq1jr+/jzqEnAtvZU0WsLeWhpXyuOTg8THHYBtbmSrh4to6VhoFwPEQ4HmF/lmB/xoBSDrapQ2Vv/ciH74ZYbmlYntNwZz/G5Tssk8yhMWeg2TSRm+WgOhr6PReH3RlaTQWPX7CwNq9h7+oUe1cdvHIIWWFFRWk1h0pDxTLFSYbIYCNAEcfmi3hko4yWHWPSO8Co18HBVoj9zQCvtoHvdID6nIlnHy7hrQ9aSHpTJL0Jbk1jXJkBfkFHbaEkFZCk6E7HU3Q7KjpdFY3FCk4+2IRl53HjpTZuvNiWgAH1Axb1eAhhVlWsnyThzETqBEicAMFMhe/m4IU6gliHF5OWO4QfDHF6BXhwQ8WDx4p4cL2BNaOA6MUBopeGKL9lHqVn5jFyXezdbOPu3Qm+cQV4/oqCThihG0aI1ax2b75ZwGOnF3BmuYata21Z+06IfT+FOa9h9bSOM49U8N6nH8MPveUiDl+/jKtffw6p18fKegmtqg29r8Ho5RH2dERdHTd7Y7zca2NvNhPqHFcnctGOPdx1YtwYA3q5gLc/PocnHqgiHncQT7o4aEfYOWDvuIL8Qg7VVQPvPn8CP3DuBKJZB6P+FjRrhuqGLnTHg5dG2H9pjJfaOl5qGyhYGo7NsTIXyNdm0GquhGXzeV1mdq1mHoZJ7D4rXUN8+8seXvyKL+bRhUVbqnC7notJGuLi40t47OISPv/5Ln7v3+3ixvUpFJ73Gy0N73xvDe96bw23NjmQcaQsmc48P0jhThW4U8Cjw8lNYdJ1UmHJMoRl7gyibJgQA3bVFkQf3S9EgPmBd4RoibFQM7HctLDYqGK+0ZB06X53D/vdXVgVG1bZwuEoxs29GbqDQHjkih9jac7A8pwpH9ZEJE/9CJu7EfYOWVStSQp4fVnD8TVNIt+GSbeLhuu7nqxwpgMBu9UKqJQslGwDusUHHTCYTtGfTjM08jQURw4FVyZo7aMOX9/zpdOBmz3pGaCT1FMReXRgElQkLR1Z9kQhepapD10cHCwgJ1KKrjfdUJHS9pGPkJsA6gRYrGs4zvLuFQsrJ+ewcmoen//SNr7wpR10u3yoKigVFRmGLq+oWW+GZeJgRL68K4Xhhs4Ni4HRwMFoML2fAJYNPiEv3Ijx4c/NqMsNNLe/RwisvCpDH3bFzvqA0xdPmDieiGNm75aiRKgUy7I5IYoOORfQyAug0y7GoBOj3yFXPStyJw66wYcx03GyNQHGQw+jkScHGh6ceFi0LU2EHWcUw2FfKXHWowSBd4RbIjBDXm/ixzJMF5XjhN0b7BihqJRnQtpAs8Su4kjSDOxtKDTysOqa4IK56x+2I3S2sgRwXssGwBRPKMbrBVU2PIaVQ4EY6AIt3xxkhDDY1VtgElqV66FY0FDQDFiagWq1ilqtJn3Vh6Mp9npT3Nl0cXfThRrHyPHwlguRMhXF7LajwXFyWGzmsdTMi3Db6YQYOdxGsc2JTuKI+SWYOmCbKhhKSIjhnWaJU95/lblclmRSUknEckh7T/UUxz0XBa2APGMmpRkp06BbAQz2EOcyv3LeIH6EPbc5JE6MdBbBYrdImYNEpsV5T/jCzR9PAzlYSgUWB2YaU1EZ0s04comyS4ZOU8G6hUyfZogVYmm4aaUgRrQmUclEvlbqapYSLGdIYCY2nHGKXidDiGt0DBM/w74cOlzHKQYHIbwpYNdNFGscamS+xYDuVm70wzjDeOaZjMs2akYhhl2J5Xv2iGrwKQBnhxl2ifD+4d+L2PMwnAlSOqGjOE/2vi0bOPafE2ekGpqkukMm+CiuEknGvuQolQMS+8q4yaMAyEM+Dw4ccFXLNZTskiDkKY4PuxP0OmNJRlQafA2I2NcQ+Bo8fvZOPaEU0JBgV6gBEa1MAgF7gRW4jgJ/RoxqhmbmD7tkyeImJnP70YnL5Lcm/RVM2kRBiCRkpxEwN2egNccHCa9lHek0Rkwrs093L1/DHArswWwC4TiVxQOoUWT3UoqrWyNc2xojn/rQ0kDeZy1vIo40TIcxXCdGoaLAqvB+5z0cIXBT9A+BQYd9p+xPD3HylIkHHrJw/qEWzj+4Bt2w8O9/5yp+73euyjXKxc8j9q9w8OL1Yvi9GIvHVCyt53DuoQYefmxZXP6f/twmvvr8PlotHXNNHZbBDig+q1Sk4RE6bhyiNwmw1LCkH6WQUzAbezJ8MBZSGAsUsBN09pm0zKFe50FQwY0tFzc3Z4LOYl8jB39MQUgHUDfAqBcgZcJKEmMUgHliI1Iru6uLZQPFinFUC6BIT3NvK8Ckl/WCE9d8XwAW3CA/u3lPZfgmjYdmRq1zNPSkR2ajFLqZCiI/HquInQgJGfI8PBIfXNKxumhhZcnChbNzeOL8gjxTXr/Tx63dIYbuBEN3DKefYNpj54+FZquEUt3ADGO4ILLURDQxYOViVAo+ji3kZJPz8Nk67MoGrPIGNttbuLFzBZv7HdzedrFz6MuBn+/Z4R5NHTRm5LC4WkCppktNwGjEFFGW2OFTggdW4u5PnSnh9JkS2ru+rHRmQE+KWGrZuPikgXMP5tHvOhj0HLz04gTffH6C3cMQHu9hDiftFLlilv4kArhStrC62oJpGrjy8iGuvHyAalFD1c7j5IaOUyd1nDxhoNYwUasXkCOxwTZwc3OIF76zj9u3p5iOdAQzilINLC41MCAxpD3GeMLB9ARx6KFWslEr2zD0DIFmWCbMsoG8xYO1K4tJ1byqwGSntJp1lY4nCsZToFjzUax5kov1+VkQcAjINAHgjB1MJ1N09x109hwxk22cbmBhpST47u2tARqFAparJbQ49J1vIG/p2O3uY6+7h8X1EpbW2QXILkXWBrhwRhpm40xM5eLzJFH4GZNieKhieAj0JyP0xmOYRoqSnXWqPPJgA6dOljEejzAajzGiQ3JqiAmuUI0kTXe4xRXj3Ok6zp1pQDECTMMxRs4Mw7aO4SETAAlMPUW1xo7nMsOUuHmpj/3NMc6et3HmvI1r10d44cUuBlMPpXkVxQYHC1k3YH8nRuduJGangpWiVM6hxaToso1yhXtU1hGkiJmwZoK+ECNnMUHE1zSHbicQ9BgH9S2SMOYEvkcnn2DViJ7jPkDXM3rEuA+MB8DqahUnTjcE6Xpw6GB/18X+jQj71/nszWgo5ZaG6mIO5XkVeSMQDPT4UMHkgDSYFOVSgkYrxcIaUF8A2oMUnT4Q+DpiHo7ovCbdI+RzwJBNf/dOiMOrnlAbTj9WwsKGDid04IQzDNp5eV1nhxF6lyb3h/ZzF08ILcQsF+CPI0wOPBRQwJkTazi1MY/V1iFWWwfYWC7ixGoN270AX3i5h8++2MXWpo/tTR/PPFrBX3pbA4893MD68QZqLRv9sYs+D/IHrixe49U5A5oRY9A+wKBziDOnLJw+aSFJPHQHQ3R7rhwe+2MVRtWGUbVw45aPS6/PsHlHRb9TwKBroVTMiUt3eTXE6nqA48ctnD6xgKJdwEsv7uDFF3fB5sCAWHCLfdBElRvYuZti506KQq6GQq4OlftRPrNzPsySC704RWp0AaOLt5x8CD9w7i0YH0b40tcu42vPX8PqehOr6y00WxXUGxV0Bz6+c/kAt7ZHst9MWQOQUwW/Tx+j5wH5NMKG7eK4NcMzbzuOZ549jpG/j1dvv4wrmx3c3qlh+7CClP0iqgUtSaU3r6AaUq9iGSWYxbysMvviy6qcYeaaJsolkli6CMIuLr9+F5dfv4MwcmBbkZydyuYySoUVvPqdCZ786Ofw8WfeLAC7O/8GP/Jzv4Yg5L3fQE63paeQSy+YyJsmvGiEmd9DAqalKZj52NseYnd7hJVjIZaPRfjoz9zBm+pt/xzi1pt+6eHX8cP/9Ddk+Mh9Ca+h0YBIwpP4G//oI/ibbz+BE+wE/HP/2MWf/u2fxs+3FRzucH+Ug/7xX8btH3pjehnY+/LP4C98fFfuf+5NiNhWUkKuiyIYMk2UpD+Jz33lbd9XAP4n7/84fi2hycSA8uG/h5f/9vdJCv+5v/97XzDDN//3v4sf/0S255b/+iATwN8nyTy9jl/8wL8AgdH3gqWUJylE0cSaIZ358zn84r/+r/CBtTcWOf+/f5Pjgzt4/ktfxf/6a8/jOkWqo85TDpYzwV52V4JrFHyu6A7cy2SnYtaMUBjgM1KNp1CjqQjFTA1SulDA153TaJayh0IJswwdJRowS0X5e0xGY6GIsY/Oc134SSqL1Ih72P4s+EQhir6frNtVdKqjXlW+BhyU+BQoODDi+8slZB2mv7PwVIZ7zl63ozDVfQyv5Hcp6GQymQgsHMYLTpfiHIUTIqlDmmkzMe37/pDXKHtf7ol098Q4EodKZRtFMvuE2pTAnbpwJg7mmjWcPb2Bc2c2oGuppDOI3p2Oe6hXbZw5cxyL801MxkOMxwOU7QJKNvsSiflkTYyCdmeAdnsgw1OzYMp7yL+LO3PQOWzLa31sbQPH1o7j3T/5S/e//V/52H8tyTdJU5KmRMRqksiso1AqiUgUzybS+7sxV5X+VpsGTopMYSAmXRp0u2Mf3TFN5DrMchGmTeqAiULBgGXwc9EQPGsaUUzy/x/W3gTGsvS+7jt3397+6tXWXdX79Mx09+wz5MyQ4iZRFCmJsjY4FrUlkRNBSZxEBhJAtgEblOI4RIIYsQM4QSwZRmzEVixTqymJFDkccoaz9Kw9vUx3V1XXvrz97ltw/vfVcMAhgijwEB8aaHZXV713373f9z/n/A5GoY9JGMp8iQliMXCxnz0PoaX7UJIREkkVqchUB7niYJwqGMUFhuzKKzVMSg2jsMQwAqJUR5qxVsRAlukoSHIoGVSIkDMBzOtbVZHT6CDvayUC8yon+lhSjmJ+rvbhx6IihUWp8p2FvUWQmfUlH3cOyzTkuJ9X7i+8TinusFJi1rs7+zffMyQcC7LHKPhjcWuWEv6g0Cv/hPz3/uuLguPxn+Vs6HsTwBSAuY7/zPdiywUrXWrIGXiQdD+7RysRmB8X+byxWoNdpMSrFynULISRh7DgwyqnUJNxJQBHU/gRUZAR/ITkPIYJMiQZk7yliJ7duo2VLjuAHZRRJKlD308Q+DGcWhPNdg9esynib64kMnPhok2JXYk2l/Tpsh+VeNwqlS0Vy6yCYipHAUZ+ZTKgg1E1nAp3rHCelWHoR7KYxDR1A3OujZ5noWWbSJJM1iDMMYwK5BTTKbgpilyrTIJyhhqwpko6gDmzORaAqyoqEYH5vczo9CLk8TUk+Y1JYEkAcw/KfWRldteY2iXOPFeg5xT4eEbUEWQFjkIKwIkQGzNJr1Y/M+9EcV4lFCVlTLE+I1aYpicK0RXVLUoLxOwVpsGP8ytek7P7G6l7vNexDsnlZ5d0NekSVmCxHkChqEUiXSACOLtEeX/g3JGIbZ3fu6HKfNLkr6QIEN0NoGW7suTmYnDAxBskTb4aVts1rLRqWGhSmOP9gQKoAoVGnyBF4ifYHwfYm/gV+nOGWq/g65wh8l6SoWbbaLnEMfOTPBOAOfezDWic65BayE841bVCl/eMTyc/ZI9tgmmUY5oUmHJvnkFWTGy2qsOoN2E12jC8GkyPtDsHehhBjyK5b48n1bOL4i/vJ91eD53enAi/XET/k+RGM1WWco41e18otlLIJTqcz1oRfin0VveKKn3PRPhMHOZ7nVUzHhGMJdlAkbeix2UFMcWpGFm4ZJbNLmKKxPw8cKbHvaFtSLq7DAMUHORJ528g1x4NCJJAZr+yWiBWMyRKDC0bQc2H8vVofqBZzLEpqKvI/ImIyYrdgWJ1kCQ03waYRgm2ExXbCal8E0ThBNNgglEwxTCkQJzjKMqrJFtQot6aE8M5KXV5FKIMSRjwYRYBnIYGt2UgSgoc7nHenMjnkft1l0m5uo7A53yxkCqydidHp5PJvcFgPYVUCemwTUvmoLpuYm3jEHc3DuA1SJSrKpZ4k+cMhfhfLp7V49jExC8wGJFcmcJi8IdwAjGVASbnxk3OBjXoSQ6N5uPZLJ4VLydXDJycN3CCs2zbwOFRhIPDSPpm610Dg2GO2++SBBQh0XRBlNc6Kpo9BTVSOfnMSDXsH6o4OFDgegE818dkUmBvX4GuWvjIY/P4yOMLUFJT1vr2EG/d2cHBaAyX6WmHZI0EWZ7Abmtw5w35/sN+ITPoJ56oy+pfD7D+4gg7RzkObAtqx8NHLy/ho5cX8cfPreNPvrGO3WmEzOLsT8el+z1ZZT9F0c8wHSboDxPsDjOsj0rsBuwqZsLVxJUrNh57zMES07CHCbAb49ZBte4eAWtHqhBg3VopZ3wmdFd6Ns6freH8mRqWay7mVRvZuMQ3X9rFc9/ZwyBVMWAQjnMDS5P7Eec2kymJtUAcc75LbQtwWfW4aKG3aMLReZYscTBOsT1IYVGMO+VhaYE1A1NZnKFwdeoU8F20PRV5NJU9EOkjXKK16KqcF/f3M0wmnItYsu5upHjzWoy0VOTfnJs3hWoW9kkwSmSdmDfwoStNrM6b2Hh3jI1bE1w/gqREU4bzFjWQ4tspc3RYydJoQqs3cXbew8PLDnpmhuHRLoZHhxj0SwwHwM3DEu8cFHCbBi6dc3CZZL4ogRfFeHsrwysbGfrQYcw70BoGctm/E3fNGb0Gr+Wgc7Imn6+7b/VlGZYt+0y2YIdFDNMrsbzqYn7BRjSMpF42izmD1ZAwrEaCKqvJ1EDWSrfEmXngymodT51bwFnPQ//VA1mNx3qoP9bDYBri3s0DbGxM8dY9FW9uKhimOYasfNHZR15ivmvh0bNd3LfQwNrNMdZuTbAfxjhgj/x5F499uIsPP9vD5WZH1tvX1vGtl6/D0WM8faWLB5dqULcyKFs0Qis42FPxdj/AK8MRtqIYDufiho7IzBEZGUZpgUEIwcNfOdfBhRN1ROMh4tEQeyNge6QitEvo8zkaJxX8yMOn8JmHVkHBbdrfRkK6Xk0DM4O710Ps3ggxNeuYGnVJqndqKVwvReGFKD0GAFhH4aFm61KVQVLswUEi19butoqdbQXdponlBQNHfoY31328uxvjQ8+ewIeeXcZzXz/E7/3uJu68OxVSR7m8bOPnf2EFX/j5Vdxc6+Pmeh9r21Ns7AU4OEwxPigx3i8RpiWClD2gCuw6H5VA2S9Q0rldVcbBcByYjivJp1JleXoEJStltUwdXcfAQrOJpfl5QarsDQ+wNzhARseaouJwXGB7P4cfZmh4GRpuCs9UZZBPIUC1JFiJo4GC4Ug0SHHKnTtj4f77bTQa3HzliOIMu4Mce4MCh9sljrYVKduue66IwK0ekRAOgmQqQzRuCivciS4OMd6omSBg+nc4nmL3qC8bGx66GIxUKK3nhmAuFMWSgV0YRwgioq/Yk2NJabY/DASlQYHHchXpOonokpwJwKeXHVx+sI6VFQdux4bXtfHcNw/wzecPMJqm8jM3O8CpUwqWlhVkjMUnxAYU2D4qoBA923HQatvi5OUSxHFS9dQSCcvNkrihU7oSKbyU8vDmgYs3JrqkuTFRMwdq7sgDsOZZYl8aDUbyNefYiTBXR5xG8AMfhZKJ0MTE38FWgoMtihhE81JYZ+cqX0O96ud1KUJVB53j/lxuJB27EszGg1DWZECEdYZgnCNl6jXirbNCyjDdY3DWolOWpeN2tiG2NahUYCm8JBzuZiLWLJz2sHimhskowGQcSs/YeFiIiMqEFrtEa50SXreU12+uU4PnWhUxRyxbARQ9EJGFQqS4xzNFBDf/oIS/XyWYW02K/cTt5JIMtWrEWtkw9RyGRjE7rFJV4wT72wr2thVcuK+O8xdrMkTcP+DDMMcoACZMp3LzxA0Cu48ZSIuBIihQhGTyE7GpoTZXoD7PnzXHYDPHtF8IYoTLMAvoJq9RC7rqQWFP68z559QzODWKmxTeuBnkkIaHWQWOArgAFpY6WF6ZJ/Ecd+8eiLDAsxEdUnT6ElNrmBSdKHBRxLcE4Y1SoNvVgZhu/hwYDUsZmOvSv0uxl4X0QKurod01xUTCDu28jDAhgmMIRIGGLOYDhwIk08McilfGBaI1OZPncM6ybZg2e1UiJOSo0uVLfKDBbpQq3RswZRmEMO0CtUbVQ0oBnahBfl1+LmybuFmyBEv4/hgRO/hmKGWFYkBhiQOUDvk0SWBT1HEcuF4DrttAFLHXJRCDyHQaYjoJ0eo00eo05IBdDYHomK/Qhsei2OBwhINd9iQlsFRilA0Z+Hg1VzqJ6NJMmJxg32+Riiuei0kZIkcM25ByeMsxEI1DhGO2HBArpQlKnKh2prH4/VJA4OdqPKSTNUNODBRT5rUc9UaBxcU6FhbrUPkZmmQYHyTY2eRhpcB9DzVlmbkGK9OxsNDF8koPuuviuVfv4Zuv3kMcHSGO2AdDUb0FXWHZBC3AJCLwHkXxlwJ2hjhikh0YHZXyuhGh9eClJh5/ag7nL7axeLKJNFXwb//Vu/i3/9dtQWTzXMjPmKrzsAuk/VJWe1FFe0HBY08s4mOfOAPN1vH7X72Nr794Dx0iMpkYInWBB2w+u8YZooCbHgtOw8J8s4GFZgNFkGJ/6wCTyRjesgpvScVopGI8ZD9ZDsfLxC67daBg+4AHKnZzU9i3YGiedGvy9WUPO4kFdCbzHiQCsEojFBGzhbwvhqVibt6VbunEz7F1Y4KjnVCea0xQHhMfq5KnCkPJ64H3TpOYb96j2EhAF7hRyqGH5p1smiGbpohHBSJ2R2gGGgt1NOdrWG7ZWG46eOqRJTz7xEnpV/ryn13DK29voSOpZA8gsjFPoSt1mFpbBmR3DzaxdrCJkpj6QMXZkw4euVzHw/e7uHzawsUVD6rzIDTnAbx952288s4LuLu9ie1BjN0+D0cKpiMVk6MCY4rLNRtnz7ewsFST65RrOBliMB0JopfCFsWfJg0idQWj/Rij/QT3rZ7Hs489jjOnOij0LcT5lvQ8v/3WISa+jTitIc5M6a4K0wL98VBWvVWi0+NnQsVwoGBEgxMNa/0EdVuVdfGigUuXTDz0kIezF+Zw7sIcXru2L+vNtwO8fS3FxNewfKqBheWaiHPsqzzcG+Jgm30yoWCVqA21Wg20W3U0my00m21Yjg3F1JErBfxwJCuajhBOx3DY/UOsrMpNmo6jqY7zDxiy+EwkCpgms8hnb0mG0YAJnSmGJK70Y9m4zS220OrWEUSBVAGw4mC0SWe8ImYUfl7CKBbk0Uc/1cNHf7CHWp2mPh+joY93b0Z491aEcch0DOkqGtyOgTLV0L8DDDdK5GqKTGHnVAbTyLC0aOKJx9u4fKku+wB2Mm7tltK7nKtAa57mkxLr7yRYeyfBlYtNXL6vheZCCa0RQ2eNhzIHXelJr57GxE2UCGGCOKbxAZCGGh5/agmPfWgRL712B1/56lvY2B6gNJj+JZatGkRxXzrczSV9MDdXSsfz0okFLC3Po92LZfETxN77PFOgMy3vZBgNFYxHkA3wtTcH8IMIq+dUnDjFxIEjpiA+O4jBzfKqCoOfSxGA+8CpM01cfLAjG/7RFNjfTXH9xSGuvzhArdlArdGQfYXTTuG2U9ge0fs59tczHKxzX6Cg2dLQ6QG9kznaCyWi2EKUEHeuyLMwCDIZegdxDIsCsGVhsJFi/3aCWk3FhYcdLJzSMPYjjIIQ/X0KqBqiwwLhne8mzy7+4EUoHKibFsJBgsm2j4bZwGOPXsGD95+G338ZQf8VPPXwEj759EUQ/PbSrUN88+0DvHY1wNWrIX70U0v45Z85hSuXuzBrruy/1jf7WNvqo8VrvdVChgGmyTryYoy65qLOZK7tw7Kn2N4e4caNISZBgfmTXbQXmhiEAQZRgHfeVvDGVQ3bmyaCgMQYC/VGhno9w8qpEqfPKlhcsNBt1qW64cXvbOKF72yi3vZQ79RkwMDObKZNtu4q2Fpj4qcDW+1WgzxWC2oxNGcM3R1BcwfQnCGePPcAPnrxMfT3FXz1W3fx9RfW0KzraDZ0PHppGR96dEX2YS+9tilkl0FoYBDQCN9ObNoAACAASURBVES0P4enVX+1a6i4ckrF5VMaTp1xsXrWweFkF++s38LdnQAHo2X0xwty0E1ydiaiSvdkxI9yyKYjkSoVH5Zrwq3Zcm3wem53aNg7hOUdVsPivBTMahD40v1dJl0g6WBjTcEPf/F5fPHDHxSA/Xf/Ee7/iX+AKHGhGR3otgudxhzPRKfXRrvXgVPPYddIhmEXQSjD+fU7A6zf6aO54KO1OMUX/5sBPt37/61mfvAv7nwDP/L3flv69abjDFsbE3iP/zJ+5zc+g0vfy4v+S/2zW/j63/kb+Nt3gbXrMrOE/ff/Z9z7sRMf+Cr3nv9V/NQ/6GM8nohow32rptblGci9cZyScvQr+Oo3P/Z9BeAv/vgX8U8pAJcmlJ/5r/Dq90NF/6W+9/f/YQrAf+N7BGAmgL+PALz7Ej7x8/87tmZ/fQYZrgRgCgAzMVP+74WP4Eu/+Xl8dpW7/b/kf0kf3/mjf4Vf/N9uzNJrVSrpuK9UKmY4jJa0Y5WQJOqZSUeme/MsgZKFUNgzUURAHgIZ++mJfgyhKwl0JDi5vICVpUVJwlJbovH6YL+Pw8OhGLTTlNliWjQrGHO1aTru6yV2WaQveU4YhiFLuiw1HT7vqQHPDES8ZtWwWupYqoF5dR6qkNL8T0ykx2qafNn3mfRmWKpKYJ41C4hoXKWj39/z+4FXejawFww2xRhJI1d/igP4ZruGetMVVY2vq8++3rEP17Gw2GtjabGLVt0Rcxutw8TJzXUbOHv2JBbnu8gyEphi2OoMg2sQ/WxL/93V197Ga1ffxurpFaycWkG720KtXp2BBgMKxxPoJLPoFn7hv/3t9771//7XfwEpO3WFrlSV7lAEpgBsuV4lYNBYXObo0jjpqGiYOjwarhUFQRDLax8GGcKQVAgOZE3pTJyw2zkK4Qn9wYErZyyaZhT4SYwgSyosLetJnJqYae0igjbdRen3RaDh7CUpFBmkxaWKpFTkeZaqBlLNxDCiKKxgFKkYsw4h1hAkKnwuJvwSVkrNhBVJEVIInAn7FMJmRma53qtBQZWkFAG3OkdTUEwpwsx6gnUKwBQYmOyd/RnpUZXkXtUVLe+9iLoz1DhFC7qs5RL6rkHgWJitBOYZov74M/8+DPQx7vx7DQbfxThTLJqZFt5nQqAR5lgAlsv5feng42RxyWQHa99KGsLJGOLnjXQ5/hxValT6X3VT0rhqztRgALOYwCgm0DLWY7Gfuo/J9Ej6Naes+yLpjZjcbNbRrAPduoOTcy306h70nGhwmt1JwglguzU0Wm149ToKhQlEDr1yqQyzFBWOqsFWiVBWZJkGe26ZrK7uSSKkUbwwdOn5nAY+MtaB8K7JgILG42uGvcFYlnTNFsRS21hseJirObOqqRL9IEXfZ6qzqjAQ9HGpIWUtGhPOFFoVmkCla0CqoSQBPOuNFtOAVr3/vEa4LNbGSV9wAl323xDztaErYiDTiwxmqcEkqSKvENAUJw+5F4wSZIaBnH9J/k2Kz0zOUfbk21Vds+yU5ZLecjmu03BWLeKJ2QfKH7tqf67ucRS3bZU0LQN12xKDSc1lf64Fy9Aw9aeybyZumlVZIv7y3/puX5jg4xkV4b2pqSlo6DoafD+dugQlMl5PNBcUqQgwqy0Hq00Xc54hqyYJYgsmk/IUwDPWAUY4HNEYlIkxsIo4VF3PUlMACAGyReQy4+kUMhUGEhzYrgNNRGADec6quUKM/X5cJcAHfiIrKFREMISelWvsC7agUyjkQL7RQK3ZhGFZ8lpz7jPZPZA1GA4xGI8QRBR6SriehwcvX8KlS5fR7XbQ7XblnELhl4uECZ75mdZlpywThDQfMLhybCr57qef7yXN09TNq3sMvwaFfTETzMwjNMAKcaBIBbVucoZGc3nC1DYpHTlyQ5VlMAlt6tV1RvE8CBCPBojHo1n/eyYzXQZ9ClNBoJKakMPMQlnFNELO7lJi2Gk2NGmKCmXOp1kNaHZTao8yPofjFONCwVhMW5WB5HA0xuZBH7sjH4ehgsOwxNYoxtY4gVVvodHtStczqwXGg0OsLnqyHCOFoZBIGuPueoT9fgKzocCsA/Uma+YsqIqNIrXlGlhaiLC0GFezEz+TvmIDFR2DYiFfwe3dIXZ2RzCcUioUTZv3EAardASTDMGU50NWKjQwHOdYuzfA4cCH3QSchiLhL4qonNO5TQpkGrQ0hZayhhEIQ84NSiwvA8tdHUtE3zoOJkGOqV8gZzGrHuOwn0p1zvpGCb+0Za2eoVmevecZJgc0dGdIFQeJ4sAtp3BLH/1xjo0j3pcsfOLKPD5+ZQFv3xzj2o0xRjQgcfDLmiMJcTAZywq9HE0aolerGsl4WMr85/wFT9bBjQBrr/C+mGLIWX/bwrMXF/CR++bxF6/s4i9e2RESAceATlPD6ikbq6cd9NdjHK3HEvRiNd00KdHn5wQFOh1W6Ol45IqLJx/zsMA6tO0Yyb0Qt/ZT3NpPsDlWsT3WMcmATM1EBH7knIVHzlrodWqYp1Gk4eF0rYZ8WuCPvnoPf/jVTezHCvYjBUbDQWuhJvfavf0RDo9oRKwcQVlCWlQpNLQTK54E8pBHKDMagDL0p1UAY37ele/VMybw9Am01IGeOFJNZ/J2q3BWx+BeiDIn+p2hLu4JSgymnJMAR0PgySddPPWkg/U7Md58NZD5YG+Z3cIajnYKHO7k0Ap22Bc4u+DiqYtdwUzfvTfC3XtD3Bsp2BgrCOkAZBjTKGEHEewwQm25Let8z8aVtoEu0cL9fakESQoTSWFgs19g/TAjyx+9no7FBQMnDBUnTBVXryV47tUI61Mg7BjIGtzzFTB1njlZe6TJAL30NMHh796dyqrVXJlf8+4bpIHU0/XmHbRbFsYHISYHETLOmDNqdIqI3jTY2LUSdr3AnFei5xW4stzEJy6cwPm6h9uvbePO1R3UH2ijfn8b/VGMjVt9bG0HWOsrWB/M6NKkfZlA6SjotHRcXnZxtu1gfa3E+jowSEKMSx8PPtrGZz57Gp/9oRU4GwdwiEG/OcAfvjPAXNvGf/CRRXzsVB3pjSGyG0O8sZ3hzZ0cr48zvBal2C0KNGqqzCktl3WckDoCGrvrhiEz5Y7nIhjx8xjgKNFwmBmI3BxlN4S3lOCzj/bwuUfnoUdTRMO+BCP3xwUOBgUOdnPs7xY4e3EOZ+/ryYxeUaYolACRGiFWI+k/b9SaMDIFWpAK1XbtbobtbepZHmrdGuaaQK9Z4PrdEH/8/AR/8WqEj/7QCXz0B5fx0rcP8Sdf3sTG3SmLJlCeWLbxi184iV/6wgo2D3jzHePdexPcuDvB9m6EyV6JyX6BTNdlpSoPXznKtIAxVmCGgNXTpXScjkl2qFGss70StpMjYrHxOIGnaWiadEvU0et0YdsOdo8GsoKM4nKBSVjKUI3OsW6bi7iSSuhl/6hiEVvGIZmK6ZSdIoV8UM7d5+DByy4Mq8TRUSzumYlfYuyXGPUpOnCzbqDmVc7aRtOS8vRCTVCosYhUdLCyv08cjEzPCptFQX88wfZRH37kw7EK2EY1pEwZ1Qf7LU05mDKByD7WNOLwlomhBIkfQlMLUfIp5oZFIfgqPVKghypOrzi4dLmGpRMmIMhblmmP8cpLY9l8tecsdOdVLCwTIZqj3y8w6OcY+cA4oChqoN0x0WwZ0p8URcQ+MOlYHWQdj2IsD9HE33Kjzs0gE78UnEwR5oiE9n0+PF2YqgeTQg77JVJiXEfwpz7abRettos0S+Wgxg0Kuyh5/ySWeLCfgTparcOegxIpUzelAtclHoouO6YiK2Gdw1tuVihCcwWTSBbR2tGUifNCsI7RhE5qdjhV6V9eUyz2JoyMXT3sJaHgl/o5kilTrzQQqiI6z694sobEZPcnMlCN2B3EgeBMWqm1VXgdFa2WjQ4T6MQ0SE8LC8QDFBpf4EKuO/7dKV/zITDeKjDaLuAYJeo0LZpUa0sYnobeSh3zK3W47LS0eS5PEE5oBGBXZIbdrRTLZ+pYOl0TNO/hfobBIJdrntcq03Dse5VzFQ31sy7DMi2lb9Rrm7DqGaxajJh4q3slpv1SkvHs0mNa2XZ54LGh60xFG3Jdcrn1Am6dwwmKABSBiUqr9G6HuGtFwcJiB0sn56jd4e7dfWxu9sUpnWcGmU7S4cuHDa8pvp90bnMokaYhsiyUxK7hMqWoYjTIBQMsOD9Tg8uNWAuoNVW4NVNwKlESIYojTCclJhMFaayBfBOl1GdOc26MS0GRZERiyTls1pcEHWnKYQ4xj9X3Q2SQoRPtTAGYwx6mWgo4Hg99xItTDOBRhkehHLblwnVrsvGcTuhA9AW7wGQ6u4HZB8fhFd3xWZbCIVKcKel6A7VaXYT0wI9EAB70J+j3J2h1Wmi2myJQC06KMLw0EjHBcQzYLukAU0z6YyRE9mZVNzl7eYmioQudQxG6oemAJ3XgGI3WP0xwdBhLz0mzSyqCjmgSIBoHcg/iAZqfLyYvuflmQpUCMD/7TPaxD42LCCVVY7osxcJCDQuLxMEqMPISo6MU63dD+H6Bi1eauP9yA3pC56KGE0vzWD2zjFq7hdffPcQbHI5PtjAYb4q7S8nr0ApLHopcPIaRikCcO9P6vN4Epcp+1r6PYd/HQ4/28PRHlnHqXBO1loGpn+Erv7+Or/zBujjy3BqFHzqsZ93SRyWSoxJeC3DbwIc+vIwf/pHz8Fom/t23buP5q/fg0anM+4uiSmqYPfDhJJVe6t5yE73lBizFhkEMySRAf/8AYTRGfdFAbZHoTQrASiUAu5mI2OycZ2cHEy3Sk84dR+4ijQ2Ek+q+lbEDKwnFvEC8VJUsJ3qwFGGMl9TCsocTKw3kcYmd21P0d5kOpWFqNjQ8jhDMhjyCHaRbmuYDz0apMnmRyddzG5Z8jpJxhHgUIQtZV8DUu425Ex1BtcyZGrqmiscfnseHnlrGXn+Ef/0nb+CVN7dwYmkOJ5e6ULUQmhYhDV0kfgujoYG7e5u4s7eJMiyBqMSjl5r4oY/N46mHGzi3YGJ13gGs+6BY9+GV62/g+deex92dbXHDD5kiPVQwOlLFzMN5b7NhYWW1hvkFD6pa9ZoOpn30p0dV0pKHT8IK+LOVKWzFga26uHzhLJ59godlF+vbt3Bn6zauXT/C29ePoOpNuLU5aJoj93Z+HsfTAcb+EHNLGpZPW5j4Oa6/7WNzLYaWKtAzBe2minZTwf33O3jgQa4a5ua56njuW1t47vltvHMjwdoau0osPPBoHacv1jDYB/oHwHTgwx9M5J6g2TQoqajVPNRrHhp10jIagu0VHBwPOf4Yk2CM0B8i8EfSc0YENekJ49iUdf6ihXP3WXA4iKBLMqhMC8G4GtLwc+tPE6EyZDmfs7bgF+1aBqtOgTHA5k3eCwoZdpFywYMq7y1Pf6yGpz/modPlvoD3rAQ3roe4fj3AcIZGVB0TTttGkRno3ykx2uRzlsM1utHjasg8p+HRh+uC5eWggrSE23divHM9kf767rIuYvjdtxLcfTvB5Yt1XL6vgaUzOhrLgNc1kMVN5FFLBsl8vwcjH7sHIwz6CZIpO69sPPvRZTzzAydw7dY9fOulG1jbPMJgmmIc5DOiBDvVNSQT9mSVghlutzW0ml20mnNodiNZFG8LDom4USF9RcswHAKjQSn3uFs3JtLxvHIGWFpV5HlG0wzv6RMmClKaKaos3bhfYDzIsXqqgQsXm3DrLoLYRP+wxM2Xhrj58gCW68JyHTitEg6xwy0KwFwJBtsFBjtEUFcEnXobaPRSeB0mMvisdjEeF7IfYLUD+9fjlGQFE7pqYLRTor9RwKspOHdJR+8k6xkSQdP5UxvB1IF/kGH36uC9of1jn7/E5k0CsBEcJZhu++h4TTzzzOO4cuUs7t76Ou7e/DqeeXgFn/noZfmZ1vojXN8a4NvfGuHb3x7hxz59Fv/Rzz2Ic+frmCZMcE1x4+4Rbt49wtmzJ2SF8R62995GHPdxotfDibke/KCPwD/C5qaPO3dIWFBx+mILC6seNvfG2Nwf4d2bNm5dq+Fg30Ics+teQ7OdoNVOsHJakyFHq8m2RhXTSYarV/dx9bV9dOY76PQ68NoK7GY17tvZULC7ocIsOzDKNtSCyH8iLon/HsNwR9Wv3hiXV8/hsbOXcXSo4fmXdvH8y7swNfZs5njswS6eeWxBkiJrmxNsbAe4d5hj86iAYRUwiernXiQCPEPF/eds3H+exJsY9VaC/vQQ67u74pAfjE9iOF0Usx+XSoQq0bWpLkaLIlYRhGOE4RiqacKg+FED6o0QjZaPeucIjc4hut1GZcAMYxwdjTAeEX1el3W4Z+On/oeX8JtPfVA5nb7zD7H86S8hzYmhbkG3LOlvZiKh1W2j2WmJKa/WzkCDoOWkyIsI2/cm2L43htEcwmwN8Xd//Qg/8u9TAN76C3z67/1TNBqeVOWs1f4afv83P4EL/6+U6QTxZIRr167hO18b4OFf+wl8+AM/8iae+81fxd++Bdx6g4ZNFY0v/S+4/dmTH9Dg/Nv/Ap//u7+HQX+EMKqGcabRgGlQAC7E7JoVfx1f++Ynvo8AfA1f/PHfxG+zLqU0oPz0f41X/r0LwP8FvvC7xwIrgJ/8m3j5176PALzxLdz3H35XqKukqe+KCZUierz4MnTwxF/5HP6zzz2Ep/7SQnCKO3/6f+Bz/+M7s+TiTPk8FrUohs06TI+xydxbk/TBND6Nc8SGIqfDl+LvFEo2hVqEMrzlOrN6AmdXTwg5h2nf8WgqqdWjo/FMoODHmj2tlfBUyb80SFS4ZA7E+T8xc1MosEwhAhGbNg0CTH3ulauErpzbpylCnh8lLlxhjqoO1gqlS/Tt8X+VSDfTe4//7Vna+PvK6cd/uFLvvvtHvo8APNMUJX3VaLuoNd33DIEBzaVjX7oHWw0P3XYddY99wRxmV4Jsh6jU5R56cy0xtzLZ5GkKPFWBZbBb00YQxnjl5dfx8iuv49yFszh34Qw6cx0hB1Esongz9UPQt0ox5K//xj9/73v+rV//glReGVoJXWW6LxeBgg9ZXc4ZTAWSuKOioQMNvUSLIhExjZpedQ5PQklNpnEuYggHo2GSYDQdww9Cqcdgv6PrunBcBglUxEytsY/SssX4y3qAGv+9LIYyOUJBUx3PaHxelsRw0iBAQ5oqaV6Kwhw2ThMVk1TBOKLhDfKrnyiYUhQ+xvgek3coUwk2vEp00orOigqNnZyzXucqzUvlgiJT1Qucq4r8m/yV2ht/X0RgSfBVAOCZlCbXW5VYPzYxVH1KYkAQfG8l83wvxrm6io6v0Q+inivq2qwzeHb9VV+jEpx5Hb5fABaBUMQ/mjSqBDC/RiWWMi5b9VqLD4JYKdVAMSONVYYIfv+l4KEFGyzVSyZUYooFNxvBKKbQuZjaLgIEk0NMxgfwAyaBYwQRnztMsiqwmbAxVbRrNhZaNXRpqEcOq8wFCR5MJmKI82o1uK4DqAkUJa3eCxptFbUyVVM4o/irkuhnwqEpUgRv3htIJKM52pDKKs7NhGJYMjFYBRg449qnADwcI08q43TbNjFfs6UL+LhvuR8wBUzRjtVmNI/QkkFzu45pSvINBWCmfN+XAKYEOsPoc2vK9Dhfbwp4pATZCgVszgVoYkwqwzpRxfxcE8NbEnWtw+YAlxV9PFfHOfb9AIdhjNw0RAQWZXA28yOiWjDVguuvkqKSFqU4KH3TnI/xfYQQ3CgAU5igGUoSoiQbkPrAbmCo8BwbTRIGXAc1x5JUFOctvu9XaWOKSXInrrC40gU/Iz+UeSZo7oauok7su0UjviumEulQZVdmzplxjtWWi9Wmg46joWvr8IiRZnekxrMCcd0qjkgVmJALkwsKlCZpxeAZib3dleBcZ+2G40h6lGQg/hzcq1ueC0UGWoYkV9kzHtD0z5Xkgo0fRQzuMHlJzDyNvQ5Uk9VbnuDvbccSwhQ/bglnWkGIo9199Hf3xcRJMZyvgWoYaDSbIv5evnQJzVpNFl+PhJQDduvK56mQfmr2VPO+w5oyIV3McPLyCZ0hw/m55p1CBGDeg0QA5h2wkM5yQRbPUNHHZzYjF91PZrxizmK9maHIkq5nhilYBZgkKMIQyXSMlMEf4RNynkZyoCmBnIA92mUOqyhg8vnP2sdpBIWhIqEEsNYuRamnMGsNmPWG9BlnYSifK36nZIFUvdE6+uMAWwdMz0U4CoHDENiZJLJKy4bqedL5vLe/h37/EKdX2ji92oZZxFDjKQ4OA9ykADxM0FjQ0Jzn2dxBve5IHSTn3K6lY3UpxspygvGuj/GeL/txXbdRKDr8vMQky9EfhhgMQ6nnsjyGgSoaBOu5mBqNQ/ZzM73dwGCY4t21PvYOJ0K+c0ju46ySKHfef2pEt6rSo6wmNCxBVrsNnFwuhQbas1y0DAbTgCDhs4z3pSkOjyjwAJvbKlkK8BUbD9zv4LGHHWhlgvUbAxzth/AYZOrUYcVT2PFUnnlHKSuEbDyx0sKTKy189aU9fO3lXWSujt6ZFry6inw0QTaZSKUD72O9VQ3L5zmfUBANSZjj3MrBwpKN0WaK/Zsx+iRDMnBU1/HU6Q4+dKaDr792iG+8fig95LpbBQUXThCfbcDfyzHdzxEOIVRZ1jBPSRzTCtQ7CuptFQ9fcvHkIx7mOAPdjBBuhFg7KnD3qMDmQMHWUMWEexO7RKMFPHnOwJPnqFdw72HhVKuGB6h+hcDv/ekmfu8rm9iNS+xGJcyWg+5yQzD9BwdT9PtBRXgRPwyF+hLdro3V1RpWVjwJvoU+DUo5pmEJ0zXQXaAO8l0B2ExcWImLLAHCOJW5nNSykSyaqzCkn511JQUGQYl7ewr6EwVPPOHiiSccbN+JcOMq5wwlOgu6kMOODjKphmwaOnqugdWWjfvma2hZBq5vj2URiT5KFcS6hpS4dt7mRwGUcYDehQ7mLnRwrq3jARdolxFGYxquJigNC6VhYzBmiLIU3Y1IcQZQHpx38EDPwZtvRHjuBR+3jnIceQp8h4ECSO0YZ9XS4UyajgaEKRHsMUa7EeoNV8g1rFaNsgAqq67qljx7xwcRRgdMEfMFpyGk6lSnxMYzvNdWQaBn2wIu9er4gdVFnHYdvHltB29e20VtpQZvpY7xmAjrCQ4OYuwGwG7AvR33e0BmKMgcTcTZs20dyzUdOzsGdnd0BBRPzSkef3IOP/mjF/ATP3gKR996F/3nb+EbmwG+spdgacHDLz2zgE+erCF8c4DgjQFeOEzw7cME1+MSd3NgSNMQNRZHQb1OYqEKzyBxBPA0HTXDgatx3p4gimKMCh2D0gCaBdyFCN3VFD/wQAcffZA9wQmKYYDd7QDXbwfY2EtQaIaYiy5dauDypSZMi/cJUm0jpGqGTMlgGy5sw4OZmTAiHUG/xL07IXa3Y9TnPdQXPLhODsdO8NbtEH/ybR/feCPGpz97Cp/+3Cm88Pwe/uD/Xsfa7XElAPfmNPzoD9Xxoz/UqDAQmobNvVAE4N3dEMm4RDwu4bFovFfH4TTB3e0Jxv0YXqyhVmhorNRkJTkRTT7qDQNLSw3M9zxsrR3K4sau7pmCMKb4WxQatram2NyeiMAWsUuBm2YmDC0FLWIXiEZlXy3fYa2k+VA2KdNBgXBcwjEK6QI8d9HFxSs1hFEpQ00uJv2SmMhZDY22hjoRnDWmA6tehzjKBDnJRfUwYfeCIIpNaAof6C4sy8MkjnAwHiNMA1hmyq0d9jcz7G+xR6hCYIkplIfSskAwVBAM+EjmYZibGS5usKrOHOov7KTkWjqh49SFijkvnSFZibvXYty5FqPbbuD+B+axdNKCXvNRmj7urEe4vR7LYNNxFHmdeNijAEacKt1cgqeNK1QXk5o8cEz65MAXgm+1+fAmWqJRdW0JVpbJWIrZFLyC6lBMVn2ex+L25ACS6CV+PaKz+XNGcY4oIlqEPdEK6k0NrQ6djYWkeQI/rzAliirvQa2hS7rSoruMqBd233BVxmo5NFiGIw4RSQMNIxwehjg8CMRFdXzIIsqXPz/PKqKVpsQ8UmjU4bYsOBS2Tab3FPijSNwYdCBKtS37Tol5dkvoFg/Fs0MBMR2GgmZTlQErD7ZEpVBsKbRChkPjkYLxQKlQqzQ+0OHGqC7FOuKHzBLtEybaJ020mUBsmNVGlRubjK8JB3djBIqOAIaIYOPdAtMBN40qkpSoCIrdHGxUhzC+lsS/0gExt+CiN++hRIQsDRCMcoz2dYQT9vymUO1UBH/Hq0R2blR4oPL9TJbr6XB4rSu5dCDw68rxsah6hktiDCxHum858pjQyRlHaLYdNFquOH6ZtmWiuOrA4oG2EhkiCuxBJiJca9GG22YHdojJNIRtM9VmiDFAYdcWBfyMYmx1yOaggfeCPNfEhUpRhYMcvrQ0fjABZZMfTVc3P7cx08DVtaeo7CAqpcOLwjSvC27OFIVuzplQV3Hd5HNaCcSaJHd5ffNrO44jG4EwCBCF0XsuXF6r3Ojy3MbhEv+z7Bps8l1mKKkq6cBhUYnpNJLhCQVXDpuINvM8YjI0oQfwkMnrkE5Mtrvy+pGD2OyAleYRMt7oYyLmOWQxZRAiBwumaA2meHNJ8vLQxiGMplXdjTSZMBsv2Qh+LkgKSDWUGTHoRoVQZlqeGCoCkIim4sY+jVCnGNHUBD051yY6W8PhgINpFc0G0GoomOxlmO5naDWaYhLoLfZgtTqwmm1sHr6Le4fv4mBrjP69FPGEwjrft2MEVCn9mjQA8DMcTdn1TaE5wrgf4bEnl/HRT57G8qm6GC6G4wgvfGMP3/7GHuo13rO5KU8RF6FglPy9FP4eN1oVGeDpZ5bxYz9+HnPLFl64toHXbm6jjHKUEQ9AxEabkvhXiCUqge7iHLqLXexv+9i8Q8LBFIYZwHJT1HomvDkDh4KA5kNUQ5sbPk/Bv2/nkAAAIABJREFUMEgwDGLEM6E98jWEEx1JwL4cQ15v9j9neQhV3ptq6MrkGq9xXvvEVbDrY37JhVYyHZtXuOwolSUbUUnmc/7DhyGvPV4zdMnx3kbULrFaidAX+Fnl9eEfRLJogKIRp95ysbC0gN58B3bsy2Hgwn0NPPBwG6MoxPOvb+HW2hAtqyErVyYo1CmGRLTumDjaZ+fOBONkImRGJqiffbyNn/rMAp5+tI35lodu04Nm9aBaPbzw9g187ZVXsXEwQKHWUCguskiXZekKHFOB67DjN6/6ptmzmLuI8wmifFKl6IcxJoMY8ZS9cal03X3oySvotmjKmuCoP8DVN3fx1vV9jJkaJbsHHhSlAVUxxO1MUbHdzWXNn3Awf8LFwVGCl188wrvXJ7DLqhds9YyK1TMazt/XwpmzbUlBr68NsL4+xDvXIly7FmFvP8dwwoOfgvNXDJw4q2NnHdheR5XY95h04GaYJoeyGvJxUeThHDqrOtBpymCfUVgkgmZXiD52+HqQQMD7iyldv5xl8feIrk6YkplmUolAwMHqag+rKz1kRYIgZodRKD3K/X6E1Qs6Vs8bCP0U4yMOjAz5nDIl4+jcLLqoNw9lEYve6zYEIbO3U2Jvt0RmMDHAIauOuGT61cDokFjzEoNxH/1xXzBm4SSAa5U4c8rCqRULzRY70l289fYEL77Uhx8nmDupwXJUbNxMce9mhgfuq+GBizWcuVjD8lkPTsPAtZd9vP2Kj0ZdlcXhyGCaYESxe0RfjoqPf3wOH/9EV56D0yDHbn+Ka2u7eHfzECIHljpcs4GaTSGZexw6bhNEPlPTdGozMU/TBH+l+YLPcJIkmDgGorhEEFS1A5ySNDsJGh0KYNX3H0epJJYoHrMKgGn/8SCWa3R+wcHKqRpsx0WYWPCnBvr3cvQ3aeaaYjDwYdUp7hqodRXolg/dDKSSQUmYIiWZhZ3FfLgRhZnBVFxYRFdOcgyGFH6ZkOI+oEAWKWBozu9b8A9ZAaLg5NkcnUUKGFVSwHGWZR1s+fjzf/bSe0P7j/zVhxHEGvx41p2+G2K+2cLHPvUIHnnsFN588xt4682v49LKIp5+8AJOLjelJznTEjz//LasH3j2Cv7K5z+MzhywvnMNd7bu4tqaj2vrPu6/74SsYDzExru3EQZDrJxvYuVcE/vbYxxwbx9xYFyTDnP28OpOiI0NOtpT9A9bGPXnMB4bCJjES4jjztBbyrG8ouPECkkgOaaTAMN+iHsbETbXY3h1pn86sBsF7GaAUsnQ31PR3yMKrQkkTSA1UWbcC+VwWyHcZgDTm8DwJjjZO4HTi2cx7Jt489oEb709lqEU12Irw8leguW5GhZ7SzCtOq5vDHD9Xr8yezglDA6a41zEl86ijfaiDVWnIeUQYeJjGsYYjAwcHCzgqN8V0xr3GFrJq3eGGZxRhHL2DTJRReS/DMGIHh/BsAZo9Y5kra50sLLaQZrE0r1NEsDRvo2jPQfTUR1f+J9ewW89+UEBePLGP8S5n/3n4Ddu2K7gHCs3LTdX1cCN1SB2LRJawtJJB822iWCaw58WiI0jRPoR/pNfuo6/+gGK8gST7f8UNwZE/u9jbfMQN+6OsbY1gdnSZE0CE8OxifGhB/+gjvCogWbLQqNto9OlIcXDZJzgk7/2j/E3H/x+yOcEB7eu4nf/9R/h//yTm9gW7hRd0T+Mf/b7v4inP/Aj38Nz/91fw9+6oeHW69zb2zjxpf8VL37ygwngYP1f4lf+0b/BoO9jeyvDziZRW014XlNQ+HEWIit+FV/9xie/vwD8Y7+F3+H3Q+z7J/9LfOvvXMEHNPKNb+L8L/wT2eNxwF/hdmdo4eNeTxF6qkG5aIozDLHszd8TG5W/lADMv3qcODz+Iu+TH78rCJ99AP/xj34Cn3riDB5YdP8/dCzzK4/x3Jd+A7/yp8dfcSZpichU8W9FKxJ07ixJO0soUnyQnzYLUGYhnzgwZLHzkHVRIZYXu1he6MoQezRiIrWqWiAthvcHmlcFMc0hNYfVgijleZKTPJoMmWRkmhOVyXjW5WhYJnwRgEMZeHN/Rc0oCQsZ5PL8Tzw0ZwD8UtxzVZrtsSjMn5O/d5wCngl3s5Tce3/0fUqwYKHfJ8Id/315a78HAV39XpX0E0pN3XwPpxuRZjQlgcxAm6SRRh1FnsozjxQNmi0dIuHqHHS7aDXraDVrmK9Vy6FgarBaIMfdtXtYW9vA8olFLJ1YhGFRrGL9Fat7+GsO2/Zk9vFz//k/fu+n+dJv/LJkykg0o4ksYkUBRQsKWZohtQw875JU1LENdGwdbXby2Y6IcYP+GP3+SMQhikusOJhEAWKa6Hg2Mw0szs1hqTtXVTdkTMPl8hzkrYrzEC5ifjncycMYGWu54gylpqPUDEk5kg4mA0GlSjKOpxOMp1OhUlUYaQpcisyboqRExIqN0kUAB0GhgH5HDkYnRL1yCE+BLefezhSylqFWVTQi5dKEIH0r3K9zjz9L7x7jmWX2c3xcrFLC8r/KGzozL8yusfd/1mcpen7N9wTgmYngexPA7+//PT6XH3/142tvBsOdJc15Xn5fApgjAHm92RNaIWfleDtLPX9XAKZJtQoQzADps37jKjXLe1z1uTpGmzOZzsNDAp3XKX+lHa1kPVAf/vgQYegjiPncp9HOhEa8sGXCc9jXqqNuqfAkG5HARIrYHyEKRiJuce9NQdTWCji8Rmb/ruzBxfhbie9MijY8F42aJ+lXim08mjHkQEOFCKF5IqIt0+IKf5/JKhUYhTGGDHWwSzxO4Sg5PLWQX2kOJEFgklIs4hilEs84MKBRgtdMJQDTRKlVArAkwXX5/jgEl9edstqsT5nfF5G5NExwUQBW+LrRdMEQBCliRGQrJTzVgqdZIgCzqm/MhNLYx34QvicAC3p6dgerinYYkqiSfeyOrbqoKyOCnD3lmmbFRRVE4OeHIjB/rSqbcjFZcPH1p+jrkiZI2h+x00yRs1JBJXWBM58KBy5obM6N5J7FsAbv99W1wG5mvjYFUcoMhhAtrRSwyxQNA1jpeFhtu2hbOjqWBpPibcr3kff6KjV+SExwmEFlepW4Xc9Cs8mwjyWo4DwKJFXNZDipS4KQ100oJsVc+737xiQvMMxyTEh+AOlNOsvAxECZUgBmpZ7K+aIjyFOL3cimiYxBBN7L2FM/nUhP/TAIZDXabXR682K4qzdbaLVbmO/OodedA8sYuNScfcoMO3FmSjNJlQqvcOVVjZsiAm81162gF3zPWGPACgWi14nnP36dZ+zhmampen/5XOPsLgXiDErM96LqIhcjCudc/KdmHdF54CMZjQW9TkGYqzBUlNKZXM2OOWOTWoYogmrQZMi6phIWZxajMcLdfcR03EqzTon6clNWpuYIoipUYUGHKWGLai/FDmo/yiUFS3My1ziDLPZbE3F+NPVxNBlj4E9lNsl5BxM1TCvv9wPc3iNhKMXKaRsrZ2x4piOL8F4lN+GaOk4vQ9bGjQPcu7kvwSKrZYsGMphmGAa83vlZUEQANhxS7KrObX7mWB1QZJz9Ed1mYTBKsbE1xtEoqBDQdc6Hdbn/HO9D6Mco4khWkCgIE6A3p+L0KQ2LbQP10oRTmPBZXZBybBwiKwMMhhl2dxTs7KqILRWJpeGRB9t45pE55H6Kqy/uYntzglPnGzh9oQEtmEIPfNj1Otz5BQmr9HLI+oOXd/CHL+9Ab9s4/xD/Px1H7x5gcK+PhF32aolTrMV6wIZj8tyZIBiksGs6rLoOLbGgRbY8O4c5z68FLi24uLzg4s9eHeLPrw4wjHLpPbZqKtrzQGcBmHcsLLg24mGBox0asXNMGfwrChitEkarwIMXbDz6oAOC/aPtCP5mhP2pgf2piTvbGW7eS5HoKlorJhZPmnhoUZXFABtn3GfadTx2sguz0PHlr+3jy1/dw26SYzcuoHiaBKiIek8iIKbpk5jlgFnvqrt+bs7EygkPy0sODg980R74bKLBhn938ZSH7oIOE0SPT1EObWBgYTotMfQToRe0lxV0TqiwM8DhjJv7jbyEn5YYxCUnFTh/1saFczYG9yLsXA9Es3GaNuyWJfuhJM+w2vBwvt1AmySOCSmmIV7civGdrUhmAJ6nojAMRJolidpkECAdBjj9SBenH+3idL3E6SJEPSchLkCQxCL+FhycxiaUyMROP8OtAx+boxgfudLCs5fbWLsZ4OpLY9zci7BRFDgATQ7clwJZyOpTjaxPREZltivGOfJxDrfOQJIjc+pSDWfVLrrMcyZ8r0e8T1UzaD6HSIdgOIhGCaeloOvpmPN0nK85eLheQ1fR8fLGAK/cG1Q1SXWGKgu5HqfTHP1CRT/n16vm30ztx1K/qqJlFajprBQ1MB0ZUJsJ9LkIH358Dj/58bP43JOruPrlO3jty3dxLQ5ww0hwYsnE5y828UTDwfi1GKPXIzyfpng+SzHgLIZUEKVEJM/FAnVPkVo0VhvQ9MrntssAIk06RgrVzDAtVYxzFd1FDfddUPHgAzpW5jtYWWjD9VVYgxJ3bozxFy/u4s7OFPc/3sb9j3fQ7cXozMVSxzQiPjvO4TgVMZe6TzjKUTfnsdA6Bau0MN7fw3j/EEejQtYoJ1khwZ1Bind2U2xOgJ/+iYv46c9fxJ9+ZRO/8zs3cP2dQSUAtxvAM48DzzymoN1roj3fwuEwxZ31SdVDS9JLDPTOtDF3poP13RAvvXmA3a0QjdJAUzfROdVG+1QbQTTEeLSPLm8uZ5dweqWHG9fu4ea1e/LG1OoWNGIRSyKBCmyshbi3RtxolZRy6pDeS+lw82xBjAQhHwiV25dIUWKZokGObJKjUWMku8TpCx7OXqrj4KjAd14M8NKLfjXjKIBTFwycv2yit2TD8WyRrfa3JzjYnqLX8TDfqSHPYnloc/AHhX/GroZMtZYgm4dxgKSIYFuJbMpuX4tw+xpTj1UHCjEXhoixqqSlJwccPOqCqOPVnvgc5FIwrtwmXt1GreGgvVSiu8LOgAzDEQ+8GfprkHX+1CKeefoMTp7xEChHGKYDvH49kNWuA8vzKiyDuBL2nxLjQbcylyoijnRH6IzclxjtFbKacxYacybqTUWwuESVMrGcRKYU1vNmRVHmcGeKKEhgcuBlVbg73jQbHRPdBVs2rqNhIo4M22OHmYlmU0erpSNNMhzuRxgOeAFX4n2rw8Qik5XsheThg5jqCkEj3T+OJYfWdqslyK6JH2I0CrC2PsL62kjSUEXCy5XiOQS3QIGZSw7eFMSbFtpLrggl01EiK/VTwXtoDKu1FFgN/rlCVlk4KHMHUZDDnzAtlGFhSUN3TpHrkZcCN+Z0m7MCY9RXMD5SYRcarEKHylMmU7RJlagt1Ry1RaC+CPTaLnotF91GDZ1GHbZFkfwAabGPd3dL3N4t0d8pEeyUiAfE2NDJyA7iUpC33DBxo5VrHMYS1VDg5MmGrHgaYNyfwB+WCMcOkpAW8BCKHkl61Xa54SaKmQlfltwzXVvCdW04ri19Z4KpUIg9o/sXiAbseuC1Un0fcu1wMO2UOHm6jpNn6kizUBy7UcQeLQ5MiNek2YBCO3sqS7QWXSye9dBeZvJ4gigeizuS7zE360R/+X6O0SjHdMxhkC1LhjTsN1XYHzIRJCJrmLnazTq6nTY0RZMOIH8SYzwKMR6H8ndMdrdoPHhWf0G6ima1yBThaBTgtcubdIOJSdeQTlxeH0wJiMAKzhQSQdLkUYEsztFoaWjNabDdSlCvUgTEvdQQcKMfTuUAQKoA+7TYe8NDE19zLrdWQ6vTkb83nVadE4ID90NxN8+36BwkaiZHVKQYDPvoD/qIRxmSEaQfcGF+Ac12A6keIdPDKh3vl0j8GKlPREmCWp1mDiLuaAyJEfMhOQICIkLG/NkVdOYstOcqwwNReMTAj0YxJtNYzAOameDkqoUzZxzYNRd+WkMQ68imPtIpER8RdtcimBo/pzWcOLmAJ555BI8/8wje3b1erbe2cPuVAwx3ppJiYhpdBi45BUlV0N9MeeaxiozY2aMUk6MEH3r2FD7xmfvQO+FiEgfYP5riratDvPUaO8w8NIh0UWJEuS/X33g7xmgnngGeSnz46UX8+OfP4uRZB9d3dvDuzj6mhzEmR7Gg+pkopAmjpiuomQaac3NozM3hzdd38cLza+KwYvqvt6zCbZliItlZS7CznqDmmFicd9FuGfDTKfxkIjUIXEQKDw+AaMqksSOmoawIBHfEZwIPatJfzUOCMOFo5OB1paM9Z8jAC5khnx/eK4eDCEVW9ZWK9kthi4MVHqayUjpkmPjlfYZ4cJ4SXbcOy3Ax3Y0x3YvQmFfQWWFfDZ9rC+g2OtD8I+jTQ8yv6lg6T3xQhlubU2zvxzBDB0boINXGyPQRdjdTbN8ucLBdStWDQUFSOriBjz/Vws/92AKefrgLz23BdZty4NYMA9+6dgd/9soNbPcjWPYcLLsDQzFhKuyYVtFpc1gTIkuHcljOYk+WZsXQzRh7uxNs3h1ja32KaR+yfvZnP4mf+dlPIMn3ce36t/Hq6zfxzW9N8OrrPpyOKT3veWYijSzp+2Q9T91VcPmKjUsPOZhfrqMz38DWVoTnvr6DG2/10TAVNE0FFx9Wcd/DKk6e6qLXW0CW2/h3f3xT1t6Whb1tS+oSFD1DvZtj9WKB3skS6zdLbNwqMTdHQaYnGOAgyxBy8MFncJQiGQbVZtzn0KiiLOTEYBkKHKb2u6wJoDBIRJaChmuh6VjwJdWXIg4ixOyLEiIGT4wmnnzqAp566gIUPUGSj7G3N8IbV3dx9/YRHnrSw0NPUdzhvSeD53rozfXQbc3BM+vwzAZ2t9/Czs6bWJr3cPHsSZxcWsR0zPugDqcbyQoSDf2hg/6Yog2d2MDW7ha297ZxtDfGYH8qCa65loJeR8fps4uyXnn1EF/72qagiHmN0YC0RSTNnQznznk4f97FxctdnH+gI/faP/qXd/GH/+Iu5hc1LCzoMlTwMxXTsMBkkAke7JMf9/CJj9Vw6tQilpaWMIlzvHDtDl67tUmfi3AW28059DqLhH1KPyRJH9trPrbW2OemSeea185R6zIBmmFwVGJwSDNFhRtzHBeNRksoCroVQLMC6dNmypPDPW66SdBwrKag3ongJjqbxJX5RVdc1WFkI4mdqj4jdXHrxoYszVbQnq+h0WOv3BiqMREEHReHJxSk2QvuU3RIM3iajZpmYzxNpVs3LYqK5GEpYt6bDkg5qSP1m3BdEmFCtLrJzFQFLC5dxMLiRWzeG+Cf/K1/897Q/lO/8ChGEw3jiYrgKEO4n2Cp28SnfuQSHv/QCl6++jxeeu15LLstXOyexKVzHdz3gIvVMyZe+PY6XnhhA5cfehgf+dhHUGoTvHbtz/HGjat4ZzPDtc0cl+9fxqWLJxAPA2zd3EUUTLH4gIXFB01svhtj8zb3zG3MLy3LAMGPNjEJ9rBxR8O9O8QXLkBXlxEnuuADw2SK5VMllk8X6C0Z6C2RrhNiZ+dQXNuB9FZzuMiUW0v2zXZjClVPMB1qmI40pH4NWVBHHpsoEgoLQHMuRbObwPCm/w9fbwJtWXpX9+0zD/fc+d375no1T93Vg9RSa0ASCMkISUSAZAdYiQm2ZJzggO0FNgayFhEECIYYibBWHEOcgA1JHBBgEEYLCUm01BJC3V1dPVZ3Ta/efO+78znnnjlr/8971S26cWt9S1JP9ereM3zff+/92zDdGaq1BdRrS5iMbGzeSnHnZoqYexryQ+NdKPEWLp5s473veDPOnT6Jaze3cO3mNgqrAHjfUnSPiMwvkPOZXCeK/i7i5K7sQWjoCH0Pu1st9PYaZfqLaEkOOcWsYkIpBPQoJB124zGBRHEilI7uA+Too700QHtxgHPnFnD23IJ0dPWZhuwzpavLSuMW/v4nn8DPvfG1AvD465/EfR/7T5KYMh1DQmVEW9IsOp3GmE05wAmg2z6WVi2cv9TG2om6GB5IaZgUfYxxiLd9+6fx46dfi5iOJ98ryPDHn3oJz98c4HBiYBLokmrn8mMd48DEuFfBZLeG2V5dcHw043YXPXSXq5iOP4Rf+MR7cflVwln5P2d4/JM/hP/6U1P5eXIxClJQowBHAfjvvo4AvIkv/vwH8VMvmnjpKReuU8OFH/lF/H/fc1kqTr7hj8lX8PFf/xXcGkR4/lqI555m6roui0atmO/y7/44rv6jK3jN73z2PH7mgz+H37xXUvP38Ceff52u4ME1/Mh3/0v8fsprgvtImhPL/kfxJR6LgCIslj8dEaHHsqP8j+Puzw//2N+QAP7SNySAy39L2f9LEfhYACgl5vKvHUs49wQi+TVaeOStb8T7/9ZlPMhk/39GEO597Tfwrp/4uggG9xDIR7IQrYilSFqaf+XXEMWI94Ami2i9PJ3DUjMhKbHrUs2Ihw7RprmsWZFnSb9/gOl0JCQELlYucODM+6nskqShptxLsVJAZXJKSFiBmGdl305Bh0lg25L0L1PA/JmZqBJcK8lQMeD7JTGICVWSp74R/Vx+ZsdJyqOP8dX/de9zfuVjLgX/VwvAx2LdK23NrxQ3l6Y/RczLpqfCqtAsbcmK5zEoAjPJ26jXUfN434wwHQ+lP5kisCamQ4jZtttpY7G7gLV2G+utBXhuRQRgPgCIeGYnJdHPzXYdSUqqyAjhPCiN0gqN0C3U6m387Y/+8r1b5hM/8zExj1IAZsaRz+vpdIqAhCmiU1mIpRuy2NvKRRxe3XEFZ7u/f4iD/UNw5x4pOUb+FL3RoRiRW60m2q0WNpaWcGJ5GZE/xXQ4kN45/tgUt08stbG+1EbiT+AP+ghnEeZzirMmTNeD4XpIVYp4OlIib9lrnNAwcyBLko9HyTkR+ClyyXC3QKTXEGk1jHNF+uSGSY5eWApLYawKKlorKFXYsqc1RMSjaFWSeyiecEBIsYvJRCIhKahKz7QIL8dN1OX1UKbjj4QcEd3uOT+Obvly70+TA6+ZUu85Trsfd3q/2nhRpvzkuXIUNj++7uTWZjXTqzDRx93dr742j3/W42fScYK/fF6V4YayX5XD8vL3b0jaV5e0Pr/H0lSeiYGG7xmamygyUVRSM1KhVBiKhigYIZwdyn3KIAG7nZkCtewKPLdMlVpMvQoCeQ5LiWCqFNlGSMIxssRHnnEWF6OqFqjxs6fYaJSzCzGgUARmRy0NCbUamnQzU+ydR/LzWBSHKbbRlMIUkWpIwpMpTTFL6xrCjAnHV2YDShxAT0KocShmEaJoiQYO+OVLR2v5zJNQRKpg+g0CcCnkcQ/AflQm7ThHY5Kei2YCihD8mVzNgKsbIv5yccDNkIfBXkomhFUFNdNFjYGJTJF5zMiPsDOZYX8WSPo3ZSe3iPul0Hx8/RzjhEsB8RUcuaCEjzrdSUYgDpbC7zwlPY+LKfsEkyzFWOg/OfSCz25IBzBR2zJzpcmW1VqOd/T8MsW4QvRawWEgce40BhwJwSSjzbIcfpahYpqosIJOK+AhQ9MEVlsVWS0KwKYOlcji2RxxGEm6lh3S/Qwg0dSqWPCqDhoND8uLTXRaVSRMr/pTqHEKPS1gquxirUA3HElbpZopvaKsFhwUXAUmrJgzuVd3oZlcFem+5iyDw0Y+S01SFdh9rCqYjg4x7O/L85iLs2RfVxFoKjbOnMH5S5ewfuIEut0uGo2G1DPQjJ4GAbIgEISopNZFxC2NBJrBupvSOJBQNDnqAZa5wtEf0uOcJhIyknSwzByOA0dMx5TivnzXEj4oRfgsnCOjE/YIhc09lWDc+QUmHOzFmI9G8Pt96f8k2tWuulBcE3BNmU1wRpHynDqZIZr6yJ0qCqcqInuF1Vf7ffSffxmTrV0UdEqaKhYvtLB0oYXMSjGJWbETowoTNSa7RIHmJ2PKSlMVU/Yvz1P5jlLNwPZojDuHfezPfEmZjpiuJ5lUIxEqRsyqvbGPW6MZpkWMixequHixClrbXNhSuZIlqpiUTq9YOL1s44WnNvHC1buItBTWkknfKHqHkSR6NZp/uewcui1WDSES8jIW+mfB8wkNGApGkxh7BwFGswhGhUTIAhWSCizW8R09l9iJHc2Rzuf35kjE754/bWGxYUALVKghSRUFpjG/jwiKRhEow94e36GKpAlRz/CmS0t454PrmA9SfPFzW9i8PcKDD1dlwQ+4ocHK+iLOXjmDVqMJ/9YY/s0J/uDqnixvuYoHH11F1TZw86+2sXltH4lVIDFznLvg4MqVClwzx7QfYnIYyrE7VoB2vYXF5oKQDoZMhacxTlU1nKxq+NMnpvjME1MM54WQIK2KilqbM5QUbzxbxxvP1BENc2y+GKC3l8BPFHnGZl4i68IpE1fOOXLv+7shprtzTBMPs7iCF25EePqFgFFLnHq4htPnHZzzCpz3Cuz1prI2GhU8eqoDR7Hwx4+N8OnHhthPUlkpqxGJ7LV0GKoLtbAwGvpCItRY32gCnbaB1WUHiwsW7t4NZHF/wD8aXRPrFz10Vmnk9inqINrREe2wozlHb5ogM3KsXrSwdsmEGxdw2QFc3k5CO0mcHIVbYKljYmnBRLQfYbYZyAyfwmxhOTCrqaz7ui08vNiBMY2x+fwOXnz5EJ/bzmWdXlZwekmBYpjwM1v2J8EgRDAMcektbVx6awvrbozlcIQKK4ZYK8g3s+4g1Rw0lArahYeX7kb47DMDfOXGGB/4liV88N2L6N2a4fqTA1zfDnDdj7HNOYhG0xgQzBQEUxVzmutYhcSKkViBlahCpWSNkelkMO1IzJgB66wmisysuTQGCWXfTXMDyRgJrBopXkCnZmKpZmNV03EiVWHMC/zlKMBXhwFzQUIsIBGdWiQDNVNdw1Rj/3UmRL1E1RCollynCj901trFBhDpqK7maJxM8faH2viON27gPedW8Cf/flPWgRtivJr5btgOAAAgAElEQVRgfVnFO7oWzqsmDq8q6F9V8LiTyNKcAst2AUcp0BslOBinqDIFzOivQTKygYJ7G1YzIJO5Exc71RNVwdkNC297wMFbH6AzpAlYTVRGJqqHBl64OsQf/NlNvLw/xPu/Z1VWpuzLmo5DHB5QO1RlD0Mt6e6NCbZeHmOhcQoXzz2Cbr2OYnID88FtPPucj2ee9fHyOMLNMEaPe2BThUa89Qcv4Xs/cAmf+sM7+NV//QyevjaAYmgoGnUFjz6q4dFHS+QpPUkUExPZwJZbfmn8tTUoto4Dcrj3fIyJGlQqMMjVL2nJkiiL4lBSnrVqRdyoOQ/S7LJkrpCoGPZhJRaCQMHBgY+Dnl/iXwomRQs02XFaVeEaHlzTw3AaYjSdy6aSGGXbUFFVDVR1Hc1qjma1gNdi2sLEaKbh9h3gziYFiBy2XUiPJFOffOPSzRbPM/ijRJj5JjRYHBS6QNXjQJYPXUWcjn5oIgitss6SD4iKIrx0plb27gbYvetjMonh+5Gkd3lworCdzMvV7lSwuOqhUuGLgq7nHOE0wnw6h+NV4HoV2DXAqtMJEWF7e4KdnQlmOwpmuyrWluq4cv8CuqsmImMCHzPc2lVwa4e9PgUaxBPnqeB92eHLNzIPDXR3cgnWRw6zdJYRRaFIb0OlyoQiXWaldflYxKMQSvGIIhj7YLiBPx4eHA8OvJqNWsOBqrNrgm5hcu3oVCsHDnR38/Ml1i2kC0iwSbqkT13PEKGODjQiLdM5Vw5DECfEwFAItuFW2G+qwfa4AQBmTN+OAkyGvmC1lSRDEWcIpuxGyqGxW9PTpQ/TbTAxomDaYy9CUqbGNcCt6ahTdHHo/I0QxXPkGdOOxJWb4rbmNWLYPHASu1vIPcAEEBcRr9NhhmCYo6KrcDUViU+sbEn20h2ijxUYVUjvhJ4r0DMVtsVeNwu2o8J05zArYbmZ0U3MRjkmuwnGB+xdzTAdpOKG5CGA+AxDHD4FIh6m9BzLKzUsL1eRzNn5OgUSHmCq0vM7mU3E6cwnckH+jeCbSqRUOUBi6siQVQqlJZKYnbhRCGAuNb6wTPYvuXIdsQOND+k6EeMt5lX5/0P5zikgMt1GwZj3c+jnghk3KybclgOnTsdiAGiBJIR5zGK3a8Q0E9NxR056frZMAjOxS9coU/M55pJy1rICalrIc4TmAKbtmQyfTiMRgoMglgOXpJ0lCcxEcHlQIjJcDoREmWeaoKXlWcYuWpWOfyLRUzm4SoKAmC4eypkloytsxpQRcZSGXLvss2bCnJggTpSJRaeYWzC1nfPAz35WW1bpKE4EF2OxW4bXSkLBnEh1JpkCNJpVdLs0mNCxlEDVeb9wuBViOo4wGcby2ZqmC123ykECsUpMB0d03xYizpsWYNI1K5ZRMsOpNhF3rwj2mCISf69llxQHDiWiSmdavmrDqhgI4wnCaIKFRRXLKzpU28A4MuHPNeRhjCJMkLKzJWZimYcMYuhquPLABVy5chEH0wn2JxO8dG0bz37pFnp3h3AqJiwqcpI2ymG6TFJyIKdAzVjkrWHaZ+dnjHe99xw+8JErqC4YuLm1hxu3erj+9BgvXptIx7RbYRqidBNKj/MwQ8Qk9NjHZBzgwkUP3/TOLlZOmehHU/TDGUYHEYb7FMNVJCE3/BaWiNFsVAQRRafeS+xCeWYondhrpw10+HvXKc5oGPbYMZPAMTUxtXhVFUmRSFKCXZazgL22hQjA0ZSuXPbBs9c2kUUTC9Pm/LyJOWKqkwIwrz1igJjy4L3Izkc+qw97IQb9UgAuMl7DpbOMB3IOqWgycesG3JqBnNcvu5vo5tbZQ2zKBom1KQsrHrobVXmeTg9SJJMcV844uP+0DbWaIHXm2Bn6eP6lCTY351CmBtSJgcpiLIu9NjQK0ThQb9loNB05vHOod/m0hbc+YOHCRh2N6ioqlQ7CbIYwneK5rR6evn2A3eEcszm7Z1XoqQYtU8Uk4dg0TxBnxYQ9hwBUIigMa2i36MikIYNVAAoMZRmGuoL6QknG2O8f4oWXdvDyrR5ub/nY3g8l+l1ojjw7spifciG9656b4/6HDFx5kBUHFUnr7++muPbkGAc7Ec6eqOHMRg1Lp3wsnWL3pobR0Mb2loKnn+rj2lWi6XTMJjosl4cXRX4OpuMqNRUH2zn2tzIRcRwqSyp7oXJE7GmmeJ9m4sjNZrEMR4iysx0dZt2G1XCgeTo0z0CSRZjHAZJ5BCXSZfF756pWaULSUW848Cp1VL0auqQ/LFZEAOIzgvSSOTuC4gLd5RydJb63iW0PxD3kum3pJqIzNvAT7O9tYX9/G+trVdx3cRnL3SZefjbEjWfnWD2TyWIfWji30D/U8dKNArc36fCk8c3HZOBj2Gc3R4J6RcFCS8cjbzmBN75lHdee3ccXH7sDP4qwvFFBpaZj+1aAndsBGnVD6ilOnm3h5PkF2I6Nz37qLj77qS2cOmfh1FkLqs0hG4kiBaKZKqfMsyeBcyeBer2KCvtOXA+KW2eZEsLZAcLZPva2C2zfKasGImLWghjTAekwBWzSRuoaqosJvMUIRpX3s4JhH5hPM4SzDJWKi1abghQ7UUOYLr25fP8Qt815FUUMpkRsaDwU9EJZi4sVrJ+oScpjeyuRa2V5cREr3UXcvHEHN27cEawl2EHJHsRmjnorh2spcLkZ542qlXi8uGBHkIqaZqKmGxiMIuz3mapib70G21Yx2Esx2E2QxR6Q1YRQsrAYotlORFCnucpyFmE6SxiMffy7j//ZvQHRm7/zouxhw8BCNFYQHWZYXKjiXe/dwBve0sWt7Rdxc/s6ooMU+YGKC+t1vOOtHbz1TR1s7RTY2slRaRpoLZrYH+3jL59+Bs+8dBv7kxwH0xynlto4tbSARf493PtYGYaZjxHNOhNDTAZMLnAvk2QZDns+Br0Qo76JYZ9CaAuG1pYkas7WLT3C4olEllOlCKJiHkXoH04wGgVyfUQ+O5s8pIknCe9qK4Jps2eUf17FbGDCH1pI5xaKhMM+3sMJqq0YmjWFZk1guw04XgfTkYXdzRR77GYmYk8zMJ/1EU52sdiq4MHL53DyxBLCbI4wj3A4osOfOLwEEhWjKFRn+bUGw+nBtPvSH0gz0HzqYfdOA/1dYoWJlSwTSXx/Sgcg+/sKDvmIKmSCiktFnJLMMYJqDLG0NsLS+hirK56saJ6jdxAJImx3R5Fl6DV89JefwE898HoC8P+Ki//gj0Qks+xSfBSUIwe7Abu4CjiVHJUar1FFnnNejfSQcoBdXVfhramYnP8Z/PYjl1+TEM2C38Dv/tmv408/fxsv3PahV1owiXBtjlBpDDGLLIz9CkYHHsa7FUz3PBnQEsm3eqKBjVMtTC5+DP/mQ+dfK7Lufh7f9L2/iF2FBSWG0GIo3FD809R/iD/+83fi7F8XdbGJL/zsu/FTL5m49awnBo/7HvwX+LV/9S3ovs7f+1f/7/+A3x8k+MpfDGVV66yhaECjAVNN8J0/9xv4n9/UfM0/ienz+PgH/if8phx9uL++iF/7v38S713663/rLn73e/45fmyHCbfyLPSKAPzKUF5mtEe53BIS+8qQ914S+MM/hq//0MXXfk6brycAc8dfnsnKM9yxeHR0kpMUUdkPWSYSXxGdy705zzWr+Ngn/jF+9PLr9AVvPo7Lf4944DLTS1d/Ke4StnnU+SiCEXcpRylJUQekaPnoXcf0FwfovCc4DafjNkHVNeC5JpKIAiNFoolMfVhDMJ/PEIYz6VSVZA27fQWLyf0vDxYc0EZIo0iOPZZlivmBuFfLcTCheXbmiyDCLj/+TRn3tlKHw382FSx0aeKkoYqEK66yG08EkyMh7vgbOp7H3zsrvypq/YrA/+rr4huz2Md/Rb51Xtuso6pwscqlFIC5L+DPxvSpc/TnIlKFQtKxGD9MYVsGquxhq7D+h4Y7DY5mySqrKSpCjKEwxu+pwXRJsybPHxYrMW1AYyvTXBzUEeX7D3/iN+/94J/8+EdlNlIRDKuGSPYbPqYBe+hjhExx8myh6nBFxFLQlN5NTwyYuzsH2NnZh1Ovwa3XJJEynI7kPUiDb4tJOc9D06tiPpuIkMLpKalxrA9Z6zSw2q0jDyaIRocI/TlCUt4SmittQLMwjXIxixW6CdV2ULDjdR7IkhSbqBacHyQouC+PUtmfh3mGMEsRFtzPqQgLDdOMfYM6/ETDLNEQxhrmsS597inPrcQ7Sq8qu3+ZISqx2zaNCSr/etntLCjxI7NHiXcuRcJXCznl3X8kUB/1AcswhXrO0Vn5G0whfwMC+lgAfvXz4wgpcC+9TkGIZpRjc4IIpseYWDFulFf2sQB8LD6Xqf4y7cIfTUQspl4lcVvSykRoJLWI80D+57jfulQhS7oW09kkJaUzJDR20CSZFDB0Xre20L44C6KpoSBNqZjD0hJYOp8Pviz++SKbg2gUMwlhJCFMvTSF6CqpWJwrFRxZwjFU6X7lYiVXHM7lfjIkCcpyifJJOU9zBEkqKW7bITZeh58DQcaZRSpVTBYyuCr7d0sTFYl7E1bXJRTQGLgov1eKsrwtgzSDnxHdqEkKmPsc6ZWmeYAfCYfyDBmUUq0YytiX7chgW5f5nojnMtso5PdExLqrK6hbFdQsVzpw5xSAgwg74xn2STi4JwCXyewyAVqmQk2mNDlIPU79Hs0W+HI9rmc7xj0zXUu6XZRkmCcUgTNM8hSTI7GfqVUilnnW4ZuAvw2OIQRXbJRm83JfReMbZL5lagpMCp1k4x79e6ZZhlmWwZH0swY3T2DR3I4UzYqJpkf0tovFKmU8FRqTv/MY42CKcRhgBBMjpjulezuHY2loVG00PAuuwTooiqulOYOo4VTRkaoGMtNFZpXJ/4CvIN1CwcSLacPUTRgGe2PL+Te/axLi+N+lgYuhg/IeTVLOgOfSr8vbh+YBr1FHpdFAs9mSRdMOSQy8tkskPPdZMfKYFAfqo+wK57SMnxPDGCS9Zcg1DTlFE+kB5kyrNBtwFezolUFciYEueRul4Fv+8xR8j1DznB8lc6kj4zCMaXh+ZxwdSe3dEZ5by9gxnSMhynsywTzwEXCuz++kWYNNxLDlwTI8qERHs/ZqHkhIh/TIbDxBPhrhsNfHnd1d7BwOwcz+CCre/uYT+KY3nUCtymfADHnGhDvHROX9z7PWMdab5y/OouM4K6slNR1DIs5nMwxDJut53+WlSYPIZoYKAkXE4duTASZ5gI3VKk6uVWHlqSDk0whiGiLRcqNbx8ZiA/tbfexvH8Jnz6YXwy8SjAYpJmMKvjyXaGLG4gyK5hf5meap7ElZVZemnG2qQm/a74WYBDFsilo1BZ7joOo48oShsV8S2BSmsgiTeYHpvMBS18T50y7anob4MMF8mGIUAaN5IfVntTorLwtsb+bY3cnQWCtQXytwcb2FK+tdqdh64YUh+gc+Ti0Bp5Z5CcQyZ99Yb+O+S+uoWB6e/vIA1748wDPBHM8GEZorFMe7lLHxwld3cPOZAxgdwFgATp2wcf6UA1fP4Y8C+KMQ/B1zLTTbWGp3ZM46DcdSedZRDHRg4M+vzfC5Z3wERMS3bXhNHa1ujla3wP1dB/cvOuhtxrj6xBS7+wm0mgXF0xGRHJuFuHDGxgOXPNSMDMHAx2wQwo8d+JGDF17K8PRzMcy6ifvfWsW5izY67M7NeQ3wfBaipatYNw0UgYIvXJ3ji1cjHBY5DvluZScxZ/M0Vcw1pHNVAjCcJ5NW6NiQucZyx8ZCy8TWdoSt7bkknUltbS5aOH25Ijjr+Zj9rT6mOwqmOyqCOSfWGVQXWDypY/GUDmUGKFOaJCBER96cVlOB21SxvmJifdmE5scoBnMM+jl2DjXsj3Q0uxpaiyru71bxcKcGlcTd6wd44dYEX+ppeKyn4+IqcGFNAbXp3oxVp0A0YzAIOPOAidMPGDhVT3FKm6OuZmIgiZiuTw2EqYlF3cOa7uGlzQh//GQfX7g+xAfft4QPvm8ZhzfHEuTZ3JtjO1PQZ2hRsPo5+oMc/WGBlNTNSikK07TAReS+wpBnTUGzRTMcq/5UTIfAeJpiMknl2UvSK/+gvkRNr7qgw1vQsVrVsE6kcgIkTAzPUtxKYtxOEtZgQ48oMAJFUv6+Q1NBaKjwdBWexqIEYJaVdApJMvJFJJ3FKpY2DKyfM3DlrIc3rNdxacHDY5/v4bHPH2CQJ/CdHC1PwYW6hq6m4nBLkXXbzmRxzr5oKbBQoDfO0BtlcOU9zMpRTQybhcbrgGYQFY4bwa5EuHDRwn1XKji/YWK9pWKdoRWrgYw96HcjZDcCbN8Z42lWnOUR3vKOFt7yzjbyPESehaUpfc5SeQ2u6aJiuvjSlw/xpS8dYqnTxdvedB6rbQfTnU1M9rfRC3L0/Ry3ZjFuTCIoVRtLqy2cWGvjVM3AqaqBP/xCD//XH+3g+ds+FBco6k0Fj7zdkjU8iDE4SOC5mjyY6nXiLmzpjjoc+lJw7nPDnHF4ZSLXGkjyigz9e3cHgjXhwYqOvpBJurzAqbMOTp1z5IDhz0IEPpGxHnyiBmcTjP2J4INU3UC1nqPdTuBV6K+pwyzq2GcPx3AshxQiiNs1E6c6Hk4uuGjXC1mMovtpAT+y4EcVzFMX9TaHGkTqJTg4iAUnfDggbjJEEZOZrCEc8YEbY2nRwvkLHjqLBjI1QqbFuH0nxZ07zGlQLLEEwXv6TFVKwsdDH5PRDHv7M+zt+hhOiLEpU6McpNK5tXG6jbMXFtDtVlBxdcoDGO1NMNwdw67UYLtVFEcIyUkwx0vX92TFhyriQw2dpomNDRuNLpBaIWIzwqHv4TDweKVDnyZIw0iGjXRHU6AyLCIMiXUjjiXHdBQhjVM0Wpok8GzidE1TsKRRwAcTBaVUEo/TYYLZKIVm5uCsVaHYMi8k6cmkEj97pmbYzUOHpGGlMMwSxcvlTyisp9I3yl+bx5mK56Di2YLA4Ia6PGTOEM2ZYCykBoogeIXO/iOze6Nl4czlGjbO16UvwqrWcdAbYGdrH6PeBBHF5RHTUjmCSQGLwkiH3bhMYbMHJsN4myuF2SxRdM2OLd2THMTtbk+wtzOVDTo36uwFWLvQLrHFwQjBfCybWjqr89hEHlmCQA9GEebjCDUHqLtMSgODg/L7biyZqLQM5MSk8MHXizHtEZRQQGX/MVEYiwaaizpWN6pY26gijjIM9kPs32V6JsDeTaJqyr5Mp8Z+Yk0SJwER02qB7mJVUhN0zrOPw7UMLLaasAwLW9sD3N0aiCAdUJTmscbgd8SuDl3w2xY7cm12GfEijSQ5PjokgjqXTbmlAq1mHe1OSw6po5GPyZQdusfVP0SYlslLQW+z5F6wLYYYEOa8jgo6FoVVBMeL4VTjErfBl2CkS18qD59eXZGUqLhoI2KLKdTS+cdhaAJNT2HkuTgjiYz3qq7Mh4aHsYjAdKRKQqvcB99DaokDvlKu8qBjo8hNZDE7snOEc6aSA6EIMAlWzsV4cNRR8xwZrtBsMB4FcF0NtbqJSoUCFvv5NCRG6ZCbTUL4kxDzYY54zBeTidZSC+3FFvK8HFbluUhDJV5E44FLR3/fx+FegHqniYW1LuotCzUvQkWsYiUa8HBEjM0M40mEgKYMv0ARaigCDs7KrgriRZurFqoLJoq5gnxO1HBJ3LJNbjzpIs0Qz4nkj3C4n8jiZ8ghar3p4szlRayeaqB3eCCrUk/R6hRINeAwUDCdK1AprsUKGgtMzjJxmUmXLkGWF05t4MKpEwizKuaZhxevbuHrf/4Mdm71YDmVsmPJommHiLYYuR7Jd2UrBozCwOQgkvvkb33oPnzk+98I01Pw1Sev46mrm7j13BS3np3CcsvNd2epis5qHa2FKgoxKyjY2exjd7OP7pKCy/c7WNrQUXg5MpsJ1hi93RgTSc9RfHFx9tQy1lfa2B/u4WC0h627Ce7eySQZdfK8i+6yiSguU2DSRx6k0HXiestubQ7pORyYTCg+p5j0C4wPCsxnrxrhHU1ynQq7HNl1q0jXTRqF91DldAPynqDppLNWgeMZ6O0F6O0G97pI6GTn85zmAfZE88BBmkSlrgsyjNc/B5VFzmG4is6CjW7HxvJGFysnl0XkuvrF29h67gB/+zvP4SPfdRajbIybg308f2uAa0+PcfN6gGwAZIcKVu/TsHaZqOUcySyTnsqV1QZWV+plctGpoFPLsFgP0al7aDfOoVZZQ8/fRG92F7uTEDvTBHvDEJu7Y+zuT6HOcyjsnc9JjGBHHI1ABWy6aYsIejHH6fW6rIrDIVIO26yi23kEnYU34i+vfRFfu/ZFPHd9jJdv6Ng/zJHpARKFOERPliDMmAQAnxlEeKZ44A0KrjysQi9spKGLwZ6CuzcjpKGOtzy6irc8uganvQ93YQ/PPz/DX30lxpNfi9HrZegd8LBcpp4XlgysnbbQ6tDpzX4nA5NBgskwxexwDn/AFECGmJ33TIAcH765E40LVG0N3baJTtdGY7mBBtFXFHoMYDgaY9Af4HB/jNkeMN3ju5Wd6gpOn6/ivodaOH+5g5On17Cy1hWyShCO4U9j+JMUjmlhY62DlaU68mSKLJlgNBxh2B/KJjQrGvBDHbfu7uHW3V30eoF0I506VceDD3TQbVfwpf90IOvKIxoeeIR0BIoTJvb2FDz+eIKr11I02hbqCyb8aYjxYCbEDiL52k0D3/ZfnMG3fcdpvPjyHr78lzckBb1+ugmvbmHnzlCWGP5TBYtrTZw4uwDLcfHYn+zhsU/v4f6HXdz/BhemV4i4RswSIlswybbiw1J8MTNRaF1aWcfb3vVOPPTIgxj0r2Fw+DQ+95l9/Mkf9nH7ZniU6mUHuQslc9Bc1dFc01Fbj+CtBDDqEYYHKkY9DeP9GJODBJWKg+5SDc0FHW5tLhhcfp9MpFBs4iSTg1pi6fhs3t+NxESwtl7H2XNtBH6Oa1cHcnh7+OFzsm5v3sadO7ex35tiPElkH7y64WDthANDi2FoxPuWTvKcAxzNgaI7aBBrpas46M9xd88XAbjZNMV8tHc7wt6dWDqCdaOGahVoLQSCOa/XamLG4SE5iG2EeYJP/cJX7w3tL757Q4RjCqbxTEcyVtHtOHj7uxfw8FtqmCQDjJMBXvjqPp79wj7Odiv48LefxIfffwYw1qEYaziYXsfu6Ek8c+MWvvT1Hp69MQa/KqasFh0PS46HRx7u4F3fsoSFRROPX72Lx69uwbCaMO0m5oWPWdrDYBhg54aB/U0DWeQgi2wYWjlIohnGcgtU6jkW1iIsrM2FvBKz7iWIMZ5SbIiRcm8ZFpiNbVmOy3dTgYpXyPOZXxXv98Gugji0gNwRMyrTv14zBrQxCm0Eza5Bd1qChzrcSjHY5mfpoV71MBqO0d/vibFKcLTLTaytc9/v4fr1bVx/aQujQYIwIDpVAZo50OCQY4ZW1xeDqpbbmI8r2Ltdw+E2B3/sISyNatTApA5G9lA8RJcCMK91mtxy1jiw6cudYe3URFarrqPV0BHMNPT2VRz2gd39Anv7OWr1Cj7281/HP730OgLwE7+Gs//g96UTnFhLGU7LFllBGjH9SKOJiVaHJgL+uhOkGRPIqbwDL7xtCRffuoQ0/A784+9+H07+dX0zfx5f++3/Ej/8W1u4vpli7dwJLJ3uwq1twq2dxA9/9M/wcGWCSb+Pze2X8MLT1/AXz9zE557Zx6lzCzh/sYvpxe/HJ9579rXC5t4X8I7v+yVsF5ZQaSS1x8SRpuHkj/4CPvsdG68VZnEHn//4W/FTNyxsvlhDu9XAg49cwD/90f8dD7w2wIzx/i/h33/teXzmP+7KqtQb8Op1wUhqJ74Pv/NvvhsPvR6ZmgLwt/8s/k8aDsVjqeL9v/hr+JU3N17zM2099i/xzT95VcTf0v1+nADOkf3AT+CZ71sHZmNs7fVxc3MPVx+7hqeeewp/uf/Kv0reLR/5Z/8ZAfjfvubXFWGX1yf3JIvn8e7Lp/GOt5/G6RNLWF1aQMcDbv7RT+PDnxzdE334LxER50h0Kr7rn+Cv/rvXEec3H8d9/82/EyQwc3oUC2XQbxjI6OwvmBCjibgcROYFZT7W6ZRBH4lLStqH5lBDnrVFyr1tLkIOu+eylOfEIYp8ClMnBpVkjBHm85EgI2nqK80UZRcrkch5HiOnOS5N5DqRLlnHEVw/3z3jiY/R1C9Rt1LdQqNP2e8p6TdJMtL8ngvyNJrH5YpJByKS+CipfaThHp9ZZewuYt0rid7XfiFH6N9XtP1v+FvuJS95fCL9gR16FHstGpB4PlbESF5+rzQnl73KXDSdehUHS92OiL3T6VjQ2cEshj+L5bnW6TSx2G2L0NpsNEtMdKMqFSsVJruKFKPBIUbDAeYBDVVz/OQnPv0qAfjvS2dbu+6KkTJlSmxOc76P3nCG0Wwuzy95byaRrJrjolWti/CydXcHd+/uYOXECaysnxBEM03LNNsvtFtoNupiYuQVEczG8CdDaGqGhVZF1kqby4MynyCdDKQfOuD7muka9tIlGnqjOQ6GIRTHg1Nvwqw3BOmZSlqcBCJNuilzn/xHmu8S8F8wmx/AD3vIREGykGs2UrWCRHUxTnRMUh39oJBh62gOTEm9SmgK1RAXrFpi158Cm3UnzEroR/XAci+VPcI8rNLsKdUuFIKPTR73DAXHAnB5nmUij4LDcXLzrwvA32ASOU73Hus/32AgeYUBcPxlHou/r5dQP74Oj5PKxwIwfz0aTnXNglqQjsJKHcojpZBU3hKKDEILIn3ZOSs1Vkc49aMUtIhNNKGrfD5QlGGiju9FIvuJPecyRCyJYyZ9Q9hmJsvUYpjs/CXBLCNK1Uc+HSKbDmDrRbmY5FMTuHqGip7DM4GaY6Pm2pIaDSmQsrpateRcXprP2Q/OecdUQiqua0E3Dfis0JI5Rz8GiCQAACAASURBVHnfexbxkho8U5HnA4MSw5CLFQ4UPo+E/ZQCHBBSnOC7XqFZgJ+UyOby3JTecmngKvvM+bnw7zDAlK8mYqjC6gDBQ5eL5zPXIBZbRd2uoGF7MsOaz48E4MkMB36I1DBFBBZzwrG4z804k88m90SkHJb7kPI5UoqIFu8RCiRH6WTi3RMO1dOjNHCSYVrkmNJERnExIc6ZKGEKW8fGyfKVU+KkS7MJn6uOacA1TXiOjapjy6/FT4HGgXGaYpJlsFHALgqYxA7PA5gxqQeK1AitthuyapYDRzUkgNIbD9CfjTHTq7KSmBVaPpQsFjQ4DZcr3TZWugtiCOb8MlU1jJMMPrso3aosn8+cgrU8NdQrddTcmuz/TCY32V2fsJJnBn88FsQzjTdE4DPVx+cYTfMaEZ2eixrNLAttnFpfx6m1E5L0lQ5pGk4Y1Mk5DzoKJ0gPeC57QDGo0FCR8/zNuU+A2PdFAOYAQiPFQrrcJd0gqHJJU1AA5uD92GlS3rBlEIHvQn43FGrTFD6R63NfzEFcYqajL0EKoGMUaSSobK6C/b9RhDHrXfZ2sD88RH25g/pKB9VKF569KD+PojKSFyLYGiG8O8T41iZGN+9g8/AAzwdTvDgPsRkBdyIF3/+ey/j+917GyZYOM/eBPIRPXSCJ4LlVeK4HlWe+OH9F3M7So8SxKtUBYZwiSEh3UDBLFIyDBOMwQX9u4SBysBP62PT3MM4mWKxX0W1UYWRj6OkY8zDDxOfD1cLawiLWFpYE3Z1EIYb5CAfKAMMogD8opI5oThJUkqNSt1FrOWLgJ4mDRgCaNxm4yRgkSnVMpjkODiPM5gkqTdKnVNQrHmpuRd7Xsn/IEjHAq2qCkc9e2ByLHRsXTnuoWypG2zOMdn3pPj4MgIWui9W1CsKpgts3Imxvxjh5CTh5ucBqs4oVrw5kOvrjGKEfoY2prMIpUDjAmRMNvOHsIozcwu//7gE+9XsHiFYdWZ2VGk6tNpGHOZ5+fA/Xn+mhcVqRtb5oYWPBhs2qhxmNt6yv41xBQ6fdxvJiF4aZI4j6SMMZnJkFZ2bisRdD/MWLIVJHR3utgsaiicUlRWZ051wd510NN57z8edfGOHuQYrmaQ/eioPpkMSPGS6edfHQ/SScsIZyCl9qCC0EsYnnX1Rw7RrgtSw8+i1VXLpsQx9m0Iac86ewmhn0IITeDzA7iPHETVXWWAcmxJZ7KqqsE1OAYMSqTmLIU1nsdfU8YKGpo9s00awZ2N5LsL2bSFcxdR2aoM9fqWBx2RDK4Wh3isPtAoOdEg2sVSFJ1tYykb8q5ocKwkMF8SxHGuRSV9BaMmSudPqEiTMbJqpI4CYR7t5J8MQzKZ5+scD6SQdrpxw80LHx0IIF/gAv3xji+bsBvjZyZF3ZAB7YgNBX7hzMcTjOkMU28tjG2tkI62cjnF3IcJHJWkdDojrgnT2eaRjPVJywPJxza7h+O8Tvfe0An3l2gA9+aBnf8aFlDG8Mcftre9jvxRjpFmYazTJl/+zmfoq7+ykKowAvPT6K8rGKYszqDT4Lc7Q6OlZXiSs2MOqpGPYVHI4iHI7nst/nWUHOGXxmCTLbRnPZximvwBknR+QnuL41x51BDJ/XmFVAmynQfEXEXzFKc8RmFYjtAnXdQk23xKg0Jv1HEmZHjloOKhLgzFkPl++r4eSiia4N1LUMT12f4up11ssA84C1AwWadlnreXz/RRZHUgUqpoK2qZJij/4oR39UwCo0WXUK3gsFCkPD3shGf0bihS/rOz9Yx3/1vW1c3DDoBgPdKrFTlzV6rofh13cwHk0x83IobQXnz1Zw/owryeU8prnVkACOBClzE1pu4Xc+tYff+b09rK9U8IH3rODkoobdl3bQ2zqA1rWhdS3c8WO8PAyxtNTG2x46hUcvrePgyU3sP7mJTz81w+8+GeJGP4Niq05RrQNX3sylIJkUstoNE2trDryaIeXVw7DAQW+Og14kD0EOXhRDxzzlzWlgsjvDeG8K3SIn3kKYFBiwx9VP0em4stjpwqJ7dvOmMZGpdH7EiFkyKMFjHvy4wWEnmgotqcoKMcW8mAFGCl1SFBqahoOWZWGhqWKhxd5iBbGqYC6YDgMxey9Z3E6EwTjDYJBLwopc9zAgxrAqKw5CxEEA1yb2iCgpBTM5EPBnZ39MBpUF444jyVlJtNQNOK4Kt6Jg5s8xmgQYzyL48xJXoZmGoDFrNReNRgVVpm5ddn8UGBIRceCLM52LgsNwEmI8CzEYTWVRbIzGBaquhs6CjmoTMLwEipPhcGZhMLWgiOuCfQK5JCtiOsFkI5lJcoJpJQ6XpiOi7bKyrLqqCgJDyXQRiihCUEwytAyGyg7dEmtCN2Kc0dGbYOqzMy9H4ygFSvdM6VErHYWFlPNyc5pJ0i72NQSzXNBycUwMroWKZx29wImqYXKT+JYUWaQgo7tBuoBLFxo3pRx6Li676Cy5MGsVmFVXEtJpwbJ0ojYLJDIETDEdp1Jgrrs8uHGAkAnCNxikCA/5UtBhNsv0ccVlSo/o1hCjYSjpTDLVW6sVLJ2uQXeBHvF6A/Ze8LOlGKshmxMvwtRoijRM4BDDQx48uftMgFpEx1Ko4rCah0EN0TRGNCECm7kWnmoVVFo6Kk0dC20bCwsOdINjYA4YEswoVA1SzJnSGZfYV34POfuAiR10iNF2ZRVJjozXGQ+c7CMhIkbuIyJHS9xEFLNXlBim4pX+CY3OXw4cUxFY2f0RzgoxApRHEqLXXdSbFUESzo8GH+U3UyIb2D1KJxBd40TU0OXJoQ87dSkAS88SB3U8DBns5aWQXorEPHSVBz12MJd4S0FwJVnZkyp9Gjz8cjhDRFP5MOZAo1qtydXhz+aS9KITNYr44nbgOLYIwcfXI+8Donb50OT1mkrymBswOvpjGVA57IlxmMDhRrm8/sQZXyhlgXtA4bY8uBAzR/4+BeDUTmXx+mWyNiJieaIgC4mSdmDZjvy+KLYraoxCofBXum7ZyUyX3uGBL2ghp1KFVzPR7ipotMRzLcmg0cTHYDiRwzMPLXwJDPZnsuKwkOU1LTQXHXgNU34WLun7zXQZNpNSYPG64RAuTdDbTXCwy47M8t6hw3n5RBWdZRdJ5iNJfdiNBG6bL3dFcLDzSEUeFsgDIuvLeygKUjGVKLlW4j8vrkCxm1DsBl5+cR9PPP4iNl/qSU8E8Zsc6nNBZ4dCiTY2Cw1GriAPUuRBgm9+30W8/+88SNKtCElPPHkXd1+cYOvFaZmqr7AWwBGsMekD3ATI4rMjokOSuNAEXjtG4cRI9Ri9vQy9ffZIV2CpVVQcFwstF7Wqid5ggIMBcds5BgOm/oHOaoFqo5D7IWSy388k0S4p8JYh/y0YrIjCMDvTFQQjIBxCBHo63TnM4OCQGHDHpfHFkwNWPg+Rx3xvMnVSSOqez0jD1dBaMSWtyMT3ZMSUX5m0lkQ6hwlMAPO6nWdwSTiocbCSC26cgxXe+5ZlYG3dw9qaJwgsmrWSIMXo9hjJYYh3vuME3vmODdwZHOLq7W1s7k4wOEwlLVnMdBS+jtaJHK0NDgAUqKkqOKp208RCy4KVAVZO56eKlWUdiwsLaFXvg2Os4+svPIUnXngKB5NQ9gmTKME4DjGNQqSjAsmYwx0mJohp12ExFU+0WzGX9bZHu3jbmzvotmqwNBeGzq7QJhSzia8+dRVffeop3NkKsX/IRHoBzQ6hWjGymANI9mMrcF0m4VnDwA7XHEtLBhYXDUwPU/R3Yvisi5jTGGHi4uWOLMMdwHCH2N7Kceu6js1bujj3Ig715DmXwGtwI2/AdSlYGaVjdBRgNvLl+wtnwNRP0JsEGPpzGCr7u4BuzcFSvYIF9qHXNVQ8DYltIrFMzLJUnO5xSsoE2ZM5rMSVxbQnnxvtbtlvQ1GGnSrE3O/tE/s8lbqCeF7IQLVVq6BecZDFgSzNiKBbc8wjBYOBif4h92xj7PdHmE4SWWfOunjw4Rq6HRNf+swIX/7MCBvnVVmtrg6vYSAMgJefS3D3ZiriL2sjeN1yWMRBTM3T0G4YuP/hJu57qIHd/ggv3z6Qg3ml6ojBp7fjo7/ri9GOq9b20Fj2oFomnn1igmefGGNlQ5eVIpHPL80U1JwaXMPB5HCC6eFEDla5TtxzCxdOXsb5k2ewtppgbS3BU0/u4i++sIVnnhni7p0QvQMaUwzpWPWWNFSXNTQ3gMaJDFYrw8FOit5uCr+fYtbP4FVsdJeqaHZ0eM0AdpXmRHYDMwlhSvKKBo6c10OcSFJ0ZzPFxqkGLt3XFrz3C88O5blaJoC7socgNr03HGJn/xCj6RidronOonmUOkqEQqGZBTRLgWqb0G0DNU1DTdXQH2TYZnI/A+oNTZ7ld6+HuHt9Do3pGI99zkCzNUezlQvWkIPzgwFwMFSQagm++L+9fG9ov/LoAtSsDjVtyOEwj0y02jYeeMTFxSsWtEoCzU1w7Stb+Npn76BjqvjmNy3iPW9dx+qp81g5dR4v3XkOV597HM/d3sHL+xm2h+wqD8Wpdt9aV9bZ0xVJdBtugaeeHeOpZ0fIDR25qSNIQ0zmE3ne7t2u4nCrIu+pIuOzwJSUm9QYNAvUF3JBdjOty+H+1M/gB/xOypQLB01co56NUY/3hgoaWCtVwK3yeZ2hv6Ogv6siDiwgY2UD/90RKvU5FN0HtBkUrQZobYRTHlJTTPsZqrYHz/FEWJjOZrI/omGwWjVxYq2GE+s19A4GgmDm99QfaTKI0uuRrNWTMVZPJmQ+IOKz4dDG4WYXo702LO4JTApA3EmVSSk+v2ngYT8eqyqOe93yIkKS+9BtCsAjrJ4cY6GlyXBiMlKwtcl9Kvu5CwwmObrdBj7200/jB8+8XgL4V3Hxh/4IuuCHy6ST0EByVndwT5Sj2XbQWfRgEn2esuLDl/3xaDDHuTdXce5NHIrmeN97/x98oPNaNTTY/rf44Q//FP7D0MDK6QUsnayi1t7FqQ/9Fn7xTW+S+rdv/GMPf/DffxSfCLu4/MASgvM/gE+87xxe+9Pv4zM//oP4wccNGbaJhsJ0zZs/iv/4s+/BpdcTZnEHn/3xN+Cn9yoY7rbQ7bZx/0N1PPyRf4Uf2HgdwTjfwfUn/hn+x9/p4/Of6UPRK1C0Cgz7Ufzyb/8LfNeJ1/1FIAng9/8MfpPDX0kBqVAe/Ef47K+8FWuv+f328blP/hJ+5NOHRyjOo7xfcR9+9bf+yeukhoHouf+AKz/06XJIf6wpfuSf/w0C8GM4/wP/x6v0oFJhpPgrAjCAv/u/fAI/8dDrJHln1/Hz/+0n8Fv7JY76WOw5TgF/00//DH797e3X/I4mV38bb//Rr4hpIS+4TynFbe63S/RrSUIp2G1NGO8RPlZML4wNyGmjpBWVi5FBvmO4p+H+h/+bRBSO5ikCMNHH842PJGYVAaWUQobE5aCbxBx2thMZW76Hhb5E8de2pY+SPx/TvxOfNR0kBpU4Xp7LdSbxjhC63L+x65Ip4LJSiatEopLyUdJ4yqoOEU9EfC6riCj0HSe5X/2hvTrz+yqCZ/k9yXVdprBFdGOqwub7gehjq6Q82LacdZgAO056xVGEJIoQzUkECVFxHSx2u6hVPRmczihU8Fw2TyUJLUZaz5UUGhcFY65ms4qFdh2ubQrOkelpmmDGgxF+9l9/9t5v42d/7O+ICNFtVtBpVERMYofjLJhjMAkxDWJJOHKYQwFGYbcv+NlS3M8xGk0wHE2w2FmUaptZEGLnYF+64BYXl9DpdGAbFhzDkpS3P5vIWbDBaqe6jdUFD2sLFRhpAHU+FXGC3xMRjUzlJpmGnf4Mu4czwHTgVBuwvVopSAoKuBSB2bdJ1j5JYsfFwEFElPVU0uncp1JcUZgEJBGCCctUwSjIMZxlGIZMZykYxwomiYZJqkq/HzsbmYgzKNRJtvNooqGyn7js8JR/tyguR13gcs3z/FkKOMLqOiKmE8fKvf4rAuyrweGlWfiv/3H8517Bsh8pwvLeeeUef3X6t+wlf+WvvYKOfhWF4Ajprqs2uEpuCbt0Cf6mCYY/Zylss8ueoQn5K7y3j/HVx0KmmN9SZGqJEaZxOSe3kQWkUj+ly/OE9yPTijR1GAaNITSqZ0L60ZBIOlbJIhQR408+LDWFrSZw1BiOEsFRI1TUBBWmh/k80Djr4B6PRELWn7kwDAeKRhHLRBSGgp2nYZuzIRr7/QzfKABLv6AqAvBx5/EkSjGmaZAzFM5F+GEyopTlCLhyEoIUxBxci8n7iNImLzPSBumZYPKa9wqvH8C9lwAuOMqQ3nsaByXdyioZ4wgBbREBTUpKjnEYY3caHAnAhlDmKABzn0HRkfUtDDUw1crFvyCGFn4YFNlQSKhAngNHyW0O1ZkCZjqaYliYZIjZEczv+ahPWZDCR89h3otS+5ZzDsR0c5l+53XJZxdFVYe/hmkKhpepVz6HwyKXbsyKppaEvTyFc5QCpjjN1KTnuKjy2UUsvs6fMcV4NsaYtVCKgwkRvypHbbmY8GrsAfZsLBKH32nLmZw1AEQqU5SP+E2ZJXaV6Hj2/TqWg4rlwuYclN3NyfF1Vvbz8sKhiMfkOgl60olNlDiR5R5NRo4EZNyKi8VGE91GQ0w7x3SonCIwK54EA3/83ZePA/5/VRDMjMAlCKdTzKdTqKYBu16F6ThCtKN4LLFd6dHjM4wifNmJXPb8lolv6fTmX+PPLSaMHEnOswV7vvn+Y29waYrhOzA96krmPDzxQxGX+VxiN/yUdLokQbXdhNduwixs6AlnT3PM/BEmkyEOD2icnKC/25O1P51hJ0mxl+UYwMAQBr71ygLec38HV9Y8nFuw0XZV+OwoTUM4kvxnWrY0PpTOEabWeRXziUaySJlCpVmYwSSGOibTENPpHMPUxjCroJ/m6KVTzPIYtlGBbbhI4n3E8R6m4Vy0DL4v6paHml1FxdJFU0j0DFM1wYz1KDT4jxMMWS00maBSd9BoeWLZmE4DBH4otYUV25b5BsmGk1mKwSiEHzEBrMGu0kxxhD/nvUC6QJGL2Mi06SQuMI2YOrVwetWBpwHD7SkGO74YjbiWVjycPNkQWs/tGwF2t0I89IiDBx+xoacq8hm/Z9IFiJZX0NXn6LIKrqpC8zRUTQ0tQ5PO0M9+aYLPfWkKddWCumqj3a1iuV1D6hd45ut93Lg+xPJlFUuXVHRrGrqOLl3c7EfntWSoFgyFc8xyaTzHsj6G0mJgwAoNPLMV4dp2hIh1EKyGrOiothVUFxRcbDm42Lbx0gsB/uzzA+z0c2ycb2DlhIdwPJa1vGrj5BkPDoVA0kiCAFFO6oaO6y8Dzz1fYKFTwbd+axsXzrnYfG6KzecmOPOghTMP2nDiOYrtMYbbczz+fIHHXwACR0XIGj8XqFRKRP18BMxZWxhR4E2kvrLFWYenwjWJY89x0Muw388Q8bmtKFhYNnDusoVOV8XgbojBVogBqWIHiqCQ9UoBq1qg2VGkxjQNdGS+IfPWOKDJppC6H9tRcP8FE/ddMFBTUzhJLMnu514u8MItoNW10epauNS1caVrwUxT7O/PcPdgjmtDBdeGKk4vaTi9rCGIY2wNQgwmJMKZiAITFy8Bly4rONVOccKNUTMKzAsTYWYgnOtS7besVXHSqOPGdoQ/fbaPL94a4n3vW8K3vW8RvecHeOkv9rBN0pRhYsbng5XJOhgW2B+RPqmh0eE8T0HQyxAcZEJemc5T1Js6VlcsWIaOwYEmnxHrCcY+Z6AkoJW1qAxv8CzcXrPRXrVxuaXiSlPFZBTj8RcCvLAXwW6psJoqrFSHnWjwp8BwmMGPcmRuitxJWSApi3uJmDNY0mUTGpsKqYRgV/lS18Lqio2luoKWmaOqpri5m+Hm7hFJL8phqwXqDKeoBfZ8LhIh2NKnoF7hXE+BqwPhTBUMNoFDdMHrpANbudDc9gMD08zExXO6rHe9pYF3f1MTTpFi88Uhdm6PsXJfHSv3NTB86RB7T+4hZCXFsoXKUhXr3ROyplvbmGztgHXN1UXWFRiYbqeyvvzyCI+/NEa37eAtlxfEOPLSi33cuj1E7Bqy7JYFd8HCmdUa7l9t4lLHw9Yz29h6Zgt/ei3CH1xNcPOwgGLq7cKt5Tj/YIRzD0bwChNeYWGp42B9w4Xuanh+c4rn7s7QOyhkeRUFK4scTgFjP8V0lkoJdDZJ4bZseIsOgrTA7uEce332MNqSyuChQGW8UaJ3UnII1dSgmBpyK0Fupig45JmRu6ICocu7F04nhLMwh+ZmVA+QpwqSoYZiRoHUQGfBhF7VoXgaMp1p4FRKtCleZIK4VRERDzHKMDjgoVLB5YuLsoCpLH8WYTwsO3h7vQS9firl1EzCGpYFQ3fFhU5hiBfuuYtNnLvQkKLnFDH8iAegAJMglA4Rbh7nxPBPKYCxE4OA0KL8NYYpuq0Wuq02JuMId++O5CVmeIqk4ChwUaQ2NKBiq/A8RURgxyvQHyo4HJKFzgcDC+25ZeQcuUAQhwijAG6jEJwb933+tET8yn6BQcWpgmhK7FWZBORBu1Ev0KgBqydbWNtowg8TbO+McdALMJyk0r+8slbBynoFWUbhK0EwSxBMiZHLpEuY6G6tYBdeBbNxjoN94rEjOHwJuHS9lxtY4qHZYxpHPLyXGFD2NqkUkY/AZ8QE0b3NpVE4dzUsrFnonrRQqZtyOKBcyQ5T/hpEsnAzFodMJxKDkCOfs+cigdUwYDZKxwnFFTnAUzxJM7S7nrwEmd5tLJWD6M3NMXa2pognGpKJjjRgSpn/TIn+4uZKS3NB0PAFz9QwB76KAOrZU8y0KZ0aFGgThGGGmc/S8AKKzYEvxRUiojTU2gUaKzk8PuQs4ogMTA9UzA4UDPjwPQilJN1uFnBaChyPJevEGurIIx0RE9eHcxGEF0+4WFpnDyQTyex3naO3P5OO5jSmCKrLd8ehJlONHPaVzr+S11T2jDLtqEmHo2mVuF0OI4gqZPfazE8wnjFFU4jBgKKgQzxvhQf2TFacJkjzVNBpxKIQyei6jjjxuXVLU6a1iMkph5FEuJa4JKbGy8GKoNaKHK4NVCwF1VpdOqmIxM3yOZJsjugodd5qtdBqtUWgSDOivSO5Nn2fuIlj3DPJA0Tf8ABFrLKOBWI+OkyWlD1QvKZnUyYLI3Hr8e4JfUiimmkFGgUMR0NeSZBX2C/AzTe7bDXEvoqYaMpZimiWod7yZBk2kbehiOCWzQ2TjkHfx2F/JqJ7SjSxa2Bpw8HCql2mIAoV/nSG6XiCZtPDxUsn0GwzebSJF6/fYVAE0xE3kDYaDVfEKT9kN3MAVbGhgakoHdUaMRQUonmwyNHfS2TRaMDuaF7HjsehuYIGu455HbcS6K0Iqs1hnI2CG9tJimjCgyMxSBpmI6bG2b2k4A1vWJTltBtwWw3c3hriyaubuPlCD+O7MWYHidwjROew951DFR58eP8w3V3RMnhahje/6wze8e2XQH/YY1/ZxBNP7mDv5Ql2b0ygVQpobgG3psIlBtplt5aQArHRWcdG5wRspqeNQ2T6CIk6xTz30e8VMiRfWljFyZWTMugqcmLHaLRhv8scIU0wiQLVnMOuTmUz648kjCPpPopBrY4rQjlFsF5/hv6hDymJSS2kgYp0VlIUOAgjEsyf810QixmgUvFkU46IrozoXg+kP8swJQ7FKlDpKkIuEOOGJOVzxCydEkNCKQrk3MwkfP7zM+AAldc6XcO8tyxU/3/W3gTasvSu7ttnPufO07tvfq/G7qrquVs9SwgEmpCEQAjZCFBIAgQHlhckxBBjOyvGLBMHJ5AEVrxs4liEIWZIgrCDZktCQw9Sd1d1dVd3jW9+7747D2cesvb/3Opuiza2WKle3+pWt+rVe/fec873/ffev122ceJUFSdPVTEez9DpDGW4tVK0sFJh+rCF9Y0WLt08wldf3JaOGqbdi3YBWuJAix0YFRdGhU57HZZqS/+UY4ZwjAjJYIp4MMPSchGnLrSwurqJeuFeaMkm/ujPPos/+uRncNx3wVBFSkJ6E9DLCqZHwOyIB7XcpMTnp5bx3sg+NR96GuAHPrSGD3//GjZXVmBrbWRpAYejXRyO9nDplS4uXemiP4kRMgFGQ4jjw3JCeR6zw4niWnvFRKmqwmB/KwczgYM0KGDr1R6uvngknV/sdmm1TNSXimgslqAqHjSFyewyQq+JJKzDsA3oloFZPJWlcOhk5ak8b8jFbu0BpqMBosRCjBL6owiv3uhga6ePog7ZIN53uoW3nF/CStuRjWGsJNgehtgehejMfBy7HuySiXrdwVKrihOtBVnGHGdPy2ICD64/Rbc/QKc7ws3rAW5cD8TMQnwc01KJR7NTAoUDzSTB6kkNG3cakjq9eS3C/i4TTLy30VSQr7PndNz7oCH9u09/McAzXwhQbALFBtBa17B4wkDBAbyjENEgFsMSV61eQJ0GpKqNhYaFRt2ELZibEF4cSg+X68WClOWeZ9JjpUECM3JgxgVojgG1rCHUVRwexTg8pJkvktUf+9jnsy7TsL7aRKtewc2rQ9y4OkJKbHiZgzEd9qSAplrFh7//Xlmd/hGuXLuOZ545wBc+28PlF8aSGNLVBOb84NA4ZWLhtAWnpWF/a4K97amY64IhjUU2FhYpAKsoNWdwKq4cMKYTUieIjy3L88/3uT+cYfdGhp0bGU6freKe+xsyuL91fYzDHQ/BmKYvDfc9difuffQODN0erm5dw15nW/bLXP6I6Hoi4DM4dAsTmUyqdUlBkaI1iIDWcdjTEKcUHgFTz3DzRRc3Ls2kU6lIYkQjQ7UWol7PRPxt1Cq4tRvg1l6I1Apx5feHr82FS3c7sLImLDSgoQxVLaBSM7FxBlg/pWBhyUJrycKlZ7bwtc9fheoGuHOlhHvPNPCWt96Dt7z1bjz3ODn5lwAAIABJREFU/Mv43Oe/huuHA7h2GQEPcEFf1ne+5TS+6+HTKJUSuPEAY9fF1rYqa5pNMMnGmASx4M5GQxv9vRaGndprgx0RRi0FtSZQb6doLrFrK+/bYoK6348xm+kIgxKShMOvPnS9j+6+g+5BQfaCNDdy/9loh2i0Axwf0ICgIXRJ/yiKKFWsepLyVvV8ZWkdabIA3zUwG0dwxwkcpQCbTCTpdSRlwcV4MpYB9MpiCSuLZehKDF2N0RkAtw5VDN0EdmUCpzLF6fMZTp/nPM5H93CG/qGF8cEmpscr0t3H2gYOkBJJQ85bWgUFqOVIToVDWO5lPXjxTLqjlzf7WNnsY6ltYGnBkLT59VcjHHX4eudd9Ovrbfz4z7+MH974ixLqX5QIvpV/cwt/9P4fwP98V4qzp0o498A/wE8+8jYU3+RL+HtP43d/47fwL569hOCxx/Gfff9P4SP3nXrz/++l38WjH/stFO9awn0Psf/5nfjZn30X7nkzrXW6i0/8b7+FX/mXV3B47j78jR/6GH7iO1b+Ylr4te/pFj75N+/BL0+qSNxFrKy0cO7uKk6cfhcefujH8CaUbAAD7Dz3x/iH/+Sf4tMXN3Dvd/0Ifu4n343HV/4d4i//rMlL+KX3/RI+LkNbkU8AtPGx//Ef4Bfvf7NXyMPNL34S//B3P4EvXqvjkXe/Hz/9I0/ikaX8bPJv/zrGp//Wz+Gnnsmf/6/pPB/+BTz7pghoCsC/9fqXeI1JnNf+yK+Hfwqf+0cPYPXN3v5pD09/5Uv4+Ke+js9fGiDL6nj4iYfwvX/tbfju87x3fPOvEb78j/8O/vNP60JKECO/kn+GSSyRBHBK8ZcVQpyS8PMuDl+kiomMaKm5ACZGCOkXvS1ZzWUzJt4kZRhJ/yVTwTwPU6AUkTJypQc09Lk8GRYyvUQ6EgUMJsykPsS2YZrma3jametJBzDPzKSOsWuROOOiqckgxucKIgRMbPF8rJNYZM67jHmOioWoRUMQh+tSlxSGskSqm4tpOVr79ffute7fN1HtpLaJlT1vEIBpmOQ5jnh/isC1GnHNNalIkn5IlSnZKdzZFLPJRMRepoXbCwtilg39ABSIcwh3LvRwiZBNrDVxthQWLB3tVgOrq4tYbBFTWhBx5viwg85hB7/6z7/w2pv/cz/xbhTqVbRrRSxWi9Cp92WZdNiP3QhuxD2pBVXPE6JMMzI1Nx0xiTyV4T1n+vVCGfVCBUdHx3jlxnW4foDV9Q0sr66hVq6jVqkJ9n/qTuXzQ7N9qahjo13GRruEohLBTgJoPAQwAc2UorTFGtjtDLF7PEKmcn9Skk5ZOc9lRM+S5nEbWUwjey6icvkxV95rSX1FKnaYxOasMkc1yPl2Nksw8jL0PQU9X8EhV6Cg6yU49mm2nyfy+HsE06pB0U2ASGrDkH/m504SwbexoFTLOBObd3fezgbfFoDfqPPeFlPzj9Hr/cBvFHBzIfaNMfP82vtmo8Ebu37f+M9vvNrfmD4WQzTPmFwqxV9em7kITAGJaGjeB6LUQDQ3wovgKeIyRa9EnnGKEvEph1ChSYRCqYKMM4Awp1jxvC1ZWCJ5UxpdeY7OUbVEIMuieEXBlMkrQT4nMDNmnAI48ODARWG+7MwDu3uVyIPH62VGsgzbREqyKAAL81+c854I2pw18P2bigCc9y/zc1YU4VVBibhLeVGBWQxMSS+gGYh0Xma+6YKPU0zTWLptPRIRWSs2p2/wvklMMO+Z1CEz6VQl/jllVSqKuiFLYT3WXADO+PqpsRhouUq6jaJh5R3AUYaxF+Fw6qHjBdKXGmmcDebmmjxdTEMGZyCsYjMk/MFZC290vF6JHy4XbJSLdm5oYQqV2OcohhsSAU0BmIhsXuN8NoqDTZLaIojG0TwpnMJPKBpTaKNZOV+3f0kPNHuMNR2OCGQ6Ek1DoqmoOgaqtiEie5VpeiT5fW5KkzqT/jTIkCbInHSKIHDhhT4GkYpBpEm1RLVSQL1GklQDCwsNodrV61VJdGu8oGXwNcdxq3n1mMEqJQrj83srf6bxeITxZCSiLN+bomMLSYGGHAqoPJ/nqGsGgljpV5Lk+rx0GVaWwpzj1vmay7sg1C4KtPmMS26iXOIHYRqYZ7oQCbuNxyNJHNtFG7VWA065mD8j5GKfs6d5n5F5Zk6xoFB3uwuc93j+bzGY8Pex4kznbJoVRJGERkiGId2OyWP2roezCbpHHXSPjmRGSnIjQw3FckWWXSjKiodTRMcjHO8fYHdvH1u7u9ieuNieujichDiaBiJwUryLVBOKUwCcItarATaqAZ4808J77tnEHSsVBOkMQTbL69i4F5b98DxJLw9RmhQocjO2zyJsViKQApcg5nNnNMVsOMUsczBTyphpFmaaCo/SZGghCG0MvFsYeFvoBxP0ghhTYqWJbY+AlUYNK80anEIZilVCmGlSO9kfz7B/eID9owMxNtebVZm7DAYTISMuLVSwuFBByJrCCWkWPkazqeCydUeHzsAIz+n8c+ZOCD5/ajUD9Zo57w5XUC8bWGuacJBisDfF4GCGw3EiNTura1WcOd0Qo+atmyMcHUzx9re1ZHUPp7jxykACdZV6BY1qAatlBWslzpQMWBUDE86sbvZwsDfFi7sxLu3FsBc0WAsk/xTRKJcQzBRcuTTE9tYYJ+/XcPJ+HVUmPBke4qPEyKCyRscgmrmEbifAwT7tGjHqTaBK3SLSpAd2bxxhn2ZzmcPLYxNKGVAqCu7eqOKezRquXvXwqS/20e2luOdcC3eerCKeDRG7AxRY5dm2oRp5V3IY+EhURdbNWyleuZpibbGKD75zFWc3SvjsZw7wuc/s4x0fbOEdH2yijhDJ1hDHt1x89rkIn/lGiKhiyOK50tQjMdREEwPhRMM0CDENAiwsFrC8VkbBypAwEe666A8y9IfMLinQHA0LyyrO3MHAoYLuToTedoThUMNoqEt3Nk17ppOiWs9QafCZ5EBTbdFaGBaaTRL0u5FoJg8/oOPh+zWUuLcNYgz6wHZHw06HnxtdPj+n2zbOL9koE1ZLAXUS4GrPx9Wuh1bdRqtuwY0jHE09DKck06kYDxQ89mAZjz1Ywlo9RF0bw8jYk67AjTQkpPamJpppBe20jp3jEF/e7uO57gjf8W1tvOPtbew+18flzxzg5r6PQ0PDmBpUJUWpnGHqa5h4ulDeFlZsWKaK3p6H3q6LzoDn4lgCD0uLptSV0Ijd6/DPDmUprDvih4rPU1aTZila6zZa6xYeWjHx+LKJXi/Cv3p6iovbAZbXDSxtmChrJsq6ic5Rius3QnRHEZSSD7UUSBiImGeGZjhD42OJ9MaIAcS6BaduwjEhPcFVK0XDTuTz3R0Z6A5Nua8oaYiikaDu5ObTnUGG7UEm/b2RpqBRB1bbGWpFBZpnQPNNMagLgcZN4dOoHmTokwjgGPje9y/iez/QxumVKtYaFexeHeHPP7uFr39tF9/+obqs4d4I25d6ckKqnKygvrKMdvERLBYfwe4zn5dlVkM0L9Sh2Sa2nxpi+6kRBq0Iw2aMWtHBul1BNFHxjVfGuHh9iq6noOsqePjhNr797cu4a9XGEkI0Yx+He30c7Pbw6UsxPvFcgpvHfAyajaxYznD23lRWSeGHUke1YqDeJOIZeGV3ild2echQMZmoKBdULDaY1s0kAcOeOSNSYMQKSnMB2M+YgojkA+FNNPhTDUpKXwjH/NzR8KFKzJEF0zFl0K+XGP9O4fZiGdBFQwPxUEf7JNA+yX7VFImRDzTH+yncLjvimMo1oRQUZAXeKGJJKVKICicqwrGKNFRkgM5BfTBLYOkazlMAPt9GlI0Rc0g1CdDvUwBOMBwQ0Ugnh4F6Oz+ssjdgxn7EPgu7Q9z34CLue7AN3SbHnK4fdgt5GNM5xQ2GqmE8SDHsxuIAkcc1MRAUxsitr9XRqtUFabt1c4jxzBcRsrZMnG6OdObGT0u13M1WYwoPmLiZdFCmrgkQccckhTjJFCmMT9Vg3rcpUUqEPkU4RURvdoV4xB4MmRbkBz1PJSy2iQVUBd+4xk6uaYStrTH2DmboELk7i7C44mBphU4qouECTAdx3ok7SlCts+eOuWAbauogcDOMxj48jz2o7LsknokH5lhSx/yemPjMW6o4QOHBYO7y4r/mnibIv99Clb2+OlqrFhY2HNgVUzZvdJkGFKMFAUqXW4zAZS8wU3wJIp/IrkgcIEyzyuiNTyM2JJoUATVU6pasUo0DQkiv5s6tKfZYyj7SZaUhDQf8fcS/5gjYLKBRgcX2BqptE5pFRA43wKmg//TUERavwn/HLm3+PMTN0B1PEXNGBFWEUiNDYz1Drc0brCVijj/SEAx19DoBuh0fPCpZVWKumXLL+6DiGcVpDS7fgz5xxjFWT5SxerIMi33XRYihgAIwDQfeTIXnUjgjLoyHCKaC+ToQeZMPATj0zClV7DVhgvb1QyNfbx7sZl6MiRtLR1WZeMqyIZ2p7L2h85ObHaaEOTAVQczXZNGZLgJcxpuyJ306dK1SEJKosBxQcoOAHCjyjy4KjiqrWCyjUKzIe5kpfE1DzCYBptMQ7fYCFhcX5DDg+S5cj4e8WHov2bXIFDI3Eezr5YaYSVxu4InXZKqdB28Kz8S8TUYUANgHYYoTna8du2ADXr/ERLGTtRJBrcQi1hPNQDGeKMU88RNg0g9QqhZRrpVgFxVJJBoW8ZR0ugLTaYTJNETM/s4Zv66KQtWEUzGlo4/O4ziaIQrGWFwq4a57N9FequLGrX3cvHWA3VsB9rZ86X2tVvi6knaQUxSC+ettsqOrnK8CUfqmir502uZpSKJPIl8gGtIt1Gzk6djicoLCakQGmxggKFBLH7VCIZx917y2+LBj+kLF5okiTpwoYOOOBVn7PRfPv3yIG1d7GGxPMT6YSQ8yE/KZYgrcigNJlW7CLMVyTcNSVcXdD6/i3ic3MQ4y/PlTB3j++WP0tibobU9gVFOYFZot2MtEkY9pUp5ZFWw2VrHRXEWxBGiFGVJjjCDuwYtGmMyKmEwLWF5YxubKqjiPB8dHGHS7GMtmncgOFZqjQLMDaM4IqTLD+DjDiD2h0mmdSYf75uka6gsOtm+Nsb3FQRuFvYKE0XwSFtxYzBUcespGJw4FlSbdofSzRhG0OJp3rykyRJpO8nS/1UhhlhVJmRu6KXhtb8rr9Dbqj/0PYpSDYXIxFZALwKalo9ksorVQwtpGCWubJRzs9HD9lSNBaT1yfgH3nWlRRaLTC5dvDfHcK32MphFKlomSbaNcKUtiRLU9aJYHU3BbhvRM0Tlf1CME3SH84yFa7RI2zy1iafUEKoW7kSVr+Pj/+Vl8/Pc/i9GMCDQDelFBcTmD1cgwPlJkcWBKXJg8hwMDlmJibdHG2qKD975nBe99zypsrYRR10D3OMTR+AYOuXoRDnoUQ3kN5QaoOmsd6rx/8cBuolwzxHHIe5FTIo3AxP5NBfu3gOO9MY4PBnCsBCc2bTQXDEzCRBZvyhTJK3YTtdISClZTEsay2F8az0S4pT+GiWyfSe9xAi2bQc+m0Itl6JU6BpMIly7v4vr1IyxVbSxWbTx4tomHzy+gVeVBO8TA9XFpZ4pLOzN03VgWjTy87pYWylhvNLDWbOb9aIqa99l6MwxHIxx2jnFw1MfOdiorzSiCmTI8SCNi8AKUi7oMSJc3Naye0sT8cuVFHwfbkXQvc4npSFOweSo/xDRawJWLCV65mL5msqivqFg4oaJaVWB6gBHm9QW8fotlE2X2GJvEt5sE+UC3ZtCtKT1c4pD1AlI58oNOMEnhTzJkM1sWTVx6nb6JDEeHGQ4PMyh6DEWP0BuFODgmLl/F+noVC60iDnb4/XvwSLZQI0Reiuggg+2a+NAHH8CHvvcBFOo+UrOPK1eO8Kn/dx/PP9OX9AWXhwiuEqNxwsLSnQWUFw3s74xxsD1B5CqIZypKZRutdhHVJo1+U1gl9h/SLEjzjI1ymYk5CtpT6Ro/3FFxsK3g9NmKpAq5e9m6NsPelosRcUnHIR57x714/B33wctm2DnawX5nDxEPlBQqxhnCEfGC6jx1DBiVCEYpgZ3osroDAwc9YlRV1Gn6szPcuOjj+kVfzJjFlo4Kk7LVGLUa0KiVZd3Y9XB910dmhLjxB+zVyH81H61D8YpQvSIMowKzUEGpZqG5yN7oDKsrDlZXbdy8uo8XX7gFrzdDRdGxVC7gXR84h3d/4By+8fw1fPLTz+Pm4QRhsYLUMmBmQ5jpEN/9xF147xN3AcoMO52b2O8OsL1nYXvPhK+O4KtjjF1gMLYw7Bcw7FQx6ZXznlyV/bMJCsUU1WaE2kKIWpvPbe7ZNMGxH+7HmE6IWCvJvs8pDWR1doro7BZBnjqfC4VSivbqDAurJGVY6HdM+K6DJHJkf1Ks+HBKHqD6stKkgjRuIPTomk5lWGGkBegp6ScaVEsRAXg47CMMpqiR/lO2UCkaqJRMjFxgr5di4kewLFfWnfcpuOM+JpVn2NseorNHMtJJTI9XWd8mK81Yk0FhLH/28wykKUQ98UmRp6ni1IcXTaGYYyyvd7G00cXKkoXVRQvdToJXrvg4YkpcZTVIio31BfwnP3MNP7j2JozjNxP8/oP/3Rb+5Xe+D798Yox7z9fw2D1reOSRf4oH66t5yumv8mv6PH7xB/8mfu1qinN3L+L+h1eRZiHu++Cv4mfOl/4qX/Gbfs8Ez/3+In7mU3U42hpWVpo4ebaI5TULf+7+l/ifvvuBv0Q8/hb+eBGA/1t8nENVGcbmgkzafhd++599DI/9lbX4ENf/7Nfx3v/uxb/4zXz4v/4PE4Dzb0X21nkCOBcX3/q3/j5+4z3LbyLofgs/N4DxxT/ER37+SzjgOUxQ5iKnzjtDSUzgEJqfcSrDr+Nnc2nXQKrkPcg555Y9oaKw5KmkPAY/70PNf4cM2iUlTwx4nnLiHjmOpnkimCjOwEUWebkAbOnSIexY7J/kYIgz8kjOHX4YwBexlg47JkJ1tCpFtCoFTHifn8zgej48DuHZZcn6K6Km1XkqkUN1pk55nqUQHLAX0oPneXkKnDe2eacqf5K8A3bewXlbbfyml1uSXxx487MkiTgGaXlmYLKAJDNDBIxmsy4pXv5M1BYpjMxmE3iuKz2NUq1TLEuHal6NwfoVXao3KKaRTuP5EYaDCYbDKRyHZi8DjUYFC60GWs0amtUKKsWCpH/HgyF+83e+9tp3+9M/+p0o1iposJOzaMJU2d/MrakiQ/NEocBiQzOZ4pLsIWaTMSbDEdwZDS0GNAo+mQIzU7G3t4+Xr17DzGetwiZWVjdQqzZQrzTFTMnXlGdG0l14DjzB/We7jAqxvojAfCPxuHyNcwEX2D8eY687hqrTLF1BoVCaC8A5dJdCpZjL5ykUvo9MEQeZDT9jUpyiDrtc2UlJk3QKJYkFAyt9bEE+6JuEqvQ0Hof56rPOKUgwZWUPV0B+17wbWBLAhqSA5SHA/83PiJInoykOMNEuPZ7SpZp3d7MCgVeRXM7zZLmIIbkm8loCmJ+v2wLua0rvG8Th/Fz/usngjYnfNwq/b+z8latw/rm9/QHgd8VzsCao5hgqUaYUf7lzE7pRLixGKUVgkgByohd/0eRPc54CEjIi8AoMSKzj9877FIlQJDeyomjOI+NdhVUYRBjnNga+fzkhQFC58s98v/LBr5HRAhDCYmdwRhHYQwE+bFAAnkEJp/DdMbzpSD5XnAOQPiJmdF53HASHUd7DS7eJrsHNVHjzn4M/SokEHBGAb7s7sjz9zcQvvxcjD1rofE+TFOMoxDgMMYsSMUhQFybNgktmUxQ/mfSeH/I01typQMW0UCammYInyWgUB/maMwGtkQDEgbaBgmaIOZ8CMBNYRzMfXS9ExBo+CUrMO9qZxKd5Tehqecpaus3FfJBAp1ipMenkiDmYqdskiXIBmDM/dgDHGQK51/P+zfsh64dyPhzvrTzj8b9zieAd3U4Ox4LRvf15yj/jFJfYy2uIUCDXg6qiUtBRcQzUCwbqtoaiyhALiUsuxn4qRsKIn33pXeDXoWMgQazbiHTOgitoUgyrVdFeaMl9rVgqytJN1gzmr7kgNXkT5fcVJbBJeaSorWT8anJuc90ZZh73dgZMyxQSXZX95ex0ZZKNVAEjxzKTMiHpVXaChyR5RaAyl4WsvdKgkijAOdr88caZHe/PnCdSFMmfkxSHE8T8/bz/TSdiWOCsslimkSn/0OWmjHxuJi4lhibi3JTElb+vfKbmJgU+FyhUk/DI55lm2nPKVZ5IpcBNhLc/Gcsa9AYY9PvQDAOFufBbKZZRtIuIvEhmq+PjPkZHXezuUig6xLX9fRwyyRiF6IXAgHWITPSDBipLyEV2sQg7G8LJhnj8TAMfePAE7j1Rh1PIYBdymgeFbCF46Kyjohsnp3TkhLU0N9DwuuA9g2ExP0IwZlfxFIHiINJKCDUDIdP+mQrXtTFzbfSDjqxu6KEbxRiFFG8ieR4utVpYbjZlzkgqgBem2D/sY6/Tw3HvCMf9DsqsvWo15GUnHchzPSw0SlholjAexuh2QjEyxUqIhGh7XtMqqSKKmD4Yhef9gPpUtWKiUjUQqBoC+cyraJdUWOzBPvIxPg5wMEpwMEywJgJwXcJa+/tTDPseHn+whicequHgcIRXr3YRBAxxldGoFrFUMbBYJXnMEF1kf2uIF587xM2tCbY9Fdsuk5uszSE5zZRKSAbVtm6QoBXg5F2qrJKSwQ5phAHUItOtKhpGCQ2ziL0dD9evs/csw/KKLfU0qWgSKTpuiA6R3P0Mk2OaYRU4bRV2W8U9G0Xcs1HA9Rs+PvOVMfp9BfefWcC5jRoQcMAyQFJUkJQNhExzeiTGstMOUCzgeKDgsKNgo1XGOx9sY7Xm4BOfOsCffPoA3/ODS/iejy6hQXPRjT46N2b41LMhPv31CHHVQFzToZu8x4VQowzRxEI4NTALA0zDAO2VMlY3q0KZ8MZTuMMpJuzWnWQw2f9c0dBaUrGxrqBaBrq7EXo7NL1rcD1dSAc0AOlmhmqd1aM0A7ED3ZIA3myaSuiDdaQ0iT3xkInHHzLh8PqlrjQCjkcqDkcqZiGJIirWlyycXXfQoneCGkcYoTPOV5CokmL31RieFsFLcqIf19seauBtDzbQLvow4r7si/1QhR+RyMG9oIaCX0TJK+FomuCl6QQ3YxdvfXARb31oETtf7+HyZ/fxCmcKioqupWJhIcVCiwQNkjIsFGsmWisGDEtBdz/A8V6AvcMQu0ehnMcX2zSVaDg+AHrHgCA4LOonfE6S+pGbNygCVxcNVJdMPHqqgG87UxBd4998bYSXbnkoLRsor5hYrBawWCmgs5/gymUPh5wXlXwkpUB6vRmgoa5XtnQJJ0k40U9gc7ZeM6HpuXmqZFAATlE1gP7IQn9kolLI0CynqFkJqlosFJe9kYr9MXuFaS7MYDgpnFIeSqsaJmq6JQEirl4/QucogMcKg7aKxrqJ73v/GXzofWdgTBUE+zFevniMrz67h4tXDvA9P9TGBz66CG/s4/DWFKnqoLa2hFJlGVZvFVZ/BVcufhFXLn4JpcUUJx5aQKFi4uazx7j1zDFKFxooXajDjAHjOEB338OzWy5e2PUxCBVZ3/m2k/i+996BO5sqzH4H2vEhOoMJjvpT/JtLCT75jRRbFIAV08rYD3rhgTLOP1CGwhLShDi+vGPQj1IMZuTVRzIY4XCGm37JnaZ5PyxTKQVBd3BAQzHDQqIyaq5hRuHU5cOU/Tk+pCo7pRiYP8SYrCMrvMJkQ9MSHnu374v44h6ksk6cK2PzzjKsKiPZAXwvwpgovw4dSqZ0D/ksck4DBEwgMk0YEnVqIvaYmCR7lp0QGUq2glpJx9JSBYtLFYxmE1n0KCvc9LG7JAexoFwuoVQuScp0/3CMXm8Kb+IijWLcfc8i7r63LYhXdsZOZq4IOxRP2R9Ih1/oqghmqiRuORBlwrJQT2SVnLIsxtl3dz3MvBC1FaAqBe7c9idIPA3JzISaKtJtaEsCOudbzfrAtCN7DNlx0qFTb+vCX4+z3LnH74MHV0qzSUAxU4c39uRnoBhNVzXR1KvLBlZXOExnabsl2OfDToTDjo+DIxfdgYdSlb2tmlxsIZF8oxReP4E3SlGs5AN4RuKJ2qQL0mIHKfW1eaeUO4oxG/F956HAlE1+7gqlOzd3id9GQBNPx+Qop+9Lq3TmOFD5tVQmaVPB3fBz6dQN2HUiOvPuRDrdKDq7boThJMJwHCLl686buE0+vyKJxCJdzsRKs0MmDfJEjqUJ0vFoN5D+0GimIJoSB8XDIH8WDiW5gdSREEsUBnJR0vDAowlR4Dwclu2ioGpcokBGLqyCikrThlUyEeomIj4QehP4vTE0IxJkhEnR1ibKlQBL/mXK5pmuywAxEj1CoiewFBumYsPrpJjuMW2aDxOhpShVDcEBFypAoUJESozJJII7S+DOFHjTHLHG952vE98Y/nmNho1a3RLELfGydL7zWmUH3IQpb5cF6Ip0QFN44nVi2gZK1YKk5cZ0+k19eX2IWmTKl6c4bihpOqDQbxiGDFroyBFnTsCNLnFPhL1wwMOEbL4JpFjJwxeHFrYIovnmVXoDuLlmH02QoNebyVpcrGNpsS4/73gyxXTGoUHeq1IoUABltzDFaPbyEsVsyPcj6UpieOQQkSPciCePwwTlQg2lQhWD7gydwxFGgxD+VBXh0aqnsOqkIJiyiLdOY1WMDUzHToaRIL4UYozKFqoNB6bDh3UgrksOwLjYseJkiggb/eNIcOat5QJaS8QUedDMiQhWGycbaLZKkkilcPjCM8d4/tmuHALqdX59S1ArZsHA4YGHg31XLsBC2UGhTJFel1T3ZBQKujnkZ2ZGUwqFSzpNExTNoqzFMwqWL9BUH2Hv1RAkiCuVAAAgAElEQVTTforlzQKWNgvoHoboHrDrRZPOaR7e2C9Mcf2t376BJ799HQM3xnOvDHBrewB3MIQ7HAuihxtU39Pgc6NETFrCz3KGs2tFWSfO17FxVx3daYKvPt3FpUsDTA5djA9nKLUzFBcgyX+mISzbFAQQR+VWoMEONBFxlk5VUahxwHUAPxoA2pos4pzKtimHhN0r29i7sY+Zp2Lqq7AaGgptDVYthV6iABWit5+iv5/m3eh+IuSDk2cqqDccXHtphmuXp6i2S6guFuFPIvT3JnBHgaDVubmhQSnR6cTVkEQalITGqBR6wjFZ/pcfZPCYltXZG5LCqqqSrqw3ipgNfUxHgbxOSsrNDIcuuUFYRGZ5LhN7l8gGfn2zjrWNKuotDY2mhp1rA1x9oYuqpeO9b9vAEw8t4mg8xOFkhN0usHus4egwRv/AlT7N9bNVbJypwi4waUF3ODF+ESwtxgLTIbaBcDyWVSwSTVNFtbWMQu0sEmUJv/c7T+P3fucZRBRn6mUYFUCvTqGUZpgMVFkkFMgh1WO9BFArFPHu7zyDd3/XWZw82cCpE0288lIHX/nCLTz39S2k2gSJNoFeIv6bzz5WGMRoLSjYPGNjdcMStJwMPtjX7CUyWKzWGjDNMp5/uo/nn+rDsYnbt7BCrNAJR3rBn73cw9df7EKZa0ErrSZOrC6gXKji4sURXrg4lntuwOevRlQdiQQpEjeFEqVYX9SwvqShvlZDdb2BSRjhxctb2Lp1hAsnFnDXiTbOLDo4xQ0wEvRGM+wez/DstQmevc5ksY1pzIEy++JSwdxriQE9MedoR6Yhcud2FAbwfA6jfUxcVbqLUljIFPZ1Kqg0fdRbETZPFmUZZijiVmffxyuXmIRMsbJiYXXVQr1soVG20GoS7U3jD9A7IhElgV7KBF/k1DNJAvOe6agWTLDeQ6ry4EfELQYY9RLsvJrheCfD0nqCxTWOSxQ5XNCdL8QuSSfHUlPQPdLQO1JRbKlobiowK8C1SzGuvhgLYpvmKy/J0J/ytc7QbKqoV1XoiSGvS7fr4bAzw3SYIJloUAMTZzdrOLtZx32P1vDAkzVM/Rm+9tUtXLncgxIWoIZF3DocYetwiPKqjtXzeSdw78iT/vU4NJBExLpbqLcslKoZdGcC3XbzIY2qz1NA3Numck+fDBOMejpGXR0nThdx7u6iPNuuXfawd9OH75NK4ePCgydw/qETMAp87WKpB9m9tYudW3tQKaiHQKNhYnnNRqWlQCn4UKwQWqBCDzQcdBXsdKjdKFgmwrqm4caLCW5eSqDZKuw6e4w4RCAaU0GjVkS9XsDOUYjtTohICfDqx8evDe0vfN8dmBzEmOxTDCihtNBAqVEUM2G5rGClpcmazAboDboYdVzMOhlUT8OHP7KKD//AGi5f3ccXvnoNV7fH6Hsq6B2ql2LUSxG+48H78R0P3Y84GWHr6CVsHR3i5S0FL93iXiuGXU4wHhvoHBbQ61gY9TRMR0wd5FjTUi1GuR6iVHMlRVuozmBZRVn7Oyq2r5Hcw6QT92AZags+agseOttlHG2XhLbCATDvXwtrfbTXBhgPSpgMSvBdG5FvyfCb+GenxHMN+5VneS95WkQSWEjY5esaUDOKBWV5fhIZmiQ8XI6RRK4kZChq8EzAlXKAHfPrMYVGkSDBnQ9mOPcgSTwzofocbGvo7WxgeLQsJAGTe6g8+yT7e7mvKzQsiE1IKBtMPxGhG8GFZk2wuN7B4loHq0sO1pZsEYBffcWXfqaEdAYzwvJSBf/RT2/ho2vVb03J+/f+v7fwB+9+D/5u8wj33FHGE/et4dTKWZy643/AhToT5d/ir/AG/vDv/Rh+8lMhxv0Ad9y1gHsfXhbSzM7sMfyjv/3jeORb0ID9gwGC5Tq++afef/Zd+OhvvoRWbQNLS3UsrhioNVQ8/aVdjDZ/Db/zk0+8CW763/GzTF/GJ65t4APfnOqdXMYvve+/wccVJrc56MxZvhy+xg/9x/jXf/9duPBXEIGPn/8/8AM/8ynsfzMnmF//WxGAZdCcC8Cvi0MtfOxXfgH/xcPVv7IIHGw/hZ/+sd/BVwSVy/t9vifhflT21ILMz0U5EVbmSUfBjsuxg+eIufWXf5+LASL05lDoecopTw4KPlQULJ7N5zhZ6a4MkbGjJwv5wAGk+5ci8AyGxqRHLg6kCasWAjGNSv0LE1b8a95xSUPT5mILm+0W+oMR+sMRJlMXs5kv8w+arTjIy4f3PJPyHJX3lwmtiF2SFGKns1xcMCkizAfW8+c4+4bflNc7D2lK2mmeehISAM+cTJ0YrAHJBa4K6x4qRCOyHzUPlwa+Kx28tzseeYbh80p6xed1SjQxEfvM4b+iGrJf2tk9xs5OV6geXLZDoZwkBl0SgAWbCd68b/i3//D51wXg//RdMCwbBWILSdmYV17w3xmFCoxCGbrlyKIhO5M5TyDpaO5n5KGqafCmM/jTKfYPDnBzewdeEGFlZR2Li6soFyooOxUZDIYhu15jeS8LFnCyXcKJdhl1PUf4sR6INyEKA+ORh8nIw/HQxTHrnYpV1JsLKNfqeZ+1pBXJGibKkiZHTeY4k+EQk8kMgVKErxagGuacVkTSTv52MzFNgYsUMBq6OdBn32+YKYKS9alDMAmdAsMZMJio8nc/ThDwXMn/Pu+BZcdwRoKLYNDztAo/5CrP5vw7xzl87eUknSEWN/TreObX7BFvEIBfE2jnZ1qxTcyFV7kuKdTN62S+WeR9owAsn73bCfa5eYHX8W0BOj8v52SiPII3x1YzuUyhia8dscMM9d5GD+c5ZcHySkpYsM00LzG0w5O3BB/l5ydhSmN/tPQkM6sKef1ewzpSiOfLwZ8pf+vzewYFNlbmMIUlyPEIahrCUmIU9QQFiqaZDxM+IneAcNaFErvSE2yqpFvx63LAniINUznb2uwAtkwEiiGLwh5F4oqhCnKxpJOanIcaBH0Z0MyowrSIfVWl9oD3toHnyZqGMWZhIkGA2/cUoQsYOsI4hB/7cp/iwc+QLkIHNacAldU5CcXDDJlGwTAXgHmPs1XSmkhh4HxBwTRMcewG6FE4UXU5k8krwveNsu1cAOYchZ9BSYhyNprmE0/Wu1QLNqpFYm1JGwpkjij9vwnFa3ZeK1IvFoas2NJgmRRTmezPhcmQafwUIgBT8JbfO+9RvV1xwdeFwiPfy1wMz3GgXKw8KdhMAuuo2hpKhorIj6UCiYPtYchEdgKf93w1FUJciX2jiy20FhdQq1RQK5VQKZZQK5VB4ZKGfs59OK9iClhSrRSDkSGYTOFPprAUFaYijDr4WYRIYWdnnu4lga5cqQjVi4IvSW63rxvOnxkqkC5dXn+SVk2kyz5HleVocF4TvGlLBzj3CRQ72Ts/f29uvyZ5ACIXy+V5JRhqN++6jtk7myfR5dft0nnej3ivkToAPu94v0rk+2dgxHYKKBby/mPSGZjgFvCfRtokCQ1DuNMxvHGOnL5tvyo1mqgtraBQLEHxIiRTHwfXt7F/bQeH/RGORlNsjybYnkywxddRiREovOeRsE/hk68wkfecQbFuzwAiGjFcSaa97VwVd29WcGqtIYvpYy4t42dcyY1OrBxkkl0WTTR5Wp+gddaIKyQzegESkjlVC6lekFq9JB4giljvWELoFTEjWDQDeglwTJw/6xHnXdbFUhWFUlWetaoWYdAf4KXLW7j66i7CxEWYeGi06mgvLsjPITpGFsA2WGGjy8xt++YUcZqi0jIl+DFl6MT3YDg2TNuWa4x92TT6cItAUllkaIgNDQUjQ91MYHGuM0zhj1LsD1LsDxOsrJRw+mRF5qfjcU7cPLOi4uyyipE/w9F4KnNVixhc3USJRu2yifWagbWaga2tGZ56boirOz6OMwvHmYlVGn+XaHLhs4wzc2DQo2gGrG5kWN1IUVQU2DTAEf9STcHGnIZmoalbONxPsLUVyUx2fa2MWtnE4MjF8MjD3jTAHnHcfRXjLlPvBjYumNi4YOBCK8ZdzQi3tkJ88esB+gMd51ZbOLVYhRoNocZDTAxgaKlyT/VGDA9G0MskyjGJayLTLCwXbdxTs1CKFXzqmZGs931kCe//yBJqSQD/1R6Ork/xuRdSfP6FFFFFQ1TWYFg0erD6AQhHnAnqcGn0SEM0l0pYXq8Jztcbz+AOZ3OqJWfrOmpNQ+ZrraYK28zQ2/fRO/DzioNME6E7CLj/hfTB1prcKygyM56MgH4vg+uTAprAqQBP3O/gifsKUFmx2YnFRDBwExyPE+z2FFlLqyZOnbKxUgPaSoAqT50x6Qw2Xrzl4fKWh7iQorSiyPzGJwZ6lODJe5p48u4WKoaPaNoVtHuaWNJVLWa3KEE20qAMdYyQouNEGFdTPHp2GY+cWcHBCz1c+eIeLu24+EakYddQsb6aYGMlQTgoIBw4Qi8rLcXQbIYcFen63doNZFErWFwy5J7Y2U8x7AGVpRLKSyUxXrH6LJgG8EYh/HEIs8K5kIpHL1TwbffV4XgJbn2jh52bE3SKGjpFFXesVnF2rYbRfozrFyc4PPIxdUJMC6wazeEdBV1DnenpVMFkQt2DlQyqGK0YLtXLKcoOUDcVVFQF+13IOrtm4b4zDpYLKeypC8WLMQht9CMHYRpIuKrnxjiYJAgzYG1Zx9qyASQkiFrYO/JxdWuKzA5x/5M6Hny8gIfvugePXLgXe091cOWTN3D15hF2wyn6ZoD3vn8D733/ppz5KVRDbcIunYXiVzH84ssYfukKvjHax9eHB2ifdPDQw0tYbFs43DvC0V4HG3fcj40770d0NET/hZewfWMPLwwCXJlEyGo6FWo8+eA5fNej92JZTxDs3IC7dS2nD049fOVSgi88m2CPAjD1iGrdwlueXMXDT66i2+ui2+9iNGaaNZSOWnGnyuYGsnjw4UOZA7AsZa+qLilVWyffPL/Za4zsqLYMK4kldgMXYeoiSj0Ra8KQD0pF+iA4qF1YKGGhXcI0irE/mKE3CDDZCzHZjXD6fBOnzjVhlrlpZAdogNFBjhhNE6JMdEwCH2N/Jo4emckECuLAQew7shnUMw/VYoblliH9dXR08fDH7rkhBayCinLThkN0gsM0HtEkFZhaBUfHU9y41cHx8RBxSPxpgjNnm7KiaCbDs+nUE4GGTg+Kv4K1DXWkvo5wpsAfUvRK0dpI0NwgbsWBodkYDICDwxhukKK2nMii65QrnukIhpZ05XK4a1gUDDVYJR3jXozhAV2pgErRrKBhed3G8oYjot1wRCcYD3W8EA1ExOiRSR/OkAT5Idk2KQCraLdttNsclOU7ao/dNjMWd8fYO5ig03PFhWvaGSImZKYqwgkxCvwe6Y4wYDoGQi+CPw0F2UQ8ANNZ7Gmlg5Ada+MuXW95t07udGYXBQ8SMjXOEdDS3Z33pNBssHmyLItpz17Xw2icdy0TR1NdtmUxyVmvc3PHhHUsTP/eOEZ3FCMiyrITwSkqqC5rKFI0LlSkf3U6GWI6GcjwjkjmmA/CowSjYx4EmBpXoFt8bVVxUhOfQvdglnED4MOmy7xkS/p1NOTmK0G1WBAXJZPi476Lcl3H0mYRpaaNULURqA68zgBuZ5D3VpFHITiZvEusVLTEva44LK1RZUPFFJSXRDBTC0ZqY7IbYnjTQ0Thw+H7PyfC8PfXFFl8MaUbKSTOlp2jt4eN+byE1wj7OFsLDpoLNqpNU7pOXZ9dkURrh/NEfATLoUCdSVcqL2uLPzc3hZqJbt9Fr++JSCzYaL6nPFDx+HZ7gzoPAeSI21zc5z2Diz0SupagUCJGXIFTIFqe1x/dxByGMCmcD5RyY4UuAtrR4QSHhxO02yW022X4foTBcCYCMHtBLYdDEwvlii3fSyyF18Rv8nognp1iNA+uOUJKuvk45FUVVEstWYP+GJ2jHvrHPoZMhXoZCsRx1yCiea1u545Pprwp6snrnLvsaUQolApoLFRhFXT4Ce99AUy7CNMuoepoaDgavGGEay+OsXtjhuWNEpY3i6g0IxTrPip19j5zU2fBVEswtCKee7oji2I1Ec80X1QaRVlb2xNsb48RpTlZgWjuYsWAU9QReuzUSJAGEdIwROgSBx3In6/HDrSogBP36DjzFvaZhHj56Sn6+zFO31uVdbjn4XDXg6myJ4Pfi46jgz4ODwd457vW8a53b8BNNLy0FWC/M0Xg9xD4A6EmTMfEa2uYjXkPImIlhp6muOt0FXedqmLpdBELp0rojEI89WwfL700Qtj3EQ58McRUlznAt/MDGPtteRBNFXiHM3hHUyyv1nHH/etoLluI4mPE6QRO6Syc0hlxzaX+BJNOHzsv72L/2iGmgYpZoMKoK7AWVNhNwGnQAJTheDdGdzdGEiZIwwQry0WcOFVGrerg+mUX1y97qK0WUFt1MBn4OLgxxHTgi0uXfZSqnUBxmFBhv6LMJaFx9kV0L4cX4ghVZSVahtRMYJZVrGyUsbpewXjgY9L3BAfNjkx2LTP5y2SudF/PeDBP5DPHz/eZOxvYPFWF5bD/Nsbu1QluXhqhVXTwfe85g7c/sYxLN7dw6eYt9KcFjIMaDncT3Lzcx2zk4cLDdVx4pI6CnaFoc/jqEroFQwmxZDtYZsdU7EvalM/LQrEI3akhNtsYBRX86R+/ij/9o6vQig5qqzVYNSBz+kjNkdBCphMisIlEy6AzXB4rWG/X8EN//RF89AcfhSfGAA2f/fTL+JP/++v48pdeQr2lorGgYu20hbXTJprNBJVSiMVFBSfOlrC6UUDI1zdkx22AowPWAJgoFBagZhV87Ut7eOpLe7jjXBMPP76K02fLaC1p0mv/rz+3J0tzVaiuitMrNZw/1RScyhe+cIwvfqEDtn+zXjplGZdMchJJcdtqinNnyjh/pozWZgW1jQpCRNi6tYvecQ8PX9jAWy5soF3KUDPZI+Ti+q0xrtyc4rkbMzx33UWklBGrZRkSKMThC+orxWzM4Vj+/MuRhTmKhgMlEjQ4XOJgjPhMpukLVQXLJyOsnUpx510V3HGhIhjM0WCM/Vserr8cYXic4dRpGydP2WjVLEEG2dzLURTgPStkoiWFVWF3DXsHUyhWIk55xyTOrIBeP0O3n6I/mKA3GGLvloeLX41x83KCO+7RccfdTDAw/cshEAfWNJwpiJlC8CIcHEBWY1XBxnnusYCXno5kNdoG6gsmUj13vLIjvFQKUS4nWKxWsFgrY+fmDK++PBR0Uuizi1mDHkcwkhBvf/c6vvvDp1BpKtjZOcTR4RjxpIh4UsLFl49x6eUu7AVg+U5LBGCKTlyKYkNRHDgloow0WMUEiu4KGthi75Ec8ika5FUDkwHNPSq8qQF/amL9hI0z5xy5Rq+/GOBgO4BuEmcdYnG9gcWNBoq1OkynKj3qL128hssXr0GPUmhRhqVlEyfOFNBYVJGaATI9ROIC6Qw47GXYOyZ7VMHKqo5GXcOty8DNy4qkUu2qilKV5JsEtZqKeo24Owf73Rh73RhB6uHlfz54bWj/1p94AIevzmQZThF1mh2aZaF/8Dm5UAbaJcAseNDsGXrHM+y+GmCwH+Kvf6SFv/aRFraPBnju5Q5euTnCzq6H8STC6pKBlSUDj911v6yp28WVWxdxfX8PL+1msuoNFbU6e7MLONiuoHtkYDKiKS1FsVhEoVBErRWhvujDqU5g2CMYhSkcm/ejGnau6bj2kopRn1SSGKYTo71OoTdGZ6ckInAwMwTRbpoxFtZ7sny3jMCtwJ2YcDlRAFCuhShUeJ6ZIgynYvLkxc1e5MyzkXoO0qwkyGj+N8q9TDnpcKVz2Jt58FwfpXJVlm2lMExXMJjcN9I3e/pePi+ZlPGwfzDDwa6OztYievsLsAu6rEQh0SAQfBrlYNn30eQjeyW6HG0ZpiZKAN2ZYnHtAItrh1ijALzs4PgowZWXPRwdB1BYfVAM0WoU8UN/Ywc/sv7/twC8jT987zvxi4Ud3H1HCW99cA0nVqqy/26c+nU8uv4QmnPt898nBU+O/hi//r/8HXz82bbU8AyOPJw+v4B73rIMu6Ch252gX3g//vF/9UP4NpJZ/tJfM1z/7G/jR/6Ohv/+kz+OJ785+Nz5f/Czf/unMFjeRJuGpZoKy8nwjacP8PWnDnDhh/8Z/smPvg+EO/1lv/z9y/i9X/sV7H70f8XffVMB+O/hX3AQKYQcip2q1NFQuNLX3o3f/PUfxndvvBkO+k3+1PAYX/uTP8DP/8ZT2LuNQ56jpV8jTH/oF/DsT5//iwnm7S/h7I/+1usdwPP58G3DWV63kgvBFCfPve/H8Ks/9jBOfQtiO5kK1z//p/jZX/4KrlDMoQhJD2fCM3iY4yxzKOprCUWKpiKOzzt+c99pKkbS2z22t4kNlCpyM8TraHTuziWgJqJx3i16OzlJ8zD39ewezTuDU2QxBWAXqjzBOQdwEfhjhDzz0tROgYXKEZM5WSJVNbZp4Mzqkqxud4Bury94x5nLyhjed5h25JkvN6HwtaRQJThPYpWTFNPJRDDMmmnkw15VyVHR81QWUdG3RbTbON9coKNowqDhHJ89R8FzaEXxl8ZjSQOrGUolG5VyQUyx8tqr3GNSXA0kzUpBg8Sr0XCCGSlk8zNXq1XHwkJNhv8Unmievnr9ANeuHWBhsSKLXysIXUltc+huEplP0cAu4F/92auvfVh//GPfJYZ7k6bplHMQIuuTHBFaJaK0BqtQlMVBX36emndbakz45QZ7UhUGgx6Ou10cdroylKw3FlCvNmBpNmzVyvdCaZ7wNRDB0TMZFHNxgFfVKNDILRxRlmDUncjqD1z0hy6sUh2V1hLKjZaQmxheiCmyRQEsDSgYuqTz+sddDPpDTGFjmtlQLBuaZUMxDKRaThoLKYKxnojiyzxcnwtA84EF/z6ngw1cHd2Jge407+dzWY0RxZgxSck9F5PYPMfmzbm5hir7vtyUzSt1bgdCkqWIpTd3ngx/LQX8+jU2d568gfg87/GeJ4BFANbyIagg2uedq3mEOE8Gi7DLRCOFVKbu5KOZV17lAjDPBby/5Shnzm1uf99iJhewGkVmU1KD4pGYJ//zBH/esc1oBWctFMViRUNMFDavJBF0M5nBUHwV0Ye0tAwIiCFmJzdnhsTZJjlCVxJ14g65fb/gvSZ/nXIsMatAMhQMRZajcf8eI/P7SLwulGgMM5vCSGdQUh8qwwAUz7xQEuIMCZiOjYizM5VJLr52Omq2jrqjo2yQrJej38duKP27nFflqToKs7yXZehOp+hOZyIAc7aZZDS423OCEVOZhiCMSRAMA0/mFGqaoF4ovC4Ap4bcA4QKQHOLCMAMVWnymuUCMDCNUvTcEP0gFvE3VHIEdC7P8/VNRIjPBWDWb+VpU4qxFJ0tTUHFIT7fku+DVRYkFgrGmfc6Ie/pmM0CzFxWGuWzGklLzw1LFLj5+WZnsBeRjEf8cyZmmtsVb7ym+d7l9IjcZCmp15AhIw7tMxF2i5YKh26XhC4MFZNMw4TzH5otGNExFDRKJlpVGyc229jcaIvwW7QcFEwHJbOAguXk9RoaSQi5CCxUBRGAU8z6fUwHA8nVWCQmSvlOjFhXUC6VUSpVUKs1UK03oQt5ifu0234eJr5zkTjvB+Y9LzdF5H3e+d+JMSf1UYR4g+KxKuIvzUMaz3ligOBrQlGcKPW5s2He2+2Pe5h1D+BPRkhSnv2lc0G+jlAnZAZFo30gS549EXvfLRTm4i9/FmKqVeKYeX/l92EQXztA53Afo35PBGCmHznb43y0sriE2sq6EB1mnT6G+8e4+sLLuPr8y9gbz3DoR9gNYxzECQ7SWKrlNJ3oW1Y85T8E99F8HnLWzBUHEeIgxno9w/lVFXeuOXj8wiYeu7CJYDqSpSUhLJUzcu4x8rlrahVkZXwWixlLm5uU2Gs4J3pR3GanczJD6u8j8UdI/SKyoIRQKcsapQa6sYpRomCkZBjR6GKWZDG5m2KCznEHL3zjOl55eVtQxFxNPkcXF1Au8fMeQ9eYhM7XztYEN26MJa28sllGuWFiOB1jOJmgVC2jWKnkpEHPQ0L6SJbkBrmiCbXIM3mMAgIYUYxsqiCeKpL+PRimWF4p4tSJisyFSfLkY7Ws+qhoHiIjgKcH8rW0ANB5Dio6sIo2Vh1F1s3dEF+77OHaUYKZZcs6uZTKYrZx7MVw2VHrM8ClY6GVoL0Qo6hosDl7YmduPYFeS1BJNVQTDZ1jBTv7JEg6OLFeQ7VkYe8W5w4jbE8CbI8p7mqY9CwxR9z/eBEPPFHEaXOAM9YAO3sRnnklw2Bk4WSrjvVaGVo4hh6NcKRk2NcUdGcppqz/GcYwqhDjeGu5hPZqGQ1VRW0QIu6GeGorxFPbId7z/gVZ5TDATATgGb50GfjSixn8ogq/QA0FcMxUjAPeSEdAQqyY/WPU20W0VspiUvInHryRKyYXrmZTR3vRlJ7ggs3PHXB8MMPxgStpV3b6hpwpkjabKqg2IFQxL6Cuk2A8AoY9VVC/xXaKxgrw6F1FWdkgw2yPImmIwYz0uxA3OsCNI6C9ZuLEHTaWKylasY8mUpSsGspWFV+5NMJXXxwiqwDtswaKTVafRUj8CI+dbeGxs03YqYfZoIfA5czDQQYLvpebRCbHKaadFAG9CWuAsaHjvqUV3Le4ir2LXbz61V28sOPiKV/Drq7izEngzEl+r5YsrZjAWfahFkiBNWXd3AlkUSNsLfB5qaB7mGA0BBZONLBwopn3p3se3JGHac+XGarM2MwMj9xfx7c/2sQyaxkv9dC/OcazSYZnkgwP3NnAA+ca8A5j3HxuhMN9Dz07Rt/ivY777TyESnMWBeDpNIVLyqMkEAGrAdhtoOQoKEGFnag4HMQ47Md46FwJb3+ghg3SOjsTgGEptYQJTYGsjYg83OxGeHEvwTDMcPKUgZMnyectdpAAACAASURBVMBzoGcODvoBrh9OUWzFeO8HLbzjnWWsFC5gtXABz/xf1/C5//057A960M/qKN/j4G2Pnca3PXYKjlOUaHsWN5G665htp7j6x5/A1T/6BF5pmHilYWHldBkPn6tiZdHALBvCzYY4s/w4ziw/geHVfVz94pfx6tVreDmOcUtJ0T5TQvtMEfeePIOHTp6D43roXb+KzrVX0A1iHAcRvvFigqeeS3B4zH2dhqy9VMD3/MAZWV/+85v48p/fElQSU4WOYEQpIpg42p/h8GAqmyvboouFiFC+ezqm7AKexZLELBXZxcDEliMovYSqf5bA9T1MfVf6IDgs5B/umFy6dMvVqxa8OEV3QuxwLA4QIoZbKzZaKw5gUOALMaU4tR9i1OEhJBeSMg5WVPZnJdIvyxVMDQRTU4Y1hQLFOVU2DAVTB3sY3WkCo2DCKJqwSyxtV8XxIgc7br4DDUmoYTgKpPtx5gXSDUP3TqVmoVy3pI8oDP05toO4YGJqckwOMaLuJN/hO04mqNLaooLaotivxO3f7wGH+3SHAPVFoL7EJBlF90Q6UdgxKh0CcvuI83RyxmZq2r6YgCb60kGh5ECzUuhWKjf02YzdA7nQlkYqpr0Qk16IWiXv+3XsBJZBsZmPAQORQpQtf2b++UTgmQiSTFLPNAOQ686U6GyYikBKUZpOR3YazClj8Ca5a4fi3cJSCcWKKehdiuPsGQhcCuO3dzc8NLAHg5umvEskdwjmGB2HvXhlBY124f9j7c2CLUvz66615+HMwz13zntz7Mqp5uqp1C11C7Voy8aDhCQCooWRCQNBBETwQgQ8QQQPBA8QATZhYYctB1gWRnJgCYyErVaru6q65qyuyqzK+c7DuWfa55w9D8T673OzSkK8kYqvU52dw73n7LP39/3XWr+FzpKL0SDB6WEkyV8mYTRbQaEXck2w75QYatPmEFlBqnADqsoq5iGKOdGmgF0pN4K+Z8Of8rqcI+eATxyghXzv/ogPAPb/MFluQtFzFHrZ2cabO78+h2mpSgGDbk+TB0tVRFaiHkAUEE95i0EDr6tqkz3BGuJcl06MbBaIm47dQjygSf8t+ywSusM0mIYGu2nCbloobCBRmAjhZpHvp4rZWYzpSYSUAjAPPWJKLx2YfN3YFUq3Kr9ebrDDgDiERdp6QV7jS03HG98roofFuWrS6JGLy5Tb1zihs6lMpBAHRJyywWvMWGx8eeCTPiAbU28mi+l+dgTzwCKudnYCxRmSiJ5gVdA7xN2yr8oWJE1JxRJXHO8pTP9SpBWneAB/HspmlskKDkQounPze3riy6o3LNTrtqSCmdQPI5bQm6i3TFQogFbYA8g+rKk8fIiwQqEjWeCSObDjEIXXIg8UFLErbk1QaiH7IeY+Zh4dWnwd6YhLpZ+QidBm25Gvi8IcO4SlFzjjwJoJl1iS98SxUYB1W6oM7+kwV00DjaqOTk0VIfbp/QkOd2dwJLFror1iiphJwwXTuPw3VBEDdRSJiTy1JJ18duLBm8zh8l5b4ZiEGxqKi5kgfniQEjysa0BX67LYk5xkgSCVzk6mGPfngG/I2rql4uprmnS23n8/xel+gfaygc6Kjihg93cqyGs1M6GrOtgd79QzbFywscFUJiqYEL3M7vNohCAaoxCmFw/KBuLIlvvHYG+G6WmAixsuttcdbD63hI3rPQz9BO+8f4iHn/Wh8yDuJ6gtaah3NRhOmb7n0GQ2KzCbAeFZJqvbc7B1rYbepotqy4bbcGHqXZhGF4k3QDTiYYCf9bKLlr3mo0mKwThAf+TDqOZYvqyh0lYWqGweUkqKRKtZxTKHyHUH40GAyZBsXPaiAKN+gpOdCLNxLk5uDplKl3UqvcV6hc85IPSAaFri/Nl/W6blSWrgvTqRv2vjqouNKy5mo1y6U4mBptuTB75qS0W1pYnDL/AyGIUqz81Om12e7ChmDxRdfqEYg0anrBio41uvX8KLN1fxw3fv40/ee4DBhMlnB1MPmJ0F0qP1/FebsrQ0gJoEggijC5KjGTNRpdfFbbB7nWYKF7V6BTNfw0/uBvjokzk+vjPCT+6MYDVN1NdsoSxoVggYEbwJkxkZMlpvpwU22hZeulHDy7eW8corL+LVl1/Em2/v4s0f7+D9Dw/x6aenODkd4eoNBVeuA1+6XpXVaJafO5pLFkgJOVBzjac5RpMMo5GC0yMdp0cqTvamONmf4ms/vY6f/8sX0V1np88Ae8cj/OjdOX703hx2qsJONWw0HGx3K2g7Ovb3ptjf9TCIcwyjHIpjwW5yoMne9hCWEaPTqqDT5uS8RF9qaoKK5aNZSXD98hpuXGbfJ52hHh4/nuGNN+b48KMQJ+McJ5McBYeKvAeSSEFTFbE4ZBxxEYufMUmbIM7CciPdddFpO6jaKSoUZzXew2I4lRzdFV2EbXYbdzo0VfFwGWE6SdHnnmICNJpEQVGULckMfE5RbJ5OCvjs653nqBEr3GGVxKLDnS9zYSFJTJwe5+gfs+ojFDQmnaone7kgnp573sGXnrelTx4K8yocktP0peL0NEH/NIGSEdflYPmCivWrQKMLHDzOsf8oh0PHJdFfzGqlTN0qqFbLZCoNF82mg53Hc3z6yRjHhyEmQyZxU2iZIkaCCxeruHythotXqti+VEW7ZSwOZnN8+mCKzx7OAKdAfUWD1eKhIBRSR61aR61Sh2byWRdA1VL5tzl4txxNVhQFCMI5IiLGiHr3FfiegflEx+qmha3LjhzqT3Z4WMywvGJjecVZoJlU6E4NdrWFDCaePDrE44dHCM4i+IMIK2uKCOfLGzpUmw55FbNJjNk4hh+pCCK9TK1yj6EWePJphif3SOKgYG2g1gZq7VgOmc0WB1Q1HBxl2D/ksNTHZ/+YzKXyx7f+wys4+CzD/mc5bKuB7uoymu0KbCeD7eRwdV265prdAO1lH1NvjJ2H7Nj18O1vreDb31pGlMc48+Z4ujPB3Y+GODv1cWXbxeWLFdy6dhk3v3QZT3f7+MEbd/Hpk1PMMhtTmtXMSJY3qaJ/3MVkVJHndBIXZceXqqKzEqO3EaLaCqFboZgcTaMNy2hj71GBh3fZbVSmAi03x/K2j96Wj8GRhbMjE/OxjmDKPVCB7kaIpXVWzFAZ0DEdajg75KBTQYf9PR32X0YiBJQUGvYz2chCEwlF4JzobXYksX+QaY0UphHK580nDWWWwHWYpKjCZDqP+3SJIcxQKHN01gJZ3J/7cwfjMwfHew6GJ+U5yGW3HmGPTMfR9FhKWwvjI7/H0jFP8yOH/4YVYG1zH6ube9hYtbG+ZuHgMMWHd3wcnSRCvHCaBeqVBn71P3iEX9v+/xsBvYvf+c538F/VDnD7Vh1f/8oW1lZrODod4/B0DM9/FTdf/ht4+cILuNiqCLby8x8R4uAUeyfv4Md3/mv8D289RDzqwj9r4+wwxNlBhItXl3H9xQ3By/OcMBmFODnYwM/+0q/i17/7PG51qrCe/ZUxvEEf9975A/x3f//38OZJjizO8Tf/9v+K/+z5PysYh7j3u5fwtz/dQK9dF0MHP0/v3jnAux8ewGlH6G7exC/9m/8N/vKV2+jVGjKD4I84mWG8/xn+xW/9Jv77f/oUfcfB9/7bv4v//P8lAN/Ff/kX/wv8AxlxUoC0oSsWZkRVTqaoNQxsbLXw0rf/NfzFn3kRL26to+mS/PKFVyiewzs+wt0P38L/+L/8IX58spBPZWpRJu3KBO1Ck/lr/yne//ME4J0f4NKv/UbZJ3mObn0m2pzLwJSWznHM1KtW8eW/9l38+s9cwcXNDromh+Jf+OKYvosDeMfH+PSj9/Abv/UDvH0ikmV53T5z65a9hTRpnveTirl3ITqXGT0e8T7/10k3EMHrfM59/vOCdFL2HJZp3wWsSASLz4tMyw4xLhGNz1GkPMfliYi/fN5xP0SDdsK+4DRAlpW9dTzxEsWeFbzXKNjsVLHRrWA4mGA4nMCneYlJWhKKODAnLpVUC1JcFmJ/mWssa4VKBLQP3dLFeCnIykUnI3GZSRTLn+PrwtdB9Cv28VKA4XlW1aETAy9nuRLvzDNUqQyUImOt4aDRZAKYibsSg8uELbsRK46DWpVEqwyTyRQTby5nIW8aY2t7DVtbq9BJYEoyTKcBdnZOsbN7KvSk5ZWWPPsSps2Y5pakK89qpdDxycdnzy6Kv/LdL6NVb6BqG6jYBkKmx6YTEboVnQKLhXqThouGpL1Id5PKCKMUX2ie5orY7ReHCGh+i2IRWOX1YKJahpgxHENH1WLdRI4i8qFnCa5truHqxhrqtinDPkHqWxkyJZUkCdfp0TH6h8eYw0ZqtaFUO2i1a4K55hkgDXzpe25WbHlKeB5fr5mklg6m5AhaZWrLcVCpsO/TkYEpl8wS+bIIRYuCT9ktLDqNvCkaotxEkJrwU/ZPlgjdYNGfSiJIwN444nQTJoQXmFxBAytSFSXlOuxoJaaXZ2kKKwuEa3n9fKFX+tzUIe/VAg39rDF8cS8R/HNJ7hNDtVxj5e/nzKVE2ZbX5gIWvxB6+dkrBWBh9S2E4jKNX4quZak3gxyl6+P8GueHkvOHP41yL/v+ymQ6hfQSEs7/VhKOyvoTEaj5b7DWTMipNGsQpVrO5M6T9/zc8f+nIHyOzC67j4m5XFDOCKBl57PUrGbSr4vcB9I51CKEgQi6EkETI0MKeMcoxgfSmei6DgzLlHEOR23cr7CftFV1BRlPw6hgu7Mc01kg932aH1l1xVCLxRAHUpxO5uhP5phlOXxe49ydsKtQ01CzLdRsW86kYZpgTtJPMJMKOO7L+BkgDU9Ifvw+JBWpSD0PhVFL02XRDMy5GEXmUZhgQjS9YHANSZ8zvctrVCicQtXl+60t7lGcGhAprYgAbHH2RPE9i8thfUa0M80yhSCa+fqSuBSEvO/z66IxdfF+KRR/haqMOGP/b5kwXNQMl+hi8TbyPafprZyX8aPE9CRXVCSIpD++vDo+j7IrMGwbumVLH3qnzQq9Gjo1F52ajbqdomGzmoszac6YLJnjEAGv8zNtsle07L+lYMt7Eq9P0giC+RyuZcIlDpx98cTDk1rHe5qYa4h3pmm0TOyXGm9p3jlH95dfK/+Hz+u3KXTzKn/2DDvHNkvimRU+vEYoZcpwUUzBfDEkASzPb346WMc1RnR2imA6QcB6wJQ1bAxZnS+9pI9QHCZCmvfyNPkcj850vFy/OnSdHfKWCNGcV0ynnphgSEIIJnNJPxqGA91wkOsOEsPBNM5xfDbEUX+Ew5M+Dk/OMA1T+GkBj9d/nsHj188wD2l+Fud7JGfws1gaSPicJXGS6HZ+zxUtRc2IsdEy8HMvbOA7L26KmUsyw/xs5j60PIFalK9QwcihVRUUesmJL69p+UhLpzIv8Cq7fEqBNRpKalpJNagJU/I0SvBcV8APiH/OMeHMMMzhGzUEsnSEhoJxlOCgP8HJwEOc+nKmInmjQnGVaGp+nRmrIj1Mhh4G4xCDcQTV0tFaq8BpGpgydBBO0XAbqLtNEb5nY9Y10FSRI0kKtFZaaK20YRop1GyKIgyQTIm0TjHwCllrW01cvNpBq2pAjRIoAfWPCLNpCMWJoVZj0TdqGlA1SPCgWNzAfOBjNvDFGPy0X2BIMmddh1LTsNLOsNqmTqJgNNYw80tiJO9OnW6BTjeHq5qwc5IhgWonQ6WVQh0WUEcFjtiPOibl08GlC020qragpo+ejrE/B/ZnBSZTwPcYMLPw+je6eP2bS2h5x2h6xzgZp/h0pGOemtioMXlpQZn4UNi5rKh4ynBJWGAyYSVnDJUYaqPAjefaePn5LsykwMHHQxzvzjAwNQwMHd9+zcW3XqvAjmJMns5wvBPi7Xspfnw3xVhVMeYzzqBhhWcsznITmRXzXsz7YaWlo9Y1xKSUMmQxi859Bej1VKyvsfqUjkddtIy9nQj7OyGW1hT0VsvAIavj4pDnVBVWhab2REw/PNNZKsmOCox6gEorwu1LJm5ftqCONaTHnFvl2DlN8OQ0xbRQZK1vWLi4bUFPM6nEC4axhI6abRujYYTRMIRiK7A7GoyqIuZ9xczw0loNL6/W4MQxwqEn4ajItIVAWgQp8jDF0WGGvb0cRUVB+4qG5asmLtV7sh59cIaPfrSPB0dz7BQqZq6Oa1cdXLvm4Mm9GE/uMm5boHYBsOtAQd0jKLBzmmGnX4apGtQ2oWAyVjCb66h0KnA7VaHo5QxIzcpreDrjhamIbsPu4m+/3sAlpUD1kymmj3z8H16C/9NL8drLDbz2chPBaYJH73k4Pggx1HMMqUlkBoysxPcXNHnxHhoWAgeKpcMXaJJAt0zCKiRln05ymbsy9HPzkotXrlWxphWwj4lwiXGmWThTTYz9Upg/nac4YrgrJ3XNliWVl1kBs6rAbavYvGzj619u4KVbdRSnBnBi4E++f4x//n/tg2CxW9/q4KWfW8al3iYu9jZhGF1AaSM88uF9tIuDO0/w1nuf4q33P8XG65uymvUE1WQIx4hQWa/CXauiNq2jOq1j/9MzfPzBY3x6eIYnBnBW1fD1r6zh619dw6qmokvM/amHg/0BdvYGGMQKziLgk8cp7nyW4mxMrU9BsblVxd/8j27j3/uPn8ff/Tsf4e/9nZ8gVzJcu1nH2gUXrY6LdsfFOz86xjtvnMghamlZQ72hi5ONw5bHhwEeH/hwnQItujVapgwuucquCw2TWYihRwGY/7AhGyZiFBxDQ5W4D0eXD50X0D2Wl5sIFpFXchnScyMS+ExkpMIcH57EpWtQUdkvL4tPhBILWSCYKPDHCmoNTVJF7O6q8OtlWfkue7rmWN/qYn27K12zusUHGAc9pfDENBYXxbOISE5irus6rIouGzYuqTnKy55MOpa4ibINB7buwBszRUkMcIa1baC3rqDGQXnTFGcJD2SDvoLjfRVhoKJFfniPLlmW/xIdUqaG+X1LWidmUkiXVasUaLZytNsVNFtN1BoNDCczDMczEaqiiLhmDXmkI5rlGByMMTiY4NIlB5cvuahXiQgJZYP3tK9gp68iYF/zOBM0YnvVheEomE2JmQoFN8vU4+ikFD24SW8yNdrhwDeWNR8VmA0KWKaDbo9YDfa+TTAeTRinIsOhRERmPFjQBVV+WJ+dWWSCQJGPbh+KT0ymWLJOD1McPUllgN5ctVDvmZiMODSaw64UgkWk2KrbFnTHEhevbrOLaAYN84XTThMk9959LiapE1kcXhN5TtGHvZ5M/9bY49pwJbHBYbw4+wO6rnN0lk102P2rLw4zGV9rdinwITDHZOCjzlTtEr8GOp+5CeT7VyZyNaI1uC+SXmYIBtj3YhF9ShUcqPUc2UyYdR2FnktfqAjmyDCfx5h7sSBV9YQbHAq93PyxF1QVbDIPe8SmcV8kXztRPwtRmsg9Hp55XmJViVCASFKLgVpr0Q9RNWE77MSgYMREcAhNS2CYFCDKRK5lmNKxura0iqePjrDz6Ah+EvFthsJUul6K6PNZBH/GjYqOZtNGo2GjXndQY68JE260ZJfzhtJJTGdwrqB/MJBFIZYuegr47SVigDWcsSO5T7dR+f0yFUxTB4c2vVUXvVViJMu+3zzjIH8k/cMkFpAakEW2vGc0J3geE0EpKhRqaQQhatgxhTrH14xoj9mMCUxu/EvsHO+JrW4FYRhhPJ7Cn4VwTQsV00KfGPH9SLDvfAi5VQPrV2vobVfE95GrQLNJ/HbZF8O+wOODKeKUPdTA8kYH65eWRNQ/Phxh2J+Wyd0oxe3bl/H87cs4eDLBBz/exWcfH5V9zgbQ2Wyhu9lCUoSYeCNJbtaZhHYsNGoXZBERGsDDZOrhYG+Ak4Mx0glkbd9ScPU1oq41PPhIw9FTHtQSEblo7HEdBdFMwXzMLbmOG69WcfO1Grz5BFPfg6G1UHW2pDRkEk0wSzxUqhEqlQiqQpGrgvFpigfvDbB/b4zekoGlro5Ltzdx+aWL8OIE7334WK6jRp6iWWSCfibanNMa+jODKMfgJMeA7rWRiWhM9G+BlQu8x9axce0qVre2oRGfnGsITp5idngfphlj9blVtLc6OD31cXI6x0/eH+DDt/tQzATXXrbQu6gJYYBLusojwLVqqFWaqFWI2A1kKD8esRvSx9kRUbgUbxbdXjyQxwnMOEF1JUN9M5eU79kxJEFu5DqMTEe1ZqDW1EVgHtLIkWa4cMuSNRtqmI90TFiDMJkjTiN0NnVZwbBAMAJquonluoPlnoGVbQWdNYp6U8w9D0VhAYqDXreDl25fwvbmMn7/Dz7B7//Bx+gPOWSg8agcIix1DLz89QZefr2JeDRCQic0NLjsvStMzIa8pydYvtTD8uWe4J9b7Sr29+b47f/5Hn7vnz7GdK5jOtfgdBXU1oh9VWGRBKCpQkUYjyIkgwLZGfDqjTq+9ysr+M63L6BWu4F67Qb+1m/8Ef7W//R9PNmfIVcccc9+9ZvAV38aeOn5Fl5+oY0KET6gyBvh6b0Z9h/OBeNIXBeTo+xM2dtP8faPpvjJ+/PFgETBX/rVS/g3/t3nYDYj/PiDe3j3o318/MDAJw8MVBUVNVVDz9SwbKromjygxiLy7noJdr0Uer2O9uqS1FO47gy2RXHHRVY46O9McPxwiKqe4LXnLbx808XWRk/WLB3jLDjB2+9O8bv/JMKbP0olfaPTUGTwQBOLoE9cVKProlpvo9ZoCzI8S3T4MZFxnjzXLl/q4OKFOnrVEEuVALY+gqkSb52h3qigWuUgqkxE0GDGLns+myNfRRxwEE2ktIqz0bhM8B7EODoscEjXqVdg7AGdFRvdVVueIVOPm/IUs0CDN1NwvJvjeCeXxLUMMhYRJprgrr9Yx/UXaqjXSSPwZcMfJRbGEw33HyW4/yjFereJ9W4LGxc1rG7naC1TfFYwnVDsDlHkrBxhIpnEFdZulJ8Pt2nAbRh4/HCGux+X3dtH+x5Oj+bQMgtqSjIKjRoRXn11Bd/76y/ga6+v4P6Dx3jw4AmePEnw5GmKkE5rh+HKDH4awE9DrCy1sdqjnzbE3B+IycbQqzD1ipAjiDCa+XNMPCLsYxlw0tw/HWuyllYsrG6x4zuHP5yDUuKNG8uyHj70ZOWqC6fZgmq6OD6a4PjYw/GjmaCpVjcS3Hotx/pFmq8aUPUK+v05+v2ZDKeIRuaQlt9fOE/w+LMYjz+LBJtMUbzeKVBdDlBfYt9QC412G/tPM+zvcN88x8P//ejZ0P47/8kKdu4Z2P3UhKN3sLq8gnabFRgRbJcPfwdFYmN9K8L2VR9hdIqnjw9wdHCC27c3cPvWOpodmn0UHO5O8OM/3sfhkzFuX2/h9o0Wti4uYevSEt59v4/f/p37+PjeCK3lJlrLLUTxCHEyhuc1MByuwfebzwSqhEhxdi9tRFi/GKHeToXgonPfoHShKx3sPo7x6NP5QgAmuQVYuTzGyuUJhn0Fo76C8amKyakq1SLdNQ1L6zoch9djguFxgd0H3F+pWN3Q0FtZ0ESI6ON9snCRJhbi0ETEdDkHkdyf5kT5atDNDLbLZE+C+bQQRJqlW1KBoKmWGD1Vdgu5J9Aqp1ANTxafg4a6ISnk44NEnlXValVSzyIAyb/BQRYn54uCd46GOahnH15BwUmXZ9bGhSfYvPAUa+sm1tdNwae99Y6Pg2Mm6HVZttaGo3VwemTj8UMN3sRAvebI8IUiF015NJmocCVlXOTlvrBQJyiUMZbXati40BEhZ3/3DP3TKdKEX4OBpeYBeq1DvPBiE1/95iV0Vyq49+AAnz48RKOzhWZ3G5/dneGH/3IXe48i1O1l1CtNtDZO0dw4BVwfuRUiiS3EXgP+oIHTvQinuxEuXFzDtVtbqDf5PpCEEGLn0Ry7j3xUqgqqtdJgTMMbBy/c0pIiy/t+ysEq70kBf1+EzRsD9LaGON4f4WhvhCvrHbxwZRXdZgOKYiFKVLzz6T7eubcHtRai0uNn3oHqt1HRm7j2nINr1128+Ych3vq/Q0Q+96ctWLZLny4KEcm4zy5R3RymCsC0oOEghqXVYKo1ERFPj8/QW3PwwquruPlSD0cnJzg6OcbZCTA8ZVKTw1eKYdz3lojXBfy17M3lBSK9move24VY+sU+2XMEpfT9ZZmcpYW+sMAPSy+oxC+5hytFYBGJFqQlXXGhqxWOwKXGqOSw8v5OI3AFaVwt+7I1dhjmIj5QqPlin23ZRbgQp8/FoqKQr+OLYvSz3yOjYIoIvP7Ouww/F50/R1X/aSH6/L/9qf+deEn2ANISK0M8rgWGk98LBeCcoiaFX+JVfeQZU66s/aEBhC2kCQwtRbdaCAmBxB/245JWLBtOGOzIEgGYZ/WEG3QK25KSLGWs8lxX3stoUjQrFO+YWCsJMrEfIQlYEcLXpOzrlNQb0agczEUJOJbS2ZUoBl9RA5ArqZw9z9OUdeKauzVUaObUKGyViUqCclvSe1neW/nMGo487B/NZF2/cUkWrzPPY43VGEdHAxwdDbGy0sHqKo2ShhhOYmJqBX9ddhr7fiDmxvMfr7/2HDbl+dFCq9XEYHCGo8MDTCYjBMFcrqHeUgfLvS5azbr0FlcqTC2T3mMJitVaCAOScqYB2LIRJQmO+ySsncIbDeCNztCqOFhp1lh4gWg8QhGEuH75Kq5fuoKKTQMOxZoCmUX0Z4oiImlGwdGj+zh6/AD70wLHSQVzo4WLW6u4tL2GdEpCiIeGbWC5VYdtGYKf9vwQd49OcPfwBAXFuwr3ZDX02l10Gk1Evo9ozj1nUZ7fKFSTLJTQmKuIIa2goMSKKApNui3zrWSRAi+RuTnmfgJvHmHiMzWaYhKkIkKMoxTzVME8VZGyH5sdl+zszCLoKY2HTC3apWh3/nYsRNJyzEphmEJpiY49r9cuFV327pXGd94PSuRs2b0t6F+Ky4tKJMHWLpDRGWdaygAAIABJREFUohELuvZZiW+ZHBWkcJli5Ncjt8DF/vN8jnN+3zovPC2RtqWwxc+GeDkWepmYQM67r79odjk3iCwE4fPPvqC4KUgufqZhQVKUsgVeJKsLimGlcFrKT5/fgYSup5aLBi6aSqVqlBrm4B6Ukw9hJGOpG6L4xy5WimllHamCTrOJ5W4H3WZT5o5MLM8nnpy/LN0Q5LBrUzwsu45PR3Pp3ZsTF65SDmQyOBUxesl1ZVH2Ymp2EoY48TxM2Oe9aELmuYfnXgoVlkbhV0fVNFE1LRF/bV2X8yP7TGe8luMEU6JkDQuxbmGeZpjFibzdrspqFyKqKWxq0rlKCh3R2RR+GegoG4N5GZRkPprVOBujqCZd5SorjFi9Q9Nmec3xc8HKjILDdtYCUvTlWpwXSmMoiQnlo43PBoPzX4rhKfHnJQ480VSMQh+jMMA0iOSzSXqgKKQa0GtW0WvV8KWtTTx/9TIubayhW6+h5VrIvT3k3q6Y+XmvptBbqbfg1Ehgq8J0KvKZYt8EkcJcvBBp0mDfeK1Wk2VXiLKvSlcukb1lLy2RzjQ5lYJ0aQDhz+XVVVovynOXrIVZgihjLhGOpb+eVEGSKrhK4wQ/jzQ+lIaG0oBzPhc9r8TLvCnSwRDBZAJPcOIRTBoUHLtcriViLqsD+E9l8twrceLISXxjlUkggr9lOLK496ApiN3snM/OJzOEni9LZrW5icE0xtFojt2RhweDMR5PPHgKJDXLCVCZ8uVnrHwOJpJ05vzYltmpYTCEQrGWxuUS6UyhvWJZiHzO1qdomMAvvraGX3ptDRVWLtarMIoAWjKEGvtAzLOhBoVKk12HUrA7aw6w/oGiM68/EjdIR6jSGbuEXGXlYSCEB71IYNDgEUfQyImdR4BHNG4Mb5LAm6QYaXWM9Domdh2eU8fcriBmAEpXMZkOZdFspfAzwPeMZ+owx+HBKQ73T4RSQJFJrxpwOg70ugY/myHIZmiZLbTNNnyP88ohvIkvlUpc21c3ZHGmGkdDRP5EkpEB6wxmgDcD1i8v4dLNFXRrGpxgDm06x4O9CA92I5i1GPVuinYzx1IdWKoa6DhL6LhLeP9OH+9/1MfZtECkGihMzhuA+hLQrKSy/JmJ/klFzvkZTayaL93AzS7gqA7swkW7zv7XFJ1WgvnTcu3PcjwNC9h1B1c3W+jULBztjHC8O8aBb+DQNzEL2OGboFkz8HPfvoDv/OwW8kc7sgZxhkPLRmIaWLFUdLhfOolRnETYgYmHuoUDmvBJ/ZxFKLjPjwt866sr+Evf2kA0S/CH/3wXH382ROtGDe0bNXz9AvD6BUDzUwwOExwfxvjws0jWUaTiOOamyZYUPLd2QT5FlPuoGTaqug2zWsCosc8+Fdw5McDcmTFQs74CbG9CdCpSwMZnGh4+SGRdvg5cvgFkUYHRIfUZzvtZdaHDy2J4WYJm08XmchPNhorCHEO3p7i8puDyqgLTc6D1Hew9VfHxkwyf7Gawl1RYSwq2121c3rAxOo3xxg/HePhojs4G0N1QsOwAy055P+aThh9ZYwkwl4CbdRM36xYcP0U6CGRm6lVMzCwdRljIuv80w08e5TDqKq7eMnH9lo0lvY0lvYVP3uvj7R8e4OB0jpCz5aaB52508NzNDt56a4AfvzVA5ihoX3ZQ7Whw0ghuFmHPU7Dn0XCdw6YZJAP80EIYmcSNypCaFVhaWCAMY0xDUnvDcq9daPjaaw7+lW+6uKUpWP80QvQgwj84CvGbRyG+9lM1fO0bNQRnMR6+OxXq2kgFRhpQy13UCxdBnmCYE9meoMLUbwH4loK5pWC1Z+DCqo7CL3C6k2C4n2BtQ8Pauoar6xaubdhY5gztIARGCfY1BQe6giOmhMcZ5nyu6QUyntHzCvS8gnk0l3XlhoMvf7OFl17s4MbWCrY7DRy89QT7bz3BH3w0xz/7KMLyzQ7+9e9dwi//W9dgzpZhzJahYBPQNjG5cx/7v/OPcO+Pvo/fH6b4/VGG7/36q/i1v/EqrOgEu++9i2g6xNZXnsP2V57D/N1dWffueXj3QYB77Auvqwh6Nn7tF27ge79wHfrBE8x/8hH2nwzwsA98dgoMEhNnsYFHRyk+208wnjEAoaBYWrbw3b+6jr/wV9fw/X9xKovj1d46BRcdrY4t695HY9z7aCLoJXYOVqulsMuH3miSYDiOUXEZladjii4zpgB5EOUmlCXUCQKKOaV1SgYekiIlQoTWSh7ouMngbksViKz8ctkhUaIvKBgSzxnNE6QhH2jsoSCmh72KuSBWJNbM5CFvQj7TmsTLMmVINIWOIlXKIec8xepmQ9jv7G+kmBP6EWaDSIbfdBoRZ8uHUmupI8yrk/4YZ6MJFApy5kK8LCm+sk9hj0Sj7qJZc+SwR6cPXQmaGcB0MlTrjiweAPlBmU0Bb6QIw7xSz1Bt0AlHR2wqbidVSrO5k2cmiz2q5bDLtdl9QeR2mSbjBmAeRvDZyylMdA6aDKh5iZD2zmbwBlNsrFewsU5sIN1CHGrkuPdwhnvsJxwUmA/Z6WthacMVJ8t87gtymz1l/L9gxptcDp2F200d7I8m5tWfcqNYbgR4TfDAIinOaShJzvNdHA9+0hXLjcqiI4n9HHQKEydTJiV0SQLxfSOgIUGEmZdhMiJ+SBGxvtIocUYsGleJ6GT6O6ezNpVN6HnSkkOkaq0ceLEoPJgVODsCzg6BOAjlgM6EKUVpGWjwwMHNiknX8rlLkgd/pvwK6StjEse0DLGGckNH1DbdZfyZ+Dc6vmstV7r2+B5G3JQSlSb7xwIFRZhAQyE7ZArh7HwsHa2apUAzFbhNB9W2I53PvKHxz9NBx5SqzDekYzqD79FNQwwC06IFdCZTjLKfSwZA7O3N6WbP5Pvh4t63rB8qETw8VAoGil3t7OR26ZjkBpGJYH5PAWL2HvMgQBSzdF8RQ2RgbbmDtZUOjg8HODkcYBYkiBlOL/i18u/QSqdunqNZr6K31Ba3uvzreS6kgTCKytdfvn52EZswbR2DoynOjjxBy3D4y2Rztc50M1PzsSzpDKbgtHA4888TVW1y6M+e4UKXjRsfk3mcIp4TX8/0NgvsTaQJzQsU4fg98ZBCMwl7PEyYjiapcrp8mJSj87XsZUlQb9motxzBYSUpMSzs7lGkX2pwkMoKvAKJT1KChs66hUbPlIMe+6MqroJahf1eEOc3TTGzoEQr8fPHlBbP1+yVJNqNQg5Xt92UNTiaY+/BECd7E3Gw8bNmE/HaKoe+TCSoSoZm1UCNSPGM/e51FGaK3CboqOxiFlODlyDxEnS3MixfLURMf3KvwMkeky08IOdo1G1ZNEkE7DnPciytG4IpMZ0clkPzAft2KKxYcpidBqF0fUWzKVy6dNvszWQCeIzp6VSQtFytzTZaW11Mwgz3H57h4OkYGCZQhjHqbR31lrZI/Jev07CfYnCaISbGZaILZnSVCcOLbVy4eg0rFy5gNh7JUv0hjHAAyypQXW3B6TbF9MB154MTvP3mAQotwtUXLaxsG5jNMszmOeJnwzkLhubC0m0YJntTICmK6TTE8DjD4CCHP9egOjR7WDCjBFaUwKgn0FtEWgFqZEBLORzSoFkqIpqTiCCfZginnDbm6FzUZZlGBabhShrq7HSKyXgutQpEoxesTYhzXFhv4CZT0xdsmE0fmuPj8NEUhw89rK31cPnKOqo1pu34fEnw4QfH+PDDYxgO5PUskfmmJCabTQWtFk1LGRyDKJoM/aMMg+MMqU83ZI4vv7aMr7y2jOX1FbjtFTzaDfCb//Bd/O7vfowg0RHGGqptFY2eArvO9KMGxVAx3g8xOQix3qng4hqdcct4/atb2L7QxcOHIR48CvHhvSf48N5TQC/Q7Fak8/3qVQPXrhowFfZ4xYKTo4Qxm2c4PQwwPA1KygCXwX9Lw2xeYH8nwulJit5STdbGJRubVyyMvDnef/cEn9yb4MTTcTIxUFVVWQ5rErICVU3B0rKJpZ652LjHUBwTNrGLVfaVlijmsVd2y/unU/gnHlYaNr79+ha+9soqDC2GoUa4vzPETx70cX8nw9MDB/2xA7NiwWKRHZOy7Fh2UthuJklghZiHwnk2GDD1FLaVoEE8b9eShK9TSeEQVYw5UEzFLc3OH0tjny3vXaR/8L7HZzrgTQpEdKMK4cEQk8qY6aBRKp00vs/7JgkM/B7Lxdf37CzC8CzGeJhgMkwxPM4xOslRb1norDhC9RCEmqtLMrveKtBuqbJoTppMIwzGCfaPC1kVwxbTXW9VR29TRaOjyHN8QrPYhH3XIRzTRrtRh2vRnFMmuJrLOprLGk5PU+zvJRgPifSBUERsdltpJvoHYxw8GaDTsvDaa6u4fquDRltBva3i0dMTWQFvrqaGRFEwmAQYTgJ0ug10u3VJgvmBJ/duoqpoVuLeSepJeMXJAL4c/DABNjpj6h9odQz01ky0GgaqhoGGY4qo2mk5uHd3hHv3xmUndsOFU6/ANDmwruD+h4e4/+EBlpYj3HpZxfo2B+BVKKqNg5MpDk9mMjRxHdaqsB8+QzjLcLSb4mgvFRJPs2Wi1i7gNmNUWhqa7Q00W+s4OoxwdBgiTDx8/I8ePxt5fuPfX8LBAxWH9+lgXsLGxiY63ToMO4ZupIh8Opo1XLiY4upzKUxrDG/Sx3x6JtQD0jWY2uKmYTKKxOnteyG2N6rY3qCgSWOPg0c7M3z48Rn64wjLWzWsbNcw6E9kjYcuRqMuorBWClXSb+lDM+forrBHOketyWcyoJsKiqSBPKlj52GKh/ciTMdMDLOXr0B7fY72mi90BD6P52MD06GNJOaeMJdVraeo1VLpGz56YogZotXJ0GiSIsKgFlMnHO6aInJmKfcBpgw1o7BsEaRr27BTuLUAuhnCn6UI5uzOIJ7Ugk5HN5MSdPLZxyisIzjVCHaF+NkaimQJwayK4amC8VCB41AEsRcCcInKLfGo3H8x8bIQlzgMpEiUKjDNCBcuHGBrax/LKzqWVzTBp71/hx3AObrLDjorLrS0CS1ron9sYmeH5gqiKJnCMETk4t+twIIiAnCJzJb5ujYREbi95KK30pBB8snRBKMBaRIG8tTEWq8v67mbDp5/ZRnVpoEP7hzigzsHuHD5GjYvX8P+ToB33zrA3qMQStSEXlTR3uyjtdmHWg0Al3tsE/G0jnDE7uYMp3spNrZWcOW5TTRbjhjrgnmIJw/mePpgLmY8OV8SeU93N0lPWnmeFPMPP5cJ8X8kE0XYeO4MSxfO0D8Y4XR/hJsX1/DqjUtSyTKdx/LZ/3jnFJ/snsJpK2iv61ByG/MTRw7zL7xSwwsv1/Djfxni7T8KMR3TvFiTmhPWtLALngg1VhopPGPK2J7D8hJTm0aqGG75mTKtFCsbFVy80sH6dgMPH+7j4cMDzCYagrmNLKN5tBzYUkTkdwSiknkmXkiLkt9biCDnKeCy/+9Pd3Ke/xo/H/xs8QfPVYIYZDpLkn1fEICFdkTBwxaEWaGEKBCWB1jp71URhzbi0IJVycW8LP2THFizp3Qh0pyL0X+eACy41C+kkb8g8T5DOMu39gUB+YsD9D9f/j0PAJdDdg7TWSF1jrZmouw8WVbioSVeJgQaCsGg6EvxtyCuOpJfLzHsCSwEMMEU3xyz6VwShCUOl2lbHSpNGRw2S6/xIskrPcQ8V/EcX6ZmNZ4paBzlKCNmjQgNSuV5UARgvj/8fHOCwpQc01x0fAotma8xYVSliCdmXxpteYUoPPuYqNYtOVPJvQMFHIP7Noj4u9Rpi5Fg4k3gTefw5gm8WYLuchtLvZaIbEmSwPdD9PsjnJ2Nn/UKl7VG1KwpAsdy3uDvpYB5zEjP4sf1L62iZldE1GXSkWdC9hCTlhHFNELkks5rNRtY6rbR7XbkvndOdaL4K32cuiYCFNHRxEUHcYSd3V0cHh1KWpPUi16zhpVWQ4b309NT+OMRmm4NDbeKOgke1YaIDLW2Ja+NTOATDcO9JxjtPcWTYYinMwXD3MLFjWVc3FwRZDXTnmaRgywGOn6IZqZoduiFOPQCGVQaroNqtSICcLvRkDkBsYUJRQ6F530KOBJbFAGYogAh37GYOT7HNcs5mQZ+JkVYWZISicufFcS5ijBT4EU5pnEGT3pkmQTl5bDoWiV+l+jpZ6hjpTzriZDLz/bi+l/0fJdY2DKZzh/ynyIwMXXK9C9pbWWCV36v6DdUPhd4Z+46xCyy6NaVdC4NL/yoltclabyZ1FWVKVI6FEQMO1daRUBefEaeGUbKuZAIwExonvcMn6Pq/yzp4AvmkC92FJcJ6HJOc94zLvc5JlwlqczEYZmw588cr0jodIFbL8kFXLynlelMmtnLVUAJ+lBmJ9IVXJEUL5AHU2QBDdhcMzQcA+16RZbD1KhpSEAiCgPouiHJYRIG2ZHNa1c6qcc+QiKZdaPsCWZIRFfQMk20TFJHmJjNJTE2YTKeoqyw/rgL5bVA4b+cFfFZw9CLyf2QRdy0KddjGCcIkgTzOJWEufRl6uYCxUzaQbnh4DUjoj9fS6b+kkTCK6QwUkzWVc4wuAchbpsz16QU2/O0FOqJSc5Zp8NFClOZ3qeCzmuLVCb+On9NUsO8Q6s0H3AGV3ZTl9cup4k89vH7yhGyK5sEgyDEJIjgVBhsaZQmkio/jy5aFVvShr1GDSvthiSxmaKumDryYITcH5VUBV4PDAbZjizTdmFYTin6Sg8vzTglZYd7HpIPGBbg0k1HMMKsqRNKxfnMTi6iz60E55+Tz1H+n7tjn+Hhua+TvV1Zaye5ean7oPm1RJOWn53y2cI5IF9zee1FgC8DJqQWxFMP8XyGgDPqMJLEJt8XJuc4r+R+gpQF3mv5b/LvkOQ7awT4/ObfpyiyZ2XCV85QpDHMA0xHHryxh5PjPk5O+hjNUozmKQbzRPqkz/wIZ36AYRghkN5zQQIsdioLEwDT+Uq5m6nWXdSbVbguX1M+P5mMZB1DICYG6V+nSSGM2XKHa8sVfGmlgpeuLOHlyz2pT9JjDyorkkRoJwGMonx1YXZeGBModBdJOevlYGbRD8ykOp+ZfMnPU8UKh79xhCKMkXPmG6YSJuMcJlBchIqLWabDo6EcJhK7IqnJWRpinoaCHOc9ntWDYZhiNouwu3+Evb0jJHxwM/zFWVvblqBKmPgI4wCW6cIyKvJcjyOaE1IkCc0TNKT20FtZhmlQLJuiSOdQokiEa9/nszpFfamG9loDdccRJLMWKbj7eIB7j4cwKrHUxfWWNFzo2VhuOLDyCqzcxeNdD492PYyCRN6vTAeceg67XqDhKKjbnBFoODoy4AeK0PzcWoZqjeenHGZhwEhZ9wZ0ljK0WilmOylmT1McMuUbFShME92mi5ptIPYCxF6IXQ/Y9RSM+bqGGToNB7/481/CL37nGvbe+gy7b93HSRTjrGZBbRi41FSw7gLxQYL4MMZeoeKJpuEwLsrr0M+E2OFaGr58q4VvvNwR0sef/PExHjyZYulWDb2bNdzupLjdyWDwvRkmUpXz3t0c793N4Ns2fNuCJrRZvvYpTsYzqf7k/YRLNXPASKUXmV3olmzHM0Hud5oFeh3uzRQMTzX0jxXs7qbY3cnw4msmXvwyG5gB7zQvCakzzkEysN51lhUyS6Zxm5VI7aUYnW6MzboiKxuwyg54+rTAx09zfLJfwOEcbUnBlc0arl9oYj4u8MH7MzzZC+GsKnBWVayZCtYsFUoaS8VqpiVw14DKWoFbLQe3Wi7MWYLgmIa+FFPHhE8BOMhlPTzKcXc/Q6Vt4OZtF7dvONCnBoypjv1HIZ7c9zHxE2TUy+sqOj0LnZ6ND+7M8cGdGRK7QPWCCreloFIUcPMcj08LPDmlmADUXVI3VMwDHQFrUEk44YcyLqCQ0MvnVJoiYIhygbJ//ct1/NzPNHBL17ByN0RwP8I/PAjxm4chXvmqi1e+WkHmpTi666PP+X+S4iTJYKcGHJ7h1QIB6aVqBtqquMebaQpmRLMvG7hIqmYGzE9T+GcJDIszhwJf2nZx62oVbdIoHvuYHYV4lAKPM9pjcwQ0Gy+MdEIjEAM1y6ES+EqMm7er+OlvdvHil5pYtytoZibe/JN9vPWDfSSsIGg3sH2zh9uv9vD8y6swZ3WY8zpmBwkmeyEef7yDO2+/j/tPn8BbdeCtOPjGq0v4xitd1JQ54sExcj+Eri9B17vYe3yKvcd9PNjz8el+jLltYOOrXWy90sarqzZeW3VQ9PsI9o8krPPwWMH9IxWeocDTFTzeSXH/YYrRuDwjFrWGipsv27j1io3dJwr2nlLASWFVQtjVHK2OiXbXwu6jEHuPQzmENxoUSijWlodycWMn7Kqpod5sirDkTYgPJnqT+8RCDjSFygdFCT+TzSkPwrqG6SwXbrdtamjVDbgcIksJvIqzUw78KT4RW5zDMvn7Mtgm0cocDGno93McHjJVa8AmqsFhQTOFPaYWc1h2idVgVyed/sQ1aJaG5bUKeusVhD5vGnNM+iG8o0RWo1Gg3ihw8eo6rj9/FYVq4s23HuDOR0/hNgop8xZM1bmRn8lOKFhedrG8zI4zB7ZDPG2Cs+EI8yCAW62hUq0tUDblwYDVRNwAGILAi0p0ELFRRHFaXOwKqcjmhEMDinLyIBVXGbtRQkREXEmvETc0ZZJBhSnihZIbIsKGMx9LXYpwFXRlYFmRw8n77x3hvfePMO0DXp99aRZWLrhwakQbExcbyU2IeOScdniV3HtdkND82Ruw3zeHXklhNTMUWtl/SaRyHhbIyaFZHDrsiiGJPqY+xVWdZCII1qoO2u0aOl32bjC5W+KFPL8PLziTTR0dnrzWdJ29Q8Byt4neUhMpkQLzQMSSPruAZkE5/NBV9NZaWFpvSufmZJpKTzOLt7nOdnyc7cxFFCxnMCr0GgvD6WIpsccFH3RhIT24lbYKt0nhVUMUaEj8TJaIl9RaiQeX96tApVZDpVaX93I6m4oILMYgA0gmJlKPnQvEpsRQ9XRxMwLMKnsXiJCwZSV5jvkslIN7zdFRtbksVB0LAYvJT2YYDAIxEHCPcy78lnVLFEkWPUXsw3EtuOydkA1+6e4939ayE5BLUSpAQcQpnUyBLIVLCxCF7M0tEAd8b3mD1wQJuL5WE+c8lzfNMPeBkE4fs8R520zpWgqWl5awub6JilPBZOJjMp6hfzZE/2wkOGua+ng9tdcc1DomRscU2UI0Whq6yzoqdUUQ1Ema4WA3xv4OsdT8N4hkJxrDgVszMA/mmIc+aEoPfB5oeFCzZNAyPwsQehHqRAuzp4CvUUE3foExexEmHLZYIohU6wYqDcaZ6d6OEQSL4UiUihBCoZbIbfbL8esSx2WWYHQEDA8L+cyE03J64rKHrqYgiuk65ecXsA1eJxZaq01UOxWMvIksCtZ0JBN/6BInQiMCiFi2RPRnl28wjOCPIoQTjgtMKDCRGikynYe984S2Klh9CsDECnvDFKqrwGwqcGoWmsS5uRUkUx/JzIfFnsRegtk8we6DFGdHFH8LSRwsdRqyeLggGpV9RSLC6cDahou1TRdOhS51dvTqoJGUeN6jR0McPhqgs2Zj/XIVlWqBIppCyQK0644stWohr5mYBMDBYYyT/RjTxyG8R9EzRyKRKqpdYsNG/bjsBPXYRa5K/zcTeRtMo139EpY3NnG4+wAHew9Q12IsORAsV+G6gFsRp6lbreCD9w/wwx8+Qar4uPa8hZUtU/poSWPgYSWMfLnO80RHkRkwDRumbsP3uUGPMObXcZggDFUYjSrMmgMrTGCFMTI9RmJG0nuz6rroVWyA3dxN4HA3wu79UDpOVJo+iB7hpq+nYHmjLcsbhzjc5TB7iszXkPu8Dpi6z/HCy8v4mW9fxNY1Fz7OMAkH+PTNKT59y8Nrr17Fz/38bcHd/OBH9/Hm24/RPyAxI8HWZQPP3bawddXB2oUqag0d40MPo6MpeutVLK9Xcf+zEO/+eIK7d2bQMhV6puKXf34Zv/zzK1i/uA2tfRX3dmL8xt//Pn7rd94GWzK5Gk1FEu0UgJWajtxUMfkswOR+gNe/tozvfPcCbt++iNXVa4gjF//4f3sDv/1P3oBLMatdYPuai0vXarjEft2qi061ggc/2ZM1nSZIFEPS8TM/kn5tCkUUy0j3qLf4fORQlR1ZGi5fW8WlqyvoD4bY2TvAZx97+OjtBI8f5MgcHbmto7IQgNN5hmCaigv7ynNtXLnegWqFUG12s6ZyqFUMUgc6UPU69g762D/so5jOYcwCXF7v4q/8q1/Gt37qBvonj9A/eYjv/6iPP/ijIU7nFppba6ivd+G2HVQEGV86yoE5VGWGPPXlPjEb8TbDNGyEXk3Bha6BJXai26xUyJBVFGQuu75iROyOp8s9VqFEpH2QesKBsZx4xX07GBDTpqDRsdHskuJAlP1cnslMBAu9YaOKtY2a9LFliob+IMMB3bMHAYYH7AD34Y/L+9il5xq4/mILKxtV1JoVGbrOPE8QkL2Oi/WVmgzXj8/OcDqcYjTTMJwRcU8TTI5Gi7hqU0xjrHMYDROc7Ic43g/RadRx5eKy3KdGgzHms6kgo5cvKPBDHROPaUQbll6HrRNxRay9jk8/PMQHb+xgMpyj6mpY36jj29+9ip/97lU82LmLB0/vSiqiUG2EiY6DowAHh74YURpizkoFR0kxgEY6DktoLDnrkwahodmiAYhDKw6VMvQPc/SPcqmcoDFyY62Gy5tLWGnXkESpDBXu3BngozsDREUqyP/mcg1XLl/DlSvX8M4P7uFddly3Qtx6ycDalgVNt5ErJnaOPFmcY7hOmQSL50A443OpwKjPwYoqJBumvNlbTFNNs3UNrdZV9PvsrvIQJmO8+3c/eTa0f/Xf7uDkUYHTRzmajWVcvHQRnaUWFNZaKKTp5JiOM1y8rOAf+kqDAAAgAElEQVT6TRXdJR+GPoaqjIRyMB7N4fs6gsASUZKmIh6O2w0DnYaJp49T7DxKMJzmmHEgbqu48JyLredc7DzwZA36JibjGpKkIiKo4+qoND1UWxO0u6z5oJFQETOEYSmI5i5C38HT+wUefkLDQiF7E5qMqu0Y1Q7FeW52IkSBDX9SQxwxjcs9VohGO0OjlcOfkMbhIpipcJwAthtJX5NjK2L2IgItT3l0pyhqwp8ZmM/5LLWgaRbsSoJKcwrDISaQ5tAYsW8iDrivrsK1q/J+ZcYhMv0Q9XaBRps1MC7CWR2+58Ibm5h77A0jLWnRJZqXQ3CaKHWd/W1MbFCQEtimIB1pHKUAvL19gu3tU3S7CjpLwOFxio/vxRiMFRFtl1YbyP06Mr+O/qmG/f0CUyaVpUqDm1IajDi6skvUPAVgblY5lNQmgDqROptm25WzwPCMCGMmR3h+snBhfYSt9TEuXdVx5UZF9rZvvnmIN944xM2Xb+PmK7cwHMT45M4R9h76mJ9VEE1NdC6cob05gN4IBVOXZQaSWQ3huIqT3QKne9w39HD52rogzTSN72WEx5/NZNFIXJE0JdMopAdRWCmrRZg5Ih9JKjcSJn0irF87QXezjyGJKYdjvHjtIl5/8YZ0vB6eDLBzdIbH/Yms1oqD1e0assjE0UMFeWjgKz/Vxld/qoV3/zjAO38cYNhn6pNUBPYelvVCql6FptcWSdpY9o2SBC4UIUVNx0R2O9i+VsH6Zg3tpRqqdRsfffAUdz58KqKqUtDwYYkQwrkHyTPEEZdDcuMZopXHJYobFHO/mHz9swLw+Qf9i2nhZwLwYuBfAlYXCeBF5Y4GC2qZr0SBeJFELnvcQ597IA2NjoZ6myoI9/2ZmD5LvDPviYsk1ELEPRdl+PM5UlZEqC+KvItoInHOz379fKYu44CFUP3/pQCf/x7++QX6kQLUM8i19POW3ayClRU270LwKVjJws8YB/JxKboTA53GiOYjhLMRQtnzBSIOEfHOzw+FSn5OuR8XgXmBDCzTbOem9FJo4hBa4zmDQtmi05LkIhpGOecQszw300Rj8lOZlOmzc0y0PEOiXPCg59rcwh4gJlfSjvi9nVdN1l0NdZe9fS30lrryv1EA9oNAzAQSWxTzfUlVEqE3J1rRk8Vf4/dWYq3LvNnnKfPyTXh473ME9MpqBVmUiUmXrw1xikRj8nNJigbPSVXXRcV1sLzSw8pyTzDQIihyXkEB2CKJwpAkI0UezkKIvv3swX3s7u1iealTEjo6Lax1aWxJcHawj8HRIfzpHL43R6vRRLfTw+rqEjY2e1jqNqFk7OHUMT/eh39ygAcnY9wbBDgKClxcXcL22hIcl0Y6ExkFleFY0m+zLMWUeN7MxDy3oFgWNMF9VtBrtdGuN0TEZ99rlKUIec1QsaMZIisk/csEI8U7n/syJuzFZHFONqMRnyZs3tr5GScalSQYB9As6W2dxznGfoQRu1WjBAGT2HGKYaxhmBC5GyL0AzF+U/AjKUUS7wtxVgwdCwOIpISlv/fzbCJnUuw35TUlupPMKmicZNd9Ick9XjzPhDHuo3N2xuqy+P0xPcjrPVESJCrFwPOUfynqnWNxSwRuaTw5R8ILunlxvzi/T50LaH8Kcf8FcfeL943zP8Pv8Yv3Qvk9/DOCgmbCuFR9zgPJ8hrIW1WmNUu0Ln9fObATY7gIY2WfuOjlfEqy/9VU4SgJ8tkZ8umZ1AhFowO4Woq6Q4S4ITOretWRwAYXsbqmZZVEQw6gswwDL8RgEor4m4nASHy6joqlo6aUJlQKecT6St+xfIXs5GX3Ne9WFpLCljkShWaKSOfJUM4WuZ/id0XCG+8lFIJpGpB7kW7K3Iwhj6goEDC9Kzjs0hQgAnBcGtcrpgnHNEQEpjCYpzSdM1hQmkH43pcJchWJqiNVSWtkMIfP9rKTlos9zZzPUAimcZ4POd1gNzQ5ORSJF5UAcp9mXV4pTrIekBUz03mCmZ/gwtYGbly/jOvPXcbyUlvuCxSCqqYOU8mg5RTJMxHTuc0pGOKIFz3d4pFaGBu4zzLLzuUyEMHrXCt718VQUFb0lc8Mds0byFUTBZ/FkhQuaxXK7+/cOMHnQPnny4ucZqSsPNeJaFvi19M8ksotvj68r7I7niZTnXsaQccrJSWA3a9yg1hco0JFXKCgaTpJWWE2RxKFJfUoiDAZjuCNxoiTWER4ErdcioS2KQNpdhKb52EO24DKkBA7kBd454puoqKZSFntM5rKuev+k6e4//QpHvensgZhgilFEIr5JWSqDLuQGEizmEqdoER3c/asUGxmIq9RRaNVR6NZQ6NRk0q74Vkfw8GZJNulD5ymlBIzIGIQ1698fQu/8vUL2KgqMGJferlTNRXznaUTv0zalQVkZnnt5QHiIhJMP81ECoegUYmUhcs+d1OegVKHF4cirLKDt3wmM8xBEgfnzKXJMPBYkziXGp7YaSK26wgNVdZMVTFVFYyiBINZgJPxFE93D/Bk90D2b7xMWLVGUqbraoj5WWWnuKEh01mvp8Mh7VCewTwHGKhWWqhWW2WntxLCUiJUpKs8luAHjVUKU5OsUrDqcPQ21LyGj+7vyjLcCLVWivVVG9e2mlhrV5FMgWSqyH3njDSvOMIsjZFwSmOzPjFHzTRkDYfA3n6OKFWwvGpjaYWkiQS2FUNLFGg09lcKtLo0z+aY7maY7WYgJfcoZoq2NPrRkFLTCsFQPx4keETjuJ9jFhXotmr4d37hBfz1v/AC3vxnd/DG793BQRBg0rVQ6em4uQZcaQOz3RSz3QQHeYE9LccRE7XzAl6goNe20OvYuLnt4PnLLvxRjHfeHmL3MMDq7RrWnq9h24qwbUdC30vmGYaDAu/8RMXbH2vQe1VoS1XRgBwlwnwW4NFegIOTCL0lW0z2Ug/HhLyrotYyZKbkmDSnR6jYOaoOMJ8CBzvA4V6B4+McJyc5vvGtmqyqqcAfZZgOU+wd+Ng7CP4f0t70R7LzzPI7d19ij8jIfa2VVcXiToqSSC0ttdSLp2cGM575MMAY8B9mwC0YBtweoNv2DLrbLdjjXkSRakrFImuvyqrcM2Nf7r4Z57mRFNW24Q9D4gXJIpmVGXHj3vd9zjm/Ay/T4Wc6CoayHJ7dNVy7puLKroZVDVhVFaly7B8HePoyxVcHwINjwFku+2pv7Szhzb1lpL6BBw9DHJwlKFZUFMsatnQVW9R/ginmk74kuBs7QGMXeL1bxd2lCjQm3A89zKYJPMtAyDNokMHwc+wPczzqZ2gu23jnbhVvv1bF/CCA9yrAbGhgNraQ8t7ZLKDU8oUJNsVXj1M8eJwhslJY6ymsRoGqost6fJDi8UE5k1/qlMFMz1fFYOD51AVIxSEVs0Qnx0W5RKPQFHz8YRs/+b0l3NEMrHwVwnsc4mdH5br7ro277zrQwhyTVxHGFzEOaMKYR9AjXqtKubdmRYpJ2kUiPeKC04aCzWULVzds1GlUIil0mmE8izGex7h9vY537zZRS4HRwynO93089Ao88HKYzXLZhg5HIR9Rk2d9UmQILMC3C7zzVhN/8INlvLldQ21UoDhP8T/9zbmsjz7ewr/+Vzfw2u0VGE4Fpl2F5RuwPB2nnz7Fwd/ex68enuLnx3M8Vwq89eMu3vzRMjY0H+u6hyUHaFd0aJGG8y+A83sK7o1n+M14hv1hjKNhhs5OHf/iv72Gn/6LTVROz+CeniGZMnwV4/iswLNDFU9PVIT1DEEtw/6zDE++TDEelJSoot7UyqLub1dwdpKXnbRBhCT3RZxqton/NQXDe3GcCo6YhyuKYq12gXqL6GMDphTM8+FpIQhTTOchJjOmPxcPTjrtiF4xeJhh+oRDm1IAHowC9EeBRNrp/uZDQ9x8uYLpOJMhFQUzdt+4doF2kz1xTHc6si76KY5OIkw9Dgh4aOehjYgXDlLYn1ayyUWsYxep9I+ypJyiEoXOBOMBEykxommOeJKD3e31hoLN7SXsXdsUB9lXD4/wYv8MFSIKifFM6W6i7sNNqABy0O4YaLcNeQBz8xNGCUbExAaRpLuISGYqRxz6dEZEHF6zR2cOVZ/JMJcPRPlOiZbQubF0JKXCD4vsO2IVBRHP3HiAOCu6oTJZ3PCxZ439RcR96HzQy0MvRbViyOvLNF+rxZgk8PzJCM+e8BBc9t9W66ZgIe0KUS+JoKpmQ5ayZ9I7wU4tovokSYoCo/NMll7LYHXIw2YCmQdVFaaiw1DoZywHHewrJc6KvbNRmMkqE8C6CJRVYoGpGkb8+YB5NMQ8HkElHtDmQZYu9LK7mIczHgaJmghmdHAHmHhzRGkMt27JstxSSOW+YDbN5L1iTwhX5uvImYChuOf55QY0zOBFpdmAqVlpoFAU2Da7f9l7AHhTwJsACRPnYWl9ldeD+w2zTAobpgvTdBHR6eIH0uuo6hyOFMgCA2lQdpCwZ469u4ZN4RgwXBW6q8CqcADpCCp8xsL0aQhX0+HqRKXbqDk8eBQYEmHscbPB15IO23JIQZOAGB6F0lSOFtk7Y8imtpyQ8FrSDG6Iy/2y+BQVdkk6i69BEwKHJaH4YEKi2T1ILzZNBYZqyOCdi4dUYsPYl8PPH39z2zHlOmeKlJ97io2tRgu6apb8/5mPETef45l0IGdx2Ste77BzlP1+KbxxBrdKdDr7GQt5rfi9EtsYR2b5+4ahYJYbLVf65CQxncaYTNg/GEkPsWNa0sEaTTJJNVq1DHaVSSENtSoPPMT0ppgMuZEt+5wqdUO63Pg682uJEBUWsuyqKqveNtBoEx2tIA4okgdIPROZbyJgD8aE2HBAtzVoZpkZEadswMFTCMc1sHF1Cd3NBibzKaazqRz2eOii+NBsEmmpIY64VHk95pNMHqKSBE/YdQ5ZWjWHVisF8tBjN52GRq0ibv3ITxF5qQwyM53uJwONWh31ahW2GcMmmtZNoFZijCcJDp+nGJ5nsG32hStwLFcW99SGSccjheIysbzUdWRxkEzRnIdPLzYw84laH+Hg8QhujYh7E9VqgYodouYm2FhpYX21CQbiJ6BbOsPRcYrzo6QUgF9E2Llax/aVOnS7QJRHQjkYXoQY9CLEc8ji7719pYbtqyvY3ruO5bV1nB4/lKXFEWzBbaqIiJM0HVy5voEr1zZw/8EBfvHJYwTJBBtXdDSXdEwnKqZjupbZ2xYJ7lEpLOSxIZ97YkDlhVdyzEepdNGHgQKj6kAnrj6NYabs9U0AKxXH+LVmG5v1Oi40D+eqj4vTEoFJ3L4iPe2AWsuhVgts3WjJYsL45GCKi6M5komCdKJifcPC2oaF117v4I13VlBf0nF4fo6j0x5OHwY4exjgBz+4g3/+L98TofzP/vxX+Mv//QEczYaj27h5y8Trb5lY29FQbfH+kGNw4KN/GKBJRM1yE1996eMXfzfEo/seNpZc6cb7w++v4o++v4al5S4yYwlfPpvjv/sf/gF/9r/+Rg7LuWaIANxqKzAoVJatEKj7OepMEH/rOr73e69jeXMJUaHgtD/HX//NPfz1z+9haZUpNhvLPIB0mUq2oKUmtMzAwdMzvHp2ClU30FhqyGdyMJ5iRGR7pki3J9PfnY6K9pKOlY3y69SXqqh3anh0f4DPf3mGZ1/5ON5XBRur1BSgpqCqaajQlc70BjtJ6TrcrIoo2myqsrcgfns680VIzfIm0tTFcDCQtd4ysLfi4up2G2++uYOrV5fx8OELPHzwAg+feHjwNEaoWGhvt1FfrUNzdWgOnc/l952xlzCZIycigDfNLEe9kqFRydCtqVitGWhVKFwV0gUeLQ6iYgQpbMH1J7NAumqkPz7inqzss5l6MU6ZHvci1DrEajvyM9L8xsMaUXUVx0C9qaPeNNAbE1WXYCKHNgWzWYYJe+aHCWJPReKr2Nyr4erNBlpdB6bL7ikFo0Ef434fayt17G61EQYxnvA9OxphFmqYh0y7Z4j8DO1lC6tbDppdE9NJLLUCZ4cxzg4iNKs17G514Vg6+udDTKcTrO+qWNtTEYQaxlNiSS3oRQ0GaKxjwlHFycsxXj7h9zBHSux6zcD7393FB9/dQ6oOkWlDhFmIME0xmSc4Po5wfBRBt3VodpkopEDGz4Flls/L8QDSb8z7ORPOTP0zycNBGpOkkkB2SL/h/dNGi2YSwxISB2sc9l/Msb8/F0eu3WTPk4ub12/hxo1bePzFPp7cewnHnWNrJ8XSCp8hjjjYnx/N8OKQtItCBGDeYkKvQDArMO0D0wFrLig8K6iy7qJCZ7ED19mD4+xhMPBlpcoY93724GsJ5d1/v4GL5xEunodoNrvYu7qL9nJbDGt8fMzGOWaTDGtrKXZ2M2xvx1hfj7HUDfDsSQ/PnvQRBDaStC6HBRoU6VgnecVQNLx4DDx/TIlRhdVSUekoWLuiyXt38DSUNThnethBljiChxMEfmcki4ntZluTX7NdA6ZpYtQzMOqZOD0ocPyyQOBx38fhVQHdmUJzpoIpay0BUeBg0q/BmxnSWcq1vAp01/j6GRic2PCnhPd40I0AVXZaVbmH0REH/DyWghaNjf7MhT+vQIEDTWM6LYHbGMNwZgu0YIhw5iCcE6dsL1B6OXLzFLlxhnaX7w8JPTbmIwfziQNv4kjqk4MfCifywhcUf4l4LleSsKuUaNpynyZ4WA5mjQB7eyPs7Q3RbhdodQqcXaR49DTGcKKi3WmgvdSQZC3XeKij1+fZjUkPilfc1DFZzIEihV+Kugv8M5NahgfN8OBWKcBT4AcmoxjejJQXU4ZiO9sT7GxNsbVTYGNPg6JlMnz57NMBXnvrJm6+dRNhUOD4YITTVwHOX2oYnwHdnTmWd+Ywmj7Umi9kpnTuIpy4OD/QcH6oYWVlCdt7K2h3LDguB6ERnj2cy6qQBOTYgsTm6yVDVZpxODAuoYPysyAtBeD1a2dY2jzH/GKG2fkM79+5iR++/7YMZB8+f4n7T/dxHkSyllZqWN9qIpjpeHY/QTRT8b0fd/C9H7Vx/9MI9z+lMUXFZMSzmwbVorGBnxYXBVPUsl0mqaCAWujS3T4bzzAdz3H7zSbe/U4Xna4l5zCmOJ48HOHpo5GkoMu9NYfL5f47lyQqxTOmQ/WFALwAAS/wziK6yqGPwk4pepQiy2/7gQXtuhBdLtNxIq4s+nRF/hEhhIYA7kJJGeAgkufMy+oZpuYUIUeQzCbP03UbcZRi1AtkT3mJd/6nCOdvCsLfFKN/J8W8EBm5//0vQUCXAvRCXF4M4EvppvyzFIFL9LUk+6RLkUZJyl38+S8TVjTv8nzrIQ48Mfxx6Mp/r2kl+YaGFzFBUjgRTbVMGlNIlZ5fJn8lXalBIxre5GeskOEvhUPpI8spmnIwVSYAmdqi+TaMw5IOtaBGcX6g5Lz3E3tZpoKJR464nyRNTT7PFOOYGlNQsVVULA2tRk1St5yd+IEvZ03TsWSRrhREoZhPyjQuK5siWaVof3ktldecULkk6Vy+lg+/uPj6WbKxU5M5B/tI2RvMMztpIHx9xcDCdCJFMJPVLh10u0uL35PzHEPM8ERBE2FbM0w4FCzcCsI4xtHxMS76PbQbNVmrnYak/PQiw7h3jnH/ApPhGOPhWLp5m/WmpAM7rRqatQosxYalWEAwAYIxXvWmeNqbS7K30yDK0sHKCvHUHWQRKW8joZt5NFhnOcaBikmgQLUtGEIhc9Gp19GoVEuBkaIWBQ/RfEqjAVWRmJ2OxHxzmCn3pLJLSc0TSY9TaFpoTII+ZzKRRg/OyVhuyB7gMCvgx5mIvkyYkXbHCrR5qmOWGWJ6nHs+iJIWqVLSrSRJLbqked0wmS5dvhRJFx3cck8oOzf5aZfuX3FGCM+YSmDZr7uYD1ymetkUVVJ3SVgru1pZM8LrOEWMVElKAUzEsfKavPR58K+CvBVc9KX4uvgrv6YIb2XlUxmo/C1V4Jvp3m/eH+Sz/A1M9O+g4EXkLROUYmoS3PBCAF8kgC9xvZfI9kscdfnGXFYwMJwiZZPyrHZ1FRY/hOEUSjBBPL1AMrmAxXSwkaNq5qgsKHysMiFWngF/EskqhoqmooKNdCRP9CcBYlVDSvHeNtGsOmhUHXCnwUXR1meNGsVfopkpaoKiEMMylizOEGnsoAhcEt0YGLFgWrYYvstkIVOhJUmOs0KaPMXoz3lAUWCiFJhRdL3sXKfomGYwSdVj9YikQstuYc4Luaf+umtZjD1lzYCf5/D5e2al2MvXW1K9iwSwpGqlt5naKJ9zZQJYEsOS0C3Jc7yHsFrKtmm2ocGa/Zw0jBjY3lzH1b1tXNndkM93s16BRpFdet5jWZLoZxqdc11WW7DW42uGxkLOJ5WNr/vCmMN7FJO9pYgulpff+WfK7ilFYKWkIxFTf+ko4s9Sasvl50qu80XyvTQhlL20YswQoCUNxGVSl68JhWLuZziPEoQ6OF9lqIBUitL0c8lG5zUqqfmcRl4Pnj9BzCEmr/M0R+j5sqKANJxARGxB7C/6jS/vw0J5Msq0M8/Rhl2BYVeReAFiL4A3mWE6mmI0muLg/ByvLi5wMJzj1ciTLlyPz6ASJSAGC0UQAOVMMZMf/+vd2CU2APVmDc12XWgQjQZNkhoGvQv0Ly4EN87xI9Pz7K7n53o2j2T94Zsd/MEbS7jGeZJrSIo+juZIYp+AMOiFAh02WF/B+T7R6KlSwHRd6aMt4hB55IuYpFUrUBzSicp5W+r7SHwfRcJKn1KoFzMC91Y5KYGsSmSowhOzW5LTeGFipiiYQ8FMMzDTTUxyYBxnkow+G45wNhhJTUNJXmR1NO9nrFLwZKmcWdrsRaYATKoMDaemLM5aaTZlDWbVUuHqBRwlhgnOlHyEgYeCnwnOLvUaNLWJPK/i8f4hHu0fyhloY9vA2oqNtZaLumlifBFhdB4j0zJkWiqd2kHGe3a6qDfizk+DUTA0l2H/kJ9hBVu7FemcZdeobYbQEwV6rEitFNHRJDRND3NMDwqcznIc+wWmbBDKeU2r6Fo6uraGJ2cxnpxFCDiLqBnYWKnh3333Jv7dd27ir//iS/zVX3yJl16AcUNHdcXAO3sGbq1qmB5GmB6EOMsznKo5ziNgNAdmoYrre3Vc32tgl0nnjor5MMD9+2Oc9UOs36lh43YNywjQRQCb96JcwWys4Fe/zvGrXxfIlqqy6k0Fy40UWRjh6dMZDl75cCsMRVkSWkuVHE5dRZPU22UNFS1GRY9hGjlMvcBkXODgVSEVWvM5pBbwo4/r+OjjBlw9h9cPMR1GOD2PcHYWwssMWXMGF5JCqpTefa+CN+/YaHgRGvMIw16I8/MI+6cZXpwreNFXYLQKWTc2unh9aw3hXMO9BzO86qWwdxqwdptYSWOscLDsDxHMLqBocyxf19G9ruF6zcL1uo1iGGP0ysdsliKuWEhsHeDseJrhaJ7hxTzD0oqFd29V8dbVCvrP5+g9m2M2sTDzKkh5Zm0UUKs5ci2S9ewF8Ox5AZ/PxmYi6OyWY6LlGDjrc7ZX7m1Zn8STWhAWoB+RqHXqLww8cv8qTTBy5GHQjB9TBe+/V8f3P2ritm5g42mK6FmCP33p409fBrh6x8SVOwYqvPeOIfTE/WGAfWqGsYyjobJ6hvWNloaalcPhfJNI8CDD5pqNqzsVtG0FOkMB8wSHJzEOThK8cauN777XRSUrcH5/gMPnUzya57IMzoBaCqqGigZnHgDmRQavSKE3DehNHTf2KnjvVg17dQNGP0XRz/DgosDDixzvv7+Kn/xwE1trdeQpSRUqgoMI/kGIp1/t48H9p3hwPsGDUMG4YuDtj5t456MGNvUQG3qIJUMVUkg+V/HgsxgPP41wb5bg3izFXMuhuJDQyr/613fx+z/cxfTel5h+8RWm8xTTSMPpSMHxhYITUshWbThrNh4/8nDvV1P0LzjjVlG0uwZ++Mdd/OCPuzh85eHoYC7dtbN5IMJko2Gh0bQwvMgxusgxoSA7ScRRceWGgu09TXpZ6Iing2s4DcXFFcbszl0MJuWBR8ddKog7OoOqNVfEFqaVzvtjnA8mCLmhYFdGochggX22FH7l0JOQ41vAsVSsLutY7rL/sYlGsyW/59nAw8UwwFAwjYk42WydqBTegCk08hBHBAqHCnw42Iue30DSlCFFqIzb+/IQyecHBZA603JNVxIiUz+AH0Vw644g/kIfmM84XC0PejxoVio5XLfswCjxrkT5xLIJUKWbUhd3eGepKp1LQaCIgy/XRsjVsQyASiQtD3vlkZaHLYril7idkP3GIzqomIxQBHvLrg66WCgg87VTFR2WY8tQjZskmRcQf6OmcOh0qfGAomI6SmVd4kiY0GBXscXEnSCuMsE+ezMmb01JkYoIlxCjkWBwxrRgAqVSiGNEtXhKKjuPqsQpuXTSh7Lowm02a/I98TXnIgqbr41s5LmLZ2DBU1H4QKIEiInoqjJxTTxy6TwXKLb0WLmSvBGUM5EgegLdBbrrdSyv1zHl5mIWIZjmCCcFlFQru6lbLlYXLuUw9NDvn+H0eIAXT+c4fOmXeCVVgVnRpFuYwzTK2EpGAY5J0bKDjK8ZrylLUNxEEJV9KXR4lV1uhWx6+ToSNcSDvCQwuP2Tg7SQxSU9THFTtcQYLNhRt8rBfS5pwOkwhJGxM0WVjk6XnUCmisygKzeV4Tu5+oJY4jUuGxIeCHlQLB03FKuzsBwkaI4K3VZhuzRjKIJTpGmD/49p07FW4o8Nkw69suNKBGA/h1rQLVqFwbQnjSJhjJQplpw9vToqDQtVIqyrVdSqldLNFgZyHZV9iky4lJ1aUVQudivzmpfX3NZhWDrSsEwaE7NMHIfCG55WiKjc7Xax1F3C2Vkf52d9EbXdig23asNcYE+HwxGGo3GZrqeTXzGgxBaUhMYLH1nmo9u1sLbmyPs7H1OYiOGHOfywgB1tDSgAACAASURBVCODURNRXOD8PMZowM2DhjxUoVeYeM/RXrHQXaH4qWM2mWM2naNq12QldD6NU0lMF9IlRnQqhWyiRKbSv8t7yu6NJazvNIQQwOSyF8aSXCMSs9nWxXzgjxL4Y2KlNVky0KmUWK/RaYjxSYjGho7muiaImuEF3xeK83VU2IFjcCisYObNpf+XnzeaQ9grubauYG2DkeMUiZ5gMEhx+JyDF5pgFDHBxOwU9VXpL1/qmqjUFPQHc/SHc3FHEeHe6ZpY2eR7byEuHASxgaPnUxy+mCKL6YrP4Vg52q0My0vA9etruHFtFZMsxpnv4+gixMt9YkZjhMchgpMIb727gzff3UGuJhhORugNRuid++if+4i9ApGfY2Wthms3O9i9tobNrT10V1Yw7D/GsP8E094EswsfPpP/qYbCsPHhd+/gWx/dwdPn+/js8/uY+gM0uxTpgfNTrqJE4dRyOLYL26gij00cPJ/j4JknnbTVOt+HDKOTVLDydNgS8awrKXQlgVPJBdm7XKvgdnMdW9Ul/GZ8Lms+ixET2+4pZbqXkyUjk57S7Vs1bN2uSeL8/GSO/mmAbApkUwV332rj7lstrG1X0V6xEcQJvvjyAk8eUSFKgEmKH/34Dfzzf/kB4gz42f/4Gf7TX32Jq7tNXN1t4bVbJl67w3s70wxThKGPeU/BvA9olSZ0txSAf/XJSDAw79/t4IO7Hbz15jreemtd0lQ0Enz5oIef/c9f4M//8gkje+Qzodoi3pf3rhyxJJoyvLVh4+0NCzdfexs3bn2IzCzw4uJLvDh7jv1XI1kctDExwucY3YFEkvNeLcv3ZK1tNnHj9Q04NRMvj85weNITjDHT+qR0LHUKbG6buPteA9fv1DANY0zDCPd+EeBX/6ePs5fETZWI/rySIXczVNilRbe7ZZSEDZsmK4jYurFUx0a3Ib3ep2cj6RrnptibEcNN14GHD95dxfc/2sbWTgVGNUGqRvjklxf45JfniDINKocHtiHOT/ahi2OZTvCMbmMDcRgjCsrEb1swygV2NnTsbBIprMLhcMjidcbngIGQ+yF6q4wuLGMFeazCHw8QjMdQZJORw1YNOJqJ6dzDq7NT9GeTMpVes6GrNjTFKc1DJEFYmgyfiXF8vD/Fk5dTxJoCp2UxPogw5H1Ek+s+j4gedtCm+GsTSUeTWYzp+AKzSQ9baw1c3e1iMkrw2aenePhwCD9S4MdlHwz3VKvbDrauVbG8acEPSppC7zhG/ySBYzhYbjXkIDnojTCdzrCxR6Q7hwNAr6/Am6pIZjTWGJKEYlKU9QsUvmP5eixoz9FZqWNphddBCzdebyHXPIzmA/RHI5yepDg7SRFmOYKUAzSmbVl7UKLSOBeNAgNxwGshkf5XVeVgraS8SCrR5YCw7HMmccOfpPCnTJET555jPMkwGedQifhulg7bnZ2r2N25itHpCKOzEVR1DLc6RrWRotGpwK7YePpqhqcvZzKX5f2eg6VwnsOf5pj0gUkPYrLorNChDFRqKJHixRoUrEuimgvODE/+w+Ovh/Yf/DfXcfZshvNnMzQbLWxf3UK720ahMT+hwZ8X0m9br/pot+a4fj3D629ouHET+PxXJ/j8s1OkWQ2ascTZKBR9ggK+HEqjuYajfQfH+y70iorWFlBfKdBcjdFcSXC2n+N0P5fe08nARJZYQuqg6aDaHqDaHqLWzOX5wqSk61ZgWlWcvtRw8koV5DZdqknEwWBZG5HgDAlOsXvDwe51F3Hg4uLYxajP7ttA1sauJmIlBd7BqQZvyv2YJyST8vcjlcZE6ltixgCTPkWOcN5EMG8CRQWq6gom266NYDiTEhvLwczURTAj0o25KtaFJIDdg2JfoLOsC6kkiUxM+iZmYwfBzEXkOVIpIoM4EeLK5zfTGnxuRhG7l/1FUonJQJ5FAsFkX9mb4creFM1WjlarwPkgwZMXMYZjdt+WvXXhpIFo0hARfErDRnKZXuQgkuIeDY26YK/zrKS/cI9qOjFMhwmKkujDNATPMoFHMhGHwDp2t6fY2Z5hdSPB0jqJNSnu3/Nx/wsfuze3sfPajogPNCj2TiK8fJDg7FWC1d0Ma3s8QE+h1idlR5xnIZrYOD+wcH5ootNpY31jSfYNdZKDigRPv5rh6VdzuI4rpBgRGSTlyXd/MawXEZh7bwr4JtxaiPVrJ+huniMaMN3n49t37+LH3/5AhK5f3vsSn9z7EjMVmCtAZ7mBtdUmJkMNX/0qhDcGfvSHHVlPvojw5H6Mo30Fp8dMhGtw6jqcBmuG2OvJDwH1k0VXIhPCiQJ/PoU3n+KD7y7jBz/dgF0Fjg6HeLU/wvmxhosTDVlK4WPRxVnSgKUOoEyllv2a0mkrmGUmBxfnhkXHrQgqv4OA/m1UVuS6hUgsr83XtMoS6EojW6m48DW8lLD4a4vkkQx4eX4BIj6HkwxbezVsXanBm0Y4fjnFbMzKFabZebb53f7fUgQqz2aXCOhvIqs56OVUvJyX/5cLwN/sXqQYKlPYxaBaXkPB114KwWVTYSlJlem/Mvn125QVXweeA7knyrMQdB8XBWtvOHSPftu7u+gCJWaLIglFYNMwRbzQDVsSVkx8RTT9xmVaj28GhR+a3jmc5uCcz1Bf9vq+pO1InKI51+LXUHQUTAITD+x7mPu8NywoWvI6KyI0sG6KlTMVx0KFZglNFVGGtxinSiIP8eczzL251BbRCFqpOF+nKC+FCRHUiIKjiElsNR948toBX/36twLwtTud0ogjiG++mmW3K1Ov8loQUSuhYxpXG2g26nJ/IgmNiVoK0FxNu1yWyUSkKeSWGQfmvg+TW2GtwFKj7PvkP4ezKfz5BDN2UE5okuIewBETN03+TLfWjArqegWuSWRkjvOxh4PeHKdDT0zWFPSv72zj+u6WJO+m07mYScMCIgCf9HycXLBOhfQnF47roOESMcudWGkv4L6IWCYOGvkecf8xHoww6Y+gstuYYnhBClQAlVQRYmW5qVwgnEshuBQnpWee3aeLJW3OShl6YEUa/11WsM7HxCxgZ3AkaNxJmGBCzCUF4iQvBWR2sRKJLsaH8tlCoYGGbyEUSPq3NAeWxD1m8Bb0r8tk40LI5c9JAYsmBwplIu5JQIf3Jf4oEbIi/rp2SC6SxR+XVHcxpogAXBo1yh+//P7KuiLO38pn0Df/uLynfPO+8c37zDeF328mhxeM3YWevABgL8Tfsvecv3+JsObnvsRRl3SA8l5Z/v3XwRHig9USh8wEukokbzgTHDTx0KylcdQQturDVnwo6QRKMoWp0Uidy7B4yTBRUzX0Rz76REDTq038s22h266j06jChQpXUeW8z/c34nfBISXNIgwVcGZHBL2mI4o5l6DZnfjfQsRUTafZmilfBkb4uaUyV84vHcuGy+El0cJphiDPMUSBMYVGqZ0voH2d9FYkkU+iIDuNuZh4J7pesP/ybOFMyBQxdRwGGEe+9L2Ws7iSMEARWOaFErIpKY+laFqKAnP21/o0vRSIYp61SO/iPM7F2soK1pZXJSDQqrfRbbXQaTbEYMnQD70vUTBD5M/FlMPKbW4NSoMPkGs1FGpNvs9LMfrymcjUPMkDhXTs8p5NghKFQJqC+N3li/oAfs8Gc8XIVQsGzSDEsNHEwRQpnxy8bkunQSnXLj7TC0+4vBYlYluTjnKFxL+UCdeyNqt8TpWfA5ooOBsj0plfSDqWxdxUJoF5P+W9dTaj8aUngqCIHDLLUuX6DElFmEwk2SphFZWVGCStVeX7KHu6WS/A2TTJgnVY1TqODo9xfHSMXn+A4XCC8dzDKAwxCiP0AyKfI8xIIqAhhfN3XlpiUGIFXVldwT9L93qZjqY5jWaEZquG9lIT9UZF0N18n0b9vhiGiYU1NAX1agXNRgO2aQn5JQpi3NnQcGddw2ubLdzcXkbb1hEOLhCOBnzzUcQBbN2GbVSgGQ4KzULBPmM++xiIodCZhlI/pVeq0Fi5IhV3BaLpDPFkyjcD+uVrzfmouUjJqJpQnPi9JF6EbBIjnsUYcJYWUWxx4BkuPN1CqJnwVQOzJJXXCAarvXQkeSqdoHN/juF4jNF4gko9QbWeSP8xgy8qLwiF83NTEMlBlKFi2Wiz/5gd8mkMhQhoz4PnzaFaNnT21mou8oyBIBOvTs7w8vQMu1dd3H69geWOCQEQBqwL8mRV2iRWcgyfIWa6RStQrZiokLYXFtJZS5rQiwMmyFXsXXWxvW2jYgZwjRAWm5MSCsAqql0VTlPF5LDA5BA4GqU4nKYYsQ6O17OiYs02sWqZeHgY4tFhCK1pYvlqBVd26viT6+v4kxtr+I//8Sn+t//0FE8nAXo2v66Jb92o4O6Whcmxh/HxHH2StpQCvQgYzgAvVvHO3S7evdvFchVomSmmQw9Pno7QHwfYuFnH5o06qomHWurBJZ3UtBDMVPz6sxCffxphUnMxrjlYYdfrrkGmAl48GOHg2RSxpMn5XGdqnK+ZgtZySVuqKDkqvDdw7qxmGE1yHBwWuOgJPkl20d96v4FvvVeHnseYnM0wGwaYsK5ylsNLdcGKX0wKnPRT1FomfvDDNr79fg3m2RjG2Rj9YYyzUYaTEXA2U3E+U6G4FPYy7C53cWNlDeMx8On9PvZ7CZZe30H3zg4a8wnq8zHUYIA07MG0fGzdsmRt6Ao2NBVxP8bgVQDPL1A0beQVC9EgRdxPcRalOE4SLC+beOdaBW9suzh9NsfJszn6YxODuYOQhtRqGSwibtx0Yxy8gojgM54RDCbKgdW2gdWOgTjm9elgFrBf1pMed54lGEybDnNMRzQA8c5RklAtBt2chQ1HUXH3ro333ndw2zCwd6Age5Xjv3/q4U+feVi5omLlqibGkDYMKImC570AL/oBlIS6Dp+VDCZyj2mi5dIcCZwMApwMfWxsVnD9Wg2dqgKTKUA/wONnGR4/z/DunS5++O11VIscR/fPcPBshKdehqfzFKjqKKoa6jrQIRkIOQayCnRWHAmwrDY0rNEowWfhOIMRAMtXVrB8dQUrq9SZbNRoyI4KKJMUh58NcPDZEPf6Y3w+GeMsTZAYCoyahu3rOnauG7i1bOBW10ArV2D7JJdm+PR+gM/uh3g0UfFooqGyqmL3loY331jGj959Cx9c38PhLz/F4Se/xNk8w0VioOcpQmebhQo2ry1j8+oyvrg/wD/8wzFOTz15JhTdVQt/9G828Uf/9SYODwY4PBji4sLDoM+HU/Y1jksSUFN2oWXoX5Sp2lt3gWuvqahWmrLO+zMcng4w9emH5IeEqUNDUp3cSKlpgqprYqnDUuzqAk2h4aTXx2mvh0mQwE+BIFZkEMHhOt0XpsGSGp7LFEGsrK3qWF0m9rWLVquLSRCgN5ng6HyKw1MPR2c+HJ2OFgu2VcCx+XOwe5OHLANJaAnK7fRggtNXTN2VPGzVoChGrDRd+mVSVKcLuGBPXAG3YcCpG9CsCjTLxWyiYDJk4paoLg6+iXuKZZHjT0GcD0VJr+rEjZVI4eW1JpbXWshz9k4qiFjcZ4wAcygPWz640kSRbimeGNn/SmRGHKaSmvWGqix2ZDGpyEUnsSBBEnYKl8KxthAC2b3LQxtR0XEaQCdKm8g9ioGZBTXlZieHLrjsciB02dXL7VzIProwR6XCYQ37jemCSSRhOThPZCnsNG1RWOTGg8g7AzUmtKsuoshDGHvSW1Kv1WDyQRqkgt72mcAVtGeJVk14AcwUFL4CmAVgFHAagNui1lC6lvkaRcTxcYjHzVUSS/rWZCq8bWJtu47VrTpOjsc4PR7DH6XIZ/QXEt1Yx+ZGHTfv7OLGnT3k8DAYHeLl8zN8/ncDPPh8LM4/pp2dto5Kh2I2v58cKVHl00SS4pc9bqalSW8x3Z/lpo3OtULQnJfdvIu5TTnI0jjJpxBbYgDLNABRCPkCq8vurbIPmQLwbBRhxk5qiqGRApPdj7yuK4akbih40xlKhBm/T35dvteXyCSe54kUjD0K5ezMYFJPg8mEmavJQH02j2XpZpk4o6BddniYIiiGAZ3yTBnTDU+scAOGYmLcn8niMJ2rvWyjveKis1yBY5eLvVoURmd0G05m4o4v3cplXzeNCjxMcOgkJBwRyHkALQdXxIsRbyQHRhWSEn/t9jZeu72DF8+P8fz5sSSt9YXLvLPUlJ7HwegCg+GFYD5lOAEdjl6HCQfz8Qzz0RRbW+wcrYNd0RRkeB0OhqUIajoqKnV2GACnpykGvQLpXJeluim0SoqlNRurG0SKmhgP5xgN5+iIM70uHXXS8+qXiWV2DTLtRLTe6dEIr573ZaO/vdeQ5CE3kEwvT/xYcGDsg+ZwlImwWS/AvOfDGxmyiGCtL9FRrGJ46GN4GGB5z8Dyri4I57PDAPMJr5U6bLOGVttAq21iNJzg/HQIbx4hZzJZU3HjdRM3XzeRGwQC5uhdZIKApgDc6eqyRr1EVrttY32rIj2Y/cEU/cEMEckBHrC8ashgvrPmQjEryBUHJ0c+To88zPoRvGEoHVydVo6Vroa33t7GW2/vYJgEOJyM8erEw/7zCKcHIZJeiKQf4tsf3cF3Pr4DPwpwcHSCV4dnGPYCjPrB4l6YYnO7jVt317Gzt4p2q4tGvY44OpB19GKAl09GGPTYScxLy8JP/vg9/P4fvYuTiwM8ePIlxl4PupWIUefVfoaDlxmWuio6XVImaqi6DRSxhS//cYivPh+gs2KK8B8Tzypdz/zcch9MJHYqZoXlJR1rKwbWajXs2KvoaC38X4cH+NvDQ6EhsLuNnWXx3EDiU5wsu4jWX7Ox8Zolm/bxKMB0FEMJFCi+gve/s4b3v7MKp6bBT2McHXn41S+GeHhvjK22ge2Wjg+/cwMf/+AOvDDHn/2HX+P/+M+P8e1vr+PDb6/jyhUVOzscJE5xfnEu6fssrCALq5gEDqaBg+dPAjx9MJX75R/8YB0//eE61na2ZLHPuX94iC/uHeIv/vIl/ubvmM61oBi2oPErHcCwedCM4To5fvJ+Gz99v42l5TdRa76Hk8kQv3z8l3h49GvECRNSNtTCgZo7mPQS9E8oIgQYDWi2iIS2YDsFXru7KsnOZtfCy+MTvDq+kI7i/hnNBAVWV4Ar1yx863st3Hmniv3jEfaPRrj/ixxf/GcFs76OepX4PxWJkyCxY1iqBlvRYDF1yEQru5kjYpci7Ha72Ol2xRz2cn+Ak6MZBhe8D2dYqRWyfv/Hu/iv/uQG2qsaXly8wpOTY/zdJz7+/hMPSytV7F1rSIq0xEqG8LivCROALnW6i0OmhJikzLCzrWB7h05XC9evWLBJNiXNgSmCGgVCB2GoIIg48F2HpW8jSzRMh+fwxj0YaQ4zzVA1LNQtB3N/hoPeMc4nQ+TsW2KiwWmg4jbQqrtoEV1vqOj1xtIF+OWTEe4/HUGv61i5WkO1W0WmOchUuqpNEYGF98XhZMZ0SoAwpvt8gDAYYG+rhZtXV2Vf+Pd/e4b7X4wQRGUNgFQ35DlWd2xs36jIX2MiqdIEo/NUlpYbqFiuJJ5YI8AU0/q2Kkn18TTH+UWKSb/A9Iwb4UVdpk7xn7URVRkC8cDMmoSIaN8Y+N7v38T3f/wazEqASXCK4aSHi7MEPZrVJiEG0wiWTWw5e9sW4ggrJujMLizoBus4fEnIRQEHIHyP6tjeYX2HLpjU89MQL56NcXLoCYkgYl0iba0wYNVzOM0M1baBpfYaOu112IoKi4aseIggPIZu+VjZqElC+/HzmSzOUmweRnMFkc/7aoHZQJVVqeWCN6636cjmHs1EFLRlsfd1NlGhNaZ4+r98QwD+92+i92KCixcT1OtVbO6toNFpIVNMWUz7can5CFrRw+3bOT76vov3PzTx6T+c49N/OIOiteHWVwE9Q5ifwAvHGJ7qGJ7p6J020DtporakYu1mhuZ6AqvqyRqe6Bgeaxhf6Bj3dRSpgdYS9+waKs0h3OZQfiaK2ZUaRYIGTKOBl4+B/Uclciv0KYQRV1sTISvKj2Rdv+Pi+usuIt/B6YGL/pmGfi9G/yLC9lUVW1dpPigw7lPgpkARIC9YJ0EceYY8tJHOHbnmoIUlDny+JCtLeS06UM0YVnUMszKDYRA7n8CfVOCPK0hjopqJ0Q6hOgOobh9Lqwa6K4YI1pO+hdnQQjCvfC0AczAvG5hCFcHIodhg02xByoC3EGZprIzhBx403cOVKx6u7PkiADebOXrDBM9exuiPSTaqSMdYOGohGrcQR3xu0Ka4OLdwaip9h0wFETXN14SpMaZLSFbJ4FRJZOKMk2QCFYGnCv6X54ckUrG9M8P2zhztLtHpkSRa9p8rsjrrbbTXO7AdSwwUk36KR5/PcPDYx9quhfVdE0Z7BK3RE/E8C0xEMwvnB0wBs1+aXdwNdMVEV0h/7uP7czz5cgbHrsG1arKPFRGNE1YZjPLnKYM+ecbnpg6nGmD96imWN8+Rj0MUkxAfv/U2fvLRd6UP9ee/+BQ//+QzZFUTedVAp9PESqeNwZmKX3/iYTIo8JN/1sZP/1kHB88jHD6Psf9UwYvH7E7XUV+yUO9aYtQNgjLpRAQuRbhEPDx8pjI5GuDD73Xxwz/cQFaE+OI3h7j3+TGCWRfhbElef2lFpHjM/YJGQZ1iG02jZf/uJa6Zp7fLJO9l+k3Sn/+kA/hSeP0dQeRrRaYUYJgB5Aal7MUtBWAJA15KW5KAL2lbFOOkSqjIcPVmE9dea2HU9/Hkfl/2XUSOSprqd6Wb36nz5XvGwfOlkFMGkRdJe0kFLuTbS8VokaoqtajL1PLljH0xbF90k34tAklncSl0lwjahQAsZoFLC3cppsuvyM/7jYRVWcAor4Nm6HLWY60JzRhZShE4QJr4SOIZ0sSDQXKZRqGAVDE+DxIZulO8pYnSsZmutaET6c+EFhNHcVT2tdIgbFtSS0V0ZoJM9vkzf45ZMBeRhuZx13bQqNWk3z7zczkHj2dTWWIiprAi7+diMUlBI5MQrSislRUQ/Hncmis1JyQKcdm2jjq7GeuuJG+5pO+XD0sJhVL855k1LH9tIQh++fn51+/0rbeXJWnFcxZTkrxP8b9PBQNLNPJCUEcu6S4iSSkAl0bgqoiqFIDbroOOww71ErP6NXpYYY+2jyT00axYaNdc6ePLkwhZwhokUroYSiiThRSowvkMRRSjaVbRMqvoNE10mhbmQYLBJEJ/7MELJvCCMW7ubOPG9rYI9QEHk9zPqJoY614cDPD8VV+qwawqq7ssVCmikbq2QI+rtg3NdaFbpJRZ0os9OO9jcNGDVa3ArlLSS1CkvgjAvCb4nkqXKEUYMQCWacASQcrP/0IYJdaZe2mKaCJUyi4CJizM4wyTKMbAj3AxD9EjLprY6JhDZsBPFRGBE0lWLnDfImCWi6IY08c8c3MmQ3FYRCYKgJfJ2ksDhxjaS7ztJQWNPz9DExpN8QUTzkmJeee9+fJmfNn3K/fqEj0upk7icctJyUIALvtXy6/NJH55L7q83uTOcJnuX4izpXD7T245Cyqv/H+X//83YsgLoNnv9rhStlpQFOTetLDEXBpXuBUof40/ly5LUtyCwU6hZCmMIoRehDDzOYxsJEuLB7IsNYCrp6gbBZZNE01NQ280R2/kiQBLjhpNe2tEGrebcCnWKST2hBixoo0/t2ML9lWKKZiWNDg3VGX+EUQxgjAuu6T5zTJJrpEgkiGMYjHYU9ylOFixbfkMSjcy0eVZjkGeY0RBl/e9nB3DiuCfLbWsk2OvMGeMFPtpUCVumu+hdKELhdAWxHV/PsXAm4iptTQsqYtrpuwqlk5g6ZsuRVMigjnfmfsUgDl/LDtQK1UD3WVDasSu7V7Btd2r2Fxdw+bKGqqWA51fmzSFgP2xPmbTMWbTkTw/SRDkbPOyu16xl6BaSyKKyz13UVXAv6dxmYszwjQOkUYB0pAEpkg6lfldUkxlkKNQLGSsRtAYJChFYIq/ZSip/FnKz+fCWCAUBT6K2O9bdmbL546fIVuVxbNO2ate3iP5GlGo5X9HEy5TwJfPovIZXZqpuEfj52Q2HmLYO0MQzKEzRWrTiOpKuCZmEngyQxpGJaY7B1zWzxF1IzUFDH0kSPxIzLiGU4XuVPDo6TM8evYMJ/0++tMZZqRCMKWtaZgnGeYM95BEQDwz53I0mSwSzjTQ8BqS75kmCak2oPGwTIRTAF7qNiTgxbAGz2ce64Kmk5IaYepoNRpY6rTlGgWvszhGVZ+jqs9w+8oKPnjzGjZbFcRnZ4jPL5DMhkhmI+mqrvJZyz5gowbVrJddabaNVFeQMoHLz4/tiFFIsOBxjnA8Qcjag4zY8FKEJgWKs+qCZiaVJgWSnjJkXoD8YozkYoLzSYiLSYg5bHh6BYldQ+HWkFdqSGm+YAcMjV2WiXmSoD+doDeZojeeoD+ZoNkI0GqU5uQkJO6diWQDhapj5geyXMtBp9FGxbShxBmKKMV0OpWl8HPgVgHVkXNQnOg4H/RwMezh1p0G3vugi2ZVhz8IML4IcPhqhqOXMyxvaVjZZg82e9tpFqHo7qJRceCzCnGW4uQswf5RLCakK1dc7GxbaFgh6lYIOy9gp6ReqrCXdJhNDeMjBaMjBYe9BC8HEfphDo+fc1YBWpasR69CPH4ZoLlTwWsftvHatRo+rlXwvXoFf/43h/jznx/i8SjEuUax1cS3btZxd9vF5HyK8fkEE9Y+qsAoVjDxgSjT8eE7q/jw3VW45EwFvtB2Ts8n8KIY67s1qXMxwjmMwEPVMtGoVZEEOr74xRRf/GKCA9PCoWFjc8/Fu3eraDsFzh6PcPpsIonV0z5ry1SYSxoaywra3QJL3QJuCrjS5MCkeYb+OMOrowyDEYSiyvvX23fqePv1OpTQx+B4iPmIxpjy/jaNVUwTDUe9HPvHqQSjfvoHy/j42w0U+xcosyCyHwAAIABJREFUXpzjfJLheAYMI00EY49nGqa31Qyr9Q62Gsu4GKT4uy/P8WKYYved29h55zas4aksLe5DyYeoVCJcvVOR1Y5StOMMQS/G4DiCz4TskgvULIyPYoyOEkzVDFM7x1rXwJubDm6vWDh4Nser5zMcD3UcTy1MaW4lqKRSoNlN0VxKcHGi4OIEGE0LjP2yAnB3y8DutglLq8LWajgfhnhxwuvfL2ts0hyTXi7zZLFfagpslwZmBZWaKnsW0qeu3dRw+w0Nt2wDNy9MKMfAzx7O8aePPNQ2gNomsNGysFuvwFZ0PD318eyMe62SWEJzBVP1TNq3q6xa0HB4Nsfh2QxrWy72rtexzM5iBDDiAL/5Mse9+xk+eGMVf/DxJirIsH/vGPtP+9j3M7z0MiSWicQ0UNdzdLUYppphoBcY6sDWegVbGxW4RQ7NC6F4TGTn5Ifh935yTRbtvWPO2r0IlpdAGYZ48rdnePy3Z/hCAe5VdAQVFUtVYKle4tbb3Rxv7TRkOfMC0WGA/kmEv38e4u9fhDj2LBx5Fq7ereKj36vhvddXcKd6FdvaCh588gkefPJLHM4yHCUmRik/Q6nQXt5+aw/vvH0Fv/zHY/zVz5/h1eGkFIBbSyY++mkXH/10GeOJJ12qk3GIyTiRZOBlUajc9AWZYXKnIpixWiMUhwud+8RLjKc+esMJ/IiABm7ONDiWIzc5VcppE5iqCpf9BHTF2kQlG7gYDmV57LNLNWREbxJCQ1dkRrdWIn0PrmnAsRS4VoaKw1RES9ZoGuBiOMdp38dZn110/H/Y7UWuPZNcGepVHe2mC8c0MR0l0olJ/C+7vbgRZ0k4ReDFfhWWRZeqDSbnbS0vk8T1AoZbYDwDJsTzDYHZoHS80fVt8V6tckiRS9KLryFxmNWOIcjYTB5IRBhbgmbOiHbl4LAoUG2HqLVKN5hsQ4kLIVZbMaWjLEt1DIczDEdzaETQaVVJEDDByaQmD2Lsi6g4VVSr9VKk9WbirOVDnDjhQk1l2EXBUTpi+eEb68jGdBPmUA2mfHXB8ekmN/kU3ZjOZJK1EMxru+PKppAdakSFhV6Z5K10LNRWHRGuRIimK1F6RFLM2SM8Y+RcEzQNN9a/dWGXPzIvD16rkvZeIFUK3mHoPrQB06Voyk1RiaaJvQrieRUo6K+cwzAUWC6TG6agyynGsC+SQnMalq87N5WthlOuZg2tFsUxDc2lDIEf4IvP+3j8YAxFq0DVXeltdeol/iZPTKQx+5Rj+BToiOox2G1UpogcOoiqBqo1ioaROPsmk0DS9L5PVJgNVbFF6OYqE+Nl+ohYSfbkyoZWelFK52TM3t15hoj4tcXBTByG3MSw1H2B486KCHkefX1YlX6LiN1M7OYuX1civWluYDcvE8clio3ObzbgxGADDf97dn3xIErUN3Fecn5lijgB0pinFMKF+UqyDySWjXSn66K95KLesuFUbbl2JuMI41GIjAMCDgtCok24UWUin1+bh//SERyECbyADj5+ksqBFQcpvBYErWKVncb8k4Pv7d0VbO+u4vhwiKOjETyfaKRMXpPNrVVsbq5i5o0wm49E6BoO5kjCDDWXn2cT0/MQk/NQnG+3Xq+j3eH9htdVjN5FKYLqVg67yoGYAt9XMZspGJ3lGJ8VsKrs9OV1Y6LJPou6AW9O9Esqh3ui0lSiHtmvGaoiHnGYT6QelzdPMBoFciBwauW9g4hoHvjG0wjDUShJ6LUNonQc6f6NgxRn+wHO9onmB9wGBz0GzMKGCRtmLYRZj+SzxmH4fJwjDUwUiYFmx0KzY4uRw5uxMztBOA+QpxGu3TZw7bYOvWIgNwwx97z40heRrbtaQ3elJtd74NHYksO2C5gWDQt0/GdCABiepZLs2th1sLReQaVTg1VzMRpFGA5jhJNMVuLFSL2ZOObe/3BLVqDGGMRzXIwjnJ9mGJzHiAYTxP0p7rxxHXfeuIH+wMPjp8d48eICaaQgFSwvk+cRdq6s4PW3r2B5uYFgFgqKu90K0W6GONwf48mDES7OQ0zn7LvS8a3v3sAHH91AXIwxnp8gSAmgLnHWBy9yWY12jma7QI1JfNsV8WL/UYSXjyK4bRWVtiY1Ad5RipAJMzNHbpAQQERTgbs3l/DeG6uoOyb6JwF6Zz5e9id4OZgCbgGrIYqxoOAzX0XqE1OkoLYC1FYBo5IKRtowM0FzuZqB9e0m1rdaCJMUF/05Tg5DvHyUYngEfPR+Bx+/vyQbq0Iv5Dn+5MkZzk5H+PC7V/Ct715BrebBMAfwZlP0TudSrWBYHRj2Eh49muPRwzn8SQg1SdCpqfjo41VZnc41dDrXsX9wjk9//QX+8dcvcP/eGI8eTuXZRFuNWQV4FussAdeuqLh+xcCb13bw5tVt5LoFP1fx8vwC9548weOXxxiNVIzHZOrRIm1IJ7s3ScRcQ/MMlwjqaoH17Qqu3W5iecOCZtHNmmDcTzDuJdjetHDtmoP1DR3La4VgkaZeLu917xC4eAXkvoWaVZMhbOzEiJxEksxEPU1mPiaej3kQCpqLq25XULermIxjnJzNMRwQl5VAS3N8cLuOb91u4Pquhb0dA0kW44snQ3z1YoLjQSHLrZnyWVP0HGEcIMkTEZnNiinDGQ7SOHSx1RLh2F1y0O3YcI0YFYNVDuz5jcR5ze7aMDYQeSZCj6lCC5ORDY/9sD5F2BBWnsHKU9TqZcIy1xTMmCoIYoynAUbTENWqiSq/r7qORoVIfEi3PNeMNQNxBqvhorFah92skGUlKVFvnMObkAYQYXQRlnjJWgqzyi7YGKae4OpOF7eur0mv6rPnIxwezTHzFczYAz5kj6wPt1GgzfTqUikiUxTmPVGqPWJNRGAa3Wj24eCDCKZWV5dD3mQeiXt0eABMTr+mvAlNxHWJieUBIpX7/yWubXOvia29BrrrlhhurEqOQb8UvM8uIiE6WLaGzhJFOB1pTLMWRfcyNeZWaHYTzz/8ORNaBV5/YxV331yTqpDjwxkODuZ48dLD6UmIjPejsExS0cnPLmwa1qyKjixykEYudta72FlbRhzx+3iFQp2DWM3WiovHT0d48mwk375tcYikQeXpK7OQ+g6SwEVeTJErQ7jVFK0l1g4Q7d+UlUQUJSvIawN88rPPvp6WvvVv38X8PIJ3HqNSsdBdq8Opu3IfTApdCDRMUvrTHrzxCW5cj/CD37Pw3Y9NHLzIcPiCLt82nPoy/JSJqmc4752jd1RB/6iC0cDGaGChtpJj7WaMxjJPm+JUgz/WEYw0TPs6xr0Ss9ZdM9BZVmE6c0Eru7wWXUMwXHyucwj+6rGCl08UTAcK5qTc0LJVceVzVWlEqDRi2PUxnPoYgU+xtYHpyMGwrwjmvbPmo73miyGT2HMu3k94edQaGeqNTJLkydQUUch0SdsgVq+DcN6BP2WitSSPOI0UbiNFtcZqlAKTgYHpwBABmAN04U/ZF7I6K2UCuEgdBNMq/LGL2ciEPzMWfb9M4HJPxo9XWXlCtzKx1Uzii8CTM4HJQS/THkwA+7hyxZdnUauVozdK8PRlhN6AAziew0yk0yWksyXkuYuC1mpBDC4yV4uzCPdsQqQhzpx9jkWKagOo1kVWlIM6k8MxE/ARU8yliXRja46N7TlqrTmcqgdoGaaTGqbjOjJNQ6rR/GiiUWfaOcOjz8d49WiO7noV3bUqrKUejM4JNCMCEgtZwARwFWevaA6sol6rYnnVxMYOr4McT76kADyHpTdgGXURgFVJMZfdjTwzXHaxkujAXni7FmDz6gVWNnvAmDcdHx+99Q5+/zsfYTT18Vd//yn++hefQWvp0Foa2s0Wuo0lMTH85pcRJqMCP/rjJn78x01cnHi4OPXw/JGGR1840l9daTOxToe7higp8arcg7OH3Z8EUuexuUdzRQU71wzsXtMxnc/w6KtzPPxygCxaQRatlvjtSzGb74tKAwETm3Q2l4mC8n26TLOWH+NL0fObWNT/ry7e3/3vS3FUztE8hMofRCDzPnd5q2RySxNCEGldFEgWUA9cu9USAfj8ZIYvPj2V18ZxSgHxt3/8P8WZ/z8B+GvRVgSb35YAlz/nN8WgUij++lcWYq4goBWKZ8TMlR2MsniaWiDWFyDoSyD0172Z5fe9+H0XqVres7mYtqJAR/e1ysqijN2LJYKSwh5/jeY2FEyRBUgSUo0iVFxLkOVM8HKoT8RkEkWSvKNwQrGUYoJl24LbjfIEYRJj6s0w9QiYLD+rNVbk1Hnd83OSIAmSRWqO+N/FIJ7n4svBfkQiEb8vJtJLLCnfWCE8ScUVr9mS3kRDd7Vqo06jTbWKaqUqv04BQvqLNYp1POOVZ/bLP+5/zgdu+cfWjarQUmgCsImeJRI4TeQcW153nH2UuF6eT6WXdnG+I/2Agq9hGmi7NloUgy0LBucrtitCccXhPjtCkURwTRU1i0lbktB4hiSBoTQPyBRKoWGF56xYCHG2TuOchY5RoG2QyMPhvC3vWjgdI5qMoKSliGfZfAZ2YVSaUF0XuW7i4LiHg+O+GC8zqSnTUKOIZlmCaOU9OWFfK9O/FIadqhix+fpnUQyDeG3XEooBrwmZVy3ee5mbUWyl2HmJoC0piGU38wITzXswZyWXqF8j06FnGiKKhzkxvixiAkJFEbEmYg+rYiFipRLrssIcYy/BaBphNGH/KPdFCnImbg1TxMKyw7o0DEhCcNENfCmY8n0sk4jlHKyQHu3yM8P/xqAYTJ8B78uLWdlCslqIViU+XARAir+LVVo7SmMIxS+5drKSvPHNz/z/2z3gUhT+xk3nd3vRF5/oBYx6kXBdGD6+IQpfzjHKa6g818vfU8yTa6ukt5Uisbw7guvXiOwv/SYSBOEyEMLIPRjFHHo2g55NYbP2Q89Q1xJ01RCNIsBg7MvyaOrKUyEBrC93sLrURE3TUVMNTOdzDCcz6QCGRWFTFxOow8+kVlbdC0UwLvHgUqeQ8/U3oWmm/DtJBsclhp2GA9bLcTYopikxlheYZ0y781EqcU4RfC8piUQ/85/l2crri/MrwcSX6V8xaei6JFBnUYgpjSIL3HSp9/7f7L3Xr2X5feW3dj57nxxvDpWrqzPJZjOLQaSkmRGksWyPMQNYDwb89xjGDAzDT36yHGYMjDgaZYoSRbJJNdmpct2qm+89Oe8cjPXd51a3ZOnB8Cub+KGa1RXuPefsvX+/71rrs3IkMvf1FEkpiopQenWH53x19WcUS1WUK3XZM9SrrNux0KzV0ag20KzU0ajUYVLclu7pVIRoJmWJsicZhSB0jojkVi//rqFYX4dTWxdzimD6V2laft5pkKHox3tIwh5dooLZCRuFL3ugTX7/Bue/BWRqAYy2sf+X86k89Zt34Ip5id/UytB0ZW64qiDIgwurVDwDHWpu7JbzCfHXfM1WiH3hVAhKml3AkdyPef+VM4j8fP66hiRTLKaIA55RmfLla7ki/Um3PKX8q1oC0icCWSQjRRLeCKTejstj2IZVGLMpevMpZlGEZZYJ1nvJOW0cyxxEgjicv4khLL9G8u891wAodnNKJ/d3oQqogimnEaFaK6HZrsreVm4RNLyt7n2lYi5cc9/HxXm+GXkwIxfubCDrxn4L73zuJq5vNWGHMSw/QDjsIxj0YSKApcU5upSVXlghEzUTaqcJbaMFMeowEch5txsg5VyRwn8YyLNRLzDcw3sRZ+wU8HOEfG64y5BRkJ4vkMwWGA6XMr+desA84P3fhlYsQy2WETE1TOqGpiHSdXiqDhcaltAwZ4YpyWBpU1g66RUL9LsLzOYBwiyRxcYCpcCvgfdhA5bGeoSSPMuGo5EsP+WOg+GiKsp2C0WzhtH0VNb+NQZhKrA0BaMLV87nJLOy87W1qaK1qaFg5xV/fB4XBPHO+r0Yi3mCwZjVT5z7AhtrFtY6JjplUuti2ETDc17OS6GmggW/k3Md43MdR90QL3oBhkEGTxDVBjqGgTXDwGnXx+mlj83bVbz5jXXcvl7CK26MV7wI//GnQ1kv5hEm1FTKOu5u27jWNjCfLmVFPMubmry2MT9hhoE7+zXc3q8h5K/pThGHHjSTfb2s28znzmqwhBouUbEdNGsNZIGBB+8N8OCnAzyGgUeKgc6Wgzdul7BZ1aFMfETDAB8/9WUZDRXlbR3NDR3Npp532HoJTD9GlGaC0O+OEhwchxiMEzGOc71+q4TXbpdAzvHobAxv6kPRTbk3DxYJ+vME4yVkVRoWvvhuBW+85kA7GUE9HuF0kuJwpmCZkURnQrMsCWsxtFXSbNT0Ii4mMX56PMPxEti7fRN7t29BnZ5AnZ3AzMYwzQUq5QQ3b5Zx41YFlUWEyiJGOIswn4bweN02HISOiaMHLo4eujDbFkr7NnY7xEUb2HdUvGCl1uEEBwPgYKij5yqCruYxc/c6sHM9P48vxkD3MsXpGQ0TwKv3LNy7ZyF189DeeT/Es8sAUzdBsUi0v4bRRSCLNDyNVNUy+6VZcaZiuYzhLmLs3lRx+56Gu46Be1MTRlfF//ZgiT94uIS9ARQ2ge2mhRv1EmxFw6PjJR4fE+Oty99DYi5n7AwrsOLMMnQMx6GsaltHa8vCZkfFZjVFs5Di7z4I8P4HAb70Rhu/9Y0NOEmCJ+9f4OnjMY5dyEp0XfZPBTND2Upg2wn0SgK9SkO2gVqVFj0Nuq/CiBVBkBd1Bde3Sri2VcI8ytB3Y8yI4Z7TiBLDHS6xHC4xt0xMizYikiIU0nFjbO6Zsm5UHFyvFLE4C3B4f4aTIw+Peyke9TKEJQVRScHnPreP3/j267jLIOnRAP7hAA8Punhw0MXFIkbPI6o7RWYkcKoqvvvNa/jeN6/hBz+6wB/83wd4ejCTs2FWrul440tVvPnlmrjyuAmiaLZcJILOpFjBIVixFKNYTtBsVNButmEYJqaTKebk9LHAVLew9Jl2WUqilY8KPsAqpQoqtPnT8chuW35q6FZTMtgcghQtDCcTjKZTQYMkKbuSOLBkJ6wFb0kUpIuSo8qw1LaA2F/KwaBSKUuyYTgOcNl30R2GGM1SccgvvbyE2jRT2HaKRtXCeruKosU+4yl65zNBITtFolm4safYyAdZKstxiC+qoER8kkFcYAKjHABmgOcvlnj+YoFpPxOEpm5pqHR0VDr07uUH+BmxfINQMJDNHRvlNjFrkfTl0C0/GyaIFhDUsaUBm7uaLDr2uehCdcpFqJoDPyhi6Zo4Pevj5KyPeqOCjY0WHId9AhyMxCLm8PCxsdHB7s6WbDpOT09xcdmTQfB05kOnWGytvODs5HAB71SFd8qCowSQPloDhSITwRQKKRZfdUSxd81Ba81BoWAjS3ngYe8zN/EJ2ttlrO3XJIk7m00wmUzR7xOhOcFkmGDCpDQ5N9xMk6i0QmxLd4VFQdyCprLnWEVqBEh1qsHEeBTy2hrp7AuRpp4IddG8hnBeg6axy2wi2GLLqEt3Wa/fQ7/fl84hJi0oVKXS25VKxwl7EMNliMgNcfN2De98aR2lqoEHj/o4eD4FlCqgVGDaKSw7gqKzKL6COC3J5pgbUhogCgUKtxyahNKXwCQn19KdwfXmOL8Y4/BwhPEohK7VYOh1wf+O+3MZHFHIZrq7WjGli1boMimkk5oJayJR2Y1LEdcqG7BK7A/i65BAU2gQsGTooBlM7xLDtfr9ixiLKQ0OFKRy4397z0Zn35GSdAqPRDMs54qkbKxyIGsxpakhk+EfE+AUcikCs1OELnueUWIeRHzigYg7zzv19q41sX+9KYNaHhZY+P7owRkePTwnIQUkreSOxPzwWCxxeJ/3k3ADyw6Q6cxFSIFZUlQcQnKAG6FM0aJJByqHNPnhvNWpo91poN/10O95mM4XkhyjMHrr9jVZQThHEC5wfjbC86d9zGcualXi6lVMThKMTxLcvFPE65+vYG2DA1kObBL0zjN0z+kkDGE4oXSEawa70DScPGNCJECxYqNUsVGsUYTVYDpMzdCNa+DibCCLQ3x21yixisHZAouRj+3rFWxfq0jiIIOOMI6w8KfwYqKFKSRbIjAMup504O1fa6Ozzs8ieUc6nvzyAk9/eSlCDBEalYaN3e0N6cxZhn244QCLpY/ZLMF8FGPWT+BOUlRbNqotGhBsIHUQeEzVjeAvp7j+iobrdzXYVeJsixhcJnj8yyn6pzHWNttY2+pIxxETVMTSLOYLxHGAtXULaxsFHD/xcfKUiTod7U0H7e0S2vsV1DaKgrjhiilyLplk9nH66BLTiwm+8mvb+Mo3toFiDFfzsQhS6eBdTCL4RB6N+tje28fO3j6Ojmb48MMzPH0ygG0S9UanDftePFy/vY0337mHUsnC008e4+LwCPdeqeDe3QqOXixw/2PiXz1BuPiBIonSu6+to9xK4VRDpJon6J7JxMPxQYrjg0zQPcVqJF2jBX54EwO9Ex39E2JRUqjlDBENRMd8sMdI7AQJOTxMGbvAd758E7/73XuCeP+THz/AX//dMyTcULiA3tKgb+hQLSJ2FSRMXI0NxGMTmenL86W2EaG5naKzDTRrObI+U/LD6cWli4ODES6OQrjdEgy/gn/z39zAv/lXN/Do2QH++qcfodcbgo+GWtnAu9+4h3e/fg+ud4n+4ACDiwkGJ+wyt1DubKO8to2//OPn+MGfPEfVDPDKNR1vvmrj7S938PZXOiibr6JivYa//eAF/vc/+yv89JdPMb9M4Q4y7pCAWJPDjGYDe/safvPXbXzraxWsNV7FWuMeLqbPcTj4AE+PL/HwSYRnzyKcniQ4O02QBArSQEFCAU5qALI8pWBSGOHQI0W5nqG1AWztW7h9r4Hda2Usxr5cT6/creLttxuo1xQslyN4LtN6Feh6JUdi0TCiFFFUmjD1MnwnROBE6PZcdPsunh5c4tmLc5ydj1C2yyg7lTzdF6mYzBPpx+Wh2UKAhpPiX/3GHv7r7+1Cj4fwxqc4OZ7hJ38X4YP7CcxGQRY7vBhICtMILvnvTATs1GRZegxLT9As6WhXLLTKDoqFKkqFKsbdoaxFMIcLVygA590U3S4QzIqyDp8v8fTJFONJjDgxRMCzmShHhErHQmWjALtahm7VEUYmjg77OD7qo1xLBLNaKbGLPYVDkkY+60Zjo4jmRglOrQqrXIPh2NCIIdaBwcUS/YslDh+NcXB/hCgK0N7T0N7R0KoXZN2+sY5Xbm0JHWRJh64bCL5pPFdw8mKE0xdjxOkSusP9B42BOR7OWybwltyD0PzALiY+S/XcgFbWYZV1RPARJC7m0xi9A2Bw/LImK6dI0PG/QlIyKWHZ+YoSCu8+bt6lOWQX127WMZqcYjw9w+lRiNPjUJCc7bYjf6e7IKmBfcARVC1EtaqjXs+rM2ZjpsFSfPUbN2Qdvxji41+e4vGzCV6cct9JxIYq93lNZ580iSW6PBtYcXJ+GMi1+s7nXsEXP3cPgTfD0YtnCJMZ9m5V0Np08PTpAE+e9EW4K1gaiK1zzApsfpZRh44aJtMLjMYvoFse2uy6rhAvXJWlKU3oahNB6RL/6d/+xctZ6av/8ktI5op0yNgFDZV67nr3E1VQ5bpB0ZUmlXNcHB7i+v4S3/6uhm9/x0TkNhG6TZilJgq1BgbzIR4efIhnL07QPayje9TAjD1NC6C6HmDjjotyi2jzRFLTWaDJWox0TCkAQ8PmnobOJoXyAIoaiJBAAUAqNKy8IuP4qYqjpypGFyqmlxx0GaiuWWht2NjZr2J3v4b+5D760wdwiTz2m/CXFUyGNqZDB1alC6vSg1kIYBjcEGkI/QKS0ESpQrR/gnihIhiTrAOUaimKFUXEX2/REJoNSQQc7pUaFipN1htoQsIYdlMMe5ncI6S9XQ2RWpdIra70/zY7tMaVkfgN+LMixn2av66ILExJcKCZV22IAOxYgq4jUj3H7DEMkSeARQC+7smqN1LpAL4SgHt9koBUWViuAe4aVK0EvcD9M02zxD6TSMTDJffnvBsyecX7bIg0C+WzUKmRsMIaDiZ+mMBj7QhpQuLVxfrWEuvbSxRKU2jWFJrBOo1NGMYWLvozXPTnKJYtbG5WSbPHo18McPhwinqriVqzAbtzAatzCNP2pb9NiWx0jyu4PKpAY2+nVcDahoUbdwxUqsCTT5ayDKUGQ63LAFHVaChgWixHI3JfxUVDKlMqVsnFzs0BNrZHUCYLWV998/P4zpe/Jpi4P/qbn+M///jnKHRUWY1yAy2njdGFiQ9+HmM6Br71WxV8+59VMJ1M5Ez79L6Bj39WwuV5AXZNg1PTEdOdn5LdnIsY3L9Pu2OErosvfWsfX/rWHkxniUQZons5wsGTCZ4/mUPNtmTxc5hLKRR+8+SviL8qR3D5+yOCCT+yHLxf9fquRIzP4lCv6D5XKVsZYkqaLv990k+4GlbnAjAx6pxc54eBVf2dGIy5KCwQzU+sY7nKmghdBOBb9+o4eTHGez88wfnRQlC+XFf/fPZrykXAXADMe3pXdT2f+ZpE/P0MLvqfEnXkdfoHsb/PImBTptr5mVjheUkLWuUA/j5B6Gog/w8ShLnolBtKUxpuJbSYi2NiruUHL+U5Z4mQvYJpIIvJYNbHMBUchdwHuyiz17xkgYE07jdoAiQamhNzIoC5mJxjgi6iiBcFUiM1XczFKJAHdzknKaNVbwjCkIkukpIo/LIj1GMHaEBTNdNYPBPSFBzI4vBaROQ8aCnrqtlUfoqdizbPN6YQuSrstq1WXxJPZKgv/VB5youps08F4LOX/17f4jxAlUTv1WeApoyrzueXYrdh5IIHK6miPGXM/3+VNq05FupFJhRpJiiiUqmh0+6g1WhAyxLp+hQQK+cgaSRzHiaumT42CwWkKxwr78+SYpcULQUBFY3QQzPyUW3VUdpYR6FWQTwYIRmM8fTJYzx7+gR2qY2t/dfQ3NhHoVZU0RjFAAAgAElEQVSD5hRx0e3jvNsXUX7uL+Q5XCG62jKlkoJrGSdYsM/Z4mtYk7lWyXJQLjjQrBwDGpP+xaQh0cGrt0Miyzy3Emim5thuEd80VnuxBsBETJHLc7FcLjEZjzGbzOhzhEa/ARPnagaNVDaaq4t5ElkrOkisElKrjLEHDGcxzoYenh4N8fRohLmbYO6liHngp2mDJbWC9AUcizUgJGsQ6Zr/3JWAf/WGqyLsEEtN83/eU2rrJhydMx8KC7lILH3sK7xyLhBdaca5wMrN8FU7N80mvM5iYsNp5P/Mr7+6vj/b9/vZ+8M/vFcIVv4l1D3HGl+95i97bq9wvat7YS5M5kJenujMsfSyeH2nuZGcI0qKwOxqVlW+TrmJhmlRLsoT7Oo0lZUYTDS0nkhYpKy4aCU9VKO+BFNGU09E03kUwLTYi9nERquOmmGiqhuYz2YYjkcI4iDH1xpEmqsomxo8oukVIp+Z7ubAnZ/3HCMrIRKdqUDi5EkaypP4vH7zCjDegylo81rke6gJHTDHgESSiqUJwzbzYTlF0NxDosBb4abl/SPNgWsl7PtxKnU2nPEymcyvS14/Gkgk7ZsnKa/6gcUIoutoNhpo1BvY2dnG7u4uWo0yipwB8tvhZyRTVohfziiY/KchJUEQRAgYJuGfD56rEgQUtfm9rQTg1uYOWhvbMpMWCt5KKJW54eo6pOhLAZhEAekWY7c690g00Jq6iOZECytE6mlWLgbKZ5+fBwq3eTqcD888AZ/PZGQ2s0ryi6GAqVsxudKEkQc9GGjhz+X3xU/vr1c0Bs/zMJ/P4brLHCFNYXf1uqkUC5MQShxBJcpZkrZMggcoN+uodVow2YHLz3OY4PLFGS5enGIxdeHR4OuSgkQj8Bzd00v0zi4RFQxEtomkaCMrFyX5O14sMVm4cKdLuDMOK/K9Fq9XkisIKGGGjwQzdoqbpHvSEEN0sabB9Wii9wX93GxVZF5H5DbPUBR7mcysVyuS/mUtABH5NDqU4gXKyQKHh6eytnfqeOfdW7h7cwvr5Sqalo3g7BL+2QWUaCS0IvZuUyjjHlUUqtSEdecmnDfu5chkFshOl8jmS4gTmbNjvlVFE2rFhmJqfLHkOkiJOmcv6Et3UQw1cpEFHmb9BaY9kv18TEY+EnIZimWYpTKtYAilEEcBYapxoQx2iaXlFiK7gsiuIvH7SII+zo67ePbkEhe9MZaxCzdx5axe3SggShPMZh4B3VhvbqBebuKy38dFr4fxIsDEi0X83W5fw1ZzG7PFgay1NRU7O5YYEc8Ol1L7dlW/0eA+d01F0eFMnPtlnk/Z4axiNqMglWDOKgE6KFW+PwbqZR07TQU7DQV2FEEnmtxIkZQVhLaKadfC5NLEi/MQB+c+hiSNOjYU20JL09DSdYzHPiaTANdfb+Dd7+3i5m4RrcMB2kdDfP9jF9//2MMpa77Yl26r2KhraJcVuIEvS2dCnNU4RVNM86xC5JyEq3c8xenTAQw9wu4NAxtbhjzDaNLKoiUoZtRKFay11qFFJp787ELWL0IVv4xUVNsO7u6XcKNtY8tSUc6Av3pvjB+8N4K9rqJ9U0dnu4BWw0a7VoA2D6DOAngxsEgVnA8iPH7uYTCJsL5uYGPDxN09B6/sO8hcH+OzCfxFiALNbUUHZwNfFkkjMA0JC926Y0li1rycwbyY4XAMPJkwuW5JNWW9Zku1UsC+mgDg0ed0HuP9SYDT2MDe5h72N/eRLJ4jWT5HweT5K5L5182dKm7t1mCPIjhjGtMiBEmEwADCmoOFaeDj92b46L0Ztu5WcftLbdxYt7EFoBOlODgd4uB0gAfdBPd7wNEwQ3+SIlEV3HvTwKtvmUjZjuIrEpJ59AlDFMA779qylpdLLLtLHHcTPLsEFrGO9TVe8wX0T5bonyxglDQUmqaQdB2b9ayK0BxHAw+b+wqu3dFwt2ziNc9CYaTi39938R/uu9AIIFsHdtoF3G4WRQB+8GyJBwdLNDq2LIY6xj0PPsNyJA5rhnx93hIwCAqoZ9jd0nB318C1jo733l/ip3+3xJffaOBf/NoaClGCT97r4vGDKU5dDWceixh4v9dktmmw2rWSYmszwvZmLLd+1mIZWQFGXIKjWqg6QIWC7nQhq+eyLxu4nAGDCWdikOuyvqaiWS6jWazI/XTkTZCaAW7cq8hqxybaiYXnD+b46U/6eHLgou8aGHgGatcj1K9H+OaX3sF/+e3fxpZRxEd/9H189Jc/xIOZgwczG0MGzIiy1yOYlRSNTRX/+nev4V//zjV8/08v8T//ry/wySMKwAaJBipuv1HErdc5ZM49W7JRSugCzwTzO5uEaK+Z6KwZkjRx+PAgAqfPm6MLhRFUw5QNATGKfGjyQch7Koc8POhfHUr58+z/5I/cGPDNWiw9LBauuJscdvLRVSOJECImiDBIUK/bWF+ryEa6ezrEuD9Du11Cu0XcKNNdqaAvFywoX9JJn8EPmBiku1wXRxI3PHQLD3oLDHtzwVhTwGPXZ7VWkJsPB6M8AxGJRnQaMSHS7Wgw/atJwubZkxmePp5JLyrpzYWihmrLQKXFIQud/Ck8L5POVBZdF2oqTAZrkGMf3bkGd66KYyF0iZUC2hsa2ht06VPICyUlyc6eLDYx6moYdxVJdo1nC6xtl7F7oy49oMSL0O3lMpm6CFEpldCs12TDPptOsXSXImxzd2fYFLt5WEoQJZGkIpe9VNZVZ4cMi6hcyOY+lIO2uCA1HZW6hXqTh1kmQ4mNoijHgVKESs1BrcG+OHYJuQgCT7CMLvuQfAp67BWjczfHD3H/RFGXKU++5vJ6sydLU+RDq5e4ayeS0ZSNIN2+TP9KZxYPlwsH0dyWrr5ilfhjFWnoIIl0QXkRO311lfJi1Q0mrzOYmi4HsMUokNXuWLhxu4xq05DD+TKIMOzrsri3MyTtmF/taUZ8eCT4WSaO+VradiZ9n+WagvUNG2ubjqQ6mP7iw3BI/O2CL2cJCsrSV8jXRNzmxM9oHPoyTQwERHx7HO5xUMj0Sj6IY7qKXKC8ND1H4nEAybYYjemB1fTwqiOaBytu1XhQYxeMIMrY+2sTXRiLozlkVzR7dmMFpToHoXRcsnvXkPeCh4YrQZkbYQ4diHmhasBOJaZA835wU1xYzVZRUg6+r0ry/fRoiJOjoRgsikUOuPh3EUnEkHPed0bTBVO7xBux9zRPIDAxo4ujlQIw+1arDYpCuQDM76lYLqBYKmAy4QAvks0nvyfer9vtJtqdZo6QLQDDgYuToynchYdqBbALGYaHMYYvYtx+pYY332mi1SEtgL1dPk5fRDh5HkrndK2totJkb2FJ0o4nB0vpgqWDmIupaqdC1IomyMrlQsF8tsRstpRDBQVgDfyshfDnEcp1TYau/J7p0CcaacpNd+BLkpg0Bg6ImdDlQYADG/Yac2PEdXG4wMWLpRhymDAwDA1bOw1s7zQER5kxeeX5mM99IRAwWckHorLCRV0lLnnAylJ2kyTYv23g2h0DsZpJN+agG+P0WYRRNxMRWjbrDr9XppdSSaXzGcFnAZGXh0/mOHw8k3umXTRRa9tYv1lBc6+IMA0RcM0yBFMFy2GIyckM0STA17+zg298Zxe+FmLozXHZ83H2IsKEaTUtREkNsba3jvXddZxdLPD4URfPnw2RRrqkBnm/rbUMbO6tYffGrny+nn74BN3DE3ztyzv46pd38OjxED9+7xynpzQIpIKHrTd5n3KwdaOA3VvskAkwno0EZ332QsHpC0jKzinnBgfb5jvI+2++qKFz+ewCv0wQzvJ+Y3YVtWpFWbd3W7h7rQM/jPG3Hx7j/Ydn0lOhxCnUElGt3FTwoEfhS0XAmpuhglIzQrEVY23PwNouceqmoOYyItxjdsmq6HZ9HB8tMLyIEY8sOFkRv//f3sXv//5dfHz/Of78Lz4U883+Vgl7OyVs32xj+0YLx0dDPHx4DnfO1ApNNRYuhwa6IxPPHg5x8GCE6zsa3nnLwTtvF3F935RVtK+j6FzDjz85x//xlx/g5w/O4Lk6vKWGaJIgnCTY7Ri4uW3h9s0aPv+lfbz21qYMEzlMefDkHL+8f4LnxxP0hiEGowijUSIrS5iYya9tdp/yXlGrqqhWVZRLZUmqlCoKiuxLrQNtXiN14yWqrFpnGpIHYh+nJ3NcnNMt7cBf2CiSelNJxfWqRo4QGMxaCrNOg1iAIRPnfReDoYfpNBCTC1MqvMfShETHvefFgmLrVHRsNw28+3oN775exeJihO7TLgbdEJcTB725hdD0ZRGxr63c5IpagmHZqHY0VNuaDNCY6DaSEFrkIg0CjD0NI0/DdLjEdLCUe1atyWGEIge16YwdeTrmcx3TRSJuQqL4paczZD+3j8D1hZ7AJJfFBHOtBU0r4PRkgNPTAZxygmKF2NfcDGcXIc5J9py3NspobpYRZ0yuAUuPKEg+w3nPD2U4ybT1qEuMWQbTUWDaHNbQ4Qzce6WGt95syn2N6ZUFhRFPwcxlx7WBxCWRg0h7D5pFjCyfYQrmY/bbZxhc+OieeHLPs8sqnFLeu1mo6MiIQ9LYs80EcIrJOZFCK1LIKl0iaEMmntjpZMTQjCT/0Yywvl3G9l5NSApSbWBlODtd4ux0gSDITYicEfJ5l5GUYzJ1H6JSKaBedWSoOJsuZBh/6/Y6bt7aQO9yisPnHBi76LP3d5HJwYh1kWYhleeiVWLFgiFD6d5pjO5ZhLdev4a3X78mA6juZQ9x6qK1aaLc1HF8NMbRUZ4AtkiiSdlhayDxDWhKETqKUNQZoI1QcGKUqxZMw8J0WMBsYKNcYaqiirg6wh//2/dfzkpf+5dfAzxNFtGlhhVDZbGiXhQzCQfWvE7H3R4GZ+e4cd3Ht35dwze+xf5cE6MLA1qhCrNawyJycTE6wUV3govDKi5eVMEKLOIIK2s+OjcWsKuBOITnE7Z3WOD/XL5Go1DEyPVtpmQ1ubbCIEW5YqNWKwqZhHQX7lkvjlVZi7EOb8qBQEGMRdUGjXx0zANudAovOqOnFFlaRBQWMB3ZmAwLKJSngm4uOMTIE7uuwJ3xgGijUtVQrelY9ENMzpioSFFtsldZxWJhYDFnRzcHSob0vzF1XGC1ibWEbi0wG+eCbuQRAWrL4JMdwLAHqDX5bOGsqYzUbyKYFzEdaPLr82QcE1l50pypCTG/OmaeYlHyGhnuKznI9cMAuuHh+g0uF9UaCRuxCMAHhzF6Q5opufdXoXhrULwOVMWRcxivh6s0FI2hXIIAVXP0JoeSFIBrDVZSmNJPxxoWosCjwBKEtVSXREBny8falgfTHiPTBnJdFYvbKBa3cNZdyqKwtL5WBSIFz+9PcPZsgYJThl0so7TRQ3n7DIWiJ9QY7j96J1X0Tiq5sZNDr80C7rzGc4Uq/b9cSlKTxeuT9w5VZbpp1Sy4GhbzPMPBdKHiorNzieZaD+YykPXOq2/g659/F92hiz/6m1/gj3/yS1R3dFkVs4qSUsPw3MSDD1NMpyq+/E0bX/k1B6rhQtNdPP5Yw3s/sHFyaMEmMr9qIVM4BGdCl5NQBZEfYjmZIEs8fP17u/ja93YxGg9w+OIE/Z4rveWLmY7QLyLyKZrSUML+N77j+TmGRs58UYq5ijWtKlBWwmku7l4JK58Kw5+KrPzvuaCZ/3PVy5kn8ES8oKlSfhEzqPl9j9cjDaRcTO+wb5bnws6Gg86mI/2/u9dKODqY4Gc/PMX5EcXOz4p/KxH1M0LtpwJ0LgDzLHyVZJLzvwh2ed/sZxPNV+LxP4qy/ozyc/XnUwBOKKBfScAUa17KPyJrfYrTvkpkrV6el62lKxGYr0h++s1TxHlPIQ0r3O9S9KWYx9eM9yem4pi2W8D35wiCuZCMLEsT9G8Wks7FPUeetpEht2nlHZl6LhAGMQkfFHU9SbUJflTmHqzWceTv9z1Pan0o/HoUPygAcc8u+M388xf7JFtxcJ2n/rjXkjM9ccwrsSRH4xFvyl5wmnkpBOcoZooRNJK+NA6ItrHCZa9oU48++TQBvHenKvsadoEKBpxnzL/32Vx1xa7udbzfyblxhS2nUMBznW2SQEKhnYlUigjcY7Lz20bRNFA0dJQL+WLdl2UQma/mZi/Wd6Wp4GelLkjeMv43U/pQ65GPWuRJdUul3UCxWkbq+ch8HyePnuHk4VN05yn6aQmpXcf6xgZa7baQ02iMSWgsUGnK1lDh/dnQMRqOMRyOsEwSMGDCAjurYEtS28iUfDkmTGJVaL7hvmTVmSuJPb7+kpwlcneVolUpBlP8MmQxoRZ4rLXhPmgJ32OSiPMHnoXz+jBWTZHKRWO2CPy8jzCxqNnwUxN+YmDuqzgf+LgYEi+ayBr5CQZ+jBk7LqNI3nNB5RKRKu+PgOlzQ52Q2VYm/VU6+SpdyMuQ1wUX31t+VnJYgdgockOFJHrzK/Fl/HPVWb3KAMvnURK4vOr+EQH4syaSq/vBP3W/+KwAnNeR5k3qNFVcYd95HedJ5FX3svwooKZV1/JKqJYKt3wmk4t/OT1B7lsvEfO5kszrTePfJWh5kgFoyBfSonQEFzFDIZ0iWHoIBAdPs8gCjpFiq17ARtVCTQEYrpsvFhgzAZzEyEwdmmWgaluo2iQGANR8aYa9ogCkGT9jJMDZMC1HZggi2IbEt/sIOTQSQkJOsOErnb9R3NfQBJBvoAuGDpuJfl7TK9OLpGc1hmDyBDBFV0E5X3U6M5HKvWmm5aYU+XtDuR4pzObGExLtKIIUBf1O4kajVkNF/n9RSAdMgtqc/eiZ4HglxMDF3knFQOBzT0LDOTssfZkP15pNVJstWEVSBk0xVwoDgsSeUlnQx1IZsaoLkNQ6O6xX1yC/74z3uyvhj9d7GMiSvmdui0mqLBShmez+zp8IYriRuVX+PHvZay2thEQH06QhCZWXIrm83FdC8+r5mONQOffO0c787AtinCQVCuYRw0Ek/a36uiVlr0ltIgIf4NcqHcbsNM+NSvn9OkeET2cLTGdzjCZzjCdzoer5nCVdmYj8AHPinudzLBOmfSMEfD81TcTMBfczNBlxvklhcPXayT5jBdqQsI8keuXKeNkFzv0svweauJ1iQeZWvAnwPsY/p14tol4rCfaZi58LYqwdQ0cFCaqI0R/20R/0UK1Y2NusY3ezhZ31DjaaDSSei9T1oLgTKN4I0aQHb9SDNxnCLNVhlhqw9rZhXd+R50RGB/JkAbg+FNeHODNsA4pjigjMG3Lqe0gDX7DLFNUVGtBj4tHzTzGDatP+ArM+06kBFvMIJFKaRQemYyMBn7PEqyfwaVRQDERGCaFeQmAU4etFpIaO1GTKP5A08XS+xCSYYBJM4asefM2FH3PPn8DQ2A/eQL1ay80OWYpFoGLm0+SqAb4OhZQpvQ9V66PeTNFuK0IcGQ8iOSPzuc7qwFI5RLESwmadI5+7vH75lsbAcESMcYpU0aAzpc0KQs4C1QS3Ni3c2izACl1oiwUiJYJvK1jqCoaXBoYXOo4uYry4iDDlPrxmQisacBITxdTAlB24Yx+vf66D7/72dbyyX4L++FTWXxyG+PPDEBcu6xfy53aJ+wHOSuwQqh1K3SgT4gxzib+WuHci6lUNs6GLUddFo67htTfK2NuzkfoU8LkH8pClPsqWg1axDi0ycPRwgqOHU3wYZfggYj2ZgY1SAZtlE5sVAzVLw8PDGR6+mMFpamhuWTKDpZmvXDRRCELYQYhZkGEcZDjtx3hy5GE4jbG+rksN6W5Lx27bgBYkCCYBYo/nFZpwLVyOfFwOA0l5F9l1vqZjb8fA9pqG4jiBM0rwfBzj4SRBoKqoUYMqGVIxGC10ZIsU2TLFmZfiQy/FeWZis76GzcYaEv8EcXAK21mKsb9Z03BrrYKb61Volx7ULg0SEXwtQeyoyFoOAtuSip7H78+x/3oNr3+9jd2Gifo8Rmkc4bg7w3F3joNxgmdT4GiU4qKfv1d33jBx53UTRqpATxWcHMa4/3EoJLq3vmDLmp26mJ0tcXKR4qALzCN2vFtC3p0PQiwGEfSyCqvB6jUSF/i8VGQ2MBlG2L6m4forOl5tWnhLtVFeqPjDj+b4/ocLZG0F6KjY7ti406lIfdsHn0zxwf0Z6h1LKvl4I5bKRVZVsiKUD/hQRRYqMEnZbGTY3TTwyo6NG2smPvpkjo/vz/DmnTa++YVNpH6MX7x3jgcPR+gGKrrhVQ0sKzNV6egtFIFWMUSzyM+rCqVAmp8BGwUUGGDIUpjcmHoxMu6/wgzTCLIWEbBMFVRrCio1BXVbR8MyyBrCMPQRaQn2N4qyvAGx7gZOzl08PZmgN/OQ2aqsV99o49U3O3h1cw2vNtaAQYi//dMP8fMfPcaxWsCJkGYjCa2QLuq0dLR2HHzv6/v4jW/s4z/84Qn+3f/yCB/fn/BJjYzYyO3rBrZvMF2Y45Dyw4IhG6XxKMB46GP/WhV716ooODxw5vjA7pmHQTeAYhEFQMQZ3a85AlW6TnhD5UCCDyuq8tzsppmgebmhoWBEzgkHHxQ+KraKtRrdaAoGwxj9QYxKwxBxbm2tiq3NFtIQePjhOY6e9rG9VcT2Ngf6Jsr13InEHjgmiZm2jbnRcQqSpGWnhx9mcOkUGLsYj5fQtAi6HqHZKGB9o4xqpUBJTW6Y0zFvZuyfIPqQ4ooKzSojRQGPPxnj8f0xEi2FXlRQrFGkokDK1yDHfhDVws2abMFUbi4TlI0MJZ3DVSYKLbhehoXLjwD537mgERIbGTJhqqHkWIgWKk4fx7g84AYhdwLu3Cni2usVGU65cx/ziY9xP5aeTnZ4FOjmkx4WuiFUVBtFVOtFufAshxu6CGHqC16FmID5hO5BXRzucaTmHWAUe+JQnJqGbsMwmHrUxSFOvV9EsIwbF/Z60AFpoWA4sqFTVTp+8+QwBwCGxp8vSpceh38cglGs5KZoOQuwmPnwJIWTC+YlupcEy0vXJcUGiqhM4jDFm2/Co7mKeE6BjnjJ3P2+nHBwqkq/HwfpXqTCC5lkJXceOS6bn29VxfDcx+jcl4Eth0/NdR2dvTzx8eR+gKf36eDjYJJJHg4eicNOkHgZYp/9LHyoUCwiWhCoNRR01gtorxfEAczFAV3gG4giGgsKSBMbqRoiUSPpAGNaSJWNOkX/GPOpj9mEyCuKnZoMprn/IxIipHDLQ4JsxqSpRm7GfJkjD4iZPhRrKwRTXqhCBunNZh3sxZ3PAsznAdxlLsrTVZkfolXU2ybqLbrV+T4RxaXCc5nQoiBNjDYHhHQp+yKklyuQgX+jWUajVYJpMjHMgVeK8TDFqBdiNFhgPFiitrp++XGUIaeXylCYHYeGo8N02AHMwynT5uwDNAVZJp3WYYRymcklUwR3DhMEGyVkcHY/ZuLwCaPcecpvPx9QUJwkvrgkIujlmSconHIlhm0yTRahfxDhzr023n53XTpyl4sZZpM5Dh66OHjgod4xsXnNwcZOBetbDdlYHT+f4vj5JDdiTBeCy2NPML/38TDGeJRv7KVjz7ZQqdjS6RXxMxPwimHLri+JJ5t4UN5fJ6HcA4i4bW/y++QghY5RmgD459FgYsAuGpiNFcwn7DWNRFRm/9z6Lr9GpvKJZ2Ny0pdDJYVgGm14vc2mwHwGpJ5Chph0sldrNupNG3u3TOzdtDBZznE5nGDQizHqGpiPVBkyJeyU6LD3luh2foZNGLqFdltFq6Ph4PEAB4+GWM7Yxa3CqZrYeqWKzo0iYt1FrHlwxwmW3ExMUkTDCEao4Fu/uY9v/uY+poGLs8EEz55O8fD9BfonAfbWbOyvOWjsVtHYraE/WOLFixGOX4wxH0dYjGPs3Wpi71YLjbUGyo263COe/uIp+ofn+O3fehW//c9exfsfXeBPfnCAw+PJSjiiKSiSXut7n2vic1/rwK7E6A4ucHk5xsWRhvNjvjexmDqKpUyERD6P5hOKEnSEqLKW7AAeJQimKYxlAidR8corbdy714GlGYLXH4wDfHQwwKOTCQwlkU22spoCMTXuVCkCK/D6Edx+jPVrGdavZ9i5WcXmfgO1ZhH98yX65wssvBgLP8KgF+HyPMJskEBdqKjpFv67//4NWb94/zn+0/c/lE7Ud95ewxuvNaE6gOJkeP/nM/zor8byHHvtrapcUz/62wl+9OMxokWCcJHgnc+X8a1v1vHVd4tomh6alge7vIZCeQ0/fjDCv//hc7z/fIpIsxFkFpYnHpanHr5yy8H33irj1Ts72Hv9i+hcv4vT3gc46f4SP/qbCX7wFy6OTzwkSiBIZD9kbxWHFOQgWajWLTRbhvRIb25k2NjIsL+zhf3tLRGFVd2HpobQs1hew2azKPgfpt4n7hnOuxN8/JGLh58EGJzp6J8aaLQybGyn8qwi5YAxH4pPrTUV42WMicsDMsUOS559vAcTyWmWFBglHm5T6QxqFHXcobuShIsmsN5ScPrRGM9+MsBiqsFursOoNTCKLjEML4QYQCOZY7dRtK/Bdlqwq0sRKop6FUWtCm80xuzyHBdnl/jowsVH557gkGeTFFsdvo7ExNkyEKDDf+AmGNDZaOd0DibQYh4M3Uxw4L3BEr1jF71DpudsbGysoeiUcHExwMXFEFaRSbkEZpE9UEy+K2htUliz0dpgCrWC0SjAwcEEZycuJr0Ei0mCMhPD5QxKSuwKO+k1uHRVuhki10PsenjjzQK++GVHxC+i6DhEWIQqlqGKTmkba+UdFOwUqrmEYnrkVcoa9ficyPDs0QQPPuhjOFig1KAZSRG8vV2h+KhCsSi2ALPzGPNeIulE6bXnsyTiQEIXLCUNMqnKfZoPp0IUd4ZSVUOprKHRKmJ3d0PW+fkY5+fEMM8xGS6EdsPDN4fTlhXBLESolouoVqoyQJrPJ/CWizw5VS5jOvEwHM4w92JQ1mKaNmJn45LCeir7Y19Sz/YAACAASURBVKZs80SQmqdGL1O8encdr95Zl4HUfOIJ6tup8RmYoHs5x+Ulkeq8N2sy7xlcsHed5kOKwOzPTdBci1EqcSBuIokM9M4U9M5UdLaKWNssIavN8Wf/7uClZPL6f/FNaKEBNaCxMJAktsJOymIDRqEi5kDXW2A2GGPWG+LGjQC/9h0NX/mGiqNHHg4fUdUuwiiXJezvpi5mixhnz0s4e1GWfRFXec1Fc3cGwwnErDi61FA2HZStogyBJtOp2JnXNk002kSZK1hMVTHjrG2U5RpnvoP75kFXw7CbC+BxaKFcdrC5XYFT1nFxOsHF6RiKuYBizIU2w7QL99mTEUXgAgpFH5bD+5YHp+zLwG7WL8KdOqg3cvPP8HiGiycjSYDU1gxBRM3mOSWnVq+h3WmjVCnlHWZ6gmXA7uMz+AsDwcJE6JYReXW5b6jOBEpxnCfsa4kIwAgoAJcxG2hYjDmoy/fB3L/TOEuzgkVDqsMENg0jKnw3kqoFn/17EWt1Qly/6coqlQOUKgH64xgHRxn6Q5oCNcSRBpXir9+WWh5i2znEl05QIksTpu+YttbkOsnTQNyDhGg0C2i0CvB90maIB+R1ZgrJRATgOEN7M0J7M4RmDhFlRDmHqDd2ZPFwenLOXlgLnVYFaqKK+Ns7csm2kz6m6s4Izes92JW8qymLFQzOqrIiprIjE+ubNl5720Z7TcezB3M8e7BAHDA9URVij2b4IgDndY+sNEklHUTzoFW04NR8VNsnqDQu4EQpimGCt26/gi++/jbO+xSAP8Kf/OQjrN000blpopAVYfolDM5MPHmoYDbT8Ll3Dbz9RQOtjQit9RiPPlTxg+8bOHhswq4UZfG6IepQKDhy/+F+eAZN8/Dtf7GDb//zbdz/6AR/85dPMBokKBXbcOyWYPlm0wiKYkPXSisBlCJ8LgDn4kmOls7HqrmAedWvKZ3Nq9QQz+c5IvIfpGxzBVXORZ8Kq3keTlJ3koOiMTkXBGSIKwIwEfo8h/qYzHmNJti7WZNFugvrSg6fUgA+x8WRJ8StT9OfORLys0ndK8GGP+bD8ly4vkoli7l41Q/8/0cA5vBVEsCCOl+9XleirwjNKxFYOoFfSr4iSl116OaYWp5h2euYY0vFmCyiJMUI3pNyYYt7NIPGMIr2LAwJFli6UyyX0xy3rqQI3QGCZQ+mmqFK6plTgmMVctP5KtEsCVE5G+bDY6mtkUQoV47m5XvE+zJpGjTGsk6LBx6KnKRk6RQFVQNZyOsgxwvzdWbSlr/H5zCJlT0UqVYAcH4uBNUqlUOc7xDXuhI0JD1MAVARgZgCI58vJLEcPL789FnyuV35by9FeAoaq1RbTjajQJ5//iyLVC/e2/IEGX9kCpo1HKSFqWouhoTsxYxoBMz7S1tMRZRLaFWKaFeLqJUd1KrEhRZzULbCM33ehyrnPSkw1mDYDsyCgwrTv5GHeqkgKNKyXLc5orT3yQH6nxzgp08u8adP++iFGu7euI6be7uo1wqoVQtwSqwbyAMOlYKFgq6KWeuy28UiIYJZQbxKAfIFTTwfqRegUGL1EYUpJggLUPWCCPnsFSUKmoZzHhuEbaWwfzVfFJg5oCeWltU1grqmSMTrtGSDPWcklFyJ5rahwlB4dl5KYlgqHDIdmlmGZlWQaSURgblmy1jW4WCBx90JTkdzzD0XC/Y2U7ZUVMFLM81Jc4tmWPIZ43XARTGOnzNJAdICK9gAXr/58yx3dlAgXCnGqx9zIXbVZsVftsInS7vV6mrNSe1Xjad52v/q3nFFEPh7if8V4eCKdPDZNLCIpNTlV6JvLsSuROCXdpjcPJFIz/lK+KUILIngXMSjx58hD5nHXOG6VyKiJONX/a1XhIY8iWvIZ5B/xhXCn+KrpvpQlQAa8fGhCyMeQ49HqGgetoopNpwYNe49sgjLpSsmcI+fp4IFrVBAvVxGvVSW3DH/R0IHTe6uzzld/nVbNo1zRRGKaBhzAxeuv5Qlz32mT/nVMSyg8PNnw2ClHB34KdPKqnSqmrwfyJGWRhHe+zT583yaP2kQEHk7F3Z5DZI3FCsFMXoSYT/zvBxxzYei9OVqaHc6Yq7Y2FjH9b197G9ty2fd5vw3CBC6xOfnRD7OKWkooaGRyWt+fyKUTWcYjaeYzBaybty5ixu376C51kG5WoPl0IC3qiBgSpZmt9WtPu/o5X2Fzzme5fg84DuUY+gYIGEncOAtpUpHxGEmpws2jGIJBhP2FMj4/XBWKXVk+SLKmbNRhpwCkvR4/eicC/ADRBMq92AqlDCEyp5huVT4gc8/Q3lfer4EO5zw85LfI/Ou7VwAls8/jRZBAMV1kfg+/JjnZyZCiVJ24E3nmA/GGA1GOD4/x3mvD5cJbmK8M8iSNDsXv3VmeJVUaJvD6UyqjyjkkwDClHkgZpD8H9HoVgh4uT6vrhHexFakQn5fec89UdC5eSA3RBny+sznrugArUZJ1tpaG2udDmrVqgSV2Odb003UdQNuwOrIKTSm07MMzWoJN27sYG9/E+oKj6vMGKMbwTt9htnRfSxOn6C0uSPLWGtC7zTkzJYOpsgmc6h+CI3Pz4oNlB1I9xF7f5UM8XIpS49TWQrdrGGUP09pjgHra3IBmHNQVkbxWWI6lqRTxQyWBlL3EPK9CVI587qxDo/GV4orjR2kjV1kBsN1pC7FGCx76C/7OBqcyXJDUrGot1ho1oto1EqotVtC0fETzjgKuDyb4ezZBc6fn6PeCFBrcpYZSv0mr04mHbNUR61WRq1egWHMYOgzWAa/ZZ4fNaGscXV7KS57KQrFItrrdXmmz8dTRK6L165V8Nq1MqyAHZcjeEmAuQ5MGLo719C70HB8meL4MgFHKkZbh1HWoXoFqL4lIi3Xl97dwO/9V3fw+o0Slh8eYPHRM/ztMMGPhgn6DL0x3OSrSHwTaaKjvBGjtBmhUbHRKBWFVxORSiQzZxKlODemQTbF7k4JX/1KB7duFDHrjjHtTZCSDErjjWqgpjnQQg2XpxG6ZyE+jhJ8xL1GqMAJNNR0A5utApo1HSPXxdhbysy53uAz3JJgDufHFVKSEGHspuguUxz3Ijw7DTCcRdhY07CxrqFZyNC0MxSI5A9VIGJwkZ99A70xz2s+7FqG9raCtU0FGy0V63UN1aUl69kkxP1RgGXGekIVZVtFujDyNU0QTyOcB8An0HChWGjbVXTsKuLkUpZT5meBwRMdt+sV3GpUEJ3MZfGz5rMDuqpDXysiq1h4/uFS1p3P1/D577SxWdJgnflQT3xcjHycj3ycuClOvAzHoxQnl0TDZ7j5miXLYfWgpuDkKMLHHweYLzO8+raNe287GB+6sk7OU7zoATOflZgMyClIlhli0g/LCowadTTu0FmZR8Javrav61JH+MZmAV8oF9GINPzJ+xP86S+miJoa4qaGrbUi7m7UBLv8s/dHsuodA/W1HDWtshYozDBYBph6kbwvVqKiUAEKdWBvs4BXtou4tWbj2cEEzw6muL23hi+8uivViD/92Qk+etTHKFEwZKDJhJAUzbIBo8Y9rYpSHKLEM3VZg1IiIVJDiTWlFJznMbJFIkG6JDZkX8BndcimO0tBUuCWTsnra40YNS2W53efgjU07BQK2LYLeHyg4tGBistlgGG6QGSFQoRsbGf47lffktWOA2jHxzj96AJ/+oMR/vpnU4wbFsZNC+ulCHulAJ2OjjLrmPZr+Pyr+/jCa3v4g//zOf7H/+kjfPjRMBeAmZTb3NeweY0oCy4eNnhDz11zuRCUoN0pyjIMCpYURgPMRhQX2FEC+IkiqTc6u4jNZNKSD4clUyF029BJphmIM4qAPLBQ4KCTPZGEE5NOVUdFp04EHjewmXT5FUo67LKOUrEo2B12m54fDdA/n6BSMsRhsLFVxNZOSRKxPFzR5UjRisMNHjwKxdUNmKmeIIbrRpI4TIhDixiht7CxUUalTKQChzS8/3mydCNHxLH/JkoceIGJZ49HePZkjFRLQGKIfH1lQ7r2iMrlJpHOPDrj6NTkwJNYj0pBQ9VmQhWSsvH9FK7PQ3mGWkNHtU6MLIUvdgHn7rXQBcbnGWa9VT+qoqK1W8D6DQ49AXceYkERl4macc64IYqKaWoeQHiDLzjs9dVRKOb9vtB46M3doHxIz+c82rBv2BLxlwlU6YAQpzq3gCzYpvBz5cYV66OkUTOmhLMQaqpCi7ll5TafGzvuh3LXr67y8Jqnq68wVuKUJe544csigpE3eCaoynTJtOhW5K9hUjqW75OIk/x1yaTs2y5wQJPAqeS/d3SRwZspkpApV00sgwQLn0htUhi40eXBIO96nA19TIe+CLFMNzbXDdx4pYSNHRtPHiwlieD67CzM3UhMoktKJRLrn7yuTH6aJgd6sXRNVyqGLMnfylCBIi4PVTRTECtjQjHyfuK8c5khZbqGOMhO8/6NZSDHdh70+brTIJHyNWAyhMNBcW7z4Jwnj1J2/TKBRGSELkZEwQNbFXb+sqw+x7ZxwEjjxVWnkXQ9CfeJiVoLDh9+dAbzYMOEg6R0+PBlZ2Yk2Gcux1HQYZdf2xS3H7sFKd57ixjzGXEmKeYzplgD6ddmNyzFJg4euP8mVYBuNdlQ5WcoxFmO2WFSm0InBVIaQugErTcstNfodqUp4Wp4wteXXx/NI0TzfQbrRONJkqDZYhdJSQal82mevGH6zdASjE4ijE5DbO+UcONuRUQCcV+7AfqnCXpnifTylhoqGu2CiMl0858dLnD2gh2XLuZLV5JwZT4cLA2TcYTJiGiITN5XHtwpyNLdSswtjSvEKKdZIEYMm26vhAiM/HVrsPeyw5+nWUGmnSJ08FRjM2ns0EzA10XHqBticOmL6NqkONuxRNRlglF8HxSQU4rqvhzmPBFtAH+SIhjTwalKirpaL2D/toVrd0xMFx56wzkG3QSjS1X6zQm5oTBWqhgoVnIBWCXyQjdRq0MWkc3EjU+JyRm4gitr7BZR2ypAKcZQiwnmgwTT8wTBOEE6jVFIFXz3d67ju79zDaPFAodnAzy6P8EnP5ljcBTizrUy7l4rQ6uxt48OSqbyfYyIVFlGsrZvtCXdqloWvFjBdODi4uEZvO4Ev/c7b+H3fvct/OzjU/zHv3iIFycc9rOzGpL2pMnitXfW8MVf24ZTTXDRP0P3cojuqY7uGbFGTAJGqFQV1OtE6ahYzjK48wx+rCKIFXgBhDCRuCmMWYZSpOGNexuyprMAF90lumMXJ6MlLiauDG70qwMV3fS2glI1Tzw6mg6bGJ0doLmTodK0YZeLgmid9n1MB3SQUnjyMRwkGPZIkFSx1TJxbcvGt359C9/+9S0cHvTxwft0B0a4fbuB3Z0KuoMFLgfsK/Xx7MCXtMKt16oolAz88M8G+OGfD9CoG2g2THzhrSLe/UIJn3+tiAY71XQTIekaKvDThyP84Y/P8fHxEnGhgMxk4iKV9c7NDr56bxN7u22Uttah1av42S/uy/rgFwt89H6I+SJEucHPUibIKrNgI+CGLaHpw0KtTkHCRLuZoNVMsLPRxu5GW6gIvf5cKg7WmwrWWioaTZoXCjg47OLjRyc4PJ3h+CzG+QXRiKqsZlvF2iaHVSkmkxyf2Gnq6DQ16Sfh4kY9TSlWmDAKiizoeRWCrcUoqxG26iZev9PBzf0aZvMlZvMFRs9dDJ8spRe+vNGG3aqhvxiitxjKMz0MmOipod3cQb1al/SgUVhIt3C1UJJESsQu5sEEPzucylouU1lV28F6vYpqkXh/4hlTTIMY0zCGXSaNwJHnnsHBXKZhMPExGPvon8/RO5lBh4W19hoKpiP45+PDPopVYs2BUl1Dqaaj3NRQbqhyf7NsRxItvZ6Pw4MJepdLScdGQQpDUivcQxRk0UQXxzSI4eXh+NYtDa+/aWJtg89DDoCAwSzEYBahqq2jpq4LfTAzfJhOLGlOJsxoFBoPE5wfL3F0MJOuYK2QiqiXkgzC731lloj8FPPLGIt+nHfRs+OeqLk0leGDadryPM40H1B9uXfbJX6u+Pwj3cVGu1NDu11bYelTjEfsZZoK4jnyiZxjT08qiwn5YqEoQyOPlSa+J5gxJKY4a0mboMM0gA4/Ys9g3gVe5eGuwYGskic34gzTEe+NCW5er+IWDZQmxVvihVLBvSeqj37fldRgTuPMDXiLiYLlLE98kZhRrkWo8vopE59UhKY4GPc0jHq6PDsabQ1ZycV//h+e/lPkxF/9/K9egV+9Ar96BX71CvzqFfj//Arce52I1RznyiWJr1VqjYKlGBWkR5EIWl16zrnk1xs51Yn9pjT60GiXCw08E5IARsxpipJpoGQYKBcMVLiKRDJWUa+VxYhNxCVFF58VY3xWslNWN8WgZJYqaKYhGkmEWpGkuoLsK0k+4O8bPj3B6MkJfvDREf6vXx7iYOxjZ2MD2+sd1MsF1EsWNjYb2NhqCp62VSmJCHx52RURmN27IXt/Ocfi10wqmQjA3opkRXqZiZQpf5UCOhOOTDCzj1XPBTYRKln+Q5hoKulLm5jlKEDs+yLOsY+Vr3NSMpCW8j+DYp2pErtKwkSK2AuQ+GGOQSWUS/7OAlLFgp/yNdKx9GMs/QS9RYKzWYzBIsTMdTFjapNiNnthmfxnxzGFN2hIFL4/eQUTqQHswM0R8itThcRqV26mVaA/7zXPRwmix0vi8iWNfCUA5wJS/lv4Lyoymh2uxKbPUAT+MQT0Fer+/50EzutWcgvNKvVLpHoOvPsUw70SL1OeAQX/TIMK/z1f/P80fOoaBdO8kztPNF8REfO0+1UHLH+vTNkkjZv/ftn4Coqc8z6GBWIYSQQ9DmFkcxjpHEXVQ9sK0NQDlGNfFsUjGvI5A8mYjDc1NIq2YNJNCrdMeBID7+cCMI0PnCvS8MDFJDWx46yTIhqY80NSBCkwEgEtm0oxT6zqC8SAkMHSGRTh54qmhEwS6jQf0vzCpLikxYl0XqWlKWBR+V9EGpaRBpd91dwH0wiiqcgMHZbDkAnnxG2sra+h1aCRtYV2vf6yg5tCZsTrhhewzgFQjhmXQAjfDzatU5CMPsXf0/CxtbOLzZ0d1BoNlCpEDBdWAnAGNcn7vcVEsCIPCEGO6PlVJYL8p1WXtYC/GV4hrTKkiJd3xMr3wWgaa4hWaff8BWA6NBOUM0VgEYBlvpvK988e1FykZJenBY2iW0jxkVVpOdmGpIZ8cT6Vvz9inIlIEzRgF5h8JFkz7wu+QlAT06d4eVpV7rmCqMxDMPPJDNPRBNPpDP3RGMPZDG4GuEQTx6ksvodiepCkcr54hmV1I0MRDAlQpKV+wUXUN80Zf68DfNXdQI2bRqirRP3VhU+RnbQ4Um2u7vs0JE2nJC2FqFVt1Co2yuWK9L3XBAVNk5SDmmmjbhQQRzPE4UzMMMTX8oy7sd3B5nYH25trsjR3joy49P4p3N4hvNEZnM46nPY6tAJDaBTsI8QLF5kfSNCH5+TUsZA6BVARJf6Z96yEorrrQl0yJfz/sPdmTZLc2ZXf8TXCPTz2iNwza82qQhWAKizNJtFsNoekSBMpM2pkpA1nxsakj6JHfQyZKBsb6WE0M6aHIUWRHJLNZjfQ3UADqEKtuWfGvvu+yc71SDREjR5kpkcU7VqyUVmZER6+/P/33PM7PlR//XnxGKt0uSvwmaHKogbC3rRpoFyzpJScfdoQ8WqFaLlE5BciI/tDXmbAzw1E9W2pTARgRhrREehiFru4mE9wMRtjFSVCO+UthMeXNJHu9ja621tIVAdBVsHl+RhHz97g5OUrdLop2t0UTo2RnDRasVfLe7WJTruGdrsGQ5tB16a8owshkhMcQpUMMvRGOfrDHPVmFQc3OhI51LuYYDVZ4sn9llQ5XEBdjOHFIeaKgnEGXJyRnpXjYpDjjGYOTYHFODNHQ+Ia4lotkOoJPnpvA3/4e7dwf8fC1U+PcPWzI3y8An6y4nkpSgOSQMF0DKxWgLObSe1s2NjrOtCTHKsJEdy+DByThEYTIdcVd25X8evf7eLwZhmTixEml0PkWoZMz2ArOmqKATVQ0b9M0LtM8AI5XnBoKlRhehqsXEO9QsKcAqOaSUm8YaJKLJTDmAzGj7LvmUcYLCKcz2JcTBJcjFIs/BTdjoJuW0HDzNAwUxF/U09Hwn50XNTcjbFwIzQ2gL1DBXv7OvZpNKyayPuQOnMjvKGOxvWPrA1UVGCiophQFjnyaY5zL8OnSY6zXEWjVEGzVEGWT5DlUzjEP3eAjYaBB+0a3mrV4J0u4J3OsWKmN1sWNR3OjgWzWcLoTSB15+063vmojTav5dMV4qMV+jRKLTIRgM+9FGfTDBeDDF6q4N67Fg7fKaPGYW89x8VZhKdPGWOS4eZbJdx6WIbXy+H2cpyex3hxyhgw0gBIg2AeGq9LIk9ywM7FOCdkF02DOwNWc2BrX8HBoYJHeya+06mgCw0//PkMf//pHG5Vh1vTsdG1cXerKvj5Tz+dSjGep9Kk+YnRnro8ixdc+4QJrAywaApzchgNYKNt4KBdxm7dxOXFClcXS7ScBnbaHaxWGZ69GuP4aoGlmklxOIoZ20ZZh2ExrlKBEUfQOaBdIeVNFXqrpSsoUZfycyhBjtDnEH9BMKYAbDhAuaui0lVQk4gHoKTGMLUIfpxh5KoIIh1buo1NrYLnRymev0kxzSP4lQB6I8H+TR37NzQ8fnALj+/fhDlZwfvqDKfPhvjRlyE+O4ph7jso7VfRNHy01aW45WvbVbT2GtjrNrG30cD//h8H+NP/5QxfvVyJ5peXbGD3toLd25ykL8QqunQ5aUQRS9AcnCxf5/todHdqkUxxMtcoTTUM5jEGswStZgXbG1VstGtocXKzYuGy38floCdvNMpUpFw0cQnMJvrKl5wCjROHGdVxFY2qCotIONOEStGVohFfDy8un9OSXEwWzD1/kcJfJrjJoPD7HdSbXIy5iLMV5pMI82kkE/E6fxabkApFzbX7NOeJl8Cdx6g6Jra6zKQxsFhEWBCfukjhLlNs7lg4fFBDrVnGbKFiMgVOzqY4PZ0iEW4gcwuZIVFG2bQEa8Zy/RWW/lzwIMShVSoOao4lxaxCFlEbSURBk2KKhkaDJw2d08z1iLByQxHKVaX4mWJ9ZGB8VUOpUTzIZELG5YQM0XREQhSMGy6COenLCcAg4mSwh7Jg58qCcmLjlJu21WqJ1XKJEpEypiXiN10xkrdqcgKfoeQU7HPBHKY+15O6OL75+RgmXVbMfEuQ8d/x+4ibyDgBy4llTvmskeAxpyMKnAp/BqcFkygSvLMseth7LymodFTYTf4df1aOyFcQ+cUUE9EcXKzvHdawd7eGXOdUnIf5OMTgTYLVWEGtbaPWrsANfHiBJ/9OiRQRTZRch5IbgioPoxCKlkMtMb/NxIOHVRzctHF6tMDJ8QIL4jddrrcU6LI4V8WdSQFa8F5WSRaF7spDFESyiBbcBseZKY6LyE3kGUVkIiE5Fc3rpxCAFSOXjGhmHvKGQlGe51SRSVIqMFMaRUQTgUshjwIxsTg+vGUCbwGQdF2gn4nppVuU2OoCGcwN8jXOj+cCXbSSISzYwevMMC6Li41fsannjrLYDPF98jOge5XDGhSEG00TN+9UxO3MvQUXqr3jUIrZv/EaX3K94LUdoswNmQinSMlleBzTOZ6KwzxKI6R5KlP4dFnQQUdXD/HqYZBia7uC/RtVlCmArhFHXHzLdRITD87jysnkwiEsx8YNZJqb4jTPwWLJwXsYkbsMsg/hTiPYlQz1RiZucRmYYL5UXEaelBGELvxoKUjRapX4PhWDkwT9k1jcB6lKpKqOas2ULOjlMsZqScRmBq1UTJ4KPiflpFuBYOGggK4nMkFoOCaSSMW0n2I1SWE5OaxqhkpTEfd7STKSLRF1bTOFVeKGrsA/9fshLi88jMfE+RbHlxsUrvIdx0azWZfjuAoW8Pge1minOcXd8wShW6A0mdNy56GJOw8NBBHFUWDUS9A/jrCYJrCbKewmp1RVOY953WgoEP3MTObx67bb2Gi3MR2vcPK6j9nChe4YMHhc2gasjokZXXBnKfxRjGwRwsoz/P6f3MEf/LPbGM7neHXUx/NfzPDl33uYnMZ4dM/Bw0MH8zzELAsRCh6eeE7SGSikpmjvNNHabWGyCnF8McPwfIHgwoXpZvjjf/oe/vi/eR8//vIY/+4//QJH52OoHORIiCfnxiTGw/e28OH392WApDe8wGAwwainY3RFNFoh1LfbGra2TDSbpBAUaO7JLMdkXmyWSAHgXt9YApVIx9u3dvD2rW0cX87xi5d99JinQ4yOkohDSkuYo83jmYsztVIFWm0Th/eauHvYhNXMBVXihUT/Jlgt0iK7JVFwcezh8sTFZMSJOR2tZhnf/0Edv/LdapER2cqREB8vSGpVphnp+vr0Z2N8+tMRMuY31hTY7RJqG1XEqY6P/2qKT/5yhgfvVvDWuw4e3jVwuKfgcKeCzcptbNq30Z+dozc7w0+eDvB/fjLE80sPqaXBdAx8dKuCj27ZuL17iBu7b6FSZ7bQBWbpJf79v5tK9S88GQ6wKwkObmXYvWFKc2Bjewsz18eUaCciE8t8/poom7G49Nu1Elr1Ek7erPDTn4yQRDG+91EV3/mgIo5B1g9/OMF//PMBTi58ZOQRl+kqVIpqmmi1ytJI6A9WcFch2raGTqUQgBcusWrEslIkpgvQQb1The/SDRegpgTYMCPc2izh8bs7uHWrjR9/NsBPPutD8TI4sSL3tHLLgVazJS+Y66DLUx8XJ4G4wG/u17HVtaAqPjQlQKumo8V8WaeMmsX8Hw0/eTPFj99MJeuPTReXDv8h3fcqaB4yTSDKuZEv8Fq8vqvVEpoton9NeGEONyAmeon5agZdMdFwulDSMl48u8KLZz00WxqabR2buxRf8bMh7AAAIABJREFUK4LMSREgU3ws55o4mUlyGRChHUWwW5ksmld9DauBDp25tA4HyDQhHpTKKvqnLvonLja7wMG+ir0DC7s365LvcnQ+l2syHllSEomopHBaGj74aAPvf9TFasHBF05W54iCXO73rh+Ls2Ay8zCeeYjo9FIzWeMsrmK4w3UWF3taGqMZclnH6AaHlzSopRCaGclgHKvWqKDZrApqmM5gKCFqrQ5qrbZkO49HU4x6SwzPfMxHAbZuqti+QbdSkTMqCDg2a5JUBkDcBR1UjH7gs0aFG2qCQXInBZVga6cixTVhkERFtME6mmN/z8DerilZWGWzLmK6lyzhRS6GwwCjIYkNhQOCg1+66ojIW8SRsPfmQtFXcKomup0OnEoTocvMIAslm67XEKkZ4t//D5/9f27uf/sPvj0C3x6Bb4/At0fg2yPw/3YEbt7qSvPfJrrTInqWDW862a/3Onx2FRmXRUAO+yIUP7mPoWNKOi+yDiBmmWh/23ZkjyvCIPewYYFrVuiwiEPYpoZ2q4Z2s4YyM4PF9afIHpMOVf5b9i2MRkNqW8mxrQA1Zs1VSQjQZH2ucdD2fIDJ+aAQgD9+hS8uZrD4M/k6VAWWCjx4sI+337mFG/ub2O+2sdGoYTAYYtgfIjVNKHYFmcreFd3Xqbj8WHlOFxcHbjMZDk1SNpOLPW+JGas8BkTdSt4z59o4XJeLAMfigz+LQqGncX1QdcqIrRSJRcisIhGWdLcUMTKcCeT7YtwSjQ5E8RZF3Cs9Yaxrd2JG6oDZBqGAdPwt/RCLMMYiiDFZ+RgvKQpHWNHBFnMY3ZJir4KiBZH3EgfF1yB0N4qJRRUu4Gs3cOFYJPJaXJdrsVtkUbZ7eJ6sHbW5KLR68XPWrvHr8+6bAvC1K/ja+fuPv7dwKhavpcjBvs4zLnpq17HY175/MR18Iy2Y703+d86oN4oXhStV9FxSDK6/fu2ALdzKRdZrLlVkhxa/l1K5nMxakSsugj/3iUoMVY1gKIw2ClBBACv0pBAxl5ao3BCaEsEkkdBU0OLanznRRAQnBb6ba3M6u0IKm0TLG6a8FppeqNHRwSvuUUmVoGBZ0CPYL3GzBAEHDIQ2QHQla40kl5g7miToCNYRJezN8PesxU5ZbxcUkf4yQn8ZI6JYyLU30e3NBirNJpqdLpqdjlBUGo2GDDuqFEj5s1ZLBMw8Z1+RIwZmGapVRaYxZ3sheOIC867Dlqx5GnocaDodtdwfMqKvXJAEKLLqjLQoCBS8g5iCui/MS/zvFMyJsS4+Gf4pvtKdWxwnfri8m2TwPQ8+qQtxiBUR/Tkx8AZKdFSwg0+HaEoSUtE6Iz2BJb0ujgIwYq1iweDrs8swyyXoYSzuUwrMcp/MKPIU1lnGv6UZe78UgCPpHfP98j7hrly4q5X04Rh9x3tikdUWC9GBn+lwOMZoNMKCjn66JOks5qg+TWheiKUfYOHRBReIMzsgNn/dY5NMb4lXo2ieQV2fv4wNuHbTy3nP48NUCrnIivdu0OgsuQIULDkAwVNfOAyo16uo12vi/mU/PAyZBzuD7/mwLQ6tmhIryeGJarWCbruGBklLpo2GwUytGXO1BGHu8xmiqTLwzP3b9999gO8/foBS7CNdTpGFS6R5QVHRbTq2HeSMsFjMRUCOKbhTvCHFp1ZFoqlIOHDCc4kqK19xECAPQ6SjMdLRBPrKgxlEyBmJkiXw+RkFKrJAKaIlwwyqZcHp1OC0a1CViJ1MxPMZwskEacBMaZ6TOvxMlVoaZaxMCz6j8WIFUa4iNkzEpoklyUREb0cZlgFx/cRMLyQWorO1ifbWFnLTQaI5GAxGOH39CudHr9DqJGi1U6FOOnVFtJk4IRXMwkbXwUanipI+hanP5JlCOhWFX88rajDNMZgAnW4N9w47MoR0+nqMUW+BD97uSlXiJfTlBH4UYgYNw0jByUmE4+MYl+MMV1OaXRVYLQ16WYVH2vYS2OhSpDPw3bea+J0nG9h3DLz4+BIvP77Cp4EipZY0bDq6eEtOzwP0hhFKm0BpU8HdGzbu36xADzOMTjwMjlyMlznGqxxWjXFJZdy77eC779Zxe0cX8XdyOeCNUjIVbFVDVdjjCi5PI1ycxjgvqTgvk4ZkwIxMqPS0MIJLo4nEwu7dMsaDCOcnPkzdxM5ODbvbVZSTEKU0xMXYx5uhh/4ixTxQEWUKGrUMjVqOeimTChk5PSKNlSYlBTFJp+t758a+gtuPNNy+WcbdThM7toPelwtcfbHAMIswNhJMeA7wGHoqdlsl7LbLKC116FMNp/MEP155eBUlqJTLcMocPmDqtItaNUWro2CzaeCdjbrU8nSGxdkMUz/BiG+1oqGzV0ajayKZxEgnCfZu1XDrYRM2I0kYj3g0R99X0fNUnC5TnCwSXM4y9KY0f2h48F4Fbz2poK4maKiMtIrw/GWE2TJF96aOzk3iwSpQPAdHRwF+8XSGwcSX6EfL5tQJzXwaYiVBqMSi7zVqZdSrJQRLBf5SQWMzwcZejHu7Gj7csbBlqvj88wW++HyBScmQoklkv2vJvf7FswWef7WAVtahlg2UbEP6hxye43Oe9+kS891TmpByKDWIea1WUuDoChbjUDSjiMht18TKA+ZehgWz7a0EYbm4nqXnLcj7YrVBjYYEomqpMHQyVkw3c0Fa26oOM6ejPsVyQrQ7TUJAratg546KvTsq2qqCFof81UTiDxduhvFAQbAw0NTraBl1XF56uLj04ZsxsnYMq63g8MDG4UFFaKs0w4W9CKvXPgaXAV4vE/SiHHfudXH7cAPw54imQzEn1rpV1DoO1CyBmqX40c9S/OUPE5xd8cloUACm+Ktj93ahWgeBJtNoqRpJg40PJS5kKQAxe44oXMNMpDEpD2JNx+UkweU4QbtVwe5WFdubdXRbNTRrNs4uLnB+cSHIPI+ZphmxQDLLKO5bTuyI/JQz/4w/M5ds1ZJjouzwg6Gok8Hj9MiSi0lFQq8dm/lxLoZXHg722zg83EKlmsOPpvCCqWC3lsSSMm+UgqUQbNgwJNKp4Hv7ywz+IkPFMtBqlYQ9P50zE5J4kFyQxGzo3b3PjLUyxpMMI+YXzl0p5vlw8UVRUVfKIA2cTTtdtRHEbO5NZXLFrtRh2VWUTYrEZaTZElm6EpwUl6AaWffMjjOJzi7wa1yEcdHHBzDzyChiF+9DR6oSK13k9AVuJoKO4MNyXbBQbFhyjU2UrqplWLkLLL1lMZHL6TSZyKXQAbgum+PM8irBtssyWUu3FBfxFYfoWT5gimm11STBakQEloJM1dgNFXeiVWGmQoTE43QfzxMFKRnqGh9MnGorUHQcReNCStZB3FwQTyaCKmuNiyZXnZnJjiILpCRKkEZ0URri0uHiibm5997v4t77HYSxj9lygdGFh6uXIeYDhnXbsGsVEb2ZB5wEGVKK4xE5fJyI0qEYsZREKqkq6m0TDx7UcOOmjeFwITUeZhgPKYCr0EzmrlBElbhrlLn5NMrycJ2NXazmwdfuYNXIxdkqtwwhCnEzwbNcgyboZ2KMuaLKYRAh3i7BbhXObO5YuQhnjlRZLwla29RMRHTvBpxGCyRrkTmwqyXFeiEzyeaLTuZShdeobL8EuU0xn7nC/CzpHqIIzGMtE36ymFUKVHXESVMuVgM5L2UQkvMGsujl4prnDFEZJezsWag3mJnHrNkAV0esED6xrlw08vWsh4Ule9viPaTYCEtWMx2/WSq4Moq6FH9lclau0WLCmBNrvN9sbTvYP+D1o8hnTdy4oMc4WZlRgOfQChf9hTOMmySWQSy1QQGFeCFmuhD3qkpuJnNUislLOreZqcJM5QIcV9IrMLUKFgtmqUyRZiEs8v4zYHKVYXpJ4b6Il66sBWDbJl6RQr+CMAlF1JapVm4vUk675TIYYfLzFtFfh24Xr2c5yuBO6XxLpeyGgkqL2cLFpkAealoMU49g0nFeUjGZxej16QaNxCGskKqwShC5qWBgtra7qNQ4Db5ElLtyvRA3PrlIMDymW63IHeRrObiv4cY9DXFiwnNLmA4yDM88oQo4XUiFvKZ9rvYFBlaACilqKimePL6Dx+/ewWyyxLMvjjEYENGpQ7MMlDpllLsWpr0MwxNioCNEExdmluC/+heH+IN/cYjBZIoXr8/x/NMpnv/Yx/w8w+NHNTx+WMfJdIrjyQwxhV+NuUEWWg1NMi+sVhVWuyrZFV88u8LVyRzqKEU9NvDP/+hD/MkffYgfPnuNf/s3P8Xrs5E0TGhlXRC1O03w4MkO3v/eAex6jtG0h+F4isElMLzghpqZqiG6XQM7xOR2mEsUShGhw+JmSbJQVRVOqKOWlnBrs43bGx28upjis1c9DJcuUiNDqmcyAZfHmmygZLFQBhxHkQzyR+938fZ7HQR5gjCPJZu21/MwGYYoqSWYqomrIw+XRy5Cj80OA7du1fD7f7iF7/9WG7PFELP5AGVNR5XjdZkui5nRNMXPfzyW6hwYuPF2GXa7jEgpY7HUcPJZhOPPIhy+q+PeOwbu7OTYb+S42XKw03wf28338OriqdRPn13iH34xxtnQg0WsbtvE732wi9/7cBeN5i7Myo7gvifxL3A5+wr/4X/L8B/+bZFP13BybG4quHFTwf6NErZ2N7C9u4lXp1O8OplJtjE3z3Q8M2uczTWnlKJSznD8eomf/XQqQz9/8Ptt/OAHDXmecOP8wx+u8Bd/vkJ/mqO1V0Zzr4TudoLuNjG+ZVQrtjhGp7MQvktEUAZHo/ibY+kV8Qt+QEeKhs29LWzubaJ/PkH/bIINK8NbWzoO98q4cbeOZtfCn/2wjz/7uz4qqoYdpwS7rCNjI0LT4YYsDS+fuXj2+UKuufv3bezusolAZS+S9+SUM2x2athiRp1TwfHYw9HEQ5xFgse+ukhw/CLDaFBMe3NIq/A4FENHFjehThmtjbLkopKowriJGB5iZSUotWq5K8jmo9cDHL3uo9nS0Wxq6G5ZaG9aqDYMeAEJFyuMezlGfRJPYixmkTx/2rsKah0Fk1MVk1NNsOWGraJSV9HZJtFBx+DUR//Uh6UTX5Rh/8DGg8dttLYsvDye4MXxFJOjDJMjrqOK5kStXcKv//YWfv13tmU4T35fXiAnefdlFhKJKKOJh+HUR5RHSJRI6BWzixAL5hCH0i8t1nJ8ZAqthpl2muT+agaHq/h3OZqtKtrtOqp1IusmcP0JOls7UnxGMgJjMlzh6NlY7h/btzQprm01CszrJiIbfaSrsCgO2zY3Gcw8JhkAmA9jzAcxdvar2Nl3BIscEFVJ+oIfIAhCbHSBjQ2g3aijUd+UZ+ncX2DuLjCg+D4I5L1RADYMxgc04FSq6wEuouuXCKI5qjUbBwf76LQ3kAQlxAEbgQE0w0eMCP/rf/9336oY3x6Bb4/At0fg2yPw7RH4/+0IbHTpLOKa1ZGiABxQnKCgadAkwP1PkVctbmCJn9LFVSOOYcFEFwNdpAQxI7Reb4j4IUPhHOj1uVf3kAUussAToYr5kY1aBbZdgSUktzWyVzNg6WWUyzb0Wh16vYbdkoFd00C7YaDaLPa7Gsm0zGEbEBc5xV9+doR/8/df4WdHg3W2qQojSWAkKe7d2xUB+PD2Hh7dvoFbO5voXTEepoeIGE3DEuGN6xXuzyuqiorGfbOHKPbg+sRwF0IwMZKGiN909K4NFJJRW2CgCTcRBzCH9DkxTyHI0NfrgwpSK0JmCTZKpk3ziEXyjwI9N2DkphDDXDfEwvWw9Ejai5DpKlIO93Mgmp9NqYZyucNkaixWLhZeAD/O4Sc5pm6AySrA3Isw9SIsOMDPXGG1JE7mTCWlCtKLYg712gRaZKFLNujaDXz9F8TBrpG7FLqvSzRRaTlwn01xVENOAVjE12un7VqmW2efFwjoQrj7z2UAF5reN8W9NYp67d4t/uaX8t91/vgvv7IvyGZFAaYuMoIo5rMPUeQ4UwjjcZSR+XUW6rUzmIO8dHOK+EsSjQjeFMG/jjqXfp3g94t2jOyXjTyAkYUohT7MwIeekZ4XQ8sDaLkr8NimFqOpRTC1DCWVfY6i3yF0wyxBRKFacNyF2EmBWNxjZQeVkg2d+GJCNuNU+md+EmOW+FimgcTD0f1bouArbvRcXOUUgOn+pfOVDmOKvzyPmW9KPLAieDkDAzfG0E2Q6aZkoVbqdTS6G2h2u2h3N9DqdNfUOVv2fhR9/dUS7myG1XwKk30qcQtXYdY6gGljPp9jPptLb9IwDRGPG80mGo2mCL50+9IZy/dfIOVpbqATvzDz6Byo5jZpjYknHYj5xByqZX+a3y+9mDWO+RpXTHc9xWDG/JHyswhcLAJPhGAOufNYyAUg2bBF75kngxAA+FWGBBSYFUuQuiL+WhSpTWSuL+XSYMNGXZ6hLAMhRb48X424feMYVonDMBUZ9neX7MeupM/HijxXXKYU89ifIi3hqj8QY9WK2H+eFzzTNUbgaFitfCneDxYe8dyxCP8iAMt5VLwXHgy+ErYpeXpSAJb3tEaqi6H92sq/HuCQnGTuidYDHJLlzQ1LjiJqrtWQ+x5760HgYy4CsLvu/enwvEiqVnOwvdVCi1ntmoGaZiJdTZG40wJdS/qd3Fpy2GUDv/vkvlSNZqPcl8gU1bKh2rY0YxXdRD6bIh+NkTBCUc2RkcDXrEvRqc1zmuevxqEEDjOkqeT9hpc9hFc96EsXlh9J1rIbB3IOINKQR5pQJOdBIr+v2m3C2WgISZAmmXg2QzQeI/NjIXLRpBHkKgIo8JDBVXJ4EeBSx091xGYFsVFBWCpLeZkqIvDCizCbLbFyAzitJpxmE6lRQqQZmEwn6J2fYHB1jFojQr0Ro9rQ4TCD12BUFPOvK9js2FKmOoChDCWmyRMaY4qV9DtyjCioLnNsbdbw8LCNsqHi1bMxeudLfPDuJj54dwPVdIWSO5EB5ikNfoGCN0cBjo5DXM1yDFaKPGdqLVK/FMymCWbTFHfvV3H3QRW/csvB9/ar6KrApz8e4Oc/GeCLSMGXEcmDJm53LehZjtdHS5xeelBaCtSWikf3bbz/yIEZZhi8cHH5zMXFLMf5NIfTLUmP58HdCn71YQ23N3SML0YY0wFsaEJPsNj/Yu87BC5PAlychBhWTAzJ8dVKsPKSNCK8lYsk9nHjfgU371dwce7j5fMVLNPCvdsbOLzZRrqcI1nOcT52cTT0MCKhLdaFAELxt1ED6laKmp3BXzLSysByTjIgIyo4sV08j3Zvqbj3WMfhTRu3a21s6TU8/fEQT/9hCL+cIGnlmEQ5eoMc46mCh3eqUuWpAqWX42gc4kfzFZ6HpG/yPkGdKYSuBHDEwKRgo6Hj0UYVb29W4fYWWPUWmHgphjQflTVsbJtod3SUkwzlmD31Gnb2G9A5+HU6xux4gsvAwFWg42SW4mQa42rOcwXIDArANh48qWDTSLGppxheUQAOMZmnqGwpUmWlI3V67OHzLwboD1zR8UjH5DXBlU/EIaQ0hl3R0W6yl2shWAHBEnDaERpbIQ73NXxww8JuRcPxlyscf7nEJXQpGkx2Oibo9bg4DcRs4dFxn6hCYbGEjmZI1ADJKkTAE6GflXMknMunxqZn8lzN3BQpo9V6GQaXKVauRtVDBkUSO0Zqx4Inz1NBlELhME6WI2Lci5KhoWto0FRX5mAIiRwKKoaBsqpjOYklqpA46ijO0dlScPuehnv3NGxoGrp0PiPDlNnn0xS9swyrsYq61UDNaiCcegimHqJShLiZoNRUcGPLwc0tB7PFUmrBmLYrVSjJMzNDYKt4fKeLx7c34M7nGPVHSPh5WzaMsoWAplN3ga+OTXz+ysZ4zru/ruTEre7ctLFz08J0XOT96lYGpwOUKjIzJdwIZo2wWUfxyjBTcVhwwUBBcurqmHqa2KErtoIqETy2CbusYTabSy2XCZZLZrgVs3J82HVbDrptR6bv1Jzujggpi3NVa1wF8+Z8ilyKipKhFWJto4SarWM2mWE2naFebaHb3kIYpRgMx+iNRl9jAZiTlUQGspT5OmuRx6DYimIhpKuwLaICDVmsc2EcxLksHpg3w06/zinIGMI89/haSipUqvAxsSy+YKkR80QxJGtDVy2UrARmJRKXGN2u/P1E63NahG6cRkcXtLTlEP9LdK6HxZyCZS4ZcLWGJflozBNczZkVkkpTUtfzYrqTFv9litWUeX3ccJRkwyG5n34kQp/TIP6aK082uYm8jCWDSJKTZPGoSCYykdic1CBmllOePPjlsoVWq4lmq45SOUPJ4sXione2xGTERUYs/5aYReaz8QClzG0NMgQup8yI1aHgKcsLySoosDwyVllkmaQKynxQl8jd1yRLVTW5M8qRl2gvDSTcPY8VyaUV1YVB24aKu4+2pOiSHg+XGNDSf7TCtMdsBqMoLtIld2OdhcHVDVdLaQ5b0NGFkMPpLDpGb96rYvfAgh+4CHwXg7McvSNVsmaJimZTmW5PEQTpJE51RH4Od8kmdSHms0yLVUwnFrhK7u/ofGXGNrPEeCA4GppI3qSzqQvympKh4Ht9BZlbOJYLwU0vmtEi3NIixIk/TiAWi1CiMVhygJTCHUvnGxvXdEaxbE7I2Pw5hUs8jjj5mCBgtgJznylQZbFkW8jPWU+1cpNKJPvWVhM7uxQtOHVaTH+PhksMh0sRmKVC3vAKdLG4g1NO3RSDBeLQUou8LJkCZ+YfF6R00a/F38KbzCnB65y1HPW6jXbLgVmmWB1Ifh1FCl4zMhCh6DJB5C3oFOfkt4VS1YbG3FAjWOev8LpQ4K6IwU5QsTllqqFes1GvV6RpMZ3MsJgukdBp7qly/IhW4jVnWXSEEckZw1vEX7uqyyVVcg7qdWaY1tHu1nF2OsHZKYVj7m3owlQkyyIOOVHEySTi5FnFYtv3c0HCC1lLJW41l8kdDl441TJKto5Epo5iNLvMgiSiW5UMZW9Fp2go5U9yBONcjnVzo4pau4xynZsTYlZcuK6LxVWK+UXRSKg4GpyaiuZ2huZWhjguIfDKMmSzmlPsTATpqjPDgblUstAvNro8fwLmOK9y/MZvPsQPfvMhVoslvvz8NSbjKWr1sgjQqaMjreiYDFKMzxIs+iEWV3NkfoTf++OH+N0/eoT+ZIDnr47x8osR3vzUh9fP8StPtvCdJ1v48rSHL096WLoJ8kSXaf27d6q4e7cGpUILrYnTqwW+eDFA/3gBdZCiHhn4V3/yq/hX//y7+Junz/Fv/voneHnah8J7SKDCneVYTXPcf7yDxx/dQK2jY+VPMZktcPpmhdM3rkz0I0/QbpvY3OT5R6d5KKLwcMBnTCIPd157Fc3AbqmC7XIFFWa/lg1MVh768xUWboCVWzSFeI1FiYKNDRO7OybabR31Kp2ZJrZuONi+6eDkfIGTswXGk0Ac5e6KTgNTajkMpVp1BQf7Oh49auH7PzjEk/d3cNY/leJGlXgU5hOfXIY4vQwFFc46uFfFvSd1qOUS+iNgNtVhhFXoQRVKaQilPMSNZorDtobDjRa2t97D1tZ7eHb2Es/OXuDzl5f4/Gkfq4WH2xsm7mxX8eSd9/Dk7feQ6lOssnMswiH6iz6uJmN8/kUudbDTwKPDNra7tlx3FWJTKox2yPEXfzGUciM6zYs8cHfGz4holViKWXlhkmJzy8Rv/kYT779XRe9sit7pDBcXOS7PFeRaCdu369jYt5Hlc+SYwS4ZkjFkGTZMrQqdCCZipuI5Vp4qNZkHmC44yKVg9+A2dvdv4YufHeHLnx7h3p6D/+LXb0jWTIgJltEUP/rCwz984aKca2gZnCZVsJhkcu+pNw3UWgZevPTwi18soZYV3H/iYPd26WvKhT+NEEwLROFmu4ytDQvdThld5v3mzANhHjVweqHg+DzG0dkMZxeLAj8W59BIgzAplBM1pkHnCL/GoZsUJStHyc5QcaqoOxsom87XIq9lp5JNq6gciGP2e4yAGVgRN+QqXE+BHxTxGHxcN/leHB0B4z3mfIYVrhai67s7XLto8GYJvHmCaBkhXkWS3/zwvRq6+yWcXvlSg6MYw6NEzsc4hWDHHz5p4uGTFq6OffROfMQh31cRU9Fom6g2TWSc1ub6RI+R6UVu/eh0hfGZi+lQwWzIJkwxOEaaiQy1UYjnU5HNLCuFUU7Q7FhodSuoNkxEyQphuoKqO1B1uubr2NxsIYkyfPXFGY5f9VBt5nCagO3ksLlh4OAqn2MJh2BURCQ5XGMBU0WemYGryGDN5DJBZ8tEZ5M4cU2GykjS4bCWHwRo1oFGHei0G+i0N8XNsApXmHtLXJx7uDxzZT0mx6JMxH5FnMvMjOVAoOtyzeWi2Wri/v1DbG1ty/PIXSQokyJicco8EgIG400iZiVTLA+KWkxCTAY+wlVSOI8MDQ6HwhwTt+40cPdeG3Z1Di95Az96IxO9uW/DrJZRbpTQH3v47IsBTo596MoGdGwg0UZItRHYx9vYIybcxNUxcHXCqWQHG00HZSeEanOy3cfVaY7pUMPW9ga2tzZQa3twWnMZuFnOU6yWCmqVbVQr24Kom07GshaxnbI00TmUxMiBYY/47hUMZultMTOa6MKK1PAywegyRrWeY/tGjkqV91EPURhIzlOrXcIG88iajqw2Fisf85WLOA+Q5AF0vQ5Db2E6VnDETNteUFxbFqkNjAZI4K8sLMdVhIEBtepCc1zUGgnqdTpdVMz7OrxJGYlfRRY44jZhFRhT5gorkrZDokyn20an28KwP8PFaR9+uIRRCeE0QxwcBDi4Ech1q6oJxmyGDFTMlwWNQ8lNpPM2knkHyJnhSJpB0aS8zgYt8JmFUymKfQTRAnG6lGuiVufghSF5RWDON3OEM2ZXh0jTAO09Zg8xX2sF352LgGNX66hU61iI8BBBA++xNSCwsOwpcEfF+p4vwWwsUWrPYTXObWEBAAAgAElEQVSWsJzCpe4ty/AWFuZDB7O+g1bbwdtPHGztGehfrNC7WGHatzDtc5CJw8CJxPAUA4VsgGpSquZCN+ewaws0tn1UO/yMmccWolW1sNFwBMXfG8UYTGI4zEPa0IDARrawMbkycXJkYDFXsXuQYXc/x1uPY7z1OMGop+Lzjw2cvTYxn7FBbcs9k9PfZsmDba2wf6OMX/3oFh6+s42nX53hy+dnuCQh5px7HKL4OqgzG34yxnjCvCUi/R1BqxboUw7RFa45ye6l80wMQr/M4ZPdt+T+yqprLYTI/yfreDosWddZrLwnSuatZHBe5wlzncxNj3SJ17nAxXlC1GYYMU83BHQPTkPBw8ebePhkE4tFKHX22sWbLxeYjzIR/my6MOV84hDhdVZxIbYUwYHFe1t/Wf/eQqwpXtu1oLP+N2uJUgSf9WtfazfyPn/5M6+zhK+dhzzHvpl5XGAxr/9cZ4j+Mn+4iLT6+o/05/gb2QgpMpKvyUgyP6vwuimeJxzmZIO8yDAuvl/+Df93If0INSbPfajE+xKDy5fDAW7G1kQBkjj4ev/C2CQ6iBQlgsGBepWZnBQEmfHKxsf65UijXRWS1ZKoCXBAnpSUkgx9EsLGoUSf+bFcn4uwVsQwSMYq98wxHZxEMzOzd110p8TExcYiHknc0zok+BuJyXLu8Xkk9Le1HsDPn8WhcBK0eJwo2tA9yP4J96GyT+XSRCtyIflzGEnDPYTQsRRmmFqoEIGjKOL+Y1PWZoQY89HVHKbCQWjIOk5yDNc4adLg2MznK2KmKeNoVNOCYpax1ahgu27j1nYNN7dq2Ok468F4De5wBnc0x59/8hL/0199jo9f96FSjKGYxIH5JEG9VkGrVcWdmzv4ze8+wQeP7uLozRscvXmNwdzDaBWiXKniYG8X+9tb2O+0sd9uIwgWMqDF5v3KJ643EZGEebnCnFsL43LNSOIjkbs57JKJSskQdwb7JxTnGjUH9WoFJScXCgvFRVk8rd2/vJQVxkITk+kVlDg3Tou+FbsPZRt52eKJIviYiOu6ZYDlbIXReIrpfImS5cC0HCS5hihVRBBeMNOVBBbGZoU0gBiCUaHTk01tisBrEmwh41L84juhUCpfi7p28JI6JVm8QtYqsNA0OhCBze/P+P3/SNz9ZZ74N8/CX94nrnPRvykOX18rci+Q/yv6LsW9Y/117f4s7i/sQBX3VLme5dwuxES5r8k9t7gvFxmzRU44Bxq+vjN/7TReO4/Xt71iYJARS5nU2gOMjEPvopxRbE2g5TGMOIUZJYUrnJc5N+XZCnruoZYHqLLJnzETdQFNhq2LHgFFZMbaSJYvhy2iCHEQyH2jUW2gUamjpHFAoYQkZDRaJCjXWeyJAHydOS6C7/o81MRRz0uxyHgOmQebUrhK4UdErnOPQWKfjtiwEZs2TGacV6twiPWtN+HU6tJsZpxMuUyXLg0rnH0NkYQBfHeJwF3IuUDUdNmpwW5twXQaRb5uyv5m4c4Vuh4dv+v8dJ4BIrqSbCh5s4aIeLxR8r8FsxX82UpQ2owcpHGG5yu9Jnx9REZLfrE4dymEFgj64veQEFfc74nR5tAmjT3XefEUXFniguV3immiuKavRXgOptiOI2I192Z83/PxGIvRGOPREKPhQFDuG5tdEUl5P2OE3Tp4XpzLdBzz6zVmmn1t6Z2PRpgNB1gtFgjp5o0LQV8Q3DG/xjL4wRxpxnjRuV3ExBWUvQIbXRD2CgLD+vksou4ay75ed/A5d321yUyHVlwH8l+l91g8mHiO8DqXJyZNPQDaraaIwJr0jzmw6mPJ1xzSAVyGbZUQMm84jOV79/Z30KlXUU1TVNMEk9kE09kEMR9qxDnz2ROnQo19Z7eKd3aq2OtaQtRy6nWoVhOq3URulpCXTKhxBJViDx3AMd3BiQwOMHc+9AMpDu/oTkUc2zQpEN3tX13Bv+yJA9gOYqhRgCAuiJmJmyJ2MyzdCHO613i+NGuw23VBJ7MyionzJWIvkpi5iM9kzUDItb7C65u9HwqDmmQET0IF4xDwdB2uriGV108EYQl5TlIG97+GDJYvE+KBfcyXMyxmEyznI5QrvlSlUYbTcGCYDWR5G4ZG052BjaYBRMfI4xNErgtP4vaI++c6QsUszDAnWXHDxoPbNZQUFS+fznB15uHxOxtStXwFy59KjCZfb99VcHwa4ug0xHClYhRo0CwV3U1mvDIfOMbgMsHDD9t4+J0OPtyx8d26iUaU4Ecf9/APH/fwpa/gqU/SqY0HezVYioqjoznOLpeIHVXq/ccVfPRhFbUsw+Slhz6H6S8SPLtMUWZE3g0dj+47+MHbHdzfKqN/OsHgdIxEzUT053VVLVkyJDU49zA4dzEp2ZgQl2+XUWcfmuTX5RKB78FmvFtTxXAa47IfoVNv4527N/Hw1h4Gp6/RP32D/jxAb5liRKGN+cWZgq2Ogc2uIfu9Ri1BEtlwFw2sVgbG0xnGs7ncp9mf2L+t4q3HukS1beY1VAMLP/vxBD//8QR6K0f1QMEigWTnDscKvvtkC7/6ZAvZxQru8wleD1z8xIvwOs1RrdpwqhWUlUCK5qWSlaFWUXC3U8LdThnpMkS2CLCKVMxojjKYDa2iXlNRNQHHALZadex0mqAjc3YxwPBsgOOViuOVhtNpJjWYc0CM0V0K7r5bkrrjqFKjqwhPnwXoT2KYTQVGU4FjbcKxNzHquzh+1cdwsESSqYhpMJPi/ULuQLDKmlA1nYoBb5HBm6dw2gnqWykOb5r48L6DGw0Dgy89DJ56eOPneB1kKNU0bG0Yoiuyj0t89GU/xsUgJtwRBnvaFR0dp4RG2YA/DeBPAgRajqAE6IwFq+USQ1fJM1TyHNNxjkE/x3ymwvdM+JGGxMwRG+sbpBjlCgoEn0EkGDMuo6LQ8avAtFPo9VTEZZ2Ux5QmM+orRbSnZmTYaCu4uaPhzq6OLcfEZsXEKgbGPnHqMV4eBxhMUzTbDprtCpphilaYIECEkRYgMFLRXeyqgfk0wWKaSlycUFKppND05yg4bDi416jA9UOMV4x2BYJVGcGKBFQPiuLhaqridKRjGXAdpKk5rdN7N+vYu9nA5fkUV+czCa7eukW2Nqcb2Tjgg7fAqYrwK9hfNsi4EdfhRiV4cVka5GkSQFVjcQ9yQoZ5hBQ/ljO+cC5IijGjilXC4eE27t3bhgRk5pE8NNzAgx9SWA3hM3fUV6Sqjo5O20SbWYE1B1W7BNcdw3PHUJUGTL2L0SjBm6MRjs9GKDcVCX6OQx2BZyJmVmhUIGDLglTN0G4a6DQN0MEn2D9BCehSXsTpqQDjXoDBsY/ZkIhGLiAUtLYdtLYccS8uVysEqwSxByQ+NyVlGGoJ7Q1dmqW0h3t+kdM7uQgxuYhw815Lqr2jo97l4irC6ckcpyczuBSZXeDgRgvvPtlFvW7h4mQpeMavG1D8easYs3GM2TDFYpzDcooQ84hYIDcUt2q9WxZsAsUk1tKlKLGSyYBrd2Igrm+6eFPBulKIpRPLqdSw2d1Ft7uBejNHvZXj6mKK4zcjXJ3NMR16mI09OSkrNT6wi9kxNnR9l6JWkdUrzmsu/FU6U1XB0XIdwXOKTuOqU5F85zIdg2VV3JWFzJdAV11oqicLJeqeQiXRFJTLBg5ubmH/5ra4iHjTGV6tMLpaYNr34C/ogl8jnxNm2yhyg5A8ZqJYsgT1DtDo5kJ44d6aGc9bNyro7lrQjQCGEaL3Cjj9QhVLf8YxYp3ioSnYXTpJY5+iIyk+Baqa4jwHJKwKBbyiccAJELmGfG7W+QZ4YdBayw1FAqOSw9nRYHfp2C2wQv44gzvIkLjE+tKsSeykjpLFYrNXhW4rUCoKVJuOJVOKubnEitNxxKYzmxdOtYRqtQyTudwmBxGIU6crK8GCDdUlmwBFM5t4d6IxZGPBXO4UaNRM1GsmDg838eCtHXB6stebF3U5w9XVDCW7cB6z4ey7LEVEUg5N0LFmE1vBqbw8Rl7sXpFTwC36UcVCc42bEcGcyFBq0CmpACXJR+Ehg0Zkdwy9tMaT64o4hpejHNMrTmIZ6O5toLPXhaIvoOhzOdeZE8wcj8XCh++H6Gza6GzY6HQ66HS6snA7OT7HxWkP7jiFN+Yuu7i3lUxNHlh0FKfEVaeRiJ8kB0iDwlKEHnD33g7u3N/Fp59c4LNPLuSh5xAPa9LNzBxJD1lIhH3hyqdTjV2iRMllUpsDNmy+EpmkZSnKJSJemD2gYJUkUjsHJnYOSqhVSiirJnKigfsLXPaXcK8UeFc8tXRYDRP1jTK6+1U0NssYDqYYDSdY9lKsepwgZ+O5mAozaxHMWogoLCNwbUHi8oPnBofnBAdoFDWEokZyfnBRk8YZplc5Zj3gd//Ld/B7v/8OAn+Jr56+xnI2R7dTEUStx3ufCcxGKaY9lo/h8RTBLMBv/deP8U/+6bvoja/w/NUrvH46xOlnHuKxiu99eAMffecGPn56go+fnWI0Zk4nj7WJDz7YwAcfbiDUgUADTnoLfPV6jMHpClo/RSMw8d/9y1/Df/svfw1/9fQZ/ue//ns8P+khZ4wns5D5oJ+qOHx3B2//2r4cnzgLsFgu8fLZEC+eDeRepas5Go0S2m0LjYYpzydmvoyGCcajpHgAB0DVKOGtbhu3W3WswgBuFIgDkCI/hw165xQrfMSKBrbLb9+18OAtCzvbJTRqGqp1HaWaAbOu47Ofj6Rmcw5C8Trg8IkO3zOQeYnUvdsqvvOhjg8/2MCTx2/j7t1beHb8Ak+PXyJkNliUYzyJ8PS5i1cnfjFtbeq4/aCB+++2Bf388kWE6YgLkn3c3tnD6eVXOLl8hgMnwbtbFt7Z72Jz/z1sHryHn795hU+PXuPV0QWOj3ow4hC/clDD+zc62Lz5PWzd+gjj8BNcLP8cw+UZehNgQIyxy4Ep4PFbu/i19w+w2WohjYg9Jx53hCAd4l//aR//+k97kkNW21RQrqqYDkqY9Hk/C2CUAmzt6bhxaOH+wwref9LA4R0bX/28j68+7UFTCoxgo1XFzq0mOtsVDAd9jIZ9ptbDNky0nBa223uo2VXM/T7mXh+ur2PlaRhMXAwmC0Eo7+3dx/7+fXzyt8/wyd89w+NHm/hnf/QebvL3nX6Jr85e4atzBc/Z4I80WKmKaJKj9zLE4iLB3QcmDu+X8OrYx6dfrpDbGm5/UMXm7bJsenlf7r/2pRwzx2ZHwZ39Er737gY+eqf79eJ45unor0y8PAvxDz+9xM8/HyByM8QuN+9G4c5g407yneh0jaCYnKo25Tzl5HyztYl6o46SwyzzBIrKrHs29GeYTpkZxcU5Rd2C5MFmHO9DCfHqmoqaYaHKhR6D5dMInqtgtVRFbO3uaGh2NWiZIhPx816AyWWAegN48F4JGwcGepMcfR6bI0YD8BnDnDIuiDXsHFSwc6OCk2ceTp56kh3PP7WmgdsPqrhx6MjG1mHuXzkGysyS9zE8m2N4usLVsSIiYxymyOkIYIORTVRNk8EjVsmJYFZiGbJrcg3UYvMqRKaGWC4ULBaQBsTbj+/CKpfw/Nkxjl6fy6qDz6daI0ejXZA+xBjCVISUmH1GRySCXhRUM7FGvorRWYrRaYpaG7JOKldK0EolaS4LrcP3UbG45i0E4M2tLdiOBS8hws3FyZslTt8sZViJ2fF2xZDBkFqD4k6BnFsuiK4P0Wp18fbbj7Czs4PpeI7paIEq18M1B74XYz5zxQFwHUNB1Lbgtscp5sMU/txH6s+g5R7u3dvH4f0D3Lpbw63DCmIMcNZ7hsv+S3ScLbQrW4jVCH6+wuVghecvVrg4T6BLQk8HqTpCoo3htBS0tyzBXo4uNIwuVVTLKmqWBruWwGowbiPF2WsNwysDN27VcXCrDqceouy4kglJsS6NDTQbN9Cq38DTXxzj4x99KU7vh49v4uBmF4nguGO8/OIKL7+4RK7HqG3osBsUsulMq+DyTYjLowDVuoL9OzrqLTbCCFvzsbPbwPYu7yFV3LvrIAxivH6zwPPnU1z1Fri8WsB3K4j8OtyFidlEkeGsRltFs8NpXw9mmfEbBmYDG0GgQ68FMOoBavUE9QbpGsD0imsSA9GygtizYLCxqVMMIaKQ5yrVkVzW6Du729jZ3ULvYozj1xfwoxmsZoBa28f2jo/tbV+cEFz7ThbA1QhYuByG5JCjjnS+gXS2AQVlodQUA5xF5uK1CCbNU677Eja2FogTCrKK0HuIrGO8ggjIii2eEMYfUNDauBVh8zYpRz4WpBREGewqG78VwQyufB9qXkZZrSP3Laz6qgjA67RLaM4Cep3vZ4lKw4dVCxG4BgLPwOSqivFFDY2Gg4fvVrC1a2A8cDEeuhhflTG5KotAVyozU3TtxmecFI0ZIfH7HqoOf+4KlY6LcpPvjXvIEDXbQLPKoS0N01khmDsdDdWuhmRVQjQ1RWS+OrewXBjobIRod0M8epLi4ZMU8ynw8gsNlyc6JsMqpqOq7E2DyBcE396NHIf3bXzw4RZu32ngb//2En/zN5dYzDi8SzRtFbVaCxW7Luuu4XACVaFYW5av13mRX4uTMhhZiA0U6a6FEBEn1iJc8Xdicyqa4BrxYwUOk3E2HjPtUpKb1oIxs8NFqOR6m2hT/pGpbxn+ZbOfLinPL7D5JSdGvaPhwTsd3H+ni9HAx3AQ4OLIw/lLT4bmiP/lev46k/P6/PqGrPr/EGCv/wN7yyLx/mewr98Ubb/5s34pCBXnsvShfzkJW2g/BaNyfcyKvMtr52DxrYUayXvr//1PQc65HnD/urktF8665OcW+zj+5OLnUOBcC8AUwiTmh3tLUoyKIeciu5NHX5JCkSYhsiREnPiIUx9J5iNNXClZFSqR4I6dsgmLQidxrhyE5VJc4fW+xGw5l2vbqdioVioiWvH5yyY7n+nMXCSWiM8cjQQeiqa5AVUG9yl+U2ShW5CVwvOJPfUREgdKapgMVF0fu+JIFaJLIcIXYgEHtk0ZSi+wtKEca8PUxeVVtsuwrLLQOCgGi4ggH9v6OGYFWUyGF+ikLV1HdAwxm04l77fbbMj161ia4Gp5/AoZtfiMOQx4nQGsXX8Ogp3S0elW0d6o4p2DDt496ODBThuKzsEYXvNLhNMl/uzHL/A//h+/wE9eXYkIIPjItcuP2FUK27f2tvCHv/s9/OZ338HL5y/w6sVzvDrr4+X5EE6tgSfvPsK7b93HwxsHeOvGvgjAYbiQxhvFX4pmxTmTr/NUmd1KB2NcoGDXg7QVy4RTLklWI3NMmTlXtSyJTqtzD9ekOJxBiWMhp6mZIl9JW8sDZvqGWLohAmiItZI4lBVH2KBU2IFSGYvJDMOLCwwu6WQeYDKZotXaQKu9AdO0xUGW5IyzSERIGs9XGC1codrALCHiEFsYCV5a9iTcl8snwlGHohmaggSsItqNKqWIN+viepL4a+LDxUHIPgAFYPGecth7LdiuncDfdAT/4+v/+n74zeEOGXQS4Zb9hetai+6/lGyLe8f6/iPXjvLNKnJ8Y15sHKhfO5mv81sz+dzEZ7kWwK7JM7wfXN+TCnmYgr2WptDFBS9SvyBo6cqW2836fNbp5GbRoUpUGeNOOKCYurBTHxVmrUV9KGEfphaL+YVu8RJNCDpzb0MoaYjEdxGuVhJy1W200a63YJs2bNOSflBA12UUYM61ZsIomrUsLW70Qvgt3NnrbOQcCEgyozkkpustQ8ABVDq2VQPldhdWawNOvSF5rhzisC1HnPgyIEBfA8V/nc8Yvl+Kp1yD+YgjvzgHdA1WtY5qZweVRhcWyUZmeS2erzHeIkqyBxFLBvL6LiKZ3hykE8odRXqKRVdDqfFkgvFkKv3jjAK/pqO9sYlOd0OGtSW3NyJKm8M47HfaMsxCxy4Fa3nG8h7AwRjJ6C2Q9nwmy+dMBX4tev4yHlETJH6lUhHxmq+H/35wdYX+1SX6/R4G/Z4M5t++dRP7e9uokX7gcK21ziVeD/zwvDRUXc6J4Ro937u6RO/iAqPJCAsOAtGUYFnQbFImi6jA2XKFi6sReqNJMfjDYUMZbOAzLhfUMz+YjH/HXtt1aLd8XutBiW+gzOV1ceBAhliKn8ehIto2WOLClmNR5CLzd7XbLXTaLXnOJHEkDmDPI8o6RqViwakwCqg4pt1uBwcHB+jW66gEK1QCFxfTKS4mExmUKNUsmLwuvBilMMaG6WOz5OPwVgsPDjfR2dqGbm9Cd7aQWRYy2xKBnetsLhCj1UIIEtRwDD4zli7C5QpauQSjUYfuOFCqNhTHhtcfwO33oa982FECjdjkxEUcuggXIcJ5iMXSw3zhIeXvqDooNaqo2CUp+BGyVYCQ8XwctqBznr3YUgl1NUKdQ9cUgCMdSx84n4U4m4ZYaYqU6tgoN6qwnAYqdgcls4EV78VhgrE/xcgbYRWsEHPQIw6glJZQzQWsmgO73oBR6gLYgam30eGAcQ2I3aeIV08RuCshpwbEWMeGOFjpGF9lCbY6Ju4f2DAyBS++XIpb9tE73Ft2UccKTjBD4IUYewp6C+DkIsbpeYRRoGNCM0ZVw96egqqd4/w4xsVxjLd/fQvvfH8L73dK+I6uwFmG+OufXuE/fXKFZx6kOu0q3rnZhqNrOD2e4uJyDtdUpb77Kw5+6zdq6Kg5li9dDJ+6+PhNjI9fJzC3geYdBe++VcVvv7OBtzYquHw9w8WbqaCFIzWWa9ixiLvVMOmtMOktsTSrWJgOKjULnWYZhpZLNvVi6QpJIcwTuBymioHdjT28d/ctPNq/jedffIIXX3yCsZtgEWkYuzmGM5oRcuxtW1KNViylKG0k8R48z8ZF/wqXvR4UesDzEDdvq3j0xMDBRgmVuQV1ZOAnnyyk6tsKdu9r8DLg+DxFf6zid753G7/967fgv+pj8PERXvTm+Hms4ESlYYmYdQeW4sFWPGh6oUmUyzn2mjr2mpoMFukcREgNuKkl5FG7nKNS5gC6KrXjNLDrNJG6PoaXPVxe9PByoeDVQsE5RdVpjtECmK1yuR5vPtRw45GGx50SHndNTHoxPn/q43IQATaknNomqrUt+Asfk14fs9EKixXXroCbQo4xCRmMuSiZNBiqMPm509z4f7H15j+TnfeV37n7WnvVu/e+stlNUqQWO5YsWzZm7JlBYgMDJED+wQDBAJkfMjOZII49jiVRJEVR7CZ77373pfaqW3dfgvO99bbb9lB4QFIk36Xq1r3P8z3nfM48g98FWtvAndsWPnvYxM2+heBJguC7BN/NE3w/T6GRmLipixaolzb00pI553fPQ6zyHIoHNJoarnQdbPgmpiexrGXJTl9Ab0MM471tBRtWhU27wmKuYDxWMBmrmI80LBcaUkWVBT2DotEsVBP45AEuRmlTEuwG6RNeDqNN6hwJNkBJL61Bk5IGxy+kp3uzBew1dVxv69hkD3TXxiJUMZqreH2W4Nv9AMfzBJ0dG+1tC/dVFfc0Fas0wX68wpgUB3qXVWA51hFMdCQ0QlJDcEqYLep/wJ6iYQ8qwqLCtKgwHGoYHugYH+lw3ASOm2KZVyB4L5GqMVWt/KaJh5/18PCHPRwfTXFyPIVqVvApDjhMwjE5ym5QFRkTiURj8LDSYNqh3qiOhhFGFyFWId2PTJjUQp0UlK8F4CIppEuUhyU+YJj63NzqYHO7Ky4lustlaKVxMMlkWySCTRIWSMIcrqULN7xBpKyuST8GxWamBxSNm3wXwarEcBJiNA1r96m47uhzM8X9Rccqv4+hlXIjoOOSSYhmQ0ena6LR1OE2LXgtCxfjJS7GQZ1yCRTBQdMJmWQFnIYFmwm3gmnADNGyQDivEM24maqxL4MtQ1ztvHDGwxTzMdODufQW795wsXfTRXdTR6uniEuAOFd2etY4hQzdvoNrt5oyDBwP+f+nMC3it0uES2JM6+Sv3OBXCizXgsVOWh6WytqRYPkKLI+DK1XeSw7huN51+gqOub64PQ+yKBKyt1fX+BBuw9AbMO0Ulp1IQnk6CaXwvj4jU7ir+24d34TT5OGvTlvXXcKJuIjYt0eMI9PJPHyK42/toms2HDQajlwrRLdQjKOwymvFEtQ41cC6N5jujk7fRpvdjqmBNNVlU0d0Jo8ldNXyEqoyXdAdZwcRzg5DxDFTp9zRkJ/OIasKwytl8TPNQw0PFXR0Ee842DKxsWXi+GWCV98SZZKhMgoo5rr712Kqq0DGaz3j71LfH0Sg5mxvnboVPE/G1FX1zh0th3pupgTHkslnzWkb0rGYxTmyuEA6L5FMK5QJh+y8mvhF6wpo3WQfsSJ9nlZPhe7T4c1BHg8jPGCXNblFDmL1gZ6LYiyFVf65pDjLg6S4wilQQ5YorkR3CZJckWT8znYHO1udWrMm0oQ9qGP2e3ComyJJiIqvXakUDLOkXrJxzvmeaNLXJG8McUY0ClD8pcjGGyUd4+triBjouqOH5wZN+nN5WCBpgG4a1Uig6kzh6HIPql2KkM/BfFwiDlQ0ez6afU8ED1VPpD+SYi0HoHRUWz4fVq6gNNkdyUQOr8vZbILFbIEs0KUXgGaRIlsPU2lGIA6f7nvLkodctGQSqoJjaYKb3b3Sw97VHr777gzff3cmGwUiklSDPaNECqfQKx727bVPud5OM9nLNHSNm6h/V5MueId9zgUUPceCm5BVgd6mhv6mLmIP+8o5VGbKlFiv8FxFeK6hJq1X0ind2XXR2nTqzmmtwJCo7mcx8rBEq6Wj2dLgDTJ4gxRhoGMxMQTP32xZkiyZjEpZihrJ4v3B94lNUiRlNT7JcPPGliwVCVbBGFmSwETdXW3tAOZOhSRUEc41LIY5Tl8tEIxT/OlfP8Sf/NWHOB2f4dmLl3jz3QiHv4uRjXT85LOr+IPPruKLx/v48sm+YPmJ0ib69tNPN/DZZ5tYFImsk/OwubkAACAASURBVGmIw/MAwSiBOy0xyA389b/7gay/f/EM//vnX+DZ4QXyBUAdIFqaiBcmrt3v4e4nA7QHlpgRmLB78fQcL55ewDY5XKXDs96kkGxh23SuccNQYsk+0FmBaFqgadr45M4mbu918OZ0KuvmXhePbm8iS0r8+qsjPHl2gavX2rh2vQWPPb8tptpyeA43rZUMW7iINDk9jMU8o/AwqRBvAllllKCKUtzY1vHRHQeP7vbw4B4PlFv46tkrfPn0lSSyorTCbJHj+CSTuoLtvR529rqw3Qqmlclz6O3zDMuximvX+7h2rY/9N2c4eHuKR3s6/vSjBv7ooy109j5Cd+9j/M2vvpI1npyJQ32z2cAP73yMB1fvibOcqKRx/Bqj+BniKoRiNaGYvnRFc/hYRBWykIK6Cc/3oRoahrMRhvMxfvf7AN98GyAriTy3YNoGUtZirbg/iGDbMa5cM3DvAwc3bro1jrtr4Xw/xNl+KAfLTtcTYZH4unmUYjQNMJos5dClFBoc1UXLaME3bWh2Bs3JsAgzLKMMyzCT3tksU9C0u2jZHXhmKWtzx8SVmx5KI8N3b87w4mCEMNYRxhpmrIEYZVjQfHVUIJ2U+PAjFx8+cjBeZji8iCC6pkNEtIY04jOtRLZMkC1TEf9v3PDkEKEFFbRVVe9J9ErE7P5mR4ZRz/eHeLk/kjT32+MEbIGqdFMGGzyA85lZcAiU87DBA7+OVqeBnet96TNexfWhVKgOVQJdi2BoNDdlghkmNaSkoKxZyDVF3NccaOupDo3EimQhiwLukqVFUOG3TPgtA+0GDyQadPaj5KyLKKXHxWoWmCyBSaBgdFphdELxkp1cHOIC/W0bgy0L8/NSVhzQJEi0MrC5W4vLYawKXpnPZ7tJlCRhGTro+piN2LfDziGmCkIhFfDzQtS3ONM5tDATqGYCp0lstQG/pYnAYTVyTC6A8QUPQy1cvbYhmGgZfpUFzk4nODuboNFmmpepz3VNQgEspwoWUxqbSnHUc+ihq6ylUDE+Jl6/RKtbotUrYXlEjdFyqtU1BwkHb/wM8Pv66BMj1rahWAUKJcXhqwUOXi7kHsfBlmVraLZJiGF3USkrSUukSQHbbqLX3YFrtzAbBpgPA/Q2G+htNcRUt5xTsM+gWmIqr5H3vFctdKRLC3qpousX6LaAnZ0Gdrab8Nox7GaAtJpgvhpiGU7Q9bfR9bawTAKMwzHORysc0cA4ZvKsB63s1uXn5hKmV8JpcF+iI488FLEn/VpVGsPxM3H3ZnQ5vzQxOrVw666Pm/ca8FspbJ8HWVYlULCzsJp7WM1dHL2d4e2rkexdtnab2GR39YYi6+wgxvlhjPmSHfdTEfY7PQvdvo3ZUMN8qKPRVLG9p6DZ4Xu1gqYn6HZoTPKgw4BW6ljM2A8e4+wsQpSGiNIIScxaD6LjXRSZwxwrTKeA5eZQ9SVUY4EktBDO2kgzAyp//sZK3OCtNhMDGpYXJoKxiXBmIl4SFU8TmymJEX6G+NwX8olO48k2dve2cXE6xf7rU2TVHM2NCK1BhG4nQKcbiNhD0Wm+ormGh+o6CUsqRjHfQTnbhQITKpOyRJdLWuUf/5AUu0BdUlSIpA/b9gDLren0JA4VhQkVtiSChaGmJNi+E8mKohTnR9wjVGi0Lbl2oyyRxLkKB7bSFgE4HALhmPsm1r7Q1LSC1Z3D6S7htlawm6HsBeJIw/jYx/CghYbv494jRwTg+TSWRfF3csoPnyLJa511Kevhe8RzWFSi26mwu0ujRoTKGaOwJgjiGAEFYE9Dr2UiTzSMx8B0CjT6Oho90l0spHMb8wsX5ycNrJYUWkK0uys8+LjEBx/X56njNzrOj3WcHto4O3LWqZoct+7a+PTHDdy+p6LVXsEwQvzy71L88u8SScORuOQ4PhybpuSmnJcmY1rp62QZB9h8jS9bpdZS27t0zWVX4fuiKM8m9V69FngpwnIxJcW1XC4xnU5FBKxNtrVASSQhFHJjSfXhUJgyAZNZtSAaEB27WomLneaV7oaOWx+0cfuDDk5PIpydxDg7SHD+NkE4J83Hle9Xp+U4FK/FvPdF3feF2su/vhR1+D05PP7vdXm+E3ffu27fF4Au//llClCu8EtR+H1l9/LCX4eH63+07rz5Rxlondyt09SSapI0tvCp/sUfUuciSvM6Xf3e732ZTONejbhY/o6cANR4TULWSNCpjaP1548ErqwmW9Foka9QZiEMtZIEsKVUUpGiFzlWSVyjTLMYSR7Bdi10O210iZLgwL6oBBe6mC+EWCT4DkkA1+uSHkUh5TIFXAvkigghXDyPkzBBAZj/3mUKjC9LRgpSShQe7yk1KldqpJhcKmskK40LdfKXcyGey4hxpaGeRlfuUS7JVXU6kmdZ4movzTBMq01ncwSrAL12E91OEw1bh0f6EDUGUqlEfCOWV37ld6vOnqnQylrs1mzW61S41XfwYODj/kYTnVYP3WZPui7VosKX35/jP/1qH18+P8Xpco7harmW5DizoLErxXa/hZ9++gCfPriJcMkheoBnb47x+OWB7L1uXb+CaztbGLgOBq4Lw2AgoqoTkG5T0rXKOhyRUxChmZb4XvYmM3mdJCKSOJYhcy12s/FgTkGOcy3H1HFlu4297bZgsEUwJpGLlyD3A3GCggLwciXiBC1ZqsFUmwvV8aHZPsaLAJM5qScVctVAmOaYTKeYL5fSm8ykpgi5pLHxZM/XtWTaN5X+VOnL5TXN1EvBn7+SLksumgeZ7MmKdcKnYGpUkTQxvwbfo0sjBt9/6T+WVV+iMsigEUYc4P/yj8vP/X8P/fy+6UTuBWuDQp365RToXQ647vJ978uLILamE0gOeE0d4FXEZCRNkJekAo4rLo1UdfpzfSeROVJN6+L1fekhqbNNdeWNVlTS5lUbfWjkUFDIX/LrFFDZh8wuZ84XVAOVZkrtXppHqAp2BKdwadxJl6iyBUwlh6WV8PQKTavunrSrGBapJcEU0XwkgnC30UCbBi3HE1GS7xvvCzQ1XCZDL531NcD7EjVQI4DjnEnyAqVuozRsFFyaicp0oBG1bnsw/QbMRkPOD0QkswbNc3y4lvduJsg0L+esYhXgLYniv9S1EEnOewPNIj6cBs+lTRiqBpPVdqTWpaQmsLu47jCmYYUzKqKLOcPlPJr1KjnfEyZmKbUsFogWC7m+KQAzAcz9t2HZaPd6aHd7dUeupILrd0qEfkOX+9llarxMMhQ8D9LIwdRyGte4YM6Jibum+Edj5+V1s0YjVxlnXSTDrDA8v8BkNEKccn8UCxmBM6Nut42d7U0M+h1JKjL9zxojIqDZycugFOklURDJuYYktelkgnkYYJlGsphuXiWJCPJEdFMAjtNc+r95L1iSMyzK7ZrAIZ3b71xS78gj73/i3j1j398zCu1ibWxYfz0ONutubH75dd/2+rnIWfvmYIDNjYF0/xJ5Taw276cUhMUcRIF9fb1xDtBpt8X84hAJm7ODPBHBg/NAGol4vyC+VU0TNJRY1pWBJ2SH7e1NdAZb6GztQesOoHUG0Pnc5XsbrZDOJyiCOfQshkbzVZagylMorCpwalqEwvOZaSMjnY9FnRR/+Qxlb/baLFWFKcpVKqGG2WRao9dtHZptSoCNP79K3O+K8+1U6A9BWiA0dISGgYZaosmqxiTFMowRxDkmsYIJSVJ+g4NIFIaGgkha3m9zUhhpCOGcxEeMHFGVgE3WOU0+DDIpY+TKSOgOCvF+2gCKsgdD76HnZ+g2UuSrb5CtvkEUzIQSSmrpKjdkpTphpQo2OipubGhQ0xLPnoQ42s9w70FXVlcJ0czmEiQjBvhUkpaFrBH31JkBv8PnoIpeS8HouMTopMT2xz62P27gk5aJP1R1tIIcf/94gv/vyRjPQ+B5WEmn873dntQnnB6McHY6w1xVMFMV/PR/aOEv/ryLvlpi/nSO82/n+GIf+OJtheZNEzsfWXh418Yf3nBwzVXx8tsFXjxewGwAVqM+O7NrNs8UIegxJFfYBkp2xJIIZ7CKAjiZxLiYpSg5j1YKtDZ89LZb2Oxdw5Z/B11zDy8e/wovH/9SOsFjVRNRbZUSwV+h6WpCoG12aPimSfUGdP0j5EUXo8kZhtNTLBcnCBYnuHItw8c/MLDT1lAe6YiPVDx5k+PxmxytQYWtqxCzzemZitnCxL/+4zuyls/2cfL593g1WuGp7eHUctEwLZk3GuUERjGFarPfttZ4Npo6NloGSiaAAxInVSQ5zbyqaF2staIJ1u/puNVu4V67g3KR4Gj/Am/eDnGUaDhMdMwTBctEwWheSd9zkFXYuF5h8xrwh9cdWcGiwLO3Mc7GLJ0qQT5lUvpISx9kSnlKhjzOcTEqMJwUmKUF5kkhWoClsGaA5pKa4snZTx4XaG4AnV3g+k0LH953cbVtIvs+Q/Y0F/GXq3QqtPoqGg0dbcdH22ngm9+v8M23K8y5TyUBrw3sUb9p61ieFrImqwLjqIDd07B1w8KVWya2jAzbeiaBmDA35Ix4fpxhPOZnDrJSzlxSYpR1NNsmHJIJKl3mmiSKiiaaRkizABkNntIWoEgYz7AMeG4Bz8vQsku0TQVdS0GroaPl62LiHs8VjJY5xgGFWQq5FoyWjdtGgVt6gbjKcFpkmNG4VOlIKw1JCFlpTsKcjophIy+D6ebokt6nMVwJrDJgMlIxOlEwPlPgNAC3CYSkwQV1UEI4tJ2+iT/6V5v46b/axMkJHRkTpMTN0JVGAZc4iYIfpgKBTDVN6dTsDXzcedDE3lUbB89PcfDiBBOKl0uiNOQdlg0ey+YplPGAY1HAqqlGMAwVtu/B8V0RS/hQM3lTbXkyKBkNA4yHAZIwRryK635DblxVXTYJfLV5EKHYRqtPZbDong9GIEkVFJGKMtRgMFnqmcjVDKtsgaQI6wEJN7zsqo2BbsfE3q4lfYzsyRtsunjzZiqrzNmtwQ5RFUEUY8VkpRyweMOp3XPsEp4PSywuOGnhJl3B5o4haT0mnk7eJhif82FYO+Q2rqjY3FPR7evC0afYwKEIk7jD81ic10QItzco3jKhWiGKachkagBYjdlpA0QBRVM+s8ha54aH+EHy0BWoZg5FT0VAUt510vLjaUm/KvHNOREbVi6oTd/X4XtMk9YoEg5xVnN2UtDVFqAoA8G0cGPm+0zG+eh2XRF5mapsbbTQ2+vJ+2cYJqpSwXQcyKI5YHSxQrCIBOeYZplsIpgMJj6XghNFaSLHolmOYgJUCwWuRyw10d2lYFj6G+xjbGL7io/vH89laW4Fr6eiv2Vhb8/HYOC+68393edD6SBg8lwOiroGr80BtoVMLZARp7MO5PLrx7MMZVzi3oc93HvQw+HrBb7/3RjTRQSFszFHganZMHRHsJ5E71RE+lDfpOFhfUiuCnbT2rUIyk2IxgGLhWbPFMmPCGRuyJOMA4Ea60XhL2b39CKTtFcRMijLQ7AhN06K3Ox/EXu4BtgdFY1dDUZLkTQicbGOS5c+RTpbBmtMg/L1Xq1qxCJT+LweuRvmps3h+22r0rXLIXqREjnLFDjQ7eoYDIjc3cPtW7s4OmA68gBnp0ss5rVo7Pq6LKJmeNAoiOcragMAHbNlmaFMSxQJN9xixxP7ad3Hzf1XjQoiy4wPYorEFEwFZcie5oI4HU7OONjMoZlMKxRy/zH5wRAxmaJ0iYC40ogYVBW2y8NZfb6MiZ4fZdANYPe2hc0bxEk60E1XOpQWy0h6jzmMIQIbmQ+kPpKA5fSVpCrpBqT43W130e30EC5miJYz8TDbWr0Z7PV9uSe+ejPEq7dDRGkpaR/pE5IURgHH8GAbvnxmuYGngaTkQLaMUWTsRNdgew7chisYcc1ii0iC2SQX0alBc3e7Tsv5bQNOU0epEOFXIBoZiIh2GOVSbs8Dnb9tobVtY2vXw/aOh8Pvlnj+xVQEWKaaPU9Bey9He5fJMWB0RjqCi72rHUka7L9M8fYVBf4VFC1At6djY9MSI8bFUYTz4whlrMnyPHZu1vi71UhHFmjY+KjC5iMeFmyUqY1gDBw9X2E+zPHHf/0Bfv5XH6wF4Fd4+2SC49+lyIYGfviDK7K+/P0+vvp2H4tASj+FhvDpp5siAg+jBYbhAqMwxWSVo1iV6IYVtqHjz3/2Af7sZx/gl/sv8R+/+RovjkeIxkA8oZGHfQgudq/7uH6/gVafHWV1d8fLp2d48ewcvsvfkYPOQjbvxEF32hrabV1S/LxPh8MCwUmKjm3jRz/cxd17Pfzm8Ql+8+QEv/j0Nv7nX3zE/wz/2//5GH/z61f4sz/ewy9+vosVQpyuZkjLBUydw/1YEqkrQY/rKFZMnhPxqwOWipWaY8XUPKf0SYTdpoV7Gz7u7nRw6/oAG/0m/v53b2VdBCnmaYUgqhAs2F2u4+FnN/HhpzcwHY5x/PYQJ68WOH2eCz5l77Yva/9ZLOtnjzz8+z/r4C9/vgN/5xG8nYf4D//x/8F/+D/+BlUxwvXdEvdu3sSnH/4Vbl/7I3z75D/j2yf/CZNoJmK84dvYvraHrb0t9FxH1uf/cIS/+b9eYx5k2L7agdW08Pp4gtdHE6EysOtH010Yug9Tt2EoCQw1gWvHcJ0It28aePTQw96uLeYzJnDSQEO61NBj582OKymI33x9gt9+e4FxUErHDUkE7J4FhcRYgasaGGz7GOz4mIVLzKMlqXr1IKrQoAQ5lGWOf/OXd/Bv/uI24IQ4mB3h5ekYT16keHWQo+/b6PkWXh1EePycye4U2RjQYgU/+Kwhq6RBq8pwNs7xej/DyUmBPFCRBXTL5vDdHPcftPHwk74k5b/4v89k+eyEtoFPHvbxsz+6gr09islTnM5m+PV3S/zquwUImKyI/RS8dZ0W4rAgCkIxwQRToNl1cfNRB+0tF4dHEY6OQpRZijJPsdErsbMN7GzpaDaIGmyg1D1UuodcV5FpNcI/nQHJvMAqGMpi+pQVHkyka3qN1drbM3Dlio6tgYvNniuo1qScI85DLFMVQaJgNjEwHZtYLEoEq0xQk60uU5k6lNwEMgtpQHJD7Uxy/RS6meLtmwhv38SwG0Crr4hotzPYwEa3vyZusLN4sU7AEgtNcSoXXD4367kSo1ATMcEZDtMGCtobBdobJUhK56Lxp9W0sL3bxQcfXsfelU38/ut9fPP1ARqdFJu7paCguUvmAOr0oMTJAWtKOHji/pX7NkOeU7MzEiiAFjFG3RyWp0PlAd3QkGZx3VufVvIc9NjfTJNS14LX0wTRf/R8hqPnc0k3FiWH6Yps1inSicGNyMtLBG5ByouLZGVgcR5iebHC9s0mtm42UZYaVguSCSoYngLTB6aTCrNphSLyoKZtdLwG7t7wcPOag1ajQKvBQ94BZtErxOVcKCmKrqLjb8u6mLH3+wTDaYj5HAgD/s5tqHkHupNCt1NAT1FoqTy3G04fDaeH+XCK+WgK202EtFIUGg5fOhidOrj70MXdDx00OhkcLxHRQFM9QWk9/XaFp79fYT5lrQNHlDxgl2j3Fdz/2MS9j02EcxermYOjw3O8fvUSi2CEzT0NG7sa8qiFPGrCb+job5SSzLXtBLbNZ54lg6jjNwXePM0xPC2wkoqZAlYjE5NALilvE7rahOt2YVoeCib2qgilMkWlTpEnDrKwj7KwAW8JuAsRf5kALmMT0cTFamxhMdIQzon692TJ+Jd4xTxFknG8k+HK1V1cubqDi7MZDt+co9QW6F+J0N4M4dpzuM6csouId4tIwTjg/Z3CrSomtWp+HdX8GlldgE5CSv6O1lcP0Nd1HCJAUqwpYFj5u5oSkmB4rstTpuiIQ6QhLxXix94HgSwK5W+fVZKMbfU0WVnFn57ZLxcW2kBkyzM2mihIIwdpZEsq190I4PYWsJtLWA0OBvkoqzA8bOD8dQue6+H2hw62dgysglTqVCZnDian7BAk7YY/cy04cpjIoc4qyLG7Y+HDBz56WymC4gjL4hSzKJLVbGhCdsp4njqjia1Cs6fLKiIb6cLGctTA6KwtSGqvOYffXOCDR8D9j+iBrDu9xuca3r4w8PY5E24USRR89pMe/vJ/2sWNOzlG429wdvoCn/9tE7/526YMxTavqmIw1JQmlLKJOQ0YU2InaVIl9pciqA2FxmR5f+rfq6IMw9SoPOPWDZbvMYt5lmCyiHt6diQ2m7w+mWByMR6PcXp6ijgmfWuN7eWgQk6nFKZZhUIMK7+vVSdZoYgYRBMF7zX9HR39bRPXbvu4fsfH0UEsa0i8/XGNNqfozAE4f5ZLAZjfT9JZ73V5/pO07nv/TFJ3xBT/s97P98Xuy7/+5+LvPxGIJc1biyvvi9D1911f8+t0kyRY383A1wLQWgCviZ50+BOxTlMVZdtLBPM6Hbw2pNY/z7ohUc6udUdhfc4pkCsGctUUcUujKapSamGD3bEkB+Xs7aQgwucH98RMjrCuaYEkmksPrMZu2CqDlcXQs1BwgiN2G9IwS3NYp4HNjT42Nnq1SEIM6Ipn6pWIG5xL0OhMoSRjEpFDcfn+dS0Q3zNdZxJdr6sNxARcLwrAtRi8Rv0yCUhBIiS+mgmyNTp3jcetpLKrNvLK2Xe9SHNiQphLZ1ejXI91GID/jsGBpFyXFBRYi5JjFdXp/U7bR6flw7N1OKQZsM6I6GwO78XQXM+VaI6kaMnTMwVHqzRhliaW+ULWrlvidkPF/a6Hm1tXcWP7qog3FB5eH0X46tsZvnp6iq/fvMKToyMUulWLXmWKsojRaVi4f3ULd69soN1oodNo4smrA3z5+BnCKMZGt422a4OoNmUVotd10e162N67gq3dqxhs70K3bRGgqjXGO+NZosiFzBUEC4TsxmQfK5PS4s7OhGhCZDiNxQ9u7eLBzR04Fq9LXpW1sYeiGMUVikU0LJPmQqy8ZbnyrNJ5tjUcvHj5Bi9fvkHlt9G8dhtqs40gDIWwV8/0KB5R6KI5hHpCjZOnOCnfZ319sS+UyR2mdhelgUVpyoyNdTZxBsQ5021AmJZYcWAq3bFrbDIF0bUpnoIOxV+5FjQS4yz5zL2f6v3n95LL+8T7KeF/ca9YC+OXQq+EdESoqg0Ddai3vp+u6eNroVIajN+hfkWEYZ0KJzJC6q7nOXUmRYcu1ARRfmvDyzqdT0M/90z1HbxOM9Nkp3Ktk/M0vfOMzvor5qYFD80qPL7tMJEqpiR6wpy0jRSeVsHlTITVS3kBs8pgKxl8LcPAKbFB7KcSoamEyJbnWI2PUKVLNF0TDc+C67twPU9+RjGviOdeFTQqjQcUHi/FOP6ZYmpSlFgkCeZJCs1ryTKaHeiNNsxWF06zDZt/z72aacjPlceZ0MQaTgOe5dX3PVrBWXsShoLhJVXRoKGj5cJtu0LHsVzinVkZQjqKdTnGQcLZIO83EqxgPy6f+6QXKHUncV5gHkaYLJaI0kxm1BSBlSIFne+z2QyjyVQCRLbny2q0Wmi02/I78l5DNDuvddKMhGQBJiQjWfkyEgElW7I/N5BFEz9Xu99Ff3MDzVZLnsFM+wriP8uxnHCvO8H50QmePfkOb169ht10YTU83Lh5A3fv3sEuRctOE02fHc11l24S0RAXIgzqM9xiNsf5yRnOT8+xnC+wmC+RWiqKlo1M59yBpI8Yk+kSk8lCOprZz0wwiNzPxb/A++ZlPQLnarWpQQ4y8viqPynrJ+U7g8Q6H7PGp9cfjNrHwZBPPbQXcy0Xv1DFfWYtBPP12NnaxM7WFpbLBcajkQjBNQWAn/u6CoDzV1k0BpEMoCjSRW1L/3RdH2CbdcWBkALyCGUeQstTWQNbx6Zn4OpOH1dv7OD67Wuwtm/A3r4h156apqiWc6STCxQ0RcRzKPFCqIykM4o4zgoOwQ2SjGEAnO1brGDiWSsXEoCicZ9kQieinfTS8RCz4TmiaIlCJQ2ygG9Z8Plzcs4XFTVRMUwxT3IsNQ0LTYWvavAVzvaXmC6Z5I0RKw5ixYU32IU32EFS8r+bYrmYYzldiAGg091Dp7MLnWK1baK0PRSmj8x0EOWnCItTRET3FzoKMAF8XRLAbW+FjhegWH2JPPwCq+UYcyYswxJBYWJVsjZNh+IZ6DdL7DUzVGGGp49THO6XuHWvhZv3W+hrETrFAskqwcWswumkwgXJbmNgmGoYZQZaPR0P7ujY6dPwqmA5VGDeVGDdUPDINfAzxUQvBP7hRYBfvgzwihjfqEKz0cDNjS5cRcXo6AKjszFGBTAqFfz85z38j385wEArMH0yxsk3E3x5qOGLAw0bj3zc/IMGHtzW8Uk/w6BM8c3nAX7/eYDutoHujilnK9KuaDaPKZbx/OByLs7udR5T687UF0P23PKa4OypwoefbOOTn+yh376JMriBdLKJV0/+Dq+f/B1SJRGaW2UyqFHPWsn5rrISza4p53i/+TF8/+fQ9D3MV6eyjo+/xcnxt9jbDfHpDzRseApm3xNtXeHt0sTbBQlfJQYbNNKpmIxNRJGPf/un9/Bv/+Q+pt+/wP4//BZvFzH2+xsYNTrwCxUNOonSUyA9g+YX0LqmEARbviHVYtFohXi0QhayHkAVUzk/r9xz2lsG7E0DjwYtfNZvo5xlePlyjOcvJhhWJoasA5JueRWjRYUXRwUulgWagwyNfo4/e+jLyvIKr89TXMx4bWViOD+ZKDidAoOmg3s7PlzdwMFRgsPTFMMowyjMYcCAq5hS91pUiVSiXO7k29tA74qCvRsGbt20sNM0oD4toTwr8XSe4ukiRUrjU5spXwN7/TZ2ex189dUKX34ZYhwnSO0MTqfE7lUVGxsaolMV0ZmKi1GO01EKb2Di5sMG7jz0sauGsnTHAhwP00WBgzdLnJyGCIoSy4IBS9YhAp2uiyvXmkK1lPtMpWIZMdFPs/kSs+MxgsVKUrqpzrAQjbkOfCdHw0lhgOlFbwAAIABJREFUqUVNBWF9qcUENDAPgMmcRjoBrUitbEZSjWHjuhXLyrQSI6XCkvUFeW2QJ0WVz9UiMcVsX3Gf4YTQ7BiWXsBmEpnCdKxiPqkwOq/k/EsqqNsxRNcIp3U9GE9PVatr4Mc/7eNHP+1hulhiuliIy6HSNeSVIgXoy4Qp3AzJKoOu2rDNhiAdml1VutImF1OMLyaCxKT4mzI9QoWcdZ3UQHTyy+ukLR8YScSOsqLeCOpMcdJJyGSmIaxrDsB4Q2WvaLhMpMOEGFweZgwmkKl6U+DhjVwhTqbO0rE/VXZd3NSEGoqVCpes8Y6JrMowXQaCLavTM3RI6+KStUxF0l02i5yJ+GVx+CjEcBjJo9Ky6Wrl4aPe0Ulqjz0e3MDrGiLy4S9yzEZMdVnSd+D6pXTMxmGB86MM82kJg6hpR4PXKuE3CxF+eRij+MfDEoeK42GM0bDG90qIRHpxDXEv1e7hFOECMsDn0IaDBKJqpQuPBy7iYXRpnkFBxxvdpdzmKGW98XIdcdPR6UkBytFL2EYJy2DykF1g3CTWmLU40BCH3IARypys/baM7xvwPSa6eOClcFfA8hzYvitoJw5XuVGWzuGsdqex45hpYCIUieyRsm6HXZg2en1bEBfz+Qqziwjj/RyzEwp9KgydTntXPoTsGqYITufI4dsAh/t0rwNel/8OB7ocahLNoQum+fBwgYPDJcIVD5IchHEjYgrOXPKXCm+MpTwEKHxGswxFXOHG3aasxTyWvrn5skZ7sGdHUwwRZdnJSHGTmCC+BvVBmO+FIclRJoOIOlaJLDaZnLClG5VpCiIk+RKZnirocR4wOOyanUeYXYQ1ET0nKnvdVSMuUj58csGkMhmkugoKswK9FkRQpwnFdIpU7Pzl19NR8HAWpAiXHDjWKSI6uZkP4OeIKAa+vhSPuSiEEcPt00206aA/cOBY/LzbOD1iQmWI+SxGVvBwxaQSD/p8r3kNlPUhf33Y4vtM9KlU1eQcntWvNw9LMpTk5o8dHeKo5N/zNaRDlKhRBVW6XvwCVKyJH1Z5z+DPSdHOlJ5v9gFz4M2u8JQGyHXPELvNTbt2ptOB6vgaOsRHdImDBsKw7kGue1KYwOWQJke2MpGtKArRLMFNBROCS/pH4btNQaOv5kuEiyUUIiA0IjZMEX+JIDs5H+P0bCKdmkVVP4Cl+4oJZN2CqdVoULpK+VDWNHb88TPNZD+T9C78jg+TnZ3GStCleawjT4iIZnw7RXfAhLqDVs9AmCeSxCwjTdZqWmFBF1NUCr5DtVXs3XCEODA7TwXLypJ6dkPx/rCxp2Cwx8OIhmDGvi92DxsyiOTwdHRWoyO5mk2aVvjZ1wXbEbCDclwhmJRoNnVs71mCMRsd5QimOW5+aOHmw7rTMylUBMsKo9MMUQD88BfX8cNf3MDJ6YUgWA+eznH2PEe50PGDj3fxg0928NvfHeLrrw8RJpkg0Ns9F/cfbeH+R1s4mUxxMmFvTJ3QV+ICfa3ClqvjJz++jZ/86Da+eXuA//f332P/ZIp4riJa8OfQkeQ6dq76uHargVan7lTl8+jN/hneHpzBVCwYii1DkCLlfS9HUxLTugw92P+bT4FqCHQdB48+2cDVWy18/vUpfv3bE/z8s9v493/2ETxXxa+ffIfHr9/g6nYLV7damEUJzhYhSi0VXKyuFzg9zHB2mKHTsNHxHbgtE5avo7IUjFYhRqsI0h87SfDgehd//Nke7l5tQCfWtozw5GAma7hIMRYKh4IypWjg4PrdHVy/t4PR+RQHr8+kR7hcsidGg2Zl0OwcSqpASVX8+AMff/KjFn780QZU7xY09xb+83/9b/gv//W/oekr+Pijbdy5QXTTbTTsDTx/9Us8f/UPiNgvb5rIdQuZ5qBQHdiZBTs38erFCN89PkeuVti61YLXs3A2nON8tJDEL5G3tubBhgdHs+B6TA0maHeYhgU6A6C3wc9Jhel5heWEpAq665jM43BBE+T1V7+d4dsnSyRKIRUCNPPSCUqXvZlLAyNMz4PluaiUANxWuZYC3zLRtF10jLasDx75+OChj5PpBL/57hBPXk2kn2UyBe7f8GUdjVd4ejTDZJKjWOpAZMiGc2OgIy1KhHGJybzA+UWJ6ZTpjdr/wt7nXl/D1Rsert700GwaePn1FC9/N4HsQ23g1rUGHn7Qw9amhaKKEecxXpxwRQjZOQ9LRMKC9xU6waMYaRTB1U1JOQ8GDnauu3BaOt4eBnh7uBQXI+/9zYaCXldFp83DeC0UxAl7T3j40AT1TKGOpiCD5ALisFIOHSJJyDMRxGc39wiOqcE1NHTaTGV78NslzGYAlYjcjMgpBeNTOhCZ5mVvH6suKvhtFV5bhV4a0EsdSqZCiWu0ISkLUOrXjhtyEP/aoINcQ8N04Bm2DOIEP8Z7as5NeobReYLpOJUO4zgmWYO4whw2O19aKnx21LQqWSLIzIh/c9DrNzDYaGNzeyDI7NevxnjzaoxKXUG3QlhugUaD+xQDy6mO5VSTAUwkSH8OwDSkIUU+BdFCqfHWV135TKVljLSg2Y3PGJJAONDK5Xpntzv3A+2+DadhYv/FBAcvpnJfKTi0N2ioseA4uqBnOTTmdc6ObJQO0tCT51QRxihWMZyOA6fjinBVhKSn5MiVBIUSi6jKJKtjdtByexh0W7hyxcbWpo4ovkAUnyOpxkgxRqFEgiamAOwaTbhmUxL1Z8MZZgteBzSK6dCVtizNiqFbkaSYaVDjwbHpd9BsdLCcsbdqLsgnotLyxMLpgYH52MSHn3h48AMXXiuD5cSyd1lMNUyGmojsJ/usEqGRrDYScsdNQyTd0tvXaHBjcrSN2XyE45M3CFYj2Wt7TZJifFS5J8NmnbQQI4dl0gFNegtFex0nb4CDZwrmE17vMsaC1UhgN3go5b6VSTYfjUYHtu0Jvp37mbyYIitmKDMmvxuCd4RL3PsK7U6BVofXpIY0MBHPXASjFuJZAyb3VQx+yhCO3au5CB4UaXaubGBnbxPBaoLJ5AyKvkR7kKLRTmEaESwzXA/pKizDCpNlhVXEz76FIrOQzzdRLLaAknvPen9UT/o4+KURj4NOYmqZcKSRKhYjHelNNFROJynOT7g353zMWqfoSVWKcfVeiqt3EyyXCQ7eJJjPeIYwxVBLo57CZA/vrKWNMjIRTzTEM13eOy7DT2C1IjjdAE57AatNsYsCBusgfEFAO6aHveuO7CvyjPebFJNTD5MzCsA0dCgyvGOvGykqHAoXWYGrN3Q8/MRAq59hNL/AaDHGMkpktdoaBj3WtADjYYHZuECzrwviOJw3sBi2sBj7WE5dJCHxWJGs+49KfPCoPlvSfDC5UPD91wWe/rZEq++h3ffx6DMff/AnTfS2Ehy+fYO3r4/x5KumrEZHw8YVorXZ72ejyGyEgYaQJtqKJkAKwHydaWykCKfIZ1b2zzyLXO6f6w2x7JNrdLEilBoOVQ1TxcYWO4b9utM1r/Hwi1kiAjEJQLwG+MTjkpaoKqxN16oj31uQqSWfU7V5t9mtsHlFERGY+6Kdqw3svw1w8HaF4XGJ2akq9znbISqTWHoiMilgcr9fd+DWisglTFRGC/I9+btxYMHz7OXvVw/1KRrXQnSNVq4Tpv/YgPxO0lkndNcJOjk/1GJ8nWq+JB2t08VrUafGVNeGa8nvcbC7HoT/Yz6q/vmIoJd5AAXGy9jgGgdbI6Ivu0TrP8sdYy0Ai3hPgzLfT/am8ncRGgfnFXXa9VIkvnxNeFakGERBOE8jWSya52+vI4ddRNBEAB5hNBnL+8lzUaPloNtpiEgahStEq6BOzTHWwteC8xQRVWtqG+c4POuvNXA5mzGdYHGvltU4zjqtV6e5pVNauij5jNWkh30+n8t5lckGvm+XSUgRgCioUCCTAX9NbqLgIAkI05TzIP8FMcpzPkGak6LClB7WSzmd5y8aYUu0mi6aTQ+WnPv5xhXIpD85qdHC8l7zjFJ3HTNZyWcO9+uWwhlPiKxcYcspcc1Tcb1hYOC3MGi0oRqOdAUP5yoOzoGnBzN89ewlHr89QK5z70pDBvc3mVCdtjpNbLQbaLgefNfHyXCMt8dn8hmjiEPzXbFiT+QKTT7PfQeDrQH6W5vo9Pu1OaFS0eu1pfPSdiz5/dm9PJ1NsVzOYdumLCZ8eR0xDZjEkYjAd/d6uLfXRdt3xJBKKpSkoCuSvGoqyAXRzscn8veqRmGtie7mHnqbe3j+3fd48d33iFQTWn8LldcQEYymx1rK5zNh7Q7i60iils50fm0UqNiNxemkjNTqa7qgfCliHETk5TwkyYgKrrBMSgSslioUSQPHTCiyfon3KEltXyZ0ObLj3I8i8LqDd/0ZvsTXUzSqr7Q1npYzgDVxYG03ea8PnZ+a90wlguqtxd93ItZa8qrvGOtY8Dr8KoIZAx00Umt1YrEWgHmfFli0fBZqAViGjnWq9x3HqxYRa6V7/XOz04kqNPe8/Pyt5WF+FhiAIaGtpLiZMh2uSbqPchqT4vyfTgobO4fXqXwdJQy1hK2W8LSiXjTJspopmaEMRzCKFdoW0LIVtB0dLYdRvxhFEopYy+wA9wCXPHdilElsYXqhIm2KcyvDRKmb0NwmdLcFxWlAsbif9aE7Hgzbq+urWO1HggCT4llZhxRUA6ZuyoyjvpdyFsl5HUMpBgzHgumYazx9bbZRVWEk1KIk71VJKklYPt+Jq6+pBTWKnqYW3svCJJEZbiJibk08YKqZKGLWOM0Xc/ls1P2vDtjP67iuXH9ipFSJnzdEiKy7nUuE0UqQ+EpGrKcipACa9GJuIHi5qAoc1xHTrGPbYoigUSJcLrFakDbF1DJn1QEuTs8wGY1h+Z4EnHqdDgbdLhqkZxg1uVI6l6tKqHMkdyyCAKswwiJYYUKk/3xR11kQf83aC10VFDurHhi4WV4m//kaifBbX9N1S3FN/ZMnVd278J4AXOPS36dcXD5v12O7d2audynhtQB8SVcSkwb3K7xiiRHn62lo2OgPMOj3pc99Mh7JPk7m2oKR5mdpnbhmPYGQIepecDIrZVkGLHbJ85rhPJvflw56Cs2CLszhUHjVSuxttnDrxhbu3NqB3+nB6/SgxgWUVYKKBpd0haqIYBoVLINzSa61sYV7Au75ZS7HzZgpIkXdR17vSfgs55OY4BmD9Kf5DLPpBEmeoDLre6Vn1/h+hJkgoKMgwTyIpUud08JFVcFhn7XKez6rNpZyTeWKJUYxu9mVJTUBOc/XDEuNsZwHaLUGaLWILafRkjq1C9VuQrUaSNQVUjVEouiIFQsZGsjRg6J4cC2aRtlF+RpV/grL5RiT+UL2xGGpIqwUuL4ldZF9D9jyCmTLDE+exHj7NsWNew1cv9dEW4vRKAKEyxLnEw3HQw3n8xRn8wxRySI0Dd2egVs3LAzaBiZS71aic91A97qJ6xZwp6zgxAWenCd4fJbiMDVltZs93BhsoQkgON5HcHGMqZljZhb40cct/OlPemjnFcZPlzh5vMDn+xV+c1Dhyg99PPxFE/f2NNzmbx0kePx4hcdPVujvmujvWhIknE6ZeJaWevkc1CKvAoa8gxW7kIFVVSGq6jOhaZS4e28XHz68Dt+7gXC5h+W0j+NXv8Txy18hKkNkWoFcIxmhTgxXcQnEtQDc6lnQvftQnB8B6hYQDWUdXjzH0flzXLmS44c/sNF3VJw/jnD+LMFhZOIoYmVXhc0eQ1cKpiMFSWjjL/78Af71n3+A0dMDvPrld9ifrnDc8DGxHViJBjNhVekImsk+6BxeU4Pj6hIIYKXE8DjE8Hgl81/WlXL2rvIeDaB9x0Drjo6PWi185nYQDTN883yK372YImwaCBsGfEtF21IkUPV6P8fFvIC9WcLeqPAHt038wS1TPjtnoxLTJe/HxNCXeHpQ4PuDHE3bxO1tBy3XwCoqsViVOB6mOB5mUDLWmzBFy/1yKkt2/ZWK5maFzjZw5aaGe/dNXOnrMA4A/bDCs2EqK+T+k3UjnoHdbdbouXj1NMHrpzHOZ+yrzlDZBTZ2VPQGilDs9FTBeFLgfETtxMT2Tc7eXFx1Ulyx+f2pc+q4mJR49SbF8Rm/T4aQBuec1AgFraaNjYGPls/5fX2PKiuKsSaWowUmx+eYjJeYJJA+Z58hww45mAXMooCpk8jLqpSKID5UcYVlVGEuZ25FEuWccZGdGcPAoBGj78dyrEpY91bVpBXpUw4LWTSq04BO+qHtpbBdhmxJW6l1jYRd39MKk2GF+ZjJaV6rpszgp6NSTNh89lZ0yj/8qCUr5QYaEQq6bzQVSQVcLCsMA9pByQpLYesefMrwRKgtVlgGK3E352UqBwhiBbNYEXRyvCzg9Qz4XR39TVuGDmWRY3QRYDalqMCDPR9U7F9gspjoxzqBaBsGLIMp1BTBjB2VfEPYnalIHJu9sxSi+Abl3EhlRL1xwMYulUL6ePNQRbNjorthyqHo9CzEbJbVbkdiODxbVhKnWM55oEpR0jWR1Mo8I93EUjNBS0Gp1WEJt7VOxK4E1UO8W7yqMLlIJam3udnExmZTun6iZCmHc2JUo1iFL6kPlr0nsvKEB2tDgFGdnoJun6nZepgZr0pJJ9MV1d7ypcs3jFcI4wAJB6oxn+38PRxYJi+EQjjkPMCIaMVUZ6gik2FR7SRsDhw0NhxUOt2osQwlbApxfNqXBpTSQMQ0JZOoFJCoN9FBQueidPjyYEiXNA8P7H4o4bc1WYyU093PZzWFVm7O3JYOt2UgK0OkZVQfLEpifdn15qPbbmBr28XWlosiD7FYTHF2tMCzbyO8eZZwjyFp6ht3NnHv4a7I/MeHIxzuDxGtcsSrQjCNXqPuHSkTyvkqWh0FrXYtkBYmMTil/D5JxESoiWjBg3K9L6LLmKkJvj5JQNcMhyEWNq8yxk/zQollUOJinGM45hGo3rgouQE1M0TYywtCOkpoliOrYMdIkkDjteyVMF0VnmPDdRwsxjHmkxiNtonNK54Mgvk75kmF0/0FzvYXgnOmqM8fsHYplpJ8Vc0SvW0dm3smcoWOrBSzBR2ldR9Uv2+hP7AFFTmbJFgtiS8vkS5LqDbFwHXyXtNh8r3kUKRQMJ8WmDNh2jXQ2bTQ3bCxvdtEt+/i5HCKk6MJZsOkTpYWgOHp0GSiSaScAdtj72ElfW2mWaMd2C3M1NjlsIubd5oB+Dmsew3phOG169ZnKm6KpXZIFdNDHuXIo7rnUYRPHswu97PiIGSfCUUFDhAghpMsJYOfSasKjZaBRstEl9jY6y4aPbMW+qsCZ0dLnB4HcmihuM1PEpOeSURBs0AwLmC7Htx2E5rJA+wCJWLoqgVNsRDMIwSzSBz0vIFTCOdQjmvOzeJ8hihkr2HttMkj4rzrAyUPnNLX3XTqtLKTQ9dzjM9JCUjhcgjSa8h1UwlyMoNrNuCYDcF9zkcBtjZs3LjZwMaWjQseOpYBLCaqNT4gVKzYezchVj6R92HvnoG9uzxs1YPZYF7g9DjEdBxjd9fCzi7R1CZKJvKSQgQOYsCyWEca61gFvJYSWHYFv1kn8+VgDBXTs1z6fTsdB1dvtkS8ONqfY3IR4qM7LTy620Ki5ZhVxAWTPEDsmI77n27i/g82cPRmjGe/P8bxqyXGxwWq1MDHH2/io4828buvTqRTmQI9TQndTR97H2xj74Md7B+PcHA8xPQsQHgeQ00yDDoVNgc6PvzkGj78+Bpevj7D19+8xdlpIL2DMQUbvUSqF9jebeDatRbaLRe6Zgvi7Hh4iqPRGcqVJahIJaNzK4Wu5nAaOuyGLpisuChgrHS4CxN9x8XND9oY7Ln4zRfn+M2X5/jJR9fxF3/yADs7OhblKyyyA4xPS0zOKoynFcbzElbDxM4tX1KLz76a4flXc9y505DV3bZgdzVUVoX94zn2TxYY7xeYHOT46Y+v4X/9Xx7h3l0H+/vPcXD0BuNYxYhrnmA4i8WAZSk+bN1Ha9ASOgMJDMeHM2ilhp1OB55h4OR4iJOTC9y94eDeDRcf3vZx75qHq1sdRMkW4ngbv/r8C/z68y+wd2ULP/vZT3B1bwPB5ByLyTnOxwey4DvQ2m3MYhVPXi/w/E2A+EJDfF5j9Yg+9AYGBnd8NDZNRKsV4nAF33LhWw4alQO/sNHUDDQGCfx+go0rLjauOMiNBItsgbOzEC++TnH0IsfeLeKZDUHyTBcpzs5KPH0MvHlZwWxlMFppLVBwOKip4jbVKjr2TCxjC21/hY4fYqupYLNh4Gq/jbtXPsTdqx8ixgUS5Ry/+fYM/+VvT/H77xdYcf9TqvijH3fx0x93MMmWOJhPsGAvc+zKtRIsEqzmMZbTUkRqmkxYmcFZEl2ovD9u7fqy2n2aeGg4K5HMU1k0CbFztunr6NDR2dDRcGlMq7u4Qia7UwurhP0h7C1JMZnRtJJIQubu1RYe3u5hj8aQFp+/Bd4czfDmeIZVqmGV0AjDjSbvnRVWTINEK0yJSB0Ds1MNs2M+Fw1s3rbQv8YUpAdddZGmAeKECdUVspiu9QjzM/b/khhgw/Nd9HaAnTsJ2tuZ0FyiDDh7XeLsFfcakOeP7ilwmGxtKTJoYRrIhQFfrRM8RcpNrQHNN6B6JmItxUolQjlBOguRL2M0fQMNduS2PHRbvqCOLk4TnJ/EODoKZEmgJlXQ6qnobinobCjS186Vq6ms3qCJvSsbaLSa4sBNMxWLBXviCxnQTmZDSUvu7HnY3GK6gVhzD5PxBBfsmT4LMT5VsBgT8akKKeb+wyu493APlbbEbHWCxWqENCEuyEBRstc7kUG5yQGC76Dfb8FvuHj9ciLic8LeOKISTRNNlwKsi2UwR7BcyL3H7TrQVR9F2AIyF46WwNFThJkhi6AAgxvXJMFixcHSBJ69Cd/ZwObmBq7sDbC53US7p8HxCrw6eILXB99BtXh/U6FZfMDWhj4aLtk5yL3BZMzO80LqTygosqfKNNpQzSUUI5C9P/+ZIML9BhoNH1EcII4DKLkDo+giDTyMz4nuVvHxj3x89CMfbjOVnm92pL95nuDVU+5bHWSRK0Y90+AhSxGDG58Bqh1DtWLc/aCHuw/6gL7AYnWCKJkgK1gHw05KIm4tqRxZLiLpitZUChs6KxFh2QomxxYu3tqy9+b+mq5cwwtlUTqjCMzhYbPdlG67eKUiWhFdPEMSz2skqiRlSYWJhBZA9Hezyz1xjVVOgwaS0VXE000UyQp5QtpDnZChGTFKaFJRsLHbweZOF5U+Rl6dQDcDOHSt2xysspOb1tZYzCDLsMBkXiEMiTrzZcXzJpJFU2gpHLZxPidDCo6WCgtlwc6iWkQsqhB5NYOiB7h1d4Db9wY4OQzx6tlCCDE0QtEYouihrOs3ieQCwmSFk7M5ZgsKNa4sChqOS2w0MQ7c41D8tZAsiH+u8ViaSYNRBqu9gsMUcGchZ62Y+6yJi+XYh6H56PUccXWrSiJ95ZNTH9PTBpTKgOMyMcJUO6tcQtg6pAPx2t0SD35YwOsmODxc4eSUQw+an3J0uho2NngvqTAdZ1jMM7QGGloDiro9nB1sYDGm+Fvj4iyzkEHh/Uc57j8q4Dr1OWA2LPDbvwtl3X64KevWQw03HmbQrRgvnwZ4+SzCwUtXFs0t/S0OmGvzUZZcpqGd9eeKAjDPUTUqWGg5ub42j667kdaTVxHtKSQquuyhJf2zCsUAe+WGh81tC5PxHJPRHHniocxatcipsa4jRsVCLIXpdZ7zQiEuWZot57cadcs+bQ5BVXQ3CmzfyDDYVtDfasp682qON6/ZH6pgfm4hjUzY7GW1SJ2iCZS1A5dX9BotzVHu5c9NIyYnqAqf/zwf1cwxDoP5PbmqilZUniNqcUXw0O+wpP8oAFMoFRLQWii/RJpLKYGIR2tD9xopW/8MtXBQz8BrkbpOCxOzWHeF1oWVFHNrAfQdfpv//aVYtIaP/3NQrZwf/8n/WacDa4lpnThc/93lMF7+33fk6npAKYLTuoZJKoRQCNpVL0JMJkNMphdigOD8gcZm1zXgWCpm0xFmk5EMyi2pjanvlzQTEymapuyuy2TxpkCjOYVZ2+SZx6yfqQnFVaZeaWbXBcvZajYlgUVSAvtih8MhglWEmFVB4iWvGcxCdmMVFIfk60oKpoiJDOb5XpehOv9VDk25t6GpRofFBJ5c/9U76hPN0DT9NxoufJ+VNTxX1RhZ/ozEJl/2t66bLQXNyvuVzJzWdRaWlsPWcmw6wDaxiDYr8nJoRYYo0xHlOsKygbBq42SS4evvX+PJq0NkGtMXvB5rIZaiRj1/ohBBg7a2JnaRXMb7RX2vJTo0j+MaJatraLQ9NDo+XN9GtkqQrVI8uHMDD+5cx1a/i1bDF1F7OB5iOp+K2ZdpTYpSvC54Pg6CQETg610L16UvroGNXhMu3YGCTmYXa732n30vKwgiERKtRhe3Hn0m6+Xvv8HLb7/BOIgQaER/WtBsG7rlwDdc+IYD1zDhUKinwKRXcjaisJbIBkr86zKb4MBXKyt4agFP4T5gjZ8lua8QDQSLmAnSCnFlICoNLFMOOHMsEvbIVpIQZlqRq+JUni4bEfVrY4bgmCkmcTZBzLh0mdfYcPbqUuTTVdZuXPZZM9zAbbmJQqVRjMn1NRR8XX0lxo3aAVILW2uzCe+Ton3z/qrxmcfXlR1YnM4y0V/PGup5V20M4Xzp0owjz9KyNk6IiMi0/fp6pKgtRG/Ohdghy9nbuu5Mfj8mHTXuATLk0qtcNwzKayDdtooYAbinv4RZS+cqyRB8NWiWyHMYagFTLWCzzgERGlqCrp6iZ2TYMHJsULkKJsjnQ2RMuBIHzc+qZdSdt54Ly/PeIXEN14ffG6DR24BmNaDbPgoxVXBAXveP0fSvCocoFkNWHKfyPK8x0yUcxxPDXLPdRbvTg+P6MG1H6IR8Z+oEhFPKAAAgAElEQVS17mleG0qkmkLmgrU4Kejn9RvGe3RdJSaFheLFkdedr+u6S3BNRQf9CrVRdSUJYBrzGYSQgA0Ty3JvWqOfBc/O/RBnO9xP1QKwZVrSr+56Lkgy4GKSmWdVDq2EWyD47gJVlgrueXRxDt/3BM3PMIPgwsVo48jiHDALIxSkBXKxpoFmhrLCyekJTs5OMQ2IeU6wZJ0gKoRMlFOgZoVMUoeg2MfKurWUHbdpJt3t7wFC3tElLwkYlzHfy2eOfJLWfdtrG8T6M/GOufHPH3H1l1hXI4igv15C65NwC81yvB9qaLc6QiYJiJ4fT2WP8f8T9ubPclz3lefJfausvd4OPCwECJAgKVk0ZU+3LY09HeOe7un+bWJi/s6ZCTui7ehwW9ZCSZS4gFgfgIe3175k5Z45cb63HkjL6mmEboAisbxXlZV57/ec8zm8T1Icvv7iiP7m4mdAPi864NR83pXy7ykCi2kKTEgzIazuv8oIwWtjjbqMsMsgwM0BHt7aQtMGWpzTLlJgmihDk6dDa1ho8Hw1aEETA0kJrWBykyZN7u9ouOGMWxkxeGXz7+OeRhmnSCvl12NhSbLMai1hGz1wYYWeBL248tVauuWjeYTlYi2VbKuiwJIkB/ms87thBR3vT3zmKcOpYfK+q84fNGLwfR2ORpJi9/2GrPWamH+G0GgUasP126g9B5XroHB85I6PTHeQ0LTK+5WRSdWNYSyhG0vM12MMZ5eYJ0skdYEUJXo8qzc89DwTfQdI5jm+/GaFl69p+AxkNYwMbpFgOdNwNvRwcuXgbLXCeRTBNBgYg1Rx7e/7CBs2Lk5SXLxNced2iDu3QrStAn6+kvDEaVzLuixbuCqb6Db3cHdwA136Y04foxi+wKqTIOokeHAjwJ8ctuASj/siw+m3KX7+OsXPX6W4/28DfPYfmnhvYGJrWMC6zPH0JMLTt0oAHuw7YjynkMeaGF8rEIAmN+53TVyuNBzPKiQa0N/S0OtTayL9tMDBDisd7sC0bmK+3sF02cbk7AuMz3+LZTzHKkuQ1BkKQXVX0BOuGu2+hXbPRubewFJ/gAIdtJOZrLfzU1k3D0189sMWep6Ot1/OcfLtEueZibPMRLepYa+niZjMAGG61PHX//5D/PXfPMLlsyGe/vMbHA/nOLdKTPlZjCxoawvuYAG3P0eT2F+Gyyw1h/EsBy9eJXh5FGOZVHK98tK3VqSkAHufWtj71MTHTgs/rNpC9vnZkxn++eUc2g0D2g0TBw3glgcUcyZiC4xmJcw9Hda+joc7NR7usLpAx2Kqyyw3Fi1cwy+/yfGrx5l8dve6BvptU2a2DBMcvczw8mWGPNalnpNGqJr9tSY/lzS1Gwi6FZqDErfe0/HoEwt3Diw4E8AZa3h2kuLZ2wwz1jPmNPLZ2L6pYesQgnhenBU4Pc/x+iLDKi/RGWhoc7WATpMG2RrjCemilpBYaXy+1a5lFVGJ9azA6QXw9NjA8RUNDgkypEJRY8Vm4FgILQeBZcN3XVkN3xNTz3o2w5g97ZcLvB1B+rI7+zraewa0dYV6pqi9Xl+H29aQXNZILmrZEzFpzJBjz7MFT56UOpLSgNtL4HZT2Ny35zb00kCmZ8i1HMthjeWQqGnOh03YPu+9QDMkHJZzTh0x95EZDdsl5kMIGXCwbWOwZUm44mJI6g6fxhZqInbvvtfA3fdCVDrReYmgWhlJLg1d4fxyHdkqQRbFMOHCtVoiXg6Hc0ymK1gc7nnc3PDm7qBgIm/BxHCB5sBBa8tGu+9IfyvxM+8E4IxqNTdpJuqaynoN1y7h2pBUHR0N7P/ln8MHnnQ7WBpafU96elcrJc6xX6+ImWJlYqMU9na81LBeMj3ELl5bNlmjYYH5nP+kksNEGVK8IXpsOiGiOEW2rmRxWKozdWvUqPVC0oSdTgPNpoui4JBxhcCzEDboxNcEPcCOrI6gkRtYJ2vpZlquMqxWCpnjdSx4Hbpv2QGTIuVQaUm3uIFuv0avXwuOjcKddArPuQk10dkL5HWMuFFZc4PDhyFFTxuW5YrorulMYNA9p3qJKTzJgCPjA7UW5Ehri++Fi0rLsSbyhK9nqcHkZiy3URUW1kR9z1Pp1lOe7A2yl85FHvTYV8lOGDqPywLdbRu9bRtJXEgikH27BdVJ4i+IR+jacl3VOpOO3ETQ6eWgK30/IXo9G/0+3cIpiizCaBjhyeMER8+ZbCqlP/H2vQHuP9qVv/Po+RWOng/VgbDW4dgVbJcbMoq7mvzM5FirA+nItbuGbE7XS3Z08IFnIZ5ZqAtijugKUwleHiDylP8OaHJY1Nexc+Bh94aHKKlw9DrGq9fcgND8xp4XG4agnjmcZOasEoex7vio8liW5ZVwm0Sb67B0V/DRy2kihgZ+Hg7uNNFsMx1TS1L8/PVSFuFEBp1yTHRbtaSFTQ4E3QqdgYnejikGhQumzucVLCbjdQOhbyAMTBmETaexoPLKmDh0Jf5yuTY7hpQTW1K2KbBclfI5GuwF2LsdotP35DpnOvno6QVePrsUM4BeM2VCXgvN/hwe8eFqwQ9rYcy7fim4RnbOUvxdLrhJtOQ95zXLzzATtzR+MHlDjDOXygEw5cfhGTdHmgwXKAKLeUF6oDYdXNyEEyPF54Yac8phi8Msvjf88nhUojOLXdFtFqsfeHBCdnEWiNc5hhdLWXRzEpXNIeY6IkY0x3KUYTFkN6GPoBPC8q6HapmYFygE8fMRLTJxXgs+S/rM29jaaWO1nGO5pACcI2HvZ8L6TfVaX6P32CHutR14RJxL73aFEdHvF+zmcxF2fJg+BeAVDKtAGLTRDNoYnSwwPFlgb9vD/fda2Nn3cbFY4GKxBDkIREsxgcTPMu99FJQX8wzdgxq9GzVsYsksH3EMXIgAnGJ74GBn4Mh7W+Ym1qtM8EJM/PF94yCe94T1SjkpLYfvcQ3ftWSN2JtwmqPTZaK2K0m1k7dTTIdLfHzYxceHHaROgbkeY10TO1aLs/HOB13c+aCHk5cTPP3iApfHa0RzmissPHjQx4OHPfzuVxf43a/OZUBGUkVv10fv7jb6d7fx+niEN8cjzM9WSM4TWEWO7V1dugQPH2zj1vs7ODue4cXjK0yGMRJ2YmQ6UqtAahbY2W3g4KCFVuhLmpyu4cvZCBfzIZKJiXhiwShKOHohaA3TN2D5BrKqQFqX8FMbncRHx/HQPXDhdS18/eUEX385xo//5Bb+5q/ex/6BiQSvEeUneP08xasXKaK1gSS3YPkuwi0OaQ0c/X6Ko9/P8PEPm/joB020diiAcRxR4tXREq9eLZFNNWRTHX/5bw7xf/5fH+L2HQuPn3yF50fPEdW+rPG8wFjMUhoc3YVluNA5FDRduQ6mkwSuZeNgqyVOveHFCKPzET5+5OGTDz28d7ODg60uWn4b52cmzk8NnF0c4fTiCDcO9/Hpp5+Kaefk6FtcnLwQs1iurRHrDmLdx/mswBdPJvj66QyrM01Wq2NgsG2ivecg3A/gdkxk8RpZEqFlemiZLrqmh7bhoe2agg112zFu3OvImiZrvDgf4vnLOV78PsXZUYHb79u4/b6D4TjF8UmC89MKx68tXJ4baG7lCLdyuAHNFRvHdaULUWEZ6ViudWy3cmy3MtzsmTjoOLi93cGdmw9x5+YDPD95g+cnr/GrL6/wj78a4cVr9nKR9GHJRv5P/6SFNZa4SiaIeRMuG4I3H16scXURYTni3IVmFDrglRjgt0oEzUK6WvvbDXjcWFoUXIgm2jj+eY/nr7dqSb84Ju/THNayS08ljorKQV65WK6A84sYQ/ZeM+Xa0HD3RogHt9poN/hsIxUhx3C2xHC2QkbMHHFXQqige7HGYjXHPJpjOioxHZcYn+gYHfMAbGH/gYft2+zg9IE6QEEXbLlEVRLJxaFniuFxjdFxLagZpoY72zVuPyqwdUjSA4kVOs5eZDh7wZ4VDTr3h4EOrwVZVqXDKjV4MNHgQbu0kMfKhNLYDhBsBVghwbSgOz5CPFogX6wx6PsY9AK0Qx+tBoUPA9NJKd/HcJjjaphjOlrL8hp8Xmro9HX4jg7f1WEEGQx2JQ1a2NndgWl6uLqKMRlnMB0OSB1cjRRStdZy7O1TACaWsgXfJdJ1hvF4hMuTFU6PcozOOAhUpIdHP7yFD394C6U+x2T+FtP5FbLURpbYqDUO9IS7I887z3PR77VkePTmzRSvX0+RaZU4zNlNH1hNuIYnuMhoNYfL7uW+D1MPRQDW8wDtoEArKDBZ6pguDWhZDYeDjjTGdD7GbDHCdu82tnt3sLvXx95BG6x8Iba5NiI8ffU1nr36Gk5goNVlxxvNOTlKbqJkyFUgmutYzCh+cp9DYdGQHmIuCrBc3NOTwkH3fKPpoRF6IhDRBFmufVTLDrJlgPWSYrmBTz4LZdkuhaEIp8drPPkqxtOvMphaE6bWkmoIx1UpSVVRUSItY6TVGh983MLDT1rSXVwbM5T1CnHCrlplKmWn5XyeYjJMkKwruQ9apg3HZ09jhcWFj8nbUFLJ3OM43J8FEUw/kqEgzUA8F7S6ITzXV73xKxvxeo54vZBOSgoYNFnUbgJ4KTp9CKaaEB0ZSsZNpOPbSCe7iOYjRPOxDJnoICZKnYnbvDDQ3W7KfcFtTmE3rmCYrJtgJqiU9LRlMOm2lrWM2Je5EYDrJlA1kSx8JItACcCSjtMEU0biT116UkVyLQAXVYS8nkCzFvjgo1188NEejo8iPP5ygvm0UMkYqeCIoJkRbt0yces2e6xXOB+NMV+mSPMAad6QmhHizGW8lZVyuE9mLpKle10zKK8PjakiAPfncHtzpEkuRrv13MN61oChEY9N4YfDQeLAU0zOAozPGtAqXgMcwNdI4hXieIVey0C3aeDm/Rx3P0lghQlevUxw/CZRf3aSo9e3sL1LU3GF+YQCcPZOAL466+PkaEcEYDEMlsoYQvPx+48yvP8h63BIbaC5o8Dnfz/Hr/5hgR/8+QE++fMD7N2t0NmfS2rjyVcVnn+jYXTpYXThIWzp6G3z80uHtVpFEiBPA6HYyBmNrwm1Qg7DC1sEeqaqeI/f5HaUBMpnlhCAVOKR/b68vmkmunXXx/a+hdPjMU6PR6jLNixtS4QKTV8DOnuelVBf16RGpSIU2jr32joy9lZlMUymAw0bg90S+3cz9Hd5dmqi1W3i6MUML1/MMaLJZUhTtyV0IJolpHe+SiUVyNSv9ApvEsdMvsnXvaH1QFd/vxKAldDFzzQFYJUYpqH4DwXgTYJ9k7aV7kxVZrhJNinRRYmpxAvz76N4QjF5k4aiyLMRgNWJYJMg3XQQq/+mxF9BdHwXedr80x9rA76GZ6r/do2W5T+rPtE/3iH8bsT+vUJSlbi6Rlhf/1nc/1aw6xRGlWC5nGCxmEjHLI1bRMcxtWLqJaaTK0wnQxHEKFYylcCBNd9fCiZVUYmgsMh5zbGfVyWsaKr/FwJwxnN3Cts2Mej10O124Dm2CMDsoLwaXmIpArAm6zqtlydKACaciedP/r18PuQlTTDKKC4CzkYAFpGUIrDO65DvGd8/zllqMf2S8MP7SRC46j2h3bskeYGCB40TfHVVypvXuRJ4OEBXZn4KwUyutBwN24GGLV9H12H1QSRrvgZmsYYYDaRGB8NlhW9fnuL5m0tBSafSC7p5fze9mSKwbMjfTK3JQH8z1OfXw/Q1ZyjXPxzfgtuw4Ho0h9cwihoPb9/Ewzs3sbfVRa/dEtFjPJtgzgRww4Mb+NBJqTIMef0oYlH0PmiZ2G+a2Ok0sNNtiIGcdSUqPUuKlINXj7/Eq2++kkQghTo77OC9T/4U7/3gM7z59hscP/kGF5M5hkmJRLfgtzvwmy00DA8Nw0XoOAhdV4xMEVJEDCVohKJXMGjU52ebSTme/SkAa0yeloiYKKP4V9RgoxQx0Cv2zmVMVlkiAi8zYJ7UIgAvU5oXK+kj5u8hZpKzRSLAr9XZaz8GjQhyLUsKfUMUo7BLkXUjAIuwu0m2lzqxlaQaKJGFb6GItZuZghKBvycAi8nkmgzAWQJpXNz3MrlA9BqJBeo3XIu/vL981z2sEPEUIlVKVVH2+GtZfcYZF2cd0p1ckBqySVTze2AK0jTFZCUiJsWojemAfwf/G38mOY/isfrCSQpQyXe+XpyBpjmJBSr86hglPD1HQ8/RMVJ09AR9LUZfS2CuJ9BWEyBTOGbuCQSFHgbwmiG8MITp+YLApQAcUgDuDlRa3vKRsds5Y8pbUWxIFTD0DDrTWyKAbzp5s0yM/S4FYHYzdvvo9LbgBQ2YlgvDtAQNrsz/18j5a3Sx+v8i3l8baDbpDNlHEcvLPmExAG0qEygIbmLaymTCPkRdKhDWMYMm5WZWqcR2qQlkkILiDd8DMcqRzKCExSSlyTSReTBfG1Zwqc+6uSHZzEREZ9JXo7jM51JZYjQcymq3SBLqo9FoyJ/BeawBVgGYWExnmI1GWE2niGZzpKuVYNy5LkdDXA6vsODXXZVY1xVSXUOia6g4e6YoQMTqnAlTiu6cn9G8xddRVUZ8vy7i+93Z31dz/9iv+f7z64/VLVz//u+er+ozIAlg6U4tVI2jY8IT6qUv3dOrJcNdM7m+VbUdX3vVjS0pX1YDbEwQfHbZFH+5xCBEsw3rE5i/5dmdKGhb0VBoz8hXSNMFBi0L7+22cH+vjb5dytJma9SjSFFGOgGsfojGTg/hTk/RA7jRo5Eg47mGZLcSBdeaAn0KvdDU/a5m+EslzkmKNA0b8yTDNIpRstu+HcLrNhGGgax8GSGdzrGeR1gtI6xWiYj5iyxTSefNtcf7k+wTmHwmcUCMIzRGWXAp6FalSoMvl3I25JJe4SUrEGh8IVnTQ2H7goKmACwisEkqGJBzj6QrYV7Shk6NVb7AOBpjkVIAzhHXGXq+hZ5vo2PraJskieb4gl26ryPcetjArQ8C+EYOp2T1nI6TCxfH5zYukiUukhUCu0LbA3ptG1tbNHxYOHmT4OR1jAd3Qjy4GyKwctTpElmeYlzomJQGhnkTw7yFdriLW4MD9Gi6u3oCbXYE/SCHvl9I7+udlgN9pmH0qsTJ8xz/fKQE4Ed/6eMv/vcQdxlSOqmgnxd4OU7wcpIIUczv6IgKSGcx9/U7di1rutAwW2o4WQCv5kBmAYc3axzsA02/RMsv0fR20PIPUGk3sCq3sUi7WI2+xnL4NebRDNMoEjx/RpQ/r82shpXxvGehPbBQ+AdYWvdQ1i20F1dozS9xGk9xup7g5i0PP/5hF21bx6vfjfHm8RTD2sSoMtBuaNhusaasxvKqRB4Z+OnffICf/M0HuHg+wZNfvMXr8ynOyxhjGvUiS1bndoL27RQdL0enLtBgkt704Jg+vnka4+snMda8fkNea4C1BLwSuPFjGzf/zMaDyscHqwCXxzn+2/Ml/unNEu4dA84dE7ebwH2/RjUr8foFBeAK9qEF59DC7XYhS89UPVOa0ApkgCDnX3xV4BdfKVPKgASmro5+T9UMPnuS4ukTFShCwTkU6FRHbReoSz67GRSs0OiWOLyr4+MfmLh7aMGPDFlPj9Z4esSZhok49egWRPegQne/Qi1xe+DtSY5vj1JMGDrtagi7GnZ3dOzt6FjMK1wN+QwxEDIQ2rNxZ2Dg7paBZJoKefX0vMaLUxsnIwNJlSIpU6nZdLsaXMOCV1lwdUUe9AMboReg6QfI4yWi6RCj8RJvLktczir0bmro32Q1nAF9Qey9BqPN9wNIr2pkFHG5J8opwuoITQuuwZpPDTnPTu1UFgkCjdqR+1JaZ2JCWJKCeMnTlIbSYYWYjk5LRyskVc/Y/NpcPu8RdZ1JjXgG9Psm+j0Tw1mJk6sCqzVtKBZqHrB3D9hfEojzME0pXGnw2xb8poVuy0Gn5eD0coGTS3aXaCgzG3nOWH0mmxW3YUjvWZbo0kvLCDKTezwdsKuy0bKVcKSTZc2uToWAJoefmDI66TiAZx9KQCykpcM0CllEijLZxgc+B1NM9vhNuspsnJ1mOD+l07JCFdcIGzoGW8QT6PKGcxi4e8PC4T0bjaYlYhUvWiZ1OfCIYw4WlAitRFW6xLi54c2bbxzLXbnx4IaLKRI+ECxBn3CFoY5Ox4THh5p0mtgbrCw7UtmFojZNXMS7lFaFwuLDkBtVilsWqtRVQqabw3X5AaJTi68j+eO1pAXsBruMVR8zN4b8WpRDkg8stZRIRschHXLK2ca8Kh9AnY4tK2R6pmEiXqYYXaxEiKRLnenJuiICidg0pov5tdHBrW4g4viiwMSHqzhlVWcQN2SDHfYmczBN9n4mqMksNyRFodsUMtl6kknfmfQPSeqT7ilX0IAmEclmLl9XhwwbGKo8fFxgMYtlNdqmDC55ncwmOeaTDAY7GoiQ0dhhk4iTqySEnZ0kITnxNYwGZLHjbTkpkPKiLyxohYl4xs7fQn7fNWpIJDrqm3QOOxp++NkW/uwvdxEXJb746gq//XKIbKUhi5iOYW6baCQOJTjkoLBloyJGj9ZZjaYBdpGwqxooMwdVes1wz9HsWtjadUWkYH9htMgxPc8wvcjEJaZZOvwm+xIZ3WcnaCWdhkRWgwiemh08/OyYSgDWTKynCdbTVK6Tkug1bgrosCFGgMJrXonA4LpqJFKwDHxN2nGNwq5weIepkB24joXpaIXp1RLjM7X6gwB7N1ryeeDNbr5gApaDb2JYa3nNbBpBOLAzIYaAJGG/lkI08XIRoVbEWrX54SFPDnrST6Zc4bLRp3s/Zycxh7m8N7B3Y9MfTHS2xUGrhiLRxYii3HzqdR7sWejv8cEcoD3wUWrEfmTSQRnNCqxFlGbqu0TYcNEMA9lgEqG3nGWSjo3mhXInm8ShEhFI9zy/V4UdjdeZbMxFAGa1sWmhP+ii3+9KAngxnwkqlLhD3gbpIrTYfcA0B4c0dgXdoXGB4g0H6hyyZ1hM2WujwfLYIVmgNhPoVoXAbSJwQ4zOlhidrrC75ePe3TZ29wMRyCYpe3VTzEcJHMtCq+3KAIfJNO55Cz1CTqyp6cAiM702kGfqPtFgssAzxSCxmPJryLCYEDWkOjUd6eB2gMoRVFtRsE8uRzO0EYY2Rm9TDE+IXWzgxq0evMDEeDJDtFzh3lYL9wct1A0gCUrEtcLBJ3mG2x/0cOuDHk5fzvDsiyHmwwx6rRxW+wehrC9+McRvfzEU0kBvy0Zv10Ow04K/28TbkzlOTuZYXcUohhk8rcbeDRt7Nxx09wN09xuYj3MMT1NFNMhyJHmBuKrFtdYb+NjZDaUrkgYLYvrG80jW4qLG4oLYlBqBR2czzR2KFsQrmiJBWLsY1AE8zRbnfIISF2drXJ7F+Olf3MJ//o/30WsbePHiDV69OsFkWsjy2h7CfgNJauD8tMCQyJFZhPVsjY9/FOKjT4ndons+x2iS4fR1irNXGW4fBLi9H+CTT7r4088G6PaB47NTnFxcYZ76mKU+FksNywVhHRXyikjIDNFMw2qq0nz8jFFQ4DPVt3X0mhp6oY4bBzUODoDDnZs46N2Dow3wq89f4PPPX2Lvtob9O7p0XLdbbRRpheMXF7g6HWGbKd2bAZ69WeGLb2d4fRHjbKpwLPlMQz7VcXDo4PZ9GoE8lIaHrDQwXyywWCzQ5ia41rHT9bG9FaDTNZFWCyT1HA8f7eLhox2cDCP86vcXePaKn6tc7uUHex729zycvCrw7JsUF5clJksI3qe3U6O3A3Q7BrodukQ0LGfsAyaCXeFY+oGBfsPAzUGAg0EDu/0QBvt8bAe/+O0Uv/hiiuOrJUZxJCKvZQSwTR+DDrsliXleYZ0v5TBAVCwPZhEPa3JfMJCu6TjnflORG/wwk6UMckys8GCsUiRGlUEvU9jSB0fHegXLVpSExdzEasWDN7d7RA9a6DQpkgJXF+x1L3D/UQv3HlE0I/2gxGRU4PhNhtGYzx8KWUCjyf0PEWwuTNsV1F+aL5AWC8Q06yV0SJbyOua5gV6HoowrCePpPBMDnEaxmslVzxfiSLIoES8KXBxHOH21gulk2H+vEmemzxqGpoPzt6ks9qzyeUVkbLOno9kllsiCnpnQ2A+f5qiSCnmqOuTDQQvhoI1VtcIsmyMrYuhFAVurJYF+82CAnCnC+VqZtkruI3w02wNZv/n1E/zm108Fk8l6D+4Ld3Yd7O7a8NoVvA4TVQ04dhfR0sDLpxOcvV1h/24be3c7mC0nuBxeIC8SteH3uV8JEfjhu1TKZLjG6+dTnB9Hgu6n4ebBJ9t48IMtEevmCwqwMySxIXh9wyxgECHFQVSuElntji97oMuLCJfnkSD7wecnh9sVu9GIpuf3uJbubL/jQ0MD2YI99R66TciaRzrmETvJShjSYx8jWs8QxVPcPfwB7h7+EK1WAzZPgXqEdTZElF7icnKKq+kp3IaJZodDP6aQOMzLoRe1QuFJ+tUQUwmvSRGAeQ24Pmp9icpYijgbC9lBFzoPlxojF4hnBlZXFvLIgWWws9TDoz8J8ehHDRQlTWorGSC8fMJeXqZem7CMJkyTKGyFLOT+nCY+9igS47dHFPRNftaJiNfgBtxzsms5xXi0wGi8wHxCByy7bZmi99RQJeBZJcfyMsT0bQd57Mhehel7uxHDDthFmcqA23JI5Qnh+wHSlYtk5SGhkz5ZiQlChDXu85wMcHL0dyz0d2x4vhIkkIci/iaTDkYXFxhfXsg+zbU92WuzR56ftbDrI+x46GzH6GxHgqdfzhbI4kRQpL5L2gppMglWTABPKzERCeq6bCBdhpI2BpPz1+BMfZOiqR3U7P2i0Ea0HdYotTlMZ4UPPt7Bw4+28frFCl/9diz7amJbua9i9QQF4MNDU1aSr3AxGmO2TJBmPpLcEwGYNCRphKMAvNaxnvK+4CrUJM1y3GdRAG6t4G/N4fVnUj2RJRXWMx/RlAKwjxkIMpUAACAASURBVGaokgTsAA8aOYYnLoZvPZQ575EU9Spk6QpptsKtG66s3Vs5tm6vUBoRXr6I8eYVTV6ZkEu2tm3sH5DsAszHNMHl6r7T03F5StPZFuYTX+gBDBIREe46Ne4+SHD3ISkDNGzaWE1r/Pq/TfD5P07w2U9u4Mc/uYH2TgrdHWE6W+ObLww8/5o97IEsJuv720wm8lxJs2G16UP2VU0M7+MbHCEdPRSA65Jn42sBeGNpFDIr910URjnY4+Bb1f80msCN2z4GOzZePZ/i6NkEqALYVkulxCgya5mktqRPnHtsJm64/6wcVIWGdTRHtJ6L2Ma1c6PGwXuFpJe9IITfaODFsxVePlticllLNQj32UzzEEF9zUiV8OpGBFadenyvNuWYkhLi96x+lqgoz6usbKJYIwPRjcVYEoAqASy/7p21U+2vVaKX7xVfE1WtQ5y5Su4qYffanCz/f4NzVPhQ4RJvMNPXKb6NtiJTBdnR/UH66Xtp4H+Vi/q++PudSKwE4O8Qyeq3/QFs83sC8PcH7O+SVkJMrqETB82zfEniUgpdL2AYBQypwSF2OUO0msriAYO5OkEyZ7nMMPiec5/Hs48QxkVIU6krGmGIahUBquBnMZH+Sya5ut02Ou0mLBrRTE0wxcSUxkTgVyaymkKZwmlfD9CZpiJ9ikZoSQJSEN10NMtdSM50m6+BItcm8y1VPeyEtYjGMxQVg/2lgUvvuFwHFNYyCsB5plKYPOcy6Sx4aVYPKSO/wVQ9gEFoY6thYbdhYiugAExzSoKag+iokjWKNYwSA1fLAhejJS4n7BMtpD5CDegVZJizBsGlbpLeslfbnFffJeHeJdOUCEjDH+cd/Ezt9fvY6/XR8hy0PBudMECnFQrKOU5jpDnv6SZMpuJsGpEUOpf7A84gdkgII8GK5DnHgMdAAuu+2FXNNK9l4+3Txzh5+ljoALVpwwpa6B/exeDmXYzPTzG+OMH5ZIWTeY5Ed9Hb20NnsAU9o0msRMM00bBpssowjadYpAu4RPxzz2Na8FmXJeEAhZpnBpJrOud1sRCxn6lQGnozQRTqSN8tQ/6ZpoE4V0lhGqs4biHSkP2M3BNKanwTKOCMgteO3As2CU6+5tchXkWz/V5ieJOmk95fpnGJEhbUuyJUXd8bvusz3fSf8ppkx678vPGM0Lgizy2FzJU7xnXv9L+whCgBWPZxNcMOnMkp4VnhcTffkyRU1d8nyb/ra0lENIYXNn/oBi8vf+PG0KJ8CKSzVbJE+CSVUauRcQ9E0ZgfEr42vJcWBcyykNSbX2fw8oWs0MjQNHKERo62maJjF+gN+rL8MBREsek6qAUDbaHa/FyzJkCzBPOdZiSC5dIFvo5TmI4NQ8x5nvQccqYnCGLegy0HJg0mPk2uDeiGrYAB3OKTSkCmpjggNy/6u9vj5j3dkBxEsHxnFlI1ayTAXFcPqFQ1r5Vrjje/XlN1WhOhLucyYugt1ddLg8X151jT5d7IAARrZ5jE3XCmr/1IkiKQ+5QGzMYTQfOyd5vzD3bXsv6Qoh1JSEkcy6yFCX0aXCjWS0Kc86F1LjUo09lEsMjD4ZXQhbi/5tycaXv+Mw2zfD/5eYiIuE4SIeqw81hVyJCUybOZMgaoegNlKLhe133Z19fbHz62/pjI+31h+F895q6v+Y3o+30hWAIzeiHnImKxW83Gu+5h1gYs5nN5vrBSUATgTX/5NfJehFFFTAe3+NxSqJphmpv4umuwNVIKHdmHaaRO6pxhRkizJRp2ie2WhYO2jRttT5Y+X6AcTuVcFe52EWx14HWa8LrhJnu+uRB5AyrYL6x6XONFhHi+RhFnKFPO92pUYrYgptySkNUkWuNqsUTt2Aj6HTS3e+pztNVHzRqe+RLpao0k4tmBGOgE8yQVzYPXA983Xj+81/G64RIxn2lwGos2KemUZqw8RxD4aPi+MvRpNIsmgtaeL5aYMS2alEh1Uh1s1DZNy77ML5hYF51ig1vPdRpySsRVjlWRYVlk8KwUnp0i0AuEeoX5KMbnv5vh6VGE93/QxP1PWmjYBdwqxWRc4c1bDUdvgUmVYFImaLo1uoGGbkgKlyPGl9evErx5leL9ezbef89G6JbQ2TVeVFhkpqzzpYPzJYmrLeyShuHU0JcnsPMhDh56uPGQNVwFWsxfcm53XOLtqxK/fFngl0clfvhvfPzV/9bA/Z6NzgWgj4E3UYXXUYkoSxClCVZVhWXN+bCBj3oNfNQLJCX87O0Kp0tgmJooaRDbybG9U2CvpWGvDWRxiPWyhQy7KN0bKK1tpNOnyCZPMWWn9SrGkgZMmnrqGi4N3AwZDZQA7Pbuwu59DN1ooXrzLao3j3GRp7jMMhzeCvDpJz20TA3PPr/Cq6/GWHmmLM+qENoVEGtIphaQevg3f30f//Z/uY+LF0M8//VrvDwe4WgZ4ULw5gbqRMetjzXc+lhHi523aQqnpBEohGM08NsvI/z29xE0H9i6ZYlGZawrSQAf/NCXtT+vcXBe4fw4wa9OYnx+EcO/aSHgeS/UcMevkU4qPHla4XIKtO87aL/v4sDNceBxvsDzfi1Q4KQypG/5q6fAV09ZH2Wjt+Wi3dLQtBk9SPH4eYpvn6XQSgeO4Ynpj7PtiqvirMyWAFnQrnHjUMMHHxq4e9NEq3DRLh18/e0c33y7wHRFpcVklw2CNjVKvg8WXNg4fpvhqydrXEwzmKEOt2Xgzo6PO7s+rq4SvH7LOsUa/W0Le/s27u85uLfvYDGJcHG2xOVVgcuhgdFEw2zNrvkKThuwWwzT2HAKF7ZmwGuUcBskpNGgHCgSh5Egz2IMJykWK9ILa1kt20fLaIjJeJWmcm/nXpl7qtmiwmhaYxUJWFloYDrx8lKtVAj503N1NH1lhlvFtYi26bxAOi+RshKA+3qbFVsaGi6NlaTr6GLkN3xSRmqZ06WrEoGnIfB0XE1qnF7hOwHYdAx0tny0twJxsawXa0mmdbaIk3Xw8DDAg8MAj4+nePxmiks5UHOzr0QydtNQKPZDS0qHx5eliLtMinHgxB4zCig8DDMVSKFXnH3cUGu8gThqeJOnkk6iss5BaFWtUNcRuh1HFl3VFV3Egshz2YqBo+cxXj2Pka+4w6jRbZvYv+Fia9fG8XmK47MEe7dMvPfQwmCHwzZi02ycvFnj7esI42GK8RWxcQZc35XvRTNjWaqjgtsAVXhPgyAPwUVqIE85kGDnKtDpQfCnzWaIhh/g8mKFq8sVKvbb6XRqUjSlIJdjkSZYZAksXsNk00shthKAy4L4CrrQiHuwkMaavM7S5cnOYeEhq8Mtb3DEbnD/w3kfhTK6UaUP6LpfiTMfp4YbGti/0cD+DTp7dPgG0Y0xzl8uMblKsVoDkVQdE/FCJYQmSB6omF7iw4nUp1ww3zxvKSFf+e+4B93e80TIZJy/qDk8rAW1mmSa2sSw/44bOMF8uDJQs/nQ2jih4miBdbTAoN/A7cNttHshcj70KmA8WspALy+ZzIhUH5wg7TzYJlMd7Nlih9JSDsB0k/CQGPg1fB/CPdAc9tuWWIxyZHENn+hvx8T8PMP8PJf0OBFH/CF9AYbq2OGB56///SH+0/9xD7mR42e/PsY//fItViNdFlEwRPTRyUxENve1RWmiqHhA02SYaktaUh3Qk4WFeGkpJHSjQtjW0e5wk1FvxMdcyrnXk40x3uJw08bOgY/dG3QJE39eYUW04TKjHA9brllHsK5GZeLs+VwWBXvBbPoUY5nitBAtVWerYRBvrBA0yQzIIw32NuBsa7j73h4e3D+U3oDHvzvBi2+Iwy1RrSq896CLhz8ciJP05fMrnJ3OFJVZzXXU5oNpNfZVm6bCH4lTkQcAgbUph6c489VvZBcAT3fSiyOuXW5slbNWvde6YNi5qGPDY1n6JrHBlPDKRLEyZfDNQYgf1Dj80MWtRy5a/Qaa/QZG4wRHL6c4O15hfsVkfYXBLlMPlnQyN5vE0gPTUSKJWCZzKBZdY3Y4bAibTREm6zJFVWSSRJeDH52EdHprJjqdHjrtniTE5nQErmmmUY4o/l6XeHAmLnRHdTNiLe9no+HAZdcju/EoGLOdmg5Lg8oxBWHi8H04VoDpxRqTiwjbPR+3D9vY2QsQVdz4pDh5GeHkRYRGw8SNWwEG2x78hgfbMXE5nuJqPIFG1KrNw4slv470BymFKmsML9SDcDakaMh7HeC3DfhtJg9COFYouKd1tEJexGi3HLRaDkanCUYnKRoNH7sHXQTEJGcrSQvuBwH2GwHsrgWtZyJFitF4iNV6gZsPe7j5sI+TFws8+2KEZFFJoo9pIPbycn3x8zG++MVYhtJbOw56uy6Mtg29RfNPhNOzCMkoQzUt0bB0HN7xsX/owW5rsFoa0sjAemYiS2kiYD9YgijRZYUdV5LufoNDGw7z83cI2PFJislJJkSKMNQQkNwmAwMKKAog0dY9bJuh4FDO5hGulmvUOTs3gL/66Q38x/9wG66l4+f/8Ba//eW5UDUYwhwchth7r43hVYlf/cMcLx8v0QhzhM0cH/yogQ9/FGCVFDg9W+PtcYLxW4CU5Z/+pIOf/qSLO3dt9Ld1mE4h6c7RPMZo4WG48JCsbaQxO11zLPMJ5usZrl7kuHyRoRU42Op5cn+L1okMvf/0oy4+fcT3LEHQSLDX+wAH3U+hZTv4f//u7/H//N1/wb/7z7fw7/7TLRElh5dTXJ4ucPY6lr77B5/s4MEnu/jZr87wf//dEV6+XSDj55IHeXYM5zruPvDxwSc+HM/FZGRjPNIwHM8wHM8xqGv0iabZ97Bz20d718Q8msr66NEBPv5oH0fHa/zDP13g+ZsZNOLSvQqDMMAg9PHqcYXHv8kxGhXInEL6P3b2TezumdjumdjqkYCh4fKylhT7oJ1gq81BiIe242N/q4397Q5aLRdn06Gsv/+vOf7Lf82RaCU6ByXCngXPbcMxQ8RRioQ1EYz1s6fP4MA8kPtwqVcodaYHOPQgk4r3xBKGncH1ErhejGRZIV7W0Pn8MhqwNBIk2NkTwxUXIDFYJEYUQp1481bH6RnvgwnqIsHBlo7b+yY8U8N6qqgXn/10Cz/+6RYuLyM8fzbFl19G+Pw3KY7fltjfdWXt7TqyGk2mPLnowowAYyWEk8qoMVnnOKPTPNHQqkO4hYu35xOcXExlw2163OMR17qFNhEbZNpXGZ59OcI3n1+KULl1AAz2DfS3fAy2fZxfpri4SIS6IhS1SkNvy0Bv20C1tlHzel2liBcr5DFRlNKcKEmVoN1GVC4xz8ao9BQNz0QzdPDe7Rt479YNXJ5N8Pr5mRBCwrCFrcEADz96gA8+eh9/+3c/w9/+7c+kt574fWIn7933ce99H34H8Pnl1x7SuIHL0xLf/PYSx0dTfPjjbVlxvsBkcYU45t5CIUu5dwyCQNz+7XaIaJng9fNLnL6ZYDaqZN16EOLWQ/ZRZFiv14JmjKJavnfbgby37GJj5SOfd8Te+p6xMbXR6WfA8C0ZkJUJh+wSr0RdZ3AaHrxWgKr0EU88MQ72Wjq6bXU/ixKawQr16wWHvEZRRnh4/8/w8N6fi3izTiZYrM4xnB5hMn+DpIyQlmt4oYGgZcsBiSY+CmkmXec0D3G/m5koaDYreFGzl5VDPhsFVijBZCY/X6pvtt0z0e4rzBOHrMtxhclpiSqx0em2MRi0cP+Rh3sfulit1hgNlzh9XeDtSx0nRyYsI5QlGFAmbAWfpgxjTHpw+c2VLJJ9bt5uCk1F3O96gePjcxy/OZd6g9WCv9eUZxMFSy9MpV98edXC/KSPNFLfM4gObSRwwhirdYT5koYGQzqig6CBlOLv0keaRkjTNUoSX/iZZKrbLgCrwPZegK09H2GTYjOJGgGSaRvR2Mf58Rkujk9hGaQa0YDlIMtM5LklHdBcOzdr7N+mEXWJ0zdXmI0XYvhoNWw4oRKuo7jEmALwiuIha1PYBd1CHrUBooRFa6Hocq09MY5MhzWH6HzvUsBcwvbX+OCjLTz8eCD4599/PhJUsuruVAKwbkW4ccPCzZvqeX45nmDGrrPUQZI50mNNAZiiMwXgLFICcDyj8KpMqZKsNJgAXiLYmsLfYpKGtRgaInYkTwLBqhP9SkNZs5Wj2c5weezg6i2xw4pIwLQEqUukEHz0MMSjDxro7aXwenOssyWeP4/x+tUacZpImod45BuHvhieZuMMy2mGsGug2TVw8baDty/6IgAXGQ3IrPBgwrLE7ftr3Hl/jSbrHkwm1oEvfjmW9ed/dYD/6X8+kGtkGV/I/uOb3zh4/jW7djlkbKBLPN0u9//8zBdYE5u+dpHGTGEzaao6ekXn5OtWMgHMISOvdYU4pswigkfJr40YXRpCM3n+un6NdsfA7k0Xna6Fp9/M8eybGQ86cB2mlnjmVOcRmiYpTMh+z+br7ApdgWQo9k1H0QTtrodOz8PeIUQA7m6RvhPANAO8eJbg5dMEsxFpWjRjapJooZj8nQB2jVlW4omIwdddvkx+irCqOmDVYJybeNrquC/meXaT7H2HgBU7gYh/KiHD5+l3YrgyIhKdSNQhiVLfoZu/LwALSnqTAH7XA0ykvST5OFRV4iwFSp5reab5lz++L9z+6yTwuy7h7xUnUhj9w1/5/YTwf28w/4dC8IabLKhlJqxoPAWvgVpQQqirVO49ebZCni5RZEyGkXSwlgRSnqVSS8V7EHHd/P0Up4UyzacrRT2D1DGl43MwTaoYjQZ8rjWbvuCXuWh2Wa+XcobP4CKXpPdGYN8YeSkAy/0559yHaFIa6Pnlb/p6lCa2Qe5ubgm8LUhHOxdnDMpcQEGBWHmen3me5PvPITkNzer9JYJcCU8kSzH1JwI/RfAyx17bw37bw15oYSsw0HW5d+IzMcflssDlKsfbaYo3kzWGy1y6a4kmXrPiZsWH7bUATKOyEiYl8EaxgoM1SaV+h0K9RhdfJ/Ok61Wr5Xnz0fv38Oj9e8hWS6TLpfR/hg1fzNX8NXI7pkBgkgZCY1QgxnjBdDsW+k0HvZaN0KoR6jVcEUZUypvEIgptl0fPZPEsanCmQuRuswur2UW6XiBZL3A6jnE0TITQs3v7FgZ7e8gWEbLlGp5eIzQ5KIwxml8IMrTTDYVg13JcNCnosXOYBoC8xrx2sYCL0WgkS2Z5RChTONwkVDn/IeaZPZp0zBKumkuqjsdM+XQjpgmlYFc1n3cqJMF9B1PFRUk0L19w3kdpjrE26GAazNR1xLmcmFrYL8owBbHNm2SpPOcYihABRwnJIgDLh5P3C+4TNj3pRHrSqMbUr+D4OVtSRhSaJv6FuMaU6jssvLp38H8FxbxcdZwroZr7FJrfKkn68muUHzIDuUbSk4CtDBnv+sg3oh6FOhEtmQamuYJzrbqUswVN/YVWy7pOPjOhu044h2CSsoJF80g6g5HOMAhNbHcc7Pg1Dp01Dr0cO3u72N7dhcdzuUczqCECJLuaV+yXjRPp+6Zom5C6kuZYxzScMN24htVowww6CFsddFglxJQvr0eTDml+WGhCMqAZphJ+U+4n1X2BIvA1rp+vDWeJPEN9Z+LZvCbfS7YqBZ3GRDUjJrKer3lZqddcniESBDHlPsGeVX5gXdeVM6dBxC77x3XOm3mUYT0SC680GCVT+pXghikIZ3Uuya+MASDWDZYVxsMhxsOR7C1ydjM7xL52pB6EfyYXTTu8EfF+JTVnaYb1dCWLncTz5QJXkyFOLs9xNRkjLjJZJLLJckjCY/iFabUl5rMF1qtEKGwcz1Cc55P0Ovl7/Sy5TqZfP0P+RyLwf0/k/f/79+8MF5sU/HUCmHuVsBlg0Oui1+siTYioTgVhv1qRFlWK+EuxfeNnkL5zz+XMXxAn8lzg+2HJ50AFxiQVrBtwdBOO7ogIzBkm7wOcO9EESK5awyrQcSvc2+7gve0OjNUC1WQk1NDBwQ46O31YvgMroLGGzyC+RxIXl/m2tpl7rSZLLKcLxMs10iUrESoRsTSDVTKsJTExWq5wMZujdknQ7KGzt43tg33sHOzBSHNuqFCuE2QJCZgpZusE8zh5JwAzmc7Xhfdpmut4jlRhu0QMHLIflHycSqc3GwHCRrA5twSIVgucn5/g5PQtzscrnI+X0oeakhTp+PDDNhyP5mRT9jcOnwN+A7oboHY95IYlieQ5RRtjJsupY3hVJlVtn/9uiidHS3zwo7YsCsAOlDby8lWOF69zrPRCVjvQ0WvoaJM2yZ7xUsObN6l0CN+7D1kUiXl25DwsSmxEsYW3Iw0nI4ZbHHT77LWnwXgG34rw6Y8G+PRHfVjFCtVyivlVjOF5ibdvK3x+BPz6CPjsz3z8zf8a4F7HRnCpQZvqOK0MnJYGTs5nODmbYYUCmQ80WzZ+cnMLf3lzCz9/fIWfPx7ibFljWTvQPA297QyD7Rx32jpud3RcnOt4+dpAXG/B7d+C09lHPXuFen6E8SLC1SLGIimw5nmY81xTg2/paPVNtEnk3H+IweFnQsadfv1zTL/+Z4wqE8PawOGtJj79qIuGDnz783O8+HKEomOi6NCwS+NOjnptIl/6MIsWPvvL2/jsL25h+PoSr373Ci/ejPBstMLJjCE3Ban46M89fPznPppOAW0ZQ09rWAhha018/tsVPv9tBL+n4d4nNgY7BrSk4vgRB4+aOPgwRPs8RvP5AmfHMX43zPDVLEO4b6N5YGM/AG66NRajGr9/XOFsomPnkY/dRx629QzbRsZ+G8R5gaQg1cMUEfjlkYGXLw3oQYDuQQtNirDZHNp6ga9exPjqeQJb99H0Qph2hcqIZJW1jbKyhdjnN4G9PQ3372ky5+oZAfpGgK++HuOrryZYJDlzSKgtnlNoqmeK2pd1cprh94+XOLnKUDgkzhl4sNvG+7ttnJyu8OTlHDBy7O7zPbHw8JaPh7dZ6bXCyekcI9YlzoDZDLiaqmURq0yyqe7CqymwM3EbwW4w7e8hWihy1faAJIQSa+6/kzUGuxW2dkrs9tvY63Xpx8f56VK0Qa+li3A9Ji76rMblqMLFrMQiqeE2aGbXUJNSkDE8qCHo0ljFgJiB+cxATU2Bz9OyxloqMDQ4FhdNACQH1hK+aHSoNwBFUqBMcjHa0NB0MQJOLjSs1tx5kDLhGejfaqB3O0AWs38kEkdOYFsIfRPbAws7AwujRYHRopRU7dVVinXM3k/lFmQPq+1BRMs4ggjAZU2wTibpNhYcczNAqgkfcnRvckDAwTwTHGoDncmDgBxzJpSIBNb1DPv7Kg1GEXS1ihARibG2pAdrMQMWU56bcxjIwDAfRbVmyxSXzDRh+oadwXRlOvDdQLpuL5nUOl+LC4gPKmLgXDr3HeLTmHhhwtdClipUMHEf7AnI1uog3CIKuh3AtOjgWauN3abPiSmENM8E+0vhm4Mk1TdRY84HwzoRAZc9J0Q/Mw1CEYniDxG1HMBQ8CBWkYkYMQBSCDLp7uWhiGUxmqor4U12U3EiKFwQp8SBNVFBxFikkjrp910M+q6kemv+XRxOLNl5qvr5Um662dtV8GeVvuQPOnOZwlAoG6ZaN+49MUrS7UGevo/+wEcYGmgExEECi0WF+Zx44hSzeaJS1Ab7Q120u6EIUHnKvrccyxn7VNfwbSbNQzTaLuy2LviCNC2QEl/ETtI0kvSoVtuyKKQRD8L+oqpIZINNId3SOfDjshQ22WOKOpfBPV8vOqvIbl+OU1mRoLsr6T5myoXCPjeZPEh/9KMOPv2LgdwITodL6eIcHpW4ekVnO19r1SojXVpMPG+w4XTsXw9ixDzA4WXGga4OjelPu4YfUoRSfYySOl0QAQFknMvbgMkHGZPbA1+EKrWBTqUfl5hdCswcXlJcTSY60qmOLCqQrxUuh2lFqWeTHlpurwqUoLOkkoQCnSgFB2ylicFtG4NbjhxALc2VlOzZa+LfliIabfWIJLFhezbiOMXwipta4omZnlHCd1kS86zEXkkKbRB24tYsC/m1NjGgLt3eytVCjHI0Z4J7s/lhOtlTr6vqi1FOWC6dhwzHE2cehRg6UpVwDLRaBtodS3CzTqOEE/LQxD4yF7N5jstRhNk0RbLkDRHo9rkJoWuTGHgegCtMRylmU5Ze01XLIdUGNySYNg49eEggSp3uUn5+DUFtLxdM+lbwnQC+20AcJfK18RDA+xqvDxICiF+T3jP++SbxF8TZ1+J855+lkhScnarPSsXuP/YS0RVpuLJi9qov2AlsoNmwJT2cmyVys8B8mGM+yqRTgMICr383sARdz8QtF19Dy+KQxUS3ZyBsEuWRyhqd57g8y7Gas3eLAjyR3kyoU/je3Gsk2c7kRQHLsGSt5yoJaOoKBRQEvP9y2KEjqDVZje0Q4UETlUk0+SmieITdezvYeW8bLx9P8eUvLqSLpN/y0W4pLBrX86/HsvzAwM5+gP6uj8rTUHs6Tk/WODtZYz3KUcxyhI6JO/dC3LzTgBaU0AOFth1dcBBaoRECnL3HiVq8cDQmWlxumNkDpSGOmeDkwDjBcsLri64pZbaRxAN75l12fVdo6S76dQNaruMyWmGep7hzo4XbN1rodk202gaWsxxffz7D0ZMVDh/6OHzgI84MzBY6zt+WePM0lcT1jbulrN6ug96Oi5h1NpMKi0mJKqpQRxU+eeTLYsIoaGnItQJnkwTn4xSnF7V0WLBbmQMZfnZSITIUuHi6xsUTmgZc3Lzhy3vDTnsK2x/ec/HonoeCg5c0w07vAQ53/wQNfxe/e/Iz/P7Jz/DwBzdlvX2zxM//8Q3O387ks8YheVqwk8PAyVWE1+cLTONUrsfSrNH2ArQ8H70t9rCyi77G+esaVyeFoKhn0xif3Grgk1shLJ+9Rzlqr8AO032H7Hm04HHINS1xdJ7j5DLBeBxjPkvgm7b0cUwvNQxPud+o4LZL+J1Kkl97b0b5GAAAIABJREFUBw55ySjiXMaVNEEQ/9sLUvQbGSxSEyp2ybLSIUSlWfjiyRi/ezLB85MSL04qGK6O7raFsE3Bi4hBdmGzziETLB7b5nlPoBGHr3eh8f6aS6qDPVt0hfOeySFuVS5RFyvMLkvMrkpUqQCuBBPG4ROH4TTFcRjiNzU0OjSiAVM+RxfsKCkRTUu0fU1Ev/1tFx886OL+e034YYygEeP0MsPr4wJHbwq8eF3h/IIYLYFrotPi0mGTLGDRwc/7Hg16/D4LmG6BqC4x5w28trBtNNE12QGmoyB2TvCPMj6DQeOZwftGjGiRYLX5rDB1FrQLBK0KfsNAEBo4v8pxcZVjNmaKDFKVsXdgY/eGjcVljflVjTJhhz1rPyy0Oy2EYYhFVGKxLpFpSxTGHOQtOZ4mfaC9Vge9dgfj8winr+fyOu5s97Gz28Vgt4mtvSYur0a4uhphdLkSsgCfiQcHLg4OHCzTNVZZJI7LomD9R42r8wjzWYrtwxDbhw1YbiWJ57zIMJut5X13rBYcsynfF3vQeVPkHiqWyg4mgOkcZzKjhO3ncHwOuwpMhjXGwxqea8jzhsayZE1TGNBs06ymS280P+uGa8BqWDIkK9kdz3Sz7B9yuKEPvxWizH1EYxfZ0oRjxXDtBDA8wGAiV/Uq8rkSNhSKuRUcoNU4kP31cjXGan2JdXaGpLhUlYJEjrsVLI+DS9Utxm43UG+IaS6kiYKGLu7t1LMwkIS3jayMkJdrRMsSqxmfbSZ2bjSwfZMVKOyRX6PKTOi5B99uYjDooz9owW1M4YRTqRtYzEuMzg1cnTi4OqExsAFDDzaikRKRypJnCRI+NDkMQeOeknUJGhqhhbDlYPegJWs8PcOEa0JUN88zFVwngOtwGEjseoFoEmJ12VFJfQ5/ibPzI5hehKyMkeRrESIGWx34foj52MR8bAgdiQIw0/imlQvemOKvZpdo93x0ukxGK6GC1SvLkYHlSMN8tMBiuITNe5rrQtdYI8O/Wx3UuOfdv23h5l1Dhj1PvjzFxckE3a6LXsdB0OZn6/sCMDt2fZS5h2LdRRF1gNJUXYnqiKX2TcLaYqqei3tNdteu4TcTPPioj4cf9fDs8Qy/+cUlpqNChqbcj7DXWbcj7O9bONi3JAHMweV8xdfGRpI7CJuurGsBOF3pWI1dEYGJlhK8FE8keg63vURjZ4rGzgwFr6fUwGrqYTX2oNcN+cwzARyEKwTNFYZvHQxPKAC70CpXpUvMSNYnjyx8/MiG32Yn2xTTVYTXbwqcnFCkSJAWCba2LXkOULhZTnPZ47elEsTB2ZsmXj1pYTEhHlkRhzSwYzTD/UdcKZqkm+tM7td48yLB6xcJPvhBDw9/0EepxRiORzg5JrLcwetnHN4ygRuIADzYpfhQbQyXTFjSaOJtkrxMcG5ShdIBzDodpvo4BORAlMlWhZQVo2vlIs0ipHmEdpeVNDStmWLgpDni6OkaL59FtIKKMMZ0pKLMsFKJtTbEiNIJzMS4gTKXaCUcr4DrlWh1NVmd7RTdvQh+SFxpA3XVwNGzCq+e8b6toSKZgbU+G18BzdvXCE1JYm1+qGGxNCUqEZCHVznvczDJ56T6PKtj5LX4uyEwbVJ3YmCudNmz5dKRuRHhDMD3mbCn2KDOD4JiJT1MRJJ3VYPvUsPX4u93johrsUF9LzK3/6MJ4Ovv9Ps/fzcm/2MC8HV18b+Qjv9AyPgfoTbV37AhLdScA+iwhLiViemkroiovUbV0plEMTiVvlDSLpaLOVJ2WW72H7aew2ZqWMQq9b0LhYuHts3LzudCliXSEU3hkiIsnWV85pCAwXMwk5tpZSOtrHeIbfUCqq5l1d9ZqV7TQqWAKYSICKwCk/Lco0gnxG3CnLjfoVGaH9LNOU/OQsRs8ozL+iOKwBscrwhHm6+f2Gemwpg+5cVk1SW4690JTFlKALYkPXvdv3o8SXA8jXE8TfBmEmMSFyjZh80Ea8bnHFTCjsmlzX1UXVP8HCl0LJekgDfi4/XVwetPULWbVCjv8TSp3Tu8iZQC8EYQUUKXCqRTYCQpxW/wzBRIeEBoB0wA1zV8q0ZgArf3B7h/c1fw0RSHmaqTblPTxOLiBMvLExQpqyVEUUZtOIDhoM6ZfE5wMo7x7DLGtDARbg8QdLuosgJ1ViCwDDSJ/ddJ14hRaina7QCdtg9P0+CS9Mbu8eUKUZIjMhuyaG4jjl59vtU5XVH8KEamiFO+hpqc1WVQwe+L55KNgCs9r5tZAQfqBGlRzOcicYeifFLUsu/kIhaRi4JxytsNE8Kbbl5KY6aaFGwC90pNoQgpIqokENU1KIVRG2OCCI8GdTuV3ua5X1zmFIC/J/4K6lsMaJx4/esIP0U59TqodDJ/TSGBCRJfFIHhnTDHj8Mm5cvnC6+ldzzqTVL43b30HfBeGkSVIUauL57zKNAqkZbXnhgAUKFBBLqrYRBqGDQgqNxB0xQU+kBL0TcoQAUiQiXsCWS6nvMajbQA493ngTNBhnWTvJIEMMlxFFjlNXXZGxyI8VVMC4777r1Q/aabzjhWUVT8c3g/KDfzqwyF9AUXqkub4iwrLoS8qIwkqurrOql9/XlTIj5nbiIaE5HMOimKaEzLxqzuS0Xw9dht7NPYHcD1iQvVldFiUydAEZjnIiLNqzSTxSQvl5CxiCm2zE3imLUyQ1mcfwoVkr3gTLY6lnxufd+HRuQ+he5lhOnlENPhCJMowoTVNZmaB/9/rL1Xs6XnfeW33hx3Pjl2QHcDaIAARFKkpClStMaW5ZmaD+ALV/lr+dJVDjU1N75xeaYmWCY1zCARG6G7T5/uk3cOb06u9X/2aYAaScWLgeoRQIJAn977Dc/zX2v9VsrO5ILY9GL9xiFamwlgFYriPcHPmQJiyt8Ph/wkI/H7Fmy5Ck4ocsbtI/MbBLR6n31zff5T75pv3mR/3F99G4HOv14XryFs+Rj0e+j3OtK9TJoPZ5SC7OcsWt7TfOapPY/MvRkS4f0lZgwagRTOX4gQegNLqip0EYBdg4lBmql5UDFQ1jmKKgOjBII9t0rstT3stn1s2DX6VoV+y0OfAn2ntQ4srR+NDC3xOiN2ncI/+zJrHdEiEpJUFvMzZ6iD16KiGdFsyv2IIKCTFDWrETohgn4Xg40++hsDGBRV4xR1xncH75USUV7I4jXCJDrfC/I+5HtE3h00f3LGrLq+2ZfMlLsKFUEEYFJxAt+TRTpdkkSIoiUmiwSTRYyMphrZU6n3IH9OzmZJV+U7QN4Dbgjdb6NxPGSahZyofDcH3AJGk8AqIiymEb56EeHsJsHufRN7901YTQytWODmMsWzkxLPXpTI7Qa51aDjc46io+VQBJU2QMSJhjgGDo4bHB5RiKpRJRWKVMNqxcoqB6dXBV5eFdA9pmY9BNxjm0sEfoLvvtXCd99uwcxylIsEq0mO+ZRaU4WPzw18dG7gB98P8Dd/FWLDACafpJi8LDF3Dcw9E5NRhMk4RmRUSAOeqy386M4AP76zgZ//doZffDiX/t9RpcPuGXjrXRMPHxropzl6WYYvT2t89KxBZvewebSPzcNt1NNz1JNzjBYpbuYMVNB4w/0CEeWlzCyYQiV+eufgAQ7ufheh08Hiq99g+fVvcVW4uC5dHB+H+O67bbSMCl/8+grPPxui6Vmoe5yZl6iyEvlSRzZ30GSenDO4kmGMyYs5bsYRzqMYQ3aAJ6pW5oMfhvjghy20nArVMkHFitTIRL4y8NXzHF8+ywSDfPzQRH+D9WcQI8b9x33cf6eH9lWG4FmEy7MIn0xifL5IsXkQYOPAR1srEBYZri5L/ObzGq8mOvbedGVt6rkskmg462BujtUTRWPi2deQ5fQG2H1zX0KR7moOzOb4zZMpfv1kKqG9TtiS+X5jRmjMRPVSai5sv4YTVBj0auxtNdjpaRjYHjYsT2aPr14ukfIp2DLRkGCX6MgTXfScMPAxj0tcjGNcTzKMJiVWUYU7uy6O91wMr2ucnpYym+lv1dg5aPD+my7ee9NFsqwxuS4xmVSYzCqMphUuhqUsqX81gK2tDdw9PMSgz8TvRNbZiwLnpwXCjoH9ezYGfR02yRNNBaOJodcxtvZC7B53JSsxfhFj/DKG1ubvgYZ5dvNqmM0bwWxHORC0dYQdPpN4fqyRaLwmG5H7SFZOIx0u35u6hobI6DWxg3MFGhPLbIUyW8J0qBGRNEi6Qg2Heq7jwHccnJ0X0ve9WJJaoqOxict5HGL7cYiqWqGqljDoKEgMWI0GJ+AXw0MYhzIBhjc5Tl/S5VPDb7MvwZOeSsMiekolOPK8lARckqSSfFCiJsVEPuwdGYDUpYnFPMFyFqsHJzcxjeqH4eHAshWu9o2HAzx4OJDD/fX1BNfXMW4udEyGPCR4sLnsBLZN3B+xE0R6aSg5bPPYYUHkNDFFdHV7gsSdjBJMxwk6ZGd3DPihDi/UlZjV8NBJRLSNxdRClWnQWBSfVUiXhbgw7r+5g3tv7iLPl1is6J6PJBHFh5bXaeC3G7QH7CHV4Pp8uRGfysF/KstxHLg2u4MbEX15Y0cLIJ4zGU2UEAcF/FKZfOaXmUtKjdhtIqGzaY1sTNetBDIkNl6ZOmr2I3d99AYBTDp4o4UcAtgL2w5N6XpdRRwycChOZwEvJE32vsSyceBBfLfqZb79zoiwoPhBxx3RGFwCnZIXLLs/u4MA+1seDrZ8IXgNh5nE7i8vVri44AVJ4Y9dfB529loyyOWLZ0GH3LDAYljI56zXJtxQR++ujs4BD6uOOAvphFsyJVTwIGYqp5MMmSiii11eacy8OUxDJQranjjmuThUaZoMPAu0W+z97EiCJ1pmkhAYD3NMhiVmYw3zaYMii5BnEbYODey/YaG9ZUqalhbCFx9nePER8R68L1TvXRabcj2zS484Rf48DaHXxIAnKk1s0FXNh+YaoGazu7Gr9jb87on8FiM6g0A+4BKJ0LYRtH0R4qbTSLBzLDDfPaDDq0FaRvL7GJ80GJ8Ana4jyUl+v8RvUMhbTUsspyXMdgWrXUunsEogEIHjwDFd3H8c4o3HIYaXEU6/nmNynQoumYfi73wwwHvvb8hnxNQ8hZs0TwTr7bYaOG3inl2kiSfDcIqzvKbZCaaDyLkMdZFJ8pnJKyLhW/w9OS6uzyJZFPY5EXc9SJdepw9Bl1UGk/LqOuSAzbH6MvS8upzh6mKGsFci7JY4uu/hzhstQZFPxgtZ06GB6dDEKuLDlQMJWpAN6I0hyVWm/kyTTneaDPgCyLGYVSKCO4Iy4vNKF2zRcpmIu8+3TfgWxT0fnW6AxTzFzfUS03EsfS9cFesTqSPzUEA3rkbkNn9+Xb4PLt1toPs8GxP3pdC83Bg7DhPUCuvAFHAhfYx8UNOvSqykDo0mDW5UM3XIpKON/y5xh/HX5VmW+E72A3m6LAr3lmfD5GHftETEYF9ur99gdLUUoZ9db6MLQ9AejZHLvW0bbdgGk48rpNFSkOZ+Swn5ecwuVwNarXBWZUqDTCk46ftv9HB02EK+SFEsUgwON7D9xi5Mj1j3E8TpJQZ39jG4u4fPPhzhN397hmSWYXfgotf1oFmhrMuXY1yejqQne/+wg429AIVRIdcrnL9KcPEyRTQmbrhAy7Pw8K0ejtll7+SonBwX5zFenkRyMNo/9LG9zTQO8Yw1lnGJRUyMBQfPHXFDV+xKKoiSjJFmiTiDHRoPYCFflshXFayWWi046OUBtELDKF8hM3P81Y+O8M9/dISXZyN8/Ok5Tp4u8eKLGpMrDT/6Fxuyvvwsw8//3wivnpfIlkwfaXjnhw3e/TNi3UkQMJDRfJSQx2qg55TouiWOdnUc7uoiesBpsCxqnI4KnF4XOHke4/nzGLaro9WhAOmgRoCycHD56RxXn85wtO/i0aNAhsitgYnBpol7hw3uHzYYn5UYn5fY3niEu3ffE4f4MPkQo+RDtHoHaPcO8Lf/4Qr/6//yKc5eTvAXP+nj8ftt/PrnE/z651MYgYlwy6YGhdzIAKfE4U5flmbwwJtifJng9JMEF1+nUm2wmtX4m5/s4X/4b3YxT2N8djrEJF/ix/99Dz/+6x7Ons1w9myKqLJQeW2M5xq+/GiO50/o4uCzksgFOlAteJ6GjZ0aW7s8gAQ4PGayM8HpVyvpzXvwwMfRoYWuXaBnF8ijBjmft8T12x7GCwP/z9/O8G//dobCbcAgQNhhRysFYhO2vH9zLJYF5itCaAJxW3KAv4pohstQsD8NmRh7wo6JTps9tT24lotoNsNqNsP1SYlrHqZWRI+pF4EMIHmQY3qYWKYNC4M9ij7sSGPXYo7RSx2jVzywKpffO2/38D/9z4/wL//VPk6++ALPv/wCr66As6GDm5kpv5/xlPdzjuEFySolHKtU6B2SGhzWJCiEu9vO4LZy1G6DwuYAxMWh28Vh0MPW/qasedRgOC2xiBKs0imW0QzDiwjDyxhhYKLft8W4oxlMZWXitCTBQNyNQ26wGyxugDrVccxn9X0X589SnD/LxEEcitjWxf0HB9jZ28TXX9/gq6+GaKwlrHAFwytgEMPO2SYJG7WJ6XUt/eNE49+/v4fd/baIVrq9wv7BAHsHAyzGBc5PlpjdJOj3LAz6Fp6fjvDsdIiEQ1NuGkQsY1qRbmpWVmjob4UiJvNtfXE5xs3NAkbTk+X47IePEPAQzM4v25WUMGs0nj2d4NnTKYJOgb1jDa0ucHFa4/y0Qeg7CANb9roUPmnJojExDDVEU8iyiNxvsfNZEwIDyS58h3B57G7rtlHlARY3jvzvq2KMKh8j6LDbrwvdMVCbNZzQweHBAQ4PDhHNub9gJ+4cszl/3yPAmkC3FkKI4P4dRoZGTwQbLykumvMWjSwKwKxOofjLfQyHaTSm8Zmc5URZxlhOKyyGHD7ZOH44wPGjDYynI4ynY3iOj83uNrY3trC7t43+oI3h5HPcTD5HHNXIYhvLiY/ZMMR82IIOXxb3KHx3MntGVDS0Ar6vyYpjdiWyYoKCdYkgsPHB9+/hg+/fRVZdIK8vMJpc4erqWjq0DIrKGtHLKpmWzELE0xbymEMlmlUL6PYSmrNgcY8YQFsdD9s7m/C9Nq7Pa9xcMA1DY1ciNCIvWBsA7RI6Me+BhyD0ZQjMoXAc5Zhcx5gPEzH2lREHYqpbk91iDfdHuieUks5GIHuYuw9cTMdz/OqnJ3jx9RBbW3xneWgPcrQHHKxXGE1qwcKXOa87F1W8gSoZqGehpKEkIvUNZlG6ZimocT9Twg1StHoF3ny3h0fv9PDFpxP86mdXgo733EAEbN1aQrdWgkzf26Xgu8JwNsI8ipGV/M+27J/aXU/ObDRHZUsK3h6iCQVgW0RJims0Aru9JTp7U7T3ZqgK3gOWiMWLkQu9DtFudeU7dIMx3GCC0TnJIg6KOIBWt4TG5IYJvDDB+9+p8cF7DTRriclqjJtJjLMLDVc3JMVkQvnY2DKws0saUCPib7qq0R8E6G8EePUswNNPAyynAQyeBzUSQhIUWYK3P6jw+IMarQ7PshzO0ZhhYD41sHfkY/c4kD7UV69mOD3JcfKli/MXpBr5kuzub5nY3OGAtJI6ESLIi9SXJdfzbf+viPNMACuzoSIIUdQloYcVG1Q2AzRVgFU0w2o1w+6xg7e+08Ngm+bnlfR+vnxe4OVzdjKqHjnLpOvbh6F7kuDUaEnKCsFRs/KD3djcS+8dss7FR7vPZHQOrzuH255AtzlkIumlhdOvLVnZyoZBdElFA4ga0ssAl0MImifkEMqffY02lYStKaZYnldpKCLpi7MBUm+qJlYClqXw1qpeSAm4/H9VyT00q5pqJBTpmCTiud6tMNiyMNi0hUZjaR3pE+ewmUNzDl757FJJwHUa7zYK/zoSrwbmYrYUCw5/ffXZ/8N//MMo6Ntk760QLMP3W3Xr7w3n/34K+B8bub/GcbJLV3DtTJwqAbgsKZxQAOZ1yb/DdBWTglQH+H6gALzCnLjmeLU+L5mwqwh2HcuwUmDbglBWiPpbeirfLRxE8pFBwxrNjmVBUTkTkUUk8lpDWirDnxKheIZUCQwleqnvTipyKqY5E1kU1kS4aBqUeS2Lr1s5q/N9uxZ/VW87yXCqI9Fl7Y5HIZhii0pD3orEqjeZCU2a5FSfKpOsrIDZchps2Q12Q6KgbfRJqRDAkYavhyt8fbPEi0kCisHzguZw4jMdWHBgw0ac0Oy1ErHnVvTg3OPbPb/8TmxBy6oqLIX3VeKcpIYluW3hYHsTBztbSKOVCMCsBFpRZMhpoqXwoaG/2cZgsy0D/zAIxYqSJSmKNIVepNDyFH/6wTv48Z9/D8fH+zIHICFOELbcIyynKFcTlEmCiuI1RaOkkLMqBXEOJF9NEnx2EeGKvTdhAC30YUpHs4GWY6PjulK7xu5iv2VL9Uen7cGkYThNkSx4nh7L3i/1Osjczuu02m0HLmd3NDwz7blcRVjIZ0jBlOEHmpA9ofZJoy0rk2oiKdW7ijVlxEprlg/N8rBIKkxjdm4WsuYMABAzWeuI8wYR656ELqG60V2Nb1I+f2gSUs8lRd9hslxdP+vsrRLT1ohnRfhT9XNcTPDTFC/3yTrteCvq3iYviXy+7SG/RTaL0MbxhfRa05BQo2BVUl3IZ/wHAvC6n/i1kYD/+zUe+rV+LWYJhWcvOdezeP8oKh9JdZoMRlh7xR5TZQ4kEt5zamx0LEn8vnmnh0d3etjsWpLWazEVVBTwKTaSplHXuByN8eqK/bMZSunBcOGEbThhBylnjGsBOC+Y5jbQbvdk6bYNw1azBNbYsLv69g/eA1KFdntfyDNB3RcMMBDlHkUxomglz5/QdmEb5uueb15DRL6/FtSZbnJIMuCiyYmmWge+78q7h3VbJK4tRhMsR1MMNjaws7+HTr+HoNOC3woUBn9NlOA/w00ghbamLJFGsZATRLAdjdFzPez3ethotyShG1cFrodDXI9u5LrwXWJ5dZUGrioRAPuDATuXUBITezXCqydf4+zpc5yXCS6qRJow+KyiOM3+ZZeCMYMihonxbIbJdIbFYiUzTgp4t6YlEm/kXbbusP6WtvsHr5B/7P3yX1MA/jZqWr0/+XNVgiru9zvodtvyPcxms3WXMxPufHfRhKEEYKEoULyn6UdMEGr2xaQ4ryG+58TwJPhniADsWy5cUh5FiNVRs9aOTwsSUUhF0nJ0mcS0NdzfCfFwv4XdXoiu7wvpsS5yNDxIyXfAdwzNCKw3rGGxlg0mYgY2VpmqRBMRntjzWkzlQjMombRrEPM6tkzorHsMXJXSbQXQxSmRCU5azvNMvVcVcuKefRVmoGFAoxGELA+ao0pV1cD3JSsY8jRGmWfQ2V0NkvBULQprEnm988zAAImY0NMcUZopGhLN2Xmp5uPLCOPxFJPxTAgLaaEDbhtmqw/d70Dz2vLnpmUDLWI9EzTZDMkqwg2rnuICXj+FN8hQ5xMUqzEuz2M8O6nw/KQGfA3wdHR8Az1PR2AShVzCNRshAQWhg83tRhapGwyFcKY9n3tYzH2cnEU4OY+guQbaWx78ngYrTBB2UvzJsYU/uWNBT4BiBiTLSvZ+i1WFJ0MbT0YW/uxPQvzNj9swVwV+9x8mePp5hGpgyqIuk64KJFaDOARaPRM/utvDj+518cv/nOIX/znBs1GB86JGsGviJ3/VxQ++7wMvFtBezPGbpzl++lWBKgxx7+1N3H2zj2o8Qk1sOwNEsxox61j4DtM5x1XnBacFOGGD/YN7uH/vffT8NqLTjxG/+AQXWYiLvCWhi++966FlFvjqd1c4+WIIrUe8pymEhYTVhHMN8cxAHpk4vmfj6B4/CwP1jNSuCosmw4II71Up63s/7OD7P+ggcGrkyxTJPMPkOsfkKsPVuMHVpEHYAfYONbR61GoMeV6//c4m3n68gfCmhPs8wdXlCp/PlvhqFeHgqIP9wy7xgCimczw7zfGLJw1OxhoO3rBx8MDGQM/R1xjqrCWgpnFOzSuWAvCXldQ4hbv7OP7uI2xuduGOF6hvpvi7Ty7xs08upeqi2w7hcFZkxdCsFLrpy7K8ApZHek2BjlOBbaAD10bftbGcsp4xk3osc+CgMk3MroHZtSZ1VJ7vo7ZrFFaOyTzD089jnJ+m2NlrsLsLzCYObi480ayCXorBTobvv+/g++/Z0FIH2dTBdApczwtcjnO8vEjw8pJ1RwrP/PCtY/zgn72Lu3f6MNIrGOklPvvdGJ//foygD9x518PBsYutwEXPMjE9m2JyNsXgroedxy3oObB8mmHxLEUalLKaUoeWGUKHowjMX4eEKobYhqMGw1GNy7jCRVFhJvqjgu51A0eWxR5P14FmuVKjpDUmZrMrzKZXat+tafAcoBMS126gF3ZknbxY4fMnM0ynGXc6RsN+2V0Ohh8FSOoV0nopvWxWqsGqlYDg+tz08gVsYbqscHHDi5GRYjrA2R2hUrN8uNMdKRgUIonl8KbLIhbLMOjyMWUYUxWmuDamI3Y2KMQbXVmC5ZAZhhIxtnfb2NnryJBmuVpgGRFZpCFN+BahMMKhSgnfy+HYFUyDibkGqakhM3h4YppCJW0pnjDdSqcPD8adjoVux4QXaCK6UZCRgVBdY8h00ZWOMiUqhGQ9Dqv4xdU4fjDAnYcDwezF6RzLRYLlvMJqWcFra/BadHcqIdgg3x+WDGCo6q+W7JRU6SAmI4nOYOdusmLvL49HPCBUcojjhoeuWMMuBSfJpEm0qlFGQB2tBcO1m5S9fsx5s/+TaC9Dr5AmkXR2uo4pg50oIVqSAjPA7meTuDdxQmpy4CZOkdxwDgrUQYybd7rJ1eBMBGCCC2pucnOUNQdKypXdtmx0TUcQBcsFcapM+6WYzlI4Pj9fTbqg2z1HhIqcLrckw4pIu6nqeyWew3QBb1ODP9AFNcg0M0WzJFYQN6UhAAAgAElEQVRpYCbG2VOsMGQKg70mMCs6K7GcdGo5FPEaWQoPyOEK05i+LB6SKPypwyeQpvy5G6xWvHZTlGWC9oaG7ja7w2z4bfanWnj+0QrPPlrJ0EK6grmZI1qCvSmCgFq7RQVlTOQjN3I8+ejSR9mQ+c/+V19dJ/yhiSdlAlmoiTRdMHUYsH+W3xFdh+xypdO9FvGcmF2YpUo88Pcx1ZBP2e+pnME8KFR0sq0xXfxzbVayBEluMZ3OXugWer0QnR7FY+Dy5QovvlxgMeHGiV1SOt542MGDhx1MRrmg02czHmKZmqng9Rv4feLuHMSxjXRZIV/lqNJSDl/i1BZVu5I0thUQSW6i1fIkWTrnQXySKWepzetdRxBStK+RVsQcFCKO0i3L/rKmJAKTXdAZqjpDd1t9P+yI9gMO0jSMzpcYnrGrz0CamOIoZoczNWa6p5m8dx19TSYglpOHK2IVC8H2vUZd8vCqG2J+iIlFKkpJ3no20+VM3zpy3zIRyI5Z0gGI9lTKNRGNFP7Z11XL5pbpJfkemFRnctxdm6N1bpaJAeMgkQoHk2Rr3JOkttdd6Y0JnYhUdqanJfKUqYBSEmNWy1ofDNfdQrxfpVepkP+N1yFW1UTQ5iGEaCQ+z1XHehoVyKIc87GF2dBCEnHzmshgT4aJmi/9BmWeSJ+oH5qSgI6XFeJFLZ8n+0vzhP85Q+CYePigjzuHbcTzGMkiRrjRQXd/IC6vpryEpk3QOdpB+3AHn/52jF/9p3OUqxp3Dzrod32M6cpa1FjN2FMeYXMrwOGdrgjAUZ4gKhKcv0hx8YKd1wWqhJtmGw8f87ncRqYnyPUYl1exJHV43wwGDnpdW7qySQlICiBitw576BlPp8s2T6UzTJfu5VRSL1VuSrc4f74qqmF1a1idGpuOiz09QNflhroR5PT93VAOIqc3S6lLuLxKMb0uEc0aHL4R4vCNADevSpx+yYEdzVUOWn0Lhw90HDzQMBmnmIzpcLUQ2C7anoPNsMBGWGLQAwZdAizYpVzhZlXhSyY+L0gPYCKTRh4K2nSUatLFmC1s6HEOI85weOjg3n0PewcB+tttoWSgnEErZzATB2ZqY2v7AHtHdzHY20KqTZBpUzx/kcr66Pcj/OaXlzLY++6ftXD/TRc///9m+MXfzhBuWNi558MliZQCilVgs9PBZrcjDnKixebXOcbPMxTjGnsDH3t9Hwf3TBzeM7DMM1yME0RVjgdvu3jwtof5LMZ8xu/aRFx7GI2B558t8OqrlWBE84zPcmIDDfT7hqBKiSztdE20u6Z0z774OoHv6HjzkY+DXQtlTLdkisALEHghJlPg4qbC81c5Pn4a4eOnMcJtHa0dXQ41Lc8XVzgRi0SQzSkA0wSWEXdChKguIhQHPr0toLvF1DyNF0z200nuoykNDC9iWfNhg/mQlQMNuC3gfS/dfBr70hq2WKC1oWHjkM80zob4DKlF7Jzc1NjebuH4qIPDwxYevtERvPPJkxc4+fwEy0xDXFlISwt5QWQvv18PTclOzlxqHGhsiHl4qSlUW/DbNnQ7h+7kkj41OVzUbDixBbdw0O530B50+NqSwZF0nhqxiLxabUNjf6UMvjRJe05mUyT5CmFfF+QqHbw3w1pS3zQYUPg+fuDizhseLp6VuHhG41cj+Jrt7Q6+88Fd3L2/i08/O8enn16gNiNYQQLdLQG3AkjPqEzotYEi1pCtAMfypLeQz07iwdI8wu5uD7t7XYTsQqLDnMSSgvd2guE0k5UQnVlxUF1gMQdWK04oVGhy57CNw3tdeb9PF1NM50tECw/RnM/OAn4rQ6uto9NmYsoVgZQGsKuruSyaIcMOu5wbTG40TIckCXhSBVBkJVaLWMxgG1s0IlkYX2UYX2awSI1pG5JYN3VXOqg4ECNazfY8uGEIlC2kizbSpYEkukISXQvOjyvst+H3QrT4vYVdtMMers+nuD6bynC7aFLUOtOdFHtm0jso2F+vgu2qmhFJACcl0mmNZFqhzCwRZGQIyT2PDXQHHnobriSF04wUg0IMkKRbHN7bwMG9AeYrJkZH6HY6ONo/RK/TF7GL78BVfIplciqpVFQuVnMPsxsP02seZAJoCCTtJXUjfAfWrGnJ4ThE9XI4Q3oQzUp8/6ayr7tzt4s792gSAgZ77CeaYTS9xny+kBoVGn8EQduYiGcBonFLjHvSQchhtL0UEdhwEhh2ioAdV4MeHDvA+BoYXXGPyORTIjheP2zg+MS1c3EwzDSpLYMqwnI4UMriVN6t2aJBOqcxlchvZcJq+N7hkKtjwWubuPugJzUbs2GMX/6nU5x8McLmDutVKAAn6GwQcUwENM8AOoqc15KDOt1EnWwKyYV7DUW3pXlEDd64qSQGP89Z11MhaOfobVR4+LiNB487ePLxBL/8KQXgCr4fyp5fM5eydndd7O44SIslbmZDLOMIRe3IYuqaFRpM9LE7LVsy7cxeXw86XFnE67IWxunMEW5PEG5PRfSkyBdNHSwn/OdbaAd9ITQ5/hiOP8Ls2sfsxke6dFGkKmHU3yow2CrwzuMM7z5OkddLXA5nuLxJcH6l43rIXWaBWiuwue55ovmnSHgNN2LIYQ/2yRMXT37nYDFlWlv1FDI9yUHwu9+r8O73Wc+SoNFoHKMJMkCZB/BaJrzQxJimqxfcV9AU4GFy4wnhhXjD/gbxcipVtpgVmE+I5gxR5qEMPWka5SBSiY9MzCsijEr/8kxDRDQFXW7gPKm6odmGAjANAt/5Xh+dvonzl3NcnK8wn2qYT4iXVwhZ4rJvKUaoY6kX4L6TZ0nutzmw9UmF8fg8ycU8SROl30ngtmNJtC/njqxXzy28em6ijPlOIOpbnQPVIHotYMtZmaIkz/YcJ6iclUqxUuDmX7PHmSlunhspCtIkpIg/t4k8CitiziAaeJ3sU1hgHRYrEZwCllvCctSqsxBV0kGRMUmjEqe3Qo4Skm+F29s8rvq8FW71Nv27/rMI0P+AAPwa7/ztZt81sPVb3ZXq01BDcQqBfz+d9ccJwBQ11b9JzNWSyFM9iYJPlpQhXW80EitvB80Ngg5nuop8tDxFHLGPXVVT8J1slZFgFTkE57+DZwExG1Bw55CopuGVVTAKO8y9PAf20rsreEolcDJxmFe6LOJ6KfhRreXgXnoO172mIu6C83CeS1lDoM5dkozlXpqpTyJccyaZ+XMr6hGTo5IOXuOWxfDLmZH8+2+R4xT3+Hvnf8dfWwl+NAi3bA1tS8eOC+y4GrZJCvFMdBxTEqR5peGL6xW+vFrhdJbiYl5gwYYdzggoABOrzM5TplfTWM5ttzxv+dzY8Sr7HM4c1Gcr1+9a6BIRT4QvdX/wGu62QvRaIcosRcUUIBOCORPSHM4pwTBsK0oHkd1MZ/AKJYmHQi7xkBTuH9w9wOOHd3G0v4PBRheDXhstz0Hbd9AkSyBdQGc6kZ+nXIOKNl/GkazzSYanwxzXcY3ENpBZCo/O1fY8JZYQF+5bQsGjGEwTb8/zMPA85FGEy4tzDKdTxKRQmRTgmE5jlYGiq1FYUaYLVZ3ExX5gZezmfmaNuXVcSYySqMeIKWeE/ExkMW3KszqR3K9XJZhulTKiMYI9qayFal6vnJ3CNCHLzcLkHhO4/Db4PKK4pHpZpX5qfb0JUUIS5etUJY0L62eG3O3f6qDlXfm6luo1SpqJRvUsUSho9Z/Vz8BZGQ0BDCuoX+O1uCsp8vWTiH+9/nkk9U0juPycFIB5r1YgsIG+LhGYORvibJT3SUm6D7GfxBeTvpUjdBts9Rxs9x0cbgY42ArgGaV0MOrcF5BqVumIKepnqaCeF3EiKUKD9Ag3gBuyF7iNgn3OnCGtU8YcGAYB6zAY27OgWexlVZhs5f1Qyd3X/yc4bPXskHujaaTzVtKREcNDPMNlkkLnzFeoBJalcO+8R9azY/6zjqsEYCUmmrI3piBGOs9oNMRsOhFkME0Rg/4AG5sbUtkVcE/suyI60yQk2GgmGppaZkoyaeWziHRAJtrjBB5NEZxzazpmqwVmqyVyfg91BdviLJLzEAY+UhTck5OCZppYzheYT2ZilLg8v8TVzTXmZoOF2UBfp/VVap+o6jXZMFdEy1UUiTmEtSvceyvy3e179Jau8PrF+1/4h/6YHt8/Luf7j/+vvm14+kYAJlnHRtgKJKWqvtdInuE0PQjan2uN+RZzj/LZqvfXOmW/Rv3I98pZNxOlZlPD1nT4pgvPdORaFDiV0N1V9Z6t1XB47ZcZrDLFo6MO3rk/wNFGG33PQ5ufdZGptT7XiQCcq25apn8ZBiEZMolpMlUVM2yTowBMtHpGxG3ZgN4Z9r/mNHfywrEMqQLqtVuCyOfzlxgDmfVKVQ3fsAxmkUDAff76O5VnhPoAiMImKaKigY2fHQ26ozHixRL7u33s7wzEjCWiOe9RziNBEgI1CvVrcLKqUuEUrhm6o7mCCeEIk3mMlLqD6aMyXZSGWlXLRdVmfSLgikmQ5hoPGWk43kqW3kTQqwjD6wQnpymevUiQNBGSJkbL09APDfj8HsoarglsblmywqBBK1DXKvfcTAWfXxu4uDJwOS1wOc2hOaQeBVITtL1XYGenwL12ibvtAukUmA1ZkcQ7gL3fFZ5OLTydWPjT90L88z9vIZ8U+On/PcGTT1ZwDx14BzYaJqiJJWa9GWe0oYEfHHn4wZGP3/5djg9/VuDZrMC5VqJ3x8a/+utN/OWfdnD9mxGufzvCx2c5fnddQh/4eOPtHu6/2cbqfIblxRSTeY3RSkfOHTDpTg71K/X+4JyUa2/nAI/uv4O+38bi9Anmp09wurTxcmnj7h0Hf/6Bi4Ff4fnnY7x8PkcdGKhCQ2q+GFCKme5cGagyUgwd3HvDAWIL+cTGfJFjuFpiyn0JJcymxve+28b3vtcSSkiypIaSyyz04iSD5trQqJvwuwhZQVZjRROPoeP7H+zgex9sozmNEX9C7HGEqybDSC+xvRViazNEPIsxu17g2cscv30GnC1MHL/RxtGDDrr6Ah19AY/zgoAGPA1pytoo4OxFI0Z3o91H584+Wq0Q4TKHMUvx4fMhPjwZypyf+xyG8khJsz1W79lkBcB0qBGUaPsVNlrAZqhjI3SxEdAoHGMxjBBDR8ZnPwWsXAcyHcvIwCoy4PZM9A74Vqxx9XWM0WkC3WPinMY0H2kcCCHN9GM577z/yMZ7j2yYmYFyxllVg6/PK7wcVViWXAw08Qxf4vjuPt79k0fY3+/DzOYw8gWefXWF519dwmnX2L5rqbNy6GHDthFfrxBfreBvmugc2vJ+wqxBPW2waBIs6kRCYlWhY7EErsdAnOnY3FXn/ck4x3ScYxhVuM4qMSuq8Fgj83XSmS3Phe558u5mZY+m2ZjOrjCdXcr7mNUTjqXDtzQE7BL2SL718OpVgmfPlpjPSSc1rMbxDezd9WXN6iVm1Yo7clhMIrKhiQdHulA8dhBViEoN40THkkOIqY5ioSHXUlnsi7XZO8P0nDh6lFhAJ+dtjw1fvaauBGA+YEbX6bo6QiVthfHCC1YQUkwFuuKk4eG0MTLoNvF6mgiFCcuzE8D3dLQCHa7Ngyg3XhXmeYOF1EGwvNkTpF6ySFCmhaSCuNqhg1bLEXy1ElmZwlJF3+cvmTIrUSQ6TG4XONRJOeSqsXPkY+fYl3QTD7RMCYprqKgFKUv8MzF8xO1yX8nDMIWlPLJkUawiKrVmZy5xhDkFHUOWJD4qdsdSDGMnIDdaytU8HlUYD1lATaeUSt+t9TV10DfXSDz2ZBKHUKQomBLki8iig7dExkMgh89MuxCpxx4L9l/wAkvVy0R6SFi0TWx2wM4lhTdmMzBF4KwokGQcSHFQQhd1g2amox7pqJh2qJSjVw6LVQ23pcMJmWRW3bh8qYlerbNvlV2d7OpZc2aJUbSVuyQMiZVWQzsOISmUruaZLKKpuYh95uehbMjrzinZWvNnVYchWo5lyCIHTOV+vXWKs3+tPXAFBSsvfSJC2OHSlHBCCvm6JHGJx+Kw9OnHUzz7ZKL6gSgoe8Sh+nJ4Xi5TWbeirxzSmdCmqzt1UCQOjE4Bs1PA8nUR4fmDR9yEJIXqKTGYzlZuR152ND5wMEvRlMg9Hq4oSPI7oAuRv0mf6BrTEKEpnjUo00YSodyfiyGBWIGIqZlKkDgmEcBbAe4/3MDhUUc2H1yXJwnOnydIV8QBEpmrYXPLxeami8WsxGiYYTmvpSeSH2u43chaLU2sVoZ0cddRAa2oBNnp+LzGSH/icJ3ps1quOz/kPW3LNcIDMTf5nu/JNScDsqaUYeOSTlHiVjnwJ2ZkwdOVju0DG9sHFjb2XWwcuIjiSn62m4sU4xeJ4BYsz4TpGWAIISZjymCXqyMDWCIcGbUmJrndtuW+4QGBn+1sQkRtJeKODCu5MWTfDCrpdGWXk20zsav6ovjdcv83H5eYj3lwpyHAFMNImZUiLivknRqQ8Z6TPliKGdIFrrq2ibEIw0DwUeygKTnM1GvUYihQ+E0mjJmSp/OXgwI6Wt1OAK/jA+xnrNSGmw9+HqQEgTqNEW4CwSYw2A6wucOhJ5PuEaJFAs+24Dnsp3ZE4FgtC0TxXBKwt8ljokyJJ6QBiI5EmniIbl/MEulc4QAjTzk8TOFbBh7d7eHOfks6yaJlDJ1d1W0eyGq0/QXarRj+/ib8vU188psJfvUfr8QN9fbDHQx6IZ48G+PJs5EMNXh4Zfr3+H4Pm7sBpos5psvZOkGYSq8qn4HdnodH71IA7iCu2ZGyxM0wxeVVLsYRm11btoFB25dV82Ch2zJgWMRMcdLulYmbN+wWaHUL6bZczDQspxo0CghJA6sPWP0Gh20Pj1otHG+F2L4fYrDvIblcIb1c4ioFLnINS3ZEZ5kcduczTSoLjEKDXeto9x1s3gvRPfDgeKYMYF4+G8nq+CYOdlo42vaw1S6w1S7hMUHv14jqAuM0x8tRgd9/UePrU6AXttEj1SBbYpZMxVQxe2EgvtZx79DC3UMTB0cO9o9s7O53sL2zJc+yr5+8kHW318fdLhOffXT2Omjv9GG6A5juBv71v/kQ//rf/A43o4U8u7sbGu4+IupSx69/tsKvfhqhv2fh+C0PwYAktUQMYZ7uw9MDLJYNZnxmTGrU4xp9w8J/9xdb+G//YgtnyZWslKYIMusFZ8FEUQmb74yWjnms42as4fqixNXzFYYvEyQxZJEUMNjWJKX25hsh7h37InQ2TYHL8xJnLyoEroFHDzxs9gxcvlpJF/ide3uynj3L8atfT/C7T+dY1QWWTYn9N0xZgW/Dgi3I+OkoFmLIbFliviyRzAykU0uEaIpHNBm99b6Ht97zRGThz8DDC81Ky0WNl88qvHzOZ4qGIqf5gt3B3LdocCXFYCDKTaxyA+FGjc2jQlDKPBCUGTeJfK9k+OBPD/DPfnJfBnZffTrF00+nuHo+weWzKSz++/o0thjScRW6Pvb39rG3t4eInVRphvFkjPFkhMVqChr/uPKmRF5zT0TBO0CdGhiephhf5LJvYMqGrsT+QEenR2oAu1FtHO7v4mB/D8tZieFNitNXI3z17BVGiymOHoQ4fBBKz/WIOJ2TFFcnKVazAnceujh+6OL6RMPVCUVcHt5SbG8F+OFfPMBbj/fx0cdn+PiTMxRaAsPPAbtEzUWEr/i2LbgWEcjcA+lSc5DGNeZToqOIcGW3u4PHb2/gO+9t4fiINIErWTVRyUaAhEaSdIrhzQrPv6rw6oQTYSUAH95v4+5bXaloKBEhLSKcv6plOW6DVodLQ6dtwvdsNJWPpvZRlLEgkQXjJgYzOrx5nZjwpIvTQxYXWMwiSW+x2mSw4ePV8xlenczAGjC/rd6PnXYPgd9SQyI+QzkkkyFxF1q+jTJ1sZifYT4/k9oPIn+2D3ewe+cA/Z1t5EmDLG3w4stTnH75AlVDTLoHO2BidQTNmqheWLaXtvk84qG2RpqVSlgdVbL485cF+yT4Hs/l8DbYDDDYCsWlze564rN5f/AdtbPfx+7+AEk+RlxMsLMzwIM37sG1Q7x4Psb5qwkMayGLJgl2lMYLB+MrE+NLoklb0OpQEXDYDca9pSB6aeDjyqE1PvMY0rG6XMQiWLhOAtdJ8f6fHcmim3gRDzGdEQc+wXiyhKEr/HI0DbEcUgBmspn3cA3DVthjoqDZkSv9O0EAw6BRzZAkKNMrcRRL/3oQ1vDCBgE74tsaVktdFo0XgvXVdNi8XrUaSx4qR5WILNxzMLXGAQ7f7bpbwXBK3H+0g7ceH2AxLPHLf3+O559PsLnnYoMC8MYSrY0l0px7Ew1RxGveRZFTAN5Ck25Cry1JtigdSZF6+M6mmZQHRxociX1v9ysMtmu88VYo67OPJvjFT68xHdYIOQD22EG9Aowldnc87Oy4SgCeXmOZRKg0B7VG/LONVtuBxmFUWoshYTUKRFzXQRHYR8kkFJF9rRm8jTH8zZGIguyLjefcbzjQ6w5a3oacM+21ACyI7mkbq5kpCGIOxw/uAod3Gzx6uMSjR0vEyRKnZ0u8ushwca3hesQLlPu8Btt7Ng4Ombgn5YbDb4jpx/cCfPWRhY9/YWIx8+GHHZi2g4iI0+UK7/+wwns/rBH2Fqj1qZCDbLMPx+wj5dkgr3F5XuPFswrXFzT0crBAChW/ax3dQY3eJoWPCvNpifmEe5MOULUVdYdG1HWTpEwzhY+7RiQKuZTEmEIJwKy6gS17sShe4M5DDx/8oC94/U9/N8VXT5ZyLes6hV2i87vI8wazaYzpZIEqn6DKVM/vxlZb7snDox10uh6G05cYTl4Kho9JAVZKEGfHn5HdVOOhhvNTAxcvDNSZDVd3pL9aoZx5RuXgUSXdRVTkQJdnSVYdiaGCAoASSHgfk+RE4U5dD0y/KMqWpMPW53wh1/C87yvDeX9gYXPHRadvCLLatGkApxg+x2LkYTlsI43Mb2ExVTKUvw7Pd68Fn1tBR0b+3xaH12I202HfEoC/0Xa/gTl/Ixz/lwLwrbxza2K//X6VhvSHiM5/YsT+WgDmoa2mkM4/r4e7SgBam8UkOcvkoFLMadKlCZkfXiHJXe6fVObRYF9iQbFFdZezw7woIuRFJOhJ4qO7nQA72wN024Hqt9U0pDFRkuocq6gJPIeqZxbJGbEgh6UYVwZNfJ7xZ6DZikINsdEUXQqe7/h8EF1cmccpUkerpYh/IlbentFVK8taGHgto782G9Dkw3OLminxGUp6Fg2oQN8zZR34BvYDHZuujq6twWdVRc4FPLmK8PllhLNFgetVjVXFGY0ti89qQeit8dWSoKCBm39eJ9MF58vP+VaQX6fMb29nyUGvyxwFVS1zFc4nmDhUgpikp0XzVsSrWyGbn5tNQZvfGs+qNAg6hpwL274tiY/dzT7uHe7heG8L2/02dnodGEUEPY/hydmG9QK2MnW5LmbX15jeXONqkuNiruEmqTFtSswbGse5KrT9AP1WG57jwKDgzucY5w+Ghvv7e3h0dIw6z/Di5DnOLy+wrGpZG4MNbAwGcgnwe+Y1R3M1vxvpatZZGUHsL/fiJAA6sB0P3W4X3W5vjbotpCppsVxgsZiryobJdJ3QJUVBmZiYGZe/5tyQZC6bRr8CSZphkeS4KQ1Z0i9M4ZKY6IziAW9AzldULQ5FxlvalupuVilEfs9M0SteghLeXnf/rqHPyqCy7rSWx5oyhQjOm9/pa2Tx+p6XJDCf7UoMEXy43Fuv6cbr5C+vDeU1kDkcE+2ktwlyukKhNbJEc+JqaphlIb2RbVJ8HB0e6T5GjrYHbLOuq+sICppBvyJaIFnQlFkj0kKsaCharbBYLeVztH0fXsikbBt+2IbrB3CD4PXnzc+Pz3s+91kvwPqoxrBRm6R7rIVxuVf4+ah3m8wC5fNay5jrz/k2RU1UMDtil7M55uMpiiTDoNcX8Vah1LlfUUlg/rUkf2mylmfgGgFN4SGJcXl5gel0gsPjAxwdH6LbbkuSnkbLgB3AloV0FQnBjIYUpi05ueKsjs8p6XmmUYaoYssSMa5IUqwWC1zf3OD6+hrdQR/d/gB+EMLlsJ31BlEmRuJoupB1cXONl9eXGC4XGOcxphw2B64sCscuXZNVjVzSpjEm4zmmk7lKeVcKAU1ygMyepV6Pz/+1UioPX16jt333f/gW+a+Z9P2nhOJvi8C34j6fifJZWqbMmzg/49xfKt5E/GVAhqEw1fMu9AoxuilxmP/O26o3Uh8cl2e7GlpZwm40EYBdg2I/k7jiDqO6LMYw1yQKtUG2mCFfzPDm3R4+eHsL97Y72HJ89Hm9FhmsIpexAs923KuIGYCpXTUCRJryDMPEvo6Ke5Ral75zLtYeSdfmeiXr+XnZVNgY9LE56MHlO483MAM6rKzgz7nuweasnYjvnH+WVJ6u0OlBgM2NATY3NqQXM1mSwHeFr598jctX53jr4QHeengogbmy5PyIOkSNIq0lTUyqAQ3ZhVTr0cDlSeDptkv41cU1Xl1eYxplWJFQXQDLvMGqqFGEHvIWjUch+mELraAPK9yF4W0g1RZIMYdr1whs9qHGOH25xPPTKW4WlxguLqW7d9DW4XL2KaFMDQdHOg6POKdtYIpJjQYtE1EGfHFS4IsXBWalgXmhQ7eJTW9jZ9vB228Bj+7XaBdzdPI5hlc1Ls6oldQIqDe5NU5nJk7nFj54HOBH3wuxuCnwb/+vKT75JMbmQw9bDylmF7CsHAk7tBuekw28t6vh/T3g45/V+ORnNU6iAufsQH/Dxf/4N3v46+/18dG/u8Dv/90lns4KPMsaeHsMH7Rw94GP66cLXD9bYrbSMU9MuTYckjkDktO6aIVdDKcjqcbZ3djGO/fexCBoYfTiKUanT/F0VMl6cNfET37gYrfb4NXzSGrrMluTtUw1LGMitHmeY5jNxJtvhQx7vZcAACAASURBVHjzzRDF0kJ0beHqOsaLyxHGy4XQF7m++16A734nhGuweooVWzlOnmQ4+SLH/oOWLIeY5YKGthw3UY64afCXP9zDT36wi8nnM5z+3RXmixRVVwf6NKw56LQcjG9YrbfCs/MCn51pGCYu7j7YlRUaVwjNK/iskAkYmmFVXYHphBRVHZORjqRxUZL4YTjo5ibcVMPX4zm+Gs1lls6JOXWFsNMg6DARr+oGmMHh/KPf1XC4ZWB/YGGrG2CrE2ByNsPkbI4R67oyC5lmYqNtYtCx8PRZjqfPc/T3fTz6Lg1yFtJXCeKLGDdRjOtVDN32YXttaFaNUiclLsKbB7YsK63RzEu8PKvxmy8bPB9qcDYtuFs2imUma2Ozj6N7h+j3e2J6MMsG18Mz3NycwXByhH0N/Y6FvcDHNlO5FFfnBXSngRE08H0LXddFaFsYzRay4qxGWmi4mQGnVw3mmYWjux0c3u1iNY1kLeIS86zBKq+xYnAg4/xLk32l4bgwqZl4AWwamU0H08U1ZvNree5y1kDSi2Qfaw2uTX1Ux811jrPzDNGKux3TaogC3tpzsLXrINNj5Bo75fjhetKHcNv/qBMhaLOsGBgvNcwXGtIZVK+mXqDUc+lq5D/LDlshkTGG7JnwfEv6iOqKm0UmLNlvq2Exz7FckCnOw6MuaBibnbxE+boUnR3E4jBo5CFa1ES1kb2uELlETOUcqNLhTLewQSdeJQPkZQas6Ho36CLyUdFVOI+QJyk8WxcxgB8SndtB20CrS+FWkwcrBeAXz1OcnnDCq6PFfmD2emWq39RjMXSL+0uKivRlcHMvTR2SqqUwWRNfx4d02ciguMh0VKmNOrXXh1yFuSbameIkPxMuNTzM5LPkIdhb98YRSTEectENvBY4pQ5I9foSnUF0tvTfti0Rn7OaWEoC4E1otomCyV0ebNbnYL63zEaHSYcl0c/s/lQnHvk9eEz30jHOwwh7Z3kKo5O7omMzFRQwU8AVh8hjDflQQ5WooSIPd3RqMk1sM0HOcmuDDhZ+P0z9GHJBFqmBIuVmWX2WvGIJjiLlh5jFMDDQlJYkUbKIadNCsAn87DmwlGRtqXpWOOyS7Tg/FzoYmcSsmaCFpHmYQr/tauJLhkhpJqG6AxeOzzSIEv8pWHLxgMmhkheYaHVcSc1enUa4fMENJd39CqkWUuAydEGac93+Gvy4SK/iYaGgAJw68LcbBDuQhwP/kITpiqmbQja6HMARBUxxmLgTOhjpdvRd3o8e0jzHih2zdL2vDw8U3QJLx3JcYTUuBQUseyWWg7c1EVKIvU0pYHlMg7oY7AQ4vtfBzl4gKaGr8wkmlzkml6XgfClSOOx5YMrO5cG9lGQ37zmmJnTLgBEUMAL2U2iIUx112kDLK3F1ysvSV52R7MHmwUBwxjxgrpPlypDPz9CWwx0Pztz+cuNPNPxqHsn3qNOtp6nDpesb2Dk0sHvIa5LpJQfjUY7L8xQ3ZwmScYlkXMBlsqZjodQbpPx16RQP1XeYRHR8xvJsaoV0mHJwodIZtwJwzns2p4mA14DCdzOJzIHLreuCyXomz0zDkq45iuS3KOaCafVYXSO3QwJ+H2II4I6RRgh+Pw4XS+SV05WGjZzDGYODYbVx5XXK54hGJjYXXeRUnXmf+h4sLt2FzQG3OMELcdoTQ0n0kj+o4Q2Y/rGld4qDpQW7LZcZPMuV3vW6ZKegL8P/5XImiTEe/ojzM01uPElWoPvNlOTKat0B6rt8RlkiALPTmf0tx9sh9jf89WCtFvdkxOGeW+NgO8fudg1/vw9vv4ePfjnFz//9DezGw/ffv4OtjTZ+8eEpfvnhKWx+PqaOozs93H24ge39QIYEo+kEF18nOH+aIov5zNfR3wzw9vvbuPeoi0k8xjQeYTTJMBwTsc/Rk3pGduh6p3Mq8KD7HnIAKwpkUYZsliCfJ9jaAzb3iYpuMBk3mI0aVIsa1aKBvwu5fx/uhvhgr4fjjRBWy4bpGoheLRCfLRB5HqJOC1FDhOQcs/ECV69KXJ5V2O4aONo2sXXko3u/BXfTR0z8/1LD+dOprINtE48fBXjrgYNByF4b7pBYnFZjyl7fVY6T6xKffF3g2asGO/0edvpdLOIlRrOJOAKzSwvazMI777p4/I6LjR12r5jS2+N5beSpho8/fIlPPnyJHzzckbVz1Ie33YLZ7WAVh4jiEP/b//Fb/O//54cw3AqP3uti7w4Tawl0K8EXH5V48ntii3VsHxsIexpM1i5Ry2UCVUxeFa4uCmhJjb4J3N908C9+sot/+ZM9/O7yFB9evZCzWOAG0hHCZzuf8WbHgNk2BHn66rTG9XmB+U0qve0ydNQNDLY0bO1q2Nw0sUejSt+WZHyW5ohXDaIlJJ0+6FIwJNEjEdPZvUd7uPfmHr5+muIXvxjj489m0hltBDUGuyY2dpSJo4gM+W7mvLenORarQjDQdNPTq8zeax52mYp/9NjBw3dIglD98WLqypjWA24uNAwvVT8in2OOq2o1PLeBr1nwYSHKibjToHsZnF4kIhN71ZmWo3gbpzkevr2N9z44FEPUJ7+a4PPfT7AaJVhSfKNBzlMdQk6poU2U8+Eejg53ZbBQgn3CE8xmQyyiKXRfl5VUrBKopa8ptCkosVc5x/iKdAy+wymE1Wh3arTbOvo9F5sbPo4Pd3F0tIvlvMBwGGE0WWLItGWVYPPAxMaBhdFNLuv6LMOQm85liZ1jCzvHNq6e6rh6aiBb5JLM3d9t4S//6m28/yfH+PCj5/jt708QV/x95er3ZpdorAaOacExaDox4LlE4dWSQF1MKxFc5hOidjXQc/i972/jn/14H48fd3B2comz55eojRCVHgKGSjMvFhlOvirx8qSUpDoxjYMdD9uHLUkxO2EGw8lweZnj8oI96qRGkI5CF7fCVTo2h0PchLMXVvVEL2bEFpWCyc9jXUR7SSQkJVbzVKgQh8cdbG4GOH0+xemziew3XAr5RAn1egjZh7yIsVxEglLkO9LS+zCbXaFhLJcXWC4vZSDCfefe8SGO3riH/tYOri9nuL6c4+z5K1kcgrQ2QnhtdpgPRQDm3ozEl+7AwgYR7gZNlaXQMBYjYp358xORy8QHk665JF/7G748b4lwTqJGzAnzeSoHvP6gJcsJCjhBLqml7e0d6RH+7ONLPH86RLuTi8FGdXo6yCIHk2sHkyv2zQdAFSq7//oPBRnlqEgJwabBA6aHPKsQrTJkaYIin6HMZnjnu/uyetsW7JAUkSWubq4wHI1QSfrUwGIUYH5FAdhVL1geS80VNCOCE0ZwWysxaPD8QWPKYqphMaWJLkG0imHaJfwWu66BdkcXlPf4BrKI3WdVDsXtVospCfZ+F7LEketTwFAd3/ylSy0Wo8MbD/bx9jt3sBxr+M1/vMbJkwUG2zb62zbam3NZFOeJqopotqMAnHlosk0g24JO1K6MbmVXIMMmnoMoYnLvl8RE0imBcmsfuPvQw92HPj77/RS//OkNpmP2wrcVmQhL1BoFYF9E4CRf4GZ2KQKwOG8NkkRMMahy8MWUbba0EE/aSGft1xhvng2KMoMRzOAOxnD74/X3WCNZ2UgWHIy24Zl9ZZAIpnCDGeJ5G8m8Lcar+YQ41hoP3rZk3Tma4fh4hiiO8eo8w9lljvNr4ubZN8xzl4bdfQeHRzRRUIRhSqqBpRN96uGr39v45JcWlhSA220RJ2L210URvvOnOd79QY7WYAHNnMr97Ng9OFYP83mDxbzG2UsNL77WMbomwSkU84fsjwx26paSrub+dbZ+Fml1F1rdUaIcBXkRIdUZSWFEv+nIU/KDGpyLgEpRAzFqJNg7tvDwHdYwafjoN0t89VkinelcFDhobOUwk4l4GhUckytCfxBiY6uL3kYb3W5LTNpnlyc4v3yOwbYjq9WzELRNwaZOhpqIwOcvKAITO2bDN7m/ZHpJVGwlAH8L8ylilvwt4krX6Tf2JfJhKUhTRdUSIUX+uW+6OAUDKalKGmp51uIzsEanZ6HXZ0cq96AqVTebrDCdriQ9vpoQrb3u96QwsE4O3/5ZZbxU9u4bIValgBWyeO0Z5s/ybQF4ncR9/exZJ/3U96X+fX/499Zf6W3ibd0F+o/9b/6hIfsfDNf5tVPPFdO3SsbKvoHGUp6B1uhbGktJ+WHaimIGxSUlWKozMH93ep5AL0jviZEXFIBXUluVZwsUBau3EnQ7Pva2B2gFroiyTMRlSS4iMK9T/p8I6+xy1CGJuJznD4kyrpPLPF/xTG8acq6/Tf7x3EKhkRhNtQM3EcVLWdwfSeenRKXUvSBzIBHAVK+qLPXol3OTCAprJDQNB6Si0Yi71XJkHbctHHVsbLoaCMkiHniRNlgmDT49W+KTVytcLitMcg0JZyhKRX49OFeCOw18SsCSs9/6D/7+pbOVVuD19fzN9aA6LtXvQwkba/iCmmtIQlRhiUVAXgtlKkFKf7r6dASNvUYRk8jCSgePtC5Lw/5mH2/eO8K9gx1stjxstD1JvpmVoi61fAetwBMiCc3U05sbTG6GuJqkOJ82uI5KjMoMkypTgYWiQuj56AYt+KSLEC/tkbLFDqMcDw4P8fjefRFjXrx4hourK6xqYNVoGPQp2PXlmmOKkuYDpgFJXmMfHcVgfpZMpVE45T1JcZPvl1bYQkacMwUWJn/ZkxpHWMxmgvTlw4Up9z/I8K/nHOzTlKQohZg0xyovcVObGNbsbGVKUBejTpw1oJ8353yQBMDGkKZgST6vP3P5Dl4/ixQyUT2OVbpLko5ipFjruOtbX6WD10+DdeevjMzWaX2VBFad54IGryol7oqZjTf32lGxzg8rAVjVQPFcw8/0VmDjnp17d9oQzaaExVBCncFpMnQ9Q4zCHk0QRomWq2Oj56PXcqBx4FhmyFYUgGdyrS+tHlZGW4RzJvTDdgfdfh9Bey38+v46qe2s30nf9Cxz7sKzDv/MtuFy3bqsnuO8h9Vz57anV6Uu1BxRogLrdwLvLdZocL/G1OxsPEaWsJ6lj36vJ0Izn2/SIZ7xHJXfSvAiCDN1S7MJRWEGZXi90Kh+5+4R7tw9hks0Nc0X7AXnnxsSQFKUIv7yn09VOkrMF5zFGBJskZSx68qvySTwarnCYjbHYr5Ar9eXxfua1SikFmYRjecUcseYjCYYLuYYLudYFBkiVIj5pToWNIc1forwVLGKYRkjWvAdthCTlgQDXl+PikMhhgf5G2sR+DYJdduF/ppM8c118k8Jt3/M3/s2peKP6qmXd6dKvfN5zftF3lU0JIlAy/ud/z0DWVj3uvN6UpQHXucUgOWfk7Q+TSIkBejK9E+yXaPBMyy4miUVBDQRsfdSAiykY/J70zVkywWyxRx39308vNfC3c02jsIOdkh6rAv4ler+JJmxqji/zKUHmAEN0kCzdS2bkAU0RRoQ/HkJZDVEBOb8itmZhMSCIhPhddCj2NQRIzJrK2XfzYGs3M98fhhIyxwpk6k0rNCcBZ7tQung3tnaxM7WlmCf01sB+PMvcXH6Cu+8fQfvvHVH0JZ5rurnStI5E4bKlCmbpFL+HET7hmEoFTScRfCzP7u8ksWu4DnPm2mJeZxhHudIfAcJE6J+iI7PVP8G/n/a3vQ5svS87jx3y7tl3tyQibWAQqH2pTdKpCiOSYdkW9R4ZmzZ4S/+OvM/0tJII0qkSErsZi/VVV1LFwoo7EjknnffJs5zE90tWY6QI2aoeINBsVgNZN7lfZ9zzu+YjU0Ybh8JyXlKJCbVFgmHaYnhOMUlu1UnJ7IMLYJjpij5O1HkKrKq+3enQBmVQES6GemVughczw5ifPk2ga+ZWKhERXew0uxje83C4zsh7t4IUA4nKEdjHJ0VODjjtrfESrtEu1XgaKjieKjiyV0XP/ygjsllhj//2RjPngdYu2dh7a4lszfqE4liICxYa6jicS/Bk16Kz38T4YvfxBgqBaI1YOOWiT95v4Pv77j4+OcD/PbnA5wnOa4Y5uob2LhpScDo8jDBxWGMGROmEYe1gO1moq10O+vodNdxeHSKg+MTrDY7eLx7G23bxbuvD3D05gDH8xTH8wyPbxv46Q8dbHUUvN33cXQcgttWrlmsYBIo8CNV5nGstHzvcQvvPWnLeWp6qeH4eIFXby9wNZlibdPA+qaBh3s6Ht7Wpds1WpSYDHO8ehrh1dMY9z5qy6rpBSLqEX6EqyRBqBb48Yc9/PjDPs6+HOPFLy8k9OKsmXDXamJAY63ExWWEk7MQb89yvD5n2NPE+lZfVtsboN0YoO7kcEiGLRRcnicYnCeYzFSM5xr8mO/2SpNxsxrMVMNZFOKcSU0xOrEWlfWWJKBCdBTeg3IG0FX0uhpubxvYWa+h5ZhouyYWF4Gs02GBg7GKsFCxu6Xh5g0dn30W4rPPQ3Q2PTz+4So2101oNMBezfH6OJSl1y047O9lHajButgINzsmdjomzDSDFiQ4Os7x8ZcFXp8pMPo16H0TWhrLangNdHs9uPXG8pxdgx+eIgjPoBsJXFeBZ6liOmlrBuy8gJNRh6rqJUybtZcWHM/CIggxDwNMSMidZhhMgPOxikViSECLxvpgHiLkIhmYBBTufxk4oz+epIGceijpNgZK3UTNJcGjBj+eIognMKXKzRDMdLwoRTer1QqYtULCbYMBNRu+mw21pChB8dNra2haGZp2jlt3Wnj4/rqUdZ+dj2TxSw0zFYPLDCfHCcbjXB6QHN6KGKSraHctdFdsScvNpuxTCQRx12yROU8hj5hjuqM5cOewjIe+ZT8N6For0TELdBoGNra72NxZwcnZHCdnC1wMIlwO6T7NJLFrOEuR2KpJAo9Y4IIoGrCrlrInXYF0etVkaEjRJA6YAI4Fl8pkYfX6VbG64eDmbQ/tFVM6gCmS7n+9wJuvF3AsFZsbliSFs8QQp8Z0zp4TXx5U3NSLbiW7d6b6qoOsUG5ydrpUInlCZHPKxG7VNcwvtMnB25qJulfdTEz6TSbVIZfdxBs3bEnAUpSRtMMUshbzEgu/wpuVZFakeaX0c1grqUY6OgvpJSy0DLqtShqSqBxZcSlpXxJRNP48KZMLdDBVh3PZhrB/1WJql45s3rSqIImlP0jjN0whOUOpELuWoaRYFtFmxcSuJujt+YyiYQaVYipFcWIdJKFViGDKtKLgVcMKJ0OhlsK1wm5Wo4DFDlM+2OdAKJ13PLRVi25d9t4UqYJiKdTxf8eXZvU5c7PP3hkLFnsBWoUg+5bnNPhMOs55eKn6Kig+Vq51VbpwuCjEcbPM/lqvq8Hr6pLmSUMdwYxp5BQpX3r87riZEKx1IkMWEUGW+31BaOdMHWtY2bWwctNErrKPOYK/SASlSyGr0XLhteqw3By2w/RGhoQHaPZPTxREU4roVXpUUMHSPQUgYEu4IoJjGmSSbucD1jAVQYaQrs1ZDJFZXpvibx3NDl/G3HRBerXPzwPECw7zSuljls+Ujq0lmj1hv1CUwnbYc1YXROJ04WMy979x8fEBL3MBprvN5YaOz4ZahYWvLBLV5lvumeUQhmdIout4WKRgTr9vMMoQjpYDM1VFd83Bzr021rcdGJaPmhXg/KjAxXEuL0CKC0SHXOOdDaeGmmsi1wgG5OCeZhSmNWq4upjh6nJeOWs1TYb4DSJRXWLAiEPnz1P1gLCjjB3nKgU4YpQKDsQjJEkM1zHgNYnD4rOB/dkl/GksKGQ+52K/uqfE9i1kRjpYuYnTZCPHDa/jqNJhKsMOOuaXCCvNVGB7hvRnhzyYRIl8HwVFIo5TlCpZTCwWEVnNehetelcctfPxSIblnTUb7V4Nej2HUc/gM302T+RgrnHgRnRcoCMNjErEsBrywprPZ4iiUFx8cvgzKgGY7kaaRPjsIPKZCGwmmOnCZ9qR+GgtV9A2DbSdmrzMVlbruJiEOLqYwzBS3N9VcWfXgLvdkPXpr6f45X+7gqN5+PH/ch+b6238/Jcv8De/eFkd0lRgZ6+L2w/6WL/RwGg4xnA0wsnrEKdfB6BQTxckOzvf+94Wbj/o4mRwhJPLdxhOU4xnHEQAFnvP6TgNVRShBpOGDib/6zUo7D0javfdTNaN2wa2b9fkxTudFJgwDXeWwj/L0LsNrOwBH9xt4Uf319AyLDz/aor9Nz5WVAVd/nO2WtB3uxjFOZ59eoyXX14gXJQIFwXu3FLx3kMNnS0bedcTpNr5foiz/RCL0wL+WY5Hd3X84PsGPnpfh2vRDUmMeXUIuVyUOJmUeHeVYf8kwukgFZRb07bg+zEm0xBKrKCNOnqGi7sPa7LMhgbVophYSFr+4jQU3PvBqxl++sMN/OkPN7Cxuwmrt4pId/HZF8f47IsT/N2vLvHLX11i63YdP/nTDWzuaRiMTjEYXeLq1MTgtAbFqPo7iMhsdZqoew1k4lrNcPTGx8GLBRw1w8Nd4MntGn7wXg/ff6+Pp1cXeDq8ENOVQ8QW0WKSfDIwSROMswSnRGa/yDE4y2RDxHTGxrqJzQ1ThN9ej4l8dtjTNZ6i4CM9KeE1FLSavK/oUqQYTGQiD58l+ttN9G40cXaR4tUrH4eHFFxzEV2zlDQABbORgvGFKv0sNBERqx0wKe7HWL1h4caeKxu2drtZYfRb7HTl+4iVDjSOEa5kQSuZENVkcYgigxQ9gWZE0PUMZmnBhC0mH9YqzKMFJsEUYR6jrOkoNF3cz3QkkwmnpAZKmsUiVlvwvcm+7gRHgxhvuBGnAWhaQItV6SlinxB74ZttE6USIs3mSEsfhakiN1UC4mTxvUmcnEacXmLKqlC7KsIwQETcIJGRuimGEekpqnOvx+8kQqNjYfNWBy0mBosponKCoRBeQkwnuVQr0O1Jk4DbVnDyXMXJcwXpLIdepNjd7uBP/tcP8f0f7uHvP32Ov//dcwxJgeDnouRimNKZkCUu0TKh8bms5IhDmoUKLKY8DBGLrEOhcp1leO+DNn7woz4ePPIwHUwwGUwwmikYzfhzmFi/wfS9IdfHcJDh4HCIg4Mr5MSy8vesq+is8d1fIIhTWaRX8n3FtCtnXnTAr/Tq6PXqFb1CpdiWYjEnGjnB5KLA+Lyo+l06NPnR7MFheQ2b2x5Weg5Oj2Y4OZoJdUTjQM/U4AoxwRJBh/sEpuismoua1oGONahlHXE6QpwMJX3I5/Da1iY2d26i3lzB1y9P8PWrU0zHU0zHM+h0ddMUVU+g2VfQahMx/fEd112hAdSSYQ3F38UsFaLFbMhqChVxSPNfdQBmrQmvpWa7hsUcYrLg/pTvJw6A+A7l2r7Vws5eCxza8joaDlJ8/dUYR4czrKwyhcoOMU32E1nkYD5sYD70kGc2itSRiha+Yzn/YscpBRD+Bw4apVKBQkNBggjv2UTqTqJwIVUWXgvYIVL5vVV4KxpGUw5DBpjNQlnjMwfD0zqysF6JydIztkCBBWxvgXrLh90oRZzmIGc8zGTx/vf5XdSq9C8FYO7TW00VF0cFLo84BKuj5jCpyRR6AttOML5kFQBJR6W8Ky2HnbYVdtNP5/CTOXb3NnD/wU0EEx2f/XKCd698uV5avG76E7T6YxmYj/gsEwHYRRK5UJIVWSIACw6W+94qbUfxl0vOD4scdr3Ayjqwtq1g+5aJG7smnn8+wT/8YojpGHLQpUEuzefI8hk21l1ZYTLFxfhUnk1qzYZGsZbnL1KKicpibcTCQDTpIJm3yY2CCldSnnymac4ctdYYVnskKW4Kq3GgIVoYKGJXUsA0sDkNH27DRzgj5ryB+YRCaghdz/HkIwePP3LQX5lgtTeWhP1gBJxfZTg6D3DGruWMCD8V6xsWtncctFo0AKcwaCqNTaHw7H/p4MXvHPgzYtMd6CaxyaEMpu996OP+hwFa/TlMZyFUKBREnTqYTjTMphpODjS8fWVgPLCga03pl1Y1YsgjeJ0UrR6NOzSiALOhCqVsQilbS9GTA20OCKuE2DXitxIUKmGYRCPu6fOCFR+kkVTEgWa3QKtXPe9efpHj6A2wudPD1k5PxJOr80tESSx7oZpdw9a6ja11R1LsHPbRPDAYTHB1NcJofIHR6AI377Wwe6+N5oohNUjsqZtPDCymNbzbr8gVRWLC0aveUAr6XEvp9Jv0Z9XtWQ2Aq1SVKhQjmhr5uU7GQ0FEcuDOSiQaJpnII/nElsQvkw2sJUhQsxIYZjX45zuXVKxgriOgwWCuIlhUhmClIMnnOyYREdKr8/y1SFsF8CqDYIUpXqJgr33Ay/hpdZJa7tG/g36WPfv/AAX9j/+7b8fs/xzy+Xqo/g0WdfnHq5/t23/utejEs3UueEYeICvzKxcHhLx2+DtW54W8+g4oLi1NMpWRevnrMJ3NAbi4UjkXiZGlc2TZAkk8RxLNxUjV8vj9llhMZ1jM50gjCjAZDI3nAlOSdDSpCpKSHaBCp1JFBGZfsFRNJRFqHPazepCYvxrxq6zP4XuTKTcVaUGMdLXPocgjfYyCfl6KTUssLof0kgCk0CzFrZWRmgJwhdRlOo7TxFKGXWttB+ttG7dWbNzq2uiRCEcaHQpM2CW7yPDp/gyf7c9w6ZOioyGWnuWlGUAoEyIJLg3w12FeUeOWIlSlAF6jvuUce439XQoi1Xm2EoEFWauxC7tCHct9f40IXhoOOMcQU71gKHIRgmktpIDFMUqhl2g1XHSaDdzc6OPB3jZ21rqwkMJECqNIYZQpGksB2HMtOCbNcTUxtQQLH6dXAfYvApxMQwyzGJOM/ZGVucCpmXBNG169gZX+CprtFqLFAuFijhsrK9jb2ISSpTg9OcbVeIy4Vkds1uEIFdCW9w33hLSqW0wgM/nHRKUIIsu7k+LfUtCXz0tRkGgmYo19ihW6l39eIamO1yh7O9NY9tHs8CyyBIr0BfN+qGYqlbbIGZSCSDcQ6ZzVEFtcDZ8XREOS3OOXmJAM7wbxagAAIABJREFUE1bLTyH9mJxbJsSmVrWdYjIgkYWmQe4teD9Jyv4aU3tt/FiKv3IdXPtAvkkDXyOgl9cnE8VZhW6/TumL2Cdp2Sq5b4iZY+kNkmuvIrpdQ+c5L+FzFXkIJQ+gFQFcLZFVNzXUzSqxTVuCZRjw6g5cy0S4mCL0Z+CAj2bwQjOROD2kVhea9GbraLba6HQ7Ui0iUzExeVTdtJVhZmn8WBIHiC9mUpb7X55FRPzjnxdzTkXvqwTNyuzApKdQEXLiwdOloaJKC/MZRVoBKR5MOHImQyJV3W1Igpdfr6CZowjzGRPiMyxmU5lL8NnCzlmih2k6oEmv0/LQaTdlHsiAD2e8XHmciBBM4zfvL86HuVdkpQqTt9fvKgoP0tFaUmikgZ74THbN15YBGRWD8yscHr7D6cUlRosFRsEcw9DHMFwIElu3LEGcXvdih2kioh/T6rKXjauOenaA07xAJHyVCq9IhdfkRRq5xDzwnf+77p7+LlHim/7x/1E58L9E+V3+mX+pAPzdv/Lby39psFom4uV3kloAXgc0xnFOrws9jingbxLBYuLmubMyWXAuxvNTZRMqUaOGDk0opDS/chUUjIWkx3uHlAUFapZKD2/LTdH2Mmx3XNztreKm10RTKeExeJJFshhcYgpYsP4Jg2g8P1TnfZmLlwqiQpHaAP470c8RF0XhUkGc0czEd1kmOFUablgRxdADjea8jvnMpxDM9xqf+lxhEmMesXKIFRakGNREQF6h6YHBNqbih0OcHx9hNrzC3ds7uHN7W4JhrJ5i0ocURFYfJRR/+Oxi4pj7LZ2GchIWaiK+c33TLe1HWEQpgijF1I8wYyLYULAwKlMM/z5FcVAabaDWgu7q0F2eZ+potxqwnAYUrYFSczD2r2TF0RBJNMJ0NMLF6USIHqsbGfqbGcqwRBnwbKvAdfi+V/DyNJfl6zYWho311U3cu7GH2+sWbraPseGcYnq6wOxkjoNhgTcjQHOArXUFq30FJycFjk8KPLjl4PceNzAfZ/jbv53g1Rsf3V0D3Zs1lFYbpdkGBIVro1FT8aS5wJOWj48/HeHj3w2hd1VsvOdiY9PAFkq0kwLPXwZ49jKAT9IC6xxJnfNU1OoqFlOaRHUsfBWLgM+HDPV6KOe9Xn8bvf4OXr06xMvXh1hxG3i0s41Gzcaz50d4/vwIgQ4EGvD7Dx38hx962Gwq+OrlFK/354g1INYVsNZ2FAGzBaQLtsg0/N4HK7JIpyLt6d3RAi9fn2M0nePe/TruPnCx1Y2wtRKhRvpkXMN8BDz/LMRXn4d48L0u7n9vRc48Ac2SUYSAVDoX+OhmHR/uujh9ucCLT8Zy9m+v22itmVWVJNPCkwznwxTHgxIHrD6aa7DqNOfauLET4cZ2iCZTrRprVSHz94uTHKNQwThkFZgitamcTykxa/UUBGoGn5WRrK8k1dZmgpVzdZ5nWM9Egyj3YxpW+zoe3DFwc5OcNz4HSulDVgMVp1fAy7MCflbi3u0S9/ZKfPJJjI8/idFYaeHuh+tCA7STS6iLIZ5+leHp8wxwdUn1NjpA08vQaeVYtRz0bRt2mcMsUwzOUjx7nuPNUYGxpmCiqWi6OZp1zils2I4nFJNKiaVJagRFHaFu8dmjweV7mNW5WYmWBbTsEqXP4BBvXw2FbaBwDOgMyNZZFxbi6N0CsxnvZZpcDLDOgnuSMMoRcsYuNZ4UbhXs3LCws2XL+4MVnINhjuOzHIuohOXpqHmcWRWAQTMeUduaCL/jyxyTQQ7TIZWVNbUlpuNCYJckTJXcVNcbQN0DtjwVN5oq7j/p4fEfbKPZt/Fq/wSv35xgEhiyLk5TnL4NMZmmyG0VuU0BwBBhsNN1sNJ3Bac6vKowF+2WgVaL0nUNRVKDP80wvKLrL0K9qQhKr9oyA10H2GgC6ysmbj/awJ3Hm3jxaoAXry+xf0AcQYzxjOIgBTZVVPVG0xbUHQcc/HDYSUQEI18YdOJxI06Rh5vIPGEfC900RPJqyJh6TUps7jRw/0kH/XVHBGCuw7dzHBzMxUV+86aFVtMW130UGDg5HePkZCxOLSIZpKuMaWARgHOoGp3vCuJEReKzj1FF6i9dodzesFRYywXvtrXrSQL1eo85GfsYjwO0Ozq2b1qoN4gao1iZS6k6efFMAXAQxMFOSRGUTjmKt0kpiFvXZaJS8qNV961FZLaCjE7JkoIyB+K5iH1qrEDjQFOS2dc8pioNSccBr3emIaQnmXhJcvBrREKT2ElBK4OiExHLjSOXIQmlNFUrDNqYInF1eJJEABFg3NCLZq7IELuIK/wQO/B0kwJZlTav8OEqQg69Btyta6g5hiy6lOmMoohNsVK28gZFUwrAKsClstjZkeustZLJAOx6Dy/p80kiQlbB5LP87hyaaXJN1Vs2gpADQx+alcLrAc2+Iv0iXqMhN9XgNMFiXHUT5zEfX+yvvhawOQiiaF11W13PJTbv1cHFfturq4XgE8MZ8eIaWisNWRzSWm4o24dKWCsxOc0xPi3ku+RLit8NP1fOY+IxkIwZgGZKtEC9oaC5UqWe/aiEHxZwmpqsbs9Bb70u3ZlMmhMnfTXMcDUirlh85iIyxnMV8ZwP8gJ5xMRphVbtrNSwe9dDu2vi9GSKs1OiYSuBn189k7Zc1x3A3+LDlyl56QaqHN7VzEKBz3L7Kf/5ZdXNyw3KTEE+54sX0pm7vlvHw+/3sbnH5NEI4WKMl1/EePV5jGBaneSYWm73TbT7FKVMqFSGajkUI5HPi52cKmo4O57g7GiKLCFah4kuHe22I3g8Xrty/XKzl7KjgH3GFR6eGHIiHvm5ESlEtEOzaQtytOqo0TAdBZgOmV7mPVsJ6vJFifuYHsBcOgCJHmMSyGVnqFkusWux9G1xMFFzdNTpUHJVwa7RiJCGvE6ITq+Sw5wdkJDA77jT6KPTWEXsB5hcXcIwU+w97OLGHU86WUs9xcWlL91xdN97nibo/OkAsmzbRaPZEPE+TgJxSlZ5Ig7bmYqvutOlMzhk0pk9x9zE0+Gc0TQuYixT4HpSCATy1r0+bt3r4fBsimevL6GpCT58YOPxPRvNXRferoPf/XqKv/3ZEPVaG3/0r59gc6OLv/yrp/jLv/pS7hkmxrf3Orh9v4e1rQbGo4msszehLA4J6X7qb7Tw5KNN3LrbxeHpWxyevMWESTYaGjK6SRVxlc6uCswGJdyOCW/NQmPFkU4SHrpOXwxl7T1ycPuRK1/bbJZhcpVidJBg+DbB7Y907H2k4717LXx0q4dioeAvfnaG3/7dEO9te7Kad1fg3FvBxTzB3/zFG3z8d0ci8nM9eqjjow8MWCsmBqWFs7mCg6czHH4xh51YcBIb33tPw4/+UMFHHwIG6QUGMApLjEPgaKTg4IKuyByDaYixH8EknoaECm4aghKuZmCn6WGn62FnryZiNvtlZ0mB03MfX78a4d3bGaYXuaz/+Me7+LM/vom1nS2oXh9XoY6f/fnH+Nl/+xgnZyqOzxQ8/L0u/u1/2sTqtoIXr/bx5s0xIt9FvHCRFbGklIhwWun14TXbghdfTAOcvlng+OUc/WaGH31fwffeMwRvzfVyNMOL0UzcuXWLAw0eum2YNQdvzn3sX/g43k9x+irDfFRAZYe4B9y/W8e9ey6aLjc6rC9IcX4xl04TGaCVGjY3VOzsVB0lr1/T9VZipaNjpWPA4uoamMxyXFywq57pvFIqJK7OcwzPCwzOFVydceDMxB4PV6whqIZ5t99z8egHDaxv19FqNWUYkUqVwwJZEgtKjNtXW/fg1GjiYp0CEUm6YNwVhZ2mPjQ1haW5sFRX8IxRtMB4vsDlZI4Z/x4LItIytZhlOs72fRy/mKGMVaz321jvN9HqabI+f7PAr7+c4fBtCP88QTSiMYyTFAXr63Wsb7hwGuyEYY1GgpS98uw3psDMQSXYExzIsMTTPbiaJyjbIjNwdTXB5eUQIXHNSU3S3QLlY1dTjYfaFDfvdPF7P7qDm/e6GM5PMVqcwZ+yHz2FH+YIEyK1OMmt1tEXwPEXCrJZCRM0RvTxf/yH7+MP/9V9/PrTT/Gr332G0+kcV0GCmKKfyfeZIkmlhmOhYKcYna2LDIsJzRWcRZrSEc8KAjXNsXvLwb2HDdzac8RprRUFji8CHF+EaHYd7Nxuo73iVrUWcYFXLy/w6tU5JhPWGqjQago66wVa/ULwQdBz+D6wmEHeyVFAI46GzW0XWzfq1dCM3UBJhRWbTxNcvuOK5fDR6JTyjo19HVbNxMZWXd7HF2c+zs+I5+TeiCKwIqipmq1XA/QoganbsGt1GGobutKDijqg+oDmw7WqoW+n20NnZQ2a7uDZ00M8e3pQ1SzkhfTUukykuiF0aygdwDwA0uhEAXh13ZZ0IfvspxPujXJJVYfsJwo4dKGprJRzQr2pyZpPICuKq7oPvtDtJfnj8fvbePz+DaH3vHs3xdGhj5ODGFcXMXqbGfobrGCoDFB5TORvC/64gzwxZfH9yj5Gdkdqig2FHbuVN1EMWRQFJVEgJjvWW8QIA76XOaAY4vbjFfz+v76DzT0mjsYI0zEuBxMMLie4PDJwcWghDRswaw2YRh1ZESDLAzjeHPX2HK5HMZtVKhrGo1hWECQIgsq4yj572+aBkgKKhvODEucH/AGbsLw+6k0LrXYM1w0xugwwvgzEmKqquZB1Gi0HTtPCLJxjFs6wc3Mdd+7dRDQz8fy3vlQcuHXAZeJ6bYL2+lh64kajQq7NJGwgiRpQ0y6UtCvPlWsBmDvRqu+E+3IKwDQkpPL9rd1QsLmrYn1Lx/oNHc+/mOPjX46lnqApQ58a4oRdonNsbLjYpACcVQLwIppDt2nAs6Fzf27SRJoj8TOkCwvJrIds0RXxVwM/UwqGKTR7AbM1h9WawjAjGGaImPU9rBEKLeT8PQoTbjNB3YsRzVxEM0fOdDQRk5jw/u/XZbnmCK41EtzxPKjhalrg5GKKs6sFopj3sYa1DRvb2zbanGvVEklIBRMDwbSGwxcN7H/ZRLBwYLkmDL4/SGxIY+w9WeD2e3N01wK4zUCeawlNv4mOybAm6/TQwrs3FmYjF2atiZrhQtV9SY97nRitFQ4ZS0yHTC/rUMumLA7JKepWwmGFUuaAVDpZrxNlBVUfpudIfQkEKb+2VcP6DXZkkbY0xWyS4GS/htG5iW123t3qYnh5gZODQ0mFNNoeOr0Wdnda2N1uQ1NN6Sg/P5/hxYsjHBycIwxmCMIZHn7Uw8OPVqSPzWDHuqIgmNuyKP4efs1zDd9j3M1RYIkl0V2lfUsYFHwMjmmIccsE4SkCr86KI2IGHQTBHGen7zCZDGG7pCCYsCxLFlPkjaYKt0EcXIx6M0KpVIvn08mQn6OKydDCfGQji11kUV3OhKQvcLhc6afXKd9qmM4fSHQGSagtq1q+EYCvU8Pf6alcIly/OYQvh9nXf+935N1lcnsZB/zORJzPziohfa3uVv9+3RFaDez/aWrrOjq4zIMvU4es/aEITDHgOvnLa6bqMFcrwzGFJKmXqTppq8+hgtjKf2aCjJ+D/P4VEUpVMxSZjyL3kUZMAs+FmkYiGgW30dUVJsMRUqbvYqbfa3BMS0hprk2KhQ6n0YDd4GCYSTXu+QMsZmMk4QImBVkNaNYb8OqemA5mi2rwHKccoBOoRgxy9b7g+YrChyB6Oa9ZfrrSex+GIthI9yl/c/a30fRMbDgHY9TFCFKqqVjtOCIC3+q72OX51tXg8ehHotMixdhP8btXE/zu9RTDoJAOuZTDU8FTVwlwOZstY6f8/HhdM7VJw2GF5K2Gcd+9VAThLJ/zt99tVfDLmVhN5mJEo3JV1dnfdsQKontZzVUyuJBWfagUE5hiTJn+UnJ0Ok2sdol/XsfD29vYWe/CyCPoRQg1S6DmKdyahoZlwOPsp2ZIIjhLiQTPcTb08eZ8itNpgEmRYC7GkkqU1UtaLTVJkK1tbqLb7wkyl52Ufa+JzU5XBIrxFakxIRKnjdRpi/DCJRVXKKTKyzZ02MST8ny7NPiTKsPrkZ3PXBT0iBbPasRE1qGzq9N14FFMsWuo2wbKJEQe+ci4wkBmdhSHVfax83PKicinMZj9mJrUlLCTUzqqCxVRbiDIa5jFKq7mOQaLApfzVBYH7rNEESHYTwtJIV8Lwby2auy1XOLMaXy+7nyuUMjXnbfX3+F1CnJpPBHha5kc5lmfJh7pnaXZujIEiOedjtSSYrMm1B3uo8VkwOS5mDV4+q8uRe4FKQpriGEoMUw1Qt1IUKfhVink+paEPs88GhPYtgReZtMxZtOR9HzaFrsrHZRuH0p9RVJMXK12WygznF8yES51Yv8IgV3h4CtcNimLhqS744h1ddXvRPMjf+cqNEJDZhUAkFSoeCdyEVyJm+cHwj8nwrc4OShuJ1Jxdo2H9hoemh5NVRVFgELt1WCA4eAKo9EVRsMrwd32+z30eytY6XXR7bYq+iEzEIuF4JuJWQ7nCyQBaY812DVWp1SzTZ4ZgiBEnPAMVv3ArEeh0M55MSsLaoYtOOkWa5UmPoLpAgdvDvD8qxfYPznGIPIxiAJMygTjMoXXbKHTXYHFmZPERlPM/bmsxSLAwg8lcS+1H9fkCU5WlsYXfv98rvG/ZIUY7//rIA55DsKY/CeVAv9fCsDXr7Hrft9/iXb8LQej+tNV9UL1/qtw+JWphv8vyzKEbMj9Ant+5R5b0h6qRDB/9eW1rvK5vSwf40i3YN2aBaNmCd0lW7pAhBZBwqimS3ezWs6gYoL1homH6xu43e2iV9NlZdEcabyQ67C6zyoyn8y8ae7ONTGFhHkl+NIcRNE3KCsROEHVAZtQdCX9IculNs02dUlN8nehAYaURpqlGOSgMZK9qxStaQZg6i/OaMisAkzNRh3Nep0MfSSzmSSZk8UURRJg+8am0LsYPkmYQoQCS2dK00AY5wgShtQqsYgHM3mPLPHxvB9Jx+EKGdpJcnkPTxcBZvMAcxWYq6xFyKtZHme9hY1MsWG3uBwxgnoenxF9NNvr8NqrCIsQUc50PI20F7i8uMDR4QXG0xGaKwm8XoIiyFH4fC5lcMxcBOr9AfD2CgitOkKzgb2bu/j9B/dxb9VAr/wKjeQ1jt6Esg4D4F2iSJXVrZsqdjZVnB6w3zbF7oaDR7frmM9y/PaTCfaPfbQ2NDQ3NUTGJmJjE6bVRcP2sGLpeOwM8dgd4eOXJ/jk5Sm6Wzre/4M2+i0N4asZ5vsLHM/ZcaugqJVQrKp6sqAfS1URpXVZvk/DbQFNjeB5C7SaQHdlB93eDl69PMTLV+/QsWzc39yApZn45OkpPn56hvqqiXrfwg/uOfjTJy56dokvXozxYn8KAk9jBRglwDCGYKAJV6Ju8b3HK/jeoy6CWMdwAhydLPDq6wHmfoAPPmjhgw9baFsTtK0pahTxUweLiYYvP/Px7HMaWHt48BENwRnmgymiLAa6CoyOgntdXRZrHl89D8TEzpqVTs/EaBxiyP7foMQkKnE+JikIuGTwrmoXxN594PZ9oO0q4Im8jBRcnDCEVWKUKhgR5xyyc1FB5lPUJnW0AOulCxPw2jW0OqxcJd0gk+BgEnBmSUMQzYEqVld1PH5Yk+8+D2MUYYKG6qKh1XE6AJ6/S7BIMzx+UMr65ONYluY0sXZrDf2+jrZ5AQtDfPkUePZUQWyUgFei3S+xua7gxpoCT7XhKTZcjWJ2JvTUo68zvGPgxC/xzi/QapeyONfU+GyvhlDCqnZsH67tw7MKtBjWIvGXuIAsR9cr0fFKFBMgG5RSYzcqVUw1Db0dD72dBi5OfBy8ZvUm5+esw1RxNYkxHMcoVAOFwnqqQvY8dUfBhw/r+PARjbxMTJPKEuP5iwBXnF2SiNxSYHkW7Ab366wEYXVhhrOjDBfHqRj3nSb1Q9I/GSpcCsCWCWyuqthaU7DWtmTpjom0ZsrDcDCc4epqBj8lolCTgU4YUlxUoFPRtjk8rFKg10X3fHll4rqJUWNEmRz/mBcHnV2VI4yDkHqDmDS6gUvZrHRcBessgG6ZWL/Zw/pOH89fneP5qwscn4WC81wEpWA7KCzx0EAxRToyM77iGYNNUBJJLSGQyokohfNyYMpQEkfETrOsJptkJl8bTR3d9Rocj6jaqndTujAXKayaglaDjiNdhsH+gv3HEWaLUJKNRB1IEk+i2TlqTgnD4dCNQgqToSyjt6EU5jcOHUUPwcXElNdyJAlQuZALGDoTCUztqFjpFdKbSREwjgpJOfozIoOJsTWlf03QThRsYoqF2Tf+f2lPIQtZOjWqpIeqWVDpBmRSMeCfZ59wAZUvRJrdxdxdbZSqBHCVIpVeZ+saULY04HIPJ0J8IQIRu72ylBuXCu3By6sytnIzUG1p+RnRvUA0FBOzFG+lB4jina3A8egMqXCV3PhIsqWmIg8MpAtDepyrbh6Kq9XBjE9spaTyWKLkd0/PFX8OpoVV4viYtChhN1IYtW9/z/waK8INtzgY+YNUVgS603kAjEImrxmTzgXZ6bSA9R0bGzsWBkc5jl6mkj7iNpzojW7LQaflYDSeYjSeyWaZn6vQqZcJ3I27FjbvWNLHfDUgMvrbvtkG+1taNem7YkqMBzgOmoMFkEc68pD4Dw6jidzhZrYSmJWM6TA65wwYJfuDmc5g326Jcomxbq5Y4OI9Z7uaXPuDc19+hiCi60SRjkomqvl3Uvhll3AZEwO3HLqaGdo9HZvbDpodA9NJhCkTh4LRYt8u2/oK2aRRNKnxgblkI1U4JAqFFMwz6bWo/OxVf2MwZz+Iilaz6iKo0MK1qizeSQQhXnNrYroYnYcYnUUYSTKHn0X1/JBuXrvqjKHZgZs70yvh9vj9MV1hS3pgMlxgMpzL/crvnYcSOknpLtXYPajW5EAgfWbLPugKr8YEcOUU5R6X9IQahSNbQ6NBSoCNKMhkcVA3HSYIfV5f7Owi7oYiCy/6qptI/OL8gEv2kvA64AGwGtzoRIy2dNT4c+skDZSSOg/mOSwe+Ou6HO7CtJCOHzWxoMQUogvULA7TVHTXaShwEecx4jxBwOs54E1OrKsm7vnJIJbFdDovUpo83EbV3UwhgKsSgK89DFUPs5KbVKdE/NU0CmNMBkMS6AlP2nGGOw+7sg7PZ3hOxKmS4cN7juBcercdrNxx8fnHE/zdXw1QU5r4/u89xEqni7/+62f4+f/zvCIXWBr6W3Vs7DTQ7llYTHzMJwtcHSW4Ok6gKHxuu9Jpvb3rSZJtNL7EcHJR9SYsN/oqf20OjUdcgNuy4a26aPVcNFcakqR49/IC715c4O4jD3cfenKonc0ijC9jDN6muHyb4if/vouf/PuO9C8lw0R6sz/9ZIG3X8f4o+/18UffW4XRc5G2bZwOA/zmF2/x7PMT3LpL44SBzXVPhLtZUuLZyRxfHy9wtc+/P8Z7e3W8v9fA47vAnd0cOzcqhydRdRdBhks/xet3Cp691HByWSJTIuRKsnTVEvtroGWa8EwNbUdF22VfaxOdbhNnwwXeno5xerHA5SXF2Rh2WcJGgX/zww/wb//wfdQ8B5OMeOkZ/vLP3+D//vM3MJs2LM/Gxm0Te0+Yqs9w8HYsos58omI+Ye+8hna3qnpgUpEmoMvTAIPTEFpSwswV3L2p41/9qIYHDzQExJNnMQ5PMxycEhWrC4K21eEQkPdEiS+ex/jiOZNzOdIZk/0l1u8Q4aNKSnxjrYXJIMHFuxDzGbF2TAsmYthqeSoaNLXVOUhXMRppCAMNLX4mNL4wOaoWmAc55kyvxUCrbqPVcDAZxdKhnKR81tSRF9yI0bwCNDiwcmxsbNu4cZPYFWA88WWRCjKd+aK76NwX6BZMrS57HwU+VASIZyoSCosckBk5HBNY8eroNus4Op7J0t0S7U0DWgOYpSHmRP0nFrLExvRijvHJBGpaYrXZwnqnjd3ddVkvzi/x8f4Rvj4c4fwkwOAsgT/W4Y+IuVfFFGQ3CpikAbg5CqI8iexkXYfoDjkKnX28gDqxofk2Gm0L9ZaFIOLhcSYbTz4/kenVvqHIBWkcB3THOljfrDDtXj9As0+0mycDzNF8gdPLIc6Go+p5leY4XgrAxKqbZYk7u+v4j3/2Q/zox4/wm88/xq+/+ARn0wWuohQR0zFaIc8kj/24daKUOfAp4E8yzMccGLOXRofpamh7DXS8uvQRMUXCzfCdW11Z55M5zqcz+DSQpbkcyClMcEjBoRArFpJURcqaEhrWMENaLqQDMWMXfSpn9gpdRK59Aaz0bUnyVqYnvgurmAoTtuNBiMkgWiJTC9lvcj9H6sTGlovuiiVu0AsSOAK+A5ZDk4Yu1RnEZ9LtrSsWTNWR5G+ReVAVunL5Xsux3utjvdeT5Dx7Svle3v/6UnDLMhjQmfzNUW9lMF124IwAfSpkEe7HWu0aVnqWpK1mkxSTEd9b/HxpPiMWuury4juFgg17Q+ueIgIN0cF8f9OtynfE2oaFtQ0TO7fWcPPWGi4vYzx/OsDRYYBgwaoAFa3eHK3eDPW6Btc1kPguxhcexudNQZ4XGYUODiS5eeLF6UIp2d9bDRe5y5CxzPI/c98me1z26iRMRY+wuq1h73EDG3s2WisGnKaK4VWAq2GAd68jHLxMBEFc0xuyaByk9cpwJjDdIRwvQ6NJNKAO3+d7M0UQUGjmniCVvSbRv56roenquDrTMDhlP2odhtmEU6+h24vhNfk8mWM6nMueVYa/lg67YcKqG4jyWFBxmzd4H28jDW28fRbj4h2rcZgSidG/MUf/xkKMYFeDFDM+RwIPceBBzdrVYkLgGmV73QEsAnCOMEiwmCfw2iU2b2rYvq2i01fRXVXx4ukCn/56hvlUQbPFtChNB6zI8LGxYcuK8ikG0zMEyQKG46JmO4I658p4DfmFCMDpvI/cpznBhVoZ53s4AAAgAElEQVTSGFQlgA0ngk0xvBPK9We5TKelWEwyxH4NWdgA3S5OPYVbTxBMDQSzKvXNOqFmS8WdxzXcfWQi8S+RBoNqcJU5kvS6ms4wnC8QhTTnGVhdqzqA2zy811IYWobZlYnplYWzty2cfN1GHFowacoxSgRBhNCPcee9RNbKhi8mAMNinQApCDoGp3yn1XB1WsfgpIlgXoehW3JO0Goh9FqAejtGs0sxucD0isKlDqX0oJZeheZlN4v0jbJ3lHZRCkOVKCwpLJqDSuIt+YxhzUuIGzcdbO/aiDOew8/lXVckDZQ5SUEZLCcXgzPJEo7TQMNroeExdRxBLSOhbY2HCSZE5E9JHeIgOkJexnj4kYsHH9XhehzGBJKmn49NzMYmTg84fKNADxF6JNG1HOwKmYXiqwhglUiWZDxz0wxEso0m1xLx0zyfXlweww/G6HQtdDqWmIltl3tuwLRLqeYhXYbD1cWsXC4F/kyXnt8sIWHHlF5kLoo1XFXP7j8vAF+LrQJk/A7WVdJVrHkifvgbrOY/HXlfd/f+cx2+/z0K+hsBWnqcl6Px61SoHKmvcbPLhGkVeqqU6u8mCJf/0yqLukRJLk2Y133RlZu6SqZWyNVrXXEpYi4TwBJ6oxwn6WF+BvwbOO+IkKehJAPVMoWusv4BIgAvZhP4RMb6C7n/pb+WiU4RiUvYrATyPLhLAVhwyGmIxJ+hzCI0bQMe+87qHpqNhtQpDMdzDCe+GMCIs+OEgltx6bvk+Z0JPXa7GuY3whcNdDTScaIjqE9e3yIwkeIWy70acoDN47+ioEHEnm1gvV3DequGnmcIHte1dPlnEuf59M0ET/engoTOdWmalDMXn8nXaTuajSmUs9PSJhK3ZiIMQ4QULcW0XAm93wgm1wnR73zX8n1Kup+ThGsMcPV9Xv9Pv+kAZg8pSRZMOqesFmFNTYWwpeiTKxWFwnEdbG+t4sn9W7h/awvrvQbWVzwE85n0R2pFCkst4eoKmqaJJs+/y4qrCRGQRIEyVW0oiFS+4yeYjSeCpI0XoYgIdrMpq1H3pAt+pe6h3/DAHXlM8SJJEagWQvYSiYhZGd4pvDHF64hZgBN0zpRyOVNT4BRRSILCBYKAqP0Apa6irLFazEBdxF8LTC/T2KfkVSUIhV8JNuRplSglVXIpJMu9uxTkKZyLMVOubn55lvRM5pqJsNARFhqmMaRLb54qmGcKFnGB8SLGxI8xC2LMWf3BntyEPawVwaAyVTCZTgM0DaCVGYz/nSRUxcjO63f5ffMa5VmNJo5rtPQSKS6mjCV8WizVy8+M4hFNDtLbTYOiPDs412GFTIIki5BmIXqdOjb6bax16zCRwFQS+e65aKCgOURMFOy01jRJ5IehL8khilS6aUE1m9Bt7xsBmCIwzRzsAuY9yMqIa0S2CJNMAn9DRaABg4K7LoYANWNXPYU7fj5LzB3zW0tjgIh68ojiALsSwa/h24L/FWoB3yGVcCydv0l63Qgm/xymjflZRmGIKAgxHA5EBOaMptvtoN1qwmsyMewgDQOkIU1lvFdZB1KZLqTrdUnXuE7uV8/M6qHJeRP36nwGMNVJsyGIDE9ZOxghimOcD8a4GIxwORljMBtjzmuTZmtSCEumyBmWYRKaQmKJOIiEBMhzBxPJPE9EcSp/TnaYMjpadk1f99MXNABURgBaAriqHHk1C02X89DrBPB3iRL/ErH2X/pn/ucE4G8l4KoP+/pdWYm/1zhwoQESTSxhHiaBea1WCWFeL6zrYeBD0u7gXoa1X5rQ2rSsFL8w54g01NDwQ6IhX4GCTFdV1I0aXIOUrQWKdCJd8LudNm62W9hp1bHdaqCI5sjjBQoGwEgVEKMFTRrsDOcZq0r9su83YtKX+GaFfaYKAiaCJQFMugzPb1V4haZb165J5RKNqEI+YNiM9wm/w1JFLoI1jSlERydCFpVAi6rIHMFzHATsBD05R+b7aLk1Qd62Op5Ue5CWEcY0jtJYRbHZkOcTe4oFWc36QxGAa1B0ziWr+gKeY4WeJK4BhlkKmUePJzPEuonYsBCnhVB0KChH0ndcQjUVKMyiLbvXLbsJt7GCeqsP0636waVis6SpO8B4MsWcCXg7gmLFyEIfaeCjiGYoo6nci6fjiliHRg+l18PdvS18//E29jol7OkzKKNX+OzLGJ89izGt1RA2bKxuMwWq4u4OcHkQ4fJtJGf+3oqL8TTFF8+neHcewOup8PoqJvkGptkm2q1t3FjfwVbLwr3aO9wzD/Hm8gz7gzO0Ogpu79VhlgoOPpni5Csf8CyUngW/TLDIIpTslrZN1CwH87iOOY3J8xCL2RyG7qPdDKXWxzA70K0OrgZjWR3Lwc2VHnTU8NsXF/jtV5d474MNPHl/A3faJXZrPrRogVcnc+yfL6SPmWuSKRhTpyrZI63D1mrYXqlhu2tiGii4mAIXoxjnV74YaR8/8vDkcQMtK0DT8mGSKhfbQql7/nyBZ1/Nsfegi1v3V+T5Mz4bIyli2FsGGus6brrArgucn+bYf8vnMtBqcnat4uwqxtlVQv8pFFsRpPPhoYLLKwWlVaK0gK2bXCVa1Gr4jEoUjK5KjClykl5LTSXSoPka0lmJ0ZjVUClSrUCqlVK16rU00XquZ9qsDM0DYtera7C7ouLePR2baxSRE2SLBC3LRcuu43Kc4/VxhCjL8fiBiScPanj+LMBXz3xM/BoSpQ6rrmN9LcFKhyFUksc0EVYHkxBei6EAFXt7Ktl8oC3IVVTUOVMIFISkNo2B03khy08y+DTvWSr0hg6dekTNgVnjz5Og5SQweH7LY1hGKT3Abc+AY+Rw9QLxNEU4Ypq6wOsrBQczDXcfNXD3cQPpLMXiIsT4KsXFqMBomiOIc4RxgdV+A6s9T4K0JKzSuHn3Vk0WQ1cMNB29i/HyKx+DUQK1Aeic8bUbcFsNGFoOXYkxvkpwcphK9SBpoJ1VG+NRJLPZ0Oc72URZt4FHtzQ82tPR7TawsuLh7WmM3z6b4PAklJ4wOmWEQEhhwuFm0RBELod+FGmCbIYgnYniH8yrTbTLLjNHQRqasug2CRaxOPeJaGtwSOtWGAXpxLNKdF0Fq3UVrXoN3koL3kobT1+e4suXRE7G4F6VD+tKcCKKlYMfbiSIJ6lBqzG1ytJ3pgFywSZzclsNlav0AIUYrbShw5ENgmBaFCbkKBwvH9DS88aOYGISpMxW4tTEpDH9IaoVu/b4WdQpCnEIRiRqDqeliFDILvg4YULEhmU0YTFpwK4J9orpU6jGTF6URUnxV3ySImCvr93Axvo2vCZTtwtxsIunKi/l8D+bxihiOoea4u7xkxkW8UyGQ1w8IMV+LCkYk5uKqMBkkGI6yGCZDmzLFecQcYYpN54KRZRUxF/u669nSFIk7TDxy7RvhfWg+4AdcUQICSHHAEwmUi1ic5nCIVqo6uuh9sfIv+NS6Ko2yRQsKWQnIbnkVVqNyWnp2fUAryP1YmD9UJTyxU+XITtgXSh5HSk756YLhGQmVOFEaPzedUs2FAUiMRcwnUhMZuUSpTuKGGrGofJlHzO/uxpMSQBQ3KqSGZUTk/UpLGVnsmyZapSNfg7DznH3QwN3PtRx8jrH609S6SkziAKmA/lmD7du9vHq5QlevzrFgsMa/rXcsDCxaSrYuK1h87Yug9rBBZMZ3DARq81rCbI4+OSmmUltQX7PFNQdF67jiMhBcwWvtdiv0OfV/VPA5ANQaSwPEvydeT1SuC6wstYQTC7FvDznwyHEm5czvNtneoFYAw5nFcQByUE8WUssXLCjSFSYjQJ2s0BrRUVvzRDTBF3c3FxcD2b8LMc8TxEWxBbYME0bBQ0XvA3lXksltU1EcrRIYbLrm0ioiBtn9kIbWO01sNZvoL9to3fDQr0dwfZ8LHwf7w58HL2NcfIaOH1dXSvsHK0S6hCjQpby8FtDGACsHWj0gdU9FW5bRxazh5npcR4WAtnIVOMIPheYXKf704RBEUtOMTR25ILGoBhfuYApnC5/t4L3UCj9b71VD/3VpnQWUyCdjGMMzgMs5hntASICZzkHCdyE0mzBa4x9p3PEAX+W5YSgCglLYtloAGZDkWet65kiTE1HCVzbQKdtwvNqiGnwYOfcSYLpaYJWR8fWHQvdVRuGaUPTTcwF/xJKOsNgT5Opg/3FPLiPBzNZs1mC2TyD26hh6yYRSzW8O5gJslP6twziVytR3q6xa7gOrWzIkJpYRxngxQXCWYLJ+RzRNMK9Jy3ce9LEu0sfz/cnMkj88LaLJ7fr2HzgYvO+i6efj/CbX1wAmYeH9++j7rTxi5+/wC//5gVMT4fJYQ7FQQ7xPQ3RPEY8J1o1w+QyR8100OK7om3JM5MpN3adcbH7mSulCEw8+oKYuwqj7zZdNHsNdPoeuqu8L1TsvzzB/qsTPHjQxoOHbbk+ZlMfo0sf5/sZzvdz/Nf/cxf/9f+6heHFDH/zs7f47B9GOD5ics7Af/npDv7LT7eR1TRcpTmOzub49LeH2P/6HD/6Nw7+8I9t2OYqUGzg64MQf/PbfXz29AzhoEQ4AP7z/9bCf/7fW7h9o0DLjgUvkqsWcs3GyTzEySLCF8+Bf/gHHadnQL3FVFdaJe+NEru9Ou6ueejUmcj3xURiamswtVV8+eocnzw9wMnlHHFS4fR2+8CtPvAHH/wEf/DhT+BnAd5eHuCL12/x138xws//YoSHv9/Cw++3Ue8lgDmDH4c4PwbOTwoMryIMBxG2bnjYu9uG6+qCSJ5NIxy+DmTdXHXx8KaH73+vgZ/8xMXObQWfvT3F52/PcPbGwPk+u4ltbN3l/c53OpO0Pn71tyl+9YsMiV+i5QDbNxV8+GMFj36gw3N7aLg9fP73U/zmrweCGmYykfuKLSbctiokJd+PBVGR0v9ooqEADVXB+cTHxTQQMZKvSPaKrXW7WO+uYLHwZdlNF531FRi2hfkilPT7jfU+bqz10G5wYEUDzByffvY1vvjyLc4GxJD6qLkUTR2YtgtDo3ClIvIvEQUDTE4hSy80uBTpGya2NxrY2Wzgk09H+N1nY6zfruMP/t0qVnZqOBuNcTHi4dWTlcynSGZXqOUFVmwP614H33vyAT56/AHezg7w2cVTfHV8gteHM7w9jHB5aOLyHQd2EVBGsJoFnA5gexWRQPCSNXaNV/3BhVMiYSfNGx3JmY6t2y629lwUeoKkiKoex1xHmVVEFb4fJkxMH2cQQnSmoeHp+OCHNXz4QxPvfbiH9z/cw8XoEk9fv8LzNwcYzXKhuJx8AZw8BfKpQBpwd3cDf/affowf/+QJfvPsH/CbL/8eZ3MfQ/agCAqSlsMCLc+SFc4MzIYa5qMU8yGpBhFa60B7A7h1c0vW6f4CX/72HNOLEH/y7x7gp3/yAINwhKtwhK/fXOLLLy4xHUfo9V30V+tY3XRkEdHF/eUiDHF0eoKziwHimKlUs0I88r3AlK/PQQ+JG5bQaIiTNm1i6eh4ZzqCdIsAgR9iPCBJgO8SHrwS2Ruvb9mSvj2/iHF+zl6xAsmiCm+anoJanahByVpDK03ohYUiNZHENFZVz0Suu7fu4N6tu5iOFjh8e4z9N6c4O17g7MSH7Tpw6i7qrQL1TgyzvkCpjVGqExGAKeo3PAPtNt+bJSajFOMhsXV8P3EAR9JMIQMcr2Wg0dJR9wrUmwWuLnIMLwoEPu81VnZouPfQw71HHrorHXRXutj/eobf/OoUx4eh9KlalgOnNYDTvBTjSMM1Ec5cXLzjqleDmVwRcxJpIKpiokjrQGFL1zENgSl7LbNQhmRErnFkxmuP12aY0mQwhtOeob3uY2PXwN1Hm9je62M0IkI5xetnQ3z12SVmQ9I0eGDy5J3PIa9iDKDUzgRH2+7YcBrEMxWSFuNrWvYVcYQw4WAmRcPS4VkGxkMT45GFjGZPsItRRW89RbsTY0584XQq+ypuqfgerjkaDIcmjKohYm19HVs3tlEmLs4PcgzPSLghqtXH+m6Ajd1QBpIXF7GcQyK/hdhvQaUZIPfkOUNDhvxL3Ibcq1QJUyajF4sYrW6Jnds6bt7V0WizcqTEyy8DfP73Pvy5glbblut2sWDXcYT1DRMbGyaSYorh4hxBFsB0XBkGlQgrpHycy748XTjI/VXkfh9KyeeeK0NV0iFoGqp3SjRWcjjNGRyPSEdf9qDhjB3ZHsqM3ZUZHKdK9PsTGngsrK7V0Vs1ceMWcGNPwcXRGS6OzhEnGkrNQ1KqmMczwVNHYU0ITb2+js0tA+1WCdNMYej8PG0MzyxcnXRxddKTPaLppILP5/uK56q77wH33gN6Wz4a3SkMm/tETdbJWx0nbw1MLtvwx31JYHOQKUZZO4JhRai3QzTaoZhtxwMNkwGH6A0oZWN5sGJ6TYdOI66qIy8DFGW4TIbyaqbcYoiJluknrt07ddy608B4coWvXx3Id9Pv99HptDCbn2I2O5XrZm/vLtb6N9Cod2CZHt69PcDh/lsc7g9x+GYin43trMGy22IMZZXzgw9VPPiI1yLNBWMZ2I0HBiYDA5dHJi6PTURBijIPpI5GUpHSwcpzVdVVyCM1hd+EA84sEawzV2+1gdU1T8ggV6MzxOkEm5sONrccubdcj8ZCVqtU+7PhhSbrnOn8IwP+1EQcmihzUzof2alt1Kp9aGXWvUZRL3Oj30U3V3HLb+begnTlJnb5r+vE2TWC+Z/DNlf/v2Wq959M0L8r8n4XHS0B4OXP8d0uxf9OAP5n/r7rAfqyDfc7KGumfZe/8jfiYyXoVv+8bw8OpTi4q8+FP0aqmsgEV6eKIMMLjT2aFNIsXYPFtLbKTkwSnmiiWiAO51jMRpjPhkhjYtVjEYtNraKk1CkAe16F+eS3n8UoEx81pOi3XFmtRkPWZObj/HKM8+EUflzI4v3KnsXKbsPZAkUBiq3Wt98YaVM50e0KPNtEnV2aZQqtSLCYLMRQM/NTsMEppGFNjEBAy1VkrbQsdJoWmg0bJb93TceLgwleHk5F5FOWqfU8IRK2wjNzydyCiH6LZ6smbNvBlF2lU3YmUyz+jgD8HePBdecxfxAmsPjhMwEmCW3+jvIO/8ddsiJMSakxlc1cuncpAHO0VGXUl8dSvh9UYHOzj/ef3MEHj+/gvUe38f7jO7i8uMTg8hJZsICaxrDKHF3bwoptCdmOK8lTxEXC9iKodQtlTcXZ0RFO3x1hcHaJq7Mr+Kyu0g2Ulo1be3exu3cHHYr4pi09nDpFTxKE0hxzqQqjuMVcHIUPVQQbh4l+i+d9pnSvE6IV6p3CKAWy+XyO2Wwu1DipuiAByzJRt/hdVZUi8g5jUo8iDV+W3P1QSGZSddnlKs/GhDUCEZKpL+v6IrC512m3JKWuWQ4U0wYzdBE0BLkKP9cwCzl0XeBytMBgPMNgNMPxrMDRrMScqKTlv0TY43nf5IzSESOd9DizYCmt6rmuY+PEKhNjXCXCrztxqy+dqWV+JrzqJQHL1KCIWKxOYiduUJkdaB4EE2dzQeaHyUzW3b0dfPDoAe7v7UIlgSFPcHpygrOTE/k5rmmHchNIR3sqtAmzpktXo0HamM65BgMAlYGDswHDtJb/7kjCqUqnVvNU7oV4HTP5Lk/TJUHBRgaHVTFLdG/1lK0mmJLspLi7TAJL968goEkzqCiP0nNMcwDFFtaDqdxThZIMZ+cukc+GRjOTDduyv+lPHl4NRARmEpnUpUbdFaM/RbfZ1VBWnHI2Vs0n+WKmOYSdraxGEDN/wWuuBsdxhUBBAVE6h5MKSZ+FObKgwGIS4OD4HQ6Oj/Dq9ByvTy8QqAWIFTA9F81mC16jCZOo6ELFYh5gNp1LLeB4scA8CGApFBmYLuY9SDMHff8VNl/Q83x4L/H2SwZ0tZ+VHYAUnsiiRYztsdVT6v/ff/3PCMBLZkWFK/9HvcQVUeHamFQlfNm3zO7mCgUtFQXLdDBRpSQWVAIwjdEabL7rmfCVasNC6nJqek3E8IRJcjkRVQKwZ9myssRHHM0k0bfmOrjRquP+Rk+WdDDGc+RRgDyOhB4lVQqKjiipZs0xA1s5baUKYlVHpGoIoEgKOCpUEYhToU9UArDn0LDCgBG/l+XQTnD4gMU0vm6KXlIZnqoUN/+PVZE8P9ZNEw3T/H+Ze9MmSbLzSu/4voTHHpGRa2Xt1VW9Ag02GhiC5HAZQrIZyjRD/UqZiSZ902iGJERiQAJoAA10V3ftlZV7xh4e4eG7y857I3uBODZm+jAmwK61dVdVVmaEh/u97znnORidXeL1l69QrmM8uL2H2wcDCZaRiMlZSxgtxWCn7hucZVM/cKTeMmNclSE4box4HecktJDwoKqy+Ll3PF8ur9FwgtFoisppoHIoLvMcQ4E5xiqOxOSdYo0EayzCNaYLEihduH4LtUYfg51DbO3ckGu/Xq+LJpCUCeIyQchkcBEjidjpPUY0OcdyeIqQ1SRhiTErj7oHcHsHeHR/gI/e6+GwkaA4+R1Wr5/ibz/J8J9/mULr11G73cK9Rw7ef0vDO3crTF6tZJU0/5keriYZnrxa4HxEw6WGoKPhItzF5XIXezsP8d7D93F30MAt/XPcNh5jkl9gml+g7lXYaTiIRwV+/pMFHv8mwt6jJvYeNTCOI5xOFxK26DSbaNbbGMd1WeF8gtXsCra5QLcTo1bLEaU21inFOPWsa7s17NTbqAoTP38+wi9ejPFXP34H/9OP30EnXyF78Qqz80u8CSOchDEmiwrjRYl5qWFBCgfpXYGLLrtq8xR+lmDIqrcFMF2XiNJSAkEP79fw6EENDSdFw03h5ibs2MF6Djx+MccXLxbYP+zg4GZHesqHJxPkVYLufVU7uWsUsq7GGo4vGcirUHdLuFaB1xc5Xl3kCLoGersGosjA62c6Li81aA3I6m+X6O9UqDualPywPpRNA6yBYv5+QVJGbMJeWUimJc4uV7gcRoirEuuSFUSkiFFX0oSuxnsCYhtY2zLjifIMzS5EoB30gXSRyeo2fHSbNUzDHK/PV3I/ffdhA+89bOL1i4WsF0c5nh3x82vizsMabtxVdY9cL58u8OVvZ/D9FG+9Y+DhO7x7qNqCoDJRr2wEsODTepMZGM5LDOcVnhyv8ZSCM0OOfR1Ww0TdaaDhNND3K/R9bn8Z/FjA9Urce9DArZsBDD6T00woiKzCffw6xz8/AX5zpOH7Hzfw0cd1MF7kRAUuzxN8+nSFV6dM2THspeODh3185+GWVJCeXHKeEWFvB9jfpRZmQ69snB0neP7lUmpxC1eD5hlo9DpodDvQeabMQ6lfe/Mqw+lJid1bXeze6uDyLMSbF2OE80SdNYkBvXvTwZ2bvLGob2A0LXFynmO6yJGaVPAzSV9ysb+q1rZF+JQuLlNDaTC2zBSbEs94PrvutohDHXHITUUFy1JClecVcCne6LzRW5u+AEaxNTQsumMMdPZ8dHY9vLmc4/hygTDSkWaeHPzjmDgZokgp0Cl0L4dATKw6NYp73PymykUnfbcKNau6XsmbYGqUHaVKeHaIYZUOJDXg4So3DiFJQjJpGxGZQHGhFEa8Xddh88/xYpbeUoWC4UaQCeWYHO81D/yGCHeO5Uh6JMs0cVz79Uw2B6wLzCiSMWmIAjXecL22Qul5KWxH9Wxyw0VRO14VyBL2qrkK4ZfFyLJYBvpcfNgKXkMQjRQ8c1ycrHF5upY+QoMobvYTcFPCnK1ZoGKidHPI5DbNEFeuAc+jAEzXo8JMsTScrl46H4mAJqpQUvHsYFwB8aKSc7lhEaGkiXufv8ZeMS6Kv8QiUpjPk0oSpixvJ/pZ3gNPoRbVg7MSNxUxTMR1Z2tL3gN2nObSs0tnpmwpN51n3Biwa4R4DzorOUQ0pbeIqW46eIl6kcO4HCps6Cbx3Uw780BSSXKLG1SKkRSoiQAMmrakn+l8IrO+0S9ljc9LnL8qZFjFbmJDN9Ht1GXNpiGm01B68SiQsiua15cT6Kh3DNQ7puA9eIjJmZDmFIkdWzRbyCFTdc9yGEr8Jxe/vqGZ6uGe0yHNND07l5nQztTSHNggQhHSh8vXZ/e2j53bPmpNTRaxnMPTGMNzJd7MxiqRSgymYLXEYU7nN9EETKRb4jwT8oGvhFb2C1P05+CGSXueEbjErahxs8o9kYeqdJGz/4nJdL5+xDayG0SmRkA8L5DM2c2iOonqgYNbNzvYP2jCbOawmhwOKdwycd3jS3YT8pq2xVQCYjlp+mASnSKYHKhUEoj3BXbVNrY09G+r1345M7Fa8PPPZBG/F7pWFdZLRNlCF9c3FzexTP/yuuHhn+l1Dlm54eXhSA5I3NIRT2VQBHBk1USor0ly9PJiKiYACsDSY7j5fMrrXTKFzbRwKIMXohTpLuT7yV/jBtD0dUm0BU32hDuYT5eYT1cyM6AITJNKzs84N86lCbO0ENRoRnDksxmSGMBeXkcXdx/dgcTbS5+jp8MV9JvqEY9i9nURU8h7iMJfXSc+eJ1KvyodsiynKpgCtKAV7B+ppEeajl1Td1DRWbhYoUziTZK2ibNZhGdnoYx8Hmy7uMv+1kPiMAy8fBHh89+GKLI69vcPYWh1/PTvnuO//P1zuG0DXttEc8tBs8+EkIn1PEU8TzC9yDA9z+AFAXq7XRHJ84J4uzVch51UTMjmSDSK9BR/SzHxsLcyXFIsrKHdb6DZoWBHkgQwvJxjeDFXIlOd5Apu3xPpW/Yt4nwbuPvIw72HLi7OF/jNLy/x9PECZycl1qGBv/7xbfwvP76NqIpwHk4wCSPM2He/znF425Q1vDRx9NrC66M1Xh2NMF8scbBLIdDBh+9a+N57Jvp1Da4G6VTjg13zdXz5JsGXb1I8flLg888rjIYlan4hiNDuLp+VPrbrDrZ9B45eYJ0vEGcR0qSOLKnj/GqJ08sZwnAtyffA1fD+fR/v3/Nw974wq/AAACAASURBVNa/wt2bP8STl1f46Se/xc8+eYw3Ryscv4lw99067rwXwPL5NWPMFwkuzij+sKuUQw8TnS7R8uy5rXBxluLqLMWcfbQXKb73Xg9/9MMBHr1tY/cwgdda48n5DE8u5oiuHKyHjqQgLNkRVVgtmFZLcPpKw+lrDa2Gidu32CkK7N1M0N/NEC74+Qpwfhzj9Ggp95duS0e3ZaDXN9HtW+K+5cdJ/ClSDV/Br4gmJ0JJQ5RpsGhmCGxYjiWd3fGyRLhMZLX6PezfugHbdXF+RgzZFIHjI+BQSRL9BpbLFKfnU1xczhCXsaT5SnFG2dI3zi4dOoX5WSjjGGVUCiLJ0QGf9ACTbl7O/yqcTzKcjVP0bnp48GETQU/H+cUMl1dLxAsKnh6SeYx4EcHIKtQNG13Hxzt3D/Hu3UMYzQK5v8ZFGOKL11O8OF5ieFVgeEXcIj8DNBNkgoOn6Ou5uvT/yRCXaRyKmqYuHcgVHbsh7/eWLLNWwgoopgPruYF0yRQoHZ3st81x9SZDsiTKUYdfM7B308L+LQsP3+ni0dtdZEgwXsylO0sO2SXw5OcRnvx8hWxWybDkzo0d/MVf/ADf++gh/vmzT/Dzz3+JWZZhrdEdSupJLMPrdstBu8UqEUM6Nhdj4sEjGbJt37KxfWvTCdZq4uL1Gi9/N0M0LfBnf3obf/Znt3AeTmVdXM1weT6TCgai/Wl9bXXZYW3K/SBo8qFCVyYHcexAdhDHDsJlivkiRromDpucP4VC5eKf4X6BaFM/4P6SeFk+k4DpmG5PuolzoV3w+Xnzjo3BromzswTnpwmWoxKrsRr0eF0dblt1k5EAAApeCZGyPkxDDfCI9fEaJbbbOxi0tzG5omHnDGfHY6QZ94fc01OINuG3UjR6K9jBEoU2QwEmUhV6ziPas0bzRYX5JJMeaZkYl6SgqH0s39t6Q/1s7AL2agXGwwqTK7riOdQoUW/ZePeDAd77zkD2MlxvXq/x+LMFLs7YR2kLMrs5mKO5NZf6BKLQ4mWA0amP0WlNnn1CmNDUHkToLkUNKF2pA+BetCRynlgSJtQk4UFGlYWqtJDkvMaWcBsh6lshursldm8G2NqvQTfq0I0A50ch3jybYXgaYTktsJrxGVaH4zSgWRNo9iVcnxU1Jmp1A6bDfa6OMIQ8P9ZMpSeJ7DUD2xAE53zqYk5Mbebx3ZMkbW9AAZh9b3Mk8VzIIBTTec6wfRJNmBJQ46N+fwc7uwcwUcdyoiMc54JjnY4nOLxf4PB+jjiNJS0+m7DvuoM47EAratC5Sl32+6LzCP6Zr6GaTzPBxu7iTh+4/cDCnYccDGVw/BxPP4/x21/GglBvdzjwMQUDHi4ybO/oGGwbyLUQi3iEpIol/Wv7NRTVCgWx2UmBfE23dg35coAi6gOFD630xbWelTEsLxdTbNApUGvNZC1mESZXa6xDYj8b8vsdN4Xj8qxpIE8MtNnTTZME7+lbBTpbBc5ez3D6ao7livcRWxIhqbZCRjE65jVsYWfHxsENJoCJD1R7zosjF+dHLiYXTUyvWoLU58/PDvXFXB3UH33HxsPv2Ohsh/AaI+h2hJikpZWNN88sWet5G2WyjaqgCK7MsxS4SaqpNdeotVZyRpxe6ZgMLehVXXDtSqzjnpp7eRpW2akbIi+XXyFwOdYkmegaX8z92u5BDXv7NcxmE7x6eYyiyHDv/i4Ob/al8zqOV/AcJqHaqHKSoZiiZYo/xHTCJGchRkgajYUAxXOPxT1zibvvGLj3jgHDJKZyjtVyLYYOruW0htXElzQk6RFyDtQoCvA1VuQA7guJF+T56tokyHMOO33bXRudngPDziS9TMNAIwAadZ4VuG9WVCsScnjeZt9aOGMvNDssSbywBF1dsTZh03PLMyXPNNc9mhu3w1fpI9mzbtS8r0XXawS0wrN+ndBTaVwlYHwbaHmdKlYC8Dd//bqs+Rtxzs2fV581ldv9KgQst3J1P/+XU1vq936dnlKpNI7/2ferUmtfVZ7+ngQgbvavklb8u+VZzsOVnHEpOljIaS7edE3y2yNSjucMpmqJoZU/I+7vTITeqmTqnWYKPh9oYCY2k7/GgVG6McbqItCWeQKLgpBRoOXpOBy0cWPQhmMZIjBP5gtJ0F1NQiTs3S0NhOscyzUR11SJVHrJdpUYdU0fk++nyAUn3fIchTa2NFlgzRcTg5Ls1bGi2WKxxISmcLEjXHegWYKuFoXJ0HE5jWURQ63SjvztfL7w2qVwq6Fer6HZCMSoTxGMicjhaCIpH4pHfG9V1/W1EHwNrd5cQhtTugS0eZjOmZznLEYJwNf4VzEX81rlG7IR5km94WIPMJc82DZiEQ1CzUYNB9td3DpgEviWLEHWGnytTfiWDqPIML04w+zyHNNFgumcZ/tczjGdbh2337qFvZt7iIjJZd/zdIHlZCGv33kY4ipaw6rVYfkBOkELvXoLNceFvcG7sr6LaTYatSnEiRS6+QxRnGBKlJ9Bzo9UipTzFCUC89+J3iVtgWd1iwNgnebwXDDS/XYDvXZTOqQlny3XpBouyPVr6AgXoQiE7E+VRHZewmQoRVDemw5yEYuVU6RkKpP3K410MhMZE3SGLcnxMMkRxqwIiiUBPE1dTHIfy6RCvE4kAcrn5npNVqJ0EalKJIqiFUT8FYLMpiuXPyONpOw5lz2J0HDV51uJ2RSdSiX+Sm8v7Q8U02PkCed37M10xZTNrtsl071IUGopbh/u4617d3Gws43Z8AozIrkXMywWcxgUeesBHI+1DLzH8/7MBCAFYIVw5zzDslxZjkf8vqdSzdK9y/5QmutIUuT9hkQAisbWV6YRCdBsen2JnrY29xrpfN8kmgWbLilo7t94VlCmTdX5q7D0vC7437kkNc7PGTTMZ3PMZnOV5M5zubZcx4XjOEo41mikDBEtQ5mNCf6XSWK+1oYm9ImEpKQNrl2QzrI131DcNiI2P8+C42anrARSVEp4NuU5YIbpfCW4+ilRuesVFuuluk44/+CsR8Z0FK8doU8WSS6VgqxR4/6KaV9+HyLKV6rPlq9pztdVskcqeayqtTZPnk0tgNzoN8Kmuo0owZx8As7VlAz//6//fc3CuH5+8mf7mkzB91zVERCvTXMNiS7cRygBmLdm1g94FofXyhFBQZ9ocaLwyYSg34tIbLl2NPVaXF9rJJ/QoOKxIF4S3EzkFSICdzwL93Y6uLvdQU3LEGg59Izn8DVKDuIrlckXMgU1glIlazOeN3UDia5jUVSyciJZhQqoi7GHZz7PVgYq8ReRRiLPUdXj7psUgBnOIAhPmXCY5uU8UbyZRoV2rYZ2zUc8CzEl2zZNsd1roduqC3kqLXIhA605mOQ1x8+w48qclleWdKaSRkhKAT9znHfkqfw9XxMt1POVSWAaB4kjLywPpeWrxCU1FKblc2Xe4ySx0HIxBIUrGicq1V8KC0GjjVqjjaBeR61ekyCJVBDykaxryOTzn8IyUhTrBZL5FPFqhckqw4S0n8rBsnRxcODj/YcBduoJyvMjrM/O8etjH7868eD12+jc6ODmTeDuwRK3d0OExwuEJwssIhOL2MHlDDi5SjGLMhF/g66OaTTAdD1Avb6PQf8m9joePuid4P3+MbL8Enl+xWE5dBIgJsCr54WIYpyx1HoahmmCs1Us99KtVoBOs4FhqFaZh9CLCWwzEnMqtYLpigSJQiiMjcBCi4lQs4ksNfDrk5ms//lPbuLf//EteMsFxp8fYXQxwhAZroocJ6eF9BpHuo7EMbG9W8dbtzu4f9DE8vUVwtdDHE9zvJ4DLDUjkZe0qGa9QKtRotus0GWIstJRS0zBLbMy7cV5hMFOU1a8TDE6nUu4cXDfx+CWgy0U6KNQ+t6QNCvWYvEZXGK0LjGOS5l/bG1biCMDb14YuLrSkNcy5EEme/dmUKFVs9D2SbgzhI61WrFiAbhaVrBoTDc9GBnpgJkQiC7DGFeLGF5Qodnm7NWQWa7r2Vhc6ggvdERZhqhM0d4C7r3FM5yOcpmgWKWo+3U0anVMZimOz0Lp4X54r4GH9+tYzqgNrPH8ZYZPH+cYLoBG35LV7CqT/GpcYH6eyv621spRbxeoNyH1sx1LR4d74VRHwRBDzHmLw8SehHSeHUWYMsHvFchYb1k40AoXO11DFvcIV8OV1EF9+N0m3n4YoJitkc/Wohtw9nw6KfDstMTLqwr9bUdWYFnwNQPjcYYvni9xchlLgI3E3fcetfDe2y0JIE2mrGqJJQTTpq4JE2llICKJeMZ+6kLMFxFIwKvDDeryfDaRY3KV4M3RGicnKfr7DfQOGhJKO3kVypxVVELXNXDADrMbNUyWa0zYVxCzl9WVTXpcW8viQLBaMNXLF5ZYXR5U2bebS6TbdlWpOw8veaKShPGSTu5MFt/07hb7aekUI76NuDtNfi+ToUxbGrl0GMN3NQxu69i6pWORFJgTGVvUUaGDODYxHfOBHYoYSvwcsbVVrsvwggjdoEWE3FpSL0RKLebchOlyIOCmga4NbhZaXaDV09DqWsImp8NvfAlZqyXRuxzsl0iWhaBN6RzihjrYMhFsWYJSNF2+8AZ8n84yB+naQRrbWIVEKsUiDjUa3FARmZfK6g5sWRQHGZFfx7l0RHFR1MszCp9M1xIVWMFz2V9KY6SGItXAPSlTsnR4EqXM4TbTRO2Gg2aTSThPNtiEh6yiRPUZvwpRrjQU7CJmwpAPYaNC4VbU6r5KIFJo5GbesS3V3bBBXHO/slopdxCd/crVpRBqTF5nc9VFW2XqkM5fU/1WpXRDcxE/OxqyMyi9PnPCb7D7yxUBlp1lYBKXyFuTjzmKnoZgb5dzxYu/fgDz++L3xyGmIKW5yaNoWlViRKB5tMbScZ/CKhBFRCkSc8EeXabaKabyOuGfy2EysVy3YXkm4nmO9TzHzmENh/fraLQpiFFFyMUxFdE1FZZYLjgoKbEclzSYKRFMHK9KkOSDfJ1mKPUStZaOoPW1YG0xsVtLYTp0Syh09nRcClZRCdQ8JDGFbomQTWw3xU1uWHmAl0EpiEWkCBPDttcKPULJioPKMQ0XNh5+b4CHf7AlPWW6tcTJiwhPfrXCxRuiUIgxIhKdZ61Nhy/vfTw/OUQVAn5ABBX597wx0rHNYS8HZzy8KMEgL1SqiXhqJoy520tWHpKVqxLpPPTZBdwA8Gu6IJ9c08KVpNRiMYDQed3t+Xj4aAu37rQQanMstZmISZdHBRbDEsmCHz92JQdod+vImR7QaWNQhg2KtEzTpmsOJplILdDYggjA7E4engHTEcQUwIQRD2NcTPAz4cfPE93fHADwZyKCSYwDPFxu0vH87Fwjf6TPY4On4iaQG7utQV8WU4Tn51cIFysRfw26Al0SE+hqVYIwxfx0rQRgYoOSiM5nivHqIGe6TFNYaLQc1Fsu5rMp5tOpiLY8OHFwVOilLGKFd7YacKjUlxymZTh6NRWhsrMdyIqzNZbRUowSNJgwpUT0FpcQC7JSEmBXZ4n0W+7fCmRNpyvMphHCaYnVQsc61FClSjjmg5xD8qBWQ1Briou5ylaw9AT33qrLuooSvJ6sUBUFDhomdtmbuJWjtZXh4qLA0RE7IGpoNAdIYwc/+7vX+Ke/P4Lf1eF3KRi4aPSZZHOwpqA6TTA5TTA+jVFvNbB9awDLp7g6xGI6xVbXw6DrorJyZDpdkTmSZSnPI/ZtLCOg2QnQ22ogaFCoYcczu1KIxSmwnpdiTmCPSatRYHfHwdvv3sQ7797EdDbFbDYVXO/Lo1BE0quzTEymf/3j+/jrH9/DIr7C0dUrpEjRoiur3ZIDv4kKv/zlHP/wDzOcHkUo4gztJvDn/2MTf/4/tNBrxOg1ExHztdgR8cNq5bBaBX7+mwy/+DTD0+cpjl6nWExzeGaFwNdx94M+7rzfR8Mw4FP0jGOMwynGiwUmUwPjKVNzCsfPwYpRpejVNfzhRz386A96aLY+Qqv1Ef72Jy/wv/7NP+D/+rtPpDPU8Qsc3PVwcI++b2A2zzEe5bg4zzCdlDi81cLhbab6YhjmCotZguePMxw9y4FVBS2q8G/+Yh///j/cxI07wLo6wzwf4c0sw/Esg7n2YMU+FituqomqSzAdloKVMXMbRmHj/gMPH/7Ax83bFSxjhrIM8eWXOr58oouJiZ+5wNOw2zExaFuSxqzVPRTsedN1wajkyRpVtobNVElJdGsA0wok/d3frYsJ6fHnF3j8+ALzZYHFqsT27j7uP3pL0v7PvnyJ1y/eIGNXybrEYgHMFuwXpsjMgZAGr53BbfFZTpFIk73A3l6AfseHldkwc276cllExHgm758ZnhyFeHq0QEW8fc1Ca8/B1i0Hulvi4mSBi9MVwqGOcGggmlGA5baGWO1K0DUP9hq4v9/AW4928PDdfcSaht+9GuHpyRTj5RLjcIUoqaQrfLFeIyQirUzQZR9ym6Ki6u3OcgMxn4fiYGbHWI7JrMJ0BtS6Gho7RPlpmJ0YiMY6tg6BrUPi+DNcvErFcMQZruNp8lxmCuzOfR137xmyX7Q8DzYHXB4RQCY++ckQn/zfQ8QzHthN3Njbxg9/+D08euc+fvHZr/HLz3+NhOfamsJVTYeh4N87XUtw46sZ8fWaCMBLIuerEjcfBjh8WKfJGjqHt28ynL1IkC91/NEf7+KP/2gPx9MZjqdTLNkxl8eqU/N1iaszVbfheSV6uyYGxCZ1TLiBDsfjRt9GHNs4PQtxfDxHFGawOVAStL8in7T6Nto9G40OBXIlhleVD5Q+ppM5puM5JsNCxCHuB+890rF/U8PpSYrT4wTT0xKLU/W1atsG/C1DDqVM3uURkIbsxwrQaLLLLYDhJTC8GC5qcKsAo7MpTt9cYjJcImjtot7ek+4xDird5grNQQg7WCCtKDytNsKD6mTjYIZ76fk0x2KSwzIcWDpFb7WH5NAlCNjhyZoAZTibDCH4J9YTeLVSUNgffv8mvvf9mzg9GeHsZIiTkwynx8D4qkK6JK4xQ/8gQX8/RrvTQLvZljTl5MLH5NyDRuRzxT1wIov7dore3Otw8KoyrpnC6XKgIvUdHJ7zfumontIygVVfwu/MEXTXqPdzNLd0bA0OZC0mGcZnS5y+mOD4+QinL6dwvD5cvw/dIp1nCMuL4NYq+HWgLslnJv5Zi6DJwZk0HIrnxG76NFvNPCxmpArRca+StF0+4zokz1AAmwvBZz6lXYsodmU6lZruCuh2trHVP4DPQp/MFjPK6ZsLnB1d4O7buqw4i3F+vhQBeD3vYb3oyWFUL7k06eQWDYopJNngq0SQDLKjCL1t4O7bLu49Is4ygWbGePZ5is9+lUrPM69dvr/sfw7nJfpbJfoD1ogssS5myLQUFjuAPR9ZvkSahyh4BokNFJESgPMVBWBPkM4iABfsnC6ku50kmqA9QdCZYDaJMLpYI17yPt8SIpPlpGrpDkzNRn9gY+8GhUSKiomsN3z+PU8wnRVY8b6FXD4Duksjh4EyZfrXxc3bPtptAxbPFWWFo2cu3jxzMR35WEwDqQ1yvGsBmAmeFd75sCaLeHLTO0elR4iXPtZLH6++sPDqsYl83YVrbsPQPRQl91Ir9V5yb9uI4DdDMU0wzTq5YjqdRB4aD5QJmgIwa2k4AM7yObJiLglIDuVpvqPZhcIvP48ma2W6Hjo97v3mOHlzDtsu8b2PbuCd93YElc7qDtYCUfQ9ezPFm5cXOHpxiaKwUZQO6k3iBFvytTgczPm54VnGKHHzvoFb9zlQ5H0wFCH8ilVLFzGqpIEqrYtwtLNfl6qisrTl3DSbxpjNeBaMEIaRnFVoUCQy3Q2Imc9RbykiB4c+tlvCtGkAiaCVaywmBhbcl1ypszZ7xJM1+yVN6V+0LV8S0qog5mvxlGd3/hzSA0uBbZNME+TuBvOsEL1q8M7zDf95/fuuf881snnzxb+N9b2esW9U3K8E4ms3hfpD3+qCVf9lI+Ztql7/a6P6a4Tw1+jqjYz9Vd8mT3EU10wllBN3K6YOJUSrP8efTwkpCiO9qfzepIJFICd+VVMyk/RN6zwxULhVrw3FOhqspQ9RElGs2TDgWESi0uRNagjVUib4mJCLkKWRoB+J8s3iSHpafbNEv25ht+PjwY0t3L8xQMVUcJ5gNJnhcjzFaLZCbpBk42I0XWE8XQrKkslO03GkU5zDbV73TE9K52uRwzU1tH0bHd9Gt+bIqtGYLiIbDcumCMrPji9kzVapYH1pPLp+j5W3WpOuVw7kabbjeY4vGwVIeshp1HIcXZL1O9vbcBxXzNucd5ydj3B+NpK5AhMrfNbznKmuv6/T55L8lBoqJb5vtGg5p3FdC8CCDBb3/EYMEyOyEqaULqKeZ6KOyN/HFKEmPaeeoaFX9/D2/QO8fe8A27sH2Nm7gV6vi3YjkNf8Fz/7R/zyn36K48slTq6WsCQVXOHB7R38yZ//EB//8EPYmi7krSJKkS3XGE5n+O2bN3h8coLLxRKX8xDtehvbnQGafiBndVuSnRmbMAW/22q25PsWjDbvWYJlriTJTbGCP6M01PIcK0Z7U2gjRP0Kgcql4MhKsxmS9Qp7W13sbnXh26a877xyN6gsJaQCGI1GGI/HIgDzLeS9tBEwOVzbYH9zJKyYklVI1Qj3jjwLFEQauy501xP8dG4qjG8qZMMKqdFGYvWxjDXMKAZOZhjx2h1P5Pvm1yQJRIzu0tGu9lUUtvnZEgGYxnBSEnifMjfzUAp+7PJld7EkgFVQQ8xa/GzlieCuOeNp0XxgmyLskhgi4QpHw429Xdy6cSjptBfPnuPl82dSQ8HXL2jV0d3uot5uynVLEThaxbJcy4Pvsqt+k/a1OWcjgYKmGs4Yeb9VYitF3+vUtRg4hA7AEaHC/0tmnzUZco/h7Jfvu+o3k68l6V++16bcT4ixVhVb6lNCAZ/XONG0NPQzOV73AvlsXF0OJc1Owfp6EQsvGOjNp4yzV/59JLdFq6V8HTG78PNUc6HVPAU1ksS16hjn51Rm0nzmXt8HxRDMs1cuFJJVuMTpyakkqo9HE5wtQgzXMSzfhuU7qEliuiF7iCxOpB+dcyXS28LVCmG0Qsw0Oo0pJYVulfgvWFMntWFfm3jUVXx9NW+wybw3SKpVJUS/siJdo6s35ID/lvT7+xSLbxIo/lt/9v/rr/+ebepbRioR7ploE61bidvSDb3BP/MHZVLctdhvq0G3WaWh6CK8lmzDkHOhSwOs7GtVkKYkbpm1ACRH8LNWyrhY5sQUiXnPKNIVXD3Hre0mbg9a2PJNDDwTNpMxa84CUmUQEBImyRTsqxWeAXLNQEqMuqZhmuWYpjn7CaE7NZnZyfyPz0+a3hhSshlyoklhY2bZCMAUgVnNxqqCdUpiEM/dnD3wOQL0mw1sNRowaMxeRtDZK8zaPMPAPKIRYaXq9PgZdFlXUhfjJc22xPvzXMSZsdQWCmVfCc1Zyf3dxjxEswqvRZ6bNs++XOd9z5T74jpW4RaaeHh+lr2FTppTjihJhRo4Z31AGIkRmd+4F5CKRLMm7xm837jQHJIWamg1bTSbDkyeyRL1WZmvY8yiGK8v53h1OUenV+L+XRP9IEVxNUE6WuJ1uoNX6Q7a/R62d3vYHyTY6V5gu3mG+GIq62yk43hs42phYBoRz62j3tVExI2SLqK0hwJt6EYLncDCH92f40cP5nDzIdxiiHCyxtVljulEQxj7WMbcH7PaaYnLLMdZyvofE7ttD/2Wj8tJE5fTJjw7RtNfwrFSMfileYHz6Qrn0yUO9uqyGmYAJ6shXhv4bLTEZ6MQf/1RH//h+z1oozlefnKMi8spVo0KMxt4+mWOp18WyB0TWsPGo7f7+KOP9/DD97fw/KfP8OIfn+HZVYbnMyD1PHR3W/BbDqLVHNFyju2Bie1tEx1dRyvToCUlThYpjuekVtXQ7gSIwxyjc1aSldh74GP3tot2UaJTFoJEPh+rMxRnojT/Jk4FgsV6XQvbPQdZROKRgSv2N3trWQylcHWbHga9hmiB0XqN1XqNN2c5js7Z/exit1dHw3VQriDa2fPzEM/PQvj1Et0eJKBBszFrE0+flTh9WmGVJlgzrbyr4f47DvYPDGjrGNo6gWM34TotTCYJTk9m8qy/e6eOe7cDOKznNAo8fZbgZ79I8OI4l5qLwgZ2btvYvW0hgA2fZ+oow4TXcxxh54aJ3RsmtkkdJvqcov5pLuGGQb+Nra0WXrxcyTpfJhiWCeZpIbO9VajjYN/GwQEDATmOT9bwfQN/8qMWPvpOgOhsgTUDT3zmuSaWaYVxmGE4z7FKWEGhw/NcISjPQ+K4Q1yN+DUUOfntd3w8eseXnytexijiFFZawc4qMEa1pD3UqiFwm1JNdsVZ7yqERhKuSWqLDc9wRGt8cxTi5GSFxo6PxraPyVWK86M1opBnX12r2NfT2/XR263JsHC8iESEsDViqnTE5hqxEcMkp7wkx1+H7SkhiAIGN+xeYEivqIiCOrtEgZQCMNFwK/Y8ZdL/szWgM54H8lhcpcSglhkPgznm0wKOqfp2Gw0D9YHiu4+Xmaw091BVTWSJiWW4RLRcoeTGk2W7ojPyRSHi1JIeopJ9mhk3SYr1z37CdpcoFxPT6RLT2VLc5dv7PoKGLsNLioYnr0ucHpUyDCP+jt2W3FDw8WALHggI+haCPhU64qP5Qm5Sc5qJJOIgzUAaM32cKGdfjSlKDcvZWvAiWzs1bO0EWMclhsNY3PZqc8zXk0NDDsH4OuXwPA2DbQedjiXp2eU8RUiUKQeCxBkRG8SOa99Go2ajHrgIGi4aLRPNng7LreTiGo7WWIwzGX7ReS2HGLrTSCDihlScxyrJagqmbPN+qjIP+XaYvI6iRB428lrTjc1hgp7LgDKnCVe6d+nyUikOjuwaTQeNJgeoFJjYL0cBU22MK2JLowAAIABJREFU/IYJv2GJK12xb1VCQh5quSZdvhT6OXCl0K8e9PzeuPHkS6R+Fh7MeCHIV+FQvmBanUx/HrSg3EzcoFkVNKZGBZG3cUDT6sANi/S8ULmluJXj5r0A995pyDCXzj6mPmYLlYKjoMKO6dW8FAzmasrN5gY7TYeiuHcr6cVlUrXWAmptlRYmw50I5c62IclnJqujiF1dTAqp780kApEpTS5HF8T4mglNYgQzHuL5Il3jvRIYekJ9WpaKlWjwAxf33hvIUo7RGU5fRjj6PJHBvXKq0p2nsCSmx15vDSbdubYOkwdjQbqp3lv5qElqSLk6v0olbxI5gs9y1PuzmHMoqskmgB0vggQPdDRaLvrdFhpBgJOXY5y8nMhnktdIq+VgsO1LemAULTCOFpiPK8zHpAhQ2OIzWEej7aHZ9lBSvDWYoKeAyORvprrTiAYQexpTJ0Brh2h4YDHWsJyzt9eSzaOkkXmNinOUhzT259J5yvQUxRyFPZXkEQ8a0hFDoVl1h8tsqVJ9LnLtanzAtdDptVCUHJzTrZyoQSx4bTgwNEcOwzw08U/StVjRgRdTqKIjVaW+OaDk1yYustFx0eg4WEcLRNFCEo80WvDXXd67GjraDV9WkZqIiA4ZpTg/mWMyWmHrRoDBjWsBmMmdDLZNwoCGrW6ArV4NGh2OMDEeJnj9Yo75dI3dwxp2D33BWHPAuJiUWEyJUS7l88H7K5MhjqfD9zz4Hg+wpDrkqHnAe+/38e77fbyZzvD49FLem73AxF7dEJxIb1BiPK1wdsFNJztVW1gtTfzi70/xi78/Q3PXRmvXRn3Lhd9mN4eJ5SiWNT1LMDlj514Le/d2YDoGTo8uMLocYW8rwG4/gOZkKKwEdK5zI8LO0MUaslotX9CvxBYTRUhIz4q4lYgY6xzxosD+joN7dzzcuxtga7shCPUXL4iPnWLMASg3uPMU44sM+arCX/3ZTfzVn97CMh3ibHKMhI6zTgdOrYHZaSEbjM8+W+DXv5nz5oE7+w4e3rfxBz9y8NGPbMRhjCSM4ZkW6r6HGkVBL0PlpfhPf5vhP/9thuEol9S3Y7I/1kGXm+49D81dD8WqQjplFYFyj3JTdcYeiCHdbxz4mWh7wE6zxK1tGx++f4Dvvn+AAgfItQP8x//0Av/b3/wC//DTx9i7ZcravuFg+9CVvu0XT4ggVYlqnj1u3Gri8GZDepoW7Hobpjh5WWJ4UmG7XmE7qPCv/3wHf/lXN+C16YI7wcl4hNQ0kHIQUViwCgtnpylevl7j+DhGmmqSmtzterIODy3cusuUMYcvNKet8fRJjidPiP8mxhTotAzsb7kYdFykgu7X4QY+/EaAaJ3h7HQs6MBeS0e/SbSsJ0OPWsOXlVUaPv3sQlaU6linRBl3sNXflZT7yatzXLy5VA71LAOJc9OQjmHVFceeNreZw2vkYuiiSG5bBnYGLrZ6PppuDU03QMUUcBLDINKJn/2qwCRLMcky2E0TdsOCGVQwaqW4xucTrhLTy0R6qKvYgpY54m3L5hmqKMegaWLQNHDvzjYePNiHGziYpTFm8Rqj1VI2hmHMQw8QZTkSwbKm4tY1zQzFmr0tqv89zzi8oHGqhG2p9PDwskJ9S0PvQLhdmJ5oCEcaBjeAwSEF2AqjM0VGsWiusjkE5YbCwOF+JavRdOH4HoKGj97ARW/g4Xe/GOGzX46QrSr4loPtrS08evttHNw4wD//5rf4+aefCmjAqjsyeJuPIkTzGO1rAXihYT6CmFJoDuP9+fBBAzffamA5Z9I2xmqUIZoUcDUbH3//Bn7w8Q18/uoCn788l71bu2fJEO/Fl0scv4o23ZJAs6uh1Ve0jlbPRKPN5Bv7jwKcX3BDPcVikiJfaSKei6Cil+huW2Ls8+s0RFL44B6pAdtil9ASyyXxlRXmI7W3Yp9Of7vC2WmM85M1JscVZseKplEbaPD6fAYrI1AaVkhmFTyrjv5gF412A4WxQG7Mkc8NWYsJjTpzMRS2OjfQ7B4iJqo6yeG2lmhuz2AFC0nJZnkkAxruNa5x4Mm6QhSqZWqW7AOJrObehANu3o94r9fYLauz/kLHcqojaJgY7FkY7Hm4c6+PO/f7ePP6EkevLzEZA4uFr/p/V5UYs4LOEkE3RKdTR6fTQRp5GJ5qGJ3RfOjD1H1lThO8CId37P80Bf2UiijCDi8KwGz9I6WB+1emRWzBJnFZwQp+ewm3vRLx22tl6Pa30d3ahlk50HMTo9Mljp4O8frJCEVRR54H0K0QpjOFU1OOZSKrGqS2tFnroMlibcdKjKcVAguoWUC0rMvKUh957ikyQq9Es83+6il0U9FAKABTJGDlidugUMtkA41+bfheDzW3hZpbQ5UCL5+c4OWTY9x/z8KD92wkOVHhK0wpAM+2sJ5vQSstwUIZYkZQSFgZhMqnVaUF4jhGtF5haxd48I6H++86kt4tyjWePc7w+DccrGpyMPdqFIA1LGb89xS9XgrNiZBqS5R6Dt1xYDguknSJNFvKXhSpiXIdSAdwvuwJrpsCMIfUeRlDd5iQreDUczR6EzS6E+mp5mE0XlrQ8yb0kgkmpsNiNBtNtOoNQVa3+wnqDWVY43r+RYHnj3OMJ3xeK6qB347hNkjFUYbi/QMPt2/7co7kJpC0oZdfunj1pSvvEakYNFDSzV9pStxiV+3DD1w8et+V61OzRoIZnw1dzIYezl55OH/pospb8J2u0KvyIkRZreDUdTiBJlUlfmMjAF8ZmF5aMPQGDK2hzLIGh2ykRzBdSEPqTFajQaRkS4Zy83Atgzw/0FALSFFiFY46T9Bc3WzauHm7hp1dX96ncApJ7S+mJOSEGF1NMbqaQ8rcdA6wA9QbTCAXWBMpXkTQObC0gZv3gJv3eZbLkcQ0IOYI5wXCGfvdiRZXGNygzioRmmB4BinlfkKjHOlTSRZLjU6tQfoBzT0ZLC6He2llCOWsgOcFGli4wrmO5VyX+pzFVMOa99HCkkVEp2Nzj0yRb5OY2nToynBdDJubvspvUDGvEaXXw2w5Pl93K27+4/Xv+QrvfD1c/0ax6/Ug/dsD9WsZ4tuj8m8N2aUjWYmz3/yz/xJe+vcH7t/8O3kON0gL0iju81yizrRKO7iWoxWalUk39T+e4VTXsZybJaG6UV6uhesN3lXlylSqjud9JeTw/FvBZS+rzbMHk8A8TCpQM03+ueAlE8TsB4/XyNZL5OsQnp6h4wHbTQv397u4t99FFi9lTdnNvWA/WyypI67haCGL0jXFX8Pm/YQGY36e2CPNbuJc9kieCXR8C13PRi9w0Ks50jPMjlsKAEwBxmmBZ+cTPD+b4nKe4XKeCmqaVDWeCWlWZ2pe3Wd53SgBXJC1TErQaO/oQvna6vexPRhI8pC9nTQ+nZ2NcHqqBGAKEzJl2BCvNrWdm/ebAnCJikQp9ltS1OUMRGG1ZNYh75Y4hllhRpFImf7lvZMuaL7k6mwtqGF+z6QCVEoEMXmesHXc2Onixk4P3cEOeoNd7O5sY9DvSfLjFz/7qazLWYKraQomNhsucGO3i+9+9xHeffc+uhwqey4s/kwMIUQRng0v8WI8wmgVYRStEbg1dIImbKbNklTMRXUS0WgId10xMkviV569qvOYYhvTkQ47KbkHFMMCU3I00FMAZrqcVDsHrufJz74KF0jjCINOC1udFhxTVwlTBiJyosA3tQbQMKUwO5uL8ZNfl2Irh6i1wJezO40P/DvWUYw4ZiVahpg9sExzE3FtOagcB6XJJLCJ3KTgQwqHDs2pQ3Nb0qvJlDKrO+bzUBYFPulxlZmZmjdQYCYFQSi+Xzk0FDJekPO8z2/uCBR6+fOIWQ28vguh/3Dx15i+p9hK4ZVUMqacw3AOJ/BlUeDvd7to1ALBqrLDWerkHBKMlCDj+iSXqURitFxgtVwISjeg2d4hLrkN22lK3y3vKapnVyW5+U/O+6TWpSrhSH+zst+oK5CkFSUE87qkGMS9GbHJ/HrXuF8RgGkqkXmKSv+q6/q6Fxki3jLhzNeo2WgI2n86mYrgzn5fnsv4/Ui/MAUs6d7m4EmJgEmy/loAlsEvAN9jakjNHOV2uNkAcU/E6494XIr4Urm1RrhcYhmusAhXCDnzHo9ljaII0zRFWOSwXQe2x9eYyxX0b0rkuMx1FRFtFa+xihkSUOc1XgYiOIvoxuAABeCvwzXfwiYrW5ICAMj/OUv+5gNtc8//1p//r0u1/70F4G+Lv189oL76qWRetim8Fuj1Ne1ggwfnTI23ONKwHM7XbBO6zfuiek14f29SJOGgitcln0fi7IVQR2lYEIqFKlhTz0ypz+CzaiVGlV5gohdYuNX2cbNdQ12vYOcpNKmsYDqPAR1IT7wkaklBJC3AUAngeVFiRoIj00G2L89kGi2ltVDOHoWQLjkv5WdDeryrCp5uyorzCgn7pEUAjsQQSbGYP1K3HqAX1OCTtlkUMOU5wTNPgUm4xHQZglnejGc0z4Ud1GHXAlWpR4NToUOTGeE1RKJUSWOei0SsNeRkxNkG+4LlU8z6BZ1kPHZXc45JUuZX+MNr3VhEziRjEjjGMooQrtay12DntSZiPQ3MrILz4NisTHJh2K7MdJv1miC7aS5TtQEpwizFCTH70xBeEGN7J0PNXCO9WiCexBjbBxg5B2L6dHQNveYKO1sT7PXHqCUR/DjCizclPn9R4nKmIa5MFKwP2NLhb+lIix6Sooe84uqi5bv40b0QP7q3RJCeopacYHi5wqs3KYYzHik9ZJqNxYICd4xQB5Z8Hz1d6LNEkl8OPVwMPez0Ndw6qOC7OuLEwHxV4OhqjNfDMe7cauLurQb8qoZy4SJeWzgtdZyUOv7dfQP/9r6O7HKCp78+w+lwgXkdmNoann9Z4fmX9MnqMFo6PvhOD//mR3v4138wwKt/eIFX//gSz8c5noc6Qt2GWafAbmAdq273nT0D2/sGegbQpYMpKvH0MsfTywI7OzVs79REdxuer6CbBW4+cnFw10EjrdDIKiyWGUZMCI9UhdN4XMHsabK2mi52mi6SUMfRS+KiSxStAmW7gJVUsNMKnmNJGIdGrpJ7Hq3EixcxXrxYy1mBwZBe04UVFSiXOb44i/DF6QrtrobdfUWVarUZGtLx9NcFnv26QFxmyK0M7YGBw3sutncMWHkMO2eIMoBuBtKXe35M4l+BO7dbsojCbngJjs9SfPpFimdHOc7GOUZhge6uKWvQ8jBosj4LGM8zTBcp3IBUVs5BNdzb0eHkFRZnOaIpz2k+dNNHnBUyP2EXcJjmmEcZTs4znFxk2Dm0sHtoiaGS2k/DM/DBezXcv+3g6vUSV0esb7VQCxxUpoa4yLBMcwyHwHBYSaLTCJiiV9WorPSMl2usVzEODlnD6KBdBwISrArOvyoJwWU2V4F6w0OvVRedaLwOMWPorTSRFRaM1Ja1mBS4uIxwOY5RHzgIBg4mVzku3yQSbOUWqqLIwwE7fwO7IsMohlaxiJ23Vna7JsKKV0lNRx5SRArmm4cbH/5+XYcf8HDGBz4HNJVgaLmuu1A67Rr6vbqIqOz4I8ZWhky6hYuTBBenMdotXbB4nb4FjV0BjomTyxWOryJELIsuXHE8q40h0chEieQbVx0PRcTSqgFwvtSQh5okvJodHVs7LvYOG/DrJl6+GuHVyzFu3u7KMq0SSbZCOI/x6mmGV8/Y2aGeO5ZdwfZLQfrR4UyhqtYypFOU3Zs8gBDrxh60aEnsbCGILDLGmRqVB5XlyTCtiJcoZBDTwGCnjuWylOHfZJxKKpYii+ezC4tdYhQs1qjVdDx42MLBYYDz05mIOrNZJUkEipC8tdPJSueQww24zUSoge09F/ffrskAn0OztCxwdhHh7HwlH4BwlYsAnSdS46Pce0Sj0JPH6b7oYhthTGlkG+GLAy06Zi3YLvvRUun5EqquoJeJAiW+isNFOgaJCtXgOEx6a4iXCoko2yWW29crcc9zcCydZTz3CDdHQ7YCMiZ3meaMeW2ZsE1HNq259H2oFKsc9L86fvPLKncUe66Y/OTGQTnsro/oFVwObGqqw4uHLgqzdKHniYmaxxt+hTv3fdx/ROdVhWm4xngeYbHIMV/wcKz6i6JFhdF5JihBl8KiaUrHMZNiFTc2rgGDPbWtHH6Tjk+1l+lt1bB/qylJ+qvhDMNRiJCi6YJDH+IRLDElEFNuWSrpTuFc8NYUCWXDwsXPWC5Lqh4Tukh0NHscXrvYu9nD7s0e3rya4PjVFKPTBLNzJpyliUSlb+sVrKAUJCG76SjuEztJoVISv6bCKid0jMVMfJBFz4STrUQqwTEmcIkj4qFeMzCZxLJ4EBDkD1O3PhGbRP3uoNtt4+jVMY5eH0tinf25vs/rhu9rgqtJguEkRlmZ0DRLflZujripkA4ySVsrd3FGYSOORWxlYjcvc/k19gZxiOs3C0k1EytYpDycEUXJgROHAwqTxS4y4qBtm8NbD/E6x4qJXKYxHIU20ui2ynSsIjps2fVGlLoaCFxH6Gt1F36dXd9Ec/MmS6MMN3ZErvB+qrA4gnhmr4emw+RhkYcc9vmyD5mL11BMABDQ6Lqo9xwRwKoyQsbPbcyNso7eni2LTg5SEJhInwxzzMeZDJyTdY6tQ1dWVqSIKGrz0Ebnu6VhdzvAznYA2+FDtobJOMbL51cYDefS90gjCVMfTJuE8wqLqUrjX19zmzmFei8MJax7Dt3MLj7++BAf/+AQX5ye4GdfPsNytcBh08KNloW9AwP7+yZmYYmLIXsuiFwNsJgb+NVPLvGrn1xh65aPrds11Ho2rMASfM78MsLicoXZRYb5RYZWv42D+7uwXBNvXpxheDrEbr+O3a0AupujtGPZeCfLXIrv52tgxgRwy0G/R5GV3zdTDxUm0wTjGY0UlawP3u3iBx9v4e1HTUwXRKWFePI0wpfPIiQ8KDc42ymxGKYoogo//sMd/OUfbkvCbrQcY8WDhu4gSh0cfZrh6Dc5zs8TXAxjHO7Z+Ms/aeEHH3kYHCYY3Exx/FytTtvG4W0P23s2ojJDVGT43/8mxf/xN3zuVti9oeHgwMbtvSb2tmqYZZGs0XmO0THdyRq8wIXhmHg9DGXpuQEHFg57Jr57W8e7d+q4c+su7ty+h+ESGIXA3/3kNf7j//kMv/n0GA8/8PHW+x56uw56Ow5ePYvxzz9Z4PwsRmtLQ3vARJ2H/raHy5MYR88jjC943enIVjrev1Pg/TslPvxXXXzvT7axKnP89NfneH48Q3fbR2dng53QKjx7nOKzTxK8fJrBb9IUpOHRHR+P7tbQCpj8zWSAzU4nGnJPjxKcvEnhBwVanQq9rol9pm27vnwvVycJev0O9m8MMJlm+OSTM5yfz/HgXh0P7gdCGPFYjVsZSHMD00WJL16yQ2WOXGObnY2K+MnUREosNPcf0zUsO4flFIKPXiQ6NMtGux1IOsogWtliQppOU96IS7SbJnodB3uDOnYHDVwdL2UlNEDlmhhs2ndddO668ozhYmfVfMUhq4YiayBLPYxlqD+Br7toOnWUax3T00Qw245JM0CBXruGQaeJ/sBHf9eB39QxDCMMlxEWsYZ5rEn0gF0yJFJMZhNMplO5J+axLoKTlqlEjF/jIVXD5KoSzG+LFIUbnEdWmJxXWE4qdAcautvAeknhkY5iJgUzVEaOkkQLg6lsDbtEGduqHsMPbNy6W8ete3W8fjrH6ydzlBl74Hy0Wz3sHdxEq7WFn33yGf7pl5+hMHPYdYpYQDTPkK4LtNp0j5qIlsQ5qU5vCnK8ORzcqePgTgNX53Ncni1QJSnfSfQaHj784C4+/OAefvbJS/yXT17Caxq486gjeN8XT4Y4ejmBxuR9ZcC0S1huISJdZ1tHe4uDxg6CegeTaYSrqxnGFzShlIhmJWwvh+Vn6G3b6O/QyU5xXxmHarUG/FpDTFBMRUQrDVHIZIOGVocEBfbArHB5tsL0BJgdc58LeP0KXpddnYa4SNNFiXhSoua1sLd/gFaviXU5QlyOsTgrEJ6pfmFJ+Bkm6o191BtMAHMIUcJthWhsT2AFc8Tsy8rYXa8EYKluYV8gaTwxzYvsk2VIkB3AuUJA6zSUscNLR0YTAYcEoSkC3vauj3tv17F9QPoMzVwmTk7GOD0eS3K6QgtlHiBPHMH7VuYQMIfodGro9duIlzrO3yS4PM7hOW14dlvEXL4XCqCpDGjrLJeVc/CYqtSayTMH8WO6LWSNdao636xajFp3LeKvGcxhBhH8IIBXC9Bv9zDoUEAtZU909GwqSWZe77q9hO2F8BsZ6i0NgawKQYvmPE0c5PN5hTBkiqRCwwEaDp/rLaSyfOmKJk2ICOJGi4jREXRrhGjFZ3IuJsRaS4Pf5h6SzzXSQFR62Ge/UKcFs9Lx5HevZb31gYu3PnBkwHN5GW0E4G1EswH0klhwk+1FMGXYer3TpQjE/ZSFWDq+Vhjsa3jrPRdvvctU/QppGuH5Fzm++DSX97w7UChwVmUQx9vurmUZ3hqlEaM0c4DVF8TbpUvE6VLoMRrvlXGAbNFHtuxBqzxopRKACzBpnMFwC1i1FM3+FM3eFKtQocaTpYUyqQMkPphr6FaE3Z0B9nYG8AOmhy/huBHqDQq6Hr74bYHHvy0wHjEBnEOzUjQHCepdRSHgvml/38XtO77sg3Oez1YFXjz28PxzDyXTxmZbXhfSdMqK5sQIphPh3tsm7r1DpOYalT4Xw+v5awsXRzZmlw3MLkkXCOA5NTFw5HkkezJ2dbMWyGssv0oAT69MTK4c6Zc2ddWZSgGY4zqpdZF96gxZOUO/t4VebyCC9sXVHFGylntDs0MTMvsR19jZ3sK9u7extdWAabATbYXjlzGOX6yxmisXP2mB14NZDhYoeAk+lcmrjHvWuYjdFuubaiZuvpXh1oNMaiSkPlIQhzaqzIFeNaCXTaSxydAMwjDFZLrAYrGSwY9lWzAd7qtzOH4Jt1bCC1jhw+cgE/oqyUyzGM/D8UpHNGogGvJeyHtNtTEdsQ6FkwZWQVH4VL2bahD87X7B66StSBMar+1N4oviwLU4uknSyiuhjphKIuXw8pu/di0KX2/dvyESK53umyPu/7cA/PsJq+u6lN//s/+SAPzNP/v7YjH/3STalwlXCoTXAvC1eChTma8TpernU6+TCMCCqOXzhwFSCpGqUohnEP53SaAbajgr/aTX6FyN+E2ep3QluvDAvxniy+la3k+el1TvHdO/xTqEVa4Q6DE6boFbgzpubdeRrOZIorkMjsM4EUxzafuoLA/D0VwWr02LPZyOwwOd9GMmTAfSIFflgrAjWYEoz66IwCa6noW2Z6Pl2ai5OjxqA1UpNJk30wzn8xJnswKLdYl1UiKKc0RRhBXL21V0UaWlxbKrElx8fWhO5n6n3Wmi1+2I6EOhjxVbZ+djnJ1NlJglRmD1mZJMpLx2G6MBTQoUAcTAXqm5D1OmaYEi2RjeN22paujAyQ3fEyVifXWFXaOgBX3LzzBfCZJZaOVJ4RglmjUPzcATQcCu1bG3s42DnV0ha33x6aeyVpkmVSeCXjVJ77Cx1Wthq9vAPnHSDR9124JPERQlrrIY4yKV9FtCYUU34ZKis4owH46QxTH621uyrrsP1VnPVoKw48jZn3Mooln5vavPL8+5DARoIsyyZ5z1FbYXyPmVZm32CbeCmvQAU2jmbI9/B5OkIiRuTAvLKMaSiB2aqaWPXNW3mI4tSGEizbOMNItIzQNYAUcBmIK0aSPjz0OEomYgrgzpBiaAmqk/zrIcn88gzhsUIpyBDKbhUprLKRiJoaCSf+d/pygsKGiKwUT/pkypUrymMLNJeLP7l2lBDsrLHHm6lr7tmmcjYMpUCOVMDzJZuhYxfLUKBXlstztw2l34tRo810Hd99FpNCUJzI5qGqX4mRehkT8JjXlaivVyiGg1RI0GWd+A79Xhefuwna0Nhnut+kEpthq87yrRUrq0RcgndpfvjuqFk8/KBgHNfQ1fI85ZOBvm6y0znqJQwrck2TeGho0xgO99lirBWFDL06lUDbb6LRGw2f/LZ9x1Z+P1tcPPnFT5JcRVqnkVZ34qXXzdAc9WKkPEfGWeUSEW27Bgs15QbC66CPmTKe89E1xcDTGcTBBS4OLzdYNuzvlakjDBtPjmecB9O0VfMS8IWpu1YAydFLIPpogodhIVdd08cLgH28wkvxJw1Uzz6wzwNS6Zf5ESUeT+ca2lXv+TR5uvHX1fKcC///z57ykAf8OL9A16xjd+ss2z85qKsSHey/NH6IbcrzMhb2iwef/lS0NzjcU7snomcY7ardfQYiyuzBUSXoIqKknMjmDb0OASAS3vswWt4lmDJpwEmkaSWgy7ivHWoImHgyZ6jomAx+CKz4YEEcX8kgIi5z987ikzCOkAvA8yaceVXVcp8GzIuTKNBfL8KIR+ImtjlqIA7Ihl1ZAKKhLCkjwV+h4RyySuMjTRcm20+Jk2TQQMXZFCuGa1ZSICMOldjFqlvKxcF2atBqvG+6MBnbN1En9Y+6L8RvIcIQqdq+Tz1OS9jrULOjLOTive62h4yZBp3CjynswhCFCmxGLHEnLjO5BxDinXt1o0Uck/ywJxnmCdM3Cko2b78GxHTB/87Pt2IAZlzw3gejTT2lgyWIECszzHLM9gOGv4wRJ6HmJ1uUA0jREF+4jqB5hdLTA7G6HuLnDjRorbNxPcqAGHAfD4ixg//1WEi0khPfZaTYe7rcPdoQV4S1ap76HUD9DyAnx8sMDHB3PUoheyzs4W+PIow9W8hO7yDGrgaqjhcgRUngGzaUieikEe3k+vLlT/7Vt3a/ju+zXUax7mCwdD4nzPz/H0/Az37zbw4E4DVuZhfUWCjYd1q411q4M/3VrgT/tzxP8PdW/6ZEd6Zved3Le7L7WvKBSARje/JlVHAAAgAElEQVR64ZAUOTOc4YxGsj0TtkNyWP6kL/rT9M12KEIeR8iyZuRZuHU3e2809kKh9u3W3fPmnuk4T94CQFKS/UV2qBlvgAS7gKp7b2a+73PO+Z3zHp4/usBBb4KereBSBQ5e6Dh8oSF3c2jNHB9+2JC54Z/9oIOLz09x+dkJ9kfAy9DAeQgMwhw+k9pEjWs5FjdKA35Xy9EJM2SjHJ8/y/H58wI7ux52blfEoHJ56stc6vb7BrZ2DXihIiuMc0xjioMZjg4ynJxkqG5qqG5oWKw4WHJcBIMCL/YoHsawVkyYyyaMWQ5jxgR6hoiUGY0aCqv5HDx7PJE6vFrLxfa7LSy2Lbh+BHUS4dF5gu/OYiyv6tjZNbG0XKBWS2BZCR7+KsO3v8qkOlL1ctTaOrqrNlptHZ4SwFVC5KqNTKERN8XFQYQ8UnDrVgc7t7qoOxPUnSn6kxiHlzn2jlM8fh7j5UEKm8HUiobVNQvrGzRCMYSowvdpJgvQH81wb1fD9x7oaFlAfFlgcpnj6LyQRe1sedMqDSoR6wNTfPdyiocvfXQ3VXS2VNQtDZVcR8vRsbSooVlTRQh/sRfAs0y0aiTfqcjNklbKcEzvBPC1AqFdoNq0sb5UR8U0sP/kWlaFJMOGgZUlFdsrqlAS9l7mePGygF2NYdUSoVsttE3pU54VxGczsKaKxhAPNFnjQY4h9So/RWXRRGXJwOAiw+VRgmCS8QhlFHQDW20DdoeDAvbqMh0COLYmm4CYPcDjBLUVVxY3i74fiQOu7KehA6YUSjWNOBuKn+XJS/bDc0Qq3SHNel023GHgy6aPNw+u06MZzo5m6C7ruPuBjfayiSAyZO0fjfHqmI44pvwoTBJZxxQfO1tyVCrsKeXfXXb9TkZESilIRgbikYGFJRXLmxo2dhxs7dbh1Q08fnyJJ48vsbm1hK2tJWRphP6gjz5xBC+YgGN/Bt2MqhSNV7tArcNhrzsf9pY9t7Mghz9lqjXD4DrB4DpGllOUpMuROFluvumh9NhQDC33oec+Wt0q2t0q/EmBs7NQ0np0cI8HCRptT/CkTPkxMUxM6zvvt7C5XcH+i2u8enEtqODxiHhLzvo4YCqRRkxBS8OEUmBjkzg+Fqqz00WF4Sk4uZrJYhfO1TDEeJwgGALhkINfbqJNKERLpERNZ+WGJ6Qb+A2ZiLdI9t3ZLtMgTCWEiKkgixOpFIDTeN5by15drXS3icNtjmhjwpyiIsVF3cmgu3yQ5oJ9lm1ERpSHitjPZRUZnZIURk3YllM6dGUwMpPDbem6FsOsDDX577HDJNVyWTkTOoSYciM+36RWBEfH16okXUUzJptUzEYqmk3I2ty2ceu2J31ZRAf0BgGGo0IGgBTwiLNkSrx/kYoQ7PIwZJrwhyn8UVoOYBwDqq3ArIYwK5HQUIin7C7WsL7dFnHx+PgKp+d9RAH/PE2GK0Qk8TNkmDE0PSkT6bNcBEy+xrmgR0usK00HSZCJ+MvVXTWwcbcUbhyvCset4Nm3Qzx7OMR0kKKImWQtD8Ic6pt09zSJcmcSvhR+wc1UroONvjz4yyDYTyTFk800aJmGZssSdDryWFysFMA9HurJtmcicDB5vWGlqGxaJtrdBnbvbGJlvYuX+3vYe/UCtbqLhcWWHGbE5dufCAb2+oqYRANek0N1orDmm2/2H9ONRDOAZiGVwcFMhgc0xXHZni2LryFfP0GvqOy10VGIoFmaCHiYUJRU0HocBEhKV6ObK5NuA34giZansYIF8Vx0kNI5SgxkmQR/M2giEp33Qya8mx2i8okgZ7qf+Ai6e2lyKDEwPBhbqiXdzbwvclFkZ28b39OUJoICsOs67DrTJAk0pcSnU7fmdbi242Ftx0X/gqnuUHqSry9jSXIIHh4FuhsGuuu6JI84kBNBmi5qQMRfLsetSQfiYBDi5d4ZLi/60u3L1880PBiGJ8kwIlOJly7TkFmJlKOLsLRBi+upVq+gu1DHH//kHv7oD+/iy+fP8NeffoHR+Bq3Oha2FyxsbpZrNMtxOcgkpRilhqTgv/3FAA9/McT6/QbW79dhNXUUBhE3KYanPoZnM0yJfr1O0VpoYfPequCDDp6e4OLwEkudCpa6FWhugsJm90oiCH+SBAZ+IatWN9Bps7O5NCFxeMp0FVezpqNZN/Djf7CIn/xkBXfuVPHlt6/wxbev5EG8t59B91R014jEUUQkpIPzxx/U8aMPieVIMAmJvklxOcxxdpVh7+MULz5O5PBjeyq+//0K/tk/beMPft9BWAwQFUPsPVLw4rGCpRUD9943sbqtyQbsoh/hf/9XCf7yXyVotDT84A9NPHjgYXetheWOh8dHV3h8dImDvQgHLxLpz1tYbKDWqODl1RD7lwNY7N7ULby37uIffq+KH77TQauzi1Z3F3tn59g7P8PPf3mMn//dKV7uD/Hjn7bwo5+2pPfbcIBvv5jib//NAJcXEW4/0LF9jyYVpr817D+O8fjLQBKZlm4JjeL3P0hkbb1bwdr9Gs7GKf7mVwO8OApwe7eO3d0a/CSAH4d48nWEbz9Ncfg8w9KGiqVNFR+8Y+P9dxzoWYLx9Uyes1FhIUwNTIYRJqMIjQbQ6TLNbaDRcOA5Fs5ezXD6aoa1tQXs3lnF2XmMf/tXB3ixN8T3f9DG732/LTgfS48xHme4vqYBIcPRVYTDXoxCs5BrNiaDGINTH7PrGMVMhRIqcKuZYGzYlRtz4ORZ6HSJ2PRkSEEs2PXVDJfnvgxP2k0D3Y6FtbWyx/Hx10M8+XooRgo+A92GjXd/Wsf9P6nL9F7JE/T7U5ydMelPg80STKuJwegKg+EVGo6HbrWOzFdx+NTH6d5MOtKZrC+xfho21z189GETm7cqmGU5/LTA6SDFaZ8iDFNatqS/Ti97OLnoIfCBYKaAfEQtyuRATpMcD6nTIXtGFNTbBVorNH4VmAwoNhRwvRxehSKYiSikuQSCiOXhkr1AfIQvVFQsVnlgzeX+R9Ti7t0adu/VMOmHmA5CmDqpJR5c4uOtNrLCw6dfPMenn79AbsQwq+VwNKLAEVI0NdFsseuywGRYSHosiigYGOgsuugseTg7HshyjBSdhoL1pQrevXtH1l//7RNZlbaJBz9cRqWp4+jgAqfH10hDHQlNYILSikTU6K6q8jxttjpottrSCTceT3F5EuLoWYL+RQK3Vqa/F5Z1LKxwNECzDw/PFIAr8DyvdIrrHDQwjUC8J/cQMX8yXF366F1QAFYwPOTzXYHTzmE3SStRoRpMGkMS/hW3geWVNdQaVYyDC0zCcwS9AkGvBMgpFh3a7Khvw9DpiObhX4XTnKK6dA3dG2MWBgg5aJ93qYnpKGC9BIcg5fOxiHLkHGyGFKEyeV5RAKaZ7wZ/mIcW8sjC1k4dD77fwuKKDd/3Zeje749xfT2BohKH3IKmNZHHNWSxDT88hh8eodUujV+hD5zsz3B6EEm6kqtMApd7Cb7/HB4xvR6JSYoJDFINyn1/+XPoIroGkvyhAByh0oph1X1o7gCaMyqxmqqCW5ubuLtzW/p8zk8nOH41wsHziSxVm8F0AhF9m0x/t5Ty/a2nGFyrGPRVDPuF7PmTqEDdVVDjjCppIk8biGYeZlOirE3UWftRo4h/Cc2+RBgwgZJJvUa1VSbMdaPEqE3GGobXJGlUsLHegWPq+O6LPTz8Yg93P3Bw90N26tJBHGDE1ORg8S0B2BCZnEMxGvpy7rVlkD7vRU4ChMkUS2vAvQ8s3H1gvh4E7z3J8OzbQsyZ7UUNXkXDZGBiPCAxaYpG24fhhoAZo9D5J+vSqxjFRB/6IgCr/MxQAJ50kfodqLChFES68rRIQ0IC6DE0O0JjYYTG4ghhUO5RKAAnsyqymOIfkWU+bu0s49atFZj2CHF+AFWfotVsodls4eEXuazedSoDPNWK0V6JUOuWZjfun9ZWLWzfcqTnnOQcHoT3HrmyKP66lY7sbQO/7JJuLcZoLSZYu5Vh/RYNHUSMRvAnGfYf8/nG3vMmYr8JXWFKiYk2JgxJiIlgVgBDEsDsDh6LAbRMDrswtAp0jf3TZfcbr3saLSTdro+h6BMsdJex2F3GcBTh1cEVprMJFlZyLCyzk55ppQlu72zjhz/4CN1OE+enJzg7PsXeUx8vn/oIpqoYV23LRb1ORLxXinUo+whlRTPE0Qh5EcBtmoKU29gNZdXrnDES80oDsAelqAAZVxWjYYGrywi9no/e9TVGk5GY50jyqdQVePUCtlsKwVxEs+coRRNWqkzGGYbXCUY9HbPLRVklEpKCGnsc54k5mk1Vfl7fIDNvxNQb4fam11e6T4mYlZQvDcDzpNVNGnEuhMoJ5yZUdUPsvTmRvBW2epPFugnZ/na+6f9NAniuJM+/9D+VAn7dB/ymCfL1OUkE4LkxR1K+VCLn9tLyz5y3Q1Kk4sj2RhwQwbBMXcrrQjylmsNQ+ZmjYYcoZ84KeJ+c46UFFV3OcCQVPO9wFcqTVCqVYifFeOkYFmIU/x6g4NA48qEmExjpWETg5YaJlaaJ0B+Wi2acNBfMbs70pWELoWI4GIuZTyeS1zBQMFGoMGHD5GYgArB0ORpAxzXRofBrKWiaChqOIQJwzVZQscs9yXlg4CLQcTQscDwqMKQhnwO7IJGk32TCMf7NezjvaxTEcClwsa6Ji+mVWtWThCoTpqQwXV6NcHU1fp105OCbzxlJ8LIf8jVqvBRwOKTltU6ULw3RccCaHxIrbsznfKnnArKkxucK0WunQrnf4TtJGYr3WvY48zdVJRbiRZnMVJASwawoWFpYxMbKCpqVKk7293Gy/wqFZqJQLRHWc6GR8TwYyWvLNNx2s4K6Y6EqRAcdEc38jgGbKOFGXcIElFX8fh9nhweYTadY3drC2tY2puMRpuOxCK4V10HNc0Sc5K/s7ixx0aWBg4IcwwX8fkmioNinGA40i1QCYofL1Cmfd0ygcy6YRKHcHyX9Lkl24XhLIodmNprTKf6y31KhWV3X4dilGM2v53yRqGAaCig6KgYT5qZ05wW5iihT4KdAwAQcq5hUQwz/JN+4jgHX5WfAmf+9FDspilDMKZPlFH1vUNM0CREXThTmzKfwTKIXyYYUkEkji2QeV1bjxoK7TpMAFc9GhUhzx4LrmEICm4wG8KcjSblylmF1lmB1luXzxtfIc2zcuXULd27toNloo9VoC5FoOp4gZrKimIHczTi8QBxcwjVjuUZkZmauQNe7mPgMf8RSO8C9BvdNcq3PUc7SYSyyKS/y8vrgosAlYRPOM3VTBG++l5wRlu9V2W9Pc4kIQnKPLu/tvG9R2KJgPBzx+h+Aql+FGNG6O+/+5vasxFOX2OQyDSl9xmFZ8ULiC0V03s/ovJhX6r5JcVP8FSOcJs8yCd0QAZ5kuOxd4/z8CicXlzg+P8fFdR+zJMaM+Hsiyg0dBlPx0qVsIiONjakv9gMPhlKjQQogPwPzNrA392z5ucv6HHkW8TMt39xNLuBNIvnt3lxBxd8IxZKQfVMj8NbtSua6Ml+9EVbnRIzX38BvGZb+c+Of5U5KYXJusJoD91/jrfl9lqahN4IvxV7S9MSExB5shjj4/BcSA4TkR6If9600E7BKrFWtijGEiXlSIea3Adl78WuoT3i6CU+ftwXn7HwHFJP34gixP0TsD/DuUgP3lxtYrthomyZshbP7QFZKYZTJXwrApPvxvsoQj64j0DQEqoa4UEUopuzLO5lZ8HNGAViGuaXpRy1nyYKFzhUYBQNppfDK6g3WyXFfxJCL42ioGuWqmyYaFFGJo2ZP72RWVjdNfQQoEPEPtUxoriPLoGqj6tAo/gp0kLNxXh45InZhMxynmyjm97uQc3SeAcXsQlE4ksVr2DRdmaunDKZFs7kAXNYbkLrFrYV0OIvZkSJwikkwxXjGstQCnmlLBzPNLVJxVniybKcGr9aAZjsIVGBGJK9lILU5xwtRqGMk0RTTni9dpFljGWljGacvznHwcB8GhljdyHDrVo4Ha46sb76a4Gc/H+C8F0IlpbKuwFnTYK9qyLQl5OoyCm0Thb6DqlXD97p9Wd70GTz/OY7Phnh0EONqkokgx+fG/rGOV8c6vLaF1jLrAZSS/BHEuDydSR3Khx/U8JPfbwul5+qqirNLBc/PDvH89Ai3t13sbHvIfR39Q5qZXNR2NlDb2cT39CP8nn4M/+oaL14NcNCf4UwpcJ4B50cmLo5MFNw3NxK8/56HP/tRG3/6vQaGD/sYfTfAwUQVAfhgnOKoN8NwFqPWMKWKqLtWoLNaoK1maNH02svw91/m+PsvC9x918W9+x5tCxgNZrCdBHfeJUVPgzFRZLHCgHuy0/MMe3sZXh1m6NzR0L6jYdF2sKh58AcZ9g5GuBxFqK1VUF/zoIwBdVJgNAlxNfUlBEPaZbPbwIvvRrJqbQfbD9rotgwYQx9M3LwcAnujApvbJu7fs7C8nMGjuVcL8PUvUlmk0Oo8Q9V1VJoWqjUVdeK3LRoONAQkBV+XKd0iMrC6toDV1QXU7CFq9gipnsJXgJOrHF99EeG772KhafJcu7xjYvOehWbbham6Qqd69myAZ8+GuH9fxY9+ZGC5oUEdKxhf5Pjkq5msBz+s4v0fVtEl+STWEI0yfPF8KKu5BbS2FKw1LWx5LtomnzyJ7De+fZ7g4fNEBOBO1Ua1qcGiEbxS4PoV0DsoMFQSjM0YSxsV/OD9RSw1PHz9y3N89YtzhLkqBrWNdR0P3jFRr2p4tFfIajYjNJshmvVcEsKcP+e2itQgmazUF8bnwPiU9xOlNIAoKqodE9WOIWHF0/1QaoMUVdMKDpfsjgqnrUpqMQ24YQCqNQW2VWJseSOvNG14TVtEP4qaJBbQPcXU8KiXYNhL5bDBpKcpFSelEMkHJvtXdI2iHFFukIcrN99ElLgW+754QEngtDTUV01Y1VJYi2a5cL8H/UjStdGMKUAepEvufqujo93V5OvJ9+YwM/I1hH7pKuYUslJn8XSO1oIhaSUOsXqXAXpXgWyAPKcioveoT9ddKFx8rmbTQrNpo9YpC6XtatlHS5x07zyUxd4sOudDXoRSqB5L8o97x1LQZAqYB6h5nxGdylnZ78TNMw9aZadrLsMkrmrDkUU3LncQ0lPDJKGS4eIwxvkBN5wchrH4gF3VPEiViUKK0poiIxrp99tad7HUNeVreejWHVv6BMZRhKvxBH12Pl1kuLhgzFyDylJ57rUCIGfqNk6Rx/y7ywTPfLRUooE9HZanISlSJJwCEUkbK8hjYn8V6ShgPN0weVAqRScmV/OkdFhatQxWlTGTshRFkCkFxfMMCp2rHCzxIEHBlpsFwyhdn3Qgsmd03nMkCB32UOs5KTCCKVroNrDQbWIYhRhEgWDV2G/FryFieGnJg25GspjiCCWVk2MyjOWBZLGf18pRremo13kg4PtVOgmvLhVZhRZDtTko4qCDHdR0/FqwdVvEOw6iiJQd+TlCJlcNYrBCOHTNGnz4GiLg8UE7Gc8wnYbIc/5cRH/JXleEfbrriVKjY56YTSaViU5nWokJeqKeiQ0IZpF87pgaXrvl4s57DdRbFi7PY1yeJfLZuTwkEr2A4ZRl4xzIE1+SqZEsOeBLT5SKjL1uMd/z0i9dpljnCGqix4kdb7Cf1kAinSjlQIfvN69P4naiOJEBIcVmnY49Q8HScgUf/N4adu528OLFKZ4/P5VO6yw3pOuI2+usICrblmGxYkRQ7ZkI0TE/ZvIZUpHHTJqX5GXiIDmIk2GjDvBlqTYdWZz5Fow4zVMC3PCEM4oe5WvMITJ/bg7n+VHkw1F6pTm4oOuKbkObmCTaZQwYxI8QV8HhJl8T+ffLr5FeKOnJ4RARkjCnGEyTgiS1M6Z4rfJQK6nzHOm0EKFXHIRK2Tec5DlsOgSbHhzXxCyOpZMjm6XIZqQEFPDqQL1jCJa4u1THwbORLPZSpymxEhST6UhO0FhQZfHeTRGe9/SIh9Mklo4g1/HgONyY6piOIpzsTzC6DoSc0GgRQ27Dtm0hHYxH3FjE0iHAhwhSHQqvaboh2S1cNdDeaGJ5u4MffnRH1tffPMHf/f1n8Kd93NnysLNFoUZBe5lJygK9KXA9JNYxxuVJjFdfcUXY+b02bn2/DcXJRLSY8Do+TWURmZ2EsfQfrd9ZkwPY/sMTnL68QLdjotMxoXgFMjcrnbURRRQF/UGMPjvpiU/u2HBdGzqfZzFwdTxC73iMDz9q4sMPm9jYIo2CgkqKzx8O8fl3Q7nnhwHTCxCRoMo+45qJRs3AyoKClQU+D4hAV9Hv5Tg6CHB2GCA4zxCcZbhzx8aDDz3cfd/CrXdNNBeB09MJzk4nsPSmrGZLQWuBSZoIDx9O8e13Pp5+V+Dpd8D2roWf/JmH2zsO1FBHFmh40Z/hRT/A6eEMFweB9DI22kSjmTi/DGSttk3sLtv44PYi/sH9Hdy/tQ670oRdbeLpySmenZzgl786xK9+cSzfy5//k1v4i3+yjWevzvH81RmePp3iyXdE9BW4/6GFW3dMTEclDvx4L8Lh00AO3O+808S9O1VsLgbYXJxBq7ACVcGYAvuwwCzRsLRYxfJiBXsv+rJ656w2IIpQwcqGhZV1C3U3R4P3PpolWD8QFLjsF+iPC5h8xrrAQteTBDv9J8d7Pi6PQrQajhi1Gl0PjUUP+0c+/upvTvD8xRDvvFPD/Xs16Y/ikIlGHvZ6jommBFch96IgKqSDkxs+IopzEuVZOaXyeZ5Kcs/rarAr7Lq1ZV8z7sUYXcWIWOcwjrHUcfHgQRfb23UUeoZCy/D1V9f45su+4PurVQ+tRQeL9zUsvqvi+jiSNR5EmE5jqLqG7kodzcVqmarVMhgKM9yOmHhePerj+PlQerjBoZgcBDUstnXcvWXh9q0KVjcXsbq1hF98doqff36CSZQIRt2q6LCrGpwqXa5TWeGYSOkyFcPfp3NSUpiKJUkv9niK01nl7+mY+T58f1amNBnN5yEzL2sWbngbC00F3aYq1x9xWOz94wGY3TGdmopuTcNix8LKAnGCBs4ugJOzDE9fDWQVVg6d9VspMLvKEQ8h6fH2ogN/kouwwH0er2EadJKYz+JchmkkzDRqGtpNEyuLFWyur2BzbQU/++UL/OyXeyiMDIvrFVTqZRc7EwqjAQ0uvPdHyIoIXk3B+paD5XUbGg+6Mjhn2iFF7zIWs+DVefL6ubu4Aiwsl4PPMFAQBTTplau76Mni3oV9UxTz4nSMMJmgz07afozxoYLxPvvVNVTauqSU+cwjaYIkBgrfjuVCRUX6TqfDa0xGPWxvd7G13ZXXfjguKQb961wwuZbrwnRdeJ0I1YUxVIfvW+l+lz06BQJux7l3Y+UGjWWJgoj1LXP6CpMvukFDgiG1GoaZSaenWthQC0s6QnfuUFgz8GpvioMXExh2DMNOhCai00lUVJCGbcRBBdPwCNPwEO1FC8urVaShjYtDXVaRlel7Ujq4v5HuNj67+Rx2iOVj+pSmB5JCeG4on61S58FhDYd0RKq7MbxGBLfuw64Rp0hcbynAra2s49bmTnndTqbo9cd4LgfYsQxnFTVEpcr3zEGTe/86EcPEN2sY9TUMrjIx/TFxWmmoqNI9nplQUwvxpIag30KRuoICd6o5jPoVjHpPOnz5uhtG+dzg/tJS2fXjYHDNDnsVXrWK3XfagtP95ssX+PrLF9i+42Jrl93CrGDg4Y0CcAOzYQNqVoGSV8qhrUocY1lnIKjT1EKe2SgUJlqnWFpPcPs94NY7NMmWn/VXzxTsPeaAhwlgBa6nYnStYNhX0V7w0Vr05bVUTBo7iGDUEMb8DBM5xfQWjQIK8shDESyiCLvSlSY4PtbvyBAwRabE0jncWJqiuewjSn0E4QyhbyCetpDMHBS5jyLzpb93c9uD7frIlb4Ii61mF81WF0+/LPDkqwJ9VskkAQojgNsK4NSDeS9qjpVVHZtbpgwRSSiY9A0cPndw+NyFrtVhuw35viejIVR1hp13Tdx+10S16aPS9MVUwOGdP1bx/BsNz77lxrAqgihNhKy+4UGW6SSaRcxGJgd8yx3BcgdIAxPTXlsWBSpJwHBfqvHewr0nRcsczW6KZjeBK9jvBnrnNCKcYOZPsHG7gs3bHrwaPxMU5l1UvJpcl/uP+zh8wSS/hSCxpDKB5xjQZCwGRhN54stiGE1hZ56To1JLUWsUgrUnSr+zGKGzEMIwxckN1ipe91T0ehpmMx2+b0hKkfsfVv3IvY/1E+wAd1IxAbmVsmeRxpYs4T04k3swnwl8rcYDEjty9M9VIKkCcXXeGVn2+4q4KYPkeS5TBLUysSveXkmhlj2OgtdkulBwx6UsWorCb0bhN2LxjeAn4uZvib2vFdWb/0NE2xu88m+M1d/6H78LvXyTt+aXz4U8OUPNxca3vuRtQfgtre/tv0y+G5F4b/qM5wPzt366MsUsfZbC15z/Xzffe/n3vh68z7Gtcv6Q8/Kb6qPXr9tbAnD52qml1iLC2zyBLX+s9GzNGyzpsi0pQGoeQytI2khQsRRULRLeJkgj1gwQj0pCGM0IhdDjFHEyBTITINKf+HtNustMOT9J3VaWQMsSVEwVyzUHSxyiaamsCoUjk8kvwNCIwS5A4MpFqOBwlOBoTFwf0Zd8xqqCjeUDQkQZCnjS10ljRIJIUp0l/ppzdtMg4YI1UKXEys8kQxEkYJRGg7InUUQt4pnl/Slf1zJhTuW2/GyWSGTWapTnvPI1vXm7ys/6b3wsf+szysQlF19xnqzks6FShLuxANwk7lRUPBf1SkUEVCKCKSQKOrrsJoPC+xX/rLzsoeVQsk2sOyf8xFPzF/7Mho7OUhedxS6WFjpYXuiIaHx5foLQn2B5eUnWjQCcEeVG7ClymWcx8exJEtgu8dBkDKo6LJNYX1M+t/zLYkVHSAIXfyEs8fkAACAASURBVEfGWDQ/54LkTnguDUsxwmYnpsx8StOCpG6ZsuU9gq+3yj24B5sGOwrWxCkKAjoQExoFHtIL+XNR4S/mKOgkLzCTeR3JZJb0TzNl45gMbZiwHQ+65YhxrhROKLvz81QSnyj6c25DQYtzS+43GEaYzaaIeIAIc2RhJpUf0+mk/NxwVJEzLUyUejk34nXZ6baxtLwIyzYRxqH8eRTIOENxG104jS5Mvp4aSTomGhTFajUhbRG1zRqmJAwkxcfrih3rGmiiCFn+IL/maSDmnzgOkOrLyPRleE4LVbch99Qk5fUYiwjKRToa915yH5PbGkVNJpc5h6E1gzhvVoPMZA8msxF2IBMnTUMH7+VyTfDeXX5OhcwmZIHyeuG9oODBTsZ/N8Lvm/uXpEXFDFTy1tMkKhdfIz6oMpIfy3S55XjSj8p/l8lcmgNvjB/9OV56OJpgOJ5IX2Ug1z7vSWVbWmlHgvwekeHEfpYJdJrxA1lM+socU/Yzb54Xkt6X+Wh5PctcUswzbwnANw6e17ni8hnx2vxx80B6+xHz9n+/ebS8JQD/xoPj/4f/Id9KmTv6jWfkm6fob1YiCNRx/tqVYZ2STEIjF5empbLYrctEMCkCBvvhWQmhKrDmXe5UflXOYqVmT4MLDW5Bql+JoFeJVTc5n+X8eoY0mWGlYmLZM7BccbDsuagxIRtFKGKm1ylMlyslQZRXjWogJMJZBSKREcqaFv59NFmbpJSwTpDPVU4s57UrfIiI6UFMCKX+wDQKr/c4pZzLvR5NnhpqpooaRWBdR5Wf/5z7whC+X4prXKFCo7kORWbFXGa5d6JxRvwQ5TUmxgNWbPCzT+KAYUExLcE/R6zHI6WQSGb+eUWGOE+FPGQZtqTmk5j7ePIQSt9CuSd7S8Sf36t4v2LCOCKzlmYyCuES8iv7wXl25AVFEiCrPHh/jtjbnabQXBe660KzNRFa+ZdxRhlnKiK3htCpYdpLMDlnTdY1DPMcnnuBe5se7m54ePp4hF//uoezXkBYENSqivqWgcaWgUxZQaasIilWEBdrcHQb7zZO8G7jFG5yAS+5QL8/weHFDKMpSSdVFIWHh/szfPcqQG2lisWdJqo1D3pmQY1VeeZdnh/j9l0ND75nw3Zb6PVW0Ot5uO6fo3d9hna7QLsNjK5zHL3kvtfC/QereOf9VSzGZ1hKTiUodDJMcD5JcRUmuAoyDIcGBkMiz0vq2+62hR+86+GjXRdXj6e4fOzjRa/A04GCqyhHyHSsXWBjTZVVraioVFR4rHkMgOl1gb//MsLPvoiwsGFgcd1Au5mjWUmw2FGwteFgZdFGeBEjZIUb90EALvvA0SlwclmgdbtAaydHS7PQyh2Z55/TkJAkqLJe1DEQ+hZC38RoFqEfjBErKbxORdb1UYTeUYyKY2JxsSLP44vjCa4vZ8hcA6mnY3tVxd1NBQudAo7DSo0c+09i7D9OMCOBldcVyS7VQqhEzUqKViXBVR/o9SGURT1hPQ3vGTWoah2mHsAyQnjdAt6qIlrjweMEh89S9C4yXF3kcBZU1DZozqceVkW75mLv2QAvn/axtALs7GpYqOvwChPhSMEnn8/w8eczLG6ZWNq2JKlfyW2h5B32xjjqjbG8pcpaa3nY9GqoKppUL4xHEzzeL/Bkf74/cUhiVdBaARoLBYYnCganQGzlSCs5OisG7t52BVd/8tDHycMZDnvA4VWBSlvFxo4mdWSlxUJD3YlRt2No3FfOSJ7QoDQM5J6O8ZAziqiszexRGjFgVh3YdVdICgyQ7O8N8eS7npA+FU5XiSNz2oDbBnKKIgFQ8Qq0OpD+K62iQa9q842RiVazjm67JaLc+aCPs6sB9r4JsPd1IM6/aoVuOoo9ubzBk4iLjjkgYnJNkGElRsG1VHiWhkYbaHaAwtMQEHdHLXEaIvYjZDwvhGUChD2gfPaL8Gkq0t+7tOZgMo7QvypRWFloiJvc8ADDY8oikQQghTHX489RYv6UQoc/hvRl+kMifLnBSFFrM+0LrK5VsbpeRWvJRa3rSBfndJRgeBXhu88GsuIpBwPkBtD5GUMzE7S6FppdorJTxHRhU3zVSjdNlhEtZCGcRAinEWyrQIPIS6fcyHCjK6jtGh0Qrji5KUIdHlzi6KCP8ZmN8SkTSjkUmzdVBRqRvUTzVTWYFQ2GQshNBE8pUNNUuNTfwkh6XLbvLOPWnRUkaoyraR+XwyleHCaybvDB+TQHVzErRLjjKtFQdOnmSJVUkMaCPavSoVrI7xehgsJXuAcVXDMfBiYxxo4pCDDpS5EOVR74FFSWMlnsS0szp+zYTWZIQ5YyFFBimg5MeE1TklaGa0lHRDGPlFvzw4EKJkFCuFaGZkXBUsfG3d013LuzhsP+CEeDMY5PRjh5NRYn4Hvvt/DeB22kyQRpOoVPx8SASacEEzpbpxPZqGd0TSd0+QOtqo11YjxbNZwcaTg+oqtigsIcwLBz2A5TARYM1ZXFIQnF8surGEdHAXqDCGEWIMxDNCoumhUPMz9F78qHPyXepvzPzQY6mFJcY+8eh/GK4KoZGODwiCIJl85ic8WFnuuYTCaSFKgtAfVlYPedBh58uATXs/DrX5zj17+4QDTUEQ0N6SurLqlw27zRGpL6Zd+NP/UF7yxIcPZLj4GEnc4K+w9NcbCKmEopNotFDPFqmiDW/WnpNmHeg4N1xShg6Ow/1MWUynsKsSumlmJt3cYf/HQZ732vhadPhnjyeIjDoxmOTkKEiYJK04VX91BzG6g6dcToI8zOBaESBBriSAdSQ5CB0Yy9ZWWCVzOYQshZewbNAlqLLlqLnswtiP/NQhoF6G7LMB6mGA15pGPnIIdmNCXQcKGK0Mgl21fZdNLxXaKmLc2ErbGLliaPUuguN0uF4MI4qOfnRhyqdDAIurbEmgsixWnAcYjDpNmDPbMxhmc+JlezeY8klXKxfqO7UsPt+0tCCmDn5MnxELOrFMFVivZSgZXbLLk3UKu1UKu18fDXF3j42aUI5F7Nkw0yBRo66it1oFID6nR9N+vipJzMRvADH0nkIo6YlknguRGiSYreQY5oAiytG1heZ9+DDq9CQkQm1IBBP5YuAQ7CldiGmjilv5CD846O5fcWsPreEt6/s4sHu7fx8NPH+OW/+zUif4D779Vx550K7HYCq51gkirohyrOLgIc7A9wsuej91zD9XMd9/5wAe/8ZAGJEuDqmkLhCNMTDf4pU+oRVD1CZ6WFtZ0N6Yjc++oYx8/O5YHb4POkoiL16GDUYGbsRSCWMcD1ZYBqzUar48Lx2G9niYg4eNXH4GCA//6fbsjSHB/n/XPsnVzhs0cFPnsEtGoGWjUTtkmaQIJmS8Ptu3VsbHlIMg69pphcuxhd1nB1VODl1wOcPBujZeWy/vwvGvgf/sc2lu/q6OshTv0Q330+w6PPA3z00ZYs12N6cISLywH+5q+4hpIYpTnkez+s4h//tw2sLBt49TDEq2cRDiINryIV1+c+hie8z8UyOLZsBePLQlxtH+za+IMPXHz0zi7e2/kRNlbvCtIzNzI8OjyW9atP9vHZJ4foX8/wz//FR/jn/+J7+Nf/5gv86//jSxFSRz4TpBY+/J6D3V0br57FePWUxpIQveMAS10bf/HfreJP/rQDHWNoxRinPW68faSGjuZSXdC1FcdD1fXw878+xi/+/QmgROguActrOtbWK1hfr2JwNcHwagLH1NBpOkL/eLY3w/FZjNUdGyu3LKyvLmBjeRHXpxn+7f98gE//rwv84U/X8Ac/XYPRABIrxZP9If7935/j2YsxNtccbK076PcDWRR/p2Me0HSpnWh1TQz6AYaDEBkxuCyhJW0hKpDRgCOElEQSymu7Gtw6MU8chqi4eBnjfC+CHhVwUuDBvS7+6//mDt79YBFHVwNZv/7iCp99cSUVD2vrTSxvVKB3ZtC7Mzz9dIZnvy73MByUsXd06x0T63ds1BbqqC3UEEU6/KmK3tkMLx6e4vDpFYxEhS698vw5FDTcAuudFPduVfAnf/oR/uQffoR/+b98iX/5v36Jk4uxOK0rDQvvfsR78AqevTjD8xfnGPVC6ZnlJMStlRjuRruCesuTQak/S6CZGlrdCtyqjYP9Pg72r4XwIfsX3lSIgqWVUxz6GToLrDpQkGoKZim7twsMrlMM+ym+/6CCHzyo4v6Ojd0tC3mS4ONPrvH5V0NcjDWcj1UUrGiocT9RYHyQIbgssLBew8JaFZNRgt5lBMvUsLLmwXN1HO2NZbU7BjodAwtd9qc5WOCmv1VDp13DJ79+hU8+O8B4NoNm5NJdyRRqo1nFOfHsZ+wMp1s7QL2h4/Yu6zeqkmz1p+x1YYe0jsEwFczP+VkCQ2M1hY7F5UwWkbxxYGA2VnHdoxgbYfd+B7v3u3CqTOawEybA2L/CyO9jyM72MTA9AKZ7gBIyeerCrdgYj8rn1SbrKD6syDP16iTF9WmE6cUI08sR/vyf3cdf/E/vIk4L7O+N8PRJD4+fnOHxk3NB5De7LVQXcnjdGRQzwoTmnRnRhPNVsKuwrP1glx5Nf1JHMeReoxT1WeHguiYqVQ21ZopaK5O+P9PkfbSCpeWa1LP8+udjfPbzMda2VazdUiUdCJXDNBvRdBGR38A4OsQ4PMDCioG1zYr0ql6fNNE7akh3MxcRZ5Ib4oSJpkldE6dxq9tElAZCnglC9jSmkgqSNBy71+ZDRsuJ4VVDVBoz1FpjVBrTUpyKUiwtrGFt5RacqoVE9eEnEzz6aojvvhwgmIRIowhVDo1W6iJSm3UfVn2G8YDpWB2D80zMGiSyuF0dXteAzkoaDjkHLQSXK8iDOkyP9RoZrO41zG4PYTET0ZI0kqqro+6acODBgYurcwNnxxqqrQruf7+FxpKGL796LmtlzZXPuFrQmMI6gwLBwEEwdKGkbShZuxR+VLpUuJ/kaJPCvossdqBbIUx3iqXNAFv3IqzvxhhcWRhcWjh6oePguS4JiNYCTWsFBr0cg16BzrKPzsoMlpeICMjh93SswR9rKFQ6+ZmwohBOzKkLLV2Gmi6WOEkR7nVG/8TUmeQhciVAcyVCYzlCqg4R5X2EgYlotIB4WkUa+cjiGda2Yqxv0UxGI0xpWmk2l9BqLWPva8giwivk81abQnN9MTaQvsJrenlFxfqmCpP1CyMH456L84NyqWoFllVFHAYY9c9gmBP84I+b+OEft5AW18hwLeIvMg/ToY1HX2h4/IUOw7BhMrkmAmSJfY0inl9SWJ1YlmkNYBh95LMKwv4Gwv4aLfOAMpkbExVE81Qs943bd3Rs3zWQxyaK2MTFq0scfLePyJ/izvtLuPsBz2tN7NxtYTKb4uDwAnuP+nj0qwAvHyZorq2gubYsQ0ia+cKQRikaoIE87CMP+uUZzHOlymFzx8LaloHFRQ1LSxpcO4Jr00jBYX6CwSDBk6cRnjyNcXWdCu7ObeZY2srRWeZesyYpyQIDFOjDslM4DpOFFoKJh9nIk4ofntNt24Hnuhj2dLz4Drg8oflHk8oN0yy7FTknpwBHpBwNl0RrliJgadTgf+fTUNJkHPQTMWuaUi1EI5b0Cr5OP91MzOcj6Nfdt29+/3eTUb+F3Hx7lv16sv0fEn5LAaAUYW/+KRNc5Yz+Jm36Wld+6/u8KYt5I3bcnCFu/qQ3qOrfneyLQDwXaksh+DeF6xsxstQc3ojSNxrDb3xvr7/PEk9a/vPW9/5asKCgURpLRHTm84JVUXNjeNm8WWJsacYVsWheV5NnodTWZCIyhWh6PKdzHkACGbu3SRmqwjC9193HKlN5SYSqqWGzXcNqw4WDAHYRwFFS2KzrkaQYECYFLqIUF1GGg3GIw3FI+UtSUCQr1JhQdR1kEdGBsfS7jqcMLkSY8vkRpmIEll7F17jwG1MCXp/JBdnOQzjHT4KCpshVnvNv/rlJS/H/E8P7HBFdGhzmKtNbH5c3BoKb1/zNZ62s1imrJKTiqoxfl9VTUopAHCmfkTT+USgrc4mSRCOdgGIY8b06Td66/CoPeIY02B9rm5gFEaaTUJ6LfGs5g9raWJV1//4dPHhwV/Y6171zROEUi826dPVOxkMRgWmgmU1GCPyJCHJ8Q9hTW2NfJSvk5pVdRILSaOzYHmzbwyQt0OezmPsKinh8LdNIxOY4ZHp3CtvQ0KxXUK944KyHwnwYsY4ukjQpDWB8Seutlix5/1izNIulnsn3A4ynMwmpcHhB5KfOXlfbErEkmPmCia56HiouTVikcbH6hCYzVzotmZ5hajhVdWQayRdlIIaBzDKNyD7yRAIIYUjyyQQxceOcN0xJFRzguj8Q6pZUqBWsjMqFYjKaTDGaTLBxaxu779xFo92SpDYF2ErVQ6VaQaXSRKXahOu40ovOPZAkYuMIKVPSUQiFwi1Fn5QuoABKFqFqm7JSUtH8KabjI/SuPsFw+BRW+0cw2z9CvbKCRqVbEhkjfo8zOiBKsUl1YGiOzEckEJBnSKMBsnhQprEyTT473BPzflP1KqhW+Fy1ZQkeOk5FIL8BrouWrEAMbnyO0HQ5HA1lPsGvYUqZZj55BtyYegRLr8n8MZhNEYrA7iOZ+WLqp+GApgfSeRrNjlQTsuKKKePD42McHh3j1eEhXh0cYsYEb0pDoglPqkBI5Skx4oLvTmnCHOGyN5CqgxvDx81+8rex/f8xtP9/7vTt7z4R/kv+HQ7GbEB3YGkBLD2EpxWokApCZDwUkHlAVH2F9zAaWQxx/ggFgHsxO4EsU8tFc2AQin3C/HcYJuEzyy4SWcuug61GDR12TacpbAr67PXmYhIWFKF0TGFgJqj4HBHFTYPCMhHzJRafSxH8YmkEiTlXJK5/3r0roSUKtylnCKzY4T55JhZzz1bgsWvWZMJRRUXljJ7/Xi5moxnTp9MZLikAS0+5KVWDJVmhTNgzaHMTFJEOcqkTgFRSUtzTaRhhb3XG+p9ErkcObznLpAYT8Ugm1ZTcS5XpXl6P3FfcdLnTcFem8EsjxE2gXZ5xvA/yWo1i5BxKk0OtcgYaIKEpM0ugMgnP1PAsQhpEUoPkVeqwqnUYtQZ0rwLNcQVvPdU0TPiaZXXoSRPB+BKD/reYjh9i51YNO9tVvNzr49uvL3B2PQOBZYWnYnHXwtKuhbRYQ4o1BMki/KQt58bb3h52Ky/hKgE8lfUnPgZD3kM06NkykqiFT59f4tNnF2jeamP9wTKWOotoKC1Ucw9XF9/IWtgKsHk/h2J2cd27g1F/Afm0h8K/FjKRZkxxdBriyTPqRyr+0Y+W8I9/tIx0eIF0dIFxmnOnjH4EoSsOhnF5/0xZlaBK5/36goY7Gxq2lzQcP0tx/DTB4+MU37FaUlFQ6ZZksffvFfjgHqClOvRMhxYaEgIZ9gr87MupLM69zCawewv46B5wZ5NUljrabgVX+1Nc7U8Q0xQAYOCruOhruJqoaGzHqG9HqBUGahFnFIBvp0j1HNUAqIVAf1ZFP6hhxL1bMkKkRjDaNsyOjXSkIBurcDIDNc3AeJjhi6djPDvysXbbxdptB7cWM+x0UzH/c//B++/1ZYTriwiDqYbBzAR3mYYTwWGlVrNAp1Xg1asUB69KOt1iHTBVDecXFi4uaG4ujYlLdxTs/ICzCWB8kGOwn+HF4xgvHkUIPSBrAau3XNy/28DudhUHT/s4eHoN28nla0h87FZc5LGBjz+Z4eNPZ1A8QPUA13BQ1aowFD77JgjzKTa3dGxt69ho1bFWacFKFVydXeD89Bp7RxpeHKkICnZ452gvAxs7DBMoGF9xJgtoVRVWS0NzMcfyUoKGkyM60hAf6fj1kxSfPc0QOwVq60BrVcGdHQt3b1uoIEEVCabnwOWeCj/QoS/aQMvE8HqKQW+K4biQeZJZddFaq6O71kQbDbSLBr795hQff/oKF5djKKptFcTwGrUMZj1DTgHPV9DtqljfUrG4ZqCz4aGzWRFEMZNfaUREsCVYlFk+wywNMOmlmFzzJkGkGQVW7ol4MOREiX0zGsKQnbN073FwrogIKBhUOnbmXtaUbhTezFRuWgvB8oQc8LBMmv2bTKmSfz93VxJHRzFmRtQP8bRiTClTlOzzZAKZJdhEU/PPonObSQaK13SPSSpP8MaF3OT4fRDZyq5Si50gFh2hGmw21bNre5LBH6e4OJvh/JRuO1MwdQI5lgQib3Q6HLd0N5ddPGUHj7jM5i4cCuO6fF9vEHYcInKVDFtFyqMbDVuc49wsjieBJJuZghYPqPCOgVwvUJhMARNhQvGbonkAI8vhKRphbOIS5IB1caWOhdU6Ui3FOPKln6c/yaUD0dJsmJqNYJBgcD5DOErK17ooccN08/MwkokjvIDuKoIH1UxVUsgJ+4/H3Cje4KOIqNWgW8RrlD2osnMmytlS5EPNlRUcBNiSumYKNpqlKEL2rarle+ER8VM6a+kaLKEp3Ksa0hnC+Ao7VXTksHWgauuCP11YqGMwDTGchBjys9tnYhNYXnVlZdkMeUYsGhGHSilSJyHSIoJbYa81D3F0KQFapkt/ppEbGI81jMbs9Q1gVtkdxlQYN8o68shEHlEkMeHVTYymMc4uphhNQxQGlfQUtmLDUm3MxikGPWKsMzlkSqqZyCOmT5kMFdRRIRhepg3F9cqDoLgr2f/Aa8GEQoeZoI4ibNx2sLnjSPdvpWaJeP34mwGefDOErlHo4sGmgGLF0Clc26ogHbnxLlE5pUEjCQrMhiwlZyeuDcO0YTsqHId7ngRTduzE7E5jwpVDiDIFJkMBGRBwsENnbAwJn2dAo2bJQH7rVhMffn8FWzst/PJnL/GLn+1jNIkQMDWg6XJAkK4+x5LemyAZYhr1EERBybdnv3esSpcg0+6akqJaNVFvlul+dmgGaSjoaMszBcfn91NEPjFcZXorYEfUTPzHkuq/QRVxY1X2LJRYF/m0SbVLOewwKBjLPY4/NxEvvG8QC1V2/Er/j5zRiQHj4n2HfdmkH5iIIiajuTc1YJkUS4BwFIsQHBDLGQRyqJRDYMNBZ6kKt2rK600xV2UqPgGabTq1DdTbBuKUHSYaDp8zPTIuE3GeLRtFuXdGGQwrlf5Sr2qhwk4Cm6nWCIpGd7uKgJsiftaMAuEkw/VJIu9/lb3nVXZgWmgtWHLtEXs9nSS4PItxdRZDTUyoiQUlp/ARodoysfH+EjbeW8SttVVsr6/i8Wcv8OnffiU4nt17DnbuWqivGaiv6RgnCvoz4PIiwMn+CGcvZ7h6rsq686M2dn/clutmMplhSAzhXoLey3R+jQL1bg3NpY50Yx8+usD5/jU6i5r0GWZugdgq5JaqsT4gURFMY8ymiYjktWZVjEDRKEcWJHDNSNYf/dE6/viP1tAbTfDt0xM82R9glrYQpC1k0QhZPILrRqi3MrS7JlbWGuh0Kxhcj9C/HmN4rmN4bmN0XqB3FMC/inBvx8S92wZ+/OMW/vAnHeR2hq9e9fDibChucfaE3bmzhDt3iPzKEEQ+zk7G+Lv/c4y/+3dj7O42cXu3ibVtDUubTGOmODpIcXKc4nQGnPgFhpchxucBijSH1yCiX8foOMboJMYf/YMG/uLPOnj//jaWF99Fo7Yq6cMwGePjh4f45NtDHB5eY9AbSyfyT/+rd2T95V9+i//tL7/FLM7RWqqjzj7qegrTTnH0LMLRs1iSH526io11F7/3ww7eebeGybCH8aCH016Ik16MmB2wTTopLRSJCcQmri9Gsmy3kM90u2ugTRxP20YS8PCQzukCHL7xgGYhU0xYHvvK6bI3kUxtzIYpescD+MMA3/v+Fj76/hZOr3w82+9j73iA/fMRrseBpLQbVQO+nwqKNSR1I4WgYth+w70Knd68d7HPnun2PCZekwJweU+miWh108TmHUtQyUFEo4WC81cBLvZD2AWNV8DORg0/+GgZ6+t1nPbGOLsa46Q3xcnVFF7DxcJyA42FCmItRKxFePmdL4vIUt4Dak0da7dtrG7baC54sjKKzYEqtIrhRSypY7pw9ZzUBg5gC8EeNysRllo63rmziXu7m/jyux6+fNTDy5MezgdD+GmArd0mtm63MByOMRqOcXUe4uI4kWQtH6s0D9SbLuotVxzxExptVKDWtCTpOZ2UiXzu9TisRKZJxQOpEfLehQmaHUWMfZrHDhQO09ijSpRuiu0FG7cWbLx7p4IP362hVlNwdDrEq5MxHu0nePwyxYwCgVG+/mk/Qz5iB4olwh03/TTasJO2VidCnz2yIc4PA9RqpiT8FxdNLCwZWF520O3W0e3U8fGnJ/j4k1MM+b3rpYmJ+4FO18F0SjMUO15nGA59MQ1u71SwuuGUSYAggOOqqFZ1TGcFjg5TXFyWex7O3zZYNbLF5zhEyJ8O2RvDjmJgYcVGd6Wku9gVF9AzTINrTIMBhiNgNC4wOcowOciRR+wTtcT4ljLNFCtYWDGxumnLM4M0j2hUYGOxgo0FD6t3aljdrUqS+9mTPp4/7UtdBVdrsYXWYhN2I4ZeHSDXfPizDEFwc6jn4FRHkehCDiBSkCjzaMa9Nz8HGhxPQ6Vqo1JxYTs6smKMtJigoLiX6+jy+9iqy9Djq48n+PKTsST5+f06VZqziEJUMThvYHztQbVHUG12gQOLqxrSyEPvuI6rQ+KgSWThPIEVNPTSc7hNdH4By7Fk3QwcEunj41CVWw4KwOziLTGiFJ5rLSZ0Q9iVPmxvNAcbKmi3WljsdGHaniTFiIQcXIdi/jg/6eP8iMVQGdodRwyd9aUM9aUcV+eZrPFVDr+XSerSbulwmhpstYDNBNOoDv+yg2jqSWqSyVlveSIr0wOkSiQCsGuxM4t7SgtmbuHyWMHJPtBo1/HB76+gs27jm29f4JuHL9BZsNFZsAQ1Ek5ixD73DRVEoyq0vA296Mg5I0PI1rC5I59mPhtpTGoTY3v8rwAAIABJREFUX4MZFjdm2LgbYnUnwvWZgd65jrMDG6f7lgjA1WYC0yoNkeMhqSFTWRRiDYdHc6aGFYwHjHCw75t7bwoxBYrEhZIsQkm6gpUTcSo3oGSGnPmSLEauRGgslSvVBohxLQOZ2bCDcOwiDSZIwgnWNnOsbmWo1DPp4uZZrFbvol7vYu9rBS+/UTH1Y2TsJTZmUJwJFJv4aBJbMqyu6YIbs02abU1M+zZO9sufM00coLDF2VrkE1TrEd7/oYMHP3SQZNeySHWKZi5G1xaefW3KclxnTgthso1nA4oNJQ7UWwrgLc2gGxNo6hip7yHsLyPqL4u5CWqMoizVluELrz2SYXbfNXDnPQNXp4GYevxBJPQIQ1OwdaeJrbtNtBdYm2JiMo5xcjzF0csZXj0KcLIXQ3crMJyyooY9y2W1KDsQNVRdBVWXA3cTXs1Etc7XUEelRvJPCNOKoGpEtE9E/B3z/jNWcH1t4rpvSW9dlMVwahlqnQxuTS3FEZ0EnBKdLee5XMFsrGPcNzDulWQmpjjrdRvNlgN/pOHl4xxXpxCajeMw0VeancsEbymiScpXepJJfZp3F8tm+qYgdd7pyzy5JJ7LM+mbf+aJyN8QYEtj7WvN7XeSwP8JAfj1F/2uAPxm+P9bMa2bDsf53yqi3e/0CZep5hvs8n9IMPiP9TnKTzgf0r5JAb/VVzyPmL4WgV8jht8WCW7E3pvXay4+/oYAfCME3/zKIRtHhiQL8Px5c+a7gcXO82xi/CIGnBgxDmNC+bWg+SMrPzPsJfUsnpd45iFCnfuNm/Mvr8kEWhpDSyPULR3b3SbWmzXYrGTI2OmYyeLwhonMaZLjaBLgcBzgLExxFqRIVQo7NhzbxUKthoV6VbpsKRwxQRqkGfw0wzRlRQb33qlQ6Ti/4rXDWQWFYtY93Ajdb7qSKcyWKfQyzfhWh++8ZvjN57jss+YS2lvKfSwND6wy4kPrjegu7zkJWHO1uEzJzbHRrxNm5V/ABFhpuMtRcE7ANOz8rRJTRHlZghMt/m/5s2jgZtrS4PylTJSV/dxzioZ01ypo1JkwrWBhoYulpQVUK44QKzzPwPrSAtaWF0SEI2KZJhomdhPprg0kicrvi+lfmsMo6pECILMjzlLmZg/NqUD3ajBtB45lSHWUSV2HvhumVMOZDMYbVU9qtUpiDys5SMSied7HaDCQGgOzVpdFQZy7BXYu06hJAXgwHmM89UXUFGHTMkUA5utDIZV9sqZuyD2t4VpoebYo9dNZAD+MQc94mCqwvBqsSg2aaZUCDPtmxRhO2iEr6TREoY+piOFTCVzw+2UnMNPm/Bzx8yT1S9xuZQUmvo+JP0NncRGr6+siANsUokmz4ffJOjG3DtetwXE82OzrJSKb1BMKPSFTvaHM9cr6GKLBmVeeL6mASEQoTcMewskjRP4rQF8EtEUoeguK3oRmOjAsJqxVMQxQpFY0BwpRmWIIpDmA13RILOBrDPZNPzlnJ47tCCHsBiHP60dEb6EIlJ/ZMrhBExDJVJ5cOzRU8r1lAtu0bZlxCVJdniFlAlgS/HxPGM6YjOVnou9eEt+CES6pL6w5GI3GGIyGGAxHUlfQ6/dfo34lgy3VAGUNCK+Ym68riQA0RYay+H7dCMA3v/4/CcCvsf5v4yj+S9Zm/z/53vmeGIJHMbUMlp7B5BxKzC/zcTHTv6zEMw0xstAAS7ILF00ickHx3KsWIh7zLMrELpckhSkmpzH0LEbL0rHk2WhSUFaAatlsIMZK3t/52YsKdv9amMFASGOHOGPK1LGlG4I8dogMl68jfKtATIMERVF2w7+mlWjQqEOQGMje6jQAkIgATMN0zVBkWQVTjUz3lPetMEoxIo2KxkrdQEKcM/WQeS1AuU8ijaA0k/B6Lff+fHyUZyBp7b7pvJe+erw2OSjEZRu2YOVprOBzJ03YtU749ZxcPu/u5vVH8yb3c3xdSbS4MS3dEFq4/+d9NMtKTDvNpzSC5ewGn58l05g1hhY0ovj5TOCyHRiOC91xURg6cs7AlTp0NBFFU0xmh/DjIzn30IR7eDTE02fXuLyeYEactpFiYcPGwrqNKKwhDGvIjQ4Ud1HqADadQ2y5h9DzUBZns1HC54ONPGwjGFfw8aNTfPzoBLV1F6v3G1hoN9DS6qgrLvzgGNPZETqrCVa2SCtY/r/Ze7Mny67zym+debrzzXmuqqwqzJMoUqQkSi13y+6OdoT92v737Id+6O6w9GC53eEwJYpUkxRAAiCGmrNyvPN05rFjfecmqgBajpDCjwJiB0igsirz3nPP2ftba/0WRtN3sZjtoPLPUa0uUGKGUpnhapzg2SUDRgb+/Pf38K9+fx/hZIhwMsAyTTGrgHlcYTbLsVgVqChU2LqkwRuuiv2ujuNNE7stHZ9+HOGzT0KcT1Vcr3TEpIB2c2xsF/jeGxq+95AVmwbylHoDUMU8rxX45MsYn3wRY/e4gd2jJjrNDE3TR69VYHfPxWbfQnCdILhJsfALqcmIWdfJqkfNRGunQHOngL6qoE9LqZ1SttgFqyAdJchGKYZzW9YyzxAoMXIjh9WzYHIx8FcosEoDVmVhPi3xm0dLPLnwZV62f2LgqAccd0u4fNYQTZ6p8P0cKz9HBB2RYkh4q+HmaNIo2CzRa5T4+nGFR48A1yxxuF2i7WpIoiaSsFmbhmhQ6OQwtlNYjQpupUONNTz6PMKjz2JEZom8VQkxc3fTkaAKQx1VSmMdjcwxmo6K7bYHrTTwm88ifPpZhNIqZdmGDY81iJoh5E8uSX9vVNhwbfStBizuRedT+IslxksD46WOhCl3g0FGYGurQr8HrG7qpTVUGH0FjV6BXjeV4EYzbqARN/H1ZYxHVxTZC2RCgQXuHNGcp0PMkUWOYAbMhgpWJFIaOmKNs6tEVsXyDpWBSUN0QS67sGEXDl6cLfDo8RTzOas43GbFQ6nqplDdDIWvolgpODgy8NZ7Bu6+6eD+Bxu4/+EGHn8xlXX5IsTgks77DBrxZo1S+oKZ5i1ZMl7qcjCOVjmSVQFPd9AwiA/lNxeiUDJJ56oUk3iYU4DVBFhOgDSsuy25yWpvW2hvWVj5TCyk8sD3bAM2cSN0zJQKAqYFVjESbjh4IxRuDt1BGqqYnagUiOpOFt4Pa4wORWNVluWx3xOS5rNcisPkdNXYwxVRQstChAElYUK2kJ8rjuvEa6ESE0w0KhOfRKpGglUVvYiHNMEP8QFVpyjkhmmUgFFKpLu9QQG6EjGKohs7K3iBUawKJ3RWq+j2TbhNtRZAjUo6uDg4FNwc08QF3Tx10pgdJ+xECVcxgnkgP7vDCLikO+qDGfuPvY4uCeK4yiSxSVcQB87tZhftRkeS1C+fTDCfxDDYmcoHoSCubwXIdc8NRWCbDHJD0IDRMkMwzcRNyp+TGF7q2dwk16eT+mDCg5PlKtg50rF9ZLA1lLI7fL/AbJYiWvHMaAIUlqTbmQ9ZPkATKaMXDEtJtxfxQGa9IU4z6asjx5Nio0Ex3NZQxKWkkXmzZCqcKUHij/ne81DKA6qgeOThWUE1S/mZdvZ1MT+UpYI0VeBPSiwGhSyiQEpFh9vL0exn0HlzyYkCVwQfEC0U7B63sHPURpzHGE4XCNNIkrdWQ0EVGbJCPgwmiQjMTCGaDvEKFMCjGr3FzYv0hhGtLCB2+fu2U5vfGxNfFOc1jQ/oCu+938N777FHscJwFGI8inHxPJLV2m6hvdUSlDLdlAVFUoM9ujTIWoJop3hI0yb7ANmBScyv67nwPFcwh62uiqxIBJm4XIV1B3HFdKkpy4QNLbdRxSoWywWWi2V9DWjA/mEH9x9u4/7DXdx/eICNrS7+8j9+jL/4j3+PSs3R7GjrIVsbjtOUZDXXKlxi4c8RROz5XaOwBa8JNBtEflfY2+9gf38D3X4D4/kCk8WcZmBBjq5YhH6TI2Qn8zqdK2KtYObqUzOvyfpgzM4+pu85ZOYBhv3HxHxx2MS5swKNqNX1BpWpdhpbKLLeOrxpeiDindc9Z1wUf5vNJizbxuBmIYuD9G6vLUinKqvFJYqH88lCcPHi4DM0sJ9dYz8VEaxWjpano9XQ0W65cjBnKvl6SHFphdmIFAQOf3kgM+XgncUaMorlxECVsdzn2D/rNZn2UdHosDcgw2pFRDYFfEPEpemA/ZwUdxneUrB94mDnhNcofy92uBe4vohwcxFDFQQ0k5IllTS0ujZOP9jFnbe3sdnvYqvfw9e/fo5P/vZLJOEMd+6pODnVsPWgia37TcG1TX1gdBNheLbE4HmI4SMFw8cq7n6vLYsd5tKhPM1w8cVKFgXp/qYFt+PAbHpI4hJXj2eYXi6wtWvKyu0CsUFEfYmKaNjstrSGQlITTqsrqcfpsxVKP8LpOzruv6PhvTcP8N6b+/ji8Rz/90/P8dlXS5zcvY87d09xc/kENxdP0WgHsjHc2rXR6fWkTuDlsxlePp1iclFhdqkinAIZBbUC+PGftvDjP2nizTf6uH+6ifNBiP/9vzzHZ4+GOD3VcHqqr6/jjtzf+Fy7OIvw07/y8Td/5ePf/I9H+Df/9ki6LYfLEQazFW5mwM20wnhZYLTMsRxn8Ie816vwuhwmWFg8D7F4EeLf/g/b+F/+3SHefucIlnMMRWtjuRxgubjB//W3L/Bf/vaFoLV6bU06oU/fvSPrL/7DV/jL//Alml0LH/1oF/1dG4PxDDfDOa4eJbh8HOP9dzz80Y9auP/Awx6pGRsWzl5cy7oe5bieVqSiQWPdk6JgNWLfOo1mBTaJweyb8plrti3px+Gzz1QNmKopnbrnLxfICwWHd7axfdCXTrel7+PpbyN8/UkkA7yTkxJ37+h4+MaprL/7+RD/x1+9wMubKZRWCpWxXA7ciHvK68QsT3A0iBFrPRkC0yGfDUxIiK1WUPMkItRkhHXPdQUcnTi4d78hz75VUGGxLHFzRvx2gIZRoe8q2OtbONltotswMJgEGI5DVExLOQWaGw10tjqwmx5mywzzZYbz5ytZTNvKJrijY+/Ixe6Rg/4Wu4bZc8TDJPcUJrSqAbVyBXvFgxlxVEwCaBSY1Ai2nqPjNNG16Rd0kFc2vnx5jd88eY7nN9d1X+62C1PPYWk0EiT4+osIgxsOk+qUUbtro92zBZe3DCgusfdXgdOgGEAhoQ5+UDi8NeWQRBcuM4SLDK0e0OorcHsqrI4u/bSzcSECcLPS0IKGdx928KMfbODkjoVc8+FnAX76ixV++gsfk5UCn7j/DDCSAnrKhICCjGIVUab9WqjmPY+CwOiqwPi6kGEUzUPbu0wHK9gnFklMYR38/OdD/PxnI8wWEUqhWCg4ODaws29AUVwocHF1GeDli4UMvI/u2tjdN6TrjIvPwW5PR5ppuLlRMBq96kU/feDi/n0XZVaIuWs5JVraQpbagkw13QLtfhP97Z6Y28J0hjDmc5K/R4nldYblZSbXnObq0Fwe0tnna6DV5H1flT319YsYem7iX/93D/Cv/+UDjII5Rv4MX34xxBe/GePpozlUyxQM2MZuF/2dHjTPR24O2AyEKCbKl8O1OktUJGZtpoj4fI1FROUzkqQK9thv7djo9j202+06gTweYDQeSnd0FCnY3mvg/sOO9IiyK/zzv19hZ7+BnYMGPJpFXDqvC1w8sTE6N9HbAbo7lWDuu1sp0sjE8LyB4cuW4KDzyJa2LQ66Oc7AWtiUbqqClRg6LIe9iBSjCZC8FYqUmuKyXMIhQmrLQKOTQDWH0MypJAgpCraaFrptYr1byIoO8rIjyVd+zaMvLvDZx8/hL300Wjo6fQO7d4iCMgXnf/4iRDCvUPj1vcSim7lJkpEKjyaHpYfVsIVgwcRSJvUonYME7cMEuptAsRLoJKSodIBr8vxkh+7geYnLxzl6Gz383p/cxe6dFn771VN88dVTEe5abXZD50IPSgIgW3aQrTowsAFD2ahF1pJ7slT2g9wnZnxPYxO2l8BrR9g+inBwP8LuSYTBpYbhpYrRpYfxpSd7WNuLoBmkzxgIViYavSWa/SXcVgqnSXGV+xSaODgpqsVWEReYBCwdKOkmkPbq+h3ukygAl2Y92C0yOfu1t1JZpT5FqoykUsGfdhAuLGThEmm4wN4RsH/MGg/ujXlGM+AxDdXo4dmnGp5/qiFm5YiTQXEiwCKNZ7VGX+c4PDZx954N17aQBIa8FxdPDZw/NRD6OpJYlwqhdqfC5k6FB+8C999lOneCJJsKYns5dSQh/fRzG88+p+nJQatNMYTGQ8jrxSo0fo5aB0u0D5ZQNRpiImQrF/FsE/F0U848fI1IhCrVTHC4NAzaHvDWBybe+tDEV59d4+tPr6U3udveQK/Xkvs+7/8kWOk6zdcVhpdM0hYYXMUYXSdyLmMK3XJz2K0CXpM93SraHRMHhz0cHPbR6Zpotzk4rTvuiLoP4xmCaIakGMuazzNMiX0OLKjqBjRtA1aDJsoIpptBd4gMrBOX/D2In+eKfRPRysBspGJ8U2Jyw573XNbmtoWdXQdxoOLscY7xNfGq1loooFGyTiryGuIZgaZrmx2ksliRUw97RWij8Zgdd7wHxzHClYZwaSDPXmGkb9Or307gUqB8TQBeH0NfzbZf61z8Bwfe669/rYPx26Lza5HObwTg23+3fvO/KwL//yQAyznxO+jq14UISQB/93sS0fHVqsXm7yaAX/v+5dfeCsAUgmoDspjQ18bYGhVbu+kV6eXhMJnJyIzw19qkTcROlYnIZ2ich1DI4oGdBiGGAvisXCFPl9DyGEaRoOuYuLe9iaNeF3aews4y6Hkhi37yuFRkWP50ssSTyRLjvMKY8CWKj6aLttfEca+Ho34P8XIhi2mtXNcQawpWAHxW7oQx8iAWUwKFyzTNMZnMMZ+y+7f+rN/ymykgSbqLQQWeK9bVQvXnnNcze1IBh3sQxxLjL1PrHFQSR8z0KrtTBU28FoBvEbJSj0ZRmT/cre+hrr+tg9drHDrnRETu0mSXR3ydOReogxF1Upg0iPqQKslgYoVVmslp+KaBuQ5qyK+TrkpWkdVJOA4AKGozdc/aCxL/Dg83cXS0jbsnB7I42C85iCScmqZ8DoSXSwSrhfS1chH73Gi0JAXMXsvlMsB0MgORvBtbu9g7PJZO9yZnC54j6MgGxVnikTkv0dR1p7CC6WSM2WSCnYMDWRyyDi4uMRlPULgNWZZO5L8l5jvOoCgOj2dzzFdLaJYF1aaoasGw69QbhQ15baT/tsROp4HDjZYI2Wfnl7gejsWUHiVE9e+gu7ENh6I1U67s7JRkqgbP5fduiyC+nM/gBwtEDBawG96o62FWSx/T2UIEHoo0nJtQaKQo7DVbaHdZ+9NDr99Hs9Vac+BZwdeAZdMMz15NRww460y/mMXZqUyTPWueuE8SMZr1W+w/jkKZfTLoolU+9OwCanqNdMXnU4hl7mJRNKF7ffQ2t+E123VHM/d+qotcc1BSxE1jEZFvu9pp5GBam2lxXtcMYvAa5x71NiUvVTAyV1uLrhJWqU09nIPwZ+E1y3u5IKQ577CttZZXh0UoPNNsy5RhkaaYT6fSHcyfp9FgZRX7w9kgW+H84gIXF+e4vr7B9c2NJID9IEQUJ+skdVOqemg44PfF153p5flyKVhoITslnA+tmQkyJqhntv8YAfif07//FNW4vl8ZTNhqRDvzPkfCB69dYmIraKR+WHV1Hiv0mpYh5iASIqKqlNVUKnR5uXE+xXMCS0hsG4ZtoeI1nCUiEHdNTdDLHVND19RhKgSh1uQjklCSQkUAW0TgqMxkCQlQV2HrBlzDhKtbQi2Q1k/uS7j35u5T9nk1mlr6rGHKKousFoCVTNK/FICbOtBgCC5LUUUxiiiVEBKx9IlKDLWGbC0Ai5GHDyLeq5jAVSkA12n5nOIzTZgUiCVIRJR8KkYnoRa6rvx6nySAIIDtteA02tJzzdkB/xIBWOgWdbXf2rdWP/MEw873okZsvzKX0QBD3DvnxTQEBbAMTRafD2kSyTxJ0O801csZgEI1RWqaaGiqZM2LJ93tNPpoRhua3pXkdVQtEWEhvbBcVzdLvDifYTzlLHjBsi5sbNHYTZMhq8hIW+qjubeHVsfGnn2FfetaAnEkS2gaU9EdoGwhWTSwnJj42W9e4me/OUNjV8H2AxNbfRc9vYGe7qDUA1m9zQqb23zSHWI4/z0s5ruoVk+A5WMk+VDWYJXgYs5r1caff3iAP//oEPPBEPPBCIs4wKJMMY+JfqbxR4HdN+D0TXTaCrotBTstIsoddDQTP/npAj/5mwXmsY0ITREgleYSvY0YP3rDwg8fWghiA35kyH2LJAiaQ588y/HkeY5339nFO+/sIYtD3JzfoKhW2LurY/NAQzWrUM2BwSTH5YTJbQPdroN+j9TNmvqWDyIkLyPotorWPRdaW8fN8xUGz3xcDlVcDVSsaJSgOGoDdteE3TXQthW0HMpbDHfYUkH128dLPL8MsLuvYI+rpWKvoYqXkPVr8wXT8+wjrlB5BqqmAa+piOjb9Uq07Xp9+lsVn/1WRdMtcP84x05fg6v34eh9mStEUY5JEuKG2EqnwMmBh62uja9+E+CrXzMxXiBn3zKDDboCz9JxQM1gr4MoIYljBluvsNv1YKsmHj+N8eRJjFTNkWq5POdoJjSka5x7PyLOucdJ4egqXNWEKTNm1u7Q5G2igInUVpHZkJliwy7hGSX8qwqrKyaLFRg9zg/YCx6j4yk4aW7Kul6ucL3yMRhnGIxKCQQe7AD7uwqimOe3HEFUwY8ULIIKY4Y4/bq2MssrtFoeet2WSG6stfX9SEIu1Bmn0wLjMcO4TLU7zUqcyVYKWBk8Q4dnGjg6NnD/LeLZLPQPm9g4bOLyzMfVWYDr83rwv1ylqKwcilOJu2Czb6PSFGREisQlQj9HuCxQBSYqn71eKaoilsRF/8CD3TEwWcSYLCKM14O7PCLWxpDNhc0O4raKkEiXMINJbLBnCBKSf7PzrsbFJeBcnzdJ/vmCuiGaJSpRRTUKjRvzWuSrBclm15AybXZLUVhhpy1FQzLrM/YYZdy05rLKOIdGgTGukMZEsDCRSiG2lIQVD6sUj/jA4oCU6N5glQrOiMM7DkLofORGQnMptrNbVkGzza7cShDE/Kf0z5jska3dTV6D3WK1RWk+zbBa5FDtAprD4Q6FWQ5WKI7mbNiSgZhgfSiYzzkUL2FUlG+ZFK2DjEx/EpML0ULrzooiVkDzDjdVXrMhQv10spB/UkRiKiqOiBYDcnbQprWgrruqlKk7rgLbURD5hRSHc3NrOJAbiDgCNaIp+RCgy7vG9PID0d3U0N3gyYabWlP6ROdjio58M9lta6wHBDyApXXflqAqaod5jaWuU7OCaaGGlTGdzje5vgYk3sVVMt1V/yxCYlLoFKs7J9bGWxHZNauE1WBc38PxPRdRxI7IHJPrDNPrFLMrdqGxU0dDa6NEZ7uA02SKnQctBSEF4DmRzUz52OKiX0YB22vR6Klo9jREYxXRWJOkJROafIBani0pBwrZdEvRpEBhXnAb69mm9G+tD2c8oHE/kPKwqyno9AwZVN6528bdu215ILx4scDwJoQ/zbGaFWj2XTQ2PMHk+H4gD30mgC0muNdD5izjNc7rsZTUPf9JMZG9OEy1M/1Exz7xP1HCPlCi2woZ0DEZpBHNHBuoEia7I1legwdBS1JCu3st7B/2cHRnF+1OC3/xnz7BX/6nTyQpQ8HD8SgA8dDjQOF7o+WIklh6WzIqDfyE0XUX1yj4ZqNCowH0OVTvteE1HCyCFZbBChnxTTSJzCGCE9PMHDpw8XWUQ8a660IO2+tBFEUoLmLm6Cb4BkXH5LqiwqTYcLupWTuaeW3LbKkCbKt+vXgP43CFJgVudPjwuL6e4OZ6IoeRZqshQwKKwBwGL2crWTQpqBoPQ3QWsjcvQ6dPHKsqSKxumyhIusCIjMkx9X1ZJAMkYT0Q4saZw30OyNgZXf/c9QCX6SnbVdDdJGa27qiSBHPBjSqx2kCwzOT6LGhOidhFoKHZ12DRtUSjT6VgOiwxGZTIggJpUKCMacLI0Ok4ePjBLu69s7O+p3h48tlLfPZ3j1HEC9x7oOLuAx0bD1vYeNDCIqwwmuWYDhIsLiNMXya4eVTi5lGFow8aOHrfEzMHcezBLMflV76s7X1PBAbDNQS9EwQZRmcrLAYhdvYsbO9ZKCwKwOw8Keo0aVzWxAKDP4cNw3LEQZdMYzhqiQ9/0MaH32e3BIcEJl5ecFOV4Jro2a22rOngJSbDl+j2cxzdt0QgKQuKPKYkcGfDBFdPU1w+YmdzhT4F1U0DP/xxCz/6kxYMvrepibPLGH//5RhXoxVO72i4d6Lh6NjD0Ykrgvz1FcWGCBePK5w/Bv7oj7bwh3+8jSgP8PjlNc6GPq5XGgZMLQYFAnaNLwrEcybTOPyhmGXCSiPYSYT//l+e4n/+n97G7kEXszDH3I8xXYwxm4/wX385xi9+NUa3a+LNhy0cHbcRZjaC3MHnn1zjs4+vsbNv4aM/3JTP6Vdfz/Ds2RJGbooQ9eH7Bn74B4Ykr/gcYgLi7GKMl5djjBcU+HUsAmLHcxlasy+ehIf9fQ37+yoabRqyapoHD4IcUHEvkEe6bO58JjFUFZ1uW+gAk7Ev6+ZlipsX3BtUePimgtMHGtrtbXTaW/j4V1P89K+vMV3FaG4bsFtrp3jKxAOv+9pcwz0A76fziYr5uO4wp4mDNwcKYAUNGny2kM4unVMquj3iog0hmQQ+aQIVTOLuFJrTcphKCsdgHx5NXSqWQYKlH0NvKrIMz4Tu0olrIvbZt6oIVp2LzwwKJewQ726YslptDvXrgQv3FGQRELvJzysNQDQDucRJ2RwA0bQSydBVSxXBQ7uNppAVLmYLPLke4mI6rSknro6mraHh8P4DXF9mQ/aoAAAgAElEQVQVmEyy2oiUEMNTd2THHKixc1uGTezgyNDukUBQdxExCcnbM5+9TGdxLxCtCqkHoIjm9BTYXSaBIcnrKChhBBr0QMP9owY+eq+Le/dsNLcK6F6GX366xC8/XeFqmGM041BSw6ZroWsbWCxyLJbs3a2EAsBnPz8vq3mOObtPJnyfuIfke8Qe1wp7hyZO7vRxfGcDP/8ZBeAhZgsm80oxAfY3eT9kJ6sn6/oili5b4vz3jjRs7vJeSqNeBdthlQh3ehqCyMTKVzAdxZiOY9y96+He3YYkaOeTEPNJijiykEQmuU1CXOhutrB7sCGGikKpe1QXE5rBagNdOGFfVInKAkoagEAUH+ksFSz2QLN3KTOlRuIPfm9X1pfPhvjq2RBnZysMriJMJxk0W4dmGWh0G4IVhr1CbgyRK3491KaQntTvVx4ZyGNWKzAxxKFu3XXIHWKzZaDd0+F5NDt6IhZMphNMZ2NJ3vLRx2c7yR68Pn/76yW++PUK/a0G+psNNDsFnHaIJC5w/tjA8Jzdowr6O+ycZZ1BhizSMbzwMDz3kEcWsoiJbj5DjXUnFQUECmes5aDpTpPPKTeiFb3xFFPXPVkyGCVJQ49h2Al0x4dhT2E4Szhi2LTQ69jY6NZp0OnYxXLhYu9OA3snTZyfXeHxl2eYTuYyEOLncP/UljT++VmIly8CxKsKCu29NHkadWVD09MF61zGLqJFA9HKlPsye+VaO4ksmnc0NxYxTRDJ3I+SrpOrmF8CkzO6inv44Ecn2LnTwrMXL/H07KUYLUyLRjF+NlNkoYp81UPu98Qxz8XBTF7SpMEOwRoFSmIQV7Obo7ORCgJ69yTE5gGHAwquzxVMrl1MbjwhaFAopiHGX+jwlwYaPR/NHokFKRodXr8lJqMK0yEFCf4ZNc3JJCKPZTNJH1XaRZlTbKwR0CRsiAbB/SsKNDczNDcylPoEmTqU50G4aCNeWSgTH0XiSx0AhVmaPBxeup5e4zAbHTz+RMOTT2hErGC3SmiNGJW5RGmwa5HYyQJHxxbunjpwbV3S5P5MxcUzXRYF4DjW0WyZcr7dP9KwdZhg+yBGmi2QZQtBn8/GFmYDE2dfeXj5tSfib6vlyuCfnwu+XjHfh7xCY28mSxMBOEUeOEjmPaSLDenlpbGOCeiUw3NWBVk5mt0S99/Wcf8tHS8f+zh7HEDXXHQ3NkRsdho5HC9DFNR9livixyc2kpB7E34PvM9SDI3R7KjobBpotitJvruNCu1uB51uV1CK3DRnHBqsUiRJjEoPAMNHhhVSZYUwohGQxCCimRuwbe7BE5g2keIc5tOtXyEKMkTcR0UUn9adYL4pKV9/QUIWz7UFmp0SmzsKtnbZyVng8izBfFzKs0QG9zQokNDF4a7QsCqYtib7PJ7pOLjkGZevG+lhHF6w2iQMOAtIEPE99E3Z235XjP1G0Hwdb/z6XPq7KeBXGu3v/F6vosOvBNH/N/RnrSvfSjPfSdt+k0h+LalbTyVqsW791+tCtfwroSqvE6Cvfc+CfxZBuRa3X/28r//6Wrzge3fbxPit14kJ/Vvh91uv03e/i1uhmDOU2wTw+ttadxDXGOzbnuU6sVdnkDiR4eL/rulLxFfQmFI359BMzfN3Js9FRUmQxXOk8QxmmcBCgr5r4u72Bo57HZhpDDNNoGUZVM5jCgVpZWKRVngymcuaQ8WCrwsFYMNCy/Vw1O3hsNtFvJgjojGYZ0jTRKJpWDJZyAF+GCINAjS8JtrtjpzlKQDPZgvp/41D7n3qQXb9ltQ/s7zG33Ql14ld3hM5D+K17jp10oodp4LFTVJJhBKbz9/v9stv08W14FQP3Dms4t+cV9VGYG292Jdai4819pjCbZ3Sqs/j9cCwLiIWVj0UdjUzF0Jy1S0Fj/dsJiLZb8kzdcpkMn+PHEVW09KoN7RbHnb3+jg42MLJ8T6Oj/fRcIl3JyaYojPF4wQzirTjcS1uR7Gkf9utjrxWk8lM1ng0xWg8RafTw9bWLnq9Hjb7bWx022i5xHXbItQUSQTP1LHRacOzTEFN+4uFpGU3t7cQ+QFmoxGm8yViy5XlmEwTO+JVIFKeQruQ89hTK09F1gPQ+MPzCb/vNZxYPCAVtlsudjsNlGmKm9EIYxr3k5paSOHXaTCJ6wrannsIilU8q3i2Bc9hhUmCOPARJSGCKkZUZTI0pnjLRGngR2Ji5p/G87PMUKKkNlQoigijzUZTTPC3dxIhtun17+G4riSEKfLwHikJYt+XswvnT5w70FjuOCbCwJceeW7O+XMaSgobS1jlEhUHImIYLDDwS07w0ds+RqO7WRfhyizVkCG2CMBZKsYzMeLJBZtBqeqe4tvuXklFKzxf1XM6Xnf8d7zHZVKnxkRZ3eMs2GWT4QpWKDDYka973Zl2qJH235ha1kIsL9DhcIjRaCjpeenglmaQUkh0F9cXuLi6xIKJ79VKfl/pG64Ax3FEcOYzky8Gk74iAIehCGJcvPZp+hC8Or93JilfE4Bfx+rLrfk7ZId/Tv/+U4Tf+mt4i+IjhOQA4f2Q9Mj5lfqqF1yxGIbQ5V7QNC24gmsHHE2BR9GoZcADO1F5Fi2wilJEOQMkLgzbQcUEO5HhSgFXreDqQJfVk5aGhqmhQWopwyGknuQK/NKGX1IAThEyXb+ugiOpwDMseCQB8N5MYmlZIi6YCmSYrf4sy+dCKA0mNIWES55dYnnWOZYChxhoCsDUKyiSBiFyCsDE4vOcaVjIiSbXDOkA5l1Dbsa8oNdEFJobgiiUzxipBnzOCBlg3bVNUZifM4vXPmmAawOzRbOM25Q91q0AzPQvDTGveBR1HUKd8q1NQZxFc+/BXyf0Cn5WjLrnV0TWNJV7IrvgaQiikZjdx/x+qFFIWIh3kXW1BwkmNDGxKsAxKK4zre0BegOFQfR1gdzkQFUFbA3zIMV0mcp9L4pozArhuqoI6qPBCuObJcy2h+7xplRwHjbmOPBI66sNJJpG8mEbZUaDroHZjYqPvx7ik69HMDdKtI+BNik5moW2YcFtl7LarMKiMIpjTPzvY7naQ7X8LarF5wiTMcJkhHGcYRBDOqv/xVu7suaTCebjCfw4RFilmAUFBgNgOlfRO7LQO7KxvaVid1PBpmOiCwd2auGnH5f46ScFRrMCi4D6WorWTojtvRwfHtv48MhBEJEeViKNczHIUGu7uslxeVPg5GgTdw43pSLn6ZMxMkS4976Jo4c69GUBfVHgelrgbJwL/n53w8XuJqsZSNiqUI5jFDex7BPsXReFreH5kxWePVkhSmyEqY1ZUmBC0iZlzpYOs2Vgf0vH3hZnCKaYeUfDAo9fzHE1WOLkRJW16aromawJrTCbVpgwWJdUWKYljK4JZ4uESgVtO0PHLtF1FHQdFZ9/Bfz2K6DTBN68B2z3NCDh7NZFFBYIgxLDMMZlFEDxKjy47+Jg38bFkwwXT/kZrpCqlXxGKRZy97az62Fn1xXia5wGcMwKW6TLaTpubhLc3KSCn0+EXsGQZO3CE/NrzgBEDtPg7FGVakipj0DKk550iXNFBhCZFRxPQb+loueqSG4KWUFZwafJhUnnXo5+R8G+28ae20ZYRYiqGNNZhtEN96cVNtr17zGLKsyjCsu4wIq0gLDAdFmKEFyTQww0bC5Tzl7LWYzFLJKALHVSkuamcxqXmXU1vYpum9LIUOk5jk9sHB/bkgDeP+QhWYWfKghIe2JqJlPgz4muTbFYJFgmsThkDnZaONhtSsqmtBIkZZ2KC1YFBk8hy9HZD1Li8KSJh+/vo7vTxKOnEzx6NsXgIsbNJXu/LDTYB6PpUprOXor64VzAMhV4HnuAaowHN063/40vdlkymVkLZnIgS0tUCTGBdA/zhlU/aChabu26UgjNPyMtQnGecZDEWHoYVAjDtVslZ6a5gsWvLTRkkS2O+rLM5KZumESUlTWCtsOkpI2r8yWuz5fisLE9V27Y3JAweWm2KlitCnpF4GSF1C8RzplS5YdPlXX/7S4evNOTDkDDqZMkn/5siUe/XsGwK+hOBc3SZLGBnQI+kbWtNeKLCAn2ynIoqxIVXNGNxAeRgbxMUZQcoKkwHRNVoWJ2UWB+XkDn8N1S5M+k61s1eEBh1wCxekTcaEj8QhIovDk4LRNum6ilDJqRivgU+3THanBbOmyX7m0LqsJ0bwKfF5GWwrSJDr5FcvOdMoGKNw2i9VLEPg+KYgOrUeHi1mR6jw/oGg3DZxL/vTzAvjlD8wPKaRyTIWLZqkuty0AQSfw9ec1QNOfzi8khIh7rAxAF4wqqlcHyKpy+2cPpm12MxykuXgYYXsZYjVNZ7IPgYqF3b6dCZ5PinCECaexriFYqJqMC41GBiGIDe/asEt0tonQVzM8gi8lf+TMlSaXIQJMbeQoMcv1KfQo3o/XmWg6N6XoRrZHX6EPT0XH8wMPxwwbcBvGcJsbDEM+fzjAbRdCJCK34Z+gwLE0SZn6YSPqcKE3H43C6dmqGqwz+gtdOCZ2pWEmXrf/zuvuJmxuTyC5VQ57X6GkKEEx9ZEGFLOALzPSNJmtrs4ftzZ6IzZqaodE0sHPYR6Pl4j//1dey2ImjcfhD3LpnSMJHkt08gIiblDh4RcwGfJ0kdZbTZb0uk6fRQCaxmiAWC1BE0VEqBtLAkO7jnJ2eGssvuMni68cOIV48mji58yIRvLXX0AXjLgdvXoaCea6dcZ5dO9VqB2ksoqoc+jloWZ/aeOj35MBBcaTuGtdoPao0jMdTjMczQtSh6oakIXoddia5SEKmv+P6AVMY0lcTZuyOS7B3YIiI0W1uylpMQ1xfjTEez1Ex2WgTv+xCqdw1kpHINbr66Gzk56g2S9DlGpNooBXw2pV0vDO1RdGOAnCWGfLncyBN5H5KlGtUyOCSKXx2UXttinwWoqWNcOVgMVphMV5JZ3sZpeh2bLz14T5O396BRiHcMvH0txf48pcvoOQrvEns4Vsm2qcNtE89TBYZrm5iLIc5kmEJ/7rA1aMMl48y7L1ly+J7L2aZWYHBs1jW/nEbBycdKIaCIE2xWiSYXYUIpil29mwRgUu7QmqWSPJCEuBxUEB3DUnWMTFJV6VjKmh5KnZ3HPzg+3v4wQ/28KtPb/Crz26Q5S003V1YZhthNEQYDlDES5TJUlJxxDTarombqxjjQSpod65nnwf48u+X0MoCH7zv4L33HbzzkYu3P/Lw6IsQv/q7BYbTguUSMFwNGw5To5W8Lg/ftHAzCPHFb5d4+SJGp9lCp9nG7qaJnS0To/kKX78Y49kgxGVgYRAZNZ2PPhd2MdIRt1IxnxB/aeCNkxQPj1P88Psf4Y9/9EeC7//i+ad4cvkYkxVTlj7OHhV48ajAw4d9/PAPd3B00sL/85MBfvITTvrpLs+kO/DhuzRmAB//aoUnjxK8/9Yu3n97Dw9PU5ze9dHwEoQUbMMMN/NAVpCaCHMHgyHw/CmFsQK7Wzp2t3X0uyY2ehY0MxExrFQT+dyoqoHBeYHBeSkI9J0jps91+dr5uMBkGMsiocIxLBFHiQ3d2i0FXbpcKLg8T/DyLEJRUkTtwmk5iLIQcR4KgjOOcigqN8G1sJEluqyqsFCVpCHQbJLJgOUWtyi4OosYGHZGcdhBykkOJVfw/rt7eP+dPenBWS4WCIIUSVwPzgulQMFhJ3H5JpGzuTwb0qyEI3+TIsL7kI44jREkKxQVB/DsGgdMkx2sFZpNG62WI/ea5SzBcpHUKcxAwUbPwd4mEb3cfNZibbZKkC0T6btuNW2kmgq/qlMvqXSRlWhaDhpW3fmlgDilHKPJCLPZHKrCAgl2CVEwJLItwfhmJsjorX0LW/s8ANYVGpwecajPQ2MmqWnAJTaVyYVWCb2VQW9w4Fu7uzE3gJmBnY6NeweO7D0P7hno7et4cunj6UWA5+chXpyz0c/AG0dbON7uYHATYDAIxGRIEX8yiXFxvsTgJpREXsje+jWmkmnlZgtyL3jngx1ZP/vbAX7+sxssluwXpWu6gk7Mj8POcwe7Bw6GNyXOX9RYrM3dHN1NHoJp5jNRyTWRQqWJxHZECB4PQoyHEfb3PBzse7UAzC7pSYzVQsNqUdNe6NPe2G7i4GQD/S1POmKZBiVxYTaMkAR1oocH5oR7Ki1HEVIU9VAxMZRF2Ol5eON0D3cPumi7THnn+PtPJ/j40yniRINlu9BNSwS3jM8nu94rVmaAypwBRlwfZhQN/rKAvyRqXUUe1ai1W3w2q1m4F5EqA3lfWRXBfQiTTERp+jCdCqZboddvYHunL4aTLz9b4ItPF2i2XHGiNnolmj0O5EpcPTMxvtLR7pbodEts70EWDTGjSwujcwdJVNecaKolZhkmiG6frXymcd9Nfz/NWbWIQje5Ib15XpMCda2ehPEEi9UV8moMtxVIHzCTO1w7Ww3s7zTgzxXpCXr5vMQbH+3j4Yf7CMM5puMbjIYT3NwsxYB2+MCSdfkywtV5LKQi1oLQ8EBzBFNCbQrlLdotPVRZA2lkw18xIV3B7UZwOyGMRgTdDeX5y321nKkkYVYhnRmIJ+yu7uLND3exddjAzWiA6/EAhfzcmSS+kpDXiIYy2JCllE2oRWOd/KKrm9UyUjgDf0l0Yon+doWdA4gAvHngo7vt4/qlgqszCsAWJgOmfVQ4DaYxqxoBPVPR6Ido9iN5/9j7THF4NKgwvrntO63qTmx2gKsOqrUALDQAmpBovOS5jFtCSdeUaPQLNHo5Cn2MVLmRs10SNCX1zQoJtUzRahdodQq4zQKOV4gA3Gx10Wr18OUvK3z1i5o809xQYLYSlOYCpbFc48BKEYDv3WcfIfHEGZbTDFcvdFydsRaDCT8aEj28+V4Lx/cMGM5cVi49pSFWc+K1dEwHJq6fNXH1rIVmw5OuQ545OHimIYg0Bt7v7K0xrK0RdC2GhhRl7CD3u8hWfSgV006upJH8KITuxGhtpGJ8ODgBDk5IGGoimDahGQ6ctg2FTvFgBD8YY3TlY3Tty34rj9poeG3cPe3g8Kgp2FEmLza2POzut+E1Kcr7qJQAcWLJmg5SQUzPRgHms6WcqTcPgc0jADz/kHqq0oTrQSF1w8xgsq5m7XpKIguB72G1VDGfEb3KKiIKsDSssnKIZl0642nYsMTcsUFzx1aC3hYTXrw3hghWORoNW0yaFH2Z+qTwqzP9qZMqVR/baEih2JslFJlNpLGJJK5NNKwnoOEqT3ShOvH8+m0B+FbYvFVQX400vzko/lME4G+JtL+LhL79Hn5XBL6lX91+P6/Eg1tD+m0a95X0+p1UMoewtcJc04rWAsQ3QsmtYHJbYbsWLuov+f9KAN9+L99JBL+WmL69lwpgX9L+PI+9IieJdCZiSH22fg1sLWciio6SihXxqF6vUMV1d1u9eeV5NEYWzZDFM9hKCk/N0PcoAHdw1GtCTwJZShJDTWOUrOeoPPiphqezGZ7NZvANA4FBZJIuw2XPsrDbamG3ydTPAvFiUc96DEsGe8uixCpngsRHFK6wtbWN/f1DSQEvFj6WC1/+ycVeWaZKOXO6DWNJ5/P6reXLIL29ck2TwkQzM+vB6l9AkZZiF++Dt93JkpRkh+T6XC+mZJlVULtn/ZYKjUl4W5N5DQ3S/Cf3T9SzmEgjljSVbuO695azFs5/aoWTvwefVZV0VtYJ5foszSX0N+JwpbKJwnHdv82hv8wfaE43ddl3droN7O/vYu9gBwf7ezg82BMsK41ZTJve3FxhcH2FNOHwPxWxtN3uyvUyGAwxGIwlBTubLiRZbBkOOq0Wjg42sb+7gZZjo0UhlUjpOEDbcXC4sy0iMMUbijg0TLu2LSawJIpkD70yHPiGA9dy4RHnR018/XrGWYYozbAIfDGGizBJIV2rK+BI4JBFBLRlosvzqqIgzZnEY59sKqtGBfO+aKyrqUxBVnNRuKDZU+O+tipk37WqcoSsJKNYTH6j1Mvcpq3r+VOdBk+lgoV7bc4I62uJM8y6X7yobP4usF3Odjw0Gk2ZKVIMns5nmMxnMotptZtCFOv3e2KsZxdxQBM8DZtEJqMEW+lcrYRTBnBKHzfjCc4HNGG58LaO0ehR2G+i4bXqOhnBv9YiEK/dlN27UbiutlrX2kkggVd4fR8Wg0OSyCCaoisvIQqtYZJI8poIbqmuU0jxqedjfJ2lLjAvBMVtsgpPunmJKSeyu8ZDX1xe4vzqErPpDP5yJStYEbtNA/xcFoUuJq5vv56Cs6QPRfTl5yMUIUw+b6QIrImC0jssJv6aJnQr8N4Kv/+QAPy67PnP6d9/vAjMeyYpeTxrgM9ympkpAFsUXSooayKBSiAf5zS2iY5tE1oq6HqlLPHWnTbeutuBWWlQkhqDOp6tsApZc+dB5z1B3lkFWkVMeipCcNtS0WYVoWui61kwGJJgB3lWYZXb8ClkMQFcpBKyYS0FBWDXtEQEvi0/SMriGwGY+gPvMSQ0EC2vKOxBp15A0bQ2TttMIZqAJ59HBRVR9KwniNK1yahCxWCCZSNVNXlO1dLst0kms/lcMOckOWxubQtWnf+Oi9c9MfV1x3VtvBBjg2CxSdY0obJDWRLAvC/Vn+Oa0n5L86jT70zi8/uvAZ6sJ2TVJutcFDFa8exlMOgizxoCZfl1nN2S8JEjKTPRg/i98PugEkyDET/zNTWwINcMWlXTNQvOcS0bKmeoLjuCLVmVzkUNgySYCCmTlnkiJEuhzT2/gtFS0DtpSD3enV6OO/0cJbvIMxrPaMSykYYGpuclRhclnlwmeHwVo2oX0LeoeyiwFBWermJ718D2ri6mepfzx+oEi+wHCOI9VLNPUM4/hh/NZc3yHOOKs3gDP7rbl8UZ0Ip7jiwRZDBFuqfPgeuhgoM3XFkn7P09UNEnvSKwoMwdfHLexScve3j24gZnz1/C8HzceUvFnXsa7vZs3OmRNuEjjn0UnPclnNNWmC5yTJY5LN2Bbbi4GWV4ehYCdon3f9zAWx85sJYRrEWI60WJszlnSiYOui4OejQa5dC1DEaUw/JzMSfnloVVpuCrZz6+fuaj3e2j0+tjuErw6HqGsR9B9TShlT08dfDwnoM8sTC4NnF9neLiaizPqLffNPH2GwZaJuBUJTIfQjQajyucTwqcT3J42zZ6hw6aTcBmb7ORY5PBsaaFR09zPHrKTmAd75xa6DU1DC9SjC5S0euiEJjnBSZVDr0D3Ltv4fDIRDTTEE5VRKmGMFORxJxLkSpRU5OEnOSx4kFB01HQsRVBybMijubttHSR8uzG+XGeCJ499AtZHruBPRI+GfS04ZgGmiY/05Xcg7gPW6LAkveavoGTfRsnOxYwTmSdjwo8GxVQnQoHJyp2tlR4pYpGocFsMIhYConVnxYgPIApY1czMIxUDCIV0yjDPIywjDP4DKcWrLZqShhO4eczjOTs6y8KIRmXOlvaFExXFUbzCjEFYF33KiJG3S4xfcC9BybuPbDQ76losLetLPHyIsbLiwSuS6ebjTSuEMwzLP0UizhGlKfY7raw02vCaufQWylKk46YUoYjF4/ZFZjD0Su0XODwoIMHbx2iu9HGoycjfP1kLKja8ZD4ZAsNuwldobt4JX0aUtCe0b0IGW5y48pDh6xaJ6zF32LtppeeVLqHOETibZqcb7rBChFhKXLu7DdlrfyVrJQIQw63iPWio4A9fGsx2aCyT/NYqaNI6gucvRt0uciHxsikb67ba8jQ6/pyIYtIX4+OQqWOYadFBqcDWWVcymJvbrKsRGxhKo9o5Lc+6uOt3+vD6/AhmGE6jPDFf13h6W8CEXsp2FcUfnnQsPl1qqSFNzZNbGwZgn4IAiY0c0lJstuLg1xVtRFHxA8l0vdh2ZaI2svLEssr9hzUy+tARE3DqeT3iFMeUHRkqYYsrOR7Zoey0zRhtyi6xQB58LEqg0QKhHRlEeWlgIOBNcbbj6ExMt9MZehOrCb7dzk04KAvogA8jBH7HO7VmwnpWeFDihYoPoOk57A+S3KQXB9o6g2zqhlQNG4wzToVIsuHAl+GhbePz1vXLbuomFylyJ1kPKKWUC0y5AvcedDF3Yc9DK6ZBAowHyfrmy3RbQbsBlHaJRq9DO0NRdJg7J9NI1UGmOcvYpw/j5BkFRTpZ2anMBELFaYvKsyesxONgjNTx/UQmNc33RscwsphQfqS1xhxYhrF6cu+4hRxSLGS/XKqdH0+eK+D++91hafPm9fgOsDl+RLBMoHHhBfTQGtBlxiOhM5hjShPA6bHzFrtjmHyczVPRGi3pWeDAiaNBEwQVNINrKsGPMeV7zPPY3H/cuAv11pWp7OZCNk5cLF94KDbaouIxcR1mQfyGd7YbsNp2Pjrv36Bv/nrM4TcCAjyWJX0OBGocqMmpoDdwkrdxc3El836Nor5lAWYiNKJ+K5vlkzi0kRmuESNaCjYvxGbKHyySjUYfL2NChmRLMSPCTqSg4Sy7n8uUjEFUJCXucatFbes7ydNz0LDtbBchlgugvoQblMQV7/pymBXj2MRRUVBqU7C1GhtdoWuEIQref1pBuYDuN9totvyZDPL03ISMVnCSpAcuUYEX45dCsAHJhy9J9iL6WiF68shRpMJ1GYJtVnB0Bow1IYcyIs8lN6RukNHqbvbDEsSw0xRcIBu0ujhlNLt6DV5qCbmlAd6HRrNE4WK2M/k80gXG1PYdpP0BB1ei12UTVmLkS/dvLUAnKDdtPDgzR0cn24iUxVZ519d4/mnF9CrEO+8Y+LB2ybcOw7cOy6G0wSXlxFWwwLlVEE0AK6fpbh6lmHrno7Nu0xEK3L9RfMS4/NM1slpH8enG/I5mC5XIrgsh4l0l+/sOdjdd2oBWC9r08O0kA73W7SqShGniLHZ13H3fgP3Tju4f29T1v/5k5f4z399DsvawJ3De9ja6GM6/RrT2dfyHOPq9Fz0t9qC7B5eR7/WiyIAACAASURBVJiOMni6B1dv4NkXS3z58QSuXeHP/lUHP/pxC+1NBe0N4Ncfz/CzvxljFQFbR21sbLloayU6aon7D3VZl1chPv98gYvLDPdON3DvdBMlTURJhvMrH18+XeDFKMWoMDHNDegZUUKsHah7aeKlguELDdFEw5/9SQP/4scNPLj/Bu7deRereInffP0zfHn2OQbLWPA1swsNs3Md7763iz/+0wPsHjTx7/+3x/j3/+tjnJw6OLlvY+dAxeYuh0QFvvw0xdVL4M/+9AR/9qfH2NlaotMaQql8LOYxlssUi6LCsgTC3EBUGLi6qvDo8xTTUYm7JxbunZhoeCaarino0iBZIiRChYkx6BhdAqMLBa2+hYNTilqK9B9evYiwGOVYjHMcHLRw77SH/qYGp8U+9ghnT2O8eBZjMSeNAzAMDxsbfel8jssAURnKAEAOkBzasDdIzOd1j3kS6UhCox6IyWeIgiWfaxo6XUfe92UQYLJYIaapKWbVgoI/+oN7+MM/uIulH+Lypu5gnXNgTVSpWciiW5ZDCnaez2bs9c7QMj1ZfB4zBRAT6bNaIiZLeW3uojOTcySiPYlk5v5mNgoxHTM9Wogw3u842N1qwHY0cd3z8MXDZZnE8NZOWZ04KMdDoVtYRplsHm0mDHQPTdtDy2tI9+lkMcRsNUWZ27L42vA5HAYJrs8nmI7m2NzXZUnFgzyrOZSkqM5nAJ9XGkzNlaW5OcDkoxd/4zSl+FvNTOlQ2d9wxdzQ3dbQ2FCwIjkjS3F+E+LsIoBS6DjZ3sJup4vpNMJ0GsJfFSIGjEaxdGOORhEK4knZiR7XVQE8uDKF1O4a+N6P9vH7P9zH3/38WtZisSZtqOwIr8kke8eWrNWcSFMKPQWaXVJriGu0oZR2nTIs2Fumwms7UHQNo0Eoa6vvYHPDkYEZSSzLOdF1kGSyGLZyoLfp4eBOW7DJ7b4Dr2FiMgwxpajNhF6QCPkhMRMkWoZ06SJZumADO02UJ/sdfPjeIY72WoKZmt0M8NmXPj77gknXBra2e2h3GwjiSBziChs2TAWwIijmCoqVShKG1yHFcs5F81iR3mHb0tEhzqlNUWeNS2eCo6JZgamaSgQ7GqVojmh2K0kytjoeWq2OJNIff73Ak6+XUo9CDGSrr6G7LVcIbl5qmFwT4ZfCY0/1noq9fV3S7ONL9uBS6CHJgkZCpt1t+UxyL8RFvCh3amJkpChal2KIwclrOrI4eLQdF37ADriXSLIhnCbRZ5GIAkwVH+62ceewI2aSzz9e4KsvQjz84BgPPjiB7RJvuJLhyuPHA0zmCxycWtg/tXBzmWJwlSCjAMzebQrAMUVemh1ISOEA0oGheihzB+HKREyqkbWU5XVJgsmEQlGUNJzqCKKgdvKHFhC46HfbOHnYE9T+IpxjEbLrMJYO6jRin1+BItZRBJsog00gd4HCqZGs67oQ0kworlDgXy0ptCs4uKMIArq7vUKrv8LlC+DqhYLJwMRsSDNovb/inmYh1yzQ3srQ2szQ6lMA5iAsx/C6wuhaWCwiMtNI6Xl081MA3kCZdKV6IpeEdN0FXAvA9de4nRJOp0Spj5FrNFnRZOaiTGlSzaErHPSzAodJVhrVStlbN5odNJptfPkLBV/9gp9qCsAlrHaCyloIApoCBlNsR8c27j1wYJklVvNYTLS89q5fcp/mQlU97B408M6HLRzc1ZFkRD9PJKFIrz8TwNOBhtnQwOBlC8OXTXh2QxYz+TUWshZpRFDZGMDYGEJTYxkyVuxe9jsogi401ZFkLwkQ82UgaOWdkxQ7hwW2dnRZyaqDdNWRahnY3J0lWCyGWCxGGJwzrR2hyjzY+ia2t/p4+/0OTh82kWck+fhoNkiG6Yjwn6Z06q8wnSqYzPiZi3F9FmEyWmKxmKFSA5y8ZcjSmxb0Bk16LjTTq/t31QCq4iOaF4gWJYKFA3/RxnKhCcZ1tWTXpyFmqfp8Qjc8EWkUd230txRsbClo9UI0uitUVQSfvdWsJFp3ANfVQKyG4WC1nm3yXMJBfEQDNjuuAw2Rb4ACdJY4SInEC7g3piF4bS54LbPySki9HUS/Lmy+EmDlv37TvbrGHb6GSf5WovZ3ZtrfHsT+7sj72+ry71QOvz7EXYdm13neVwPeNUr4G1FZBJbbhG09yK4TwLXY/err6/PKt9Jo8mh+TVBei8ivD5O/ed2+lQh+/SerhV2agLhfqknPvO/WBDHp93xtQP3q+1vnZL9pgKrTsvXX1EJkbdan0TyVjuA8XiCLF3DUFA0tR8/TcLTRwF7HhpasoCdLqBlrZ2KhC6hVE1Fm4MV8hhezGWLLRGyaAIfepMgZBro2ySE20pUvi6JryWQVVAR5CZ/P6jiQtbu7h+OjE0lu1mJqiMViJYY3/v8oimXvWKdjaxGM9zQ+75mKuu3apaAheFyTw3+KqbXQS4GXv4iDcIqg0t1I0hM7SEnUIpZ4LQDfVogJrtnS4TQsNDqemLxvTVlE3BOfmcap1KstlgHm01D2lvU3U1elSW2RCPe8Z9fIdS4KG7cCMPcm/AyudXp5R4UaR6M9qwBtA72tPvqbPRwfHeLo6BDtZkMEYqa7h8MbWaHPfW0oP5/rePKZHo5oVp5gtQqxYg1cRmEBYny+c7yDo/0tOIYGx+CMLUIWBWi7Do73drG3uSGI5abLvWid5KOIIAlQVYOvO7JcmwKwI+ddSa7y5xURtZJKqPGctVCcn/FlUUXMFcFRREcDWkG8eApdIR3KFCqaPOEqntt9+L4vSGXT0GCbuoi+TK5ZQmapoBO3zDANCYgKkDAJSLKaQcGeNDvOMepUrFSLseMzyyVlPp1O5TVjgpam99vPdlaQHKFDM9kLbAk5jClg7nGIL2bHse2wa70r4m9vo492p40wDBCy5osCZ8kaPFWEK5fdp1oKT2OlwAjj8QAB33e7C83bwObmLjY396AWrJORF1DmY/yewsUM4XK2Jmhpcr6gEEQCz9qWUos+RDqLcGvJNb/wV7K/MR1Hzjcyr6UIQANqxrkLU8acDVG8qAmIQr5jjR6FeovPJ0vE3/PLK4xGYxGBF/OFCMCBHyDIYll8XRoe6RWWfA+8B9C4wddWaoOIe04SsEqEn1+ZG9aAjDp1v7678s/+h1K9/yz0/uOF3n/oK3iLIone0OsqO9ZLUACuzHVnNElINK+YXCUaNDvwemCQJ2NOXcH33+jhB2/0hP7o+xXmywTTGXHHrH7hvoZ91posptdZnKohR9Os0DCBraaNrZZNniaULEaWVlhlFnyZW2SIy0yuE55zbd2Ea5pwDatGJdP0UFAAZp0idYaaqMBUK5H0cvhSOI9mjRznjTQ5sHavlPSyw70PqY+sIOD9XygTFSrTlkXxN14XKtTyax144p87mU3ls0Czxd7+nqDOmZIfjkZSdcN/L8Kvxjo6drLXhgpx2YnJvk66S23A+g2qQ1W3AjCfcSRL1Kt+MPBZxaRyWieeeU/jfV5eE1M2+Qoxz9zT8zWRbuRSqiYF/U7NgXtnClSkeLBak/87S0R8Z5paOshNG7rbhOG2UBk2o7UwPQ9WsyEkAWLcxUDCOoUkxsvzK5yfX0P1cnT2dXQ3VBx0Chx2Cnk2spKAoULOZvNQw/gsxfAsw4tRibNhhcQrkHdzaKyH1DW4tobjAw1Hhxps6kikuJbHCKvvI8q2kU9+iWzySwSybwixYBuwRs1Ex4d7Lj7cI/UhRBwFcv/l+z9bAF8/VvDySsXuqYXd+zbeecPC+2+Y6KsGyoGG+MbGl6tjWc+fPsPZ489hO3M8fMfAyV0DXUtH1zKg5iuouY+c4ZyVKnviySrHdMVUaj3rvRoU+PpZIh2+H/1ZA+9+34E19WXdBBXOQxq+TRy2XRx2HFQK6wlSNJUSbZ6sUwVLX8NwBnxxFuGLsxB3T3dx9/4urqYxfv31ABdjH5WjULHF++808ME7DaSJi6sLF9fXGQbDa6xWI7z7to333rZgM9XPOcKyxJIJ4GGFJzc5Ht+QDGVh89BGk7NsNYarF2LO6LkWLq4yXFxn2O7ZePu0iZat4dGXc1lJogqVlx24ES+VNiupIGcQR7XgKCaSxEQUWwj9ChHJxKsUcR4gyQO0+jq6Wza6LQ1dB1LhJvuMIscq9OCHHhZRgXkUCokwWGWSuG60VDSafD7VuhPDIX1PQ8tWsZiEEtLylRIrrUJ/28DpiY37hxaseQprkeLxRYbPz3PJFRze0bCxoUKh7hgU2NgiHa2+7kiRLHjmCWj61nAd6biONYz9FNNVhCDLUNGAZmvY32lhf7uFdBEgGC3qGk/OeALOgJh+1TCYl7gaVwhief41Kya63vheEw+/RxdZjk6vQJUVCPkmzTI8Pwvx4iyQ4ZBtaUhjIFzUQ3UwfWYVMFILRmbKsKezrcJq01lMtHQpXcF+mCMlUjYooRc2XK0NrbIkzr9kVwNRK9xY5xoUuolLblwzqBRq0hqRLCMkwUWw4LxuK9ccQJW+Ph1lbqBMiTPm91+h0WP6wJXOS6Y7iGAgHoRD3X6/JWr5ZLLCdLKUP+O226bG8dQDK25sXhWhKyLqcLiprh2V3BDS9SnYSsHSadKRymW3uGFnyrgSRCBR1k6LImDdc0xRuyKetaiR1kxI0knfbOtotGmHrocZ/IubIg5g+XDj4NJn3+4ql0T09q6F/QP21NWiR5gE0nsyI157XmDl8whogUxBIsC4aO7+b+y96bMk53nld3Jfat9u1d17X4DGQnETRUoUJVLjsUJhR1jf7Zh/zB/9WWFH2LKtkTQzGlEUKQEgATQavdy+e+1bZuWe6ThP1m00SMrhcMx8ExBvNNno5d6qrMz3fc45v8PXWFM0uXC5MaRJkc+Xshu5HCJPph5mxEnzQuSvB8UhbmbZsyx2obJXlUOPTY7Cy0WEIGKVwwTpFc01QbDGeQq7yoFqBsMo4C0KePNCukxrNUc6o+fXgaRQb86TZccQRUgivzlQ2mKuxOVcgn1uzq2qTkQSnU2GfK3ElilKAEUNZSjN5z8PMnxOsb9QBpSWgzAEVssS1afZMcwKUz82enu2dBWOLhNBI9ZdA+2GhT7NAwc1FFqIhOKyloo4QbGaSDJid1fLWEQQHh54XdD37HkJfBaej3N4k0wGIgm/B6U8kOny9ZWCNw8MFOGY3iwRpBSJy66VkN0xni+pYndHR2vPxu37bdy518brZ0ucPFtgNgvhbYjXyWRARxPVTfrlpluLojP73lQjxSZREDDxya+J3dkMyko/oApDIcqEKEHiuYn64HtcItjLDUJ5IGbalGJ0o2uh2XNQZ2Ki6mI9D7AmYtfK0GoVaLUstLsNQZP8488v8POfnyPhodg1pCOSuj0NDjRIZKHYtaEU7OXmZy2GJh1LRJ5YKLYHQh4guHnigMLp6HA6miTEpF+bw+0Nr1uaFjTYVU3chWVtoCavNccSxH1y0K1pTNBkkoRjSpDnceLnbVOD65hwXSKpmPLblP2+0kfDjqcyDU0sJAdjEZ1J6xzUcXjok6yxweR7iigrBFHDCQg/f3QPuZZV4q7YCTqLBUvfGbho7ZioNSB4v81CFcw4v19uZtM8wjINsMyIHpSicMF3qkydy1VXYlvksMudNh/s8uZmUPSy140oGC6aPIhGpIDC95aod2+aygIxuUzHs/+zRqQskyIc8DvIQkNQvTlpC3R+WxoGu020uzV4SYZ1kmJ6Msb4+TUcJcSjRwbuPjRgHJnQDy2MZjEuLiOsRzmyiYJoDIyvckyucjR2CzT3ymFXFqqIVsDsOsH8OsXdhwPcezhAlBDZNcN0vIY3joVQsHvgYnffRWbmCJVE+gK9OZ9brL3IBeFv2xkcmwJrFd/53g7u3m/A8xOs/RSffZHis6epDIqbjaYku0zjHKZ5Ifeqes2RZxJ74vmZr7CjSXewGpW48eH5AsOLGbpdHT/5s3189/e7OHk9xcnrCTwO86NIsCI0CbHWYL+hYL8B7HR09Ls6ZosYpxcBposc3d0GuoMmpkNf1qtXIb74MsbVIkVSUVi3gWSpIFlyn2zCJBI7ULB+lUFZ6PjzP/8Qf/4/fIhqi44DH0tvjMvrM1yMhjhdhjhdBFhcZFheZLh9u4sn39hFq13DX/7FKf7yL87w/nfr+OC7ddg1pl7XIkLEKwtqYuNb3+niW9/uwtBmSBP2rfjIQr4mBfJKDXm1jmUYYeYHGI1iXJ7l8BbAoONi0KE7vpC19iPMlgFmywhhArDWzNYbsPQ6ciVDXFDMCrGcJFhNM8QrIF4pePf9HXzrd3dR7wDz9TUm8zFePsvx4hn3Lrn0WdOh1+X9qGkg1RJkWlL2fTMBIV0INCnRnZpB13Osl4l8BumaY3ou4kaJ+Hddw+GdBg5vN+CnPmb+ClkSoVoUaKgqbu/u4tbuLmaLEOdDD3M/wiZLETIqpjCREcshhMOm5SzBZBxhuSCNw5SDGe8vtqXK/ddfly51EiI0U0HvyETv0JSOFrtajikiT5e++eHZGqMzT0gfTIOU3XSlqajT0dDu0JnL+wFFO4rrFuJcxypJ5LNZFCWBw8wM2DkTEMQubVCYkfw8772suaABkGK4tyKCaYNKg+IM72cUh3nA5omYwhPv2byJGygSEzmXHiMzAxRmKPQPg/icwIQRmBjUm7jd78oe52o4E8GttmugPtCxSVPBebEWwh/r4ugse+xYK8EBGpPOFFeZnub+i2YcDcsZ0TcppsMNpmPufgt89wcH+O7vH+Af//FC1pymLm41uH+rFrCqhVBX6i0NRW4jjUuhXdV9KBqJCqXJkAQa7tMoABPLmOaFmBdpYmySBFM3wRaSMgmdY8EO+hkT52VfZ71toL9vo39QQX+viVa3KuYVDm3HZxtMTn0ETPvWUhROjpRJO0/HncMmHt5vY3/QQJs1ALmCZ59c4MtPLjBeZrIofDZbdXmvOCAkEs9tmnBaBjT2pVpEv5J9zoeRBl2pyJI9t1RuEMcXQFE2WI1zuSeDCT23NB3e7I0lvZrRnEF3K1OaRMe6SDMNVxcb6VAW9G3BDl0XOwc16JqJ0UWO+TCFZXuwLB/9vorBHp8dNiYXLsbnLuJQRxLSWMDPBQ2GTB6XiEs+wznM5DOMe05JVYuowARhiZQlwrPRbEm6P8nWSAuKXiPkyqzsriyAW3tt3D/uwVvm+OzTOZ5+sUar10NzZwf7h6y+0eBt5vj86WuMplP0j230jx2Mhwkm1wkiP0NBB1dGt38FulZ5kxIiio3JH00pk9tpxL3BWNbgwMThHRe1Zg2KWpOEz+X4FBfj10BoQY9rqNUq6O27cjBN4CPGBsuFL4sJYJ7N8shAuuojXe+gSG0UGZP6THSVCFJF5WGeFSMKgo2K/n6Ogzs5evuBiL9ufY3zE+DilYLFxMBqQuKBBqdSdrAtJgXmkxydPaCzD9Q6Mdw6jZ4JhuyhvSxd/nwPiA6jb8QUAbiPLOqKAEyBUFIXckYoe/04uLFrhSxYUxTWCBnRyDTpRQQAxpIC5pDMoGG4qUpVRbXBehsOvit4/s8WXvyzLQY5qxHAqG2gVddQbV9MOzTz3rrtSh+9aRRYzn0xWDDxTOS16zake5JJ/+MHCjr9DJ63lMXhPntn/aW6FYB1jM+r0k9t6aWZhYl0Pg/khMhhHJ8bPQrA18ROlUjWjY1kXUfm10W8JlWGSLbJxINTT3D8SMHhHR3dbhO9bgPjiwCjSz7jIhk4khZB5LdlcVCSYTXLUXObGOzsYqdfw84AaHcpLIXI8wDeTMNyosuv49mQdUE+sc4B6RBEN3NwFyLJV9CdDQ4fqjh4oMCsGTBqhqRFaJqVPtAoQRYnGL3OMH7N57WJKHCRsG+X93c1k9QZly772URMk5ajwXFUQVDbTgrLCWDaG7m/yjXKPmi5NjlM5OhWR749t9MstNlAnPwUfwOPlUMK4pDnKe5by2cUhd9c9tfbUf2bUMxXSd+vkrS/LgC/JQK/JQCLGPlWqPe3I57fThL/ywPwX/+9khx765dvic5vNGiRHN4Ir+UvfJMClDnsW797K96W39VW/H3zhX8lEL8tAr/p/33jfr75G35birlMHX5dHP7qayrTQRRLtt2YN/7Yr339W/lXhtQ3/3JLsP36+HspIgs1qcRYly8Gh8sZsniDPApgEVmrJahbwE5dR5c9gMkKeroCpVuTFRmqBpNdpZmK89kCZ9MFEsNEoptSrSEiK1NQRQadlUlRKEt6E0sSoKwohzxvuTqdLvqDgRhmA+7T+XnkkDkk5aqkUYkwte1OZMIyTWKsKGyu/W2KsHwFpf5KKgpuekVvBOPy95fp2y2CWWZOpUBMMZmiGultnNGISCtmbRuNThXVBntlaWwEGE4wSCRgujgiCjGSe8xk4iMXYZ6zE87SZEMir7Fgubf926UXosxtv1nb9CfFAQlR8PMhmOGbaitXDCcU2vb3mAbeRbfbRhD4CDZ+2cN6dQ1/w9450kISbJjWDYhALkVPua7zQrp/D/Z3MNjpSEUcccMZe2GjAFXLRL/dxG6vg8O9gayyZ3glpnTepzUmuU0HselKvYNj2rJHKJ87uvT1qoaBpedLCphp0yhh4nx7JtZ5Ly+vz+V0iNnoQgztFCvcShXtDvvYeyVNZxv6KCgUo0CjYqNZcUAQn03RSozwG5mH6CYTeJqYDbg/lEQxv29+XdvUHIVpQVLeXAO0ZdP0TcFge9+gUMmgHF8zoo75I0/1ktjmf+PR3Cq/VtZMERXNuRaNCny9OS+i6MHzBc+GBgMGmgKLyGiFmPUQS2+Jk9EMiyjD7tF9DI7vweY8kkBemfGwJoTBgCm85XTbM0phmpTHSPZlkjSU1H2J7xf6DP97HAv1gglgznsoYEvvNP+lqY8mQ16fWyMCf+R+gQL2erWCRyNsEEhXME0EXB4rPiie01jBsw5FuIRodeK0SxFXPktSO0ej7xa7Luh1Un1KKiQ/y3L9U3D6GvWgvDf+S0LvvwrA/wUFYMZ0iH+WjE9p6uP1ITUHFFNlhqsgN3IUJIawK1ghIrY0Du82XDw5cPFk38XMS3A2jbHwaKZhGIRnO+45tqlz6a8tzUacj9kaQ2mZoN936i5sVt/EDLTk8FMLm1SXszsTrKI1qPzc0PhhwKG4y+uGPdZ5JoufZc50eM+3+LnTTRQUgFWKrqXRifsfgxUBYhoh3ViBSnGVn+ttnZwYhVUdCdO/hYKQoqvcLstChRsU84aClO/LZ451H5xFzuczzBdzScDz/ihodsGxb+fK8swpzSjl84mv71fPeOkL56+5aaAQ8xIN3YICkCe+mDySBGGaImBlQA44Jo1IVvnMKhTEMUlwgZCsJPl/UyO4FYB5r+QbJDoKBXR2j/PXCzKaM3121LM+wUZKCmmhQXcoAjvQbRuq5YhIXFA4VU2seb+g2ZkVjjUGiFNU1CUqygrLxVyMj9WKjX6vCQMWZucxJmcxnp1H+PI8wsYpEDcKGA0iiCtoNl0cD0Ic90MBlKQBUd8HiJUPECUdBON/QDD6GeKMdMQMHmkifK0tDfe7kEU8GUXE0hSmYrVW8fxEw9mlBqOWCxXt+9+u48c/aKOn6fBfJVi8VPBlcV/WcvYam9HncM0p9nYLtFvl+YlBxo5VyIpXGeajFDOmaEcFTscF7j1o4N7DJkbjBL/8lSfniXe+Z+HeEx3q9QbK1QaTGLjKVaFZHtUcHNYc6bqN1QTtSo6dao7MyzE6y3BxluHzyxRPL1O8+8EATz4Y4GoW4RefjHE69JDZuaxvvO/id96rAHkbk/EOJuMCk/EJ/PUl7t+z8OCeJZE8knk3i0wCHNPrFCeTAq/Ghczlm21WhilSYSNI6qJcnp9j7WfYbdfw8Lgjn8GPPp3g408nAGh+dqFVdBgt4sJJ19pAUULs94mmNqBkFaRhFf6qwGoRYD7byJyOFbT1rorurob+jom9loVOldpGAiWLcX6h4vxclfT2OiCxouzdpnnJrZV6QsFagayQVH+/paBdUbCapVhNE+SOjqKui5h7sFvgaFCg7mmoeypezxN8MU0QqDTQlzWq+RrI1gr2jxTsH6qokv5CzXEDTC9iTM9jDCMVw1iR2fBskiBVCtT2dTR2dRx0TOy3Lak0XLP+c8XPaDlPZZ0rtbHTEZPvxIuLia5RtPsmfvjf9fGH/30fecFOCQ8zMrBfJbg+j/HyxMPLV54cpqkhZLGCeMOrGrA7hQzPgmtgM+ShlEkhB/UdDUazgNXKYTRTGA2ijDOMLzLMzwssX6sIpxQbM5gsubYgi4hp4tUouLnE6Bh0/HJwxn6S0kW+rUeRv9+oA2adV5WOgvjSUEHq071QoHPcRPuoiQaHeg1VON/D0RTeeoN6pYZ6pY7h1Qqjq7UgY+SAw4eRrm6Hw3rZa8ELlkNv6e8o/9FBrK4KrWC/LjFuHEKWAlK1DVkUw9wGN2MFRuxMXiSSAnVqHJ7RXcObeblh4g2b3cZ0Fq6XG6yXvnSWRgHQbFv44Ltt3H9Sx/mZj/PzDSYXESbnIRpVA3fuuXj4uIbD4woOjirwo6Wkd64nPs6uE4xnRGCbSHMD3jwVhHfo55LmpXB9cNvFwS26pMqkJX9kKpJiyNnlHNfDhbj2ePuXTkBirTmqYeqSgiEfWOSqb2JoRA/F/PvKAeE2JFAaoSygynRxFzKcnl8Bsyug23HQ6boIfd4QAnFYvLFXCSibTl8OEzk0EElehCw6qvIikgMlfz3dftzgEm3BzTE1Mg4B2S/ElDuFX65KhTcYbjoq0FRXEhKTMQ+AxD9T5Erh8AZUY6cVsJoWqDk2DnaruH1cx52HHdx51IYXrDGZzeAFoQyeuOEQ6FXBATyHYxQSy97GJFZwdhLj/HUk3boREaRhIgdLOeyxxo5nNHEmEr9MnJotvcYxi95D9oFV4FYqgj7aeGtYjQLtexZ6iVv9sgAAIABJREFUt1zsDVqyfvn31/jlT69EbFZsDSqdIVYuS/pobBfVioN6xRLhpcAaWe5jHapYBfzay4M7d2L8LBIFbGnsu7EQeAG8pYfAi5B4pVB8YzDnpoEPuf5RBbv3a9g5JJbQgZq6ePH0Ei8+v0S9luPOHQd7u+xZrMEwHfzq0xF+9ekQhanBrFuSaCa2kpgP8JwWEy9qoGDXpThFNyJ8GnYFpl1FsokQB9xMJHK4JSa1MrBQHZhYLSLBpDJFrCalgFNtGTIQpyivmUzjcTNE0YS5otKpJX8ppf11iRXmDcd1dHGFsaeZYggF4PUylNez2Wig4rqI4w2iyEccUjzO4C9SQQ9Gm7JPkQ7CRoubNW7sctk88UHC95wHrXa9ila9Jn/udOqjWrdx59EOBgd1MTpwJ3J9upZVdQ30dxzBMV8sVjhfEH9ItHUmhhRz66qkMMPkoi59PRROyi5BDsqZM2HqXZyXGfEYGgImd2JBKgj6eTXMsLpOYXcUOG3A5OeGf4ajoFIldlOHrbVh6y0ZMhTsZ1SZ8HLFhTv1Qky9CMFwjvByipoe495dDbfu6sCeBuzruJ4mOL+MsRrmyMZANFGwmJer0k5R6WTyZ+eRjnjNgzrTnwnuPz7A/cf7stE8Ox9hcr3EZpZIJ/HuIfuBK0i1DGHBz3YOf0bxnB+yGEURodkGOn3gvQ+b+OMfH+L4Tg0//cWlrPWyKyvLeD+kWBxhdzDFYDBFu9tCu9fC9UWAp59MEPvAg3u7ONzt4fUXAU6/oEFjhShaYO/Ixh/96W28/50+/u//4yX+r798gXa/wK2HHArTTKXCVFXc21Nwb0+Fo2pwNV36PeYeOx4AveLCqLg4eb7EqxcrvHqe4sULFXO/gNVLoDczbMYK/DEHug7stgM9VVCch6j7Bv7Hf/dn+J/+3Z9hGT/Fy+F/xmJ5gTRih0iKV4sILxcRFhcbLC43Yow6vN2VQcIv/naCX/yHCb79R018+0ctEGp2cTlGEiTYbbSw367j3kNblu/R4X+FNNyIY9Ihmm5nB1avj4m3xPV8jCmRuLMC0UZD3arIMo0YhhlhOktxPcxwPUqxjnOsoxwHu30c7PUlNXVydo3xZCUoFKJq9cSU9Z0f7OKHf3IIp57jsy9f4PNnp3jxhYbnTzV4i1zqBLiRpBuw0aJZrFzltctnSgV5wtQ8HfZMdTKxucZi7smmejpW5BnAuTfFgXtP+BxuI1I2WEYraEWMHRo1KBzEdRhRHSPiRicR1kmC1EyQsV6Dz6kihK2asCkATzOMr1JMpykyQ0Vm8HCZw9ZL00u42lYE0BjkKLj1XhW33q8InYKUCtk3pE3pQDl7NsbZlxN4TGx5hSA0+Yh0KxruPHBx+0EFWcxhHNF6JDmoCCMFqyzBUoY03BtpKHxAW0ndDhr7Cup0IDIZoRqCkGa3N4VXGq+gpNCMEKoRbgc/23sohTmZnlBYNxD5KiKP97sIiRYg0wKoegpNT1DJDLiZgaNuHw8Oj5D4Gv7D336Jjz46w533arjzfhVuS4VZVTCfJvjo79f48pMAO4MK+oMKVD1BroSCr6/VG6g3qqi3WMVhiUjHw8WrL0tDlLeO8O3v7+HbP9jDxx9f4pOPrzAdR4j8MijjtAshs/Bcz70Cr3/Xrcl/CyNP7ut0ZlNsbjRIe3FEAJbEWpRhNokwm8RwLRp6aOajUMz9o4LlIsVyXtahcHEP2NoBdvZdHN7qob/bwnoTYeWHOP18jVefLAXhaLbK/a2WsPNXxbe+cYgffP822u2qbOyHFz7+6e/O8E//6Qw5UYwmayhsVHhI1jRJlczmc7R3XbT36J7OodghoCfbJAzR913U3S50xRX6DnGtYTSG748wfJFi+CKR3marDehumdgTNGFqyGp2UzR5D7Jo1DOEoLPg/WQRC/0iiVW0u03sHfXELDS5ijEf8ZpZQtOX6PUUDPoUgF3MriqYXNSQRCaSkAYvXf5cPpOZjOEQwiAWmgMVMTJxD8ihOQ98JHpw4LBBu9NDp92VpBTNb9A8BMk5wuSq7NiKU9zZ7+LRrT7CTYFnLxZ49mKJNKsizSp49KSBD7/dQK6s8fmz57gaD9EaOGgNbBFFeY4JPfbwxvJcqlc6qFc7mC02mM03UHUFbsWEaVSgZU0oiYuNd4XAu8TdB028+/4A3Z0dqDrvqRV8efoxnp19gjw0oKd1SVLWOircBk1xKXQnxWS8wmS0kh5XDk2K2EC86CNe7JTI+q0AXPbyZrxoUCgp0tgUTO/Ofor92zHauzRurGG5a5y/UnD+CljPWL9SCsCWXQ6E5uMci3GOnWMdO7d0VFsk42xkzz06VzA6p87JvWsM22HXdyECaR7tIo92hKIQB0y5lYg/vlfcnzDhRsyaWWFF/RyqMxb0K1PfZWVNJItbeg6TWl0D/QMLjRaTVJagzV//sorXv6whjCMo7gJaZQ2z4cOokuxQCsC3b1fx4FFdkhYzCiLXHq7OgKtzYGeng6NbffQPDHR3Qzi1QNDGvOezuoPI+s3SwHSoYjEyML50xZygwynH4kpZf1ISojKoRlIKwDvXpRkyypGsbcSrKlK/gkanQLOTYz6nCYqp2AIP3jdwfM9Fo9pHo7KD1y/PcPLiDPPlGj7NH7qCwaCOwW4DScB9gi5VKrdvU2xhh+4SirYWqo6mpXj1eYyn/xzj/EUu/cyzEbGBrEMp7+HEAOpWCt314LZC7N0tsHu3gFXTYFVpnqHIUFJ+giUQLgucfVHg/IsCmxWNL6WgxmuSA5p600StSYISB/sbqQyyLPb4crBOUZpmAXasx9BVG4bWEUMEKTusSMgzEmSY7GWlEpF2BlYrVVD57Gxm0pcEB95vKUpTUOFAk2dznqkEgSuJ1JsT+duC5huJ9NfEzP83EbcU9n77P//fxd/fEIB/TUh4kyp7Q3T+zb/zJv339tdy8/u+ElXL3/f1v+9GZL35nVvx+GaaK8/lNxLzb/lWf5tgXv4yPsfEDr81l/HrYdJR/Ni//h68lUqWZKAMD9762kQALpOwTNPfGO35xxQ8tKcU2BKYSgxHT9FwctR57eYrGPkKtp7CMYqyN9Dg2bDAcLrA9XSBXDNRaJaIbJppishKRHpIR8FWZBZhinVKHGxzqF4oiBIIlanGupVmU/Y0PJsTaSvfa57L9cdFAzVJXRzEE0XJNR4vMZ4sENEwzNnONiEsKdStBeDN6/TW5fQVnrMcPvHvSZgII7KSrwwTmFuUNwXgZq+KWotkAxq6We9F7HAuhl2KJVGYYzha43q4ErMfB+fs0C6T+hz4lT3MQk+TGUo5opH3gr2qFEn4fElpti6pN6R/0d0txmFdRaGXgjP3Pvfu3Ma77z7E/ft3RDigoPD8+QtZTKctluuy5/bNx7TE/95gwdmTvNProN1qIPDWsjImNONI0MqNioNBt4V3Hz2QNZuMMRuPRa4mYpto4BKXSuylJUIECR+8P1vscSQy2eFMLMKGmOwglO5dhjokoW2w8ihDHmc4O32Oly8/E3wyBWAayW7duYvbt+++Sd3HFCM3PigC9xp19Jp1EX9tTRVEsr+cS49ozTbF1B3GMQKKoJuNdBETP87aEIMYM419p6qIN0zuUqBNiU7lHlrqZ/j+pGI8YHJ1sVxisVwhYL9pEMEwXVkk6GmaVYpdnJcVmlDigjB+02lN8RW2DsWi0dWWPsy9poHDtoH57Ar/+KuPcDoaoX/nHQzuPEZNd1E3nJJyQlJrFGO1mGElAjCfBWXfKD8jfLZLuMC24LqurE0YYOV52JAQye7RJBHxl+sGAc3Qiw5DaI+6bUiSivNTUhrHoyGuLy9xdXEuXc/z8UReg+XK42iYCQ5ojgOjWoHukMqYyNfI7mkK31wbdoX6DK+UxgoxNAgRkh3MJfK2NDRyavdVdYAUVbxtvNleu29jof/LSaD/+idRFOJTINNKCjQFRJ21ZYyfaLoQljKei3WaCBkSy7DfrODxQQfvHXRwWAEOKgVOZgE+G/lYhgVMOSfwDFre+4RSQdQ9e+dZH4MEhppAV2L06xUMGhXYSg4tYbUAwxkGglRHTHyx3C/L4JmpadIRSvT+FoWBuMhLAXh7H+X+hOlfmwEV0ihVEgD4vZQd8UTFM8RSBvJogwN03iA5s07KDvcwF7AYorwoBeC87O9MpRaxvI6ZLGXSVv4+myI3Q0ZrWaWQuxV/t2n67cNfXtOSSMDaPN6z5ckr3yNnpFL7Ixh0wR9s6wCofZQEj9KoRDEswXoTIozL1ClFb54N+S8x6wz30QjCap5qvVoGXWxTMPlFwrNTJrMvvvdr0jZ8GoQ4pwhE6KHRkqZ2ntm4mPzlfcJgwr/WhFlrQXebslRLh8Khp1SJlHvQzB8i3VxjNL7GaDJEu+Xg9q0dVG0XC1a2XYT47KWPz195WFtAUFPh9Gpo9dvY2W3guD3HcWcuOslmqSFOB8i1x0jSGtbXP8Nq+DOpH6Lov1EMrHkuNRjkCLDfDKU2lL2wJKJy77ze6Dg5M3B6qSHMNgiyDf6bH/bx5//tPvqqhsmv1rj6LMKrymO8qjyCll3Bjb9ETZ2gbrPuLMTY5wpwp+3gdttBuEhxeRrg6jLBF+cKvjhT8MMfD/AHfzyQecQvfjbFchPg9gcqDu4pyE8DZKchZgUw1lVUHQu3Kg4OKzbWSoqVkmLQzXE4KJCvUlx+GuL0ywRPh8DTEfCN7+zgw+/0MZrG+MVHc7y+9BBZCWIrwbfed/DNDxzoSh/LxRGWcxXL+SuE/jkO9g0c7vOMybkWq/wYhIswH8Y4m6k4m5OWUQgxkeHHapf1qSoSL0BCcuw2vLfXbuDOXl9mAP/wqxF+9ukIhtGQVWubqA/4TE0wGq2wXnl4dA94eB8wixoQNeEv2T1MWpyHi6sEF1cp6t0C3cMC+3sWbu/WMGjZMPIQehHh6Wcxnn4eYzwFvI0m/eCsHCTV1ebZqcZ7BAkyEQwjxV4P6DUULMfAcgJYTRvOjo3eABj0E+zvpGh5BlqeiYswwcswxoqbRRJ9+dqsOOPWceuOgtu3FbQ5p6QOtAFOnq5x8vkK40TBKAFmU2B+VUgd6d57FvYeGzioQ1Y4SbC8jOH7OUIUiCTiYkKHhS/PcvzqJMV0yf2gYReNroHv/KSH7/6ki/lshcV8iWCVIvYVUcwvLxJcXrJgkCJLglrFRLNZEUFjHvhygWVUrjk8ZJLNMQUVqtPpzcTfIdneRBsC3jrHapxgecHEV4IkSCXGzrQbl8sCY/ZHSE9H2YlKtN9kwptD2eNK1YlimUbsisMNVYmST5imlc5NpgR0VLsaKl2ijonjYYoghecFgn50LFeQMfPJRvBgFG3KHrsSB8lEZr1hybCPvZHTCYVJbsZ4D+SxpkQnlIIkcdQykhJkIw/4tWYhIhNvWqFfYDFKEXi5uBzsql52+9nlzfemD0ZXSvSqt/ThLTciEnKY2+rYeP/bXdx9p4HLCw8XFxxoJJgME9iGin7fwN6+iV5Pl5VrfBiRD57gesqYOIUmOvZMEX5ZKM0hM2kYdHfWmwXqLW6IebBwZGDABwTToLMFN13+1sXKA74hqTXy/6M4K/vPmNAJiM/JYBIBwfRtxq48480H13QBowKwjoFpbD5IZtcUgQtUq0C1BmTsb1joghhXwPQR+4r5ZxH/x1QOhy5lQoEPU7HmqByGcxjA94zXC0VsVYRpfv3l72OnqyZpAumQFdxyDn8O+AvixvgBJgKywM6+gU6f7xtF2QzBJpX33VQNNCsVdBpV9AY16fGbzle4vJ4jTELpwuN1yGSZZihSSr7ZMLHC1DwTZjrWCx3egq5QDizpRONifzPdvKpcc550mviCUyZyWxyS8hAud0j8XpgmU9QItR0D/fs1NPqOMPVTj8nJtSw6I+2KDYMPRo1pT74WJYpYU9hfY8l7XxQ+8nyDKGTP81eDE0kCyOvOpHTZmycJ2bREVfGgy0Gq9N+qQH/QwM6gCaeqCOqUGy1/rsAnSo8p8qmPnb6OB48r2OnT7UFnP6RY/uWXK0AzYW77koIwlIO3RbSyrYOG3fKayGEZKSyzgO1asIiOjVJZfHhYTDk7KjTHgO6YuD7bYHjmSyLXdXhAIa6B/dlEmCtQ9XKDSRG47EAigms7yLJKh+hN9+9N37T8el2HtyqT9HxPpF+bfQl0L9NhSpdQQrw5hf6yV8ZxOZzXoZu812UodDoauaGF3GeJTyeiiQdYEgDqTfZoa7BcOgOY0im7T2kO8ZYBOm0Te3sVdAc2Qh0IdD4QlkIzoJmFwwCdh2CinznMCBI5FPIaY/KRqT2Tr4dJEYMYJyL6iE4tHeOmweGCIlj2YJXBqqmw6pqgUuWQSrQqEx25vr1P2jC56SzK66XRbsKp1TBdRZgsQ2jrENYqRMtKcOsox8FhjnRHQboDnA5DvDwJML1KJf0bTFlUz6WU/do9fi10QfHhqGG9iLFeJDi408PhnS68VYDzV2NMr1dIglyGF71dF7093nQKJEyQxjmCZSrfS7HF7999bOGdDx3ce+zi+E5Ferb+49/NZDXqt9Cs35LDaibDzBUc5xque4XOXhPd3SZGFxGefTTHZp7ikBuHbgUp8ahEE1m6vHd2zUC9q0vv/K8+muNXH83Q3slxeBtoNUw4ioumY+JoP5GlpCrUTMXaBxZrBbMVk62Q3oarywjXVxRXAM8zELC2QIsk0WqhAhMVRAqke6qiF7hnq3jUcvGjP/kD/OgnP8Qnz36Ff//3/xG+P8bhTgWNho1prGKaqDg/neH8dCpd6DykM60XrlJEqxStXQ3tXTLjUsHtuJaCuwc1HA8cmGYM02DynSLZWowHO406OrWq9IcklonpOsBo4WMyC4WowFRuxTBQMUzpLKxWCyzWGUaTHNNFgUwzkenE2m3RLlEoIlzgxZKAT30NfXaOdqp48KSKRx9WkSLGP318iY9/OcLVhYbLCw5kSiS9bapoNUsTGBPsXPIcF5OSIeQQ3p8luVQh4rpM8m88Bd6KHYcU84h6L/HntSYVDWKAY7i6ht1GFS3LxtmLEGfPQxHul+ynNXIY9UJME8TDVljCRXRJrmC9LrBY5litmRAgXoiYPvZfRoi9RBySvOfxdKjZwOCBhcEDVi5AemOZtqzoOzDzJs6eD3H25TW8eSKIcw7xidKiEaPVMdBum2i1ifblgY97ilSGQ2M/xdijcKYjJj3Fy1HME1hajvahiuaeJjUORNwTbeu4RH0qgkpmUloOtHwOb8sMb2gKfF4vl+wnjhH7unTu5Hz+WDFgJuVzJWM1TQ4ny/HoeA/ffO8+kOj4q//zc/z0py/R6Fuybj+uivGNaMJf/vMcT3/F1LVW9ovyuWawt4Ydbhw+2Rgcsl/eRBIYSAITy2mE+XSDOIqwd2hh99DCcBRjNCJBpUAcsC+ZyKkEijy3ym+HB2res5mUYdcQr4eyq5UGMvaRGiIU06hE4YRJce6Vid/nsFSELzpxSP5YFYJZptgYsULBKuDUcjTaOvq7VekCLiwdtIRffrnG6S+X8JYRVAoqroqHt1p4cNzCTrcm1BrfV3FyEuH8bIP5aInFaIkg0WVoIcMAgy7vvEw1+ivs3q5j91YdlTbJLvxemc5gzzCd5zUUSa38rAV8Bm6Q5gskyRL+rIA3K6DZOcwq9zeamBXBepZt1UWrH6E9iPj4lmQeBWBvzX02E0mmpF+bHUcMOUyj0FE8u2bSPoCuBej2UvQHbFF2ESyb8GYteEvugSlKbYfF4swsBRo+Z/lv2VlVDiL4zKYB0K1qcKpbjI2MzzPBWtGkYFU86DZ7o9m7F+GwV8e9vabsp67GCS6uSzT9dJzj1sMqHn9Yh10PMFtfYR3OBM9S6Lrs62iyYC1C7LEzTIFjVuBYFWwCFZuwFKxJEzB5fzM6cPUG9MKDVqxx+04bDx7uwKnW4FP08oGL2Re4mD8T17A/VwUZ2eL13zNRZRVPW8X15RzDqzniTQqFhq3IxGbSkkVhjUsGmtzUb3HmrLoocgfIbLT6G/T2V2j2PLj1AIYd4PwFcPYCiDYO8rhSVuggkRoNf6HKe9A9BDqHCtxGBMPxBbs9vdIxvSZlJ5D0qePmqDdokHGRhbvIgh1sPFVEPKbGmJjnflD2V8Q8VnRZqjOF4oyQ5uyx5Z4ph6llsPRMzig0And6Bg7vOOj0HbiVuqyTj128+qSCte8h1saAPYPd8mHWmABGKQDfqeHR4yZbRTAdeRhd+ri+yGQdHrdx//EOegOexTZQdIq/FIEDMUdWKy78BTupDUFjz4cuFqMKDM2GyeE5B1PctDPBxdQaQtj7U1h7E3ku0HwcrTT4MxPhgtSGGJU66QvEZhKjquHOYw3dXRXrmYL1jK/1QvrCeN+pt+pSJdRoMs3vII1pyuM4tExYUaBhOjGJY7TbFlodC6PLGOcvNzh/QdR1KP1YlWYTlWZDTIYUITQngtsO0RxE2LsL7N+jIZamQE2qEuajAstpjsV1huWQFT1M4pd0GBofTVajOBFMh4nf0izABDApQuz0LZ8HHBCWxtyyt4f1TQ7SkFjwCqIwQRySGESSFhfR4zSe6IhIeIkoLrE2RRNTNa9F3o95tpPBp1YmYN5oaF/TT78u1P4GWvm3pLxuhqJf/fjrouqNYPrbE7Nvj+9L4fbrA/0tzVd+8u3k2M1z5jd+w1to598uAH+VrJX/9Rt/4Y3I+9bv/g0B+F8Sgf9loVvmHKRwif2ad7gy10oR+Abp/EaQvkn13shmNz1db8Tnctgsr8HNz21nKUyacnOgFoksQ2VKi7hMpngD6EUIhwYtk+dYnmlJSgmwWCywXCykH5YGjorLRBKvXdZvLbHxljAsSxbJS2vpTUuw2c4wtvI2bNuG4zjyujLdyHPozXt3M4+i+EvxkbSREgFNgY54WU8E2JICxmcpk1IlpYSI55JUUXoSSvPITRL4qzeI14gkFJlwZcBBOoVLczX7Bd2aBaeiQ9+myCggWOyyVUshLU0UDIcrDIdrxCmFbQrcTEmW79uNAKyyn5nv3dajv+XrlX2QZcu0VMmUIjSJX6VgXDDpqhMJXD57u502BoMeBv0dVKtVSQa/fv0aJ69PsVqXiVsaf8oO1TcIP7kvcIkpu+LI68lKNc4X5EcaiWnMM0ldq+Pdx/fx5J37YnwPPIZUstKUwK+Hwo7KeqYKam5VhCOmUnmPtii2mo6IM1IewbkGCXWaLuZt22SdG5PnGTx/gdV6IiYVGY3yOdzuoN3pbL/+HAlnE8QUpAk69So69RosCjmkXNDcErB6KXozoyqT3tq2NzNBwvlJwrNDBtfldeoK8aNerUoAJQw2MkeQa01TkesGckMvk2bSl1umgCkUSWBDJUVBkf0xQxfyDjPRHkRSG0GhlqQulSQV4l9JbdBdEYAbFQOtClH+SwzHZ5iuptioFgLVQru1h3Z7DzbnREzppZn0H0ZRIl8nZ0elECSyl4gcnL2VWFnuqbnHLFPAUvGQ80xcppBv6IGsfbM0R8IOpIlw7yxpvcUMw+ElhsMrXF9fYb6YYbGcI2byinU8NGIQOaHdoGALRGGMKCCatuwnlZ7SqPz/cu1R5KXYJALwFmF/Q48h5WdrbhESHH/+a9yG8l76rwLwfx2xWu4xEgQvP8darsEgOZJ3CNYJCdmnTLOKwS6J8PC4hd/78Ajfe3cPq1dDrF4O8dqP8IL7C81Es1IToU+CWnIXu7HRENHOcx71DIY7IrQrNjoVR/p4CX1nV3qYqiL2CLlSakHKZxYFS4vVAhSm5XGpkKslq4yHlfN8U9VhkSzIg5HGzl0mWsv9i8bKEM58KbhSICRyXjApPF9y/pCXnaNJto2ikFTBzxQF4O11KBmNLSmCFAiZe7ODm7PTUNLKfGaUSerymSP3S96nWJ9HDUNm6RSJy4oHfgnlWZpzAn6d/HVl+pev+43gfXMVkG5Av1acMiAXiLlG6hVKrInMzsr7rFWadXSisfn90ujJJ1L5VOLfLbNSzs7SWO6frBSgYYk3a0nwR2XnMK8RxbCh21WoVgWqWf5oOBWYjiv3bOKuaXDK4hXSZIWlv8Jis0KlbmKnX4WuKhifLzE6W+H5mYcXpx48M0NQyVGj6fKoj4NbHRzVpzisTxH6OhYLC3HcA5QjpImNxegjLEcfy3xG0RX4mYYF5/U6cNBPcNBPUSl08Arka5EpBeZrBS9ODJxfaVIFxPWjbw7wb793iFoAnP/TDK8/WuKst4ez3i46Tox9y0NbXaKKOfJwiWeXCZ5dxri3b+PegYUwyHB9FeJ6nOLFFfDiUsGPfniMP/rhscw9/vlnl5iv19h7pGPnSEN+tkF2vsEUwNCgAdzC3aqDo4qNk2WEk2WIowMDj+5ZqGYZNq89TE9DfHoFfHoN7N9typqvC7w8iTCcxvCKCB5i/M4TC998YqFIqhgN69h4NEJ4sIwNHJukP85KcgScjdEoF6ZIWFe5UjAkmVHjI4rdtzacVh2KbmB6OcfscoEGg4NNYLfr4KjHOkkdv3zh4ZMXaxR5FXlRhV1VUO1QY2PNUx2m4aBZH8pSQh25T7Mpz4ex0HivxiquR4pUebYGmWhnux0b3ZoJI0th5hnOziKcn8cYXTMkqMDfKFBokub5p6HCJKmXhoMshW0U6DUVNFwFw4tClubosOo67t6r4YP3m3j/cR3R8wmiF2NcpAnOtBRrMZfwFqXJuZ6r18/Q28kEUW9DRRYUUot49SrBLAfmXKR0XfDeqOHwfQeH79jYb6Q4qGcISI26yuAxPIsMIfdahQ6j0PDFa+CT5wWmC94WXKVgKu6932vh/e+3cfJyjpMXcxGdqo4pt8/ZRJOVhIGgWfb3K3j0TlcGQp8+G+PFqzkpcVIhS/QkGes8H2uVHHZTxfG7HRy904VqqxJX9lcBFtdLzK88LC9TLK5SSUvYloGKHmX5AAAgAElEQVR+x8Zhn9hNC7mqIFNVnLxe4tXrpSBdBQFH1jpvoMQjsgdXK4TDL0hVlq/bbjnEdjcytJBNuvTH3uCjeJNj/4cJb8mSZG4euLkrN983PVr7hxUcHFakF/XyxMd8wpuTIoJkGRcub3SCkuXBlOKfqaDWyFGtc3NUiNshXAPBnJ2mLJs2YVYtNDqqxN15YOZmUByjqY4iJX7Mh7/aCNKHP9/uOXjyzR3cfdTC5eUKV1crjMcUpUssQ81ll0qBai1HrUrEmgW75gjaaOpRCM4QpQZiDrvZdZsoMkTSJDjLxxYFXg9Vty6OQdOw5UDBTVMU07FNBydxKxRJiTlgZXuBkB/mOMVyvZHF98M1KY1byLIqeOmaDlPeJfa6wjSLMAAg+NT5NYeBOQyTqJoASuogjxoAMeCFB+Qc6HAASyGOD8DykyJ4aQpUkiTiMLFMpovricilXJFuxmDDnoEq8oRIBwv9PR31Oq8BbjYzXL30cfXCk40tnUPNroH7j+s4vluRfljiKCh4EE+BRIOeuzALJk9NEbkur1Y4eT2Xvq52H4IhtShyV4DZuPyAqqAhohwc6ajJUgwOrrkh5g2PBgUuOjMVjIYjDIdjQYMymcxhOdG9fDAzUbpZcoBWwG0V6B64OHjQgVOz8eKjOZ5/PN8KnDkqVQf1Rh22zf6JFLmSSqqIi3i+XHqs+VZs+KFFEbKXeusvF7xV6Yzm45lCq+0S41GaNOiepIDAwww/f0TqvvPeEd59/xBJFGJ8NcH1+RRXpyGuz5gC0FBoGo7uuHj8fk36OmnEYIr26jTF1WkCldeK7go6dj1fIfB91HYcVHsOwohfdwidPakUcuoa3IoKp6Js0+e5DH4pzPBwnMSGLLplTj5fi2O1vVOFU2XnXiDJFUHJS2dlmRjnZ5VDNT4canVVFoUPvi98VSgkcQ+U5hrSQsNmvS2DXzNNnwoSsrTobbtkyvocWZajo90hgtZCnAaI0o10FBNVIr3AMx3BgrglopdVPHyvgQ++3YRdLTCZLaXP+eTzHK+ecmfF/t4Ee3s2jpj4v1WH26+hMqjh5NUlXr+6hL+KZWCowZADpm2a4niajNfiruThkoPGWr3sk4rzVYnKZIczE6m6jho7vC0OHpmYyrfGD0NS8nTrEW8eLHRsFuwBzdDby+E6GizVRKVSQ2t3B5VOG5NZhPE8RDNT0Cs09NwMh4MQg36IsJ3Len7m4/PnawzPY/jjQoQHDsaXPrAzMNEbWNBy9jjrSNa8dmJJZ/f26+ju1bGa+jh/NsVixMFA2e/U6dto93nw5a6WmkyGcB0gXEXIViqylYLf/YMGfvSnbeze0pEqEUazEP/+rwL89V9t8O67T/DkyRPpgg6jlaTikvQUSfIaveOGrMlFguf/tMJ6GKFdVdBpKNKT2z9U0dvfQXdvgDBV8Oz5EM9fTjAdFphek5KRYnePOBMHg2obg4aLwYGP3X1PiA9c65WO5VrHcAR88dzH0y99zBeQHhFVM+V942F1udjIZmbQ62Gw08PEC3A+W6FTLfBv3nPxx0+auPv4Q9x9/AH+4i8/xv/8v/wN4mCFP/hWH+8+7CI2qkiMCp6+usQXLy8wHPtYLjlYA+7dqeLunSrmy43gK3nfJfp7b2Dhvcc27h0ZuDof4/p8AkVJYVg52k0Xdw/3cNjvYhFuZE1XmQi7k1ksRi6aJ9iZZat8LdjXosEPgck8x9JXYdXqsp4+neKLp8S2pmg0ys7N1bWGeG3g3Xc7ePfdNnoHOdp7CWarAH/3n+f4+S9WWKxULFesHyjHeiRrsGe4xh7Jpopqs0xlrubltS2YX5Ud7SoqdeUNepPDaaaTmICtN0osDbukuKxclTxYy6ngoN9Dw63jb//6DH/716fwWFlhqDB5H+lpaPZMEe96vRrCiIOUDJsY2CTAJippKhQi89BDHq2xWUTwZjHigM5ASE984whoHitwWzqcuoFqtY5O9QhVo4ez55c4e3EpmP0N9zJ+gTQqn/MkC9DIcf9xU5btcMBGZ76P83GCcyJkCrYfWUhXCdJJAFNL0T3W0TmkaE6xk8YVilpE2xWwK4XgahTQ2GSL4UEGUvQY6lVBhZ6dznB2NkMSWEiZ5rQAvcb0MoUdE3FgwMoD2HmID985wI9+8ERcnf/7//YJ/vavn4nLP1UU/O4fDvDHf7oHt6Hh00/H+OzzGc5fRDh7EQtGUmP9B1M8IRH9Km6/Y+D2Y9JUmnCMJjSZNPNBFyErPOT5GorWgKo1kCUm4piD3lxMXFESsY4JcaLAJH7I5fOBh+zSGCT40aykKNDExueHYPy4z6NYEunSf8fFwVg5aCq7LMONJhQQ0hWYfiKVhH8+hflGx5CDZ3VQx/iVh/PPFvCIp85ySRP/2x/fkkUSzngY4emzDX7+iw1enYRoNXM0G+y90rFYMpXLQzUfQkxdeIgTD8ePWrj1sCU9NyRG0AAVZ5GkU4j/XYwNLOcJlvMQccTKjA2gbsRIScOlTvSaxQQUh4mkv9hYrwqslwU6+xt09gMxzFEcpwAXBhxAMjXCZIaLJoXuAwZeVFy/VjG5IDaZwj27bgL0BoEYMot4B1nQw3TEXloe1ErMIQ84fF4Z3PRzu8qOrK0TPU05YC6R7v29BgZ7TcxmrMBYwPPXCEL2Iqdi7Gv3NMFScu02LRx3XdmX+ZGJxVrDq2dLvPpiif5tG3ee1NDaT2HWlih01qDQDMn9GLamrRzhMkcasvePhlOKp2xOasq1wucpBx69Wh+dWgdNV0HTUXB8zBTnjlBtrschLkceFvEplvEpLi/WOH/NcmENvf0aevsVdPZsdPctXJxOcHk6FXqMkmpIKR4Pq1heV2EbDVhGXQay3F8w+WsxZevw66pCU6uot+eo94aotdZwqgkMK8Hpl4UsZEzKNkR4C0L2VhFxbSLaWGjtZ2gf8FDO+z8F4BTzEQcgNvKCZ6sN3EqORot9UhWkm13Efk9MD96StBGaLrcCcExjTQK7asGu2lDsCWBfCZY43HD4n6Jiq6hYRGjlWE1zdAcW7j7k87GCZquHRrOHlx87ePWRg+liDi+9QGaM4XQ8WI1SAOa6c6eBx49bMuyZDH1cn/sYspPqKsa9hy28980eWl0FabFGFFMADrGcR6jVXNRrLtYzG8PXFuYjC+tpBetZRVCaXDxj8JTDPYVgTdMNqscLVI4XUIiKYIJkUWA5UrAeFzCIQnYC1BqkFHQwOLBxdB9wqwk++2iCzz+ewjSYospxdDTAo0d3sLvbEwMk96C85xCRPJ/4uL5cYESE23UOb6ng9t2OLN8PJel88WqB02czXL5cY+/4EHvHB1gGAcaLBRRng/ZBgu5Riv27wMG9kmRlKBqmF8DZswLXr3Ncc7BzEkn9SKfvotUzxUjkVGkkXQLa+s1QUQzZgiQtUaGSKGQ/eM7BO++97PF1sJ42sJ67Iuwz4Su/VvqhKaaTHkGoajmYlMSyXtaycMhJoUjO11tasAw0t6aj38QVf6XAfl0AflsF/Zq0uv0/b6GWvzbnLhGUv/2fr/+ZJdL4q1/5lfj7VZ/kzX/9/ysA30i3X0Ea3xKBb74F+fGt70e+zO0X9i99m291+P7W71VwxCSmlAaXQoTfrQAs/cnC0RVR8+sY6dLwJu+TRGBvTPNlTQXTeSJMyhylfI9puqIYxJQl5xOcNrBEiT8S5+ywf9U0xYCyCafwNzOE6yXC1QI7DVdWp2ahTvOanmO1mkpy0W004TZa8BNIfxrJRDMvxIrVXER7bmu2eH6Qe+lWSLoR7jko5xmdlSIU7xyHaN0SGc+hO+cEYtyONPmR/58iMruDuWdkYnY7Gy/RmxQ8boTw8oOzFYhLcZgpXw4VWYNAQylT8Kyaku5eVnoUiVQGVWhWM2xYOlP1mgjAo+Eam7CQFVM84PckCS55gAoliusmuFD2OpdoYcGR8S+RHliK8Tk0Gdij7OfUOAMrBWARDAxNUp/9HvvJd3BxeSWLwjdFCA7Ibqoayv5J+ZPKr6X8i+XqY9hDp9FqWytVIlYhwu6Td+7h3XfvoaALb2tE53OfggFNAEUWo91sos1Jcc4zVCTmbd5HJLFKNLRlS8iBy7YcVN2qhECELBZzj0ORXRdyG03oFPC596D4JGILRc0oRMwNTpqiXXXRqrpbIYeUIJr/uFeMEWbE7bOirSKLbWnSnxmGmM+m8Fdr9FotWVXbQsVkfV0Eb7FAEmyk15mLNTpFpQbVIhGlNPjdvJaSbKVYJclmVueQQFj2qHOP422vORociQPPib/TLeiGC0OvvME2m3oKS6WBd4HPTs/x6ekF+rfeRf/4CaqWCyvPYfLaUF0UiiMmVTWLxRAguN5tzZTU0tA0EUfydeoUnXndbSs6WJei3WBp2Ulqsre5IVSXkMQsb43L09e4fP0al1dnktobTq6x8FeY+yvorg1DUsQOHKa+C2C9XMFbefA3/JzRyM7XhOfXr9K9N/czngWE3PFGAL6xsfCYVeLO+TPsiS6toF//518F4P86AvDNo4eGDaY+9dyAIQQpIFIDJKwD0Hl/c7aY+A1+50kff/bjR/jx793GT//XX8o6iRNcWAq0ehW7nS669brQyCwRVykosm6PpheKlDRR0EQXoE7TnU2zpo4KawQV9nMT254LjZA1fXIvQiH4aYvVXW/StSpSlWdV2oDKsyivLwotIjxvP3O87mkY4v2NpiQh8t2Iv6oGY7unFLwsDZhRAi+K5QyckbjEGhxJAJdGMrm+WZlAoVR62ssdgQjkORPLW6Pc9r4jBMJtoK6sTOI9t0wJS+fvdu9ibAXgUqi+EYDL4A9R0LxXi8lDxF0DNHGQAMo6sYvhtbxm1GIcx0Wj3oDruCKa8/XiM5ymLakt2O7nONvhPFnOmhLWIv2gfPYXOfUWBlNKygYx+hQQuRuQoYhqicBeqCQ9tFCptGDbVTGi0pCSMkCGBCHv5yD9hkZWBnUiXJ0OcXU2wenlGmeXa/h6jNBJ0Txs4Oj+Pu486OPQHePAHcNb25jMa4jCJtSiK1U1s8lnmE0+l9AYZxpeCEzX1KsKHB0XODwG6rmFem7LHsfPY4wXBb58qePiWsPxvVzW7z3aw+8/PoI+yfDi76/x7B9HuDpycXVUwZ1eDU+6NexqGzjhBYLZBP/wWYaffp7h4X0TDx6YYgy6nsUYzjO8HgKvR8CPv/8AP/n+A6wmK3z085eYzufo3LbR7BvILzxkFz7GaoGhCTSqJh40XBy7Nn7x2pd1/14V3/ywiT0ngzVZIBz5+PgC+PgcMFsOjKYLP2KljYalV2AWhpgFIX7nHQO/844pxt2zE5JMdBzuVrDTIyGwTHizCtYnxarI4Wo5HDXH3AdmBLQwyKdTNK3CrO0gzh2cfH6FV0+vcHAEHBwCuz0Nu6yzUlV8eZnhywtSKByEAU0BGex6jHa3juPDdzHoHyMMPkYYfIKMM/EVda+S8sbzxGhqy3JqmVQcNRtAq66jweBZxmZbBfNFhPkixPA8x+VJjuVCAVwdiqvBbKsweO6ljiPal4JmRRMyzeuXmSw+H7ln+8Y3dvFvfvIAP/rBEU7+0y9x8nef4FKNcFUFNkwUS20FTS8OlIKU3RiVagRDSaBnCbJNjumlKouC8YpkuXGG2SnDbzpufVDDrXdc7DUjSZ/Ts846QgrAASsQkYpGy/X0hYqPvlAxmfNeZaMgx/r2BzVZF699XJx6giNwmFBVNPhrFZs1RTkKNQl2d23cvleTDRPdE2dXGzbpweRmlsOZmOm58ghC106jV0GjV4VLgabJaATTg8TYBpheRJhdRsg2GvJAR7NqYNCzRIAg+oF3y8srH5fXHGblW8wMzwrlDVl6U9kfIEXjmQistYaLasNBlnlI87VsBBkSyNkhW9BxrJdiR8ybfHkz5MZBhGL2Z+ocdhZodyy0OzaCdSbI5fWMDhUmUtn3q8IwGaBWJc2rcL8sjjIi2Nijxp4kU/o5eABKQybDCiiWBpUianncLd010m9WSBcwv7YoIA8/EuzZ4LCGds+WdAPd2kMOMs43khzyfA65cxkeOAZ7l3I4XDUTTt1GogDLMIUXs5+gFK6kU4GHbGI2yq05CoVDoxCajLSJfbGh0pktYncsh3nDzmDYOaptA/W2BavGTbUu5dPj6Rzj6Uz6lxWK2Bmd7rqkd0sLKZOxZTr2TcdAoSLeaLKgeFAUT8TvInGl61djh6nCh8N2sLD1C/GQyDOEIsyMsrScjio50AjihZ0uqojnRBQHHL76ZTdVg8P/KlPIORw3k+QenRJ8IHKTWmsYuH2viv0jFxs/ge8nGF35uLr0Zahe4geZXi1TJotlhOl0A9VK0B4UaA1UNDuWrNNXEc5eRUgCdvRsMTdwBCOnsINU+nfLNCbd9G6dODUdsQyh2Q25EWScIH35MNY0FIkmJgGy56tMiXY0tHo8FEKSZ+fPQyRFgqTga6KLu5IbXj606Zil857pdxlEJ+zMlkYHGZCT1qbEZRfKzcG0xHvxGqfjshSo6bjVLQWGq8CpaGi0bTRaNqo1G5WahdVig8lwifH1Gv4S8JZEkpauttsP6vjG97ro7OgYDacYXc9l4DR8TYOGBZ2vLd9vSVWk0lvotA3p3xFXG1M+xGtK92Iui2kPmiy6gwr2jmtodm1MxwFmkwCXr7jY/8xObRt2hUjCbDvUL124HK7x0Ey8J5PNHHA2O0wt8ZDPFBj7+9j1yg7v5E0Xdon4Knu8iS4kNkaoZtKBsR2KMUGc831WBJXM14sCdJKFKOi+4EGed7GEHU06Ko6LqlNBf9/A3pGJXIkxmiwxvN7g4qTA5SvhxMhierTTttHpubA75WLPBVe0YW86Bza69AHRYTub+JhO/NLlxyGGbaBad0VIVI0IihFJQtabE89CV7kmCULel/KUVAMLtaYlXe2LVYj1OpFuT6Io2aHX6edwSTVQNdiVCqr9DqxmE1dXHq4uPXSgYc8wcNDU8PCOguOjAksnwMLZ4MuzDT57weFmCn+qwJ8XWG3YuVBIAqjdM6AQ/0wMC3GExEHnKiodA9W2idV0g6uXC6ynobgaOZSotsrF+7RqEC+ZI5hHiNcx6paKuq3ge7/fwx/+yQB6pcDnr2b44uUaz7/QBCG8d7CL/cNd2CZ33BuoyhqGs4BBbKWryhqfpjj9JESyzHG0Z+Bwz0D/kEtHotkIcxvrKMN4vsBkvsJ6qsGbamg1Cux0gaOeg7u9Ng74vOvOUe0tMBoWGI0KTKcalisN0xmky2M8iTGfFyICM93PzyS/10QQ6QqqVUfWZh1jOQux33PwZ394hD/+3j4U24DqGPjZz07wN3/zhQwvPni8g729BobrHEOvQIwAsRLg8tLH2Wsfq2WCh4/rePCYSPJEegXrdUM65tnb2WnHqNciTK9WmFyu0GrU0N9hV7IrYqtt6Vj6ayy9NUYzBaOJitkyxWrNe1qMBvs+qnSt0qlflGYvTUMEDauNgdXGxPr/Ye+9eiXL7iy/dbwNf71PW45lyKEpNgnNdDcaAwjCYCRgngcQIH2ukT6ApIEkNOZhRt0ku9nFYpEsk2XS3bzexA0fcbwR1n/Hzcwi2ZT00nqYycJGFouZ18SNc87e/7XWb5EWMuXzjV1hNcq0xOVhitlNhR/9eAc/+vEuSn2KWdrH9WCOrx+neHqYYRZVmC54qFA4IpI1bM2Sjt1WV5PVJ0HjktczE0wU+3S0Oy5axGfTVESTDk9FlUIi+T43euxyJcY64skUek7DAweNTbimj+OTEY5PxojrAgUPeb4Bnynv0IKlm9L/Kym7ykDOXjDek9lHR6FL9iMKfUcjiMEDMHcIsmMtYbcrWZanCRLa80P0WlsIvRWcHF3i9MUl4mGEdJwgi3hfZEhBh17Y8ixf37SwvmGj2WW9QQYYKU6vcpxd8Z7H3m8TBvcSdYGAwuSGgc6a6gTl4rFLDpt6LcYlupmzhOkBmm0opDMZwAoLdmRaYvDh4JOiaJGZItRSACb5YHzDjlFudTNZb97dxA8+uI/A9fDF56f46ssL3AwLWe98t4Ef/JRJNgNnlwlOL2IcP5/J4sbaDZXLmeY9nmN7G+z0ZE9UA5YWynCKqTx22zpuDps95m4DjhtC0xzUNasuClxeTnHdny9zKXzO8b5dwSGSqA14AaRTmos0kUaLwyymtylA1qhYP5KTmpJJMo8HdElL0TCUOigyR3qp6HQWDCqrDPQcPusoGiba2x20d9qYXS8wPBpBy5mucbC+6uGNvR7e2Ovi4izF0ycLHJ7kOL6sMWDnr5nCMRMsYnZomkJ24L6d+x3LVVSSjT1fluGyNy0SoZu9fHFSYjbyMB25iOYlojmvh1R1ABuJ7K/FOW6UkvDjx7Ys1ZdNAXg+q9HdIFaYm4daOjtlb1Hw/cQ9HMUyF+2uhtUN1SV18rTCxZFyd3OAeOeejQdvuWiGTRRJG8m8iePDCMfPIxScrDBtuUTY8iyh8aErRBSVQGGilK839+K7+z3s7q/I8JPpl5v+Na4uz1Bijs19H70tB+zNolt9veFit8teVw9x4cg95/mTMZ4/naC3ZWDngYOVbZr6ODjIcTNiHzvxcBSANaTTCtGQNQkSDpahTlk2UVYt2UOUZQRTr9HyArR8H1u9EJsrAVoNG42GjTQj7SDDDUV3c4DMHGI4SNG/ZmWJiQ6Ftw0fq9sOVnccHB32cXx4I0h77rElATxoYDGgqZADZuKriTaNYFil3Me45yHRg/jg5soQnY0+Gp1IkM18bx8/Bo6fcPjZgOvw6ya5hgJwIeJ9mflobmRobGSw/Qi6tZAB0/TGx3TgLQXgBYKQArAuAnAZryOLepiOVQc37xPshhWxQTA2FTRTF2wVE8BG0BezAZMPHPaHniGLqPDBZYbVDVsoD5u7IXy/I+vxJ6asyWyGTOujdkewWlNYDQrSSlO4c7eJN97oSIrt+nyOy9O5vF9JoDp40MBb77XQaGtIskiGEzRWcPV6gazZyMbFCyadDcxuHOlI5sDasujH5t5KCRcl92NmDn93LotkISbXMn4u9vEOmOZTgujKegcbm2tY3TLR3Yjh+Amuz1QtEkd8XMQ87+9uyvAspljKxbqYuMBomGBwzf4qElA4+KixvevJeSVsKmLB8DrG4VdDvPhmiiDswg8oeCWYpnN43RSbD2ps3KmxsqnJmg8TzAcJJtclxpfAfAjplWdVRmvFRrNnI2gaCEJ2nrMyhHyRRKV0KUwzxct7XK6J8C5VQGYp1CGpS3FtJJGNwYWDycAV42mZustrpFSDRIosHDYu/5GhJBEKfLeIQEgdgWk3lZKR5ipJit7KqK8nb1+Jsn+qC/jbhE/e5wSEu/ylxNJXAvLrg+/XxeBvC8N/NAF8K8W+1BPU33mp1f6euHwrMtymiwQg/LoWoW7Jar3s3n1d9P69BPDLUO8/JmK//uf/1J/h3MCUM4USf5UIrCQU9e+qS1mdH2+FXiX83nKil73FQlBTg2wOR/nPrT4sAvLyXvFy4Kx2QmyzFVwkh+VMPDFpnmYzZNkMdR6hyhdoe7qYbULOQ3SScVJUaYQyW6DR6qDR7kq9yNUkQn8aY7hIMYlTqb1gJ6PU5dB8IEQoleAl6pZmj2XxtKrrchXylmIwu7AViYKDcpVez1lltkwQM73E5Kb02C9xtPJnOayXmZHK3d6+MdRkC3A4GxAymLpGFLWKVAVW/FRiuG8FjizSoxzTEToGzbmzaSZ1BINxJIbEmJQZ+RHxPss991IA5s/vtqmLhm/+D84MOJDkM5qJSy4RgGtBFnOpDlUl3HL/RZN6s9lEs9HEZDrFZDKVny2f2ZKAEmGOszGFmVYzids+N3XTlsSaUkqXwrD6nd2W25ur2N5ag2OTcEIqGEkevA9lCDwNvqdja30D2xsbsj+gCS9LaJZW31PJr4EjVtORPQxDDhQRXQrCutqfi1jbCOXrYGqVPyO+vxUim+9tRXzgHp3ueZIKQ8eCpVEY4mtVoGaCmWbB5f3JE6MAE+Xqqs+zFIs5e20j9NotSTd7liEpbiYb4zlrHmJYTHwzrWe5qIkzX2KXDUuhW5kq5vtG8OU0NzMdTMGqVLhYCsIRTfryuitvesKu3CXVjM9b02afpofAs+SaMfQMZzeXOBtcwmytwWqvi+GPZycidXWwJsRXZgzeL2+7wPlekBnm8nopKPzz/Ur0Ka8nRU0jOUzE2VtDCk1AmSbENKaqiWon4ntwc43pbIwommO2mGAym2Iyn0r6jwYE1ZvNWQopewr3nCaFwq9zb/jyhvlas684L9Q4Ur29vi3wKgS0qhdUxVj/5dc/1SsgREe556vaIFJ+LIohrA3RUlQUQThDNSxsr4fY32nh7e0G3l73cbdl429/eYyf/fIIV6gx9k0YnoOW76LpOAgMDT6FT2qx4j1Rfeq8nik2ci5K84VPUxHpSZy18rriuZz3alWSpu5zfPYsO4h5bcr70NAFW00BWMw8Mv+jAKwqIm/L2qXOxuK1wKVL9aKaVytSH2cDUq1D/2BZI8pIp6CASXS1jor7I5pMaVLgnohmkoyEikQMsHxWcqmUrwpBSFfwsrv4dm/C97jUM9J8t0z58ndFsiCaml+T6jsWYVgoS8RuswJACcBi7uC1zWdEpUuV4dHFFY4vLhG2mwhaDakq9F1PKEgWQWb0N+UpqiKVnwWfFzxjyz1BiB9qbqoA7UqwpwDMlWUU6vl9qsQxXyOhWtDYJPdABqkasByKvyQ+EDNvCHY+LXJoxM7TOBJaMmfn9zkfzTEdRbgeMaCSoZ9OcFOMYXcdbOyvYvtOF/v+CPsBtQ0NJ1cWsixE6HRh1CaGw+cYDQ5FUeM8fxGT1KdLSnnnoMTOnQrtykG7cqV6c1GZ6E9rHJ4mQmXdP6ixdwf40f0N/OThDqqLAl/94hKf//0VTrcsnKB4YvgAACAASURBVG5a+M5BFx/eXcEdr0ArvkY2GOEXX2T4+aMMOwc2du5Y0J0KUVFgvCjx9Dnw9BB4/401vP/muuhrh4dXiIsIG3cdrG5Z0E4y6Kc5LuoCRybx3CYedFzshw4+PYnx6UmCu3shPnizjZ0AaERzFOMIn5/m+OKkQGxaiC0b88yUysgk18SkwMKK+7vA/R0NyazA2Ukqes7Bfhsb6yEuLlVwMRUaRIXQ17DaMtBrMqzBmXKJSVxhmlYw3CaaqxvQDB9Hj89l8XxJgt3OhomDLRu+q+PFRYYXlww7kXxiiUEgLnI0Om289fZ7uHP3DkaD32E0/B30JIeVLTUvjtYMYJ74mCcBShKLkCAIKqysmGgGBvS4hhbTC6dE6XEfuH6hsMuTtMY4rWGyoqmtwWMdoqWhQY2JtD8XuLoscHVFcRbwXA3vv8OQw9v46ffu4Yv/8Ake/YdPcGqmuOhoiDmjpuYF9byUqp2wlMX9RBHnyKNKqni4Yt1CbJgY9gv0j9hZDqzsujIr2F0vsLdeyvmTQaokrcWUwEXInG3W+OaJhk8fATcDPhIt1JavY/Wei5V7LgaXOYYcjFJ4MtVjsCTpNNdkwM9vptczsLbBJIGGq3GN4YwKuOLZG0YOXWfykmhTA+ncFJc8B5zdTQdr+y4aawacNnEyBW4uF7i5iDA50WXxxippG58Cq0KGjMYZRhNipSpBzfEOqzaUFP4U6pApRKIJWx0KEoF0EbOvlIsCEdMJxD2iJlLLxGxIQTeRKDdFWelJtdlrV6oeOOLcLXYBG8jmwOKGSV5NBlsc6nEo6vq64FrDNje1fLFzQSGzf3Uxz9HptrC22RX0KxU2CjrF0mE2ucoxucoEgV3npWC95HgjfcKFHBYevNfFD/98C911B8fPBjh9PkL/OEP/iBgYooT5TiZOgcPXArZNjDMEM+01TOlUmOclYg7NBK/B10r1uAleSB4AfFqpIXM6M5DMTJSRjTp2URNpQDeRXiDslLI4SNy+E0hCodkLEXRcnJ6f4/TiTPB1ycRByp93wSFnDhKUJMmRadIJx4Ob51lycOLmm6sopyhLCvUUw/kgYNeOLSlt6YCQHgiF0pGXSCsF41GUKQoq+bcPJl5CxPHSTc4OzJI9ognG40S+D4soKb+WYeTaBh0bLgIigAqFP6RoscULac3BeFDK+vrzKb74zQRTJm8Fe8bDnXo/8UHN5TY4MC9lcLi528bmbguPfjfBl5+OxTQA4ioLle7UuFsQAVvF/rlsT5dBS6PLrjOmlUNMZ1MMBkNxoopDWtckWSkr9BCELhwnh6GPUZcxJmMbU/aWjeYYjNkfXaJkuJckNu51OZBeOmrl4EDxcpnwFdd9Xsu6/ZrkGlu65eiCpXtTmRRqSRGt7XrY2A+wd7CKvYMVnJ72cXZyg+urOUYjJjRL2AYTNnT/LzAbLvDgnS4+/Itd9DYsHB2e4Pj5BS4Oa1wecnNA94vqKvNDU8rVdR5KAn79dG9Q6arl9aNxmAltJm14FuP77eB+D2++v4aN3RCHzy9x+PwCo+sKo2smuIjlNmQQSWOJ79NkkYrJgv2t2ZyCuHKMcoPE5GhXkIMOPN9BnOS4uppgPI5k48S3G9MZTPaKA9zkYFxt5gS9Ik4eDsXYkU3cHQUlJSiQxl+DSFt1c+br3Qg1tJoGNtdXsbm+JohvYhGniwg3gwgDQecC44Ey2PDnwCGIY6g+Kj2woPvE9BGbzQMo3Vc8lHETSDanick4kcVNFwUcMR2ELvwGzSWa9JKPrxL0T2JE40LS4EwQ3uLHV7Y8rG57gnwfjXPMo1Kw2p5no9MBOp1axFJbqwQRb620gTDAyeEIx8+HWNFN7Lku7q67+P77Dbz1hotLDHFZD/H4JMbXhykuL9kNQRyihjmNK3GBZseQzuRyriO60ZDPiOr14foBDL+E4VeYDiPcnMwRjYmMY3qEyOUKdsDXnWYBA2UCzPs58mmBu3c1WR9+uIWf/HQXg3mB//0/nuAffkfhpaOWDbBCxrNLBFaJZlhiZUdDbwe4mczQn8xx/bzA5dc17NzCu++EeOutAN0NG51NC89OFvj8CdEzKdw2ew8pQBuIhyZavomVpoG76z7e3W/hYNNEHV4D4TW+ecIHdI3LK2A8JiqYm3gO0HUMhyWGwwopn2cyMCFdIBQ3O++FvCaMWQVzCtzbXce/+m+/j//qLx/ixcWXOLx8hP7JDIOTGLZmY2OjC9N18NnToay7bzVw760Gzk8jPPp0jPOzSP7bnbcaqFMNdaJje9vFwzd8dHr82fSxiG4QjwtZd3f38PaD+wh8F6PpAKPpCPPZDLP5DBdXBs4uLExmFTIKI2aBzQ0PW+ueDLQH1wnclonOlgPDt/D1N5mstY0VrG+sCjqZLvXFeIFnj27QP4/wF3/1hqyT83N88dUTnPP6nJkYL7Ql3o/3C4XNpHGmiLnB0tHtQdb5cSaLGAyvwQoECytrLaystVXfds17K1OK3MTxXqaGkMN+huE18dBMdgIFO7MTRe5odnkf11EaZEJk0HjgY7KxNjHuJxjfxHDMAK4ZSHdkpas9gdyLiXCj2aIEmo0GVld6cn2WdaacrFoublY+91jwwO6zTm8NQdDG2Vkfp2c3yIdzVOMYWZwjZhKuMKT7xKpCGFosq7dVY31PR9AFzi8yXHADnagEbdjQhc7Q5vfR1tFo6LIPosuV7zkSWPi8E4NQrWM61jEd8bnO/QpNR9wfOvBpLgk5UDNRFKQ0aNDdAmajQKHlOH2R4/QoQ6BXCOiYXe/h4cE22s2GiHPTWYJnTxM8f5pgfbvGAdNyTQNR6WKemjg/HeDs7EaShfy50dnM+x3Tr0zgCf4ptWVVvK+zO9assbruyLOdph4SLWz2xVkuxuMcX37Rx9Onw+X3uzT3kILT0nHwwMb6toGTwwynhxmaLaKkHBFYsyJBzuFwaQOlo7rtiLiScTWHGA5AGkoVLvvJUsEyz2ZjQUsLKto20N3toLvbRblYIB2O0GloeO+DLt582BYsftbX8NWjCJ99NscNLaBBgNLUEU/GSCYjFKzKYB9t20O3G6C3RtIGzYMNNHoUMjVMFwOcX51jMJpIN0wUkZTSRLpoyv6e7z+K0oaZQDdj1T8n/VcUdGiKVHtiHhuItOY10F6t0Fnja8//xqE3rzIXmuYi4HsgtNDpMulP9HiOZ1/FOHqaiHGKBJL3/9kGPvzpDrrdLpKZh8nQxldfXOPLz69Q1+zo86HxTSjJM2LLOMZVhALpzMlpdkqFpHJwdw37d1dFLOK+8ez4CN98+bncpzbuhujteoiTWNZ6w8dOi8nXAHFuYxpbeHFEossUrZVaEssi1K2TpqNhOJtiOJ1IgpvnISY85/1a+qFEaGeqOvWRp4HsI2g6MNgzphXwrRr3dldxd3cNZZ5gsZhhHmVYxHT6VzDDVFaS6SLi68Tjtx00ew5Wdmysbtt4/qyP50+vEU8rEYCROchnLVlVzj2sK4k1Jr5tjyQK9tQ3MBqmGA9StFZHWN0dotFJ4Dh8HSn+ajh+TFNmCN9ripGIpg1Wz8h7tgzhrcbwVyKYXgTdmMu1tBj7mI+InCZx41YApjEvQJGuIo86GPPzDmkm4Dlu2ZspAzCi9XIkeQ4rHMNpDWE6yjxC137DV+viaIGL4wXWt1zBcTMBrOtMMwf48qMKX35UYxHH0L0F9GAGPZhA9+fyHuWhe/+ggQcPOqjLCpcnM1ycztT1qBnYuePizkNPTB08rxFVf3qU4Ow4xeZWiI2thlS1nD2vcXMBTK80TK4pTrjQTA8ar5OcmHfi/Q0hPXhbCdytBJ7HblIiutnjXiEaV1jMa+mR39rt4eDeGjqrFazgBpabwNFXZHE/mjGJ6NhyH9RqSz2jjnJMxqRyLARZH7FTPeG5gyfJHJ3VEp3VAvffXMMb72whjYCnX03w+AvWOBnSXZbrGQozQWenxt33DGw/MBCQdhEaOPr6Gi++7iOZZNALVlGRxMW+NnYr0vzJxCETuMp8SMMFxYOMxh8i3pdd4KyPSeIKaVLC8WqpxGl3+Yzy5Z5weVJjfEOTURtm1UZeqLMbe3wl1cgACEfvvN8sB5dCAJSQIAViokNJpVIYVwV0JX5UVay8EkxfKp5LAfd1UfeVwPn/LACrpOof/nr18f/YgPyPdQCryNm3/57ID6KNvv61vyZBL//47wsVtwmjV7ruK8H7VrL+Vnjt/5MA/KdG/hxSMQF8KwBzjMp/1O+vEsCqK/Hl13IrAC+Tv0tgmnpJhOJwO2K/FZE5vV6K5MsX6RbPrFohFYZakucyJM7FCM49JakSjhHB0WMY+QRaOoGZzxCakNVqdtBudTCJc1wMZ7iaLDCKM0yTVLogDS1TXaYOBTum7lVvObG3FHEFzSwzJ6YXuX+gwZ8CMLsPb5PYHFCYUrVEkZIzkFtRiiIxRWV+rChaiHAlyMyXg3sVcVefh8M6Q5JTty8hz4q3pvFAjDI6uk0X3ZaLwLHgmKYImQwo8Ox3dj7A6fkNhosMk0xDUhDnzHmRWChehcIlnK1EUpXzffXzE+FDhOAlklOc9pwLLUXa235owTGrM7CI3IoDqjqF+RMqlOGawiDPMyIAcy8pX4v6R3VKKxPBS3SpJM6Yhjbh2BaaTR/NZiCmr/mMuOVMBsyb6yHu3TnAvYM78jHnk5mYmYhLJgZ4kdAkR6Mav0YmiGjItGGbDppBAy2/gWazg1azK6ZpmZdxVresO1LUOb7neJ7PoFW5dHgS/0wxlAIwUyYUOfh8cDRDMLCS3rZJYaMRqBKxQ2oD6kJIE43QkzQce0HrIkOexrJHqJkmFkGZMxf+rJRJhilgy/EEgcziDIpCBQMPNXG1GlL2hpJAQdGfaGsa6pnMLTlcTzBNYsxmE0ynY8GouiFNu+wybqAZsNd3KqGZQZ5hmGeoTfYMN2GZTZg06ZcktVliguD1W3D/xTkfE9OCS1emnNvrQcwSvi/EvEUcYRGTIsKvq0I8jTG5HmM+miHjLKekUSIRGg8NOTxP8P7AagQu0knYLcw6g4R4XOKla2KhS6ldqBhguDXIiBBGeoMoi8paJOKwEs9uf0l6WQwX6r8xxalsav/l1z/FK8D7i4S4xEBpoyhJHb2doNGsQpJSoQRbDfjJh/fxV3/+FvZ48R2eI3l8jr89X+BvziPMLRNlwANrDaPIYNclGpaO0NLhOaRGsEJDibA01XAWzXmja5pwKWoyrcf3Lt8jYjRVBC7eEgWJvBSAGZwivlmec7zfGTLelXuoAmFoMGsNFskXRFNaS2Fn2curRGBT7pV8j97i03mNc77IeQD3x3HOPR7n9jR8KBOFTiT8UgBeLOaYT9kJHokYzOuKnea85lRdhiIqCNJZ7svKgETaCikPCgG9fA7zmpQ0sZqBUiMXUMMSAS1EqyWtga8ZTU9UXouEpMoYRxd9vDi/wZ03DnD34R0hZKgwDJuaSujcM0YLpNFczKB8bjJHxY5l3mMFBV2TpmRLyEptAdQcholdLpm9MrzHz8v7DnH6TAiTAlFTGCJq2xTKAF+3eczu9RxBbwVht4egFci8k9oDQ2asBpylGuaphheDCzy9OUFul2iuN9HbDHE3mONOMMPJZYpvjkm8dLDW6Qp1YzQimv5CKvFqvcAi1jGbWqKxbN3JZXUrG92a1YlNzMoOBhFwetPHzWSArU0N21vAD+6u48/ubyE7K/C7v7nExz+/xIuujhddDT94ZxV/+cEG3m7rWI+nqIYz/M0XEf72UYT2poXWpgW/XcNpVkiyCl9+VuPLT2usdkxZJFBw/mj6FfbesLG1Y8I50uEcazgqMzzWUznb3u/a2GvZ+OYiwzeXGfbWQry128J2aKDLKpcowZcM6RzHuE51XKUGpgVA6GXFcBWrH4IGVps5Vpo5okmKq7NIKkPu3FnBxkYDT54O8eTZAKXGCsQa66sWDrZd7G3aGI9SoY+d9Cu86FfQ3Aa29rbghwFOn5/j7PActUbh3sb+toO3HzjoNDWcXS1wdhmpOtZax3BU4eyqgO138MEP38Ub7xzg8vxzXJ1/Bh8F2jSwMyzK2ZvceELUZqCMtTcLIRhu7photwzkpAOOS6xRs9yypXpweKpjcFnj+VkmCw1Aa2gIfB0tz0Q70NBulQiDCrOI/diZaKbNQMM79/bw4fvfwQf37uPj//VjfPy/fYwTO8P5ioaEYdLCFMMIQ5aWU8JvaQhaPOtVmI1obuJzixckz3MeCt3HzU2GsyPeA2iAVxVtB/tqVamqbqQOdms+kfrVoMbjbyp89imR1ryHmUZtsNtu20Jj2xQs4myoHF0UC8SBuqz/pVDRCHV0Ohq6Kyr9Os0tzEUo5BSTqbwcpk1EiA4QMxvZGF4mGF0kaK7Y6G27aG5YCNY0mCG70xLMZzFGL4DRkSpCd9jry1h0bQlCN0oKxDF/aMTN8o6y7GngDYObXukH4NebC6pqY8vD2rorwsB0FEvHK93UTD2i8iSVMh3GIgBbTQN2y4QTEt9LDAwVf2WCpONEFrvRKBLFCsXFhKvrqhU2dYT8GI56UPAmyuTmcJygLQLwiiQPSeEmelZtSEuM2Dl2QQF4CfZfJka4EaZAy4fim99dwYd/uY1m18SXv7vEN19cY3ReYnxRoqrZT0d0FvdKvDkzdcz+4hqmC1is/tJZJl9JST2do2TVU/Dljf22eJ7nCzvUYQca4ik7PzXkFO3nFqqUCRaVOGRMnr11m3setg8CrO000F4N0eh6gmrhWkz4MWxJXOsmkYscrhSYTpk00TAb0XWqiuA910IQeLKKYo68XMjnEQQUN7uVDTYyKBchh2KGiMC09DOlTaRxWTGxksuQRxI30mtA8Y1OZTqWdcyjGLMoEkQpk2Sez75aHeubOlyL2CdisW8FYBs7uyFWVnwpVj8/ivH153N8+bu5pIF9DnoaxNyofmEOGvm1sZexsZKjvaZjY4cCcAdf/HaER78bYdJXYlpNrUEOU7yGlwjx5eGcAxCvZSJoUYRoy2KSYx5NJC0k7RIUCpshQq7ARxD6MLUcVTpCJZhuD1nuYzRKZEXTXDo880gdOtnX+0oAXrrbuMeplIPf4MGWr6H0bXAQvESlKP+9HOZ48OWmpdVzsHnHw8Yu+3w7WFvr4OnjMzx7cobBMMaC2KlCR+A1EHghptdTTPpTPHiTAvABOismHn91hKffnOHmDLg5F7aUDG3ZMc20adCypSOX9jGdPX5ajjqvBG3KtBcd1TyY3yL/7jxcwZvvr2N9J8SzJ6fy9aSRjmTBjlvqmEwwUdSw4XsmspjYd75G7IZl/7Ta7vIQ21510V7z4PrEyVuI4xzX/akIwOIerZgWZ1evjSC04ZLz73LzpjaO7E9lLzCvAyWOcLBFV3DOtgsRgUUYyZma0dFb0dBbMbHa62G128NsvsBgMMF4GmG6yDCdKxw4e0OXNezy/uZDj4NTzTahEXPbrtBo8cDIxAhd63Q8s5eH3YWlLPYDMqFBNzlNFvz+eH/hmvRT3JzFmN8USCaAhNR4v9DqpSjuykZjwi7dmOKIi0bTReDR0cXFBA/FGhvmaht14OPZV9d49tUVehy8ug4ebAf46Y+6eP+9Bk6za5yl13h6UeDpaSWi51T68NgrQkdzAZfJywBIR8CcWNCJgUanJT15tZ2hsonNSjC+IN65lB4scVQGFSz/9n7Ce3eN+XWJKqrxwx/7+OGf+XjwoI07dzt4cRrjf/nrU/zqt1O0wlVZSb5Aki3QCiustA2srZhY2XIkRXb4YoDnRzcYnxWIrnR0PB8//MEK3n2vI6nOtC7x7HSCr45GmGcJgq4Gr6khGxvIJia6vo3Vli2vxXfvtbC/ZWCGc1lPX+h49kLHxTUFYEgXsHSnWLoypQy52eNggoYCW1DAxO3MpjPMZnOsazZ2TA9v3tvBv/hXP8T7P32IX3/+M3z8+c9gRjUauQ/fDuG1mohrHR99cYqPHp3h/e+t4r3vEb9a4JsvZjg/S7C652Bt1xU0km+a2Nux8eCBA7+R4qJ/getBH1rGuJOGg809PNi7LweD69EV+pMbxIsI0SLG0bGG54cG5nEJ002la7fX9tBruSpdPMnQWLHFxUZD1q8/nuHjX81w7+Em7j/cErS4VmaIphQFhuLc/PFPH+LDnzzEN49P8NGvvsHl9RSlblNywTRKZXFYyEEPnVDE9pgwxLzW6xq4ukhxfUGMcCXvLxpO5N7aYHWBoiLYVg7XLWBxw5jVKInUmxVYTNkZZkoCnjj9aMaEuY7NfRdb+w4qi/JvItg1YtOSSMfRsyGOno0QOAECN4AhuIBMCBYKOaYOZnSutjstrK0rATinyYkXvc4pEAdIHHoUMlhqdDrSJXpxNcDF1RDlKAbGidBGEjqJK0O6oR2ESBYzpNEMrbUaq0Q7r+uyJ4q5sSSWOKMJREdzhaY2XXqeXYcnwUpeI8524gTyO4kpFIQp/k5HpG3wkJbJoY3P1NC3sLrqYW3NEyQUF80adrNEabCHM8flWQEPgIcavTDEeqeDVsMX8YqPm6ffpHj6OBEMTmc1EQHYClrk6ePy8gYXl3052FLM5eGWhAkuildMAhTskkzZxcdOPqbINWzv+tjZC5b9auxB5wDXwXxR4vD5GMfHUxRMb1c0l6m+32bbxL23PPm5nlMkOkpF2Oz2OIijEEPkXykGJr4nXGLwaSpkn4uYlWwYaMris5xOZiYbFoupDLtuky+NtRANUnLsDL6RYLVnSIfp3k6I489inHwW45uvYnz1dYRFacJfb8IIbMwHI8xvxmJGcjwLnV6ILruCV5potFyEbU/t3ZoFhtMbnJ2foT+YYD6j2Kerbs64I4MyFfzJoOkxYBBZqfZYUrNCgouQIXkQgYhR7A1tr3ApR3k853uB37sL1K68j7iaLWKqFenm4iTH9TkfyJYYk95+dxUf/GADnhdi1NdxfQ48ezzC08cjOdBzGE/hRw7/HCgsBX4KQTzF3QrAPC/sHnSl31WZ5Bo4OXyOz37za4ynF1i/G6K74yFKExGA1/wAW0TEWQGy2kWU2zg6neLodIaglaG3VqBNN3DHhxuaSOoIaRVJ3UOyKLEY1JhfEWfOnuZaernzmIlbV1LCgkqrc5iI4FoF7u+v4d7BGqLFHMPBCLOIiG6V1rEbgN3kAIzJJksEYDswwWqejX0fG/senj+7xvNnV1iMSpSxgTp1UMdt1ElbcOpcfC+WdSx1GFt7XfTWm7g8n+HqfIruxgSbdyZodiiWKAHl5ImO4yc0TTKlFKjqlJhDaA6zQ2hVA3Z3Aae3gOnOlQBcFYinAZKpj7LkMHcuaPx2m6nzAFq1irroKsPZiEMbdWjl/Yr7fg7yI2JRkwRWOIHbpumCqFfWnNB9zWWJAHx+tMDGtovvfL+NjW0O/enCt/H1xxW++lUpDn+7mcMIIsAj4ngm50amwff3Q9y910TN99zZDNdnC+kIp2ltbdvAxh7NORRU+UwtcPQ8xfHzFNu7IbZ2Q6QLC/0LHZMbZdqKRjwU+tD0AGVWII9jaFqmfnatGtZqAnslFZMpZ5MV0/5zLhpQPFSFh82dNvbudNDosAJmCMNK4NurCJwV5EmOPKbxmmZIHfEcOH2R4ewFE2OkKRAnS6OLLQIPNCbFidOO4AYR3n5/Ax98f1eE0rPjCEfP5kLLuDhMoBNn366xdsfAvfcsbNxheoxpqRyHX13j8Mu+DPI8k3UJFhqNNhphW+77CpeoTIc8Cqqkr46MRJaUyUfue4nAZVq5QpLQuQ54oYaVDQ9rmwGyVMPpixTDK17RK7KKIhaTsG5U0ivP33le5OLMngNXwUqzbonJUw4F2RXJ/muZ3uTQNC41qn8lvN4Koq+lgl8TX2XMf6u+vpxwC7rn9+bdCqn4xwXg3/9//kRydhmAfV1Uu8VWv0zCqe/glSD38kv5QwzpEsrwLXH6VRL4Nnf7mtD9Utr4x8f5/yjh+rW/wueZJIBZcrfs/aXwSyFnCYNWGEk5vy+Rksvva6kJLUU9kfqWkosSY25TxJL1XjqQVQpWiiHlv3H8zv0R93R8X9DczR8khTMxEQi1jfv/GKYWoU7HqKIRjGyGlmOgTfpL2ECrEWIRZ7gaT3AznWO0iDBJ2EevzH6e68H3A5kjkL7FszP7VGkWFoOedInSrKKG+OZy4C6CpQhOtz3JnJ0sU7JLcZgGd4qRFMuiKEIc0WSlEt4vQ5EU1TJlsuA5hutlPlheXyKhFbqRNIkuSVBNmu7Yt8dqBWJUOReycHZ2jdOzPiZRgagyCNCGa9qwiceUmQAN+oWIDRmH6hor2m7fsMu09q0ATIQqfz4UdJcY3VuLxC2SXQQGYqOXwsarnyWfbbcEGSV6KDO3xPlfJtnlPnMrHsprqS5WEe0krVeh1QzQavFZwJBFLP99b68r6+4BBeADaBQ7J+x9ZiUAv0cKhhli9nvwouP7aZk4Y4qtFTRlNcMWGkFbjIEqJcgaLCVWsvaLogXPwzSg6YImFwkWrvQwcz/CftJcSDqeZsKlyCL9zRRqFS5dsK0UilFI3YASgFWnLk3uRZ6gZNotT1EyNZORZ83rRaHVOSMxmAi2Hfk5vC4A5zXLP0zw96RgjymNwsLcQFJUmCSpvNcn0xGm0yEsCsANCsAd9FpttBs+PCeB56Q4m1zLSjWeyTowrTbc2pdlMGluOvIeYgqbYjwFGVY43Ar3pfQU8/6swSUq3bIwp2BFEWiJiV5M5pj2x1J5x7CBvD5iAmByXFVV8RqiyDWfTBHFCyG4LOIEEVP17JZWmRlGMOXYdis6KQSuSkGqe74yWiiixB8XgBXLQIm/f+TO+0+hh/5n9zluBWBeA/lSAJZkqsaSlAomu9BBM78h6y8+fID/5p+/jWac4uTjp3j60RN8sqjxm6hGxn7pgFSnEmUyh16mwKxLWwAAIABJREFUcu9vukr89YnRF+SxEkal0oMUB85wOWe+7TuX+w3npep9yNm5/B0RiJezc7kXqrNqKfSyJZlk2Z0uCWCmbDm3JvFziVrm7/Lc4OdbmmFkxi0J4GWqn5d8ztpG2hGUEivXPQNRJnvnVcqdRg723vNZQrMR772cv9CQpJ5HnP8ZKm17KwBLxSX3U3xGKKONvO+FSKHqNiRUJiNqRblRHcB04ilqA/UW1h5wzpgtUixmMS4GU1wOpnjw9j08ePs+XNeVfTL/HsVfVgkkNDfTNUxiAoVxvRaRkvMM1QdcLSmbnqpuWs5haPIhFZLnRWpCfA7TPKhomURDJyiERkOXPn9e/C5oEGUyt0TY7iHsdOEFvgR65GdO8oPlgoyQTHNxPOzjWf8cEakhbQ9h18Wet5B1dLHAl0cLZIWGlTbnNwamsyFmsyEKvtdQIIp1TGfUoXTsP6yw96BGK9fRovEqa2KUdTFOdYzTARb5CCudCiudEv/szhp+fHcL0VmBX//NFf7hZ9d4FtR45tf43ne6+PPvruG9nomDKoY9i/Gzr2L8/KsE7qoGb0VHa01Dd5V74hqf/7rEF78uZbZkcGZlQqrIgp6G/Qc6dnZ0NM4sNM5NHGYpviwTmAFw0LOx07ZxOspxOi6wEXo46Pro2QYCHmbzAlfjHJfjHIejAofDAmPWf1KPs02sdtuyXCOBq6eIZykmNyR2mtjZ6aLXa+Dp8wGePhtAMyu4gSY1cgd7Hva2XIz6EUbXC7y4KvHsqkJth9jYWUfQ8HF1eoWrs2tkuY00d3Bn18N33/HRbes4OprgxfFEZlVcg1GNk7MKtdnEw3fvYe/BFmbjI8wmRwi0DE2Gn/RKRGgmYnXbg2776F9luDyLpeZsc99Eq60h6hdYXOfYOXCxs+8KSS8ZWBj1iVCO8fXzBKVbo3Rqoa3xHtNhgKLLWUeFpMiEtOZ7Gpq+jjf2t/Hdh2/i7e07+Pjf/w4f//vf4pmW4UVLQ+Fb6JgOGqJxJdCsBC6JoQ0Li6jC8CaXsJgfWPACG4m8FrbUK15esr6I1DlVsXJwx5BFaktF1HbF0KfSSDnndMIaTx5XePQpK2RJJLbCmiExZ02DuwZEi0JQp9xyOxY3k7pgzmjKagQlGmGBbsdAb1V10eWmjVQzMRkRjcjMtBIYmqGDXitEy/Nx+mSK06dTObzx5mNScGxrcFpUpIkz1BENc0Qj4lXEcyjiRTQCFiOKqjxoKEFKzgO8d7gadEeH66kLuiAOIYnRburY2nKwtekojO+8wOAmx81VgXihoS5UDy5RuETiej0N/oqOoG0KRou9xmTacxGJR+GPCFTZEXBuleuCbEWpcEjE8PDQ311xsL4dYGXTxWg2xmg2kjeY5TaQVxpmvFGyo2JeoliwDJsDDDpYFVqJ35hyQ9ZohS5aoSODiL37oTikjw4nODmaIV7wZ8T7nMJkiYtoiTaRxAY3oXTN1CkK/sPhskaxQKGEeKPgg4KOuTqtxX3Y2bDR3bBQF8ThUgytkc5L6SBUiFs1XCXqsdmyBJEbtmy4gSWDx4qYpZpLsqoIGqZ0d7En8PJsgYuzOa5Palyd8GMp3IXqjlEJa3F+I5dENYU/PqyikXIw3Lr4FBpK4Z/54KAjnSIWv6fbB6I8GKSbRonBIlpS1A8qSTR1e8QUWWiERA6y32uB0dVCUNF0o7ZbAe4/2MLWZg+f/+YCn//mUlChoz5FUaC5oqHRhaCCeagwDAcmu31dwPQS2GElgjiHhodENT6JEI1L1LwsKtVRyF7VVwwvxceWtxYPOKjhhewzIK6CeMtakunEqWkU7dgxLT2cjuBeBZMiXB++d2xoFVNI/N1BLrjJDHGcYDSeYTiZyuFTENA5B/aFoIuLxELBoS13NjQPOOx55jW83CYTiSPdsECrG0qqhEhy9nZSnJuPS8wnBSajuaxcK8HQk+aYsI0Aju5jMZ5jMZrj4G4b3/vhNjzfwBe/PcM3jy4RRxriiIYFXXCe7OCxAwuWZ6LkEJ3XBSgupNLVQyFPBGCK8InCKFNQX9tuYnu/jWbXxenRDU6PB3AsB47FFB07wum6LaV3QzYXSuNBOq0RTZkYUy59boqIbfVbHMRyMEUxssQi4k2Yg0rlfGanb2fFQ6Npww+4oQOmswiz6QKuqzqGlNNZdcWlWSyLSHUO1ZmU5M+w1bSxumZKF2RFxHem46Yf4+qKPZ2FII+Ii51MMoynmeCZuUg9IEaGfb2GbYuYIQlgLxdcIEVaDuwagu+jI52OXRsZcdoiRPD1UwO21rqB1rqOMqmQziq5784HQDqHYG9t0hGkv8eQ9Em8oAFCgxd6svQqg16nWFsxsLvrYHU7hLfRhdEM8Og3p3j0ySkaVY1Vy8CD3QB/8c9X8f3vt3CyuJJ1NjRwys69a/b10fHLTabCxhfI5Z/ZVYnJGYVgdqoS9d1AKQJwhniaY94vkM6YXFK5Dd7Ppe+jKETsz6ISyaiGWRn41/9mH//63xwgq+bojwb4+psJPvpohmfPcgSdNsJOC3m8QBGzl9fEwT0PO3veSwzR158N8NXnN6izHC0fuHvQxE9+coC339nAL//hEr/86BKFncPqVqjMUnqT2ftaLQxUcxPrXRs76w7e2G/i/YddbK6aOLk5xunNMea5j0XmYTDTMZpUGE6IZs0QL1LMR8BsxPcfh9eqY0l3bBENx1cxxlcRPjzo4i/fXsfbb21j74cP0Xmwif/0i5/j//r5z7HjBHinu45Oo4XS9zEqS3z8+BAfP36Bu3sd3N3vokwcjAYGphMNlZmjMgtsrRGvpmNtFVhdYQI0weX1EDejCULXROiZcLUGHK0pg7pcS5AxA0v6Qwp8/U2Kzz5PxNHa26wQNoBkQlqEjs0tV1bYdWCHNhYZ8A9/N8Qv/26A/bsNWbxm0zkn44Wg+4NQw+bGBjY2N/D48TV++9sTwd1ZgSmdz4NhjuGQRjSFwuU9l+kBdqX1Oj56bR9RnAkijeIkH+8UY4gCphho26X0MRJTQ/cetdpZn9cFEfREvGhYaXaw2lyBYwRIU0uSUF4T4qisrBilsUBGTFPhSnfoo09P8eizM6Ff+J6ljEBMQVIgZc8QKjGcuIGtOtddW4ZQqfR6VegIlt4WA5x031rc0AUwHReD8RiD0RjVuAQmrODgdaMGXewrIs59Ps4wn6SAVcgzkaaEHeJDd/kcofvZQFaRFkIkdAlLaiLYOcRiDfYg6SgqE0laYTJLMZ3RQGMgiZmA5rMkl7QCUU4UgddXXel+uXUy240aXgdwGkrEoJijE/fD7jUSGipdcIc0WbFS4/K8kqVpKSwrFgzpCqkjKx4ur8ayKLynET+W6hmjWS/l3oX4HhHUVbUGkzw0UGzvOtjedbGYVlhMlKNSkDu2IRQOvt5n53Ocny3EZczDfdCwsLnTwOo6ayHUHo5mMgqhdDJLwoXJSUEol1Lb0e7YguWJ5nRu6nBMJk0bqkPZzBVudBlhfYnF5Ytt1Lh718HDN120WsQoa4gXNZ78aobHv5rj5jrDcFwg5/6pE0L3bORRgmKRYn27gY2tEO1OiMAPJHU5m08wXUzghiXcBgcK7OGZY77IMJ9riNipTgE44YBPEwcs9BhFrapTKPRTQPcCC2HDlsEzaTB8nk15LxoD7R7QWVH9UjRGEoGZxibSyIQbKOKK75UIvBIuE6B6E5bRhO814PtNBG0e0Nk/nOLoWYYXjzMs5i4WM6aI+fNRSNA/6OFcTv64jyFq0zAqrKy7WF130eutYmVlDWdHR/jsNx9jOD7HyoGH1pYtKSAOEHuOj80gFIOa5jBN7eLkfILj84mgeRutVEgZbJ40HQuddQvtDR4AF7KmVwVml8okRQOg2yDG3UbBe0GqoUwpAFNQyBD4JXa2mtjebEpKdzZPpH+Z1z13vjoJRLYuyOuctAWGrBw+w2wcvNHFnTe7OD66xPHxJUZXOeYkYcwtGEUHRtmR6yBmRQ+d9USWdyysbTXR7Ho4ORri9GiAtd0FDt6I0WxzyKOjzHWcPrVkkbxCYZYDKL7nxOSas2/Ng9lewOpEMNwpdGsqm6Zs4SOb+8izBbJ0IZUqpDaFjQCBtw7XXkEUFYgpPHB/t+C+igM4CvqW3BO4iIA2wxtUiJHETOho6DQstJsmrk8z9M8ybO95eP+HHaxtu5iMa0zHNZ59qsnivs7r1LDCGJUzBpypShtbBnb3PBzc8UQg6F8uhDTR7TbR7TQRdkg0IomF58NajFUvnuU4epYLAYjLNBooEqarG9CLDrSyDV1rQtdaYmqajIdI0hFqi2sChBEQEGNJU2Eu4m8ZMSmsY2t7C9s7m0KlYt+3F3AfT5dAgXheIiEtxyLlwhCs19lRgpurXMzY03El1T88K5EkwZSMVBnJoI5GFXWt7t9v4uHbHTTbxCsDcVTim09G+PqTkZir1vYDbN1zBW3eXGHNxBWur68xvIowvI6kG8tjsoN7ZrMJx2oJ6YjnPtYDlDw383MXNDayloX/361hlGQI0m54TiwRNHVZa1seNrZ9IUe8eDpH/7yEXXdh1z0hlnAvzC0y0/s8z7E7k2YnSbpJ/xwFAGUg0DSmLGkEUQh2ir8kjf2hAKzEVCWo3sZoXxdEXyqyrw3bFb74279+P//7Mkr7uiy6/PfXPv4yXfayL/L2y7kVeV8e/m4rcV993Jdf7iuV+g8FgZcI6Fef83Xx+zZNefsXRZyVc/mrX79/L30lAC85qb//Ssin4hnzFsIsspwyBix/v/0MtwjoW6TxUsO7lYJlVsHzPquH1J9V0EcZO8uZXZVjiegphKpX+Gg1MOcAXJlw+ScF68mPWLF3neYWdW7QihRVFkMvUgRGLaSR0DUQOCbygj3wU3k23owHmMwnYiTzAgdBECIMGzJfoegbJyniKEFE95sYzBXC+JXguxyiL19jJTKp15GiFwfytz8TOYukqYiX/Hc+R0WkYvJ2iZnm2TxJlLn5VqTkOZICAH8xLcVwQHe5j22FxA4a8EisM9XroQzbBvqDMW4GE8E5ux7FxiZWOytohU2MBhMMhxNc9qe46E8wiTPwOJ3elkEK/pOXhXqdTQ57iQ/l18rnsqR9mci+vcYYmKO4uUSzK21XCRjLPkppVFkKcWq7o/7uLQZbCd182C/jybdv8WWFFfdKNBH5Ho0glSCe+XXs7q9jZ38dm2ur2FxbE2zifDIRzLJCm5JI4MJySWhRdGmhZKVM7LJGw4FLLLSpUtT8AhSanIETVl+RWkdDOEUDzvyYJKIVgWhToh9dWfyeaDgy6hI2RSumepfV14K3NklpoVgwR5bFaLca6LQbUk3jsDeAaeM0VmuJPdVJjiOJi6/0bVK7ogGYezViYSn2loKMpYxiej4Mx0Na1pIEZkek6uUEFpypFpokbJOCJBBXzMOe14DntRD4HtpBgXbAhPwRLoYvMKtMZBbN1h20nQ7abgdFxaSmJbSQ6XQq4i/JPy7xg/LisjJrgvFohIQp9yUenXsfzs1It5tMJzKf0gRFy+fbMlWstFrpESb9joLvfL7AfLGQGRl/LkIWlLouih0KcyvPCnleKKFXOlvFeHF7iya5TaWwX/8lr6yYjdQd7PX1n50a+//TNyxUSglPGXLGFAII5+o0V5REOBvYvN/B1oMuvrfWxI9Wmpj15/jo0Tn+/oszDNjpzrM0jRueo8gUOROIOVqBhRZpT4YGW64xBiQUKpmVa4Hvi+mNS2aDQtQknaCQYBXP2VJ9sySNqjEp6wjUg5h79UIQq7c0D1WvSAHYZkCD4i8Rr4K3pyFhObdfCrqsG+C9XaHyGVZRtXFEufP8dXsPlWfOshrj9pk+mzKUMpb0r4CTJU2sELK3aV9eGxSBxXSz3BkJzJ8mGEkAS8xXibu8bhQucpkEVggW9UxjL6/q5701+PB/F0mGgvNwoudLYGNrQxaf1bzeRQBWR2nkaSod6HLmFRMZ72MMs/E5uDRy6TYsmk6kl2DZBUz8dCl3NxiavbzFMPyVIa9S5FUie8JCTMJ0gTBow9fRkvcTSXk0Ed/isGkcp7HYcXwYfhuG18a4qDDkvJxGHs5nPBM9fYYVY4bT/hxPLxeYJ7GEAkgKydJILfbClxXmUY3pjH2vJt79wMe73/VhjCOYkwjDiYnziY95ZYkR021U8O0IvrXA+3tr+MGdbczOa3z88xv83S9u8ESr8EQvce/Aw3sPAnywbuCDMEevKvGrZxU+el7BopG3m2NlzcDmBqsfdDz6JMGXn6SYzoHZnF21FqyujeaGhq29HFubBdbHNtYmFg7nGb5cxKgdHRsdF+tdB1GZY1HlaNYaOgxkpcAiUgRNzhXa3QBfvJjg0YsxhmmOzAIM18DmWoit1VCqS7kKzjozVnWw7iiE57no30zR70/E7OkHOlaol6156PUc9E+nuD6d4mJY4YKVkbqLoNOUufZ4MMVoMEVZ2ygrG/fvhPj+uy20Qx2ffnoji3PntZ6ONNcwmtD4ZMMMm7AbIbodTQKrZjaHtphAqzKldVgcvylyxmSgYXjN+YeG1X0NfrPG5DzF+IIUQlNWwPdLHcjM69lhhGcvIkR1gbjmM0iHaxpoNwxsb+lYW2GHuDIoOBbJsjrubq3iO3d28XBjA1/8x6eyPotyfMYvpeXhne0Wdrs2kmyCJJ1AcxxotoPpokR/mIpBb32zIevmmufDFJNZhmmUS93ddGIgSQzs7GnYIeHPKuCQYMhtQqnos+yq5jp8XuPxVzVGI0ALrC7T1dDbJfQ2cRqZoDgoLDDqztxMPNcQzygAp2gG7EkyJGFLZC0CG4Vl4PR4itPjmSRZiM5cJ59/v43dzQaefj7Es88HIqRxaERXmuYDXkeXNOn2gY8ij1BkkaCi08RGPNPQP8rRP85VIpcaKTeffLDbOpwW0Vsm/IAoLw/xLBKue8OrsL1pY2vDkrRKmgMXZ0QOpjL0k2LcSnWZ0tkTrFTwexUaHRfNNgdnFqK4RhRVgg9mNJ1OaNtVAz+GcYjVzRcW8gXxkioqsr0X4K33V/DG+x2Mo2uMoz4WmY44szGe1bgZ5pgOc1STCuW4ErQt3ReaQSeOu8QFloLaWe+GssLQEr44Eyb9ATtdiJCmy48OVBapqxs+nfO3N1w6gYiEiOOFIEHZNUrRlNgGiq080DOBTBE6Jy5UkAWeLA4ZOChlpwCdfRxmiBgcEaVbY3jNEnfy+xWyS1CHFEabNpoNG06jghWWMqy590ZHOhWPD4c4fj7CyZMKp084eCUphxs1Po04pOU7lA9SDc2ei5UtXzZ1N8cRRhcqcfmtDZsiEIkY6ngUvRi9Vt0deVnIYI2/32LEWoz0bxtY33GwveOi3XakG9BEiCdfXOLpoyskUSoHp5VeC2+9eRfbWxv46O+e46NfPJeOTT50iPlurWoyPKE7kwgz9tuZ/CFy82LEqI1cboima+DqPMP1eS4sdiRqUxD6JsLgNQFYthGG4CvnU2JFiQ1VfdK9TR9ruwGCDjGcFH8LlMSFgphfiq8WrDKANm/CSALYhhr2N70umm5XktREh8ZphIubAS76Axl+RkyeJKngeqQrcmYiXxgo7UqW4RLRoNLkMihgfzXT8wt2CXaxe38VnR43++xYTvHN50M8/mKgOoWY2WnrUo7utEwYtSt90lkUy9phb8c769J98duPLvHlZ335flma5nc0hD1NBvE84dY68aF0YXPokEOv2b/H5AVF6wp5QvQoryGSBDQ02i6aLKi3TdxcztG/mqPbCdHrNgSbGuUxEunYZHqPAge7KSyk8wrRhD2c3OwoIBDFaNPlQZfSB+9oNJ8IpESuT06h1jYCrK4HaLU5OKDDrsIlO40vR6pLKAgEJ2aa3LBUcj3G6WKJ0Cuwthpia7OFFb7nV200m4akVK7OF5JOvLpMxDhCkw3vd8NxjNEkVuaTQl2nfLBQ3LJMF7bhSqKEyfvZNMdNnwekGitrOrorRJaFsqIkkcPUnA+PYYV4VqG1BbQ3mTQlhsJAOtMxvtaRTAHPV6JbmgBJDEFRUIAnqt1yfViuh4yorUWEvV0H77zXxP7DFhrbPZitEJ/+8gU+/Ycj2GmOll7j/r6Pf/lXG/jwzzo4mVziZHqF67mH/ryJy74hPZfTcSEPUw6CJ1GESRxjcFpgdFQhHujobjRkUQAurUzMKvGwlmuNB3ruEFsrLporLuJFgimNCVGBOtPloP5v/4f38G//x3fxxZPn+E+/+Ayff9rHyRMNwxsDXs+HtxKobzaJceehgzfeb2DvboDFjSHrq0+GMlhtNQs8eEvHu++38eGP7+Pu/U38T//uMf7nf/cYq3cMvPUjF3ao4eIsxvVlCj0zYKSmuN7u7fu4f9DEwztdtJsGnjx/gSeHL+B3O/C7bUwSHTfjUvpCri9nuLqcIxmT0MAuG0tMICaHWTpTZBWmJymmpyn+uz/bx3//Xz/E29/ZQM0+zJaH/+Ovf4n/86//Ht/dWMW/fPMu1ld6mFk2LrMMHx8+xq+fP8Z6o4WNRhOeyUF3C0Xhoj+cSHfxG2/qePNNA82QmLwIaRKhfxNhMkkEqbu66gjqfnRBFyngdyy4TQtJ4iCJbXzxaIZPfjeWfvKdeyYaLQ1nT0qcPSnw/Q+7+MGHXXgNF2lpon9T4Ve/vMZHv+xja1fH1h67sSrMBiVcV8eDtz3s3fWRJwGyJMDz51N88/UQ84gpUd4/NFxfFehflTJob3Y0tNp09VlotVx0whY6LHU1uUPNESUV5nOIYHx0PMbRyVgl2QMNrdBEO7Sh5QaGJxUWfWBr08b2loX7W5t4uL2NZtBCXrnIKxsp905VjspaoLbmSEqiYGxcXWf45OPn+M3Hz+EybcznPp+BJIow1YUKmVYhbPM5Q/Y4B+r50iSmAIu7dxrYOWgooZJ/hMkCDlwME7PFArPFHPVMhz4lHpYHPA5Xa9jEIpq5CCcUUBY0IxQ5vJaGD/+sjR//pL3E6xkYTjOc0hQ1ylAvIGn5nOI0jWUcvBoWorRCf7DAYBSLIEGbKRPHFIEpetFIY2k61noOVrsO4iJFXGRi9gt7JsKeDd8PpcO4Yk3BokQ6TQQHR0Gk2aHz0cRsomM21hEvYsRRhLCp4d7bIXbueLi6XuD6eoHLEw2XJ4ZgUWW4KAlGDWnMzXwmfb88zPJcy2Tg5raNzS0L10yhnnCIpPYenVUXb73fxc7dJj777QCf/nYgAzZWgbi+g3a7hVabRrxMVkIMXcSvl6YuTxJqw0Esa33TxdqmJynk8TDDfMoBYwjHaiBoVNKXSnGfBiHu3cSJJIO/BYo0wnd/1MWf/fmaGOu+fDTDl59P8eXfT/Do7zloY/8Sg4g2jJYP3XdFuNFLDffe6OL+Gx157uhg72aOwxcv8PzFoYi/TAFzX86JGIXGRWQg5h426UoC2HQqOH6OSp8jy6dI8ykYmGGXYbPlodP1RJgnwYI0kemwxmSgBOB2j+hvGpJIAtIxHbIvma9dCTcoZa/gGZUkTDY2trCxvolmu4dWawWz5Bqj+Ykgjr/+bIZvPo/gOrvwnB1FINIp9KjuaTW8VaY5obyASaZSBgt8HYNWhbBZYXdnHzu7e7g4PcFnn/wag/EZuns8CFuYR6mstuVizfbRbIRwmiGMwMPZ1USWbkVwPHaVF5hO+Oks3P9OFw/e7eHydIirsyHG5znmFxryWIPX1uG2dVSZgTIzxDDL2hgOksImu9NLrK6yWsSVoQ7NQMQXFnqOUqcYYqPWKB7T3KaSUjTe0IT25nubeOO9TVxcXOLy4gpXJwn6xzSjmHC0LhytgzmrAsbsKLcEiU50NCkmftPEi2d9vHjex9adBPffydFsq2c3D7JnzxycPWNae5nuZrJLc8RMWCwR6kYrgt6KYXoTGPZYDBll7MuKBWMawXZKhE2g3fax0ttCp70KORaVNUY3NW6umcI34Enti6WG0kTRuQMY/jXSgubBXEyLnZaJbsvE8LLC4KLC/t0A3/1xB2tbLi4vElxdJDj52sLpV7wJ6vC7gNVIUdlj1PZUUU0sC9s7FvbuECdYYHhDwTbFxnoPGxs9mE4EmBMZnBFlPh7WODmscXpYC+qdq9HownM24dhr8O0N+M4GCwRgaF1MZwsMhteYzs+RlMdIyjNk2gypPhXUP8lO7IjmPd41HHzwz+7LYtUG0840req6I2ex67MbXJ/35bVrtXwcP4/x219NcHrEdBuH1ppglLnUXpI1RioVSHPLdDqTIfzqpontfUcS0901hV//7d9e4jc/u8LaToi73+lh606IVdYsuDkeP34mi+cbpnpJTnFYu6MTWd+AVjaQcr8XAQVTxwVTzD5Q+ajZa7asYDGdDJabo9aKpZmKFBodYZs0JBdbe74Yyp9+NcblaQqn7sCuOzJI5Ptc6ojofNd5r1E4P6ZheKbliUKudwqP0plDqoKqrxEqkPEqAfytMyI/2GtC6+uC58va4Jf5XjXI/ZMp2G8lhr+d9n1dfFXe0NcOrLcf9LW/ov78UuD8ljj8/3L6/icFYH4rSlCVDy3zEooer3oxX38tvv3vr77uPzDbLD8WiVrLFs2XQokY80XzUX//NnmnxuG3Xa5K2lNiC20LFKuy/5u993ySK02v/M71Jn1mZfkCULDd6OmZHu9IztDsSqSC1GpDjP0HFbEfqA/SF2lDSy53Rz0zHLKnZxrt4FEolE9vrneK87yZAMZwpdhQ6Iu2J97ANBook3Xz3vd9zjm/8xppS1GVStlaxOFUXaV/V8LM6utfp6ZUKpTp30rS9pSPgziVVKBpu4LH5WvAATXPa0SB2sjhMjFv5tCrEFWxRBROMBydYTobot5qyGo2W7I4HKfRIyDFJopFBObwnrVUqjORAvgqUSjIY5WUIjWD4i7/qdV8SROvf/xMRVIAlqE4h+9MlPFaNzkDoDmbA/LI+5TCAAAgAElEQVRUfb6IvWs0xXDewVoboiRJviLGuMJGp4GNLg1MpC6xfofkqQImiS0qN4vFIsJ8GaFZ87Cz0cb+Vh/Xdg/Q723i7NUVTk+u8OToCo+OrnA1DbHIKyzzSqXWaKynWFKqlKu1IscVRGNLl67CqRK/KBq9dMvSfK9IH5IaW+UmOIth4oszKr4+xEGrwif1d7nXYqWNSnmLtKKE07feo0z1kYXMmRfXOtHp2DZ2ru1g99oO2o0G2o26dPQG85nQVmggY01SZ6OLbr8rIgw/Mn8WJBQl/LnyM/PaJn6BRJecBn/SCCrYrgeHhm4KRRRLpTfYkSQ1zY409ncbTTHVspJJJ5mJX6eWKkKbashW3Z82zQcZ5vOJUGB6nZasmmtJOpGCUx5zBhqtVgx9FTSR97TscUtESSzzOc7MuII4wTwIxPRZb7fhNZrS+Uu6CM3HJG6khYa08iXtRv9QYSqjJisHTNYamJwPeOg3K2w0KwzGTzAcP8E4KzHXfGRWGxvtLfRb24gTCzEpirMA49FI0oPdTgftJmskiJ0sMLi8xMXZGabTCZZL4rgDeb/wOhmNxxgMB2JsrTdJa2HlAE3zrpgpec3PFgtMplNMZjOF746T1/2IFPCYkucFthbmVD8qa/GIbV/1la6HhzwLrd4T6/vza6vL6t6/fi68+f3fNfX89h36990nfwfZ///wtv7/5z+mgIiq2oGBDzopNJN1YhrqlYmO7eK97x/gK987wLUoxT4FueMJ/vejCf7diwkI/3V4x6djk8l4qYiMpMKJQR+Gqfis4BKTitAQNdRpiuH72rFkcYbK64n7dqwQ7ArhbklQil8PdyVE4lMELnWVWCeMgiKwqqhRJxO7MsivFGMnqzIVHn9lHpJfScVxYVqOQjszoctJJ40pvI/yfio+hlVH/OtEOx946lm7WCxEAGbynl27vCevn79CRpIEvuoDplFmLdxKby6NFytSgxglXj+v1R2L6WfJ0a7pCzRfkDAkzzb1+UUQTlUohph31rIRB0wCk/jb2WEs2H/1vfPvslKBOGkaYeRZscJZC5WQNUOaLRhojaQXvo/zXIgOfK8zUUqCqHiTGDQiBRSciSfyWpGKx85glCuEvFmDYdbkHh9HJCvQpJ7J3oDkL8f14bU24bb7qJwmcqeO1HSQkCimA165hF+oqohX4xDTaIY0HyMr5q+vjyQtBEe/CAvMFqw/sfC9723ISi+GSEgrG+Q4GmiIDRc7h01s7vvQ8yn0Yor3dvv44No+pmfAP/xsgv/zp2M8ySs8zTljNnB4YOGD7Qp/0M9xYJf49StDFpoRtFaIrS0LN3brUjnw6NcBHv46wOmlidMrA6i7qO36Mtvd3A2w3Y9xo3Bxo3RwNE7xxSBCrOtocy7WZdWRmhMYswzGKMVsVODVhPE+G994f1vWx19c4FefX4pYnjkarJqO3b6D3U0Hw3GE4SgW8qrPegyDaXwbZWXK84yCObt7WenWFIKmK+byq5czXL6cYhpUmCcaYs6UDAtpxT1YgpCpEIOBCBt3Dpv49lc7aPoGfvrTAX720ytcP9BxbV+ZZFk3No8qnI8zEIj33vt7eO8ruygXU0RXFyhYu2XzXqGJaYpUkOXEwXLiwvYN9K7R0F1geJJgeBKj2QSaLaDb8oWSYWgWTs4inJ6GmAYZpiEJcLwnsMbRxM0bNg52TeSJor0JzdfUsb/ZxDsHPdzst/D05xd48rNz/NOkwM8DDY1+DX/yfg/v7rOObIjpZIRM85BrHsbLHJeTSGTLw9td3LjdxdnTMc6eTbCkPqdXWMQ6LgYWpnMTu3vA7p6GTj1H28vg8MG2ojRKF7BW4uVxhadPgRm9gTXD590MlV+hqhG5WkKzS0lj0BWjl7okj7jqtQx1P8XevoMbh8T/WpgXGWZphouzRBaHNrYLdHouNjdr4lQ8O57LoviXLJRwwxsccXm33unI8CqpJkjKKUjFSwMX4Zw4uFgWH+xKBebdrJJErFvT4dRUApaLG2e+yemCpMhW95nk5dIlBbxcElOiBEzH4kC4iXa7iTBZIEzncsNS7lJ2d6qy8WiZIQoohnGwTAQDo/bs2MyRs4M3VUXupqFjY4to5AZ2rtUQxHME8QyLoBCEZ8xDNjtjKR5HmiCBZe8r+99Vn40c9pW4RFwFFxHTjk/+v4Y4yaVfKSa2MShF4JRONvYasCvZIh6NfTVMNkfIwkjY9KZHrriuOksdOqjVgS3lx1oyBlmh1bMF62vaBSwnlw7WRos9AprwxbmI75pcVkiIFebfY/hSOga4VI+D1wZqTIRs2tjaqUlaOA5DcQEuRgYWIx2D8wIXJ/yY+evuNAWZ1lBveuj06+KyHbEXehCrMj4+jNYdtquXjQcoJhL50FtvsoXtzgeJAzTajoiCbteE2zPE1VFv8EFJ3K8l6+J4iYvjhYj6HH7UXBetBrHFHmbiUpxLooW9A8rtrHq3mIi0KZgWTBgqPLVdo3DIzgeW97A/OBO0XM7hdGzLUF7Pcxg5BVZNFn8OvM7UtaGSy7bP/lIDblOTReS04zMNTFe9B7/hYUls1WyJhKj2oQvM2XtMTAmxnb4MpfnzZgLbNAksUm1NHLSQFS+dOEs6mzMkQYmIZodwgQkL39kbkyl3lsJpsHuYvblEBXto9jx5GyaLFMEsxfAyxfBKPVTlIEUR2SHqlX3UFB5pUFDXyc5uA4e327Kp+eSXF3j0xUBuxiLm+zq8mrrW+Zpk3ADw/Waog7x6kdhFpARQ4jXZc8R+VS7LV30eHCJMxzFm4wStRk2QX0Q+RFmouiKE7ckkqA2rpABcSdKcvX6yUaIzzi6h2+woL1EavNDVBo4nsIzGibBAn3i7bQ7a6PKm467CxfkclxcL2A57JjzlkKZhwtEkwUY0oxgetAqNmi4Cp8eHqFDVKpwdxTg9IiqeE9kVa8YiJqXEZKrW2h9P4wZNICaHXXQJ50RAswPSwHKRi4jMe4Ekc5q6pEW5Kj1DpbPPokS4ZMeABrdVyEPPIhZaiA8Gwgn7wPkaK+efZTmwbEcc3tzYMUHMJApXFiTIwxTXr/v46gdt7N8iOtIVB9qLz8c4+mwCPY7glAlu7Dv40z/bwne+18FlOMRFMMTp2MTJ0MPJOXD2KsFiVmC758iaJQnmSYqrlxmGzzMR4Xq7TWzsNpUAbGcIpikWF8psQbwZ0571ri1rPg0xvpzDtTTcvtnGndst3P9WB/e/2cYnn53jJx++xMsXS8TE3mdMVaoUJoV9Jvk2tjT0+hUct8CrRwVOHudwMg1OruH6tQbefb+L7X0iuSJxIv7ylxE++iiC20nR2edrnUlybzbO0bBtNBwb79zq4yvvbgqKnO9jduXm2RR5OkNnqy2LbrinxzGevYoxnhQYjXOkAZNFHFKwz5YDcAOVw4FNiWacoxln+Jff/Qb++z/5IfYOu5j67Fge4O//9gtZ339nE3/5/RvY291CYLRwERX46ZcPZG3UWtioN2GhJn2SROiGwQxhMBeB+/0POrKBOzsZYjFbQGfvlVmh13eFfsH7+XjI57+GzR1fNncPHmT45JMMUyK7ymhFoqAT05D0NBUmEUY2HCQJu0BMjCcQYsFktkRvU8NGX+H+aEDjPaTP7pOOiaszGiYMhLEiaQgyfIWFZ6orWJToblrY3uefZ/+3Mk3oRPIWjmz8mEhmup6HziQvMV2EmC1CGcawx1bPNZRRKfeJtldHx29gl31jm3WwmtzJOfQDlqWGJVOgZYqQaXiL75dCntOjq0rSXGdnY5yfj+U+UGsy7U+RiAlLwOI9pK5SDTK0rHgUXGESpS9eR6PvoNl3BOepOTlo2mN6le5hYnfZQ6zxHkbRjvudSYKYhiIiEomO5nyLiGaf3d8men0Ld++y09lbHaJSTOYpLkcZJsMcyysgGmtiZjIcE7leylErLUqExH2mJHCog2WRsCZDUUVIqib6ymOa1zagOYrWYtQqmLUKustbOZ3OFMArVCERekDNq1DzSVNow/EaCBa59MhfnY9xcTKCXy/w9e/Uce8rPsbjHBNJ7aV4/iTFgqQQGgQrCsDKCek47Enmfobo/wq2owv+tea5mFwmmFylsgfiEIpJtW/94Q7ufqWDj35xiX/6hwsZVvF5bju2Otwy4WHHYrJR+MRcsDqNBkkPJs5PA1ychdjcMbG5Y0mnbjjXpBYjDTRkIdPNFWpNhZBETgQynylqL/HOHQPv3jawfdDC5l4Xi7jCL389xiefjHH6ZYiTL0PpM+bzpLXZxM6dbXT2OtDkgFygKyJRTV638WUkBqjxjAO0KVr9Urp6dZtua9J0TJR5DUVeRxK2kQQtlfrFBAUWksiUVVooKiYz+HqSAEGXNvuWiEFWHdg8HDXbHLIqIyIJOdOrArNBgf2bDvZvOdjccNBvWfAsRxDJNIYs58CCgVJrAXisO4hweZrj4qRCmXRRJB1xbXNvIHrOehwsmGpOQlXXokp4qzSl7USw3Aj37r2Du/felSHkg09+jcn8HP1rNjq7pgxPueqw0NIc+L4Du2HCqBsYzQNZpNnoRFnFuZgmSli49U4PN9/tYTGdYTGdIxoB8chBEVswufer69BWTlv2jdMcqnEvXwtRbySSIO9v+2JUGc8CRFmEQk+Q6xySsAbFE6NdGhA7miGrUknL331/C/fe38JkMpFhz/lRiFePU8wHdPl24FtdhHNLludxH29Ld5Dh8caSYXARytq9EeHwnRi1BskfTKfrOHvu4eyZpwYiNutj2AvG2LONLDKRxgbMdgKDaejaHLY3gWEmqBIfSGtYLpYIFoEk29kv1On62N/fwfZO/zXK9eQ4wdGzWLD53KNy31Jy2Me+8HaAWm+BvIwkAU7TRMPXZVEAHp9XOLzTxHd+1JMu4OOXS7x6ucTouIHRy6YyeroRNC+EUYtgeLGICBQOD65ZuHGLrwnrfyisZOh0Oui2uyg0mmPptE4RLg3ES1veB2nYhlufw23MoeseqqKHqmA/dh1lVocGJgObgtijQaPSA4TZKwTJKwynlxhMLhHOCjHO1awa+p02tje62Nn3sbPvSQUJJ9FM4A8HS0ynkaCiWS9Qr9mo+w5OXuX4/NMIlxfE/DMdy/0jK4a4v1X7ed5zJatSMsWfy/mWrz/JGhust9nX0NsEXj0NcPxkiW7fwu51D422OsNShGBnPPGwyk3EZ4+FnLUGuQ1Q6M1rqFLSspj8VYg5Gn501ATxzioCpi6JTWNvFe8rKUlRBc3UJCEV2N63sXvdxXKR4eGnM5wdJ/DNGmo0za7SnlKjY5BOoyHiGT5ORei26L6R/kaVCFNnZTWU5/lh3VX3Vg729Qz9jciq/s7/ewLwb4q/a8Fz/YlXcKDXQqh8rb8j/qp08ttY3zd//zfdzr9PYFgFj34PAlrhn1ff8evvW9I7koJ8889vCr/q919r1b+lhL/9r0rcWP8wVDp3XQW7apV9kypa/YzWicC3BeBchuacYXD/oJDJvI9LjdOq41cStiICc5hPXDkHxExPKdHwbXmQXwjPzlzSAcjrSRJAvGaL1R6I4mEJmyKpJqBc5PECk/EVFrMRHIe0owrNVhOdTlvuhaRnxTRLyzCd9A5Sy3itkoDEhEe6SlopPPE6bSov01virvTlrsRUlU6kqVyJBUquX6UTKZ7JflTFZxVdTpFNuF1mX/liGcm5jmlLz6ERG/DsCjZrGkjwMiqFzzU11TMfptjpOrh30MT1rRZ67Q00/RZGwwVGwyXOhgFORyEupxHOpiGulgncZh1Ooy5CKE3eVUEDNkXrChURpKv+Sp5vVXhMkWwoYnNfpNLMqipidUHKnocJLBHKpR6Bd2n1s5TpxGuTheA+UKkuMHVFyweiKKH2P3IJyM+Wzyyee1totImtZ8qZiP4U0ZKzm0TqmYhN7PW7sqRGq1ETghaNYyTXKLA40x2CF1A9zRIkKATxbchsLZXFPZ9r03BtomCCOMnQ9Hy0KH64PuquJ6QhUpFqniX7R8thekmZAzImWyOSM2I0ah4aJIG5tnQ4GzQUpDEKDo8pAhOvvEqYqRS1en4oIUWZDGj0DMII0zlr1IjXrMPx69AYgzcsuV6m8wXijLMMD6XuoFpFLplu1k3WrNkwDIVpJvWIBti8nMiaxiHGcYpFwVnLHtzOPmz4Ui3D2oIooFO0Qr1ONKonCT+uGfcr4zGCJY0Wqu963cVLQZizNQZbaGLWDF1h1uMEYUTkOjs1WdURI06UuCOVrDSCrG44q9zIClWrMovSFrAyZvC9qJL4bxty1neOtwwxb90X1/dqSR++9df+OVH3vwrAb714/8X/V9FhiK1X3CoKe4pyRVLWTreOa/0Wvn1vF9++u4vh6QhHj0/w8GSCR9MID6exJO9pxJB0LQ+CIpAyBFTIvJOLegbr1hxLGd1sw4JNOpZQDJhSzaVqi9RTCsErsOAK86/6gZlVkcjOSgAWb5oavwmBnJfNilciArBTUQAW7WoVwOJMXdU80cxGAZhmJaE76CRs8VytzCfqel/d+lbGqrXWwTkn5940XzIdz3mcJNjl0aIuXLnPslueOoEExFYJ4BXBQTQVeQa9Qe3L+5MkSiZv5YOtkNCrZ5vCRJMyqoRbfpGCyQbEFMOeb85P13RSlXqmmYgofIW35tcpXxtr8WTeoT4OZxScVaiZKYmFNOnwOcLI24qyIc/QdUJ5JVDLTJ4J4lUCmnMpRuQ4D7dqMO3VOWW5FN1Gdi2skKRqwOvE9ECEp+m3YfltwPZFfCx4fQhRo0SQsepUR0xctR4gK2nWXghmnPWSxNrP4xiLJJY503c+2MS3P9jC8uQKwckA40WKAYONloHGhoNGx4JnZPCNFDd7Xdzt93H+ssBPPhzj7386xbDewrDWwvWbbdy708H9boD3zBfoZlf47FjDZ8fsg8xk9XoW9vs+PMOQ/fX5cYrzoYaLgYaQlUKGCasOdLcTbG7nuL/Rwv1eC69OYjx8usA0ymF41BoM3LzdwM1bDaTnAZbPpji/SvCUZDNDx3e+0sB33mvg6CiWFXD+7tFwocPWU9h6gqspqzVSCRR0Wq4I9tNJheWigu8CNaeCyxpO1uQ4moTlSL/Klgkyzqoqdj+7mEXAyTTB1YKandr/8DnquBYOdhzcu+HCc0188bjAF49LtBohWo1Azo0110GUAE9PYpyNM9y618atey3oUYh8MleJdd4dSAXNuBhKNBGMTXgtGzt3bTQ2NcxJ+RoQWc4AJOC6FlpNIuNpN6HFw8D5VYSLQYwgVObXZlPHu3dt3LxmCho9XSYS1DAcpqQ93Nmv4fqGi8cfTvHowykeljq+dC20t2z84KaFO10Nk2GA6SBEqtnIdBuToMLVtEBaaVJBSANvOUllhWGBBQMZiwrHA+BqzuojR1bHTdCyIjRIQbRdIZwkYY4kzPDl8wyfPsownJbQeJxjpQ7nUbnFQmldLabLeNPIdcwGlay6n6NWK3Dzlo/7X2mh3jVwOpnhbLLE8LLC6EoMOKjVIUNOjyhb35bk2nRGUVJDGfIHXiGdleKYu//VbekviowrRMYlklBDOvMRzHVJenAVcGRx8MOOWx6KfY83dE3wA3miHCXSr8EbB13CBTeb3HjxpkuUQwbL5oVXodFwsL+/j4O9PRwfncuajWMES2JhlAdMsERpiSJl/xmxjJ6IVYUWoSSOdnX4EQS1z74zCo5EIzN5nMgBgQkpFlzzI1Io4gXMgzY7kyg48WOXOTuWFX5BOSfpblMbaUETSg8pHxZq47u8SrEYsDtQxdgtlxhmF47nSGE0Uy1FlKCMOKyEdMt6TEoTceRz+K5QFOx+CUMKQdzkKvHMdCIYboydgxrYqUok9mQcYDwOMbkAxhfA9CTG9FWMMuLPYSU8rxKldTLpd9nRaaLGDrM6nR7EwxHs48CoHLx8muDTX85xeZYIMpOLaQFJO9Z8EebpoZoMKeLFsiHn0llQz/4CqUIUFpE6SLOnhV1EfIC4JcwG4HdNbB80ZWmeAfgmKi1EUcyRZbEkwdWqEDKNDQc+S6ALHSGv0zjFzg0bO4c2KgpciYHZOMNoEGEyjNDuGrKINlsuC5i2g/ZGHX7LQaHHyI1YjAPEqReRDcS+XPfJOEA8CqVr0avr6ibEIXTBvbpyiNZa7L91URgxMoSwfA6Nlfi6vafwGsfHl3j06BijFwvkrzTkA01dD3w5iC02NTSbDnpdH52Oj42NNjY2WuhvNLDRb0iybDaLBEXIoQt7kl+dX+L47BKLSYlowp4vJnP5fNSxc8PHzg0+TLkxY59zgqsjcvvZa+sSXiquH26ceVgkM5rIZqIu2Bvd6jTQ6jTR361JbzBRXZ89uMCTRwPpa+M9QxzFPFTlCqcZxbw5lUCdhyIiqNlRbMAxLFjsr1gppPV+ino/QSk9lRrimOJPgXBRoO7V0HBryLUMURFKIp4OXSJdzcKGldsigLM7llUHdDQLytLIUBkpKrtiaZmg5i2iuysN4bBAOCrQ37Gxua0GgdIXlQKX56EsdpXRrSQuiTJDo2nh+p0O9q635PuVpaew9BglE/vs+J1mePk4ldXu29i67sCqVYgy9uXlmExMTMd8n/L9qrAq8j6g4BOUyIMC23t1bO81ZCDITgOaXhyXWEhuQklmIH6kgt8sodEtxQ7TwoJmJoDBwZtCiFWZgZRD0YWB5SQXzHe310Rnoymb6jTnECKS1zha8hovUIQlDg8b+OAbTJr4qLwSuVlgdJxjfJyjDANo6QJ7OyZ+/Kd9fPO7HUySCcbxFC8ugGenBo5e5eDAmO/NGzs13NiuYZ7lmGUFLl+kuHgcY3HJDtMm+vsUgDNZ81GC8ctInivNWg31hg+/bcJrmxhfLXF5OsVmz8af/8UB/uhHW1jqSwT6Ah9/NMXPP5xiMi4Eccp7JGe0TBVcf3cTN95hEi9Bmc8wG87w4OcBHvw8xHfvb8j62tcO8JWv35TU/MeffYTPHn2BONmQlWCOBEPESSQox3hZYbvnYrvn4evv38C3v3kL01mCv/vJQ3z56BUONiFra599hy08O8nw8ecLPHgUYRZYsooklJUFNEnxOaJDr1WCin+vUeB+o8T3v/ln+IMf/A+o92s4in6BZ+OP8YufnOIX/+kEP/7uFv76L27g+uEuImzjfKHhP/z6F/j7X/0jOrWWLGQW0pCdyTm0bAbkc3zju9fwje9ex/n5Av/4syMMLmfY27Kws2mjteGhveFhGaUYz0IxLR0eNtFp+/if/2aKv/mbCRq7BQ7ek4kWLs8dRIGB3e0UuzupDMyjeSlJzvNXJqZTHf29Ahu7ubjvGk3FWaLASVoCr2Uech59muHxg1SQwNvXfLn3XZ0Rk8t0hxoYHBx6OLznodXlYaeQXrXFOMdyVAhaezwlWp8d00TPa6jMHDCIqvXg2Z5gxYfHETzdwTe+uouv3t/Fdq+LnV4P09MLXD17ifF0imGRYVRmmJUJZkUqGDnfsgUZffE8weSCCSkeOEo0uw6aHUcMFDRWcXPb3m7Iml+pTaeWcW+k0JhCI/ANVC433DoqNwW8RER/mq54YDLzHsy8C5nrGDkCDvSeTTE5DwRvTZoxqy7cno69/Rr2d+s42PPR62myFulU1myRYTIFRhfA1fMK0zMd9Y6PRqeGBAnCIhCns2550kPG8CvvLySiFJGQl7glgcGuvKiUe3a958qCUyA3eB9OMJnS1BBDSzRosY6tDRs3rrvo95lG3odpbErClt1GTx+d4eGnJ/C9BH/4JzV847s1LGcmlnMTD79Y4rNPp5hME4V91CkAs7Od5qcKjlfBr5fwGzRwsDveQx77CCYJgqkShZhG2bnm48f/3XV87Xub+PlPXuFnPzmRAyLFcj6TNd1WmC4rhGYFKpmUa3K/oPDKwfDR8yVePg+wuQts7tBFbiONXIRTE+PTCOOzCDxf0iRHcTiaq2oFXreNho6//ldt/PW/aqEympiFDRydZvjwowv806+usLzIEFwQ/69mG/uHm/jqH97Fzfu7QM49EvGUND+ZePFkhEefXuDFk6GIbHxEbF2rZBk2DQ/EY9Ht3oOhdxEtm4iCJhbhFebhK2TlTGgjRFxrugdN92VQR9GbP2AmoOmsl/dYDtTrRP+q9C/d2cQfT05TjM8yfPDDDj74QVdMN4e7TeiFgScPQzx+uMTDz8d49PkIXjdH54CmMdYL2IgDB4uBWrrhwVxVKXB/zPe9bqvFChYipwUbKkMBvsemqLQZvv71b+Dr3/gmRpMJHnz2KWbLS+xct7GxayIt2BkVwskNeJklg3+T6eh6jjBLEXLvvhr4c2/HzvWiNHHjzgZu3OmhyAOUeYBiaaGYNVCmrnR8ac6qI4xfTmwjCzyJKjreDF49RH+nhv5uHaPpHGdXQyziuVBjco1nhTqypI50XiGbs8M6RZhHsLwKd77SlxUnJC9EePUswJNPAkwuKjS9jhBfkqWHeOnDrzno9h3YPlHuE4T5TEwI4ULDzvUQ1+8upSKC/bJMDZ+/qOHshS/DEnkdOKiBEoDjUJNltXOY7RxOYw63PoJlJ9DyGvS8hvl0iflsKcM2y67Q3fBx+84Wrh32JTXB986TL5f49FczDC9jcfPT4EJygWFb6GwX6O3x55ZKhRBrDmjUci2I+Du+qHDn3TZ+8Keb2Np38ezJFM8eTxEN+4gGmwjjCGE5RGkt4bZKqWDh/pGmmoMbFm7fNdHqUFRihUgO3+ug5rcRp0sEEbvTaGSwBfPcbtxAu36IuDxGUr1EFPF1qyNcOphN2HfODZcHTfOws7ONw1sHQitYJieYLV/h2YsXePb8OYqIRk8H+1vbePfeNbx77wC6NYFuTuV5zaqA87M5PvvsGOenE3QaHXSbHUljEQV6fqHhyZMS40mFeovn6EqeFRQlLCbp/VVnLocQlSm49TgkkpmiQPmU+DgAACAASURBVIbORor9mzn2Dnn+oImZCf4S3R4HewUWY+LWM4ynKSbTFKZXh+XVEMUW5lMDUcjOEw9V5sIsfViVLz/fEuwdIjGK/fWe6sZk4ySpUQ7RppDzUJqVaG7EaG4k2D4wsXPdwnyW4bOPF2JubHqWLENzYOjM7XAxYayv0PQpbAosFl9rjutYjUPTpBz8hDpFGgDvd6oT7jfTvm9E2TdC6/+XAvBrxUspsSup8vd3FK81r9eptLfSwwpf+ruC8/+dALyWgNfC91pw++35vPrY69Su+vp+nzD85u9RmORgmIKqMiCoGYhCNavDpxr+ylB5LdzJ1FeJd2uyb8FhNwfDawQlh8IZz2C8vpShn4NkLm7kKOQVebZKMSmsq8CpKtLR+KsuPWessVh/H0xvZqyF4GyASS324jFHYFTS1+pxmJKyVmWEcDaBVs2gYSahgG63uzLUK9FvDYZlipVGDL7PlsFchDyVZCLOemVKWPU18nsj4lkG5mtjn5i0jdX3psRfwW5yriGvBaluNLA6cB0LNb+E75fyvpjN+X6NMBovsZgnco/LUw0294ki/CoTvpDhHF0MWVHC+pkct3ccfPuOj5vbNXiWJ7So5bJEEBSYxcA00XA5TfDwdISXgyVaW300N/tIEs7EFiJGapKcKqE57IsjWUEhRFmdxe+PqTqSxRLpSubP7M21tb4UlDD+lhHhLYF4pfWr/0ihU0QSdR2t7RJyDb1lLFDIUorFRBjSPOhJ6prduXGwEHJYvcGkkYeNrS42NjvY3t7E9s6W9MGri4eGAAo8vNaU5kFxlcIjTaUqQqdhMLiSxf2XZzuwdBqkaRwOUHcc1GwX3WYL/U4XG522JHtZN9BoNlBvNhHHFGuW8poWWSZIU3Y2O4YupMWGSzIdEwEpyjSRjvk8jrAsY1lUWRTpj3OWlX1kFZVeLkNMpjMxBlBQsthv6dXguDWMJ3NcDceqvoppQ4tzVCXKUOTIZVaxqmSTOhRN7umsjqq3DMyCMa7GlxiyZ7RzHVnnGvpOB5tOGxYruiTNDrikRxgmgsUC4WIhoi/DHxSD2Xmdxiq5zp8l56O8VkiaZMVMmEQ4u7jC+cUVxrNIFmdUykfBvSXx3Kw1Y0o+lfcNPxcDD4oGwACJmgHKv1NAfKvz9/VNWCpb1AUoKOiV0UJ9otdwA4VeF5zsKun4NtXhrRvpfxWA/4tV37f+In8orixDi2EilrMXpUfWWdy708e7t/v4UX8bP9rcwv/x4AX+p3/4HJ+fj5FoQCokFJURMth3KeYa7hFUVSBnrDzx1HxLqtqYUu81O6jx4JoJ4ghpvEQWB4KIpgmZaWBqE1wKdc9nEcehCv28FoDlNw32pleSGJV6cTG2aHBYacSKIRoradAh/YbUJ9NSgTYKwI4L2/Hk/UfDC0MZS6E/EJO8Fn/V3Y9mIT6ySI0iUtf1PBF+SQKgcULeT6QWrEgUYqLh1/xW3/C6KlGSY0IeXbe4yx1a5pUUXMsik70in/diRhdBXaWn+ft8/nHxRZeEo66r4IVuCAI4jRLRBmr1mqD3YVnECyrhm9j6lWFIhXE401dCMg2za3KnYLBlT0vjFwVkBjRSmd/LGWJloZNKPqLCbT43TfiGBl/X4NBYSMSzXRPc/HQ2lb0LU6IMcoXJEmG6FB2ERCav1kGjsQHLa6IyHXYSQnd96J4PzWlBs1soHQsFyZdajGQxQLwYYDyfYDIfY5HOsSwWcPwK37y3g2++s4PJ0SUmLy8R5DFCp0Rm07wPCX+1PQsdz8JuvYG9RkuM7H/7kxH+9qdzFHs3UOxfx733DvDV9w9ws36FvcWHcCaf4+FL4OExUNUrVHWg07Sw1XZRsxn8UXrEYEyCQ4XBqMJgSNRxheZWjt4u8K37W/jWu5s4fxLi0UdTXAxD6T2u/BI//OEBfviDfcyfTXD6yws8O1vgi7TA3Cnx/Xd1/OC+jvmVg/nARa7XoPkN5JqG+WSI2XiIi3mB83mOWsPGzrYnN9SXL2hmzbDXd7G76cHVM1gl9bMcCd83DEOxp9sx0PGa6PptXE1yfPRshCfni1VftYlGndWdFvptDds9ak8mziZtnE06QHkJFFfotXTsb9SRZToePF7i6UmIvVsm9m5acNIC+jKTKkBS7IKEpAgVRIhmGoIx0Nhwce2rdXQPLMTzOaL5XKhQp8+VrYKEwUbLxv5uG/u7HRy9WODoaInRNME85pwf+Np7Nu7dMpFMU6STRF33noXtLQOHezr2uxoe/qcED3+S4KTp4HzXR2+nwjc3Y1z3OCusMDmvkPK9pBmYRjpGMwNRQcN0LmtTs2XRgD+Y5jiZ5HjC6qBFids3G7hzs46OHaGBBXoNC91uC512E8tBjOUgwq8eRfiHLyJcTHL6f62KdCWzBRgthhLUA5RpMJeJmQoIF2qZGtEmBXb3XNy+U0etrWOwCDEKIpSRgTLmm6tEqReCJlE3GqbEUhRVhor9VjGTH8QLlmg4xGNdx9e+dQ1PT47x5NUrYaoTucIb5HRaYDqlG4+9FeqGRjQE3Y18I/PmQ5QtnXxMxkmPQFapFDE/R0knialcylxMJtocCFrY39/G3v4WXh1f4eTVlQi1TOywTFluOHTqyH5COa65+efGmmlaSW9quYhhxJyxL5hpGKJ5mZSQTXFeScpyMSdihjggYv+YqKCbWg3PBCdNZ56IwLzBckGSvMQCc4Di1B35vOw84qMspduAONN1F7I4ZnigtiRFy4+vIpS5HHiYJqV4xb5QDirXVUcUftNcYWKJ+TbpnLc4WE7Q3nCwuUskki3fI1G4VeGgyh0MXi1w/mIqyEfXs+C5lmyamdKiAM+EtJTPG6YMsP1aKYtpya0tD9NRiaMnKa4uUwRRKsKBarOiAEwhXSWAF5NYhrQFk7F88zIBwjTTqrODhyXiMIkltD1LEqCGowPknFP08pmeVtXylJ95DZZlKA+RYFJiOVWOKX5y23ThOjXpX50OloiWEQ7uODi4YwsqwtBcSUWdHi1x/mqJjS1LFl/DKKJbi+5W4odtuO0SXou7AL4HSkSBicXYQTTXxRGSLlKCC2ESLszeLD4ADaZf2afqSEm3XWM3AruC6MbV0d5y0d7mwa0OS69heLnA+ckEy6sYBZHqM7pUCiTsr2wYsBo6XF8lyIn4aXo1tNw6mpKIJZqYPREVTA7z+cpXOWZhgnmYYDQMMRwEiNMCGlPvFPKZKunaiJaxYNbnkwTzCRFKTOMzOe7Iz4nXMq99OaBoREqmsL0M7a6LTs8TQf7gsI00q/DLX1zg8wcDOD7/HIVHdnBwGAcECzpLM1RmhdLie0m9X7jRoPNZ+urYDch7VCeH12HnNV3SFNTZV64wxdLtI0kCvnN4reeSoqKgrOUmkJsyyCcSkf/jPY+JI+JFSl2l7ERQ56/sRKZDbwbB8Ha6FtodDgQsaMRVs4dksJBkh+eYcB32BjFh5KHWdNDga9jm5o8Hm1ycZVw0e8yIFxnFmA2B6YA4a1M6B3WrVENOOfiYSJlcFxce0WYKhMmdckEEa1Kiv10TNDX79EaXTHiXkoZlb1FZMdEVS+c6ezbZJc1+jILCvZVCs+nc4iBYoSyDiYFgqgm2nqvXr8kifYHuQH4NvOaIEScGpkxyeX8f3myhs2Wj8AvkdoFkUCEZAMViiTJYYGdTxx/9cQ/f+k4TIQKECHF0UeHpiYanz3M8eRxLcv7wuofDGy7mcYF5nOPqVGFbl2MKLE30t5tYEvWVxjLUXF7mKELAt4nTslDfcFDvOVguAumR2Ntz8Ff/+jr+8Efb+OSzMT75fIzjlyHOXqnDJl+TRstAf8NGv2+j1vFR69QkPTQbBZheLjA/jbA4jfG9797C9753G72mL87TLAswS84wTQaYxT5msYfxJMB4MpVNumPSIakJsq3fqWGj20C/18BkHOHBZycYXE3x7k0f79ysIWc40NDw5CjF548iPD/K5GfIA/Z8xrRjijglKsgSjA+vJc8u8eP7Pv74XR/v3P4At259B4mh4ePjj/DJy09w8uUMr76Y4sffP8Rf/cU72LvWx7JwcD6N8fNPP5fVbPL+UEc8rzC/TJFHBfavMUllSkKS6+piiYefDTAdhug2DHSbFjZ3Otjc7mAWLTGYTSRt3+q4sF0bH30U4qOPAphuiWaP5isivhowDQ+tToZmN8fR0wBHTwJcnVWYjvl8cvC177TwwbfZtTiXFLL0DTKhVKz6tONC+kKPnyZCJNjcq4vpha/nYpaoa9620GhoaDT57CwlXUZnOY0lUVwgKwFS39XAWNUadFs2Oi1LGbOYcC1c2FUNG6023rm9gev7HQwGMQYDIoCHSOIrIQvMKSzzXl4Rl1OIy7hm2YgXwPBVKkaZmAeNNBdjHA09HF7y+6JRjcYwx7URksqwTLhnRKPG+wcPkEQ96ygYGLXZL0zENIc53M8oFF+V1lEl9RXmqkQeJgjHEWIOCldIws6WI05D4uZ7HeKw+cxSzls5oOQxopR4OSBe6oiGFtKZBcuxYLkmkjIRjD4FRcMibt4RFyc7XXhPZX84X1SDSR0extlTzf+xz50GLKtAruWCyWYyZRnw8M0TvEJt93uOJDgMjcnPttxXuZ4/O8GXnz9HkS1x84aD6wcO/Lovh8unT+b47NMJRsNE4QoLDVlqIk9pmqP4psRfJm9J0UgTG0lqI5aUHu9fuQyVOhs2PvhhD3ffb+PkOMTJsbqOgmUsuVP2nNu+verGDVYzQV2Gixt9JicMdR0/C6QPt73Bc64labo0MrEU0wHFEpoJK2RhiWhWSufn3rU6rl2v4av3Dbx/38RkaeBkaOJqWuJiGuOK+6BhguUgQc1toFlvo9dvY2uvJQa9+XiG+XgOr+kKHeTqfI5XzwY4ezkBZ240RLHXZvOGJmQLDjW5J3b0FmyNG/4uUHUwXY4wWZ4jSqaoigRVlcJ0HJhSsaGGEDQIkX5iWhwUKMwjrx8impmap/uW6Cdfc+HrLu7dZy9pA6ZfISxiTBcpLpjylZXh4iSD5gVwmoEkQaRjtWohWbpIFo7sq4mH5D5J0hx0+q+6sMrcQkXXqpz/2UtVwnFzOE6Bd+7fxTvv3sMynOP5yyeYLq7g1jM4tRyVEQNGDDM3YKXs/mIyG/AaMv5QhQ+CEzQRRiUms0T2QvU2qThErBErnoqZNZ7THMjEgRpgea4m/eDIHZQxBWC+V5aweBhru2h0HIRJiFk4R5LHMrCUwWXpoCwc6JkOM9MEbxgyCaRn6GzrsojGZGLu/DjG0y8CTK74mrfg2025xti5zH5xipIU6kfDCaaTOQqQkGNh+xrx+wmcmkq+07x1+sTB6WNH8k/cqzNNJUYCtq+VHqrKg0c6SKuA4c8AZwjNiKBljAj5WIgAHEgvtOWybsLDvXtbODzcEEoFaS2PPgvw6cdzzGZMqSqaDe8hROf57Qz1bgLNSJGwjz0h8k1qhhV1agq5fr7/xx1s7bl4/ijF88cJwqs2ggGF3BhRNUZlB3AoANdKRUmKS1w/1HD7HrumKlgWiVYcGviwLR8JhRFJm0JQllVRQ8fbR9vbR1GOkBcjXF6EeHmUYMDu99BAEJpodupodhpotnxZhllgGYwRRmPk1RxZNZf+MlbM9Dpt7Gx3sbXZxCK4wCI8F5QxRc/RMMLzpwNMJxH2d/s42OsjmDMlHeOK+LZTCjQkxqTwG2rozaE5Xe/NlitmlqqKpQNN+rZjUwgZ0bxCswvs39axf5vPtRy6VsCvAY26jjhiLU2IyYgDGMm9QDcdaKaLKDKwmGkiAOeRjyzyoBO9zPOzYMzUHI+URcviYJVneopjvN4spImmBPWkQG9bk7WxbWJjx0IYZHjxdIHBWQq7ZJeWL+ZkMe0YhSy+vcMln4HE/9FVpGqRmCKQgT2lPA4kRRfivYAXkRoDKmFx3bS6muRLX+1acFoRjVb5mLfTsGuJVg051//8HuH1tRT1+4be6z//5lf1udW//+ZHXv/e+te1yLD6uCJGKNy9+ppUR6YkLV9/ME2d41eirfo0K0H3zR9Sr9sqOac+zu/pUv9n0r8KJakoVevk7+u+ekkN0XzDvk3VRr1+Rijx943yvU7+qhSnmmpXuoFyNQxWEp8SEblUgkjhkeW/Mcm3Sh2tv6b1tys5LwnXKmGVQt76ZafpjSKw2AeI/hSEsXoNBOfJ7uGCiYgQWcS+yAg6IkUJqXsyW6KQyJ5qRVFh1xsTp9QMiIReCBFHJY/4ZfJ5yNQZKVYKV85nJAfYkpQiGpjmOEmJrWTNSmHyObRXCWLO3XTUPQd130avVqFX5wvMGhQdaaIM40xJzpcpZkEi5IzJIpLnJC8TeVk5GzOVoMB10LNx/8DDbpfJVVvO2WmuyVomJRZphdEiwdHFDOeTEO3NLlr9rogLi+VCvi++Zut+SXZMKnGW4gsHqYWID8Rk07gnIWcqOOtrUX7sq1Tl22+ttfC2dgasVQ/5RlQC+M2VpUTPtRgs1+QKDa4g1TSisGOepv1cOnQpKthCQrPQbNZktrSzu4m93R00mw0hAVJIpKDAJFqwDLCYL+U5SMN6g0lhy5J1cXGGi/NzSe6KyKMzbeTKmo3GmI0nQpfZ7G2gTaSxocO3TLS7HbS7XRH5C7rE16k8zq8Mpqc0NEmeo6hDAZbvfSbNKABHkfQMhuL8U59Trh+GITgoXGGNI/bqMj2bst6FFAYGZJrw3KaEPJgCFkx0kmBJZKti7sLxfTi1utQm0DzKSRkx/Kw3qzVMIQVpDpPDOWK9wBgWRrDQc3bQc3bhsAJNxFgGVNTrxPkaO4FJIMyWFLH5XCcxLFN7nVUHL3+0FNqjNEIQsVJhjNF4IqEEriRT+Fh2yyutViWdiWXne4YvCBPB/O/8c+oOv7rPy71y3X0uxV3K3PIbhprVDVVSha+zJCtiwwqI+9Y1pjqF31AW1hh6IRXIx13dz9/63Otny28+A9ZvgLeeCr/ncfM7lfS/77Hz1u/97jPtP/cXVs+K3/tHVv/tP/dHVn/vt//I+mmspET1z/qVeXPPVkjj14I77/WVC43Pey2Gpscy9+IMd3e7hT/46h1868411MYx/EmED59f4N89OcXLWfAagb6+FxDNzHDH+nYi4zF5BpDuoEwxpDs2WUHkOCoBLDQVCp253N9ln6NVIiSb/HgrfDLvFS57qhlCU+UUq0/EZ4vaz4oHSrrpIQIkBVGi88Wgw4CLrYzE7FDn/ot4edvzoK9EYUkAJ6mYNda3QjHXMCG0qk+QygwGr2xbHX3kPZsjYbc8w3ArOoA8h6VLWXUC8+ywuoBXKGjVC7y+dlWCWOHTabaSlK8M9t/0AguhVGZ/FImZpuU9SVvRLNR7g7UqNE3x+3VdV6iD8qwQYxc/J/WKFflCLhRFxzCrUl5v9T9WkZZIWJnAc6aI2dyr8nsh9WxtHlNJaJOhICL2qdOUBawshU4KRam0FoZVSEVV50SaA1gpxKR5poTzJBFcsWf7MBncWZ3/StNHaXrQvTZ0v42Sojtr1xiWzCNkRSzmFa6kCJFUASw7x/6Gh4MNH1cvTzA4PhHSk0V9zRUuiRgZhfTpmdiv93C9sYHjFyn+w8+u8B8/msI/vA3v5m28e3sLX72ziV3nArXJz1GNH+LlyJIVM9Sk5Wi1aKAnsY6VThqiQMdgZMiKYhJwaZDKYdUC1FoJPrjXxQf3Ohg/S3DyYIHTYYKBlmPpAD/61j5+/K09LNnH++UVnpwu8GCa4qoocfvQxZ0bLqqgFO2u5tXRXpFSLi55Xhrj5SCTxTDNtX3qDJqcoziX67Uc9Jp8NvN6Xe15mPg2GIzRsL2hwyk9GLmP4aLEY9JJlrGihxo6unUP3ToJGwRLZrLRGSZdDNMequQSVXqJul2gU+dszcCrsYZBoKG/UaLfr2DnBfSowHye43Ke4WrOQKgisYY8aw44A7Cxfa+O3q4FPV3AyBZ4/hR4/qxCxNgwU8xNG7dvbOHOjS28fD6TNZ5EYtKr1Sq8c9/EzZsmikWCfJFA41zDt7DdN3Fz28BeW8MnP43xyYcx0m0X2p26zIwOnBBdLUU8BaJphUkITEPOTSwkmoXSNOA1FamzXeho0zAbAueLCoN5hdGskC7gBrWGpi0i+W6vRK+hiznAp2YSV9CiCr/4PMJ//FWIkyH3q6hXhgs09ivU94HlPMNyxgg9XRUKK8s3kpg1Qg4XS3TbpgzUvaaBZZYjzgt0XRNdx8IiyjEOUiyiElHKiDWHmSXq9Qo6X0QKrHkFq4AM0L/9vTv49ndv49///VP8+79/gsJJsXWLgpOFJLSRRDYWFFKDWEQenjcpLpfsA9IoACuhjCXvHjvIOPSal0gWK1ws3aFEZzHJR7y1lQs+emuvg+3dNi6upri4nGK5ZO8tw6b6is3vvmHnaxx05SI8tdot1Bt1VHoswyQmZAfDAEnMw7a6GRoVcS5EqGXiiOQDwecDxzQEnUWRdGW4kaoBGThn3EwrtG2ea/L7lufAa6jDcpIukGaBpPg0LnXGkGEJXecU33WHIiibVVhkv9r48NBD0ZmIJRGdc5U05sGKDy2+pLkJk8lkPUWpM+WhycaZglVnh8tBd6Ml6/x0hBfPLmQjzIRvvUFUgi9reBLi4sUCwZQbajq0dWgGEdo53vuah/sf8GBlYTEzMR6WePp0jqdP6CxQ34tbt8WtyUNgNIsRzynuU9BXrm8xepJsQyyaq6HZNdDsGWj16mj1mqoTs1AYjcl8gelsiSLSVDqJD2aiH4i+nVQIJkzOqT5G1yVKqS6O2tFlgOUswt4tA3u3dLTaDdTrTUwGBZ4/nOH4yRybe44sDtqKgt29FWZDosNNbF93sHXNht9hx3WFyUzDySsDk4m2CjNXKKchqmmoHtZ0aREv0G1K0kpzloAToGCqPSpR71roH9bQPfAwPk0xOiXqFsgDDt7V1pLi3/yCGNwUtS0L/paNyqQbXwmeRmTAjE3YOjc9Lvo9D7vsGO7Z6Ho6Wp4Bq9aA5TekL/j4/BzLLIHRdKHVHRFKuK5eTnH+bIRgzutEF/Q1Ow8c30RKzF6oBkJM7igUVwTdiNDpaWh3dVw77ODm3R2kqYGf/t0FPv7FAE4zh9vM4Bi2fG0UZ6OFEkIoqvLMtBodwCLOoGaJ8K+7THwXghU1azxYKEMf/45MBSgYg6kcHpoUHoT7lzjkkJCOc10WHXl0E9H1ynsEhXE5q0q/NTcd3DjxgMEDSY40spDGJmo+kaLq4KPTSVtCEI1cLKjvNHT0N3rY3N6BW/cRZBGCPEQUR5LmIW6J1x3THcOrGSajAAZcmBpdgcrYwAFfyP7kjJ3sFHItuU8R88l9GbE00p2y6qDq9pTQniUa5lOKwgY8qwZHJ/5hjiSaycf22CFpcgBIFFsF08th+Dl830C9ZiKLdYwvNUwHpaAZ55NYML+9vg0SD7jhEsOJGFh42E9Q8dDom9In4TRN5PUChVfCWADGUkMxDZBPltje0PCHf9TEN79TR+XkKJ0Mx1fAsxMNXz7O8OCTEBeXGQ7vWbhx1xKhaLHMMRwVGI3Yza6LeLrZa+BqGMoKZ0xO6ahiJrsL2HqF1paP1nYNRREiTZa4fujiL//Ha/juH2zjf/m3I/yv/3YkaDeinW2PqPwcrR5w770G3nmvKY776TzD2XGKs5e5iKK7tQR7tRTf+NE3ZY3P5vj0J19iORnj5vs1bN92cTxJ8HKS4OQowelzPlDYSaljd5cIkab0i82nAUZDCjcBglksQ4Cvf2VD1uPTCR6fTvH4WYKjFwXGwwqHWxYOt0ycXQCnFxVCDpc8gm6AbJbALUv8m/92C//mv9nCRncTnt/H2STE3378OX766WNo0xzaJMcffv89/Mt/8U30d5uYJXOcT8Z48PAVHjw8Qa3jotZ2MblIcPF0iSIs8MN/sYMf/tkOgmiMZTzGdBRgcpkiYkdIzkOOgWvXd2WNwzHOJueYxSGoBcZ8r3FglfBeWyJgytqr4dp+HxubLRQc+pol/vEXI/zTPwwxGeXyfux1a/jzv7qFP//LW3j6+CWePnqJOXs2NJI11vuTDONBivGQA3IXrR6fkYagkzgQaDZ9NJtMxaVYTiLM2WcyTAWNXtpAYVfwOwZqXUO6v9khbeU6bu+2cGe3hel4gdl4ga2NTdy7fQs3Dnax1atLLcP/9ndfyjJaS7T2U1g+77Oqq5wDGg4EPUt1CrGnfDYkrjjDcBhhMIxEAOEymYLjBJwprgXv6exfrYRsS6Gpt2ELRUPdi5hOrhh4EoGdvaE0p/AQQURzHHIRb01Kgupro+nApMCURyiyGFvbdWzvNOCz8cNMUVYZZtMM01mOrDKQVuxd5+2bRjoLXlWXYT0TsmskXpyR+MBDn7rnyaHLMlAR1UT0H5MNWSb7j4ZfQ6NWR7pK4kg9A792Lg5uuP+g2LO6TzNRQcGBWH9NsxTtYm8bxyfHePj4ESbDKRhCswsDt99r49Z7bUHCfvH5BIPzGOmSGGoeKLnvoHBNBHQuhBHphq6xA01DVmlIaMYSQxZF4Az0G+7fsbF9g8mbJjyngdOXc7x4PBYzXme7LkaDIFrI4nyX3zcrLih6cbBw/DTAy6eBEhObFP7Yw8wxgSmGmjIxhZTAw1OyyBHPMmx0XfzgR7v44Ns9JMFSUisvLmI8Ib4fBjb26mj1PSxGvIZDbPUPcLB/S0xN4XyG2WCC46dXOH56ie1bbWzfbMt+eD6aY3K5wGSQy+rdMNC9QYMf60golPOw5cIFOwqZhtnELFhgOB9hsZgiCRZIoyWcBg2IxM86ksojBsnzuZ+mv5BozBRxmMhqeiY2u+warOO9W9t479aOIPy3ui6eXF3iw8fP8eRigjxxUKQuyryJKmsiyoYI03MxXda8TdS8beiVB63yZfg8m0/kkC4IWmLeSgfayoxY5kyrZdNvHwAAIABJREFUcjiSwrYqdNp1WfvXtrF/bQtpscRweorJ4hLLcIownsHyM9h+Cp3VHakp6EW6qGn8IAKOmHjLrcH0GkiKCuNlgFmwRBTPEEZzEQa4JyCycDaPxGyFvAnkLTRbOlotnpkchdEld50PJaSrMwjNVjk0k9UAfG4rcZYGQJrZGraJJgcmZYUgzhCmREENkWhDeH4bnt/C8Iro86Ug0C2D+25iF0tZNISwZzaNUpw8Yq/SElbTgdW0sXkN2D0EvDpTArE49V99buD4c4p8qjeXQpMEtzi8cntwvR4azRz1Fu/VM8TaAFkVococVCkx3iEW8xCamYtxsb/l4f69Tdy60UPGPeoC0un82ccBklxDd89Bd9dBnMVIOKC3Iug2zzQZdFOJ/AHf5gRPJDzbabj7novv/lEdmzsuXj6ycPTIwuLCxeLSExE90xeAG8FuFjD9AkFArHOC64cl7r5bYXNLifIkRhmSTuQ+3Uaa2kgyE0lOg7KLpt5DS+sJ6pQozsePBvjHfzzBy+MFCtRQaHUc3O5g/1YX0GIs+F6ZLxDMef7McfMdHzff4T2vCZfpKItYTe5dM5yen+Ds/JUYcD2XezFgSPNmpuHOvS3cvbuFF08HOHo6wPDKxnzSRZI4sN0AthciTbkH5Hmrjo1uT96DSXGFpBgjiVnjoWM5srAcWFK9sHvHw/49B7VaAL8WiPHYsV0xkB0fTTAZh2i2PVlFyd5EA5yPhUsInSNa1hAvuXeiaTaFY3moUVBgNU1tCdtbICspOoXIUhtZ4oMkUKKeabLa2a9he7+Odo/kIj4b+fxbYj7KUMxaKOZtmG4Iw4uguwtozlzoGGmwgWTJZSNdOHIfsI2aEHakc7jke0ciNjKIVDhAnus4qKWAwXQchV8ayZRwLD12slSSWD1P16P59dh81Vf7eiD+24LuPzdMf3tyvxYCFKb1zfj7t/7u6pOvZN+VRvZGMFWzcYoNqvdcDXIptvJbVoLsWlGWJK4Mcd98P4qUoNJt8kdXf2+dMFX9tb8lSbwljAhe+62+wXWSTgkgK5FdPidN1asO3N+Odr714d+ItuqcIiLySqlc95quhUJ+mLWMv1K31C+KbakG7GtJQfREJe5KMGAlcL/9ur8d8JOGxpUysJ7T8F85YOeU+DXik685OyiJliyYxIqFeGHQ+FOlqEqeS0N5PpZ5CpcVEY4tMyiKXxxUy8CG12zOgXr5us2H9xVzhc6kUZ9nRj5j2NWa5alc48Q+t2oOOjULe3VgvwG0aeD2GjKgtgwbeaHhfLLAxWSOL16O8MXREHPiiClESBJthVFepSCZAtnt8GM6ct5VyFHu9wypQmF/Ms3fg0mEaZCi1W2g1a0jShIslkz+swbKl/Mqp0vS3bsSvUgHkfqVhKY+1ZmsxF4aNNYD/rXg/dvq7/ptovptVxfr64+9ipG//rmvNTwVXleobHUP4LWgghpK1FCVSmvXhIj+tkpv72xvYn9vVzpraXjl98WEKlN0F+cXODk9FeH3/nt3cXjzGnyfeyQP52enODs7xXw2QxyzX1TH4Y3rOLxxA58+eIBPP/lE9v6bGxvwLQvZdI4qiNDb3EBvs4+a5cA3iZ9VZk8K1ZwHUoBqux46NIq7vOdbkuTOwwh5GCKBBjVBXKcPC2h5Ck2uNTXDS3UgMoB5mmEwXWC6iFDz2C3cVoauUsc8jHE0uMLJeLQyoRfo9TrY3OyJcM15Iffvi+kEi9lUyEMMu2zsddE/2IDX9XA0PMPR4BQN+xYazi14RgMeUakUyV2aBUkE5JnARLlMUMwjFFEm4QCeIYhQTUqa9Bz4nicGwkWwQBAuBWcbMTG8EpBoPuDPRQzwUSxI6OliKThrCt0MTrD6J0mIzCUmdnUJvTa8rC+jNRp4dQ+VFLnqnJXxpxhHV88BMaapegp5H61VOP4qmFplilGoXIUyXxtWFK5c3VspcvPaZGJ+nbiRDyWX/6oze2WG+U2FdPXo4H1wdfm+NtP8RiP2+n7/m8+Wtx4N/9wD643SrW6sv/nn3hbIV7PhN86jN4+010/H1V9ffxQ+eTlz445cAcrfNB2qLlqO5jirq+iFk+c4nyNG7sDMSU9MZNmNEm4HePfGFv71t76DH91+B//04QN89OEDfDkJ8DhIMZHiTXXfoDmHs131c3ntM5LPvyZCrEVhhkgUZcGSerhWswbfs6U+hV91nieSwK+SBFq66qmX+5+HZp2iFmdfysgje5AVGl9uufyZ8jphApjvc9uCw6pLIqN5XzJoLNUFXsnAEw0YtueDKHbuuaUDOFOkMnXpUVClgYLnHwqHq2uaSTd+H4KXd+TRyKCBIoeqpWYRau/Azysvvhg/2HNMkZvnFP4ZhYJW5FQlAPO9Ks9qucYVBlp1sK/qGGV/ocJYqsCBKdMSOdPBVYFMKCG8HxOvzTS9SvlaTD3rhswyOf+kILxGVruo4Eh3M835OZJC6Uoxny1liZR1Og3OyDuw3ZqIADShu24NrldT7w6+/FGIajlHHgSIllxLNvgpugJDiHzGWpXMh1i7ws71PImgMzDHOqVckUZpCEoLBykHRn4TWqONwq8jcXxkrofKdVEx3SwbT571OXgm0iuFgVDW2fELnL06guMk2Ng0UGPzCZ/T7Jj3NSSejuuNbdxpHeD8VYaf/PIMP3swRP/uPfTv3cX9vRa+sltDF5fIRx8jnh1hkPkYpDVMggiTIEStVWJ7B/BrmlTZcA0GnixeH62uCcdjncEQuj7Fuzd83L9eQ3SSYfooxqtpjqMKuLQN/Pidbfz43W3E4wCj0wmenCzw8asIR/MS9c0Oav02atocvjbDXsfHzZ0N1GwHL09meHkyxePjBI9fJULYvXW9gVZDRxAs5N7OMCmJF8vExDSyUZYaXL1C3S5x83qFm9dYxahhevl/cfaeT3Lt55nYc3LsPN2TBwPgAjeQN1EURYmWV7KWXtFVa3tdtd/Wf5u9+80fXOUth7Xkkigm6VIMlzcHpAEmT+dwcnI97+kGcINdLg/rrbkcDBqnT//OL7xPUjGLgalWIViTJ0igGPgtbPst6BynSSLnyZnWxUztQImHQDSEytxv2pczP9jpoHSaaBkxWmYCnQBwVuBqmuLBVYxHwxitXoVWFwjGFeaXFLOZ6B646PQNNLUVWmqAL58AD54ANKOlOZLl2Xj9zgHeuHOIsycTnD0eYz4OES8ZN1Hi1qs69o9Vsg6gMLfe0gQA3u0ZuDMwsN/U8c/vBfj1rwN0jl0cvtWQnoFBx166W2SVOOmdXuVSBcU/HQdW04BDMUOjgrnKYKxyTCIF55GGRazCiIjzALOowCwscPuui9ff8NDxSyhhKBGMbdtCx7Hxyw9i/Kd/CvH0SkgcrUp3KrSOK7SPS6xojTurJfa0uyYjZuN1H84KRNMCrYaG3V0DXlNFzP6HUqHNXF1dx5To+iTFLGDuZiUb3FYTUnRYVJIKJhR4uopuy8Errx3g3uuH+NWvzqQUP8Puqwa8no5opSNkxfUGoKQFFHumzKksyHAkYMtg8kwAYIsTbMLMNVpk1qAf1wU2bagaJnhK+zhubBpNR8DG+TKWYt4XATNOurRUtm1aM6xZsKIcrPM/mq2W2LqoRgLNSDCZBLi5IchAliStiLjKaaIwpJVbHCXCNOy1fFHLLpYhFqtgzRylZS5Vy7XCkQ0BWpiR0coHxHRMuE1mz9EmOZBcNuaC2Y164mTDJIsqsT7NAgWGa8J06pxONmRFMSE2Q2wKrdV6tHjI1odL3hMeItO6KqpW2dlf76ZsX0N710Jnh+BPE1v9JkbjGc4vh8iLBK5HFQzBsCY8pyGK1NlFiGieS4ZkTlB7vVHaO1Sxd0TwqbZUDEMFDx+s8PBL2ihxAYIwYmhXzQYjc1wY2p5EvHal/ix0ZhIS/K3g0Nd+W0dvoMFtuGIfXRYcLyWWiwyjyRLj8QIK1Z109uQBgYxmZjXOCgSzEp0tFe0tTazzmJ3LbOrRVYDZJEJ7gLo6DbQ7LQTLChdPV7g6DdHqEbAl45ELbSoWuTdnnIA17B5bUp09Bd09BTfjCg8eFBiNajUprXeNuJDi4ZO67orMJaptLObrrKSYYkQ7Tdqrbh010Nr2cPLxDE8+maGKDOhUp3FyaJARVWE5irEcRlC9Os9OonK5KHPzzdzmRQ611IWY0G87ONj1MWhbaNuqNG/dVgdeu424CBFkc+QEGRjOaGmiOIwzFZdP5zh/NMF8FiHlRo7XKBkbqjDQuFGhp4CqugIQKIihKjG293Ts7Oo4uN3GrbsDsdf7+d9d4bfvDeF3S3hdMlp1sZ8lAEz1YRYVyKnkTWp7LDZJSUwwbIXuHND9UoBfiK0GlUJkFjEfp96EGuTokQrL3GVuMrnByplrykw4PjtsYPA1N/lq/G8qtCA/I6AkbkEkwHATEjHUnRMY2QoEuWsHAjLQmBHEhy0MllKDLRvbPQetVhO+3xEnhNlqhUUUCMGCjFqBpytTiCNTsfUK4bs+fM+v5yuVgDYB4EAaC9ykeq4l9tisjASBtQqLBw5+Fq22hWbbEiIDM/eKRIejezAVC/FqiXi1EDYVFcG8ftqiEfBxu4DXVSQz2rZo/cjnAJiPK+RrNwLm4bY7tOtTpTnLOYtSHs4tCpUgVQrP1QQApgI9dQukZg5MAcwAK01hZwkOBir+5Ice3v6eg5I5y1aB8xFwcqngi4cZPvwwwtVNhqP7Bo7uU/UaS9FpchlwLOrweS8cEzdXsWQdU42lpszZ5v4rFWa/T0Cza6PLHNlt4ODYxFs/aGL/2MV//PcL/C//fgFdL9DbquR3etu0HtZxcNeWurxY4eJyieunOcZnJcqVhnfvN6ScnT24O3sYno5x8rsHULIV3vrTLdx+s4X3H07x/qMpxtcFFkNmX+h49Z6D42MHcaxKPun11RSXzN/LMnQaFna6Du4et/HK7Rbe+3iIf/pkiIuzTDLTq0jDnV0Nd/d0PDwp8eikQszx2TdkLSwmMby8wr/7N2/g3/13r4sl3WS+wtObGX7z4BwfP7mGPk1hTDL86Ed/hH/5r/4c7YGN6+VTnI7O8NkXN/j8ixvJoLU8E/EiR3CTyNzzg7/cwR//5Q6uby5xPbzEgjadi0rWWE834ZsWOh3ai7QRlivMs7kAwKNVhlmYwXV1aRpHzAG5KeBbDo6OOmh3PMm1uJnn+OijOT7+eCZZH7Rf2tv18cMfHeJPf3SAhw+e4tGDp7KnCDMd7EXNRxmWU86a9eHadi2JmiAow8wuHi5dx4XreAhmMRbjQMBn2rzQGQQe6fEF9IYCzVeQM0N4nkPPgHt9H/cGDahJJnV0sI3Xv3MXna0eFqsSw2mCX/72S/zit1+gasSwdwtoDkHMWilFkpfH5gbLpq0lAesU83mC8STCZByJKwRpypppSrQE54FgnCIYJzB9Haano9Guc475PDI7jCW9tDUxhflIPMxRGcxgolSIdiVsRYVH5w2Zl0qoBNnLWJqWgy1fIgCodqBKY7VgLEcuLiuc9BSyX3hS0itYpikNR8+kNWgkDS82m8ierfsXdQNY1y3JaozDFOGSlsqpqByY89nttNDrtiRnmYe4lFaJVV4rLGsbjzWoR9a2KophcTPgwb5S0N/ZxmB3gNF0goubC8zHK4Q3GfJlieNXPRy/6mM4inH6LMRslNYAcMgr47xK15dK8n9NV2GsD0hyzJQCmZqjpO1rYCFeZAgWZAZTiQi0eiQ07OPw1j5OH4/x+cfn4uLidz04TUuIO3Ea1gpgjepyA/0Bm3kazp9GOH/GDKA6z55rIt0kZJ7NdFS0Vl8VSFe5qEO45h7senj77S3cudPCgwcjfPlghNNxhNN5AqNh4rW3tnH7XherGW3xYzT9AXrdfSGGjWlB/uwaTx+N8ezRGLff3MbtN3egqjniZYDleInrZyGunkVoHWlo3dJQ6YoAwFRnOpUFVyFRYoBmY4AgSzCPA4SrRQ0Ah0uZx42GAsdyxL6M+1s2W9gcrx1VMjnI80Df8IB2o0K/Y+HV29t47fbO2uJbwWfXF3jv2UOcTGZQBNz1YChd6EoXYTJGEF4IMZAAsO/swjQ8GLqH5XKO6XQktonS/eDAyUwoOZ1CTBSZuQaAE3EzIbvfdx3sHQ6wd9CH6dIWMMB8NcKTkxNcXJ7DaxdSBdnRKw1N28J2z8Ze332eyafbDahWQ4gs8zDAPFxhtZpgGUxEJcymSBDTmn+JUOIPfOQhm8kqPJ8kUEssdAm0VxXV1GQbc1/B/UudmSoNn9JGVZpQJZ6hQNu10PNdaV6vIip6AqTKWIrgr+22EQY6xiMCddy7m1LMW2QxDIVqXIKSF3RVOI1gdXRYbQ2tfoX2oIBpJ+IGQhXb9SNDylBtachyz8YtU0kCq9aCrrVhuxEcJ0JBAFidIatisePPIyo7SdSLQTav7pbY2rbxxv0e7t5qg+kB2azClx/F+OT9EFmlYuuWg96RjYjjLAqgWQl0O4Vu5s8B4MVExXJKsl7tJvPK6ya+/2cO+ts2nn7u4tkXDmaXOuZXvNYYlRVAcWIYfk1iY4YswfmjY+DefQWDAUARu2PVZDnuX6j4LQsPQWhgMicpUEVbt9EyHNhUAugWvvxijPd+/QzPzgJY3hZsr4/+fm3jHQQTXJ0/xWI2FSCFzfw33unhjbd7sGxL1P81MFfP38/OTqWoZrVNB2WmyTmFpIdX7m/hlfs9fPHJhdRkSBVsF0XmyGfF4viPkxiu7aPd7MN2aDs4RI4xQhIF2GQPfJRBUxTKO3cc7N4x4XhzuO5M7JXpirBc5BiPeO8TNNsmWh0DRU6gSkMYlFgtcrEHjwIfUdBAWdEBIRF3pIa9BdvWoZkzqCat1ukGESLLDGSJhTBQxH4uiUrsHjaxe8BroduFJlnBi1mIxSRHeO0juG7AaYWwWwSAF6isqThqZeEAeTRAPHeQzOmu4sFUmb2sI6eLGA8HeomKFhPPG+QE9upsUEnyJABcUZfGxgU7pmvgV3bI+XoNrSEjyYDbgJVfaYbXgNW3WjB/o7X+AtQSpW4dWP4tXy8UYt/4Q7mMDTC7hrPWTW02cNnIZV/iuWvpujlcN3g31yo62ufAxAYl3oBxcoZaq9U2VpCb9/dVi+z6nojTgvy767xMcXWqVZ8b5dBXAeD1rfwaqLABk2u8geeu9XlufT1fuRfr+/Bt2MSL33txvzdEXdkPff3rBcr/Qjm9AZDlPmxA4/VehvsZYdQzz5cKrAwK1QR0wiAATJtEzjdFhDwNkSXMPk1ln0fVMAnxGdWhsjeolU51H4e0hJqzwHMJz6NsrNN5iSBwQicaObvGyLNIyKsdT0fXN3DQ1HDQVNF3fWx5vrh4MWeWBIfzyVzqs7MZPj+dY0ELbU0TS0baPhPYJTCbFhlsXUXTpouQXiuwxAK4BgYSNqOZS5vkWIWZ2EY3Wi78liM2yMsgEgUZs5EJlrJ3Z0qvvR53JAgma8vkZUCb43CNdNW9rVrhVTvpSbbq+usrn9hz4Km2C6+/1n6q6/+Ub+vxWyvTawKIAG0beeH6b0ru5cbqV1z1aoII54let4N+f2tNxvXhua5YrjJv9ubmBlfXl2i3G3jzzddx794dOcOzRsMhRsMbLJe0/q6V38e3jwUA/uCDP+DDDz4QAHowGMBSFczOLxGOxtjaHqC3PUDHpQubK4R0ZtdzXWh6DlpUNRkGGhpVXDyDkWynCxjBylUDBe3NabOq0Cy/HkcsAdF0BREKrMoC0zjG9XSO8TKAsyYy2roD1ipO8fD6Gk/HI5lHSe7pduhE1YJrmdAI+OQZYhIRmdubBYjSELvHjEI6wtZBB+fjU5xPzqBgFwr2oGY21Kx2+jFsuj7Zop73Gw5URniFFDHwNelGFsvZcBaF8Jq1eszkwrwmckj2qGQkxwICJyQSEwCOQgQRVcIRZqsQ81UowBAj49KiEvCXDl4EmTjWasVkTSYjQEtAKQjqOBn+vCaZ8PhU6/DFfZGudWt3hE26HL8/B0g5JikgEbV/DcluclA3jgfPlZTyZzXliACw5GZvstJfyF6fk3TqLK+vTl4iJpWSBlQNLD7X1L5wlPjGrCeRCS99rUlAX3v1NYq4sZR4Ll5+8dxt1K0botBLL1rPm99yvXKlktYqVyoAsOCNtSKWQ5XfN4pcwRRkUlSgFQbU3EBppiiNFLt7Pu7e6eH1/QHe2TrAsdPBT3/5Af7+lx/iMs4xUWiP+iL2TlyIZJ2v1cWbdVL63xsni7XSe+MiQNU6Xc9aTe7b6fpAxxECoMybo00tFal1dAHvOIl7BIGld6ZUNQC8VsRSLCdxTOt7w7FliYOVCbuopAR/lPxdknT4nb1g9nBMUQCzRHm6cUtYjxUCuwSBaxVwfS11H4ACMVsUxPzi7+RpWou7ct6P2rqavUFmg/PuqEbdq2S0p0NHUK5TdDqVfSqxFOatEgBm36DO+eUzRPD3OQC8Bn8l1kF8F4T2UItJhNi9dlFaL+LyrPFzqEiF5g5NkTmQ81mdC19fJ9c9k06Na0IR+8sMHciEvWOg0g34nS5a3b4QdEmuZsye4/hwHE9A6zTNkTOWIVzKd85jyWoFrSrksyzW6zZJVj329VsuFDb9M4L9MdQ4FmKNQiCYr5dBqrII+HpITRex7iAxXZRuA5XbkMxTxbREeEenVkZQs+dSVgkur05xdXkK0wjR6dDyP0a2WCILA6S+irSh4tAd4K67i5uLDO99fIXffjHB4JW7GNy7i3vbHl7rW2gqI2SLzxGvLjDLLcwzGzfzCDfzGH67wN5BBc9TsJo5UvOZj/msAeI33QHdzyKk6Rgo57i/Z+LenolqVCA+zzEMFVxqOsamgde6DbzW9ZHRLSIIcXYT4fOzGGczBWprF0prF2Z5DrO6wEHHwP2djpyfL25CycN9epnh5JJROzr2tk1xHeK+nUXhIaMPhksD10tThI4+SdsucP+uIsU+3fiiwCpTkPgGcmYEk/RZFWgaPlqGD6Wi8EhFVhmIzAZCswkluIS6ukQaRoiIc7F76begNnz03AxbbgZPLeCoJW6mjLqI8eVVDLdbwetUKAIgmddZ5OyDug0NAz/Htl9geKNheKPiYkKr5QQZNNy9s4dX7uxhNV4iGK8wvQ4wugxF7Lj3qo7tYw1mGcMs6KjLTEENg7aB21sm9ho6fvvbGL/5XYTegY1br7kSoVXFmYw5R66zwNl1jrOrHKmqQ/Utua5mh4JEDekoRjqMMIoUXOQGkkJFVwG8ssKzy0zq+J6HN95poNsooQQBtCjEVsOR/sI/fpDib94jAMxeDloVpenNo1yqSA3kqQ6DFiFUW/LApda2zrSxW45zdFoqDg9oN6YJ+yxjTylQRJU4G2eYjNiwrZDritgW2jZAsoSWVlDDAi4tVnwDPu2NXRuG62A8ijEZJ7B8BZ1dXbK5b0YphqNUjNkKhTm+dcYwJ5U0rhnitS0wp586i4YDi9lgtMxRJD+W+Sz1uYyqDcuqbQMIYBSpgrziAZVe4MyDo1Q0l+vyGmTW1GxaglHxiv73CmzXhO0x+7O2GIyjUhSg3HB6PsFQAtf8/RLBkpadCVpNB3fv9NFqO3hyMsXjp5N17i4ZMjWTiBsXWrMR2BH7bI4bhzZgtDIm6EWlWiU2co22JcqUOCgQiw0rgWDeG6oHbbEu5IGbTSHa/XJhjhY5wiUlwLXVkK7Xuabc0ORRiZwZq1YpNgW8zwRbCZpzAFPpSQtSsppiglJJJGAxrciYk8dFtNVooOnyoMHFnsAdbay5IdOkQT4eB5iMAmhGhUabOcS07ASmkwrBgoAVPyDA8CBMfs2mPzmtcKik5nugwopslgqOV6DRLLE10KWoEo4I/E4rzG7qvK44Jis1h+PTwpH2vvWBlmv2ak6Ve4btXRM7e5ZYOVLZSLXpzeUK42G4/uRL2cy2qMxVaKFGezmyJupNIO0GbStHRBn+mYpwoaKzDXQGCnaONanr6xyffpzi5qaA6UPGd7/TxKDbFCID7QVpH0BW/oJqCgKvWoZOm/mMKrpbHtrtDhy3gc9/N5Si3bpWWmg0bHR3bMlqSchKzgIJXZ9PS2iGKVnCtINaBisswpXY9XDxdTUDTcOEzcmFG1uqwKnsdCzsHzVw6zZVzxqKjGqPTOytVcXBmJaU4xWub5a4uppjMg5Q0vqb1pu0QyewWbEJY0AtudRzCc9x97UmXnm1he1DH71dF4tVhl/9/Ap/eH+E9kBFu68iDiux5S5iFRqboiXzslNUeSqNMjKX+QwXSgrFKOC0VNhtAt20ayYLmUo8buhJBDGlkZdFbFYSAOE+k++HFhmFqHbESoSBt7JRrQ+Iks1rkdRgSo5BTbJgzm2GxTAVy1DbV2A3VCSlgoQWj7R+p3pYYz+gJi3sH/SlCGrNpwFWSy7AmeSmtXdttHZtsZtfEZgKciGJ8Hlu+A00Go11nmINADNLpwaAbbi2w/6BECuWyxDL+UoY2mSSs5hP0GixIUfVJUkYtDdntpAhofRJkNZWZNx8ygacdukKBkcW+ke25IdS6cwMZea5R0sSZWw0G9z8uvA9F/NxhOHFAtPhqj5siAq5ZmDSOpkZo1RWBnqGoMqwOs2xfFZgt6Hi1paG24c63n7Xxquvm0iQI0aB66mCi5GCJ89yfPkgwWhSYO+Whb1jG9PpCpPpUoDTvLAlQ48Zjbyfs1EpKmWFWY7MlCsI6CVCHuH8pegq/ujPuvizv9pCf19DWMwxXS7x6/8zw6//EzPFSvjNCsd3Xbz9bhe37nnI9ASpEeP6ZoWrmwAZcxKWFXqGjx/96Vv40Q/fxK/eP8U//v4UWh5jv1HhcFfH0esOOvsG/vYX1/jbX16LnXiHVhwDD6/e38L+XhOffjLEJx8PESyoIIjR75r4zv0Ojg99WWtpQ/wPv5/iH96fIl0ATZhsKSUkAAAgAElEQVRo6yY6bRWdtobPvojx6RcxSl9D4xatcAF9EaNTqfi3//W/kDq7PMUfPvsIl7MRVlqJVZFh9WCK4MEMP/rzH+Jf/esfwxvoeHzzER5dPMDnnw3x+edDGnkJmNB0DXQaBrZ6BvqHJvqHBsaTGcbTGZazmuzCBvkrRz0c0oZ7XoOJZkOH0zFBQ//raYTxIoZhMQaADQIFRkVVqgrH0ZFmCj79PMYnX7DBxPmvRIcZ51Sp7rhwaF3vqJgtxpgtJpjOCkzGGqZjiPUpyQ3M4O7v0n3AhGGbwp4Vm+WkQpFaojSklZpSpjBhwFabMHQbih0BdoxRkEqlcQ4kuVjEbJvAtlHhO4MtfGfQw95uG739BiYJ8Pe/m+CfPplCd0PoTohxHOE6jAXc5AGINpndZgPdVgO+68JzXGn0BWHNgOS1sVkhDfuYClwyRwkCaQiXJcJFiWbHlnxg21YZsyZrQVbQKSIWVxAW5y2SU3gAJOjLw51YZukler6Dbd+TZ3yxCoU9r+rMOS7gszHjuWJHPL5MRMktFoE8oHpqHZdARxXGWWjMW/EFUIuzUNYWn+pGkp4sHuJroF2AOsOX9fLqcoVgmQhzlsrgfr+FQb8tls9pmcm+gQpicaWo0+RqhjzKOjOZbGYS+MQ/kCIaC5puSaM0rwiiFig5l6cxTKeE4ZRIJfOdwH4l+xe6oQgAzJbUOvuIfB02GrhfYXZPzpypxIWeegjmEabTqQDiXAno8PLam8d47bvHuLq8xqMHJ5jOVsjFbp2H5Xpt5raSc7Drquj3ab3LjLgcNzd5rbazqABXhEBJNXZEu+CAJKl6DNy728QP/qiP470GNJ4/VyXe/2iE3388wqoicQZC+Hrj7V3cfXUg0Q7JqkTEcbKssJqGWI5nmI8WGA8jTEYR7r97C/ffPZb9ekSlxHCGc2b5PJrB21fg7ysodQUJGaalgabuoaGz+dGVqkgmURlLwQZ3gCILodgqFIfM3Xo9LWJmJ0+RhCvJite1CvdfPcS91w7geBzTYyhKBFt34eguzh+lOH+YYlbMsXIniLQYGfNxExNF6qNIPbYuUWImqnJL78LSezANX4rPzSpYCgFL7MPYIFmrxotMQ5EybqXOU6ElGQ+unFeP7x7i1p1DDPZa6PQdrIIZfvObP+CTTz5De7uSihhvcKOI9eKtfQ+3bzWxxeZwt40CLpLSQUgr4jhBlCWo1BBQQqyiWa0mTkKJH+CBk3EJ4bS2NmMzpUyZ127WCne1tjhutFTZp/E5VVSeK5ifZwrYyjEFPUXL89D1GjKfrMKlqG29LnO06UZC+zgTmtqS7GZN8ST/VNSOBL7ADOUEYRAIYYoOCcxeJQhueAU05lfrAWlqKKpEGl3R1EM0c+H7DXQ63Hc4oo7NEkP248GSLkvMkh4DZgAQCKaN+4pkR2ZqF8jiXIhklUlCpY7X7jdx58hHuVJRrFQ8/CTGp++Hwthu7Vpo7JqSnRnGARodBZ0+I2rqxluach40pIqSz1mKO/cNvPPHDnpbtoC/T79wML1QMbvQUJBg6AZQvQi6l0F1uH+prYIPD03cvkOCEh0LEhhqVkfl0L1A9aGpTYxvVDz8IsPoKkOvlWOrlYs9IJ0LLs5jfPLZFOMpsDU4Qm9wVAPtVIXfXOH67AmyfInekY/+kY/9wzYODjpI85WMN3EIaHbgej4ury5weX2BIqW9sS/nUxJdGGO0d+BLPX54iccPrjAdKQiWDRSZLQQqFm08wzCBUtkwNF/WVNONoFkBFsEci9UcvrOFTmMPW4Mment0D+BY5PM4wpTn6Cueh0hCIMGWOY8pNINZb7YQEej8NRmFkiOWxQ2ksS9Z4LpRwDY9OGZXooKSbCnv27AJ3id1m5vN+JTnI1rwaxjQXWiX2fEqvBbXrRyzSSJRCNMzDdNTHe1BifZ2CdVirvyiXlPSFsq0hTxoIV+16qxp2DLOOWYZsECCcqnxXEGiD0mmtTpOmpEEfkUBXJOAXoBIGwUwXSioAl5bhW462dJXfbmt/f8PAK5VYC+sa7/ReP8W0ZX8zstKKrmOOu5I3tNzILa2c97gqwJkrG0ev6IAll/YgGh8qRo8fq6EWjsG1UDsV38uc9e6P7AB3J4Db2vAb2OnWiuJa0C37vV+E4TdqIk3APML4LkGXb8BsP9/AoBfIILP1dzfhrl/xTK7vm81TrjW1G3e+xrof+4Qy2a33GgW93a5OKloKntJ3N8wj5jK9wBVGcOxNIn7EQA3jSQmjUlUJOGRuc8mtShVKZSgvW6aSK9H0QzJruW5LSM4wWzDNISlFOi4Onqehn7bwqBtomMY6GgUWFhoMkcSKm5mK1zPlhhHwDiukCrcbNCtS8UNc1+nC8zCQIrAl1opUhvb8I1KWCLbqNyiyiqjiotqIgeuZ4sdKVW9dLlqt9uijGXmMG1Q60+bNtJslBM45u8GWAU1ACyEhTX4SlRGwKzNENmM968jSV8Dll78hRd/UJMeRJ65BideKNbFJURsW2sAmOuxKDwFVKn7XlQxU/FK0g6VqAR0CBxwX8qcXpL8aBd9dHSA/f1dbG310Ov15BxOMjbP5JzP2KIjKN5qNXB+foGL83MBk3f3dkTxffX0CcaXl+ht96U6XgNdxxMi+cmzU1zd3OBwb4CD3T5MqgYTqr8Bi4RW10LD5Gdt1z75hgHfsNEwLPiGWSv0OX4ZP2WbmAcBbmYzjBdLTOMIi4RzuyVRLU3TQ8v0ZZ9/Nl/iarlaO0pE0rewGQ/H+8UsZKrwdE0AotPzpzi9eIrebhu3XzvE3u0BEkRIFBLfVKnluMCSpMxQgWM6cC0XnY6PbteDrRgwSNwJU0yHM0xGU1yOJ7gYT+DTTXCvj/7eDnZ299Dt9Z5bfcZhgChc1YQKyfxM1lawJDXUMToV+1YG1XeMtmLsHc98mRQJCXlWICOYnaQIwhCPH5/g8SOu12KZ9+L+rS3MOU5J1GQJqUDAwheZ5Zt5S8BEurVI/nit8v26Nf8LFe6GlCTeAy+y0jkfP5/0JcdrHWlQj9OXn5EaUBW7i9o69iV4d/MoPZ/TNovA88Wgfj2Znb8xN391rn6xfrwMHn/jYVzfu808Wi+ZAu7ybbD3XgfKreHq2qmD5y8+rjpdPwm2r0lSPGu+gDRrWFb1C6hejj954xX86z/5Ixw3Wzj77ATPvniGz87H+PRshFVZSTZmIQBwXRtlqnTrub6/dB+fO0p85Wf8bBQ571FEw34DyW3siVMs65gGOr6PlsN+GxXs3DuuxZ6brHfZb9RrNHt/nBN5fqXLC4ViJHHwta2ikuJF1VQ08U0W4iCJDFS6SgY3o/QIBAsouibqkES0sTgX8kK9NhEfYFGxqFumzN1xVPcY2WupVen12h7FCZYEHHPGtDBO0kLTsSRzXMBslQBwDdpzyaP6WLLrxd2jBoE3AHD9nT/neWv9biSuolYTs/jzDTFMSBCC39aKX8EeqODks5qkAopvcIVaIV6J5TN7KiWBaduB7nho9rak3GYbbqMl56CNStqmCtikMCZAEASi4CZ5S9ZuaZbyvLJESiXqcoZwOYNa5ei2SKZ0YaAEu0dalknpnNuLQsg3ZR5K5XTroFMbezWFjggmEsNBqtMS2kFm2tBbLTidDuymD9v3xPVxMptI5fkEijpBFt1gdX2JcHoDq2fB6prY1nzsKk0Mr1J88GCCD08WaB4doHm0j8OBi+O+hbZFO+IzVMkQi2Updb3Mcb0q0OxUODqEiG/GNw5GNy7ytI086UCzU5iNBTS6ilYxDCXBnYGOuwMNelShWhTIYSJzXaSOg2qRoFymSNUSiVFJ/N6Ec3xoQfVuQfWOESweIlg+RM/JcUSRk2UglFiKEotQxSLi+lzCNjNZuirDlM9yxV71fIWLiYLTsSqiv4ZDF2CCvxbu37VREqO6SZAUClLfQmZSRJlJ351n/TzVoJtNmE4PJGmXpoXStKHOT6DOTrBcppgsTSxiDSHJCBpwfKjj1oGG3UaFbbfAcpXh0UWCR1cJCqsC02boHOzphpxjmA/M/QXzive2Xfi5CS838PhxgN99OBYF8dZxB/3jDloG0DYUEQV+/ukcqyTF7usGtu/q8NQYvkrRKvFRBd2GjqOugR1fx8cfFPjkgxJGU0NjR4fTIIYAOEaJppmgZaaYrsq6QhUTxvIoOgbbFra3LUyehZieRhhGFYbQUBgKtv0KLbPC48clnjwusX2k4/brJvodBU5VwFcq+IYle4jffZriF+8nOB8KltWsNLuEv5+hcUDWoyOHLtqTOAysFsZtJkULp+UkR6+t4eiIDGKNRzJERR1cPLkqsZgWWM1yuupD8TSoHg9kNUtXT0roSQFPJ2jIDDlmnmVSrsu8zNr2kAg8FSfn1yucXzNDUIFOZYWtSM4WG5zxskQSsAlZZ3dy45pKHg394WlnxozPGkCqWUA144VqBcojV8yNnBJUdqAbtlgi0tJK1ehhrsFvcnNRs4aTsJKMJQKEkkFsVGK1RsY/VadFpotCr901xRaQlqm0Tg2DXKrX8/Daa9todVx8/NkIH306kvfOfD3xpBfmLsHf2sZBFk2DNswEWGsA021p8Foamh1HgGRmpC5mKaIVc+yo1IPY9NGuaz5nztNKJnLmRpFtE1LZNa8ncG4kqNxkZhg3y7zGIMhgOFQd10oFugRx4xNJ7kwFtVCg0p6RqhaecGjFReBHq9DtNtDt+Djct3B0yLB72uzysMODB/MdLHz8h7EUeT3tLUVszKqKnvAm5mMFizFZUSVUtxR1p9muYDSANFSRclIp68YuyQS+AMAFOh0CIyrm4wTDywjTqwLTayp81wcAVUWjr6LZrzNxaIWT55VkYUVhip1dG7t7tuQz85DD6725jqSpSjY7i0QANuZth6rJGjhjIzZaFuL53myWSENFFMDMLHMbhdTBXaoJDdzcZPj0I+ZG1iojCkIPbu1g/2hXFn7m+dBG/OzZGFcXU9kokHW2d6Tj6C7tCT0YVROIPXz+/g0+f3+IMmWLw5RxsL3noj0wpTlHJcTl4xSXTzj5Wmj3GjAcDfN8gXk+l5wXirzURIUS0jacTgUFsqzOJLA8Ha+9NsBbb+2h2zCQzRcoVyFci5kZDbHiCMsCN6MVnp5McHG+wGpZSKV6jpS+7iUZfYqMFz6NfPbfeHsL33mnj+6OJcDtdBnjd78f4bPPpqLAZi3mOcY3mdgPWwpVqw4UJZEyaBmiW7IhSSSHMoffMySbmJoyzjZsHlIJR5Vvnf1rIaWFEg/A3HjS6o752nxWMp6VNegW7QDr/CI+E7rJHCFNlK7MMeWWjc3nYJ5hfp2JVSw/P36OK6r7cmaR13MSswTr3BBm1O5ie3cHs+kKzx5fYDae19YnpoHugYfugY/FNMX4MhIAWA4lKi2lPXguQRVdmoNlkSGOmFtN+3lLikA2N21zHv5HU0xmCxQc1yWzDA14DQNplGM1SaRBS7sbXdWQMt88IFOHVD8uclROKzA8Fbu3PezecTkwkOWhKEHGFKhGOnb2mtjda8I2fLFJH14scf5khOszqjakfbDe2BXYP3Rw7/WmZI2ukGGeprj6LMLVZzHuH1h451VPFvvXXjdxfFdHkGVSw7mCm6mCs8sCT5+lmM4ryfxj7ux4ssBkskBRMOvDRVEYGE2XGE7IvlKl9MqEZ9R5RClBAALAawbuj//bQ/yb//6uNNL/+f2H+N3vn+Hx71U8eZ8gm4JmW8FrbzTxoz/fxZ37DZxOpzidTDAahxiNAzQqDQPTwu1+H+/88ffx7h9/H//Df/gl/sf/8EsM2ip+/J/t4603m2htF1C8DP/b31zif/2bK2wNDLxyz8HhQRPHt3bQa7fwq188wa9+/mRtkWvgleMGvv+9Ldw+8iVLkfP23/1uIWVlGm67DvZ9GzptV10NH3+6xMefLaExq/iejW5PRStLsW0a+MmPf4Kf/Mu/xu8+/hB/8w8/xXB1g/6dFtrbDsYfXEv98M9/hB//N38NrQV88OQ9fPL4Yzz6coJHX0xgKJYoxQ/3PRzf8bC7ZyJiLmweSfwCi2sOiVDdhoc/fucIr93t4+ThOZ48PEd3p4H9O1s8CeHsaomrEQGT2mauS6vcDpu1BZbLCNfXEf7wUYIPPoxFBauZBg4OG7h9u4XBwMaEFrbjBXIlRK5GmI4r3FxoGF8rWE4qJIGCW/dt3LrniAUyD1NUrq1CrmN0MTEQzMior9DwSzQ9Fy1nC77tQTNDaGaEkyEt0ahazcQ2xspTNNj8SUL89duv4ydvvS5kipUW4uOLKf6nn17i/3p/iO++5eC7b9o4HcX47IT2sJnYz1qWItlfJELR6trlv6WxsbZCQdtUyZwpMF+mWFAtm7OBVcc91MpwEn5cdHuOzNNk8jLHjA33NOVBpLZHpr0a7ex4niWYSNslv62Q8Ii+72LgM8u+xHCyEPUG906aTdW/LXPo9KrE9dMM44uszlVELnsZ7jEovg1Drus6/KYrzhiSbVME6PR1DHYt2R+kRSo2T4bRkLq+jHD6jGsBLRJJZNCxtdVAb8tHyZgEpQaAeb2xsIvZtOHRnC0AAgwaPKofDD7BdVMlSUskKTNnG7CdtrymocbQEIkqmcoANvOYB0zSX7DgQaEQkIJAoa470HVbGgSSPSYrRYQcIeyqKRUGIaazMYJlgDxUhYn+2ttHeP3tI0xm1zg7P5GxOJtSHVeJ84hJt4mM8wybZxCAybIrjCclJtNKsqVYvq3AY14maKNfYD4hqY2fhYJ33+3hr/5yH3s9F6cfLXDy8QJ/+HKGD76cQW8ZaO7Y2Npv4O5rfRze7kguN5X316cznJ9MMB9RoRuJw0wYVQjjCq++cxevvvOK2Fsxn3A+nuHs4Q1OH97A31Ph76soNRVJxv2ziabWQMMge7oJ123JdTF3i4pVgr+s0tRR0uFD0WAShIlChNMRimgB3zXgOwbe/qNX8Pb37gFGgPHyGRYrWghC6vM/RPjigwh6M0P/1Qx2u6yBxQUVkAailQHNSGHatNk0oVbMAG5C1zwpNgDZCOSXyXlCpZ1h3QRhZApJnNJkJpEhYVb9DIvpDAdHezi4tYfb9/Zx59U9pHmMX/7in/D++39As1+gOSixHCqYnNUA8O1jH/futLG73cfe9gCrSMdkoWDJDB7am6OE3xZSMebLK8yW16LOjbk+JwWWIxavQZXifjUJVdlPlkoERU/QHejo9WnzRjtE7sMlKUyIN4yTYS6xZ/loOi3ZowfRXCJmdm+52D3yauUAo2ScHpr+PhyrU6/ttGJn0VUnSDCfBJjNI7HNp+rHsnJYdoYsY1N1Ies73XtIeFXKJlA2a9VOk/ETDvLYEQteAetucqTKNTJcQbFDac5xHovmFcI54x9477nlK5HrbEZouHfXxq0DB0qiQ01o2Zzjy49SBAlgt1WYbTalAkRxiK1dE3tHtCqDZPuRnJeEFuKQ5NtIFKjHdw28+a6DdocKYBsnn9s1AHxJK70Iur+C7ofQvAy6y/gaEvkge/v9fUfmf2qkVDBPyhJ7blXxoSoNXD5T8dFvElw+jbG9u8LOboBOy0en1cB0VuHpKfPKTWxv38Fg+w5GlzXTe3J9jdnwDJod4eitNg7eaMKza9LPKrzGbHEOy9HR7++i2+1jPB1iNBkiCSxkoc+uCAydYATQautyjj59OsTZsyEWU94LG0XuyBriWD6iMJdivjmV72xCu34By80QJBOpnd1dHB3dRm/gwmmkcJskPk5QlhOcnQR48oDgP/dzLbRI1MprILdk1nPhYj5LMR6usFqQuOshT9367MmIHIPATxtlZmAxD4Vg7DQy+XeoXGeGL9cxRqMwBmeL89c2yUyK7JfTpMToJsP4Msf0rJDq7anY2mN3MEFcBKKKqyT710EV9VBFWwCzpguzbugqJGHEKLUUpZZArZhd7cq58EUG4EsA8FpzVDe36wa66GDWe1ZR/0ozdy2nkefx5a9vV/J+UxX8NeD4pTzIbwLALyPOmz996e+/BICKwkaaqy8rcesz+cbauAZwCUi8UJG9DMQ+t0vegLfrTv+mQbtRTm5AZgE2BDDbWFCum7tsWG/uU62NXoO3G3BtA2lsYMFvwRxevhlroPxlx9EaE9nci28ig9/ElzcKsDUK8XW8Yp3FuXFa3ejWNrbTXwdOOC5YGxtR6Vmtz+JUeDEfkmRCWkiWBR0UagCYZwiS9dh4zrMYpEA6ag5bIzGP7m2OuFMRpBIwK42lQc6eExvZJPAxtkTJqD6K4aoltgQA1tFp2+i0LDRRoVkUaKgamoYFvdJwswgwXITIDBe54UC1fWimJ1Eep9dDPLsa4maxwPViIcpe5qLznL+5HxtVYq1Yrm9ebVNLwYYFy7LFXpf2u6Zpot1u1Zm4OjPVa1CL9/S5BXRag23MaRXwl+AT97iS7Vwr4Daq/c1H9U3KwLeDToIirAcAz8nPlelrssLG6nRjy1sDEhvHh3osSUwS77OQKmr32I2SnaQeAcnXGcpcD7udNrrdjoC/rOfgy5pswn+jPqfrWCwWUr1eF8e3bkmUxOmTh7i+PEWj20Gz08ZWs4VBo4XlfIHf/uEDfPngIV5/9Q5ev38bZRgimkxQUXlo6wK+91ttDJrtOh5CU+HpDhqGA5/9Sr3O21UdG4pDYv4cZxdXGM3niKpCerKaZQpA1LZ99JwGqkrDMEwxplvEWgFcEixhxnWZC/hLpXjbp22khy8efIYvH3wqTloHt7exf9yHS1etjoPz8RhnowluLiOMzhhnosBVHLi6g37Hw1bXg2vZsA1bzlfDyxFuLoc4ux7J2HS2mmjtb2Hv9hHu3HsV+wdHYqNOlSUB4JhOaTlV+Ots7LpDIvEUPDcQ2DZsxv7wGaoRRgLrKW2j14pJkhJoS06C/IcffowPP/hIhBBUu/OLnxstaqUdSoGA3GcJjUWVF6jyFwAwx7g4E/GrjmOv5+G1C+NmPn6Oz66nLxljMnTZe6z1kvWzsSb5cCypdS/m+bz+nOFDoLrWTPICN1a833hCXiLxyF0SFfAamK7jVdeeyOvvX9UIr0kxa/vsza/8PzyG9afwwoyHSybVnUapQCcJjP0XUe7LE1dH+1FMxL5jWkkpAm6ugXtmtCoUipUo9ALdHRfdHQf/xRtv4N9+7weSc/kf/4+f4m9/9h5GOTAqxOOmXrMJWq4BYFmzpPXIeKRNZu3GTnuT+VATUOpZq56MNjQWYpPEEdiTJyjc8D3sdHrotVooaM1Pu3XJxKUasZ5D6rWhkP8vimCSfigwM00pAX9NA2ZZSfHzpRpXtjJEmTUNqyjCirmT7A3SAZJZ3BrH5YbATFL+2vmIf1fysLmHIQDMYzqJEMx5LRBFkVg/mxqJtDxH16v/KgwxXcwQpyksp84cbnkO2i7VzHT6IV4iUuyapETAmQDwBnjmv7cef5s5kFF4kgPM/ZRk6lJ0o8NilrE8OzUILHnfzDp3LAGfJdObCuOYYpRI7JZd0xIQWJAWKoBLRiIAqu3AarTgdXro7x1IuV4LluvLnofvlaRwzlvsua6WSwTLpfSCOeaIoTDjmbWcjLGajLGcjrGcjQUXajc8cWCwVQVsIRlFIfFxtAomcKzlGdRqAa2aiwtivo4zCxOeCRWElY4QBkLDRkQQst2D3d+G091Csz9Aoz8QUhSdOKJ0gji5xmp+gfnlMwSTSzR6plQ719CJVYxvEnx+FuDLyxBarwW918agb2Gvb6LrJ2gYUxjlAvNhjPkwwTAGbiKg3SXIycgtHaOhJ6VVXahlF5m6QqReoVAXok7n+7zTV3C7r8JTxDwTjmXD9X3oloPHj6Z4/HCKlLhW10RFB5iAaksHMO4A5h2Mpw8wmjyAq66w5VTwGUtGgn5FQSHPcowNo2MRCcx0eGyiNKhMXkmdXGd4fFkIIanpA722inu3Pbxy24cW5ihnqcyTZYPAOonIBcJlgdEslVKdPvzeESy/K/nBnP6t5SOp2VLFxaKL0dIA3UjSPMLtuyqOX1HxyqDCKz2KOTM8vUxxcpliqRhYqQbaTR2DjiHjaShuviX2jzrYP+zgvufgnu/gwUdz/N3fXeLBsxX0QwvGkS0K7fs7Pk4fh3jvvQmuZhG2XjWxdUdDn8pjj0KlEkFSouWqOOzp2GkaePIZ8ORzIGAECB1H6aTb1OR+bLkxtqjYZqQliWQT4MklEMQadnds7LKfexZjfJbgJixxw3nPrrDTr9DxKzx9CDx7qMDrAr2DCv2ehp5nYMszRPjH+uDzFO/9IcGVAMCGVWlWBX+vQGOvREEb1owKBk6EtCHkJJ5AMZnxSRChQKdt4mDXhu1pmEVEq1NcnzAjtM52Y/6oSmaZXTd301WGhACjUtFRVtiRJhfcSsFiUWK+KGC3TNhtU3KHLeZwlgVmK752Bsc3JaDZsgmisBFaYjGJxOpsw8AUewU5Q9SrTiUZlcxZ4u9Y8PhGCgK5MZJVIoAIixkZbNPVbNJ6MdZp02aVUPSSq5swiqmaYLODGwuyghyPCpDasjlNVDg2LVJtNFsmZrMI82kkYJLrMpfJElCJB/fHT1d49Gwl74N5GVwoxd6B+TAa8/tqC1o2ek2+XymGVdPSELA92moaknO1mkWiAKazEFWY9cJDf3VO4gw856JU5xJmMeoSVl0m/77nmwI8TWYZpvNszYLjgkAPf9ph56II4gae+SSSY2yRRUQbtwyz2QrLZYD+oInBoAnfK+G6tZ81rXbZoCMrko2R66sZrq/mklXGnQGtreTzJHt2zdoj6K07mmTiapYjtpSR2MyRdVsv8gT7HVsVe8w6gDQTYHs5ZfNIkSY5P0zLZuOrELW245lIkhLLJcHyEqZJZTRBfBWuV5uTFHmdg7WYlQJoMjidodWtjoPOFm3IqB6l1WWKeFkTEDpbGrZ3aHUNXJ+VmECXHdMAACAASURBVI15sCuhmyV2b+lSi2WF06c5VqsSHVpK9wHX70gRlMxp1xSnmAchlgQsqUoLUhzec3H3uw3Jk54+LTF8nGN0E2B0HYii29QIhvOwUNtmO10NbleTvMuFgH8cEyRSKAA/E4fZjPWGrQgVyUzlolZQpWtU0mhm0TKbinfmFRZBgirK4VsGfNOUw2iHqmLdQJRpmIcVnt3M8ex6gfkywHwZCkhLC9DaDqU+4t1/o4X732nDJwhkUlVT4vQ0xeU1yQ4RFCOW8bJaUH1AyowBJaelRiHPYc1oY3OpRBzzYFDA37LQ6JuygRS767wmQXDMiVMpN5dZIiVZwhkviJnFHHOkJta7XDbWwiXVJlRNk1XHMVHfV7E8ldxo2inTooifrSJK4YI2LswdZ251kxYyZj2v0fUgo920hmBBIshSbFfbHT4fLqbTRCoMMyluQ5mtSNVYsb5+kg2cBjdnVFfX80OtPinl8EeGITOLmLfEsUOWuaJbsPg6jiGKtsVkKQABgWf+r7aJrxscfOt8H1aDwfIanLYKt6NCtzLJ44vCWgGchARyfCmTeYOaJ6pisZOPuLiRdRhjMQ0kz3bv0MUb7/bQP/AQq8AqK/D492M8fn+M12/b+P5bBIBdAUaPji0EWSzZyMNphasRcHlV4ewsx2JVYbCro7+rYzaPMZszCYnrgiEg/tlViNOrAKsbBasbQCt0ODzQiYKR81aB7b6J7b6BH/7VHv78J0eibvvbv32An/30KcZndfP/YN/FvVc83H7FxdEdB80erT5muBhPsSRBaJLh9g7zLG/h9sGu5N0vswI//+lT/OynJ7i15+PHf3GI+/dd5PoMYTHD+x8t8PuPF2h3dBzsWzI2TM0RosvTx1OcPJphp0+V1JaArXs7Jpq+guksxHQa4lefzvGrz+awQhUHqo1tHnJ9DYqv48HjJb58vILZVLF9bGN/z8Tttoq7fQdvvfUDvPX2D/Czf/wE//P//kuMlmPc/W4bh7d95E9myJ9M8c4Pf4Af/pd/iXmV4u//+Rf45w8+xPCch/hYFHB3jprY3jPQ7qnQ7QonJwFOTlZCuGAZRgnHrLA3aODd797G/eMdnDw4x8nDC/QPTNy635B8mwcPF3h8QpWXIkUl7e1bzDUs8PDBEM9OF1iEitRkpGA6AlotEzs7ZLgZsLwEtp+uxwefoQqzoYJwwd2mydkPjbYiDWYeHLiZDOMSs0WBucwhNRDTZBZ3i5Z1BoqIdmUGPLOEZ5WYw8BCMZDzwJKm0OIYrWiJVrjCf/Wf/yl+8ud/ipvlEj//5FP84fQcz1YJrpMEOz0V2z0Fw0WK02GKtIA4MdCSPORmdcFDiS5ZbSSzNXuGZM2nRYCUedQ57ZrrgxaZu7moJEhO0dBsGGg0auVgEpRC7gqWBPoSIWu5DoMBamYuQY5mx0C7q9dq+SMLeVggntJqp4BKm2kegmRPwNxuV4prJO1HSR6jvfJoMhVggPsmKsSCsDYvE1cMl4ovqpcjsVGmGwkJXykVI0IisaQCzt1Lgkw145fNN1PINJwruSYWdZ46D74K/UHIiK8VMTlzhTPOsRKMVFuf0WaQGWmmhSynS0bd2PCYcUpymlZIDXZcUc/NJhk+/O0MJw9XYsPHsiwPpu1K5jntoAlUCAhQ5bDNFiyrVTdewIYlqc8mtMpCp++i23ck83UZjLHiujbNRE1J5rNYQyqca8y6GWrRmjTD1XmB64sCzSbtEmlTb8icRCLU8CLCzUWE177TxWvf6WG7b6Hl67IvfvzJAk8fLhEqQKgCWyTc3Oqg2bVg+SQCljh/EuDiSYjlMMZqlMhaxIY0v+JCQVyoOLy7j4M7BwJGlyWzaee4uRji+uIGW8cOtm7bUDQbcWSLOlVPLBg5SZc+XMdHhhhxQavjBYL5Aqs5s1VtwHKgFjnUPEPbL3GwA+xt6+hvOehvufL5Q7Ewmi1xdjnCaLZCEFYyjghm8dlt9hXs3gVsv8JsXGA24f5dwWLKfVoFr8HmK1WzDvKEgD732pzr2Uio1b+WxYYF4yXqxi4tzgj0E4Sk2wwP6bXNFH+fe98Ct+/t4bvfvwe3pePh409xcvolciyRKysEEx2roS029nvbBg73HOwOtrDT7+PiKsLDkwXGU6rW2XA0cHCb8QENpMUEaTlGnIeIcqpTCmRUw64U5BnPHARi6f6TIwgZXbNCkocY7JhSzEjlWOKZgtmCjkuSQoBKWUEpXChFQ9b6pFhKzMzOkYWdQ6t+fig1qJif7IkStNveQq+zJQTPOnpGR5HSKj/D+WQsDWHOgU1fE1IJbdjY/GV+c5onUFR+fg7mVA7NprKPZvZqurKQR1TvMH9oBaezRGkG0lDICu5/6xxtyThm6QUqi1nBFfYZ97FtSr406+bCxvlTC4tlIWSeFAHiJECUBOjvWNg9dKHqlTgWyRySWEhjZpvFMMwEt+6YeP2tBpoNG48/MfHoEwOLa0MsoHOsoDoT6A1eYw6nXcoeyLRNNBk71GYcQAHT4HknFwIMLetXCwfLqY2rpwZOPlOwGFU4PI5weByL9T5B2WVY4HqUYrlUoZbbUMoBphcZJpep5IIadgxvq5TnqrVvYjWLEcyo9l5Ct5ZwfR2NZgt+oylgNxXP0dJAtKSK10KraYqDQAUSHOJ6b3+zQhLRFYL5iDbKzEPFKusGMveUXCd4/uUzzogVt1PbmO0dbeHoeBuqmWGxusEyvIbv5vC8HGcnER59EUpj8fiVtoCzUbyUJk0c8dxDtTejc3JEQYU41BFHujg+MMfXMlzoaCKLLExJdpgXAv46fgrDobKktuFkTE4UAtt7JO/ZaG8ZUlEAnJ8UGF6UKIMSRVCh0Svgd5kXR4VKhITEZ9prEtCMB1CSAarMFet8adzqsRApYMSAGQOFA+RUUxt1c10SIWj/zNNRrQKmGndjzVmbINZKYBIW1h6b9THguR/ly53vulX89a//dwC4Vph+i0nm+mVeBoC/Bex8GRHbNKvlntTN2Y2KUS55ncnLBuumKf/iWtcK5nW7e6N6rbGFDdjwQkMmtqYCJK9BwLXt80ZNSaDsuUX1Jgv4JfS2BkBqlZOs3s/xurWqbZ3091w9/ByQ3lzx+l58RYX91T/7NgC4fpmvA8Cb16r//gYQr//+i0TNzT2Rz1OyP2tL8Of/zub+S9pGnTMtqiKqn0r2I7hvYCwYAVHaZ9a2ujqt/8oYBphrzmgNKqzkQApFAIRMXo/nOD6PtGMPwkRIiGaZo2Fq2G272G066NiqlFfmcPMMNi2AdSq+FJzOQ6mMIJvpwKIVpusJwHI1GuNqOMZwFWK4DDCjgxVd6ZI6dor9nBrEIjizzjVdW9fyh8wvN0xTiMeiKtN1+C6zFi2xOYTG9ZV7wZpmy1fjfpDgG0vGg6jJ2AOqz66b+Mg1H6P+bL6ND/G1B67+fGq1uZxdN7mVa/W5KDXXqmBRxwmix/1BrZCv9wu1lbmA+2tQcfPMbEgQzyEwNsZN43n2L1XCtmWtVfUvJMy0xaY1dLvVxHg8xmQ8xv7+Ht5880102g0Mby4wGV9Lb4K9gv3+AMfbe4iCAL/5/e/w4NEDfO/tN/G9d76L1WiEm6dPEQYLVDpJhjq22x3stLtI4gBJFIrLDXsjVa6KW45r0j7WhmJYGK0CAWTndPyRfqEpAHav3UHTdeEzb7dSMV5mmMfco3pSjGtJk1By7wn+srhndQ0No9ElRsyB0lJxB2p0bGwfbGF7fwvPhid4NnqK+VJBGLWRRy70xICR6WgZiqiiJP9Tq8Ep9oUWKxKJWaE4QxaWAtPz4be24Dfb8FyeoRxxUmLUCAVIJH0SpOJYpIKQClMBB9ZFBbBh2mJRHpCcGFLBzTxnRhfQEZHnExVPn53i6dNTPH32DCfPnkr/ttVuwfMba8CNjiO5kBnq6InakXFTfF3mE1NRnCbcP5HAt56DX5rZZSytp8H1VFg7rQlqzL1bff1ih74BIdlzJvnkuS6YY3QdByDAHP/exlT5JWeHr0yPXyURbV6r7sC9PB+un6Hn+v2vrhgvLz/fXPm+qsevXZXqfqJZKAIC05aZVbsX12dBAnSieV7LkUWYpbCfTss8VZbewslQuCn+4offw1/8ybvYLVV4lxMMn17hZw+f4NcnZ0iggfRfAes3qv7nTyWfb6qP6RSa1Y5+m3lDzBxerC+1GGz9tBPcJIBLIJsgIOP5qIo3TXiWA9e0pX9OcFjyfAno6rXKl2dcOj7Q9l/y32khrDIuhw5epswZQqRRVNicn+ok3fp/nI8UWpjnoswlAExCB8eqgLx011qf22vxC1PXhZ0l4o2N3bIogTXaN5c1IFoU0u+jy6O4BIgrWu3YSWtlqoVJCvFMAx4ti7WN0nhDTOCZnDnINVArEXPi418D5rV+uXZF5NlMCFO0+GbfkyA2Gw4kSqyt1uv3ykHA66Tqk/vWWgVMy3Zi9QI9V0CU5whz9qJpp+zC5pzQ7qHR7cNtd+GxvBY8j05FJAvTNYOinBWS5VLs60kaIQmAjpB8zAzJe1YRLxaIlguEyzmC5VxEgTWeQafJQmyGTd5zDtOEkXIRchLMrRSOlYqjg0aQk6R0WtqzZ59VCPMSK2hY0ZKc67DlonI82K0e7HYPhuPBdD2JXspV9m9j5NEMRbyQPivLpIBgmWI2TXA2SXA6jbCsUizLDO12hf4WsNMpsNdK4GsZbs5LqaWiYCFRWwUOd3g2p4ttE3nRgpI0gbSJ4XKOZ4sLzKKlxGwxIvXuPvDKgYIt2kM7Opqc7xkxUGj46HGEjx7HyFsmlG1HHPvcMJe5PSq3EZU7SMq5lJJMYcQTlEmIZapgkSg42G3hYLcpjnWz+QyLOEWo2IhVCz4j43QDT84DfH4yl7m0QbffloqjPVfKYA8opOmFBbPtQ3cciWpinOjJzUIq0bvQm0dQrCaQB6iyANv6GXb0cyyKLs7Se5hFVGilUCJGA11Db1zj9f0Cbx9V4un97CzByXmGwBwgMPtoeCq6XoUyXmF2PUQar7C162Frz8P3Br7Uyccx/uFvpvj8SYDVXoHVXom39zt4+6CDp48i/PyXQ5xcB7D2NHj7Gu7tmnhl1xKcbjIJ0XCB430Th9sGRmcFxqc5nt1UOBmW9LESgSezgHcaGXb9DJZXu8UO54xHBBaBgqanSRmMrixUXC1yPGQkXpGj26/QaAKroYZgqCMuSAQj7qDjYMfC0Z6NXtNEr2ngt7+P8LNfrnB+wT6Eg0qzAH8HaOyy6a9I7qrvchPhwPNVaE4E3Ymg0iqjhIBAO31PmhKX4xUuhhHOv4SU2QbcHQiAYek2DMXE4ibG4joCXTvcJq3SGORcIGOjaAYps29Iid0OFXl58RwFb7RdNNqe5CtxI8C83dH1DPPJUq6TzVdeizC4qBJQaN9Kq0nmScSizNlqdcSO5Pp0iNnNXIKWmQ1L0IiZmaA1GP0NOaEqiZTG7DgXsvH1HFquKcKADlfMxeLPa1UwRQoWAeC2Iw3/2SzEbBZge9fD4XFTmNTcmKzCFFejHFfjQoBMqgcJ6tC/nhNrgw1j5gCSRUSglQsOJykCQZIWm0tTl4zNcBliNQuQ0oe2DtUTe+sN6Oz7hoC8/F2JQ1lbY3Ezw2JuHRvX/IXLUYqrMSdQHVXBBgTzbiJUzFzidouNyV4DvS4VIz5sq4HpKMLJE7LWx9jd/79pe88eydI7y+9c78JnRPos79mWTTa7yQGH3DHYWS5n38hgIECA9F76LPoCAjQCZFb7QmbHYXZ2h+TQNXu6m91d3eWrMit9ZnhzXVwjnP8TUVVNcuaFABXxsMiqrDQR1zz3f875nbokBTMOxcIRwhkxsqRvEwVZkVWURMZOMR1pGJ2zM8cUBFytxe7iGLbPvis16DPMClA0UeQVTMYjWarjgCgObgzp5Lck5TzoTeSYnYdKNA9qFio1DUEtQqVOtKMHU/Mx6Gc4OQ6lc7XTMbBKdHSuNn3hrMR0BIRTHUlMQdpEUJ/Dr8+xslpBZ62GeVzg/GiK8wPecCBrfcfGxauOoGBY4t4755BYIWRWtwysbhMNpWM4YEJdQ2cD6GwCceLL4surMbrGrQHN7laB8fkM4/MpLr/WxK1vdhAOctz7aR/3f9oXRx0Xh+uOrTYVvEkTCdrarqG1XRcXcp4lGPcSQX0SK15bs1Bft8UAoeXqew8Hujhd4KZwaiW+8d5FfONbF/Dg12f44EfPcbI3ERyzlmqoOSVqToE7Fxp4/UoLm9trqKxuYO74+PWzY3y6e4xjJpif9yW1ukxhyCO3BuHRX74ewPbI7i+QUGxPPESJjfGsJ4sCPc9FVjIkUyCLeQ3RJZkmSCmisuIS8YybCKDKboRVnq9q9yYoal42iLFikp6F6jxfkIOmTybsDCbTNlw028R9M/mbSZ/oqMeNPQVghT7nA710AZMuYPHcBly/gG3xWqGD+El70fVYWwnQWKmgvhLAcXTBt7In+egpUZlKdK9WPUl9N1oNfPSTI3z04yMk3CjZkOR1sxVIB8nwfCbLr1qotV14vi04Vu6dabTgEmchLeccZVEN5VCAGw2PiUMThmlhNptiMOghDkOYxEMyIUwBeMKHZdFg4PgGais2gqaFFIksr5LDr5XyenVPgWiqo17z0agHMKASQrVqDY1aVXqvZlOe62McPO3K2rxYwVvvbWDjcgO5aQpC84tf7OPuL/Zx57qD979RxQ0eC5dq2Nz2EWYThPMJznoFjs+Ak5MSJ8cFZjOgvQ45X4g7mUxpjGG6jg9lOR7txXi8F2NyXGByUkKfUxzWRQCmL5Gd6a/fqeK1OxV87RtruPPuBvqjFP/H//IIf/X/7IqIzePsnbdW8J33V7G5Y0Fz+BqEOO2NcNobY94HsgHwjbdex/e+9y1cvraDv/7xz/DXP/kZ9h/lsm5dX8Uf/cEl7FyycD7cx9nwCGf9DGc9UiRMtFrEigDnJ3P0ugrJza/7xp0dvPv1q1jr+EBBET1Crx+iPwjx0bOhLGusYT11sVI4KGsWULOwezTB3tEEXkXHxraHaxc9vHPDwxtXa2hvXEN7/Sr+/d/ew//8bz9EbzLE299s4muvVRH0Ilk3vv4WvvZ738HeYIJ/+5f/ET/+2adIhhrSoY7v/l4b3/29jiDsCzvBcBbhg5+O8cHPxtK37lWBdgfYWAcuX2zgzZvXcHVnG3uPD0UEXr+o4codC/Mix6efjPHl3Qm6g1LE/WvXtvD6a5dE+PjZT3fx6EkXK5s+VjYDPPhsjoef021ZotEA1vj57+iyetw8zRJMRgXCoSYiXTWowvcDQYbOiTGN55jFdHpnOO8W6A8pL6pfK00DnZaFPIY41aN+iRXHRpudV6tNmGtNSWdkUUyrLBrTERqzEX7wgz/BD/71n+Dn93bxP/zvf41/3H2ErTsB1q64MIlXSxKMoxyDkCkPG6udJmqVCp7c68nivYIlSK1OgMs3O2hveJjFTGoNoC36fpjczRb3HyYbeZ5zzsQO7pR9igNg3C8w6rJiIEdn1UGnQ0E0lvt3UNVw9WYF125WcOv1Gm69VsPB7hAP7naRpznW112stHy4ZgDPrMDQuKowbFO6g+N5jAdP9vDwyR5mU4q4jnQsz+jCLEsEFUNMVty3sB+N90n2+8jrxc466QpVSV668OXasxBfeT9LkhBJEiHwgSCAIKiJkXeJxl48UtKowm6w6SjFeMCuMH5S1c+10q5jZaUmxojT85EMEZvVAA1WMtRMWddvVnH79Rr2d2f4P//XA/ziJ125hvPazcoEP6giqOkIqiU8n3Z4NbVwag1ZRObXGoZcZy0jgKG5UqOQpDNoegLDUDSB4SCS3vtoRqNSDNclnpXiGe9lNMGFOHiSyWp1gJVV7p9JY/FRpgYOnoxw+GSEH/7pNVk0fT368hyP7vVx/94Qz5/PsH2nge3bdVy9voHrNzZguzrOh2c4PjvD3X/s4e4/dpFPNBiJCZcPUzVHcIFzDtkME83OClqdtiT2TDsBtCmGgzMMh+fYvlHH9s2GYG/Z7ZlMXKQDIJ9qYtBjZ/Y47KM/OcX52TnOj/rongyguzVZRFPyofX6FQff+14H3/pWGxcv1mV9+ukJPvv0FPcfjPHwSYiTsxQhHemZoqcENVdqNrYvWaInn5/G6J4k6J3l6J4STW6g0eKAg0KRiXBiSgd9TFrFYv9AI4Dr+nBdT5Ibyl2v3PpZWkpylKYJcTO7Lk4On+L06Cku39jEu997G5tXGpgmBxhHBzjrnuH0/BTRyEUyrokjtlUrsdrUsd6hALyCe/fP8OHH+zg6Ya2GCTcI8Nrb27IMdwzDnSApQ4TzWAxHRsYHaPaperKm7EAfzdAfTtDtDzGZTrGx5ciiWeH0KJH968pKFa0Vng9j5sQRTRzMRoG4htldbHop1rdNWRwK264phINBj/tzB5cvXsOVi9ekcsXQCrhWDYHdETPMw8Nd7HeP0Gn66DR8VJyKdHpLun4eIcliaDbjshbuP3iMTz/7AsfPR4h6NrKpC8+owjNrWL1cYPVyidycYJz0Rcxkd3I24xCPFSIWdCeH7ifwqjlaLaDVYBVMAzW3jum4jUG/jcFgjuH4HIPRmZxfcTKVpCgFYJrsutz3DlLkGTuN2cOUIKgluHjZxY3bdQS+h0efGXj0uYHJmYPJmYusHKFwTgRzVlun0YDnfSCdYKYVQzdmcN0Mvg9ZMlSzbJzsm9h/auJ0jzgtX/qMr96c4+qtOSrNDNUWe8tTjKYJRiOgdxigdxRgdFhidFSi3naweTPAygUHfgcwKhme3DvBk3vHqLdyrG9BetzFxCIsf6UJhmMDk6Epndrr66z7MDEcdDEkhWDMdLyMrWHyulG6mPZ9zAaBPO+Q/iLlOty/Rwkmg5HQbS7faeDS7Tp2rtSxfaWGSdjDw0cP8OTpQ6yv+Vhb9XGwm+DxvVCeUW++3pS9w2w2wSycYjRU5paYz1CJiSTWBQNNQZgi7tqmB8cKoOUB4qmL7omFUdeAV03gVrlnZBKYPaKssWHl0Rzr266s9pqHlTUf07GBJ18WONsHKjZQFfJMDDtIMItj9Iex1CIQSW1aGfR0HUa6gTL1xNDADbBhJzCcGLobQ3cilFmAPKlJIpp7fwojSsjl4FPh4lWyZZFuWQ4vQUz4wmm0GAQvOgJ+U3r6/yYALy9aLz7b7xaS1V//E38nN0iFk36pJy/FK/W7UsXVsP2rXb7Lz7nAUS9SYUsx9Hehmvl3yzTkqx+3FJmVAPwyffzPdQerH38h2C3+zRITvUwaK/1hmVF6Vcn4HbLDi1T075Ik+I3/rq7ml33KX/l5Xygc6nO9EPMZHiB15RVK8fI7VB2Hy3dK9ayrygGiJllPRDGXxhplENOzGfR5CCOPZB7FZRo07rLqooBn5ioEIYZVHcPRFMPRBFYJ+IaGpu/gQqeJnVYVTWSy3CyFM09ESCFOkdukx8MQj4cREstBYjuoCH2GlCYL/f4A/cEQ3Vmi1jhFb5hhMlNDfVKvlr+UIELjBA3jpGsQaarSkTLLIA6TBiym00yiCBPkerKoMLNEfJN/r3MATXQoTVtL5DWpBXP5epJxULCrF0e+HFMv/us3Tr/FefRSyFHCyBKRKvhxfr9LQwLFk1fw5cv3lz+HpNwW7+FSvCDCdylpqY9hikmFHfizqGQcTV0MfKgaucVpIM90fAbf2FjH5uY6To5PcHpygmvXruI73/k2trc3MJkNMJn20RuP0BsPcWVrB3euXhfB6Ff/+CEePXmA33v/PXzn/fdwtr+Hx3fvotc7RVqkUr220Wxho7WCUfcUI9mzTHHajTGeZGh4NprEM9JNT/NdFGN/MkXIrsS6wjBf3drClc1N+BVPanIY/h6OmOgGLlzcEcQ1U+vRbCxyKgUhojAphrAzs6DBIY8xnfUxnvZQaimu3riEazcvYff0M+yefY4IVWjeVaBsIx8BGJXwk0gWhSMyhphiSkomQ1Vym6/pYDpBdzzEmNUGNL2XOqoVX5KXzVoVTaK1qxVUgkCqaLjXDvgQwWu6biyqdFg5osH1AsHajsMJxrMJwkj1/XJO3O60UWs0MBqPMRyP8fHHn+CXH3yAMI6xsbWJzmoHjuvJMwkTlBSORQRmYn8hqmVphuFgIGs8mmI8ZkJZkY548MrIeXFscP7AP2OiXCjyi1uSDFxoSpLSW2WmeXnlVxSkZTxVJfOVcKukU34S5l558iwE4Ff13sU1bSlIfxX3vOg+XJp1JLVKKuNLqfefuKq+2Hsvz8oXKefFH8ijlKmIdw4F4FxDomuIee2XF4WiWQE7K2CwW9YQfyLKReBKL7hnNuWlyesx8kaM/+6/+DP89//ln2H86UP86H/83/CLX3yEX6PEfZoyTD6j2dAy0hKWIqOydDHsVcIS8TcDh6qsMVLHGvdL0lKweOhUJFB1X5UUK9NTi1+clZucr/NtlCCJJvWNtZqLRrWKeq0q+1Ce+7x+h9OxrOlkhOl4LEK95znw+HzIyjYaPE2GE0jaXNxDXxRLLqvSSZVU5mjeJ1njwoAWnzGpAXguSTC+UPwofHNxxkLxeGlpUyhylfpeHGlLi5W8PjSa895GAyl7gNnhzp5yqdXh51UuBbmWztPFNVu6gBm2UU4ofsgLLwGvD3xRRfxVeoSl6SI+C12Q11B+OK/JKJEUGRLeFxYSMgMsxDbLvG5hqhjFMYZRDLeiUr/1lXXUVlZR5yDQdkHxqBrUUavU5RmPYqaW0ZB5jMHJMVwSa6Uai9cdTgELEX+J5Z4zHc3zm3SBkGTUuaSk+fd5SkN1snhNdMxD6iojhOMR6iSusrqHgrnBnuocWRiJQEwyBvHaY4YRswL9JEcvyRHSgBg0ZLXXt9De2IbdaEMPWiJoOlYJy2CV5AhRNETWHyPrjTGZJBikOc7DBAdnh9g/O4BXC+92kwAAIABJREFUidFszrGzCtzcMLDimdh/ZuLgmYk00DCncNlMsbUSYaVOQlUL1XoLxcRHMfXx6GiAj/cOsN+dAAxUaSZuXAVuXAEurNrY6ThYMTT4UQZjnOODXcjKV3yY2xXUHA2dKIUXlehHNQyiGqyqIysZnWF69ATjfhfHU+BkBnz9Thvv3GlLjdTJWQ9noxnOUwPT0sK19XVcXV/Ds70ePrt/hGk4k97ies3AetvDetuFDRt6boshvb6izLNm4cIsXXx+cIa7B2cYFjXM/QvIdB/Z9Az59Bw3O1xdhPZV7OnvYTq/iOqkhDuJcTr7NU6nv8Ybl+d4/xaNKnM8fx5hbz9D5N9E6N+AL/pGgnJ2jsnJLuazc1RXLVTXLHz3Ul3W0RcF/uGvQnzxOMLB6gQHq1N86+Ia3ru0ht3HIf7jj05x7/mEujv0lo5v3l7BN2+1MKI+etBHxS9w9YqDq5ccJMNE1q+/yPDLXxfohhrcJum+OnbqBS40Spkhtdc0DGbA3gnQH5Uvuqy31wJsr1Vw2J3jk8dTnExSBG3AbwBO6sBJbRyezPHsMEXAOdl1H7duB9jesLG1YeOXP5vgb/9mhOd75DU4KJnuWL1mYvWa6slkybJ4aA06uYgTmcuydRuObsN3dVQDpioKTIlIJUZ1aCAZGbD4oF1jhxvxGkzCmZgNU8wGieByPE/1eLHLbDIq0evm6HcLgPf3AKB5Q4uZf1bYHF42fCaAA0vSnK7PtG4pN+LZLFo4xRbbdNJImaZhP1hOXHEGzZzDdzwZgKRhjv7ZSDrUFvRB5eZZqKoFEwX80gURaSnsmg2nyq9JxDPxc0w1RJhNE0n3BIGBJKKAmCmXZNWDX6HbPcR4MhP3c2ddJaV5kWb6RxjuU5U0loSh9P+qvgh2ybi2KcMhfk+8eQmTX/p66GopJBVIt1I8myOczpFRxFvsH0yHMXxd8M4UCV1PhxfosG12NFGspluICKM5goqFZtOXTqjzUYLzETtsDOQJXUgsLyOjn4Ml3ngtwSRXArqU1CaGF6xel0LTDPWGK+ln3niZGpbE4tLJxAutxeEYe8cSoLCglb6g7wyLKSUKNsoNIz+vCGyW4L/KzEE6j0TI56aY6UzeyUQojAsRmoklpbjK3JXBVGNADDPTYUC9qQGxKTl7Qe6ehyL6rbQ5fLNhMJlksRMWmAw1TCfAbMaEVonmqlq2w4ccB/G4wPg0kVXKwEHDyrqOtS0aDkr0uzlGTFAwkcLh/yr7gA3B807Zj51rknShwJbMbKShhTLVZEMj7iqXhQhArarLClY8BG0Pw5MUex+PsffrEUyvlG5svsdMidPZRqQxkZp+lUMzG3a1hF2ji18Jm0lYqHOEuJs58TaqL5aHjBNY6GxWZEjD85Ln9eGzEZ496GPST6VHyygMuCYRHzpWKjZWazbazQpWOnVU6r50gKdaiZPTkfQCd4fEosaYhMmLjp7L1yu4fKMiN+XBMMGUYmRqI00MxPFMFjcY3KDwZ2I3N8Vcgx3VNt1p3HAo1yW3zuxXqzQpXtrS3UO0qErB84bOY2MuqAf+oMSMCD6RGzvB2pvS07jEp7B/N5pFsgn3AooeqgeEYRvPU8Nxnp/sl6D7k6l1Jq+Jeici1vIdaOLGVelUbv4n50NMz4fwHAsrrZok2ZiKmrC7YTfC2R43ECkSYkZMHq/sFbdEGCDKkmhq9n+LwzonJpZDP76XHLK68CrEUxeSoOMDt2YwIaTcfcTK5xlRSBOhHzAJzZROPCxlyWuolSLGV9smgqaBkuk4M4ft5tJrTlPLeKiJAMzz3+C5uhj20tnI1JLn2QopbgAj9lcPQrTXHVy5XUO1bWOcZEJwOHrUxdGjHr7xVgvf//0NuQERoVYWEUqLJcUJBiMN3Z6Bs1Pg7KREFAFbl3RsX9IlKb5/MJc6gnbLkE3D+bCQNTxKMDpOpM8xnRoiruZaLoabP/zjdfzhH63BrmiYGwUO9xP8w9+O8NHPJtDtBLqT4N331vD7399CUNNwcNRDtzeCzsqAbI6O30DHr6O9toHGxhoyy8WPfvkFfvTLLzE9LzE7L/DmG+v44395BZvbFp7uPcXzw32kuYGUqSjB9xHdVKiu1ZTYeHaxG7hzfRVff3MLnbaNQudGMsLzvSmeP5/i3tMUXz5LJeTS0TW0XRMuzQBtD6dDdj3NYGol6o6OaztN/P77V/H1N3YkFX1wHOHLZ13cfXqOMI3R6QBrbR03/QpuBFXs3L6FrTdfw7OzHv6vv/5P+NVHn8LVAc8A3vn6Gr7+zhoyPcfpeIa9wxk+/yTC3U9iSSqRdnHxko1bNz1c2vHRqQVoVVzk+QhZNpJOVjtQlQFHRwWOTkrZtHBp8GFpVUynGY5Oh+gPZ9wgoDQsTHoZxr0c9aqO1VUDOxdtXH+9Juvp4RBPD4YYD0kQgfROEh/LZDqTr0Rn9roJjo8i6fZg/zANJjRWmeywz03ocxPpjJ3Yc8xDDjoMBCRsEK1fDRQ6KspQ1YFvbFfxze0qVjfaWFtv4+Pnx/i/P/oCj4c9tC9WBKc9OoowPgqFn6NTbHMtQaNbuoveaYjuaSh4KFIQ/IqFesuFVyX6lR3gRGaakgyJUw5jEjVM4DOo9NeyP539kMQMK6csiQKuQ0HUwkrHkg5lxzURVE101k202i+7aU9PEhweRHJxX2lYqPv8+Q1oJBLkjohGvFYxJZBqOY57XRx1u0jnBpI5UZqq4kD8YrI1KQUDyHQWRSnpj6Wjmf1BDg12fEhcDOE4rjZU/xEfrol0DcMIHqsmLO5H2HNEUxpd+4YsYrOpaxTskUtoVkrEYcs0J41mfBCgM/b8jPcIDltcGBqRUQUcq8Abb7XwzW+1MZvO8fMfn+CzT/oYTSg0ZXA8H44byOe3bO7PVA+eJMRcDzpxWKRnsNPdpzjpwaXTRxz5pYjfNFrQrEjDIY1j4Wwu+w0a8iyT2H0iWNlTG6N/mqJ/OpfUHJeQV0g41TUENKbZBq5eUCl7dsZ8+lEXB4cxSmL9XQfNVQfNNVc5vVlVMJ8Lsm5MMshIx2SkIexGCLszblAVrsxz4DSqsJtVtDtVtFercDx2SkXI8qkaBPcHqHVs1DqOpAqjqYv5zEYx02VvJAMGx8ckGmIw7WI0HGE6ChHPYqxfaGNjpy3GG1ufY6UFbG8baLc5rOC9WsfBQYQDUgT6cwxZBxHlSJiM5V5PTIcG1rZsXL7J1L4lBkDutYZdYHBeqo5Rj4NnYpMdxDP2d/Nazn+rXkOVPlNpHhqXeI/m+c3nkySicMb+UE0GJb7rYTrpYzrpodZyJU3dXLfhVkOY/gz9EXuZepgNLYQDIsAMNKsQAXh7vYOtjQ6e7Q1x994ZDk8i2bsVMLF5IRAUc6WRoNJUQ/AwS2RvbpeWLKZzS7iS6k/m7PtOhGDBhJdHOk5Ao2GOQY9pMB1BwH21gbLkwDSSfS+7y7m/4R42qKlKkaBGnF4JzSiFJDPoE9NrYaWxipXmquC/KqSWWAEcowHDZJe9I4PXs6N9nB3vw2Gvt1sRvCQJQm6F3ekuTNfFwX4PT5+eYv9xF8eP+5h1E6yut7G21oHfThC0E8QFOyX7MijNQhP5zJQqkpLPiqQT8fusl1hZKaWapebXUPNqODvxcbDvodedYzYbY0Z2tJ6A5dc1XqNaxD1DhMPZlElu9ZzS6qRotufYuuDi0tUqbNPF3Q8L3P2wRBk1ZWXlBHP9BFZlhMZGhvpqLol0XXMkjVxvFvACmmaZ/mVqjXh4C4fPHOw+cNHdtzA502GUBr72lilLVQSw6zlGb5RgMqUhsYJ4WkW4qJzwqw5amz6CloHSS5CZMY6ed3G035Xr8caOMpaort3FgE/XRWSNZhpMzUalwnQJh4gJwmmMUa/EqMcjnUI/k0u2IKO5tFJRL/hMxT0fbxaWOYfrlbhwtY0L19ootFhS45NZF6PJOSazc9RZX1NlajfFyVEs940LV6tY6TiYTmNMpwkm4wTjSYp5zPuOI11bYVggikqsbTgiAvNrpzOmlx1Mhx7CCasA5rIsN4LhxvKcxudiOvv5829csMU822rXMOpbePBZidPnJRqBWtz3FEYsnY6zSCUImSQm9QdxS97fIqVJ1pZnPt2OYXD5NEaEyBMf86iKInUV6YjDZP5H2IjL5r/FlFqG7gt0JYeDfJYWAXWJgFYG6q/++ueE21fEw1dSwr8bafubI/bfEB9/R8pYDasXSbGFwKvSN0oEW2aJFuqvEolfkSmXqedlP/JLoU2lf5epyqVY8CILLGLGy27eZZLsRV5tIewtu4Nffb2+gp5+JR287BRW4p0S1tTP97tfl+Ub9eJT/DNY6KVKsfx5vyotLqnBi5/iK2/OKz3AC6GRnZIFk1nyYim1QI4A2QwJs2Shty9efyl4V+Z49b0uXlsm8yn+FnymVKkpW8TfHJ6RwTcyuPz/FIY1oiunsgJDR80xRNjbbPhYr3kIkKNS5vDKFF6heihzw8RoXuLT46GswmfqyBd8LgfVHOxzXxmFCc5IrZmmGMclZuzoZthBug3Vnm3xY8r7QTFVibWKuME+R3nfmRJeHhdM62mZLJXwZLUWRQTVn7rs512KrkxQMtzAz5sm3ENScFEi64tw+vI1lq9F8t9vnIWLA2F5fKmkumJWK8FXHfrqe/2NM3DxfUvCffF1RDhe/rsFE/ZFz7YIfy87hXlcLXGn6thdJPELzuEoDtREFJpMJoIgJSr60qVLaDRqUtvCa2KSz5EWc9y4fBmv37gle92Pf/2xPC/+8R98H3/0B99H7/gIz+7fQ793hiSn8ZCJ4Q622h0MeicY9E4xHi1qySZzpOz7jGKUpK8YNqbzAoN0jinxx9JzW+LS1houbq1Lxy+fRXidPe/Hsj9uEm/dbMhsl5Ozei3A5uoqOs2GdDzbpJtlEQqiPOMxongMTc+wfWEDOxfW0Y8eox89wniuY1o0kKQVlLxPRRbqhYZaQVMGr/Elx7gI8xJxUcLQeFxx5sP5xwyTMMZoxl5fVlso0YwzE+Kg5T2TaxVnDDS2835qq/SfqYzxpsM5hA/bdZFmnKckL2aPsldkiMZiz7aaoZ6csNblALMoUsYFeVZR6hbNuJJq5AB4iTBn2rIoxcDH95g4ac5145ji89I+oK4VKtmokpFMzXP/TtOqmCJkLqSESM7q1BxLYdGXjbkvriGCNV6Wp6m0s2rXXbCqX2SFXz1PlPCssNRf/aU6chd/xnNZSdGL69XyuvXiDvGbl9DF3WnB8luca+qEW4QJeOdcdADzGiodwHLBUOKwTbJeWSIxAHq5liloI2fljo56PcAb713B6+9fwW00cEur49mDp/jRL3+FT/f2cGxqODPYX05iqC7iomjhy9dffhR1L1FlLaQ3vjQ0caa8fE/5MTSUKHFYXdeFCCDXbnV9X6aDlx4xUre4JNErBlOV8PVcmlY5tydtk+8103Q0z6h0MIVlzuaYkGZHMkVj1lyqJLtKAvN5mesFHppzfqEXqGOX/4bpX2oLBo8DARKqLuGlNsLfl2QQ1WrBbuKln0AdDxwBUoy1PFf2luy41fJMBFiej7ymqusiaUqLlPvC+ML5lZwjC6PVq4Y0dY+kOWZxb+c1UlPrFdbG4udVF2C+Nzx3OAvmuSH0T1YiOD4M1qjUmqg2WvDrTbhEPlfq0C1HaAcen++8AB4NkXydeVxNJkgmY8zjCFnMagbW2BHzXsqzoOe5Ql0Ip+w+Jw2SpA5SPJj2z5HEJKyFKCh2kx7IYA5nqkUh7zvJa5ze0BSjZakkXkvBa3LgTJy+MsRPWUHESiZqYRr5H6akmL1aA0bQghaswBCzCjUapeFQdjIzDUaqSe/thCadrEC3d4Lz3gl0awjLG2IlCLFdSeAWc9y7X+LLBwWspgmzaWCtDVxcLdCh6TZQJpp5X0Pa17E3nuPeNMZJmKNMDOi5gfUNE2vrJi63bVxdcRCkMbLuENH5CPtFDc/zOpy2i+q6i6BM4fZGKPsh9qcmDmYWNrcvYmPnIjAbIzzaxej8DE8HYzzrT/DN2+t4986GVGo9fHaMw8EUI8tBbHu40GrhYmsFu3sDfPngDOPZDLZLba/ERsfHesdH1V+F76zDZs2BzjR7KaRgahfP+iP5OqHeQuFfQqlXUEx7KGY9XK2f4Fr9FKF/FYfOdzDOdmD2pih7A+x1P5X1+uU5vv01HRUzR/cswVm3xMy9ialzE1WvghYHzOEJJse/RjJ7Cr+tw28beP/iCt67uIKDz1P8+C+GeLAbIbyhIbyp4fX2Gt7orOF0b4aPPz7Bw/0BzpFgZuZ461oDb19rYNKf4fRghMArxMx88aKNMk5kfX4/x4efFxjNNdQ2SEsy0XYNdBwTrYZa41mKg7OZ/E5gMOftG60AGysV9Cel9BmfTOaIrVzm3EFuIMgMHJ3l2Dtmol5DZ83ExpaJjXUTmxsG7n6a4IOfxTg5JgLaRulVNVx608Glt2z1AFWyx4oCI90o7MllQLZEYFfh21WYOjejU+hWKh2/pm+i6tiouiz7Vv2x84xdT5BhPrvZWOTMTS/xImlE7KOG7nmJo9M5jk4zzOne0VKUZIfOeLdYQhNyNcRjerhqImgQEaCJQ1s2O4tNn4hbcyCPgHlIZwng1ks49VIeuIn3SynCDCn4LJwtJRCIcEY3HZEM6kGUqQ/exP1mBX6jAjcgppUi1ByjfoLZZI4q0a9VR7DAk1EsF1HPp5vMwTQKxeHg1YBqSxcB2bBs6XwlJpHfNh1y4hiVa6sqblcbb1MlVXJDBE5u/NhlQfSiCjuqwVcaa5KUyBPeEKno5dClx00hmHiT9gNNMMUccs6mhQyPiPE0LQ5pXLRXK4KMHYSRLL5uKZ9bKJyVvEEYcAyFf6UziohqJgeiJEIsg2E+NHAYqXCPtuNKDzHxlJbDiDWPoVwSGkQ/s6s4CFw0W1XB3nKoSqQvh668JRCbJ4mncQFhyLKvTopVC1TqLmoNXzZVkz6xszFypj65oeKu1TWguyUMby7IzdZKgGY7QD4okQ0LwbONRiyJZ3ewK8ujIFulG0eTIet4VGA04c+XYn3HxPqOgSgu5c9nvQJJt0DSY38yRXYdtRbTAIqrrLCHFEAgq8ohWFP1VCRzbjC5T6GInwt+eT7RIGY1FpvwdmUrFvztN+u4/WYD4bxEf5zjbDfG2cMQ3UczuLVCjmnD0UVIyHJdBkppzJcwh14WqF+00LhoyVYoZC/iNEc+1FAM1TnB40XzSxjNAu2dCu68dgEXL6/h2YMjPH1whHE/lj5FCrCOZcFmnFKixxYKPsClqTiDNlcs7KwFuHZtXdbJYCrr0f4Qj/eHeH7M3la1qab4y35VpssOnk9lIJWnRGrowt0nutEJmCpgtw13CGr4kWl0HBMdwhttIsliP7DgVdh1qwTv8XiKyXgmoiVVXpo/0jBDOstQJAWKuIDBXuu66oXIZ5qksrxaIKtgL2RBJDtx3yZqQihQCOtapYV6rSNpiL1nXQz6U+nxa3UsdDqeLGZ8J0mJcUSEHjtOC2jJCEhG2Fyr4/q1bZSlhY8/PsYXd7uwCwdW6WI2iaX3NSsyWD7R50zwcxmqsazksI/920yNlijZJzgvUWn5stjdmSQcvHEITYOJLugnxyMuKYdhxtCJcec+JQWmvRLTrupMFMyXq6Ha1hCskPCgyaJIYpoK3R6F6tiKxhqiiQaNT3Kpuv4YxOR4JETU0Wqws1ANE2otA+1NA5pDysEEp70J4kGEeBjhu9/Zwb/8k2to1DQ8frCL57sH8OsFvAaH2haGIxu9cx3nx6WYVa7cMnH1lonPP4tw9/MQ1aouvfPrG0yZWshKC72jCfpHU3QPS3T3TengZkdhpaHjv/pvrsh6ftDFR588x6MvIjz+xMP+fQteewKvPca3v7+Jf/EnlzAvMvziZ8/x7GEXW4GBrcDEmzcu4Y3rFzEtDeyOY9w7muCDj4/wq0+OYKWANQfefXcTf/Kn1wVX/emnD/Hw4S4CmoCqTIGl0sXI94kCs+NrmHZNTM4tXL/cwOt3WljpGCisBJMowr27I9y7O8buU1OWXRRo+RnazRKtrSpaWxWM0wiTNELJOoVJjmub6/jBD38P777/Ov7yrz7AX/z1B0hMHWarglIvkE6HMLMQ3791Bd+/dRXtyxdRuXQRj4+O8Td/+59w9+6nWOuUsm7d3sDN2xs46s9x9/EQn96b4NmDHM8eFPBddrTquHO7ive+1cCFLRPzcALMp9jcKbCxk2M4TnHWZWci76M+4rmHwaTEcAI8e5TiyX1iz3O4VVWU3euW6HaBwC1QcQtsbVrY3rZx7XoFt9/ewu23N/Hx3WN8/MWxJDCJ3xme53hyP8XJfoart6q4drOK/d0IDz7nBimB1yqkZ5RmFtYEjE8NDA5MxCNWW6geH9JOdN6fTOKcLEmPIymxWQvwZ390G3/2h7exd/gMzw93ca/Xw+fjCc7ZwdapwfF97N6dYO/zMaodDZ1LpiT455GNeUz8K+/t7AMmPZeDf2KemThifyxFU3shAJsiCo3GFPdCZLMM2TRDxs8R02SlTFHEXG9KctBGY8VAc4WVAw2sr6+gWrNhe5l0Iz56cCarPyQqxpSH5bqnwecAhrUHvA8kmqS7iDHQfQu5o2OaR5hkkWC7eQf2SAWoMZkCEapmxLbOOcSjKUPhPU3TRqddRaPuI45UHy/rJjhUlKSI9JQzRRZL37Ot0ddpKwQWB6YGUKnaYkBbW/exusZUMJHVEbJ5iBFRsOMYWulBK1wRu3rnKaZjppMdRDROZbE8hL333iq+9y+2JFn65HEPT9hhsxvJMrkPsdgjz6EOsYRzeRjno2lG5y+HAMRJk3JMAa3moFKl61qtRstHY4XGKJrx1B6NpJBoyqFQKhjIOE0wZoI5jBGHKZIZU4s+KjX2ppAuEkktxtuvr+Hrb6wi7sWI+jHufjLEz3/SxWCi4/q7F3DpjU3YBgfFJfYeneHRF0fod2fyunP00+qsorm6isFxD6dPjxGNWQOhyTG1cmENrQtrWF11sLpGdGMMgqnidIJudyoLRi57KL7/EdOboQljbsHIaF7w4FpMqE8wmg7k/aTpkEPDN7++iTff2UR7hUhdimc0q4wxGo7x9GmEp09DhJGFkMcszyfPlP0ae2bn2Qwh902jHGvbFq6/oRKBRDzPYx/jgY5Rn0JyiBKzhanPwzz0xahA899SjOAzCJPXTPz7NU2WqinJBWc+6avqiMCrIHADSfiRlpOVIebFGF4tw/YVF50ddgOxG3uMSV/DpGeCzeTNCtBpGri0sybr6HSGx7tDHJ3E0u1MUdvxU7jBHJ2NEu1Nbocy6QDmAMbTLfgaST2seXGg08TJmohSE5oFBTW+HuyNDKcawgkxvhwWcZCuolE0TqpBNNGSTE1X0WjZShhGjHnJ3m32h+cYDvhcRce9J8aT1Y6H1TaRdT4s+KjVNrBz9XXU29v4+//wd/j7v/s7cFdRCwJ0Ok2sb7awvtWGG/DZJhAkd/c0w7N7R7j3q3voHZ7h2te2cO1r2yidKUp7iklCg0BfOh6L0EIR2phHBbKogElCSoOYSA0r7VJSwDW/iqpfxe4z4P69AudnqRg8OKBxg0JoIw67yV21d0liXp/YF0uxIMP6Voa1rRwb2y42twMxjn70D3N8/NM5fHMDgbWJvAwR5Scw/AFWtlLUV/ncZiBNdayyX/giO8KJsWPvJjtxaVow8PyhjydfVNA71JGM5vBt4J33a7KS+RBpOsRgHOJsQPGetfbspa4hnbLOSGEn/aorAaywmGA2n6DfH2HQG4nhd+tCBdU6kd1zEZ9p5uX7yrQ693I0KtIcQXxxzt7cxELvBOidcqBmiBmQQz8SlMTMnBKPbspzKdPTtsOUsSWoZQ7lty6sY3d3D1/cu49p2IUbZLJs05QVhxlms1SMEyTgkE7ClK+saYzJjL3f3ByzD9iS7vU0ZQ2Hg7VNRwhZkx6fJyzM4xqypALTzmDYxMHOUBpEg8+EtpWXCTYvGti8ZKDVbqDRbGFw7uDLj4Dj3RLtZo52o5BnSKIJU/b6MRXEe4dH816BbBYgCwMUMQVgFpPztYxFBLYqE1jBFPOIXdUVwcazXqOksVjKcRbCojxWcbBJY4YacsqgkwlgjTStRbJFHr74b/7/EoB/YyK/zOa8IpL+5ke8FICVG0t96MIovIieLb//JXL5pQD8EnvN12OJbVR7dDU1f7VHVURKJj0Xg14R9mQo/DLJqxKdS8HwqwL2Mu37UqD7aiJ32TfMv18Kgy8QIL9L/Faq7ktR+3dioV95xV4Mm5eC8gJBukzGLZSCV4WR5XD6Kwlgpus11SetEtYKE04TJ12CvKcIVnMpti8+oRLZedSp40seksoIkGuO6kr0zAyekcM3UlSMVIRgVy9haQWS2QzxbIa6a2DFZ7LTQoedbT5NRTnssoCPOQItE+NZZlroJjl+8fQMP396BrNagVmtikHbAT+e03U1wzsapziepIj4XGy4HGPL/IMiJAMJMvQnTp5C1ZzVPzGSJFnMomi+UqIuH+5kYE6Ba4HLVokwmv5U3y6DFNzfcv8n4oXrKGEjy+VzKoxuLD3E3FO+EIBZGcKktKT1SLV6oaz91mnx0hyw7KR+VdxXotZXFKxlHSmFisX5tjxKXv1IhZ7nLEmJIHL8vfgz7h9ZOaLEmuVrIVQCk12d3MOoRBw/hvhsSRiKOaCExedx38bXrt/A23e+Jv/+07ufYv/wOf7ND3+AP/3XP8C4e4a9Rw8x6J8jziIR0y+srWFnbR29/gn6gxOkYYpiTlN2ioPDE+wfngq6sTAd5JyTlLrsRY9Oz6UT+MJWBzvbbZbbsf8K4SzBcXeK80EISzC2JgLSEwMb21sbuH3jBi5d2JEkMPHSNJHnc7Unz7IIhl6qjfhXAAAgAElEQVRgdbWJTqeFzDxAZh6iF4c4HhUYhya0tAJjXsGKEaBlkkZGIiOkEpC1SeG8gEXUKAs6OZDIWGEVozvg/jkTsYsVdpJ2LQuE4Qyz6VR+FxxtnotJk4ldJsPq9SYqNdIVA/lzfi2F8lU/G89hzk15XIuR3/fkusfjjl3V3X4fw9FY3VOTVL3f3H/xmKfQyPNa3LAawoSECt4nQxEuopRWY3VFFqytmLwp+nL/kUoKmUa5NOKeh39GUVgZwTlflsDPAn2rbEYvLiby/QnalyIiq+lItGCiVcxK6vh8VeZVl6PFZ/kN9XehA7647vNDiQfmXHd5P3h5X2CS9p845V5cp5cnFHcpFBrVV1DXBIq0FO0XyHZeExgyySk4l4hMIOIsd3EP0kkayICdzVX81//tD2Xt/7uf4+Df/RwfPtvDj6ddPMpCZI6B3Fb4XeLkpXKE1zd5fxbCJOfoy4SpqKDq/JX7/1Kpl9dG3VeWNTL8GH7Ycha/DNIutgbyHgmpk3TRxX+IgfY9hqFc1KpMqJP8R8Mvn494UNDEmGI0HmE8HiFP5sjiDJWKj5UVIoy9xSWK5AhT0M98fl52UyuENOfoPB+sFzQNJf4uRuU0oug8NlSNlNyvFtz9ZUpYmWkYNFOqNmts/Gogfa85k+7ExVOcFtKBep1UAjmWPm0+cxGVzvuEQuyTFLFASy/+v7h1chp9+SarryP1AcRZ85ihmYbHnG5IEpd/z67taJ5iyloUni/UQXQNq2s7surNFqqNJhyFspJqO5JZGcJSBB9HquAoCto0lNBsXxbon59hcH6OaDbFPI7lZ1MGnbq8D6PJWO59/IZIX+NzLtd0NsN0xuuMwryzSofkAVYesKrF1EkkIuZ7hjKj4BLBKGP4ZgnfKkEuDxPVfLYJZ3weZvgpxTRKkBuWEDtK1k35bWheFYZvyv2gXm8oDL3XQODVUdg+IlZCaDomw3NMR12kxTFSHMNFF61ygHw8xgefJ/jVZ4lQPbl21i1cWbexztm1a8g+IjpJEJ2mOC5s7DoV9EpHah/LVIdXd2Vda9q41XRgjQfo7u6je3iMbGtbVqvjoLNiwomnyJ8fY3LUxYNRhofjOd547VuynGSO6HAfg9MTfHl6gC9PD/HerR28f+sCuudjfPTZLnZ7U0SNAFm9go2ghs1KFXt7Yzx42MdwSv1wLhUym2sBNtYqaLVuoNW6QwsskvE58ngI18nhOgXOkhhnaYK5tQrduwLNqCl08GyAi94hLvpHiCvXcFr9Lob5BtKTU4THR3jw/HM83P8Mr13N8J3XDbT8QiofJ1MdE+smJvZNNPwNdCpr0MJDjI//HsnkMzitEk4LeGdnDe9cWMPuZxF+9O9P8WQ/gvutuqyr3hqueWsYn0zx9NExnh6c4/FojJM4wmsXa3jtUg2zXoje4QSex5oeB9sXHFhIYGoJ7j3K8ckXhbznK5ctNNdsVODJohGw4dOoyzn6OabRTPQBPi+v1gKs1gNEiYGzIXA6yXAYpjiPUjFg1UvgpFvg+WmGSIy1ObxKgfV1HesbGnaflLj/eYF+j+enaZRuRceF123svMa0pykuFrp5h70ZIjI6hMLKsmwfnsH0JgXUUFLBbtOC1zBRsSwELBXnTZibKSk9JyqQwl8hAiCThD6TEYSzUuCMdJz2+M0C8TxCRKRaBOmfyhNeQBRuh4InFzdGGnnyrLsqhfgviVQuCklEH+YUGqMSBQVgn6Ls4mZe6GqQGbPXRDlpef0Kmj4qDV9wBnRt0ZGS0/1CDEPgw6v4SgA36BohKotplfxFJwAxr9GEAq0uSWWmlJkImcyIuCrh1tmdZ8ILKIyyc5CbYg5Vc4V+FozIAockwi8vxrzJGSIus0eUQxHZaC9wzjLEzIinoVNPyltk0+RUbDgVS71OxGY47LktpZOW7vrpTKWjuDiEJbKaqMGQWElu+GKKhLyJK6QczQBl6qKcO7KZ5UrpCmQqlw8SgoEESM6WpRPrQHQ13UbEY/K95+aHJeqaOPuZeqg3eZMzkCR8Lfm6EvHLdNccw26MeJpJEpzOMqaGTIcpYi661AtIapPHJQcHxKpQv3chQp/tcdhO9AP7vlxkkxz5JJduXbpiebOvNxzUGhyWqr5eCmhpaiFhwXsSYp4naK6aaHTYi8ghSYawXyDulkj7JFKwv9hEpaHJ0IvCYkyxjsNyoorzEk5QwvF5DhCjqX725XlAEVaE2IyONm46NTFYOIGOr32zga+9W0f3dC5s+fPnMaanKcIzdmGzP1jhqui2S1kinqqEKF1dxPdUN21UtljgXshrK73dPQ1ply5dmghK+B0LlW0H9dUArWZN+rH37p9g78GpoJGXDnppjy1V2qcoTKR0s0p/QoG1po6ttoObO6u4sbOq0lm6gweHI3yyd44v97uIORiPYtx6s4lbb7Ywm82x+2SM7ik3xzmyuECe8lzlz06jgiHioiYsLgrAJjKYyMtXBOCqBS8gBlJhEWdEoU9DES3VgI+bxVIWTSHISuh0XFXVtYPdxmUKBI0AAXsGiJwzU+mFrlSYbqOgPkcSz+FaVfgusdqamAfoIKvVNNRqOmzPkr65OIeUvIcy2FMdbb41h2dlqPpE1vqSULr76Rke3hvAs114FlGRHJQXkh5ngsZgopApNUMNGrjpms8hHd+kDORJIcurO/AaLgxLucuZjuZDhcJBq45Ng8gxi6kXCOrE1AyEA2J0CznWuBnj+WpVC1hBoar8eL0g7ppFGHJcMV1FbCG7V3lNzpCH4u9U3eK2hVqlJkgWeU6S/kob21c96G6OZ8+7ODwZkHIt61vvruP3v7eNwCvx8Ms97D47RNAwENR1jMcm+j0Tg56BYY/nOLB1ucD2lRyPHiV49DiRxFeraaHVopPSgx/4mAwnsk72chw84mBdR63BVL6DH/5nO/jhf76DTz8+xt/9zVM8/DxEb9fH9MzFpddLXHoNuHinggu36+h3Y3zwoxOcPh3jWzereO9WFRe21rGztY4nxzE+fNjHh/d7eHo4wpOjMVZ9Cx3fxs2bTbzxjY4kUQ8PTnF62lNmGB5DGVHvNIcUgsa0nQK9Q6B/qOH6lSbeeq2NahOY5mP0xlM8vh/i8YMQwy4TOw5srUDVyVAjPrftI1gJMBhHMpiuasC6beL2lU1874+/hVtv3MCf//lP8D/9+T+gtuXh4hsdMUz1j06RDqf4V994E//qnTfgrjZRNAM8PTzEL3/6AfaePsTFix4uXfKwslHFykYN957M8IuPB9JlPGPqcKx6VwMHeOO1Jr77nTVsdAyc7p9g1O3i0nUDl26YGM1ynPVyEYBjJg1TG8dnOU7OchztpzjcSxDHuRAMeHoP+yWGgxLbm+zfNHH5koULOwYuXfGxfqEj6yc/P8ZPfn6Cfp+df0zPFTjam6N/niv88a0Ah89TwVuGyRy1tRKVlcUAqSwxPNLR3zeQEK3J/jWmOKxSBvdOaUpqb82zsRnYuLlRw++/e0nWhw/u48OHD7AXT3FuFoiYWHVU3+npswgnzyL4dR21VRq7dMQzVZshrk7ejhxi4/lAxX53IuRKOETYep48ZHP/wmFBnHDwPkdFt1HRWSTnSMcx9xuWV6LWVGmy9pqJMCbebIJmq45OZ0UeOpN5gjAKsfusJwaVWWQinrty3/Y4fKLPNklQxCQFCJ0JBfdKpomCOD89R0YBSi/kfsGkceCL11gMY+wyXXLM2A9MMx9TyuzrohOa1zDej+mk5UMsB0vEKZsmCSETTKdT6UNnj6P0MMnDJM10qr++0bRlL1ChEauSwLYphqnKK3Y4p7GOcKJhOiaBQXVGT4gHnsSIJxGuXqzi9s0mWisUIHNMogSffzGUpXHwz/HXYrjNT8p6EZOivHShlooMwYSBY6BSt+BTVBeKAvcHFIE5bLJlMXk9HmaCTOXrQyIJE9M8z3nfJ+46SUkqkRYSeWhx3QK1qoatDR/b6z5G5xHG5yEO9+fY22P/pY2dO21sXGmq7qSswPPHp3hy7wi9HruXDeQlKR0bsibnffQOjpBHKRzLEXSd364jIC7JL2RZFntIY2RFKEn73mCqsDp6JtdzUgjmTP8mpiTDbcMRso9QflzWcPDYZcLcxeXLLVkcMPCeyM75sfTFhjg6YZqfmA618ZI9kc/OZ+5H5yiLOQYnKQanKTpbwNU3dbTWLaSRizh0MBmYmAwo/tE8GUq/aZYQ61oR8bfM3BdueGLJwpBGpzmCpoagwUOJe+cM0bQU4w8TjKyccSx2wlEwYuplIoKY6cXYvmpjdccShHqaRxh2S/RPSxg5BWADnbqFixfauHShLcnPw9Mpzns5BjQGcv+YDpHMB2IK3LhgQnczJGUi92CPVCSDtTOWYBkt4pp9RRmZp6bs0WbhENPZEFrhSZ8qR2h0rJZ5gulY1TsQU876kpVWgLW1llRHiFhNNI2V0S6OMCFBiKKyOkfmiYbN9QCbG0z/kiqjo1HfwI1b72Fj6xY++MUv8Mtf/hLj4VAQhzStrm3UsbHZVL3KjgdLa8FEG/2TKZ7de4ze2QnaRPhuO9JbnuQzTKIJhuEIs1mClBSGkSHUAu6xSBNx+QzYoPEyR5PGyEoVjUoVDx/O8dmvY5ydMiXBYXqBeguor6j8gJg4meAs+WxEEZgoxhDbl4DtS6UIkKtrngiUH/44xz/+KEfVY+p5VbCUaTGAZo/gN2fwG7EIs0HFQ7NjoLlKoyb3rCHmc5WwLuYW9h7YePq5hdlQCRbNhoWbdzTcukOizgxpHOKsF6kEeFSi2qyh1qiioBg711U/dcZkkSYdtmmZYMrXJhyh2eHrG0iCW9Pm0Iy5Gm7zeh3xmkpzpQkdngiuycRBMnUkDd8/Uzg9kgd4HvG5iHjjLGYnM2k3NPxNEFTZb13BzmUOHz3Yto9nz/Zx//4T5JhiddNCe92SDvloyn1hBk3P4RO3vsLrhoXRgDSrXD2fZ7kk7tOIP5dK9nFQxy7zat1EPAOG5yXiiQOtaEBDVe1TDdYCjOU90M1ICDJuJUN7I8fKRoFqrYZKhQKwjQefljjdL9CqZWhW2Y+dYRrmgv8ks58VTnxetd1SuqfnMwtFEgDzquzrobMDOIQRjGAGQ9UXHjIBzI5kFyhclTAldpCCnaR7dBQFBWALusYBLRGBFIB57XhlkP5b0d2vpn9/u/d3OSj/7Yn5Ys78T03SvwIU/i1p+AWqcyFKyzB9mXBcCMAv1dOX//xFLGf5fS/xyqqfdZlOXYq0LxKPr3T9Lv9OCcBq0PuquPvqcPy3YmIL1LPSIl4Rbxd/rt4LlcpSguJiGP87X6VXhNyFGPxC43jx8a+K/C9/5pfC8ctP/Juh0Fe/9xfJaZlXMWNHqeJlylrEX/ZzSg+iqhZZGgnUG7PEjqtUKk0eFIDZzV2WiQya+VzmGEz80ig0h6clcLUMLv+MhKAkRJFGaAcm1qo2Wp6OFadEwy5hg92EGdxyLouHQ6JZOI1y/OzpGX725Ax2tQa7VoPHDlfWAEhSWVHa9kcx9omJLmjMIt2E9V6q2/SFACRxrKVQmwr2Ux0y6qRQQTkKs0y0Mbe1TCcuDBTLAAOTOkJ4UXsoLn4KpuCYAOa9h0IwBV7uGZfGBs61JOFm6DJ74EzsxXv2ynmpDvFFHdQrYs7vOha/chwsU5G/cSD8Fsac6bTlXvEVAXjZGfxCDF+kBSVJv3yFRJxb9mcrQU9QrLy0kZTl2ri0tYXrFy7Kxz17vovzfhfffu9dfPu9byKejNE7OkIcT8VrT2zzzcuXcevyFUxmfUynA+SsxctJkEiw+/wIz54fYTCN0Z9GYr6jyBnPcxwcn+KsO0CrVUGrWZH+UZtVLXmBSZxhGmeLnk+1X6fhvNloYHNjA+2VthAIPQpPyKRCS9DDZQZTLxH4juz91y/rWLuiI8pCnPWHGI1SpDMbWcSuxzoCqyHGI4rjao/M2Sr9FEq80/U5DJ3Caya0njCiWE7Tveqj5utG4XcyIRp1sjA+EY3Ne5MpNQ+8t1AMlhQle09J5dE16QymkMzrDPcaPJaDhQAslB/XRTJPMRgMMBpP5LhkzQ1Nn5KO1HmPWIq/6ncmhrnG0xlGkymihCbLRa0tCY5MGOcKFb5EjDNRTMNDSNMD571qe69wxOQfLubsknJeGCx4reC/I943yTM1SxT/SSZLnrOkp5imtkU1sNwqXr0PvZJ2X95GFulONWtmwIH3yGU/+sIY9IqQzP+5iKW8QpRWwu7yviBJ02Wf/AJrrNKuS+KJQqgL5JIYYM4jpQddtThvdjq4euECru9s4v3XLuH91y7jo7/4JT76y1/ii7Mu7pVznOkkNGqSYptL7ZA8wMoSktPCkFNKLztNXS9uLS9E8a/8oWjD6v6kZmxKDF4afl6lIqi7ihLfmXBdaqwUg0kQ9F2KwESTe3K8sY6GczU+//Nn5LMgqVYiACdzqUxr1CuSHpbjhaaSxf2Qz86cLfIaWKtWBedPUw2PYR5T1CJESNWY5jdFbKUArLxHNK7wmr4gOzDFnnFOpw5Qpo35rMv9FQ0TlXoVRZJKkIfnG7WeF8fDKwKwfN0FYn9RqL50oi3u48yRMynLNFsmHb/8OKEQ2raYiF7I5ot7zIJhIoBmobWxCpTGC9vCxvpFbKxfkHPbcV1YjiuJfwnOLeaaFJZZ4SKpaJpJFn3HRE/z+WY8GiENQ8zjVJLSDOR5vi9ziMlsJq+FRtQ2lNaTyEplTSZTEYl5DEh3s+0gmxH5rIzGai5LKirF5YRMHNjaHB5Jb3wPkhRJxDSxMoRzafzeLbmLY57bYtSBhPQM1Ks1ea+9oAHPa0ALaij8CnI/QDFPUM4TzPJzTPNTGMUAjXyKfDLFx/dH+OjeCE6QwqYhualjs21hrWlhs2lhq2ljtDfD6PkMJ3oFB41VjFjhwroyhqSCBrRKHRd9A9dZO9k7w/6TZzh8vo/q7W1Ub+1gs2Vhu67B5Ou2e47+yQDPizn2iwxv3fwG3rzxDowQGD8/w/nJOT47fobPj3fxzasbePfaplRzfnrvEEeTFOXGKrTVFmrE/Jc69ndHeETKVEzcdwmvWqJZd2StrN9Ge+MNaLmJyekBwuEpSj1CqYfQq01o1QZgrqLU1+X5yc7GsPMxtvQ9bBl7GBQreJLfxFHUxHTEYNgUo9kA4+kQl1ZHuLU1QtMN2RMpM+ZBcQH98iJWGlewsXIVenKOwdHfYzb8NeCn0PwUb19cxdcvrGH/foif/YdTPD+JUf9mE41vNrBSVLGS15CTztEd4HwwxtNxiOMoweVVD5dXfWSTFLNuLLpLpaajUmfIq4Bj5zjuAs9PAGYunSbgsr7UaqNirqBucw9IDWeIyeQUSUq91YFB87GpwzMYENXQGwL9uMTAyDGhyTAu4LGutF/iqFdgFOaCjCcZs7Omyzo9LLH/RBGYNWhuaQca1q6bWL+u+iXpPKHw2Dsj354bWYWwMHJLcft5CulU70sETJg2TOipLkvQ0Ryq2XS/MdrPDSCxXiVcC/AdDdUqeddMDFjojWz0xzZmUYhZNBOEZBRTkONwgWINJSBThCg+QFOMSxLmGymeEMHownQ4jMzEeSMiMPGJc26GTbjigSMDn3CIRZPuouuDMyS/VUXQIrib+F6mWRiTZHIuEycLkSMUs6UbQu4CCge0FJsoYmVRLsjloGEK7pE4s/E4FUGSXdV+3USlrh68ucnNiAOV9Ctv6mqTzUkkHX7EAvPBlTe5jD3JFF4yCkOqT4YXNt79ZXO9QHnIKMXQUGtUpCuZPcAss+dDPwdsdPJEEYVTbrTUQxj7gl3PkFRlrqVgZbRSgvgQXcIy6bgqMenrIgIsnZ5C2BdBjjcdtaFhglHqxVIDBXtjKTB5JgwKsRYFaN4jdBHHKDK5PtF/ynEk6JSc3VamJLOZiBIMrknnPcVqX5I8aZQhmRLfkMuwV5LB5PqWfLjhYD8T4ZeocDEwDDWaQ8QYwOOIXR5cvJlXZFjFtKhyo+qGBcP2RMgttBClEcPxVLqL7znfeyKgo26JuK+w0BTzKxyQNImyBlLi2Xhs8Hshrs+cy0qYpoyIN9SQjCUYikIG7nQ6snPFoswqyWwmtq+9XZF19ISJxRkGR4mYGsqkhO+wP8xAkhcI5xlSDrK5gWEPrFHC4ftWM2HXTRnoS89kWgiePR0Y8OulpC5XiDm9uiJOJA79+qczjI9DjI9nMGgQ8JQDfClUM7EgeGW7QGFzyFOi2QA6NRNbno9tN8DVzgVc6+zgUX+GXzw/xkf7JxgPJ7Leen8Nb397DVFEAXiE0+MZoimT+KmYNdKYqWoNjsdjkxteTVahWyjpwCrpREvkdWaangNqGXEwXU2xNiI+XKF7lhtD2YAsSVPkJvDAk80Z6QUZKpLUoiijHoKk95fvm5Zj0J1h0J0usHK2fL1qzZD3h2gKrimx4bHChVPw5zdeq/qymODhiiYxeicjnB1OcPI8xPlRvOjK5LnnicGEw2Il/uaIF9144v5zXRkARiEfJIjAnSNl8pMl8BTLfaZ9Vc+34NXzFHGsknqCW9N4kzGkw6TqESWYIZ1yGGkJiobB7sIgdYEdqjmmcQ7P0VHxVZcuH1qkO5mCXqjLuRdPEkHwmNw4asYigeQJUo9X1wvXq7jzzgqcqob7j06w97yLZs1Bs+rgtddrePvtOjw3x/NnZzg97MNjirtmodfVcXqsYTSg6YVpDuLTp2iuznDazXHWJYKVD+g0dthY61Sx1q4inU8xn0/x/9L2Xs2WnOe52NO5e+W4c5o8A2AAAiBAkRRFlZWqjqQ60oVd5Srp6ObYN/4zp+wLyz7Ht3a5yqUL67gsUTrHlMSIQBBpMMCEvWdm55VDr87druf91poZkLy0yXoLg409K3R//YX3SadPEzy+T+KPgYNrJVy/Wcbb3+3gm7/dxs//5QJ/9zdP8ehzH4s+7eBtfOcPG1J5KcUMEZ4+9vH5j6aIzlP8+R928ed/0IVmlqCbJXzw2RT//F4fP/9kgFkRY1ZEuLpewdX1MjptS0A6Wk6rRgEtbUiOWcDmYbNcFtt6zYyQFSHODxNcHMa4faOLt9/chFvJcT65xFl/hNNnBEpTFMz8zaiZ5F4xh01mpUIUcX66wMWJj722g7dv1PGNu5t47Z1b2Njfwv/01+9Jbd0u4Y3vd1CqFjh/fIFFb44//ta7+OPfehdZWcfEiPDs9Bj3P/pM8lOu3+xK5V6O3CvwwccT/NOPhvjlJ1NUKwaqFVqLZihbOd54tY3vf3cH3bqJB58/w8mTC+xfd7B33UVcUAmvYR5pmCyA4bTAo8exFJVdXGtDkmk4ngOSgpTV5+2bZdy+WcH16wb2doHNLQOGXYJul/D3/9CXon0omcV0zlgwHzwBdg9c7Bw46F8mOH4aIU5zNNY1VFq0E00xnySY9zTMLgh4La2RSF4w2Qcr4GU23NTGN7ZqePdKFW9fod13CZ31Mv7p0VP88PEz9BEiq+nI5RlTiqxoniOcL1nGJtc02rPzWaETBkvZ2rK4VnHNJYGEQAuLayetgzWDxJMMFc/AfruFg05bDh20i+ecYLkmSjUTzQ7tWgt8cf8IX3xxBNMiKNkQUs54HEiRxTqbk6lvI2UznPEXufDHpdFiGLEACszGJSEpTmlfrEAyafbrXBczOefx2ZemDR30Mx4QuQeicwlJTMq9hCpn7lUsowTL8Jb2UZlYOhMstRwCtiPM/ZE4CSwWSvEmmUOSzaga1HJmNIBqPUejk6FFC5x2HfV6ReItAiqjIwNpQrAbmMYpplGCWS/CrB9KY6tk6NjYKuH6qzWUmiY++EUPH354KYpSkgjFqlhTVm+2mcJm1ERCNwXeFzWWCHZ4NRNu1ZA/kyhUqpiSn8Kc4O5aCbUGx9oC/csArk3mdw2OU5Hvz43DIvaFPEbr/Tiein3PxloJjZqF2cTHdMJMZGUlrfG6uQ3YzAQqE0CjIEKRwhhR0j8bYjKNMQ0MBImNWruLequLeDZBMOyLnrpRb0jGccYmAZtW8QKIFwJ40cZfM5hhOpciyY37LTpXhdyDzPlMaMhC2t9yd22iu2WI60l3y0Wjo9xTmNNEu61nT6Z49GCAQX+xdH4pkGg2Ejiyh2AMAvf7hsVGYc7AAKnecYDLZyFaWzEO3khR7eaYT3QpZqESBGYz0LR4sLZRJATZashjR7I9VQ4mt+OMjOBGOUelrUlJwydLhXxBW30CwDx9GJqyC2TcQ0TFbTiSzNDOdo7WegGNsR9mhsFFiovjDHqqockojLqDvd0mdnebmAUx+pMAE1rO+yWxAR4OzjEcnGHzwMbWgQ3TS5BoZERQzeXA5T5FCGC0OjclXoPNkLxwhWA48weYzQeoeB00q5tiaczGVRqHOHl2KVVvZljbBDp0r6l3JEO6Pxij3x/DqRZwqkzGKeCTqBgWmE8zzKc5drYr2N6qCHzBdbpa6uLWzd/C3s5dPD1+imfHz3B49ASPD5+IorjVctFuu8smioXNzg3sbr4KLXcw7F9iMu0hNQbIzL44FSyE0b7AjKx9/rkHzPsMcdEl+4u23E6d7kzMcY/RaGTiDNKq13H/XogPP5gLAMwGNpt27U0dnQ3u3VTsCvf+pkkraB2LYIrFYoaD6zr2r+tY37DR6tAW3MQHPwTe/yegUmImcE2IboUWItd95NYYhjfH1ZstXL3RglPOJDc2A4kZipxBe+00dPHsfo7DT6mEq2BtZx3rWxWsd4dYWxuJ0oR1fh7h8ZNAnF06OxV0dyrP7RoXUx3TAVXLjGIhCYikpxGCbCy21k3mWVG4Kr7+ibge0fJ5Pk0wGUXIEwcluwWjqGHatzAdWJgNmfnOZyiXPTrnUGWXCvnMUlQiZBPUmwVuvtLA3rUKRgMfw8EC52cDnJ72Zd3fu1bG9oGHi5M5zk/mYrXG+BmSXE0fHcYAACAASURBVOoNT84uw16CYT9dZnmaCBaaZM5zTaazTrlCq01FaPInOkYXBmLfhW02YJlVIS7yeQyTIcK4J3nA7XUDnU0dlWaAcmMB163AcRoCAD++n6F/mqHmxaiVEsznBnyfqktDol54DcUSj+k/JDewKxJXoKVNUfdy3PJspnsDaKUBkHooGLiVVgFGCuVKdUbyB8khOc8Mcm4hCciGQZKLZivwlwrg54pWZQX9Qj34Mrj7dbXrb0Z1XzTfV03z3yxsXcFFv0lmtWw3fw0AXsJvy8+m/tZzb8fn//Z1AGwJSr6s2Fo26VU/WCkhpTEvQPlK2fsCBFj1B14GgJe95JXIaHkZnvuBvoALlrHEKwDuBYCsPjvBUzbcV1Kz3yw4+zr4vuyOvGRzvYIlVxilsjh9AdKvAOjnGOby8/7qu70AAvgePMIJEV2ZZi4/76plrdIL1ZlzqfTlPoYzLvs2AkaoLFxdbL244Y2WAE4Bi8ooglMC6MZwVgAwnV7yCEYeYrNqYqdhoe0BDTNC3YjgIoZTRLDyGGYaSx9unps49zP89LCPnx0OYNXqsKp1VBwTVYKH7GEs78jRcIbD0RxRyjMdnVnYL1kBP8vxsDxH8+cECQWcSNXe9TnYtAQsRCFb8PsuR+NLSK2yVlV5u6tYtZXdsgBb7M+RALQaxmJLqlTh7DkSBI5CnmGZrfxiiK3+LKo9nYSOlUp3ec9XoNTLD90qF3slOFyNc4W+Kdh2+feWA2tJCFFglfz3pQJY/n3pSy3qRhnHL80ES+BYyI2rZ4v7aFG/FSg4HxmMmaiiUyPxCxhNJ/DDBXa3N7G3w6zzCPFsrsg/NRfd9Tbeeu0u3n7tNTlPsqjaLtICgR/i6ckZnp2c4cHTUzx8ciogSafTEgDmojdAfziGbbL3ZqDqeFI8W+iMFrAsiWZh7NVKWctPSvIC9+dUL5PA6dqGEELZgxMgm2AT+1tFjnd+95qUZYWY9OkaN8Z4kGLGdAejBcNoLsl4Fkw+F9JXNET9TREOnTF0R9mnhuz1cp++tMx1HVvsdrleEwSmOo/EAbrtUJyTZDw3UQCgXBvDOBaCgRDNaZ27BID5OmIBy7xQy4ZrqZ4KAWCOS3nNKJJ/UgFM0K1SraCgsx4toZfzFK8NwSPaPzNLmO43VPm9UM4uUV0hBOQC6pEIwfE8oxMkIzOEU89zCIlMJDsoS2GqPVd2s3RG4ecIqDReLDBbBIjSDCEtpSP2yUIkkboGBARXcWMvrKhX41pZtotCnyNQCTFlL6Gsp5UgSo3rl6ZGeWZWLhnqOVjFAKnYsFXevOofP3egoPhILHPpQChmiGpfaTDeShOQj9BsxmjAIpM9qokC7771Ov7VH/we7uxtI330CMmjh3j/8THee3yCs3mAKc/VfGOjQEHhEeNeCCxIpJlSGzM3nZQbOrixfo3HJcq137Cer762iIiXsUcKMVXPvvxRnT3Y/10RCeTj6EoRzIgfApEiTOKcRwcGm1GRjsSjSQ/P4WZGchwV2cKmm5QmJJs05h5EKXdJruE9pail1WyhUa+pLHX2DzhOg0D2zTyPsVYKccZsGpZSu3OMCP6RJMjjRJHhpI9Hi/VIxkG1XkOlUYOR5dBpu0xlroj2lhnAjHwKQ1Gzyty/zFRnf1nGkcz/ShEs+wRaPxeZ9BmoAOfnEsGW4CaWkBx4FeMwRBKyR6Msn3VaW1c8mJ4DjX/2XHTbW1hrby2dGHJ5hgjgMoJPXQuSmwkuOzBJGBTCFXsJXHMJlC/XmIhnqkRcLcRGnorjMBLSBr8Hrxc3tbKTWnl+GzomsxlGk7Fcbz7bfL3ZxRjzi4n0Whl3KOTmgjGWIfLYRx750n8osUdHxXQUyT2gRTxfhw5LXqUq/en5yBfFcW6mKMwcJc5PXPdsCgwrMGtNGK0OrFZHREIly8W0mGGYDUVx3KTjVRDi3tEl7h1RqDVEHA9QclM0agY6DRO3dyu4vVtG78FU6sxs4LS9Dd+two5i2OxVl9altowc+3oM//IUjx4+xtHxE2y+vonN1zdwUDdwxSugzwJcPp1iwIi/Wo5prcCdrVu4s3Ub2VhH73CKs9MRPj57jI/PDvHmfhtv7bXF/e3BUR/DVIdz5QDO9ha06QLa1MezoxEePRqIM16jY0tMKo0f+Ki0tm6js3cXRWpgfPwE48tTzOIx5vEYm1dexdbBqzDNDpKgLMK5qjWX2kgfYT19hGeDHB+elfBw4mGUW5jBQbPWRrPaRtM+Rst8gKrZh2dGsI0Ml4sOLoIO1tbuYHf7NWgpiVg/xnjwKWJtjghzvHWlg7eudHF+FOC9H/dw1g/RvltD+/UajJkOfa7BiVO4nL+TBCdhhn5SYK1iols1odO9088Vlscxmmdwy7oI3uLCQJCaCLIMfh4JQaBe2Ue9soe6NUPdmkNPB0jjnjhY5UYVhVlFSgV/FGAypLMW4NMlYtOA1tagT1IYkxSDUYHLMV1kC8wWufQMSIpurRkY93JcHmdCntc0rVyYrobWnonmvrlkUDGrKxAA2J9Fag5j/4UMAhEEKzDSYjZgW4db15D7QL5QjV6SxqjEZHZVqZYvc50KuDYky5HWl1v7FuodB4uohEVcWgLAC8ziHPNEB52BC06SUQpTgGcbi0mKcT8SFS4VGFKuC91hBgSBYbUZSAXwy+AENuxAHfoyI0Zu5iQDS0i9ApkAp1GD26iJLVSa+sizUPzeZWIjm6kgM7FASIUfkXpHKWjZ9A0JtqhIJlEaV9smKk2yUagUyaBT2VcuUKoZqFL1WqINmFLz+b5iQbO5pfaYGvJQWzYtVU6EBGhQ5sk3XrKyhUHFzSUb2VwBheypCcOn0aqh0ayLupaAWpoxV8sXFhpBNipcRXlAmF4cG5hDQCubBIZFZYvKXeMcSUCS4OGol2EyXFngKEspgj2ioFk6TzhVHawsLJDOaYliSK6d4dqiWKWbw4v3JZMmUhZ+ijQktmNk1XNxiGlxqsUyfhyXTeY6bKOGSX+B0flM7Bdd5vZVmI9qSsmAI7PWNVCtedJ+vHiS4PxIfIEBvteSQEpgmeot2giKzeU4g+nYKDdK8pqGG0hGKL9Dxqa1SQC7QEpwjTmqE95/tRDRxrJSI3sdMv4yHvDcHJZHy0UFANM2cyYqSg3BAAj6gFbKoJfJKjahpbZY41Q9KktJxLCwdt3Cs88XePCzOeZ9NkjVhsPTbLiajQXzAZnVQEbd0vbbpeqIoiduzniSWKq6eI/S0EAaGGht6Wht6+huN9DdWUMca/j8w6d48OkZsNCEiuKWaI+schwFNFzwwVd2K0WpQFEpYFUKlKhMtIFGADQD4LvX7+K3b9zFcRTjvX4PH1yc4/K8j4vzPt75nW1883e2RQ33+MEIF2czyYikIjtaFIgCApYch2pnJsSCjBszWyrn5jEnAxRwSFqwDLHTIxBBEJ/NfHlGllkUnijMltad8nyYyCn7E8CBQHIibNZS2UFpeSgQ5QAPGEmKQW8m+dZC1kgL1BsWtvdo4WIhWTBfOMbpIMHZgAC/OuhR0ba93cDOdgPNdh3NdgOnz4b4/BdPcPx4iHCcI54VMvfwWa63GmitteGWaBupmlJkKk1nI7geG4ZVYXETNKe9KK2fQj+GRrCYVtgV/g4zLgiYhkL0mE2VrR/BKJJGmKezvl5Dp1mWzKBkEcIrKatTgj9RFoody2hKJm6GsseDKg+CULZFBHrY1E4NzMcB/HEoluVWocOkMpzZosxYzWIkWYyrrzbw9u9sotwycf/LMzx9OsDuTl3q4MDElSvcKMe4OJnI9a1Umfnh4ew0x9OjVCxB05gWORpKjTHKzRH8kAprYDzSxPoyDU3sbtSwt16F4TB/LsDFWYTHXxEktPHmm23cfb2Jzq4l9dN/HOEH/8cljh8GTDtAvWLgD/98B3/4Z7uShfvh/VMcfTnH4H6OWuriL//LPfyb/2oPj099PD5Z4CfvDfGTnw/x8f0J7A5gtTXc3qvhzi6jEKh49WVcdteqaDao2BoJa7varKO93pENp8+D7MzH8CTE4CTEretr+MYbO9CdFIdnx3h2MRDl82io8qVJzqEQ22T/ONOE9R/pNs4f+zh77OPu1Rb+6Pu7ePMbG2juNKB5Dv79v/8M/+F//hxXXnfxrT9qotYocPG4j0UvwB/91rv4o996B5MswLN5D6cnp7j46imy2QyvvXkg9XQ8wtPRCO99NMR775Ol52Nv38L+Pp09UlSsFHdvdfDdd3ZR90x8/sunePzVBTb3XGzse5Q8IjVdIUUcX4R4dhbgq68ifPVVKNn29TodFnJcXjB3MINXMsXO/fXXarj7Wh3XrmjY3MjQqGeK1TYq8IMfTPGDH8wwGHCtUPlxJDx4roHOOkEEQ9bZywseLguJW+C8Ph7GGI9iLDjfDjXQuYeHRgo61JoHdMwKulYV375Sw/dvVvH6vodhmmCQJvjJxQA/vRxgZqSwCQqajMQoxAqT8wptgQlcTEdsYCj1qyg9XOZo03aJag2Su1SeNokLjEcgy5zgL0FgKoS9Mi0xHbyyu45XdjaUNXKNxA5HDkUWCR4lrkMpfvjDz/H//PAe0pTOB1WxdO71FhiOmI2oAGdNmnzMZSZoShVUBrtEQDCGV+IepZB9D1WDecKmpAVLVCEkVsViS6tcPVY5Tqo551LNwaYBs8TDDONBgNkkges04NlN1Yzme9FWvs5s2hxROpIieDadcY60YTO7S7eWczdUwy9IUGkUAghtbpewd7COzY0W5nR2mAZC8pL8S3CJSuBnMWa9TGp8GmB8ssDmjoff+r0NbF8r4Re/vMRHH10imKUIxMLaoDGi7HlsM5bsTC1idyFHSstZEkvIyCe5p0zSUY5czwSUdT2g2rCxuc3cTA89qkIv5vCcBmqVLiqlJipeHZblYkGwMV6gKMYo8jE21jzsbTVQdm18/MmplCExFQZa601s7q7J+uNPxwhmzGtnfj1BdjZ6AgRRjnFgYR47cMp1yUPS+PrBFCXbRqvRgetUMJlGGDO2gvk4w6moqMsVDbaXw4/n8BNaBykOCb9vMAZin+A44xcMuGxGmcwGdXHtjoPN/QrqnTKqzQpmowyzUY5PPrrEh++d4uJ8IYA6M9jK7RoqrRoc5tfXSILjGhaKc4xnuCjprgDAvWchaus+tu8u4DXpKpSJ+p/q39mQFmhKKc0GdUHwN6khi20pJZdn94rkH2YmUXWvo9ZlM1E1POKFgYjqE4aMLSXd0qAwdHGrCZIZNNNHtROi0gpFXelVDfTPEnETKCINdddGq+pid7eK3d2a5PZNgwh+aCIIa5jNSFA6k9rct7CxZ8Mqx8gMXwA+W7Pg0LaKNusR7dYUAExFiWV7cr1WAHCntYmttSsouxVpLLGp9+D+Uzz48gna3URUr816Ca7ZRZF4ODsb4ex0iMa6icaGhcIuEOU5gphW0InU1mZFijYoi4kPz6rj2v5b2N16RVyS2Hj7+PMv8P6Hv8R40kfJoyqGu0+u4zqu77+OO9ffQbPZQa6niPMpRv4hhv5jjAehlB/GsldYBClGpxlGZ1SxmXBYZeZdmSjXc9TqERqNFOudJtbaLXz+6QLv/3yC8zMe6JRCc32XZANDGsaDS/bHlIKJzTE/GEldu2Xi6i0L3TVL7MeZ+/7hP5v48J+UOr1S9STDkHv/TAuQYALDXeCNb65JkTm+iKcIqOhNVDZtOHdFbXt5mOHsIW0nG9i7s4/13Sps7QiOdggzt6VOT1N8+TDA2M/RPXDRvUJQN5U5fjoocPkMCKYmXCqobRuZOUVmTeBVqbRgE4zNMrHmQU0IgY6sS73zEFpWRrO6BUdroXdioHdCkm2GxSyF6aTw6iksl8RYpQBOCP4GJNrE0Iw5Gq0C127XsbXj4dHDU7Efo91+EETorDu4dqeOvesVPLo/xKP7I7kv7XWg3rRRKnvQdQv9yxiDC64LJfkZY074M551W2se2muekJfCIJPndHxpIQ2YwdaA61Tl/EcScJgMECaXqHcSsVnfvWrBcCcwnAkMowxDr8u+7vgwkYx0z4xRsmL48zIWPp23eOYqQAOM5TEDWUTHqBRawmZlF8hcJHmArPABtwc4l9AKF3pWhZbXoOUVaEVVzkksgr+MjJEmOd0EMlr5sZjRzXlKKYAVHrQE/CSG6OX//SoQ+QI4+vXfUz9ZqW1fYFG/Djq+3I5evuJL+b0vfqJAqpeB6Zfb20tf6F9zy1WfmQSur//v5U7/C/BLqX6X1s6r5vdSTfwcIHvphV5WAT+3IX3pY/FnL9srr0CDF9/5uWZSfedf79g/vxZfd8hefZ/fcE+4V1k17YVY9ryF/9I9+frf+/pnVL+vVFkrgH2l7lySA56rxUUTpiwxpQFDZywFHKuGNFXmVADTGYKW/ToS/jeCPiQmEQDJE1hU9ZKwzdgH9jq0GFs1A3tNE203Q01foK77qGihFMFfjY4xSYFxrOF0nuGDpyN8+GwEs1KDWa6jXnbQ9AyUbRL8ElnDDkczHI5JSGMChAWdZPlfGRoC2jIPVRr6ZEiTaJkISMGSLFPJTFTWtZm4EqzIAwRHloDsEiQSgH8JsH6dYKButwJcVqALbVB55mEeuq2scxe0zn4BsnIsC1nQVPt/Nua5337+WiQVkPixJDQIQPHSGFiBWCqj9eXnSSkVhaTwnCSxHJArAFlAr+Uzwr+bqc+1AodX43p1DVb5oqJkFdSNAUDSHmSnR6xC+dnEgYZ+Ieyz0WJWbEwZb+Wi3qljc3sd33z9DSlx89KVcxf/LvsT/eFI6rOvHuPzLx9JE43OQPxcvcEQg+EEGQGJOEHNq6BRqaNaraDWrqFc57wbwF8VwbaZj9F4LvEOik3B+CtXHEiodiTAxc5f6C8QLhb4vX/9Ln7vz76FjRbgxJeIJn2cnU5weekj1btIjC5szYWj26QIwilsWLkle5YwZs8qgeHFqleV0d3DQBDQPpVRTxXUalxfaB1OdW4gABYtchdhAJ+RM7yXSxUf1X10prEIEGXsMRP4dVD2PLF/rVNNqemy1yGRVWx3l/nVvH8qViGW36VlLDfKKZ0GCV4tAdHpUkE4Gc8wGU8QLIKlrTLVuwoUV9m6PAZbqNdqogwdzCboTyeSLa6JnS2LewMHJc8TZbICT1WcF93y+F2G0ylGVCfT7ZAW6rSRXgLA/LzS404JUi2djF4i8iiCwpJ8sEyL5/O0+l3ZTkvG8a8rf5Xzg8pBF3856UuvcraX6t8l+Ke22uxF5zAY/0MHQsk1JuHFgkVCpKFjoReIuLZKZmqKVpV7nzJ+/7vfwn/9p/8KV1tt/Ox/+xv87H/9G/xCS/ELLUOQa3ATEyZt6ZYJsqGjgyVrFs8COaRHYuWF2Aiznq9Pzx/MlT22muNXmeaqub50MFjmBa9ygZ+7Qix5HxyH4q63suxWrtMiVFmtX3LvNd57ukV5Yg1dr9fQqNcV4E27+Od/h30ENbeunEZXGcIEPdttAsB1BfRTuLUIxLKc1sTlEseMp+zBNcYs2hL7RpCaylOlOFbqXo5zPrcc2+xR0S6a6t9qoyZzETX+BGgJAPN5WLk+CMmAGdcr8HepIufuiHMvQSx1viKZm9+LY1/Zh7NoNS0AMMuwZPr0mcG7WMhzyz5NqVZDfa2NcqOmcom9EhrVNuqV9hJAXYiiv7zMBU9J/ohJYuf3dcUFgM4x7EloBqM1CSIq1TAxHe4d6RrFOYPfn3MtxzLBYBKDSSAxTJ5ZLXH7YpF0MZ4zHohAbSS4yfD4HKNnF6jVK+istUUIxOinJF5gPhnCnw7h0NGMrgX8NKs5n/2gNEW5UkW5UkE4mWNydonFZIxUC5FpkYi1HF4cETk5MOpNON11eGtbAlq2am3M9BRDMMoPaOgWjCTFk8szqdnwBLPhMYMeodvsmxl461YNb96s4+zeGKf3xjg3W7hYO0BYrqMSL+ARD3K2MHe20EoirMVzjM9P8eDJEY7On+Hm2+u49fYGrjgZDhAhG8d4cpKi5+fQdgzoOzqu19dxo7aGoG/g5HGKZ6dzfHzxBB9fPMWrG2W8tlER2/uz/gyBWUb11iso711BeDFEeDHAs8NLHD66kAd4bbOMtS3GeqoM7cb2dbQPXpE+0+j4GMPzU/T8Pnr+AK/e/R28dvf7cFBHMMpooYd6ZS61Fj7EWvgID5+M8KMvFrg3tDAor8OvbuLW3mu4tfsarOg+iul78LRnaHgLlJ0AxwMPz/oeNndfx7Ubb8Pk9b74BKP+V5iFA8yDAV7ZqeHVnZqclT77bILhNEH3ehlr1yrwRwH8YYAqcqxJrJyGYWFgCh0Vi6XBZu8v17CYJBgOIgyHMYyyBYMCrooNr2IjTFP0J3MEiYlO9zba3TuoaBeo6JfwtD4crQ8dEYK8gTBvYMH85cUMw4tYSOyxrqFxx0H1wELaT5ANEowI/k4K9IaQGk6BxrqFxpqF+TDF6CyRaF7NtJzCdHTUtx3Ut10kfHioTqVlLsHfmECmpmxUC002KrKZZa4RU4ldQGc+r5mLSoggxGhExoYmjV+q0OQ1I4KI3PSw8clGIUEMNlcdCflO9VQqYG5WqjbOtBegrS0VD1ahHjRH11Fi/mpVh+dpYmkyD1jKHnAyyzCZJZgSCZ+ZMOb05MuFdUFVJJnL3CiRBc0SNghzPMgapm80TWfJzFTeFUp5xEM4WWxsRQq7i+xvNi/J5lagN8HA5hrVEw5mM1oKxCiMVCkOaLfqKEsUBnEbmQF/EYutHQ8QwmThFiKzoOUqG5c203mUUlqqvBu5AaRSxbWkCW2VAIvAKhmfsm+lfa0rLDfJvSs4CfI9VJOVALBkxYptEbcqapOgAtw5qZPhqthhkqVBJatYXyh75lUOANXXfD0y+WQdpUCtZsJh00PPYYpdErNvbeSMTyd7h5bSvNS2hoKWkSFtKiSMSNk78EBBdXCJMnhaWecw3ASmw8ZgAwbq8CcBZqO5hLizuUJglqqPNNIVIy5NxL632aD1s4neaYLeCVlWaqG2HGZMUXVOq2GOvQKjXoxxLxLwnE1MKuGZvch7Rju6hE1yR5OsMrEZJ1Cd04LCgW0y64aApMrPYW4hmT8mm/F2ilbHQrNtYeED/YtC2Br+KJOHz+F3rDJ7RxM1jmdZ2NkuYWPTRWxHSJwYvccRzu9FCOe5ZF6btgYzsaUS5r+SV+cWMGsmTI9K4hQarz2zs3niWJ1lSHgq6zDKGrYOatjarwkjfiGs/ghnh0P0jidLqzENFq2Al4lY0iChcqpuw67zGV3mdMumlQBVgVJYiOXA2/v7eGt/H0nNxYVd4FkS4PDomVjT3XlzA3fe2sB4EuKr+330LmfL8bZSYalmEseJZBMtM20NNpsLHvrUZohjiAp7qiojn7niOQpaPccS7igOyJZD6zoX1ZoLzeCzzgdMjV/Z1Ep+I3PZlFoAmYk8NVGkvG65jEvLM0UFTQIClRwEV3SDGaLMpy6kpmGKGec12SWTrGBiZ7eKnZ2asFNZAwJhtLw+9bGYxaBdPO2gLNdGucqcuKpYyGZZiDQLEdFaPQ5h2QSwXXm4lC0W1fgEdfk9qfZfSZuVoobTsGWQSagsqPl8+rNAWIcEpbudCuajGebjmWzw2aBms41AR6axmawhSDRUPB2NKoHwHJOJcg1wmCvs2pK7PRsGMMjq0i04msqL13IDPjdMUYjNqy5uv1VHpW3g/IyHpRC3b3dx+04H7TYE3CO4cfJ0gP7FBO31OjprdRwdBrh/j+AKyQBk9tIuNEBrc4GZD8x85gTr8H1dyAwNm2Wi3MxRalL1nMrCylyWt97cwSt31jBJJpjGE3z60xgf/udEcmAP9iFA9LW7XVy/28Xn93r42U9OEE9j7Dc93Npr4XvfvYXvfec2/u9/vI+/+8f7ePRkjBFtPMjyauvwWgbWawY2mJXKjNU0F7JNu2Oh0TDEMpNlV5i1URb1//GjEBfHMRplSG1tNbCz00ZcJHh6fo7z/hTzuQvfdxExWz1KYMQ5HBbV1rT8bniILnyElz5evX4Vv/u9d7Czu4b+rIfT/iX+/j89wQ/+8xE6ewauveEKmSSbxbCSHN96fR/vvrGHk36Me09pmT3G7Gkfbp7it//ohtR/+skz/KefPMVpb4aANnBGho01W6ruAnUHuLJdwZ1rTZQdHadPh7g8H8OtKQJY4VZR2DVcjnP88tMhPrs3xnCcYDBKZX7nAZxr0HTCtUnDwdUa9q/VsLdrYn/PRKuWo+zSFSHFyWmE05MIn3+RSdFWWvJlbA0lks7KGiq1ApVqgdEoFQA4CHOlaLUI0jKDt8BiCMwvNQSTAsmCLDzFWOLU+J3be/jOnT10vRw27XUSH6cBcBICCyeA74SYLKjYSoX8RfCOGafNpoNWy8HleYxnT0JRMzueJpnaRKlIkOJcRSsvWgjSWYCksXLVQYURDcs1mjEJXMM8C+g4BroOiTdAqQq4FRNOxZFmAfPjp/MCH7x/ivc/OIOmMwO9LHsYZlER3KCikWUYtD5zxMKM2UA8+NCmk9bytp7Cpg2oYaBs2nBJh4gMFKGO4SgQlifnAu4F2YwXhyky/5dWbpZF5q0r2ZBUnY3HIXJmteaOaoJmVK8xT1eHXdLgVjO4Nc5dyv7N5JzB16BN7RLYIEjN54dRHXTSqNYtVKuuMG7ZDGGEAHOfCExL3pxjQef+qyjByD3M+hEmFwuUKil2b+iod4HLfoJeL8FoSLAxwnxGiznuWVIUMR1lMuWIzOYCFWKiEOZpmh2FXA5Tmp3Jui/jrWKj3S6j1iAgwjU+Qhww95lMQjXPm4aJPFO2x6/frePu63U0ai4MzYI/Z+ZbD7/8vI/GegWNjSpSJKJsCOYLRLMQiR/L3oQEQctORcXLfWmil6R0WtpRwZFF0CnjpVNM4iJeWBgOYjlYpPMYqR/DhBl9KQAAIABJREFUtkiuyGGXSHoMkZqhqDd4xo9mgD8k/mFK/EerWcLOVgO7Ww1UGglK1QBxnmEyB8ZTYEIi4yjD+amP0+MZFnOOabKoLTjlMpxKWe4Hi8pF7nuYI++RrGZRLV/Ie1Y6C7SuzmBVIsxGwHSsYTrQMBnwGaBynHtcXlMPSVAShSQtoIWFLz1Y5ZvOdbG56aC16SiCwGyBeME1gb+vGOcsOrawGOURZyFg+nBqc3i1BRodE/WOieFlgfPjHMmcOU4aKqaBvf0a9vaqMi/PI1r+AaOxg+mUayrJajEaazmaazkML0RuLoSsqCU69JRKd7q9qL0GnyOnxDHtyRiihVMU+ahV2mjV11EuV+DQHUIr8OTwGE8OT1CrJeiuMSvPQTitwB9b6F3O0b+YY/Oah61rJRiVAomRIC5SiXUhkbRZ99BqeNKASBcJLM1Bq7qBRm1NGr6VRhlfPTrEx5/dR783RE5iaQZRjUm5XVTdddSYS9Uuodq0YZQSmKUYJ08vcPL0XNZ4biujMMfwLJQSt6KE+famuBwx0qDZjMUGem9rHXub67j3WYj3fjbDyXGIOCZRJ8UmAeA9xj3Qjkop/Nn85h43jAcI4yGu37Jx7baDeoNKJDo/GPj4Ry4+/jGb5DxnUVnNjN6J5MN2NhQhaGuvhM3dMpKCivwJolSdsZK0wLDHPT+5ojWYSRNuqYZKpyIOC/niCEXwBFXXRc110esVeHiUoD/JYVQL6FUCoyzajWuY9egwRPt/XRRMRjmRoqUZCRgWs+blHAWUCQpXDYx6KS5PUphaFRvdbXhWC2dHOU4Pma8+RxDMVKxSlaRUnn/LQFZGNDcQzgmU0DlLQ7UGuOUClpWI8pdFq2kC1J1NGzsHJaxte3h0f4pHX05FMby2xTVTZc4RwKH6d0hyqenCNDi3UVGugJW1LQfdTRfTETAZMWrLxGJChX4JnluHIwQkpXIgucJw5mitZ2KNvrGrIy0mSPIxDKMCy2xgPtNwcRIIkcDieb5gxEoTUdCURmZhhiiMF4cWulfQ6UrP6jCyNbHKpv07XVTg9AG3r9yqUtrYlKHlVWhFTcYP52zmEGcFFW4aMs4lmQdT82DqngKAOfjlnLEkWmskuaom74v//f8BAL8AJ1/gcC+Dm0sAmGdy6VOsrHqXn0qAXSXvWjWzV3DXy59bqSZ/FV19Yd/5teb/8x65mmtX1qDPG+FL0E4Z26rP//Lff579K59LvS13WJLfvlRRrsDkFQi3hFFXsO1vuO7P3SZf+p1fv07yLb+Gbb+wvn7xos/h4a+91ur7PRddM4d9ace2cpdaHoqXimW+v0AcChiSPFH2RqiaXak/OZ8vFeYa1R7sY63UwQSACwUCszOi0UmJ+9EIWh6hQxe+mo6Gk6NuBKibIbatBNtWLDbQRp5hEaXoL1KcTCPcu5xK6cw/dTw0ayV0qh7Kjon+dIz+ZIzzMMGZKKIKmFyjOOyXec6reyPN+qVikT09gqxyDs/z55mmzDelKlgULBGde4htKmUcSY7P76tYsi6fqeW9WRmtr/owq7P4ylqVPTESIwkYMDeVALCMH7m8SmkmylRLZbuSyBOFnNPVjVdudlTb2YhjBVjz86wUfOq3Xs6wfmnArFS+v4ocPX/0lwOaL7GSWi65F0rd/gJpWkaPqjHP/y9/P6dqmb0GEnqXn5lOcRnvv+zLCMYoAFhirSokaJex2VnHZmcDngk5I1RqZWXhWuOcSitUSzJpWYPJGJfjAS76A5ydsb8yhpbm0NIMpslMTpKX6LblwKuo/hjLZ/77dCFZvAtRrdGdiOM2RaNRQ6NRld8Ti+KUiiEfgb/AlVc3ceW1Lbz1ahfffrWNTrnAk8dPcXrcQ25uoDA2kUUG8kCDnhgw4cAsbCSaLqU5MTQnUqSDzBVi7WA4kGo2mRvflP4M9wrSP1zKTggEs3i2kvzTlCR1AqIx0oARdpEAZDXuTdmDoZqZjQ5annPs8rwUxUpNSedIk06TCgDmv5N4T9WezVxh7s/EMtpDmCRSBMipBKZqeGXNr7yBs6VNcwLPoRq7Ldmwh0eHODw6WrpceChMCxk/j6GEViQ9rBSxVHjz3MjPR/XvLAjl7zGXnM8liXac9RUwyOui8rKp2pf9rogX2JdVNu6qZ5Yq1TRLno1MnLJYzxX+oup8yU1BCBEK7XxuE63YFkvb9iVIrDFCR9lAc1xzblPJ3Pxl/pTnKjV15iINVqjtd7/9Dr777W/iulPG9jRC0Rvhxx99ip/88jMcG7kUiTMm++Ts//GcVmggvzMSh8ZlHjvfb/myiqQhBr/Lx3S1DrxQ9K/mn9V88Hx9WIpGVs4XHHf8CryuLHF2k/VsuX4qupBcsNXPFLhLtyyq55WqVrLQbUdcG0tU09v8mVIMi3WxQeV7JGrbMAwk+oRrqedR1OGq/qQQXlIZ4wRzK54roOgquoh9PFEAs+cQK0CZIhY6XpIIwTmRczeVp0p56MEpqXMCrx1BZTnfizOX4rqwl63UyUth2lJFzusW0XWSsZVyLbgG8nsTN1g22TmHCfhL8q6y/2cfguKoOMtQazRQbzbR7HTQXuvIfKZy1ImpKDcxnqPTJESekJBORTMxqAgJbdpdF165LC5m84CiE/aD6/BqDZQrdZQqdelDhAuKBBnDOcdsPkepzOxj9kx43uf9ZEtY5X3TrVR+znHK75imCJhZHywQTKdSMqdUK7InIwFmPqOLJQnRZ7JnYD+ZttHMDiYJYLV8pCThcD3yI+SzEHlEEiPVCAE8Rm4Rd+GzQjzG84BKFQaJKF4d9VIdedlFXOH+3IaXGdCSAsNgjsFihsTvI5kP4KcTzPIZrFKCuzc83L3h4vz+BGf3J+gbHQw7V5GWqqglI5QyHwM0MEAdpr+AN51gNuzjbNTDcDHC2+/s4a1v7qEdTFHr9zDpp3jQ83CeeKjsO6gcOLhRKnCzXMDva3j6xMCziwz3JgOpqw0DVxrEcxKZw/JSDdVrb6C0cxP5cIF8tMCTR0/w4MFjiZBltE93jT1PJVoqr+2gtn1FHBJiEm1mE4zjmdT1/Xdw4+Ad6ImNxXCOOJzB9Bjv1Md2fomdoofT8xgfHQJHfh2L1nUkravYrG1js7oFI/4SCD6Ei0NUnBEcbYQHR5rU3vVXcPsbb6JeLSGdDxHOephMjzGZHKNh0ZEFmM2A0x6jPulyVEJno4xAXN982GmIShqBUgO2hRJbQ8V1xHmT+dRmnsKfJBj1E/R7CaaJgWmsXMosm7lxJISlsLwSNnZfwebuq7CSC9jxOSpGD1W7D6MI0JuW0J+UpEdYrmoY9wKcPp6LG2z1ioPylo1sniL3U4yHdDLNcNErJGZ3MNHQ2fPQ3S9heBbh/HCBxTSF5npmYdgGqhslVDfKGPVmGPfnYmvMsxI3Ym5Th9sywM9qm5pkhtkG2bQmFpnyc9/oZFjvpDg7T3D4NIU/5cLvwsxdUcwlAVmRS48ImUCp4i1QrRuoNUzJ6DRqBmLdQEjQhxOUQeuETFnm6Bk2Wzb2mae27mC9a6JZA07OJzg5m2AwNTGYOTjvFzi7jHF2HgPMqRrzIZdoLlkkaA1Ahl65XkJFGvRs4pJ1KGG6YktDGyo2blf7O5UPQ9BEgX8coGzmMLODNsn8qwSdupsVtNepZmYmFHPYInG75yRIBTWbWK7mwdM8sWEh41G0sdx4k+FhqMM4wUQqr9Mw5qyr5Ney2dVQb5alSk0NbkMxpzPmARPAElYtc6zCZZYWwV8yyJT9HxUgq0y/5yESy02p2ierQ46sBGSouLSVptUx6dnq5WeTFNMhN1LLHBdmHtYcqVIlQ6VCi102RZh5pWM2jcUS22JTknmj7F+OmKXOFYevyy+gzuRUOKxfZbg5M31DaARj86bkTnFC5waUiwGp3byPjEwJZ7TgZL5dqtTlbYJnOoa9VErYqhlVHy4qbT48bLTm0iTtnfjonSzEHpz2esynFItQbjYiVY5LwJgNTxdmqQSrXJaxzyadstcMEcwW6J/7mI0XMAw2QTNcvVbD1es1ySU9Pkol03c6ofotEsUTm2VxkGM2yFB2Hbz2WhtXrtVweDHE4cUA09MM/ikVroBOl0mmzfsOQItcqm3cFGZNg9tyYJYNGStpFAPTHKDiSsYD2fUayvtA+QC4cn0LV25soXcU4/MfD3Hy5QzRNJIGNMqalB7kMOY8cNJe3YBZNlHdraCyWxawgfcgmiaIRwXSaQE9TGFEGe5sNaVaV7vw9juI6zY+++IrfP7FA+xe70pd9ue499k5BoM5yjU2/ZTkl3uNKKZVCQ8gHIb8uQn2hFi07iaJhASCUoN5nLq4ASwmVHItXQl432glUTHQ7pbRWasgl7wvZpXlQmjgYh2FGWLm4CxzuBczYD6BUgmyV1zo2L3Vwc7NNlprJpptDVHs4+Ksh/7FDLOhUi7RyiM3aX1C8FqNk529Mnb3y5L1TLBpPtIx7tHqMsNiMZe8Ga9ahstizgQ7m8iwCGhz5Mvcw4YwD4Vk2An/UfaaK3stRajgpjQIYvjMl4kzlB1HxhAP0twk8WA36I3l7+/tt7C+RgbTQIqLrcQ8EdwhsYekDOYX6swr1gSgZObw+RnBkwzNjic1ZX5lPxAmuSi82DjkBtLQMZotMJ4FaGxq2LltihIzXBQCDr/9zjbefmcLtsUGy0IswZ88vsDl2Qg7B13s7Hfw5f0JfvF+T7IxF74FTTexeZBh80qOCcF2gu6BgZg5kaEO3Y9g+DFamzbaWw5ML0OhR+iuVfDOmzdw88YWPvrikdTjTyw8/biCsm3j29/T8Oa7BnSvBs2r4YN/usA//1/HcoD9sz/u4L/4/i52Dt7E7sGb+Hf//Q/w7/6Hf4AfTrG5bWNj1xFlc6VlwckjsWajYwLZPZxv2PSuNxThB1aGgmxVR0f/Avj4xwmOPsvx1psu3nzTRa1ehsNskiDGyUUfveECcVpFktVwcTnF5eUMuh/Di3NUaO2/X0btoAxv7qPk+3jl5tv41nf+BG65jZ+99zO894sP8cWTPr446sOlne46hCDVdBx0yg5u3nBw47qD+w8zvP9RgvPDCNlFgE7Jwp/8xSv4k798Bf/jf7iHv/5f7kF3Q9x41cKN2xZaVQctWniXDLTKJro1Zo3QTqvAYk5r0AhhESPIYxROC1qpi2dnOf7hH4/xk5+e8WGSijlPT8ShVsYegdB3vrOOd76zgXotQqNOa/EUWZBiNozx6OEMjx7NMZ47mMyp/jGkiUKFaa0OVDlX07XCTDAYJLi4SDGdMl9RWfruX7WkAqrGzzTM+hn8UYJwRmamchj4qz95A3/1p29gMhniF58+wAf3n+LRzMLjmYXrNzRcv6FjfB7hq48XGI8yVNdt1DYcbO942N52cfjIx71PmPuYornmoNrielcsVVPMPCOQl6PWoPJKQ6NloclqdtBqdQUQFdJLFKOYDlFMR3CqEdxaDI9283ULGUz0egbOL4Avvohw714I27Mln5Y2MqZHpZjKd6QVrUk7KsuWPJ6U/XHS2ST7V4MRRTDiCGslB5u1MjqOh2ikST06muLR0QwZwbsW7Wl4mKXVvWpsciIplapiu8q8+f5whuGQ9my5lFxTvhknHBOwKwbW9stY36cCjPNZIQdD1yJxigckZZ8owDGHCA/HnisHsTiN5MDLgx+ZvzEPx0Gg8pHI6K830W2todPsYkFL1aGPJBlDdwYwHB82bUfdCs7PfJyfL9DvzTEazTFmpu64QDSWlUWs6YQFbJKByyzPWIBZs8Scal5LpSazyeouM3PclZx4y87QOwtw+jTAwudhWO2ROZM7GvAXf3EXf/kXr0s258V5jMOjBT76YopffjHF7q0udm93cXp+io8//ATPHp8inQJFqKG9wQwcB/W2hlqb2Tg2rGoDZpmAMZUkGQyNIyLDYpyhf8JKRcnaP0+hxWy2MQONgGoChwBelUUChjJCWYyB2SXgmg6u3Wrgxq0W3nxzRypOaDt9ioePhvj0Mx8ffzLHeJJiNFF5OXwN7j/JchWLR2btWlS0m0gLxhgwwkFleNLmn+UYDhzDhdsMUFqfQHNCLKYG/AltiCBgnEFbboc5WbRyNhFMCeowH9UVay8FHvBPJGTZ6O6W0d2toN+bYtCbCgBcJA500M1DOXrQoo97erpSMLIERgDdG8Euz9DdtqUIPl+e6QhGORCmMNMMBwc17B/UhF63SJmhzPMMgXATrl0RxbVbWcCtLsRWurADtb9f5MgIoM0LAfxpJ8o9JAmu3Q0HzQ7zEFUTmq/juTVUq8yxc8QJ4ezkDKfHZ/DcBLUqbZx1XDwx0TvWMRooIsO1uzVce70Ot10gc0NkRoKI8R5JIZl9YidGsCHRRODID0Hly9b+htTTk3N8+fAIZycTsfr1xzk6NUfKn/JwGokF4sH1Texf28Tm/jq2Dtbx5Rdf4qsvvpTMJh6M+H6DszmGZ76oVoNpLnEplaaFRktDqx1jrQvcuLKD6wc7+OKzGO//1MeTJ3PMF8y1DrC5xxxlHYNLC6dPGItDy2FHXH+SrI8kG+DaLRfXb3soV7hDzDAf6/j8ZxV8/vMq2tsOOtsugnCMXu8UthvhtTfauPlKHabDfU2BIJnCj8Yyx4qLTGbh5FmA46cBNloHuLJ9E6VKBRFIvJti0X+CYPAU680S1lsljMY6jp4BFzxIxwuM4wC719gsoHOCgWRuYtYHzo9jDC9TlNoWSi0TXoWNNjo80ClIuXl4Zf4sw/C8wPlTPn917O3soFpq4clXMZ4+SBBGPbFS1p0IdoVkCgtG3pXy6VQ0ydEkYWOvAdfTMBoNJMdwNp1JLnejU6CzCXS3TbTXma1u4fGXPh7d99HqaHK9S2WSDbmfBcZDRe7IU0eIPGzCk2jIs+/Gro3NPQe9Ux29M6qTLSFZaHkJJbcO2y5jPl9IM7xcz1BrZehuQaq9QcLWRMo0KrCtJsIAGAymmI19cV/QuD+O15ElG0hJVMYEKVQDlEVCI3sNZt6Eka0LyCv2tHyWnSHgDFQmohAZPCCvAUVNQHcWgeK08NW5OHZRpCWYWhmmXlbZ4VwZxSd3mYUooN3/FwDw0nxXsMrfDCCvGs8rFerScPLr0LOmziskZovgSUA7RYLhmU5I3AIdvNS4f+kVVsrelz0+V2Aa59NV818+5dIOepX7u7J+fP45v2aVq9wy1JnthX306nVWP//V12Ujm++zspxd0syfq4V/8zV4War6m6/lSynOCpp+KQv5xfX9FXz5pfvyPAdWfoVWLZEiwS/tnZWmT+1V5HrT/nhpmazWJaXyVxnBy26RiAwyERqkuXIRk/0O9xvLV1IaO9WPStIISRKi5hZoloCqk6FmxmjaMe54Ge5wLWW0k1ZgTmXN1MfJZIGjiY+j6QI5BQyGgXajivV2AyXXwuHpKY7OTjGCgbFmSk67GWbQ6D63tPZU0R8ET9U5lOoqUW1ZPH9xU0ORDcmoaj9GoIwEHpKuuc8lILjKJKXbFBvrKpNT2TQLLrb8li/GqXIoE8c6UdJxb6g+g4C7y3Wb/SdarTLKQREQSYyjyssShSSL53dpJxq6qC3LlZL8nH01+W9LQb8MCbHDXX6eJVahBsyyXv7Z6uerYfPyl3jx8L70ggobE0Xg6vuuXo/7AIpMLFNAFyNVhA7SbAhjLTkECgAWUKIA487ZU6AWhe6CNYpdHB3rW2tY293C7sEu9re3cbCzjWajhmazji+fHOJHH76Pj+99ieMnPZyfDJfqSJUhGxHL4ZzqUrCgo9tuodNqYTEPMRlT8ab6LiSzh8tMzFa7BRb3EAL+hxEWMx+L+QKFk6JwM/zJ77+C/+4vv4e71xp4eP9zPH18BM3agWbuYDEiSJAIWcoARSkOCodlA3YEzWYuogYzJ+kvx/HJMY5Pj9HpdNDpdsUFiX0Q2tzyXMOohTiNEWeJgFq0guaYW9nM+9MpWNVyGc1GUwCzZBGIdTKtWfn5p6MxRsORDAcCOuzBEPxlBujK1rZea8gZrd3qoFavC2hF0JYqXoLAiyiQ91Yqds6Hy+gnRkxQZefa2Nwk+a6Cjz/8CB9/8AvkBPzKFQGAI2bZvpSHblFgwedmCZvyO4VJKnnOjKUzHcaK1dBqNOE5jAVT4O0KnF2BvXxOqbKkWnTV017lbr/4J4n6KRYRgXN1HZV1rgKTnz8GL0+3L7tMLG2iBeYlQEz1J2MYKdASMY96AEhwiKmWpy03j4T8ctQzuMC//W/+Df7tf/tXMD95hMO//t/x4J/fx79EkVTEKD323Tm3EvzNTZipBT0zBWNgoEemJxJdxp7tyuve0Wn/zX9VqdWKpPNinZKZ9iVFq5oLXhCkVmugsq9XPUnOdVyvVF6wmmfoMiB3fEl+kTmKJTbpihi1up7sMXAObFQZgeaiWi5JZnCp5AlQWC1XhEwR8J7N55jPVR71ah0rS75wSZGMUMCxTJTpVOmS4L2c3iQWUkmRpS9IYU6mlKg8BxEsJggrpAlmDjOuxLaEDMEeOudqAtH8Xox14yvJnM5D/vPJUcG7nE7ZnyVJRN1ZtUawUSx9y+X7OqYtluscX7S5j9IEObPATRP7V6/i4No1bGxuYn19HdVKVay8CTfQSTGKqSCnkClFMJ9iMuxjMuwhjgIputVUqjVEaS55q4s4Q3N9C62NbYlIqrfWZCz7U19yf4fDIYajEdbW16W4PkkOfcL3UKSe1fNEYJnKZPYCgjiSoisj1VQOM9ZNG2lIK2eeO/t49PgQjw8PRfiyiNnTr2F9kyTamuSf26aFwcUlhpeX0OMcZViwOSByH1rho2xkKDN6SyIwC7Gdj00DqWWiYpdQsUpwu2tw19dh2RVoxEsSHbEBJBQ6xDPoyRyDcIDjxQUSa47b13Tcua7j7Kspzr+aYqx3MWvdAC1YW9kFyukAJ5GN48hGOJwi7Q3h+1PM0gVSM8H3v3UD33/3BqyTMyRfPsTJWY7PZms4Q0cUr+vXKrhpn+Kmc4bZADh6VsazgYkHYYQHUYR1N8GGm8Dm84kEVq2FysHbKG+9CpNCtnmOw4df4v4XnyBPx+h2Sa63JX6GebZ2qwtvbV2IN5aM0RR+EcNHjN3mq9htvYqCjkSDHhaLPkL7GJF9jCtmgCtWiNHIwsOzMi6zLeRb3wDWXkUlL6GcedDTL4HkY9h4AM84h56e4tNPI6mrr93EG999HVubm/DykuyThv2vMOo/wGIwlQoTB5Feg2aV0K6xygjMKUJzhiKcQZ9OoaUhtEoGowwZ23zGGQmiFYE6Y/fYO8rwpAc8uZSvJ0+S5+mCgbbW6ti9cRd7N19HMT9DMT9HzbxEt9yDXvg4OjHx5MTC3vWa1Gwwx7P7l+L+5G25cLu2NPxIAJn0lePS+XmOs0ugN9axdauGzZs1XDxd4OjeVHqtmmU5BZUzTtOE3WQGI7M5iWYbcExHmHeaU0iRuWiQmSrqXIKiGmJyao0CtQpLqQYGzGykFZrkotBsQHWQCLxyQ8EZTPJoCLZ6ubK7WgZ9K7WtAj6YYyl5tBpNADU0Sjo6NQ2bXR0H+zp2tnTJz2QlsBCDFpQ5xn6MwSTC6CLH+JJWaZk0s+aTHItZLpsSNvZs1xJLSAJEnCjJlCL7kRaRZG6v7Gr4g0In04ZPH1WsXORiJHkkGxNmwnplU3Lj3DLt6ZSyRdIPNLKycsnnTEOqOE1YiSWbmUTQPdomLP3sc1MUwGmhmDOS48eFVPnYyIGD6l/ahNoEJavMqH0BgMosnS8PWnx9Lu7J0v4jUbaPVBsb/C6S9ULVyouDr1L9LCf8nEC4LnlQBEB5qKFikIxPbvhlX82Fj6u7aUGTSS8XoIcHcz7Qgdj7KtBN7pOz5F9xONC3XEBUMhLJZqdqRYdbYSZUIdc358Eqc6HRAowgYExWEIEklbshFl85FZAqq5lRr9wCcMM6H6eYjVMYLqTYOHdLZJpyh82FMsV8TovsGKZboFyn8kophfk80P6MearcJJa4EDsWEjaoyUjlZy+Y+ZDDszPEixjjCwLBMTyXDzSBCuZt2SDASBCIWW1ksTO7jhkSLDanuIGr1Wzcut0R9eiXDwf48kFfwM1kzjO/BsNj6chDC0VkLlXlbFTrksGn2brKB2HWw7RAMeXYURbptHPefq2CrVcryBITaWJi8CzE+Vc+xqch0jCV3GzZqVlKAy5sVo4FuWdUdTlwSrba3PCwQNtTiTkqxPrFzDJ0yECue1jba6B9UEd5rYTBZI7BeA6dFm8e7V99HD2cChBOG0avwmutWLDc6HCTTfUahzHva0zQaMoxww03GTLMMKa6hpbaCgC2NVMsGDkOqeSmOtgt815bolAgm4uKeI4xjuyUjEmCv2EuikSd2WA61Vqc8dRmtdp2UGszn0HNDWTqCVN2TkBCRxLy3tEGPRWLVrdKBYxqYlYqDvx+LNbdBEHjWGVQUtFHS1eylHnoWB1QRYkgTNdUNia8F2youiW+P1lqL5iHvEbyHJClR5v7ZUYcQVg2JVfWLHykqRbmz2tVB+WSiflkgvl4KuQV2lLyCV7w+vCZYoNUt9CoA60GAfcCvcsCsxlJICqjMvEzaXQbVMUzN5LKOblREEty2kPW13WsXzPRXLPhmS6qJQ+3X6ni9qtVRAtaSc4xHTNfmWqyENsHdezsN3B4OMPnn43w9ChGv2cgjDSs7Rbo7tKCkM8iCSUE9zTJhkuGGZJhimrLRK1toL0JrO0Ce1cquH1rH1ubXfzoZ4f48U+PcPKVhsvHDjotD3/wp1W8+70KHj4q8OhRjtnZCMFlH9d2mvj937uL23f28OQslvqXfznEj/75MQw3wuY+G9amur9VG6k/Rzqfo1bTRSnTbJooUXXq0HY1ksp50HVd9C8LfPrjAM/uxfj+7zbxu7/bEICOmQwXvRCHTyY4u2ROu4UkszFSXPMrAAAgAElEQVQeRZiMI1QMoF0y0OR8WNeg1zVUxgmqowR3734L3/7Dfw14dfzHv/sH/MMP/wWDuY/+3Mf2gYurtyuSQeplBSqGjls31nHzxhp+/PM+/uPfH2M2CHGl62J/08X6zbLU3/6fF/jbvz3H+raJd79bwRtvleRgyuLKymrXbWx2q2LP07ucYjReoNSy4TUdPD0z8OBQx+llhvO+j/44FHaqbplie31xuMB8xPENsVT/3u938dt/0IXrxVKLSYRJP8blcYRHX4V4+FUEp+rCrtKrlExoLjh0EElh6ClCaURlmM9Zy/WVa3NhYGPDxsamI5EKtF332ezuKeXkrRubuHl9A3sNHXtNA/3xBIfnQzAvzbcs+BbzXmJU6sygNTC8dODPNLHt0awEzXUbzXULg7MIZ0dkxFMtynlMKZxpFc01xnZMtDo2tnZdrG86YoFdr9sY9WOMBgn8aS7zA9X2a40E3UYqGe3lOhtEGcI0wXiS4/RYw/kZMF3kmPoZvDI/nyNAB3TaqNERQ4GVbOLEZIaveF5i0cR1FnAyHU6mwcsNKTsxJM4gmmrojUJcjiNkVBFXyaotUK8CFQrQEu4n+E/O/7bkOc+moTic8NBGQIg29qUqmxVUO6RCpGptlNFcLyGjqiCMkcXMDYbcfxKy6PihGoWFrC1e3YNu6wiSUEDgkquj5PH3OC/Gko+bzA3koSlANCuOaJEVIcsDaIaPUjnH3pUu9g7WcPS4j8PHfaXQdywBEf1JKOS66SiVmA6xbmSOEtWaVHGTAGan0FhUJ4DMaFrG0SaLdq/MVVdWrdxbUDE381OZo28clHHjShl3btVx53YNc1/Hs9MUpxcFwsJGCAvVpotK08F0EuDs+P/l7D2bJMvOM7HnepPeVlWWa989FgNwAAIECIIUSC6JJZfaVShCXH3Rn1Loi0KM0EoKrVY0y+XSyRAkCEM4jm9fVV2+Kr27/l7F857MnsYIYmxoOk70dHV1Vua9555z3vdxE4yup4iCBeJgucrISlHraGhuUlVJa68KssJHGGdCkHLotEPXF7KcFzniZYE0gOzFcgZi1EEWIU2XiOMFZnEsmcnCQhe1p4WKa6NcpjLVEGJfxa2j7NSlEJxOh+iP+exmuBqmmNJJZ5bIWY/ziK9RKTsolWwYJEJatuQLSqY0bVcRCiAqiogig2uW4ZhlePUQXodZvKGolsOFicFFhv5lBsemYhKwaM+aMOS2sgJ1XGkyCwM+jLFcRLIXb98uoXenjPOTqVxD5nEXiQm9sOBJ5psnqnOeueWYKAoE5ueMoNkTtLc1dHoEuxyES09cWZaDBeJJgBs3Srhxo4wojzALmQHM6AEby6UD2/LgWB7ccgCvskRhBki0pZzhucaQ5ML5lOdrAiX3cR21utozSBbgoN1ujapcWmf7BM0hCoAwWL7M8JoPgcGpgTHdC2YJgnmKW2+XcevtCtxmjsyNhIBGMC/LVfSKOo+pmB5bM1Cp2AIwN7tlNLoVXFxMcHTUx/nJAsMLFog5uh0L3bYNyyDY7gkTn2sZYxl2bmxge38Tg8EF+v0LjGhLKFZuCbLAkEFCKQcbgSQ+uX6CZjPGRqfAm/du4c37t/GD74zwl396ioOjmdQPrCO3di1s7dq4Ojdw/IxuSpbUGY5Li7g+MvRx73Uf997wxWUnDlJRCz/8cRkPf1RBqZPC76Qw7RC6vkS9Ady9XxXy3XAYYDRaItcDwA5XLjBs6lmIlgbCpY6qu4Nm6aacKS6uLjCbXaPkzlFyZ6j5Jmol5qvz+eXamGMYBBgFAfZvOdi77YARI2B20yzD5TlzwfkA8lyuVNC1prKPF/WaQRcZAsIJwrmP5bgM1yqj3SoLCejZRwGefbyEaS1h2srODRLlYqBgzm3qvcwApgVgo1ES69DZjK4hbBrS+nmJSjNBoxsLEFxpsG7TcHoU4+wwEiJjb5f3VsNymUpdQ9tN2uNPx4UM2tRKbekZqDQLVBu059YxZPZvoEi0Oq08zQoM3VOK9mSBZtfCxraDcp01XgjdWq1lOR2ZSvD9msQG9K8ncv5LpgWSCcvZLop8Q0X66SEKnU34RAaj/jg05vvGLQFwxV0PnD9TaM5EOg+0zqS9c5HR1agi4C/Bf2YFZ5ivAGAPeeLDADOySy/XJuUqwExUNrP/0xXAPwsnftpoVk3lVwHgzyJJn0WPXvnzZ8S6VNUoNwU+46uopZxg9dq9i1Ais/+UnefLV5L/XdXYcjjnULqszwLAqrn9aR4w5+qr/63/bg0WSw7kqsaQn/IZAHj979dfXwPKbKizsc4/KxAxlh4Q662fD9K+Cvx+9pr97N8JYCGd3JUwetWYVt/16fe+0upf/c3q715aRvOFYhSFIq8TrOX1Uk5pCrblWUDyb8VLUvVJlEpOsavW915Aaall+aNU7qfU04SW2Vti74EtdPZZNA0xBRRZJr0T16QtdAZXi1DSY2zbOXp2joqlo2STvJFgspxjvJjhejbF1WyKStkXtWGt5KPiMVc+x6OjUzx6cYql4yNwSqL2cpidulIZyr2nHaaAF8ztNcVGWVRwVOQKmdgRoEkUlqvcUdoPy3mQ52yq46jwEktmRcgXlZ3YzbLvxNgmlRm5VhjK3wvwrO68HOnpcMQ6QWfUWiLzQ0SSBActZr0ybotziGspI0iomGO9ROWVypVmFBLBFYJfBIC5968BaDqfyL1a2T2ruaumjGQUixMAo1E+46e+dllfByq/MqPW80meEf5SYnB59Ng/fOm+xi8RoCEBgu+VP0O16GSsVdgGHfJ4WJElSeVtMmqJ+IPD3qzJeLCygAtUyNZqNdTrtHUmiczHbDnHVb+P0WQmbljLgERqBS7N5wFms6X06hqdEmpNTxx12MMM6PK4iKRHyN4L71OcU62XSM+LZxWxBOYaRJA/yaQ/keoxUi3GN752B7//r97FO6+3EEwvEM4HKNI6iqyBg0djPP7wCsN+hLgwkWk2So2q2L6adg6DjhWibKUNso7JdCKjRpVgnSQjS2IGVY+RNuVUBPOeq0gLuc7s18jaosm8Yf+LanE6n0kfawV0sQbJJB9VKfJEvSlW5YXYpXOslbK0l6VFs6imaQ9r20jkGc0F+JUMYtrxkhTKjFLXFtA3ixmzN4drm9jc6KBereLkgPFfL5CRaOr5SA0KpjKp0UQJz7kv9t9UZKo+LwG4JeuaKIFuuTKYg1ot+aIgfem4IOsUHQgoQFDnZOYHC2FDniP1mV4qgUUdnIqldEg3OebOinJYKanFnvfl88p1Tf1ZKWGVo45kg0vflYRUlekrYLQ456l5v57+opq1AcMH6i0fb752D289uIc3Sm0Z548P8MPv/hAPD47wNMvxlAA0iTOSi05cUYcmQjBFMF157SsnTzMXAHidzyu4gswG9g9XDhmrvU1cCuS6rpwKVtbPn+6Uaq9Yuz5wPXzV5WINAKsMcmWR8SkArNYpWUfXfXP5OXzO1Ws6FvvEjB9SubgkQgtR1WPf0RARheqpq76eItwkkn/LIesFuDes6jf2lVYxciQucPBeCYjL/GmdQj3+PKrMlWCEWAOtl18CwCsAm/sCPxL3Y+bUm7SW5vvnPRXSmfIJVYA/owUyRLzX64siC7g6Z3A/EKX9SpxFZS17P7bnodHtoLnRRWdzE52NTbFFpjqaPUtZdOTeM6bPWKl9A6RRiIzvm7009gAyRll5cP2VAjiMwSQnp1SFXSb5z4fl0j0qR7KMRVnN6DWSIui2yIxvfiBiCGuba+Ydz2YzGSbtpT0XDp8z34Nd8pRDok73NF5XZpkDOYVKiwBXV9e4vLrCeDbFeD6THgOt67kmSA65aWLcH2Dc7yMJE+EXEj+zjRSOkcDMY1g5RX6RiCOlZ+Mo5qPDngjXhXIZVq0C2/LhMMYEDlLHQ+q4MNMARhZglobos+Y3U2xtaNjc0LDsR1gMYix0D0sqic0CPhWlyRDDooZBXkNOVlBA4cQQV+MLzKMBvvlLt/HrX72D/Ogc0w+f4fmFhveCbZzqG9jYrWNjr463S2cyhqcLfPRxjMPLDJe2hgsH2K652K5xf1lguhggNT04vbfhdl6DnfgyhoNrXF2fIstmKHkZfI8kOBdx4iHKLIQZlfI2mow3dHXMkqmMjtNBx2mLIvv68gzzYIiiHsq4XzJkzIMaDodtDLJN5PVdFIzZISk+Zh/zEJbxGL55hLJ1Dau4xMcf8TMs0N7fxP7ru9jobKBhNMFqIVoeIFweYDkKsBwHCBIDS7jINBee6ctYaCHmtOimAyjLNo2ij4WqSwWxtEX8YBokvGYIliqi8XJeyJDzVJrCNtlroxC2hPbOnox4eiWj5c+x1wqk//rwEwpBgEbPRaPnoOQU8BiPmaQYzlOMl3QvtZXLKDO+0xTXVzGeHcY4OElR3fFR3fUxvoxxfRQgoAJY10r0b4Dmp5JNKlkfZJCI7L0iNgLME4kJV8vgIYC2MqvNgFlHJjFABWqlBFYCdThjFUdLRjbWyO4mWMOsLC7stN4jCy7VQ2R6JM29dGbKxORBQ2R1AkbRPpJWGQ4cPYNnhOi2Ujx4oOPBfR0371Rx804Ffs2BXXEk5zfKY8yTCM9fhDg4DnHwNMLhkwjnxxmGl8BsrGzl+ItKRFpjkSFDJhwXORHByrmNFnW0qabHKptrBKQSJPMUhc084QKluotKwwdzlFlAMH9orXChMof5nnGYY04V24wqzgKaAHvMmqPlIJuOKlNZWH+RBtOnuodNXUMWSQGBWGi8HLRqdGF6JSRxjuU0kObmWkn7Mttnle+j2GJcbJU9Ba1HuKgyb5cHgbV7E9nfBL4lN1ZIQIaAfwSucj1GzpxdT+Ud0xaZ8nXaYccRrVQMaAyXz3JEy1QsuGkZqJhQn1r0Eow1fdpBk33kie2DX0pFPUzQihZ6tCNTqt5MqRlUZJMqOl/6lShwkqNWr6LZaMjhYzyaS14p82tpE+w0czhN5vgS+CZDQkc4SRBNyEwi45KZBKppU66yIUeAzFANu2Umqg+/VEWs6ZjEMSYEWQmcJ4lY5lZ8HQWtTfsxkkWOWpUZIPYKqOM1IPirq/zIUg5PVNAm8sCSppnhRRKEfut2G92NKj788QAf/KQv85CcCN3VYfoGDI/zj2xMzgs2CMgSZzFly2SN2TiPQ2QEmicqc8LmtWk7eP3LW3j9y5t4+P4AD98bYHQWIhokSBerjV6K2lU5zuaWTxkXT9csFFNhH+lsAvE+yE61LuBoY0TLQtqrK8/QrR3mOJbQ26vA9qpw/CrOBhc471/g6nyBq2M27am41uGUlapPcrVdR/Id+KzR3oeN+8lFgfE553oKu5TCq+Rik2rawIIA8CxD2fVQ8WgfwiJSZRhJSV4A48lCGK5801xk+RgLcxFU2TDjGKjWK2h26mLTaNskPbAYUhlOJAcI0BFxbqo5yIKEgw4JSZDK9W3uuKh2XCQJnwMTw4OlDB6udU9DuVXC5q0emlstXF9c4er8EuGCzXAWI7R+UkVLOI8RzRKxaqq2eACkNQrVeLS2UXY0QtBZUvbMr5PAQttnZcVFayQe1MmgqpSrchApskSsVJJogSRixg6tnRpIcw0X11NcD+cC/ua6iWYT6LRZPBsYDkxMphrSfIk0Wwroa5PNHmvQaLtNsIvB9hHXsUJGeUNHa89CZ8tDr9XAVruG3ZvA7g3g+myGF88mmI1U8c6D5/Z+Cdv7ZZyeLfDs6QQHz2McHdJ2E2hSTdJj4UnrdWMFIOWIqTo8B2YXtEFkZjVw+w0Tb/+ihXtvVtHb3UC12sBf/fkL/PWfv8D1SYb5lS7N4d/7r3v46jfb+PM/GePP/3iM7docb+7N8YW3b+PLv/QbqLVu4H/6o7/D//yHf4flVBf1fnMT6N0CNvd1VBwXZdfF5GqE8fUQvW0db7zjY6tnS8HCdepqvMDleI7MLkHzKxhcAx/+/RRnDwP8zr/Ywu/+7hYmQYQXF3M8O1jg8eMlTk5oa0XFAF0NeI8LdJsO9rY8dDsmgiKQUbvSULsGPvfuV/G1//xfInLL+B/+zR/if//Tv4LmMGogx1tfaOFLX9lAt2WjmIewkgwP7t7D/bv38Cd/9hj//f/4Y8m5/81f2cBrr5XxYtzHi1EfP/1Bgp9+P8Gbn6vhN77Vxle+WkO8SBDPSWQYy6DV6PZWS5pkB4cDXFxNsXO3iZ27LXzn7+f4j382xmU/RWeHNq0uTMlH9HH40QiPf9LHSGxDgWbLwjd/r4lv/l4LMBSIKarKwxCHj0M8e5jh6Sc5du552Lnrwy4RYKIRBvfSENEykn18eLnONlIqedJX2Mzi+6zXPNgkmDEvcxqjf7aEZzr4vX/+efze73weTz/4CE8//AgXkwVGtG81DZQ3bJQ3bcyjGRbRHBmq0I1NcbMYXl1jOhnBbRlw2wbiSYKQGeCzTMhdUUBSiQJEGs0SOhtl7N+q4t5rdezfqihApmzjR987xI+/d4Szo0AyhGlx/+bbLt78nIdK3US5bmEyC8TV5Pg4xIvnBS5OgUrbkCHOCRUbOokpSYA0i5WKw3Ewj9ggpO1tpuxH6Sy0yoYvwZdf2bRASFvrUYZwrqlR5DJYROROJkB0b1NHt0UlPyTHnrmto0GOxUx9VrqKrJnI7a0aursNyQFlM19j07JOK1kfy9ESi+ES82GI+TgUK5w01iXzVjURC3hVG5WOD90jMWKJOI+w0S3JsARPy7Ecpbh4ukT/MIK+yv0hQWytwKE2p1538KWv7ONLX97HJx++wMcfvhAwq7ffQbNbxWQ6xXg2weHzuQwCqzQgoeV2k7ayTTohMLojkb2W0QB5qkteLvc+z8nhuyvmea4LiHx+zoweDf/Zr27g177RxWI2knF0kuDguBBXmhv3t3DzQW+VWxshiz0UcU3stJfxFebBNc7PxjLqXQ0bewRrbCynHpZTB/M57X5TVOo66h1lgc79zKXVkGejQuDGdwWIDxYLTMdjAVxenEU4Oo/Qrrto1VzculHCvXtlNJs6ltES82WAi+cWzg8sTEZLTCdzKXjNsgmjZGK+TLBY0H5MNSJpa91tl9Gol1TWk8lctwJBVGARLjALJ2I3RpBJzk5mHa7VgFsL4bWGMAlcxg6S0MTlaYyrsxglX0ed896vw7M68MwuiswFckdiVqj+Zu5a/2oo1vo3X6/gxhtlHD2b4MWzsRDBeG5mviEBJ88rocgtGZKPolFJnyDKB0i1EVrbGdo9gukVWFYN82GC6xdjjM/HuHHDw819D0EaY7QMsQho/VxCmvgwDRIVbXgVAsAhUm2JIF2qbNmJhmBMW0HmX7OZTrJmImpKj3nelo3BdYRBP0K15qDVdVGqMtYjEQU/93nank8GEa4vAiGuTi91LIYkbWbI4xw33/Zx8+2SAMC5G6GgZbl8PhPjy0iKunRONTMkd3prt4KNXgleRYNX1qQRe3ke4uJFgsvjFIPzDJvbpoxOp4NOa0vY81eXfVEM7O5vYu/GJgotAPQAF4NrHJycYzwNUHEbqNDxIdOhZcwZCzGP5tCMJZr1EBvtAu++9ZqMv/4Px/hf/uATPD+cwKlRJUvw15Pc7vNjDYePaZttwCeh1WNz6RqFfo0Hb5Xw2ttl4gWYjVIMrzQ8+ccyHr9XgV4dQ69N0OgU2Nyw0dt2sbfno92x8ejjoQzLT1Fu5rA8ZcmtGxbKXhVlvwYz24SRbuPqdI5PxBb7FDfvWLhx24ZDxymDhGENZ5c6+qMco3mI4TzE/i2u6WVUqc63aOFH94kprvsL+QzL0ESzY6DbMyRzXSJUaAFmRTCtGCbaMPJNuDabx6kokx6+N5VRb2hoNDRoFqFNReZJY2bI5zCKJoy8KUA9azc2isMgECAky2PZA0o1gsAL+LVY1MacV4PLQka7a6O3R4eFAsNhhAWJRC7tnH2cnQQ4O14K6EMHlXLVXgG5EcZ9ZdNNlyuDtSrb6gVBVEdA1kJbordXxv7tOgw7xWQ6wnQ2lmYYG/i0K61UyxJpcXU1wvBqhsWVhsUVm9cd6FqH7GdKfaGRfGQxzz4Uu1Q2VYrIRxowF9wFXbikVetSfb8Q5yVDi4DcRpZWkKcVmC5rBdYiC+TaTAHAEZuCBMHKMoTwTHI140sU0q7Au//EDOCfQUlfURqphvJnAeCfgVRXf/g5AKfgQp9+XTcy2A7jhOi+wCY8Ocs6CjZa2AwXvaACgFXe7wrylN/Ue5D3IiDJSjVM0FWa26zt2VDNfgYAfhUMFpv/V0BbWvOyic71ngDJGjwTAG2lwltbaKr+EdXLClAU9abFOkUXi1/OWVpOkoTOO/Dz//unvv4qsMsziDqHrNv4qpfxGaD4M9f3530vezck4oo1pE5N28qaUWY9s33ZTFeACK+vqDdlSq6uN0lP0qrnSYTA74psLw0VFc8kkWYk/fPfkISvG6DUIhQluqrv+D0GhQVFhIoOlA0qgy00fBsWI5jiKeJwisViiOViiO1uEzudJnzLhp5rYuf7/tNjfPDsBFmlibzShG1p8LUYekEAnopjEi1W5IWVZbfcS84kXUOlwvNqRWYRG5QCFEkWML9DAeLrsxv/nsAQCckCEqa5sodnY5tfFwLDCgSWlhId+ZTNqiJBKzUwb5nY/WZUlClghapf2vIKGEjhiUbCobK4pciC9TXvNQFgAuFrADiWuCQ1J0xLiRQks5L9gdXToZT1BLOUmlk+25ozscoAFkv0FRAib3EVW722k13PcfXsKKW+cuiiPaz6fgX2UjCzakoQTJHDuQKqJNqEpAD2HQUAVgC5QcXwimzA1xFwR1P9QDnYMzu5ZMMrWQIO1kpUHFXgVSqwXBfngz4uBn0MLocYXAykT7d7q4PuVg2XZwNcnA6EWEViJq3w5blmdIym3Gbkrb2cIyofWrJdNcbShIjiAF94dxe//dtv4AvvdNGsxKgxdmRuIltY+P7fHeJv/o/HQnCe0XVC477YlcGIECraPYuKRrpEMEZGrRsEnkvlkvRdyZzgexAQmNdLwLuV8+BKlUmQi8BaIT68dD+MZG9k/5gAM8VDRUJb3FRqJCojWTcslwuEEV1iCOrStWIhYxlQNJCI2lHAT9aPJB1EBNHUfKMopN1qoN1soN2oodOoIYvZc5wK4NdtM+ajiuVkISOnJa7rSQ9xnqYIOUcI3vItZyo/l71TkgQYecP3wMgNxiNy8DN6Nj/n2hGHLjyKlLpWuvJ9CpDN53SV1/0qSUdlnOei8k5W6zbtctdxKQLwsockbpUK2OXzS5BCnABW10BIPAQeiQnk7I0xnziVXpZsrekKn+Q0pXtLG9i+08Hv//a38Pu/9c8x/eMfyPj+i2P85byPD5MlFpqJBecWxTFZKnnOJCvzxLHQDQQENRnNluTQLVqIk2CTi3sI7coVmWtlS7xyIVgTkNbzSkDslZPm2hFgvfeIMHO1RyhCB3trhpBiuObIKiWuBav4g5WLApcxxS0hCLy2GVDEBGIH/JqsaXI/eG0U5uA6HDrq1RrqlRpch/fYkmvOGpXAJZ382A+VGjvP4Zk6KraFKmOQKBizDLE4HjNjOmOf2hH7cd9xxRFwrSgXq/SMTogEgC2lABbylppvrK25otu0oyXpUBSpai4o5xFFRuSCQDcBXkKuZ/zgQr6SGAOu+8oRgtm5dAlwfR+1VhOtbhd3X3uAO6+9hlKlAr9SkTU+JFEnjFdq5ByG7cJwPAR8DmczeV+eS7Kl/fKcovJ6Ge3Hmo5SLxIEdBBxUUQqMlgyUdzyjQp5jRee65jBej4TMnkcUJE5w2w8xcXlBS4vLxQhxzJRb7fQ7W2i29tCYlLcqMjPFgVfhik9JNJL1rnGV4M+rgcD+TlC/DfpFmXCpUX/cITpcCR19pI5WFqOCt2SbA15vEQR0WZ6juVkpkB8z1QRXOEcBu1NTdYDBlzLRZlEaquK3K8j9xsrADlGpJtYGA5SqpR9in25d5BAoSFhpKpJB9oZjOgCejzC0tzC0twUdx7L8DEcX+Hw9DH6g+f41tdv41tfv4Xl8wtc/PQ5Hl4Y+Em6jxfmDjY32zK+VD/FF+tnuHx2iR9+/xLPT5dYtF0sOx72ux3sdbtYLkc4vzjElHVD+zUYjfvwtK4MkkaSPEReLIB8Di1fotDrKLQ6ri+WQuym4np/h055LibBNSbBFcpZhkqaYdy/xMnZISbhBFavDLtXxlvNKt5qVBHlPZwudzHKusgcHznvVRBBD0J4zjl87wRV7wJVZyDZug8fTfDo0RR23UNlu4x2rY2e10PLJgR8AgPHotxlj2ERa1gUOqLMRBH7EoczyXJMJALQR9mtwucyrw1gYSQCSDoSConNIclO7V8kYkwZs8VeL+PEQoLFOXyH8XY2/GYdpVYNy/EAi1Efm7UMd3cMMGHuH9mj/UECo67DqGu4fdPHO/fLEhP4/k+mePxoCa9Tg9+uYbMB9Oo5hlcBPvh4jg8eLWA0behUXE8yLK9TJAH3V7gFMyWNKvNEV2wOMhVMB67jK7vjJJXBhYGV6fqgJ+74TiFAaMEGeLZSD3Jx4ZphKhaQW6Yqj3mRSsZesKkmeZVU0kZqzHUBgcl6o4WBWlfU4dEgAKzZikFZJKiUUuztALu7GnZpu7pHJpwtlrJ+WROQzfYzTMMYkyjC1WUhKprz8xynZymurqjcyDCbU71jwaS6M2LGBYESwkdKBWvq9Mcns5seE0qBpPM5JqhpEQBmg8GE7VvQCSZS8VskArTKIKuLUBIbZFOCTiqzFLFSuzq+IcCxwYxZ/pOoQBYTFNZliN0TiwP+vNUhRi3KXDCJ9LtyCKbylHnNqku+zgdds2JXJ1fen0IBTcz1oOIwTZmHKt5+0iSh7RSz3ISUw3tpqEMmP2NGi8QikiYXm1WOQ/BXnUWXM4LbqyzWlHbT3AgIMGewXTJKqdRWwB3VQaNa26QAACAASURBVIZPYgBDSJkVwAWezFvmX+QICMwFUErLiJbjVG9yMSdjgod1xdbk3uPVdfg1siNLwpDkde5fBJgMaMeSy+HWbRdwO4rxx2ZuThXhMhXw069TuUnAysTWjoVSFYijVPICry9zUaiwsVqtMYtPwyRMMKYFRkIQOIJnGvBtU7z5o2kqBdjmRgVbmxWcn81wfj7DYg4kDK9gRnM5FYu4eGYimRko1XU0d5hdaArbkoDesw8meP7BVGp8q2zA9DXJAGYG95pZLGdgIa3zeWMxBmF5id1GzDlUiCV5u1tRFr5dF82ui6cfD/DkkyHCeSpWx2R+SWFE6xNaVGkGdN+EVjblmc41HnoTgPbIC7WpiN2LobzrSVCg+oOD6pDRfIGqr6Nbd7DZph16B63NLk4uT3B8eYL+ZYDxFQkiGpySUhvInDOZm0ymLzd32u1QAZ9hNgSmgwJuOUe5UcCtUI3K/Gc1P2gx7lsePMtVNhrMmGPnjH0dC5iS/ToPpIFqZCtahmRvko3NbBtDsjkrdReWS5suKXmlSUE7qsWCWY3KNnbNmGYTjVZNLKgsQ0ej44narUR13yjGeBhhdplgfklmHpXbBkqNMlrbHVTbNQxHQ4xGQykMoulSChWSbHgApBVSGpAkYMnrsXgVW3qNFqosiPmZE8n4ZWOIr8/iTTE1C8n65JrLDBHazLBoC+a0UI1g0dKVjSXTg2X6ot4bjBYYzYKX6hXa6zaaXLNMzOYuwtCUjEMOPVFFajbPkNJFYcbmgFLl0omAKminUcBpZWh2LNzcbGJ/s4r2RoZ2N8XZ0QzPP5lgMUtRKpmiQutsqay584sFDo+meHEc4/SkwGiiodzkdaMjAiUiGrKQCuQU0TTDfKBh3tdAMiQVZG990cfXfrOG22+WYNgOosTAt/9igG//5UDY7+WyIbl47/5KC7ffqOKv/91Axrtv1vDPvtHBg/tbqLV3MQ1M/Ns/+gH+1z/6ARzblbG5Z6F3y0Bny0C80JAsNLjWHJ65wN6ejXsPKui0HCRUey8zDJYLDJZzDBcOhksfo0GBweEc8TDGb//WLn7rt/ZwNpji42dXePR8jmdPY5ydqXnLYeU67EJHs+ug3fNQqpvoXy7Qv1rggWHjNd3Bm+9+AW//xjcxKGz8d3/wH/Bv//23sXPDEfXvvfs+7j8ooeYbyMYpzFDDvbt3cP/uHfxf332GP/yP74mZ0ld/sYtez8P33zvH99+/QDi2EY4tvPNOA1/7RhNvvuXj/MUUF8dTWE4I2wnheZbMLW5WUz4bQQbddaE7Lj74aIYf/ngiX9u64aG15WExdbGYeTh7OsHJo4FYq3TbPvb3fXzh62rMwwXm4RzHh8zLjnD0JMXVuYarMw3dPQvdfVPWv1TY/syYUblDx89inDwj61v1OdncYU4tbWLbLQvttoU8TAXAJlmBxJ+NWgW/+6tv4nd+9Q38zXd/hL/5+x9hSMS27kCrO2qt9TVMlxGmSx5SyzCMtrgmLCZDBPOJ2PEbHhAvCoTMFuaeLVlBdEBxUWEzioAmR4VqS6WYZEHAHKBnj89lRAuSdKjOd7F9w8L2TUVCYzNiPAlw3Z9jOIowJbi01FEmSNagstgQMhPPAGx0sOBXP8NBkGaYhcoejWclepYwi9U36R7BzF9b5rDY+C357OpIUxZ2ZKWnkgFMYhqLiK2ehXbHFKCWqo/JKMZoGIvyusjY1PzUQtkheFO2JDs3KSIURioOBjw7LIYx5oMIi3GI5SySRgH3OTaT0ozrWAKrZImKvLA1sZplc2FzoyzDERKchnCW4ep5gMExYzUkhUkVx2SCs3ERJyj7Fn7hXVrO7+Do8BQvDk/hlDy0N9ooNypYxksBmC/PY1yeRcLsJ/mOyjG6HNC+mDRfOkZQzSnn1FgTUD9jHIRB+1aqbXk2pBsDczMz2Qu/8G4bn/9iC9fXZLheoz/QMJo4CCNf4gjaG2VRTs+nAYqceZR1sb3266nk91yej3B1PoRTLlBpqUiP62NgeMbzA+dZjmrbQGOLICPvQSrPQZmKXteGXbLhlGxRQyfRDEG4wGhZYLQo0ChbaFQs9DY97O0Q+NFwPZzh6mqJo08KvHhIlwu6k0TQXA1mRQHAzJgliY+uGPzs9aqDbqckVrR0vmGDlvbszOwKkwBBPJPfwyhFFKZwrRpcqw6rFMGsjKFbzKhiJIyN06M5Tg7ncBy6VBiolhuoeBuSRcvnLYsJdij4IlhQ1TlBkgXo3bGwdcfC6WGAk4MAy2ksewP3fzbuGaWiiSE3D+y2mCsySy7KJ8i0CWobIardEK7niZVtGmgIhjGiSSwZ9Y0aM8gKBFmBILSxWHiIQpXJJU3YUgCntERhxEgKqixyRSabkRhJ4I+ETZ5X2ZbgWYkJw7QDizC8itDomthknlKDDRm6z6Qol6soVyqSuTrkufMsxvWLBeaSa2/I/rV110bvjg2d50edADTrFGUeOTxLMDpNEI0zZAuSFGzs3Gmgd7OKak2XQULTZKDh5HmAw4dTnDyfoXfbwPYtA1u9Hra29gRkuroYSBOn0TTFsr5UI1jt4Ho8xsHJGYbjOSz4sDQfFiyYGp9jKktCaHqAWnmBdiPDu289wBfffID/+y/O8L/9m8d4ejCG7muwaozKqGJ7v4qzoxzPPqEyWodfdmRe5/o1cu0ab36+hDc/T9Y+MLrK0D/T8OyDkgy7O4XTnYpV8c0bFXQ6XFsJ3iR49niKp4+mKDd0tLctIYmJk5AO1Msd1CsdLAc+phcu+uehZCaG0RT7t3Xs3+Ydi6AVkeQ/94cmJjPmjRWYL3Nsbvky/BIJpSQLh+iPlxiNAyzmJI0aaLR0tLd0UXerHDWCYQl0PRWCg2/3hJhnmYHkiT16b4FH78+l2dFsuJTCi2VnwkZsEiFLI5iow9RqrCAEjGL+LVVbPC/wmUizELU2lb4RnBLXx1BycBdTkk81tNo2NrbpKFDg+prW9QWazYaQZo9fTHB8NIHr0TWD89CS3Ow4DTDnv58wR1d1SAtm6sY2isyCV03hVRNs7ZaxfaMq5Jbz0wEuL0aot1h3VFCusqYypdFxcT7G8CpEOHAQDVwURRV5UYVuulLLsj40nClMZ6pqWNa8kYcsJLhLJYyqoWAtUVhLuX6myUa/iSQuI0vLQhQ1SMU35ij0GTJep6iEPClDy9UQAJjN9oIAJNcIWimvFZwrIPEVK+H/D4Ty54O50ixe1d8/9x++Cky+8v+fVQAbdA+IYDnxysGLADDrPIK+UoEJEExFMFWp8kpC4F0DJK8oU0U1rHIbVVOctb1q8Crry1cVxLrKKKRaSeyATcznC0ynEwEFbNuFSTBj9d+6uf4qYPxZAFgI57Zq4lKNw6EyEAmq/qzq+NXYYrkkn7kun4Lk6j0r8FcBwJ9eg/UfVm9yLex8+VqvfN7VdVMvpiytFQCs1MlrBRTrKLHCXeVtyr5EIvBLdyZ+7zovchV8+bK25j6WiK2l5DnlsVJM6YaQbpVznSk1nFh4Fpk0dw1RIytwlOBPmfstLcGzAEW6RB7PkMVTbDcr2G5V4LAXF8fSPH9yfIbHx2coylUUlSpsS4dHNz1GSYh1LgE+ZdcsSkCCuCsAjpeCSlOqmQjyUkWoLGfV9ZHsx5XyUNR17AcKAVkk+gLGrBWIzByl45YCktTZVj1p/F6R/n96k1bPjbqPCuwleYDnec6hdfSR+jsFTrDm5X0iyYqD6jm6a1EBLJa2cp9WbmYv1esK+JZKX8DplQIy5bVVjlYKTFJvTYG968mznkwKsV7Ho7y0HheBgiIECGAt3YSV2ldILerf5Sv199pfVjI5CUDzPMvDFsFvUYZSHKfsolepbFLP8lLL7m/r4upQLZXRol1xpSqxBrbvYrJcYBossJgvsZgupT64fX8H27ttnB5d4fToEmO6MgxnEq9F1Tt/LmsADv4SZw/5xfm/AoANlSvKvNr9Ww28/fktvPPOBt59p4nX79WUYmoY4AffO8PffvtE9v2rSYjxIkWzVUWzWROFomQeUxFJJSBjYVZgszgzEsASBF2Ba0Kscyy4Mnimo3NeLJfPdW0Bv3ieY44viQpREEqvmuAvM4AlT575qq4rCj2CNYvlXCL4KGxivbQMAyzoxELSIZWyETNzV+Dn6nfZzwkG0enDJ+nAQ7NaRqNaQhouEC4mcEwdm902OhSkMEYxyBAWGkI6EOU5ZswTZm3G3G1+VjnFcUVXvTWxw105/hD81SVykIAk7ZbVMygAI4VBnNOricq9fS0AECWuiFDX5CA1zzkSAoJ8/ld/J8/RGhyWnG8SPtYgsAKN5c8Js4QJoq6UxTltwxl1lCAI6KRIorhSlIsrXtlCfdND52YVN2+08St7d/H1/Xt49Mc/wMM//gF+OB7jex5wIFGLrGcN6DH7TLE4FRAUZx+a143AuUWnR+Gf6EKgEJt0WkKrB1apuoW2s3LNW+11at1akUtW+a+vbs3yeIuhpFLtypohzgjKcUAIRa/sL+ufxd9ZA5Ko8uo+KsCqEITUfiv3RHrtql/GNVIcLw2IRWzZr7wEgPm+RMWdxELIE0GMCGsAV9dQ1jWUKAZZ5S8TAJ7OZvJ+K+UyKr4Pz7bh24zR4RlHqaQFpyFhgk4LNs8NShWtzkLKmdXjPk3G6trZQVxM6YiqnD/Y8yEgzwR74gW8B2qNUwAwSQIc62271mxhY2sLnY0N7OzvY3dvTxyjmDlPF0M+oyRrUL3IPUS3HRiOIv2yr8FrR6IFn2mVN6yrf287QuakswZB4IiqZPYlV2slZcFamADiQEFHIaVe55wXrIPPQBRiNpliNplIP5ZDjJsItpK02Kij0qgpdF9jn5HgOsFoV2zYiZ+w38Dey9q+m9eN84HrjLJMyzC4usLg6hqzMMKce6jGiAdd9FWMuKJrQDIPEc/pnJWLExn7/GY8g0lLKQm51mDptkSH2oaHwikDdglmoVTEqWEhNDxkpg2DvSHHUApkZpjqVOmTiDVDvKCV9hix1UVkd2E5JdiOi+liiIur55jMXuA3vtKTMX50icN/OMKjgYcP7Pu4KN3G5sYGtjY38AulI3yhfIjhsyN88MMjHJ5NcFl2ZOxv7eNGb0+IaWfnTzBh1kztLozaHVS9m6i6N4QYR+IGmcpGseQdRK5VkOtV9C+mQkwiwN7daKJaJRl7iiCZwQ8nMihEmSwmCPIEWd2X8Xq5wGslgvVdXBX7GBVdBHkJUe7CCAMYYYiy20etdI26e4WafY2SdoGnBwM8PRwgdQ3oVRf1ShM7pR46bgmmcQZDP0M8zWTQuj80qPGhEI9Z01W8uIpwdBWKCr27tYl23ULTukZFG0p84mLGe64rAalGMRZj3ywEZi6D9WMSB9Krc01dbN5Nn8MSkl8STtCtari56cLVdDx5P5DRTwv00xx375Txy+820fB1EfY9fzKH3dmC1d5Crx5hpz7HuL/Axw8jfPgoxNItsHQKRDOKQJRrGHmhhWRrdgz4XS4OyqaWbJU0Vg1ANsrI5JOnjNYkVNoQGKVdiZMJEMoXywIuMppYtBLsY8Yvf/fKzEaypClERQGtErNYgXGkDAnjJKY9oBw14JAdus6MSZXlBg/hBJnzjEVL8VI+XibA4hso0SbH1LHRNNDbsrC3Y6LVI9s/R256SFDC1bTA87MlDs4CvLigCitCEBoIItohZohHzPPiIkFwkqU2Wxy2ZDrmZOt7zI7wUC4ziD1Fpqcq4JzgLPPZrFxAmCwi81g1EHkdqQxiw5eNPLKdSdGotRzUW65YHlsugTg2/chQYVGv1hB+v+T3LjOkC1qvCRIlk4rAMVXC3LioMCZ4tAryWGX4rg6+K5sagigEi5R7hAKWVkdxkf0yd1MzU1EsS83In2Eb8KsEgWnzx8+awNSZ/elLM8ygJwJSUVHMRwQfaV1DoFUxy0gsoJVurU3lBERp+1LtzJwFWnSGGmbjWAY/h8oTpNLVEXC4UqfyRYGybEbye+Tn5EBjg3azFmwqSC0q9nL0z1NMBixYuJlrcFuA26KCksB0vmKzs/leiEJis1fCzbsl3H1dNXZOT0Y4OZri+cMCzx7m8CsEY9h40DCPgRnvId9AFsPMdBjMqpAIKWaxmrh9u4Pbt7v48IMrfPDhtUj+NY0HXKq6Y1ge1cca4qmGzT0fd96poNwycdUP0b+MMDqKMDqMYJVMeE0bls/9VjHkYTNstlBkiYmBfMmMXGW/ErMRyc2bl80Bdm528ODNXdTrJVwc9nF51Md4FGA8DGA4pijXmYtsM/+HCjLaNVgEQmkrzVzYHNEqcwUkLSRktwCeTitI5vd6Qp4IqUYochwyd+jsFNk0gRPpqBoutm920bvZxdXoQsZ4FAqom4aGMDFdy0aWRcjTUFllrYqQwuDCmYNOyQQqKw0D9Y4h2ZQaQU42DnJfrCKNXGWELGcB5pM5gnAJr27Aa+gI0xQRrVWYDTrToKcGXI9qKdp1OKhWqThORfHFQphWdUFAi88Eixmtr/hIqawLy1ZWqgLUJRmamx6aGx4azbJYMbGhcSHM2qE881RqU51tMCvXcmG6POBYiLUEERLE0xmi4UQOKswVlyKIh2CuO7YO2yawSzunQNZHqtvqdVqhE+guECxpUUs7LNrMqwNZuWbKEJDIoMVfjskwwHIWo1G1pYG/XGSYjMkypRVQJnPG9Eg0MOD7ymKUCrskK6EAVWUk7xiIplOEsymCfoSgnyMasch1ZG43tnw0tjxofoTInKJczXG3V8PNrQrKlRSVSoZjgp0fT2VNYxN1Y9NFhfnidQvnV3McHU9wcRVhMALmS13YgMy/oVW7RoBqygZ3gnBMCxaCWDqY/eIawLu/3MBv/qst7N7zcHo9xfHJHD/5doyffjvB3m0Lb7zrortnw21YwrD+x78Y4qd/McRvfvNd/Ot//Q0BrJ+8eIiPHj/D9/7+HN/77gV8IZcwQ9EV8LjWMHH0fImjZwE+92aBt98C9nfK2Oo2hBW4GMVYTCIsjQWW+hIPD4APH+qYTXJUrQidcoFf+epNGU9OrvGjj4/x8PkUx6c5rq+ZBauJhWfHt9Dls9+xYXZsRJaOo/cDHH4Q4Fv3y/jWvRLuv3MXW7/wORzOgf/2D/4W/+7Pfowvf62JL3+1iWaDqroFTFqyjWyYSxd37m7j7t1tPD69wI8fHwpzd2eLDH8Lf/l/DmTc36vi/n4Vb75ZxWuvl9DuGPjgJ+d4/yfn2LvtYu82bcNTjGehWPU0ug245So+/mSOTz6eYxaFCAkg2Xxeaf1j4eATNWbXSyxHU+xsuvjyL27i7c/X0b0BdPcLnPUHMg6ehjh6muPsiIWSJcOikslnAiqVvgRYLGzvUsHo4vF7Uzx6fyqKaeb+EvjxfPUsbu/m6O3mmFxGuDwM4Wo29ntN3Nvp4Jdu9fBLN7fxpz94D//+H95DWInQvOXC27QwnDA6gjZMOqKYVu820ojkEr5+IIN2V9xnZwsd07kpYCSdHSo1DfcetHHvQUey+7iuseH94nkgOa1UynGdMowIhhFLs313t4nuZgWxFiPRYhwfj2XMaDWfpEIqK9dJUmHzW9kRKiMWWhllCINYCpF6w0a9ThU/s2y5f2YgMm5kOVzDkfya/nWGfj9FwsY3VWRsyprKopvFGAejG0gqohUoCQj1NhVnhjDQgyVBjrns7SSRcNAdw3HKGE9p9T/GPFggySIB3HgONCwdi3EhIwkZDZHA0HLUa76MKAlkFKxVXAuMrZ+HCaIkQ7vlo9XyZa/hwZhb7ryfiRKYM4KtRDKRJYYkSmT9p0rt7p2mDCpkFsshMjbK9ZLkQGSGcvxIQxNppGwFmSdPktN0TvLC7GWek3QC2ETkWSaE2InT9t7iMHkNcrgO9zFLwKvqhofqho/JYorxcgZdK8E1WzDzEmYj5q1MMBpFGA1p90TbaRvNjSruv7WNG3eZZ6wyzFJmymrMNo5x8MECJ49C2GLxr6O2YaC+zTmXyMF+MY1FkWGRHOnp0D0DfiVBqcxMogxuw4Pb9OBbZJBzGHB1Wwh2p1TcnwY4f57i/Bktx3JUG4xqAGIC7tAQTIDlRKnxTLKXqZRuurIXWa4Fm2pX2xP2NvdssVomYYh2mkjgMTfXrgBWjNycCbGrSEqIAxsHT4Y4eDyUZi4dQCqlGurlDdRKXYQkVyxzaZDUqlVpVLMxwNeubiYyrk+B/hnJh7HkuyURySAx4igWAJh7U07rQclhZJtogcJYwG3M4DVmK1UQ8+w9lIwSfN1FHI4RhyPoBKQcF2HkYDC0MZ+x2UbXigymu5DBmBKy8NkgSKNChsv4D5c2apm4Y7Ce0XIbeWJhchVjch2hu29g54GFaocONszwzuF5TRnRsoRg7uHqxRyHH59i2h9h95aP3Zs+apsaahsaEoO23oGcbfLcRJZZmJwVMoJBKnskn9/tey307jaxueHKyCMf8dTH4cMJPvzxMR69f4ydNwwZW71tbGzuw9I9LGZ0WJgjz6+QF1dor2zbpkGEk8s++qOZkDnm4wiO6UpMkCHrCC07aTc+Rb0U4RfeuIsvvH4H//B3Q/zFn5ziybMRloiRmCn2b7Vw42YLJwcpnnzIdUUTC3mSMDLtWsbn3vXxuS+W5Cx1zT3yRMPBR3ST8FC/HaF+K8LubR+3bzVQ9hizcoXBRR9XlzGuLhO0N330bpTglgvEWSBK2aq3JePsSYCDDyZYTHXYfk0cVzqbc3Q2F0jSBdJsgUUAzBY2gtBClrjIUjZ8aYHOZ5cW4GNE+QLTMMWMMTcLXbKby3Wg3mbWoiIsiYJEefWi7LVQKW0IqUXDAsEswJMPIzz9IEatVhHbSLL+I0kjp+UMySKB2HPrmgedqvbckpggraDdK8nZM0TxDN3tAts3NBh2JPlnzOcVgk+sod4y0eoaUpNdXUbistTb2pRxctzHyfFAlOsbmxUhH87mtMaLpF5nfE/M9ISAxFkS4FTd3t0z0dk30Nok0dTFdEKnrSFODifYvdnGzs0W/FoKp0wiZYCL0wWGlxmwqEOb1xElprjl6BYz26uifDDcaxjetSj6xQ0r8cUSntnDbKAwmzXVAmQ6AeAFbGshpIUkKiGO/RUAnEAz5yiMmdixZ1FFAGBkaohykbVpYalsSjZ0VIv0ZV/41SzZfxoAFrTqlW9ht/SfAoDX3/qpavdlx/SVV2EuuuNHsB2qNQtl0Uo3CgGA2TFXkAE/31oBrPr5ChxjccwmL2Ei9kzEHUWATfVzpQEshDoFAK+Vi6rp6sJ1PVHLsQHLnGmSmgjquZ5qGn4WAF4rffn72jJ63QAn+MvX4p9ptci5qSKb/v8AwD97N5Twa6UAXvc5XlEAyz39fwHAr77Gp+A5AQgBIah+XoFPa1BXFF6r7GSCpQIAr1XMJE0zZ1ca6rwFNNQjGCEyMDljiShAsoIJADNDkSAbdR86Mt1Byv7AiixiFjkcWgkKjYNrweoey9RSwCL/pQUSQyJ0fAPtkgErDZCFc4TzMS6Gl7gYXqHwLBS+JSIOeuhJCrEAE+q+K9tlZcvNz8V9i/9VKmUBFAj0UflHUFMU4QRfVsCgKGNXqlb5vWCj2pR7q2xjVdwSQSOqKalqXAahgAoECpRgZP3ZVqo5k+Rsfk016/kebVvZU6tszRyOawgguCYucA5zLhGUU4ovZVGrFI8ri+eXT7cCvQVU4dlR/l4BwAS4VDw47a1XbnOrp5s/4yXZYWWnLtbIAvq/NIR+aSMrRAxmWco5VYG1XPGtlR07YZJMId0KzCsU+Me/zggOs99QKGCQRCCCdvLd6zzu9TKzAspV1jydRnit1H2iFSQj7kQoYltotht48OAG9va3cHnSx+XJNQ6fHOHg0REm45myepaPz7mpMqw5ZI0QUI0RAOzOqjMPB2O8Kg0Lb73dxX/1X76Ff/YbtzG4vET/8hIffrTAP76/xPODOQ6OBjg9m8ClnTWVkStnR6WCVba96/i5NdizVvGTaF+reahVfck8btZrAkLOZ1Mh2fm+i5Lvo8Hs3mpdntO1XbDIFTOCbSTvGaIk5yAAHLBeJWGAwgnmCq+AYGWpr+ZlRDCZc1Wyv1XHVLkeUO3IGK8Uvm3Ac0zEyymC+RiubWB7cwOb7TYsJkOEmjh+DYIQ4zjCJIkRanQbrKBSrYpyv0TQzrLhEhA3uK6zX8n6yYVh0YabM4jPIYF3RchQmKdSlSnndRIalNpUkRPUHF9nJCuCB0kYBG7Tl9bva7GT9JEJ4snrK9BXIfArZa0AfrwuClBVjpSpgNXzMMNknmA8GGPUn8BtOyhvl3Dr7gZ+4e2buNeuwv7oCPaHR/jhR+f40UdneKIZeNGuYMysZwo02NdiXrM4BzCzNhaXStajJIsQRKEgideG4iRZcoTbxH4gAe1UlI+M5hOihXz8T62dle/fapd/ZU+Qr71UAK+cxD4V56+munpO1y4A6/WTQhjGrCkikLoTBFXVmqC+xjqV1YfaY9ckGbWGs2chwhtxqFGAM59frrViR+y68uwSuGXv1c1SOFksDj2SU7uawxSQtJoN1KsVZQHNh0nybxToqLz2KcjjeYtRBgrY53tlpCLzf30CnJatFMBUk0fKjlqc6bmPSVYfa2nahPLP3Pcg9uV8HebgctTbTdRbLWxu97C9u4tmqw3fZR3vq2tA0o2cPxTJgApz7hEaVT18fa6a/JlyTbie8WsqxsIgyGk78l7kdMPIK/Z301RclmjXjihGPuNeyGdb2btz8BnnusxrzPVDMsNnM7G7p3hqZXOFTC+UDX6ewaYYIyeBtoZaswG/7MN2bbkfPEMKyUSoiTT75aALYIrZaIz5aIzTk1Ocnpwo0gfnLsksyODwxLl2uyAfTBlBKiGllcMtQrhgrBXnvSLwIVb7pcpmZC8ihpHHyBgLyDWDTjqOA80hIUaRYbjfoVbp8wAAIABJREFUMFogDUOMZyNMFjMkThWJXYXpmtL7SPIZFsE1sryPX36nhq+9U8Xlx9d4/N1TPJ028Kz5eQzbr6O31UNvs4fXzUd4w3iM8MUTHH/0BMdnfbyfGHgvMXBj5y5ubt9DFI5weflQeoKo3IBeuYV2/Q10Gm9IT53Rg4aWwrcy+BY7BQ5iMBprivFoJOuPRRCW91pyrjV4y0sZjqXBLpdQ2BbGdPnMC9zCGW7iHLldxsjbwUjbwjBoYRrWYScRrCRG3Zmi6U/Qci5R089RxjGOLs5xdHmOOQwEloOyV8dupYu276PQLmVo0wyYZoKHFF6Gwrahm10ZP35viB+9N4DXbODmG3u4sethrzTAljPGch4LjhClnE8FoshFFFQQhVWkrkq5ysC6dClYlKPbQljKtQSFnsAwAxhmiGbZxEbNh6tpGJ7MMTiZ4b2TTMaN/TK+8aUGtlsa+id9DK4WKOq3kdduo+UN0XVOMR0s8Pw58PgAuMxCXKYhgmmBeKxqLEk6MV0dtZ6L2raHLAuRZiz+yP4naKnsEYQZw19UDq6Z9hSCWCkygwBlgXQBUdI5VC4SADao7iskD89xTSyCWJqbtBBkHm3OBgmZqGxWy6ZHZQWzhy0BKhXTjACwYuXkzATI1QZJBYRkua6yNVwyvABs1k3s9WzcuuHg1n3IKLXLcJoVjELg2dkCBxcBzoYxzocRlqGOJYvbSYF0mCPjZ2Zeb0SlKakapvKCp4WXp6FWZX6Xp/IKtAwLUQqG8kCTQEOwf20FSbCaRRqbGGyuihOyX0DzgEbLRaPlwfV4eFVMI6pPI+Y30F41VE0w2uXGCypWU1E6cKHkkHxW2lBzIZTXJ+DMxi+loWSOqA1QNivuXrKRriwr1HKz2g6FGqRAYCsVlYY0b8k4ZTaezwwr5pRRGckN2YNW+MoOTFYuSuRjLKYRNIKh/MHS76ClVyHgL0eprqHMLEuxs1W5gsE8Q7DIMeqzoZmI3ZmabJRDu5IRXO9mqG3kWM4TzIYJoiUPX+ojtnoWWj2qBAnKERjKhfVOdajKeHag0bLRoy0R3yezU3PJZnM9Ddu7JfR2yrh5p4Rb93zYVo7nDwd4/nCMg8fAwWMNfpVB82z86UgKsuNpCxkLM58fn7mSZHBySyq5Fvb2Otjb7eLDj65lLANuOlw0mJXMHMkI8RRIZsDN+1V87qsdUSJ//NEATx6NkY5ypCOqXS34zKEloCv2UimEAkeV1YwWpCbz5KEFKYqYtgoiLEdpy0Wp52L3Lq03evA9B5/8wzEe/sOLNTEJTtVGqe3CE+WrBYsKIs2BBYLByjqaACzB00gAOMVMdJlBjRxl15JngOroxDCQmAYOTl7g+ekLzM6XSPsFrNjE3t029u62cD24xvXwGtNxgsWE2LkBz/bgmrawsVJaVwtoujq42bnY2VJ5z0EQhPaovBaSv0EdhFaBQeZQpNRZ8/Eck9FUlE+lpolSy0BKBq5WCCEjW3AzXOW4SlYv1Xm2KB3CaKFsqwLaMtCeZJXPyUOvCpYW+zw5zvFQlWXY2KtgY78ihxtTc4QAc3l+javzvjT35eBmODD4sIPqPvX8GyVLRhbMkcynyHlgSVUmpm3asDlXqDLWCYDTgjOUwrzZ9GVwTeFaKdk+0yWCIJJDCUF8Kvfckiqm1CGOLCRanmRoN310Wj4G/QDnp3OxFWV+IJsQlmRJ89CplHB875rhC3hNZYjj2QhmIyynY7FOT6YasjmffzbQPNQ6DmpdF5obIDHHqNZy3Nut41avDNOIZZwcLoShRACJz91Wz4PPOV4xcXw2w7ODMfrDGAHJMgnZyGUUOpt2MYosQjiOEQxTGWxqkmBTLemo+Tq+9Msd/Oa/3BXFz08/PMN7H1zh8AMNR+/r+NxXqvj6b9fEPvf4dImzkxCz5xnmz1L82je/gn/xX/wa4mKBv/qbv8Z3vvdjHDyNZTR7VNsZ2Og56G644njw+OOpjG/+uodf/6aPrY0SPKuCIrUwG8WYTyPE9lLGT/4xxfe+m0nO6/1bBe7fNvHWa9t460EPT0/7+OnjYzx5scDZpYbrayDlmjAFbm+5uLXlQqvrWPoaBlGBgx/FOPhhgv/m17oytm61kXVbeDoI8Sd/9T6+86Nn+OrXN/DVr28ijEYYDi+RzGLYsxLKSQWvv35DxiAZ4MX0BMM5G0UFrs5zfO/7Sxlf+3Jbxs421aucPxE+/uAMH394jntv1HD3jZpYg/VHS6SajtZWWwDgv//2EN/59gClVobNfYhKn+rFMACevmfgyfs6XCNFvZzgtQdlfPVrPbz5dgNWJYJVjvH8eCDj8aMIB08ynJ/QLYvuALYAPrkerTJ2DNQbLm7ermFjo4SPfzrBJz8dC5lEo4vEyhqRxdPmdoKtXoLlOMX0IkOjXMFrdzdxZ7uFjcLFBhz8zdNnMvJWgs4dC17HwMmLECcvaK/OJqcnTgXhTOUHeW4C10nFsksnU7rwEBW+kGkq9Qy1FnDnfgu37zURLFTe9dHTGT76Ka3PAxg8N8HAZs/GZs/B/o06dvfqaHZ8XE2WMo5fjPDixUgKcZ6fSD5qbZqoNQ0sp8w9V+QqVaSpKpYNQSFusEcuDV6V5eOSoMUcdaoT5xquaHU7ZHSFA6vqwap48t7JCI6WC8SLhbivWFR32Q6qbUey0Jl3yUGmYhQu5GebOgkrLny3Ds+r4+JygOOTC4ynU0QJC/hkBdHSJt+RwbMHD/22WaBasWTQVSQjKFQwtoNATSGEnyQjIGjJYFYSQWDmhAUz2qOr/CfuiJLfa1mSjzuj7XqSoN1w0GoQoAxFuR7GwGKpI4xM6Mxqtk1h0tq6p5ogzCZMI0zmY8wCZqQry32SfHimIABMUg7tbrmHcPi09S9rArq3mOtbdRAxCsPUEYralE4LJZSsGvTUxuWLS1weX2AyYa4zLaZJ3iN4Usf9N2/g1t0esjBEHhDcSJEbmeyVxx8vcf4sFO0bz8NOLYfbUFZv40GI+SQVe+o81mGUdJhlOlIUaHUydDY1VDddVDdc6FkMjfck0pAvLSxnGq77qRACpteJjEq9QKNLWUaBRVII0Y22xsGEc47nshQOLafLFkql1ZnBs2DTws8rw3QJaEZyftQN2nTHsC0ChNxQMuQGSV7cuT3Jk37xfIbjA1pfqXOz75RQ8RooOQ2xXZpPqeiuoF5riMUfn0G60zQ2Sfyj04uG63PaB7NGYBM7FKXabDpdKSVJ3GBTWDU8CpI3jCWsyhRWZSbnUzYjaJ241WqjW29gPLrCZHglqgsWoMvAwfUVoxBoZZqJW4luzWSYLhXjyj2Fwi6J+HDZoCaJUQHACa93bCOLTMRzEtFSbOyb2L5vwa9zDlOtmcE0+Rmb0FGDhirGVwGOHx9jMRnh9oMSbj2gDX4Oq5RjkQTitEK79zSxkHDvudAwu9CxvKYtPYEjCzuvt7HzoImdbR87PV/sdJOZh4NPxsLc/uT9I+y+pcvY6G2j092XvGZGW8TBHFF0iDA6QKW2hWq9hwQG5lGM2WKJ6/MBrs/7QGpDS+kQ5MBlprFH56gpKn6Iz93fwdv3d/DJexF+8LczHB7PMUuWWBYhetttGaeHEZ59RMs3wPEZGcBitC/jnS+W8M67JAsAJ89TXB4DZ888nD7zsfs2sPMWsLnjYaNTRpHGOHhygheHFwgjyDO/sVXC9l5FIiKokuWaZBUbsPIujj4e4ulPz1EULnq3b6K724Rf7qNU7ss8UhaXfB1Dcs91rQoDShEnWWfmDJo9QmrMsUwzBMzRYw0Z6uIiVG5ybnyqIpMmZka79hpq5YbY7XF/Xcz4+RM8/ThBtVRHhegxG1DM0tZiWDYzpRKVmU4gjwBgypqUFn8lAA7CdIIwnaK3B9y4y0ovRv9iLo4hdJEiubva0FFvMoM1x+U5LTIN7O9vY3+vh8tLguZ9ccWh0xFVd9Mps8GUMlByqmjZH1uSNx7NIuRJiq3bLnq3XPhV2pDacq48eDLCyeEMt1/v4vZrHbFLN9wxlsxMO00xudahRy0YYQsB69uQrjUEgOtCNtadS+j2pdSyJPww/xhpSQBgkilJEBW3MIQwzSUsiwA562YbccxaKRFFvW4toJkL6RPQAjqLGWZfhcas4FWSkpZTAUwgnWdg5SYhoIP01JUD2M/Au2ucd2WZ+/J7PwMAvxLJuwJtfh6E/CporP7+JY4ktrUp3NISjhdITIC4jCS2EBGUY9bKApp9kJcdXjXfpE4RAJiNaIKOqwaiqEk/BZ4VKKxICgKW0U5X06Rupqqu3qjIuL66xsnxmSjjaJvv/D+kvdmzJNl9HvblXpm1r3e/3T093T09+4IBSSyWaIKgTNkKUpQepKAibPlB/K/8YPnFdlghWtxMgQRBEMQAMxjM2tP7dvfal8zKPR3f72R190DUi92IE7ence+tqsyT55zf79schtCX/YPSjYzAgMkGvQDAav0jkMe91HFISKUFtIbF3MdiTvBe5SEqBfDmmv8Xct9njfTNfVCqYNVc34TIPgeqFEDx7E/Z5H9+Xcuf+5WXUQI6XseylVuCUZwB3COovxQlLvuvpTWqAoAJYFMZyc9R5jHzjEMAmBbYguypHA7RcIq8VIHASl+pLE5zjbETCgCmEoTNQNbZtMj1oYEamZiEv0Q5PkmuuK7BYTahkaNhZmhQeJD4yKMVkvUci2CKZTDlVJEhObsEGTeW3Gzgl+rilJaYEZt8mxxJkqQronby/QDLxVIAM+bysfEtcT9iz6csjRXvgMICKliUikywB2YBS5RYLoQ+PwgRiI2sstdV0ckEKkrVrKBK6gzL18vyROYmicy8rxuHJNelA50p5EJRYYsKr1RDKpRUgXSlfe9G3Vhq85WYpLRCZydBxU2pbFgRpEg0yQsAcAmiSf4pgQohCBDO1eV98nU2K8UGLN0AwOwXqIRo8npoe6zmOx1G0g1IRGCD96eUGrLHT0B0AywQAI55finRJ/UaVJqpGl9UfHLsV2sKzzq8bvUGXRFr8Bo1uA0Sejt4+eVLONjbxnw8x2y0wIPbD3Hny3uYTxbquvHjUzFXpKIyJNjPMzLJ7VQAU5zCQVtLw6QNK4GSEDde6eJ//re/jj/4569jsbzAcnGBR09S3H8E3H+wwqcfH+H2rVOpm1g/8YKwB0iAnmd/OcurBLESKHuu/qdjIQFgRvrQsaLTboFzdkkAOE3EJrbquRh0e9jq9MSCVYA0weBJgGFEGePm1BrF/Y2fTDJ/CfrmaigKEN+HysQmwCXKdQGnNuSH8j0TUFqvEIc+TCrVNUYyLBH4C1RsHYc7Xez22nBCHU6kYbjwcTJfYhxGWJAcqOtotJqSd0y1pmc5qFqKqMveNwFPrttmxYVRIfmL14x7HR0bSzWviBmf05a4NhGwY442FdQkBCgbf/U8qLVLgcfsJ21ylWXeEOCmMaWIfKhYVeQNWTdKQJL3m2CcrLF0wjFY1+tibTv21xguAiwWVFUu0N5rov9SH9cOenhrt4fdAjj6q5/h6Ac/w+ch8HmoYeRWETRbSEkOChMZJJvQrS5KI0S0iaWtbkblr4acwKWpgyJTEZAJIEGyBD/bGnlOBRoz1hXZTrk3iMF8qfhX28bGvn2zL3Af31gdf21rKLfKjb27PF1ldrSswSRZmJxX6hqrvbUEmTcvIup/hROI4lae2TLGUNwTBMJQgPrG0tx2ZA8mmMlBEJhq4ApdmPIUdpbAX69Fsc4zLeew51bQbbfRoBCl9Eqh+lewEd6uMu9d8tfpsLhRBstcoJEyAWC6lFE5rBxG2XtkT5TPqCiAOSQjkupbRdrg/xRkq1wNMl3H9v4utvb3sLWzjcHWtkQJsHVN4SDrLclaL9cy2o2TYEGyu+yTXMcNS9YWeT3ZHxUZQ5xOuOfSdhTqOdyo17lPk2jGUTDvm+RH7jVxJGpqWr2vucexBV/mIgf+Cut1oOy06YrK7FTPEaB44S+xXK1gRDmMsFDPaq8D23MEi+W+IxnLpoG67Uo0HNdrg+KgKBbbZ46Liwucn59jTgUw13GuRXkKU8hNnDc6dGImjJviNRfaZ4KqlcvgesX3RsI/e7hRkCCMAoQUOQmpu5B7K+cMOooYpgzGIFVcDxXdAd9ZGmUYLZcYMxdeM2VQvElMXzMJNK9QcQN841UX79/0cPTlCF/+9AyPgx7Odr+JYOdNbA92sTXYxQ3tHm7o95Cd3sLo/hc4OjvFB7MCH8xzHOy/jsP915GGE0wuvsCKa6S7i8I7xKD/NgaDt5EkjAKh50mBmg2xw2Y8QMwojDBAGKzUfsxzOc9XFE9ZFVTCIZxwiHajgu5WD5bn4mIZ42KVYCe5h93kHjRbR1htYWEMMIz2MYm2YEQZjChF04nQqURoWxdo6seo4hEu5k9wMX+MybrAbG3Cdeo47PTQr7nItBEyjGGtM5h0OjQywZEUyH4JmnOIn35wgr//4BRuy8PVN7bx8mUX11srXKqvkPqMBI3hJ6nY/tNRczlrYrFoIKtaSOkabBD8XYmzg65R6W6pM6fYn/tw3QBVW4fHnh3X57mPeOHj06cFPntaYGvLw3uvNbHTZV02lT5eUb0MVC+jpo3QKI4kDvX43MTjUwNnSYjzJMJsmGJ2zjpfiekKgradvTo6ezVEBETStQCRBIG5EfDAKYdOWixaZNcrlgaZ9czbTchMWjMXE3CYR0aQg8+pFCAETZR4mKoVNkYkX1YsjTQBf+WkWFq0iL28WJ6UTJHyQKMOh+VCxAO7OmUqK1wevNmoywp4FpuHBtoNHf1dDf0doLFtob5lw0+Ap0cJJvMMTlOTUXEgQ4ssFCsb8UrDfBKIcs4nsBTTX54sBVH1A8y6TenBz+JaKWPDmCAOLVIJaAvJUzVquSowp5YiYuZe0G6wqstwmG9CdiMBU1qcxrSJjkRFRoUfCWZk/orV1yZgncWFND3ZQFDWHapSVQdLyQuTLJGSubUhjCj3all3eVDnAZYHV94P+R08EPOg52YwqEiglTabfDYXJnXwZd4qG7CUsZM9rRhO4kOsNjiNVogKiOIfHtIUCEwmm6bsuel9wMWbqpq4eJbTyyJXahBuEHKopZJYsQ29gYHqFnN7U/gEiSOyMZS1eGNbR2NLF/JBPOGBBXCbOmptG/1+G71BC1NmPM59Ub7OxvRcz8SehIr0dtdAu2eKRR5t9rIwx8X9NYaP2JwxsFoZcOoZvHYiP2MzaN6uSAbrOghVZhCLOslN4MGDOS3KHm+yjDBdkkzBIoV5dMymZcM7EuVuvgau3mjivW8PUKma+OXPL3Drs4ncSW7IBN5JpGBBRIISDz6StyM+IvwOetHTRj+R971hml77xh6uvbePRp/qYWWVc3RvjuO7CxQ5m6KOgKq0MaVaj83ZggSHlRoEH8kHEDaq8AaUKp/zRktTaEkCx4Sy8aV9cqeBereOyXKCyXKK5XgNf5yyD4W9qw3sXW3iiAzQR2PMJwThaX9B201ajKnMCR7cqLJKA/FJglnPYdYLVJuODBXdo5iXZOry0GRoVZh6DTEtT8vDIwtZsrvEVt3hKsJiFeJIQNBf8nJqrqiPaSkarqjciBH6ZBuWtljMm2ERQTYtlRq2IRYjVETESQS3msGr5mh1G2h1m0hCDatZitWUAHIo84LWmJZtqsJJmHJU6iuLJ7dGVYoHnfnKOjNUIkyHARbTCK7lyCFM7oHYkCqLZRIiXM+RocI92DwLRR3M+dDpUBVZw3y+wmKxkmdEkSR4gFcH1VbTQpM21aM1zk9XWM5pw8KmJUkZ6qDh1AGnkcNiBjkPRjqVclSRkHijbAXZ0KnyUGpRMUXbajK+aeWaotZI0B6k2NtzcONKF5f3m6qZHK5wdr7C8SnVNRnabQftto1Gx0azY+PO3RU++XSOyYjpd2RUkg1YI1qOhJameYA1M8VnyrqiWBfI1wUOrtg4vGzjnW928a3vbsOu6Pjhj57ipx+cIVxoorR/79vb+O739+WQ/sEPTnHrwylev36AN64d4OClNnZfauHh0xH++I9/iR//+D5mcyqkc1y6XsPlayT70MaTaq4EF8chLk5CfP93Wvjt77dQaxjw17lkYEaJhjApEGZrhFmATz5M8OHfEhnQ8N77Lt56q4J2m4rxCobzFZ6OZjg6T/H0zMTpmYbVSYzlSYxXX63j1ddqSIwcwyDE2TjB+R0NF3eBf/f7r+Df/fMb4gJw62KKp9MhVqszxMkE+5cH2L8ywO2HE3z0+SlW0whbuocDt4nfeP/X8evv/xpW5ilOszu4fe8Iv/jbMe5+vkRKC8XMwjvfGODtb2whTgKcn48xvBgjjleIYx+DHRdbOx4qNTKSHcSFjpkfYzSN8fknHBF2L2m49gat4YGTRxlOH2dYXgCLC+CVVyy8/a6Dq1c97G7X0O3yEJVAd1Lce7jG/Ychbt1a497tEEdPmWFICykq4bmnZGi3HAx6VfR6LjokE1VNPPgqwoOvQnhOC+1WV0hbTx+d4+x4hEqFGYc5tnoudreq2NtqYW+rI/Y9j+7O8PDeFDN9ibmxgFbNQJEiD/ZnTwg00PbfQ6Xqyd679lNlkcZsNi1FvU2FcyENlV6/L+Cf7aksT8lOSjMMj2OcPY4wPE0wGaVYBywiVCN+a7uGrW2uXQpkZA7tNEgwWyeyJhhGKjEJtkcXFdXoZENqepZhepoJ+NhokZVqif18o+WIZau/9FGIdQjQogp6p4+K6eHLzya49ekEBS2BmBtVdWHzPnrkoiomdRr7yGIftqbDNSuoeXwuCWyzYaKKXDYW4pDNQuXGwT3bdZvw3BYWqwCT+QKrIEBI8ESGKuQdowPb7Ijtm0ViC2gVthKVoVhX121pCs4XzFPNFGlG8gGpk01RdS3UPUfWs+k0EWBCMZIN1JoV1Nsk2BRYrWhPTTcJRjTEkpXb6hHAUXEUJPcI4Cs/a0MzbNlz6MzCJnKlWcCpF5J5T7UniTPLOQ9yQK3qwLUtTM8TzC4SdLoVIbB0urZYpjqeLozhWM47tKH3ZH2djkLMp2tkKQlOoWRniYuKQ9DEg+240PleaOUbFDKoqBscumJ9mKxsRCtD8nk5Vsz+i+bSrLJMV37OZz7NMkG9Z6HR45mGmbpAjUSMImT6LSJ+/hWJYib0vAKtILOWjHqSBUhQI3hLO+JImmHrOIe/LuAvIfs17zkVtqIa4/rMaBTTkWHbNdhODZaTwXTXkuNZaCEKPYQhHGSCxHSRKBSZ0OV50BB7+NWc1so8G7PxzfdmoUgsLKaK7MdikTauSpGQwHMN3Ly+g1dv7OLx0xWeHK0QsulTYVM1wXB0gdHoAlZeFeW1njlAyswrlQsK3YdRXcP0AkS0rvNTIXQe7Hext9tGtJ4KezkKDUShhcXCwmhkwQ/oeMKIGTbrZzJ0K5K1SXIJQxtJSFA8g+XSbpgFLF1FgDSyRAFc9wgAaugMbPS2K9LgnoxXGI8D5JmLPPMkM7XZrsoeyNxyLU+xs69jZ081m+kIsggCjFcLLNe0KrRl+CMN/lDDmgDwSMW0XHqzi8PX2tjZsrC9zdyfAvNhjqMHPh7enuHJoyn2bwB7N5gRu4te9xCm5sp5KI18GOZQxmJuY75wUKk10Rl0BKgbnZ5ieHaK0UmG8UkOo2KiOnDgNmnRH6DqxbjB/POX6rg4cvDwjoPxLEekhYj0GJ5dg2fXcXYU4ukDggxscLO5U8CuT2HXZnjjrRreeIu22CnufOHj9EmG+aSK+biK19938do36VjDyJgY07GPp8dTyaS36ZBWB7ptC70OrduYB20gT0zMRx7mQw+Tp0tMnkxRbXi48tY+tl5qAsU5iuJCrMcF7CToQlUcZ7Bdg2XVMKJDyUUI3WLmbgyjwrz1QCyTpRTLNYmUqXUscXFRIgytdApiIV9BtcKoF2U97K8K3OO+91WAaqWJqtuExqiddA7dSNDsuGh2aUHOZlyiiIx8fykbBbZkjcb6CrG+xO5hgktXM2RhjNP7Mc4fx6j0AacP1JsGGk1DrP/PjkiiNXDlyrYM359htZpKfA4dv5LYQBRx/rMBTnUc1xpbzsx0b4jWE2TpAp0tR0aeu4hjV7KFafM8Gi/w0itdXLnZg+OuoJkTREGKxchEMK0gD5oogqbUexGlUBrXEVeaaoU+lWdL9QdJPLGU5XROEL4CXeNnVrnvbMhwv2R/ge+TjW3uwfIMEgh2Ylk3SETjM6jnXRhZV8UOcV2Q+8UOLOeesjiUluYGQHpm5apskzc470b1p0RwSv2jXGJVM56N0Rf/bCw6/yEY+EW08msAsB3DayzgeDw75zKSsI4saom9k8rEVPWyqIoKlcuq7HlZ9LOJS6CR8hICkM8/G9eWZzmujKwSUJLXQtUoPMuTuH/l5S1cuTrA2ekFHtx9KvWPaTYlO06pjJVadKN04vman3WTWSzHDUa0uAWcilImzyYpZhNGOtkwTdY5SnGrGvMbi+HNVSn/W15iYzusrCs390ndEyWHVMpBRT6Xz7OxQS2tUDf3QVk7b+DAF8BkxfItf7eCAjbftwEB1O/cvH4Z0VUajz5XxilNHX+TzAUB5gQtLa1KN1CTGAXL3GNDXX0MZRssd0xjz0kTVxS5xZyvAtoroJ/PIqkLtk71CCPT6KTHPhSb3jxrhNInIcZKq0WjWMIkqUQAPTpTqNxRWspQTOGYprhtNKoklqjrenExwenphdgqkxRgOTYy2jGb7AGp1xdeu2RmUgGsgDbZrwmYUq0nog0NCZ3wMpJ7MzCjVzZHyd0loZo1fYp1SAJwIn1FQuSKksEZa4hKVobJCKgCOnt2BLctksFVpIgCxwkY8NcqldlGtamUjOX9EJCVsLyyCJXsVMahkXiSEIVU4IayVVf/Y8Yxew/yjsStTJExBQCW6fLCcy/zS0G/m5nG/glBYOmNEfTc2I3LnFMAsNj+AAAgAElEQVScCrV+qN9FUJhtDwLF/N7NS2xUjbLu8PM9Uwe/wIughTSzcS3uQyrirlbzsL3VRa/bVEBummM8nODibISQOYlcUDQNocwfAj+0VaU7iwPPJTHIKu1O6bxgw6F7W0E1dySRDr/7T1/Hb/7WNTTaOZrtHONxhrOzDHduT/E3f3UXP/vJY1iaKfeK7/uZSlvgX8YkKDB/Y09fLi1yPx2SNh1TWT07dL5QlsQShUebcNvCdr+DrX5H/i6gJediOdjbYeSdUoqTmK/WE3lNPgsbxX9pQ74hlyglMKO+1PwW21lN2bVnSSjPmiJuFAIwBWEI1y5wqW9jj2eAsIARAmeLAEdzH5OYqn4DqaHO/6wxxf6bvMvcgF0YMHOq8imGSWHUXBh1F5aRwykSedYZc8S1k4AYzxubdY/g6WQ8EWC82+2g1+2IbTbnARcPifuTvGG6zBFso2MPrz33ELXGcF6SnCD9bvb9GT0mAPdmneJaxWGiUauK4nQRBng4PMWj0Rls9rY9DVcODnDj8lW0KE658wDrB0d4cjHDk4spwu0Bwp0BCsOBHhtCsE1IGmZtxBozJjCfCKbAPxZznNmHEk8hOmLScjoWXEJUoEWO5XKG5XKOLCUQHKn8YumXbsTgvFabNbTcMuQ5VsSVjSJ1s/PIGaBkJDxTEZeYhFpCOGeIuykgWAbBujL3VwQYz3y4RSWkoOHyGVfOBAr8pVPCc/ORMj6Az3+5llHJ6VZcAWgZ50SrWAF+U2Y9K0EKgciaR3tiS+YizZqFVEIiiaGLi5eyqi73y3JHkvWDfU8UypZdGq3q/RCcFTKXZMPTdpogL+cNX58kZMoBuOYwlqqC/tY2+tvb6PZ76Pb7cF2vfNZMUWRTOMhItQrVZDwnlMQb5msTa4JlQbPomGjJWiOKYAGa1TlameiU100Ia0ppzeefQOnGoYH1P3N+SQ5JokjcLSSv1w9kNWbtyd8TxqoeZyYy18h6o44G3aZ0TXqydDxbLVbiKklcg/dBWcczWiRFt6UiVJi3zNxlCnlC35fX5DUlUVS9pwzj6RwnZ0MsltSaFoLXCsnKdVTMKftAEfu5zCUP0PAcNFyVCy3k5yRH6EeYL1Z4MjzHk+EZtro1bHVImrYkU50kFL42HT0IAMuo1ATUZJ0wWYeYBiHGwRqTYI1IXGrpPpvDa7JfkuKta3W8da2BJ/dH+PKXpzhNegj23ke+9To6Dea8D3DDHeKVygjJ5EtcPP0QJxeP8dk0xaeTDNt7b8vIghFWZ7/EcjHB3OghsLbQ3noT7cGbyrkoYU1UwCly2HRmtTWkNgWMRDm5p/IMEAoRiRprOqRQ+e7kEToNA4MeCS4GJvMUk3mCFk7RxhkcbQlDCxGbNcyc65iblxEtgHBRSIZ2zTZQt6bwzBN4xiOE4V1E0R2MLyIMzwp4podLOx0MOnT4nSPXZnD0DDbXSq4/OfV+VaT2DST2Ddz68hhffnEExw6xs63h0hZwrafjSotavwRGmCDIEyyLBKMFSfc2LkYOAq8O32vA1ZaoaVM5OvjsdRuMPFOxWTX9HFXjAgXjeAQHzJBHKQqKRDUHke6I+wUBcdfhOkJQKUTV9lC1XVhJCDNirn2Kka/hYq0jMg2ElomHD3zcuUW1Nd3SGPfpmOjtNdHbbSFgKHsaSPOOCzELLJt5l6aGmlcVuw0+jGRt8GC4jmP5SrszMoUlq6GiQAxhHCVcsJW1qrKMKb0bRClKybwK7KYVIQEXlSvC1y2ZdWXxJa4O3IjJ/CPzp8wIFnUiGUKcOByikFEHeK9GFU2Bzp6O3gFzBIHhGQtPHYfXLBy+bGHQK7DVL+DQYiuuIwkMDM/nGJ7PMA1zTMMC64Re8waCJTA/TcSKkH70tFIkxy/lgTUmMAEU9NUu2ZVaNQfqGewaLc50uDXaKZtiQcv9reA1CzXw3sV+jsVI5deWjkEbCpNsNhpJMcwB5cNu0/YqR8w8PqoKTTY2yZJU2T6bwmPDCJaCoTRSICjFDD5mDXMz5UZKNohGCzcPMmg5SYtcHnrWfqzk7GLlqJTaG1YV2ca05DWrzKst4FRpae3KfhYz4Dpiw5hsohwVLqJk6FCkHOVIo1xl8QZkbFOZQwsmxW7jjWKuLg9GTt+GPbARz3OEQ+YFkIlRQK/lcHuA2wXiCbA+VVmfVFfsvexi/3CA/YM+Ht+f4vGDCS5OfUyGa4TrDJW6sj+uVFO4VeZvptKkWE9y+EfA+owNS1oFkxWUQK/G0qhu1OtijTSfr7FYhNCobnQIdPMzEiwAZmcFZudlfm+VYD1Zc2QIa6oBnESMGYSeAy9fa+Ht9/uyQX/0d+f48pdjVJo6Kg02nXjY4zPE3Fc2bwwkVLsEzEw0YNMWlKSKJZs+6h5SZfxr37uJb37vFRRWiPPRMSbTGeajAosRH5g6NMneIjuXyqsQMY35Uh/riwBrWghwuxfylWIvcyNWWdhkEkWI1yFMjUAE0GjY2D3oY/egh4x5wUiwWLLpTRVYjr2rVexereLBFxMZs2GCiHbMKSTrgHbgZJZyUM1M9b0AwO0MVjtHu+/J4BwSO4U1QQhu8Dksoyoh9syLCNeBssURZroqrOVsUjYXvI6G+o6GesdCncwo08HZ4zXOHwfK+n2lCvZqjRaallgCUtlgUOFj61gFCc4vfAFcO1s5ulsFXKeBitPE9CLC6dMFxufMJFP52gS2OVgcGwJ6qNMnCw3m9NTrTThNAzZVnlGE40cTnB8zP8ZChQw4Fvd62RRn7ptG4Le0abeojGZzn2BCLMXw3k4TezsNPH4wxKOHF6KgYiHLZ73ZsNFoUu2sC5hJYsvoPMByRkAVCJfsMKjMcocgSDeHU6Vrg2pYLMcQ227N1aBXgC4BrL0Gmu0aVnNavOqYnc8xPV/IWvryyzauXavj+rUtHB60MR1OZIwXPoZLX7I43IoOzzMkl5pWs59+4uOnP1lgMkxQc3TJvNKsKnSrinXmY53T7jRDMNcQzgGscmirDG/+ek3GzVebuHm9jbWf4U/+5Cl+9KMzdNo62m0db79/iG986yqiRYG//Pf38Mlfn+Nf/4+/ISPSJjhbPMEHPzvCf/g/j/DTn4xBrgbX2Vde7+Lm6x3JnF/NlvDnPvKwkJz23/xeF//4t3qAleJkvMQsiCWDI9HZ1F2LOvurn8f47McxHMPCP/peG9/4jTqinA3jEEGSIEgTnE80PDyxcHSkYfZwjemjNd78ZhNvvt/EKozx5GiBo6drrEc21kMbf/SH78kYLab4f376KS6mT/HqyxGuXc6gOT1odg9/9bMJ/u+/PsF0GOFG28FrW21877v/A377u/89Vs4jnBYf44Of3cIf/68P8fkHY7zyags3X2vj0it9HL4ywKOnQ3z88SM8eHCE7d0C27ske1D1Z6PdaaM76COIgU++OMEXty5wfmLh7NjClWsGXn2b1jgFvvwwwv3PEnhU9lkFvvubdXz/n9Ly2FHkKBJ9ygL0zm2A48svAyECHB2v4bXYSKeiTtmqHuxVce2lFrYGFVkXCbocPQSOHwLdzg729/YRrCL84oMv8MUv74oDB8e77/bwne9u4/JhSyyIFn6OP/vxA/zpjx9g+4qFncuW7F8xoykWGaYnGqbHQL3lodai5TWJSbSXTZCGKqpicFlD/5KG6wJE7aPVJluQgGeAB3eZwzHG07sJju6QNMXcGhLiTAz2NQz2dfT6DfT7DUxHAY4eT3FyMoefavBTYHffxs6+LZb3JP/wGDOfqkiDyXGMyVEsuby7Bya29jwcvNRCb6eGo8cjIdkU65RTEtv9Lm7evCIA7V/+xWP85794hM52A+3tuuzPBp0xTBOxWPSxvAtkEOSsuR7qNQt1EnBqG9WMyrslSBD4MaazFZZL5qg2RBUkTF4S4RKybqm6XSOI1lhHazTr22jWdwRAIHGoSCOcH5/h7OhMmlH9bgNBEOLifCYOIzWPRYuLmCCx76NaMVGvOlLMX4xDsek2DQU+dgdV9HaqQlZZh5mAwOOLOSYXc4lX2LnEZiadQWhrq8glBt1F6OpgMNe5wPxC2aHtXK1icFgBjBiaEWE6jgTw4RmVxIN6w8HJ4wDHT3zs7dVx9XobnV4FFs8iJh1GWGxGcCt9eG5frLzv3jnB8ckIra6FZteCXjqskJ1b9UiO0fHkwRSnT5aAbwErGy/dbOGVdzvY3mui2ehIEXdyvFDj5BwnJ2dSQHf7HXjVqsQqcPR2bMlUbzEr2mOTN8VwOMJoOMRiksvQ8opSJlc9dHse2j0HzZ6GZo9XaY0oXclZPooInOQIAshgw4V24zzDE1BJqDimLS0qMI0qDJ1gNiNSfBjWWlkbUcUocSC6rB8k+pAAUW0nEgWiFdvQsC35hI7Doi+TDPX1khZaKRaTVCyzmYNN68g0XaNec/Ctt17Dt95+DbcfXuD2w3PyMeG0XaRGjtPzE5yencDJarDzOszUhcEoEYI8+lKG7iQwKox4iLCYRaIuObzSxuEV2gcG0DUf80mB6QiYjA1MJxbWYQWNVk1Grk2Qa1NhTRumL/VRuPIQrlyYLvOcU4CqTSsRpRTBJ7oT7O3aQoyqeY48CyR8HT1W+atrX8c6YM68I/npnW4NVa+BerWCRiNGoxEpkhkV5CtmO89FjbtObKwTB+sJc4w1hMME64tQgPIr73Rw+Y0m+n0N/b6O+YgqzABnTyOcn6QYDVPsXMmwcyVHp7uDTusAeuEgWJAMEqDe8GXcvbPGndsBOv1t3HztOjq9OibDY0yHx7j7qY+7nwXIqTLdt+H1dDiVBF41xaV9DYcHZCZ3MR8PBKjO7BgZHaN8B1ngYHQeYnhG5QgbIMows9Zbot5d4JWbddy82cDwNMJnH81x8pSAVgMF6njv/Qbe/WYd64WPB7eGePp0jvNZjFmQoL0PtPeAhqehQXKvUYGJGoq4isd3NRnxLES+CtDb83Dt17ax/bKHYHWGtX+OPGqgCBuK1KnxjF/AcT3YXhX3b69w/85SgK3eFkmkJP3MkeVUhatzg9d04LVJ8DNUEzIBzFSHmRhwLVMsI+meAL2KIDBx9/ZShms34NpN6FmAPBzBMmNs7fewddAVJR6bWMxtT9a0TqYbEak0QO4GyCsBtg/WOLi8Fgvwo89znNzO0bgKNF5mPadLTFKwLHD2KEW0MnHlpR5eeqkPaD40bYX5JMXwLJczXV64oo6mkwcz4hl71OvV4DK+JjlCkp+jXq8IAXQx8zC+qGI8TTBfzeFHS1y+0cTlGy1Y1hLARMhZ4ayKaFFD4teQrqqII10Gs+SVopU1yQpZ7gvxiaRNgucJHQ5Sfg+ztDk2qlEJiBSldFYEKBDAcmgdlwngSOCRUVa0n44jqogGogCnDbSW1wVwylI+v4TZSNBVKlU21DeNO5V5WubklviOIrQrld3G5ngDDKpEvBfUwxvL1v8C/d3AQi9AwCUAKk1vJ0K1NUWlPsc64JrLWr+LNBgABRURVOGp5q0CoFiwqRRJIU/K+wh5ehE4EVR8lOCmWOCWqZM5ycjMHSGwWFgCqvjBAnmxxtvfuIS337uE46Nz3P7yIWYTfl8LGmtInSQp5h6p1EUFhj93I6OTE++BzfObl8D2mNeZYnKhYzokqYxZgLSFViqYjQpZej5l5mIJh5V1XAm4lTmWysaXoDanjcqAVHmYguyVmY8bEHiT0fhi3vAmS1PVi88A/l/F8Eobzw24J68rxfEzqOCZcnsDYKv/RwFMv/pn82/PbYO//h1f/x3K3aV0232W2al+Qr3/f/j3bADn0i1LAKopzPwcprZUYC37SQkVBswazsW9rOaSLDlAv9ORswxzu588PZE6gHVvhQ3pioPMcZE7ngIZaEVtMstVDSpZCBqxWanyIw3kBPzYvNIc+Roz2owxcnkKXQgYPFcnyOJYkfVnvgCzBXt8vMMZM1x1ODDExpqkBkZgaIzD4jLq6LDpSKPZUu+yBheFKRvwG6Bfeoe69EeoGCT4Ky4ymurdsY4mCMx5y+Y0z3yKnFCuNXSsi1OkEVfcEgDmMya5nnz+xP+1BHI2KsBNs7OcEbKOqDmogFsCAWr+CwgghBMFeT8jOJSaQqnES4bIxgZ6Q1R5TmYodR9l9ugGENn8HJW0tWpFBlWFBCAIuPE+81dTGcfJFlAtF1K4oLIzq9WqACMEgscTlZdZYSYme3lUtcUR2h0Xb713iLfePcCrb3VkUDw0n8a4fWuIP/2Pt/DDHzyAQfIKDVDFIpzzgyCuCkbdqLmFOCBKG7X2bggbG6tepZYk6Kaed+l/Gga2Bk1sD5pi8UyVL/swzAtmfA2FAXT2IPhLEJmWuZKTKfb0Klf4ufkD930FStOiV9doy0yAjNOCMTsVFVdGhTrfe2mDvo4zUXu5VobL3QT7zQRamANhhtNFhMeLNeaMZDA95BILRntuC0kYC7lSiwuYiQYtouvjWobeqsiomEANGaqWiVq1Ac+rKWdJmafs59qSrX5ydIzJeIz9/V0c7O+I+x9FRtwN0jQSUMrOHRlxEYnTiMpG5acl74FAn46I9RyjwZCLZS3VeorMoSPVLGSahU6rhX6vi1m4wN3zR7g/eYLeYRP9wyZe276KtwbXkd0+xa3//S9w96ef4LjTxnG7jcG717H13g3UMwPeWQB9HmKZhVhloWSEsx+9ySNnv4w2sLxWMUHdlCQRRlisEQsASHeXDMMR65wRonSJNGeMR4KYBo1qiRP3BIl/pXt/iQ2IerUEgJWSf6PVV0+hWPTLWl86bZUAcPkEK9G9cIZISjHkPRJs53Mkbo9C2sihF6w7GYlTEsRIJhFSRwkAi9pbrREiyhLnKSVu4/2iE0PVdQV3cd2KqH03Dhyq08l5SqCcn4c7j8qRd2gjbdBN1UBFepHc4ymsU04fz9YPOT9QgficwiJ7i4D+FC0pEoq85xIIloxsxgbwrGOxV9rCjeuvyOBawUEcgnOY6ybXOfZ42fes016OsU1ir051LvEjigEcyQE2y5xgqs0VAEysRwG/dKShU4P6ynWD/SFGVjgivgnDtazntAWnM0IakcwaY7VcCXmF95kXi3NdnA5IpBbRmoVOu4NBuysCHDrcMFbodDTC2Wgk6xxPOmvfx3Q8RhrH2NvZwe7OTpm3ayPwfcxnU0RRKPeM74vq50ajhuH5CA/uPMJoNFZW3wQj654MvicSIHyfopyZ2FI36w0ZFYOOkBayiPWqj+F4ik+fPMSnTx7hykEfVw56GDQq6LgGXC1DtFwgXi7gujV4lSrcWgteoyPrzSxKMF2HKnJtPII/1xEsbDhVHe3tAlv7Om5cauGVyy0cHU/x1f0hpkUX2u47sPo3Ubc7qDsdXG/EuNGIES+/wNnZ3+N88gD3JxEeTCO0d96VgdUFwuNfYDE7x0XWwFTroLb1OqqD12DrNVi5A5OxbVEGnfuqVyDzCliFAztz5ZnJ8hnSIsA6NbHO6NqmSF7deoHtdgbXzrCYquGac1SMGbz0BNXwidReQe8tBI2bmEkNr/oVxAsq1goV+wyu/RhW8QWs4nNMHvu4uBdLVNzhAWtmnlV8FPpK8EO3phxYVitgndQRmG8iMN8Se2+uuVZ6jrYzxE4jwtWtGi53PHhJKiPQEiz0GOfzFMenOZ6ea5h7A8zdAeqYoZufi+342GoisLtoeocy6tlDNLKHWK3mGM5DrNbcbxQdbnevjt29Ggo4WBEXyujYm8K2Ewz0AFuGj3ylI14YWCUaZlqBhQ7YtRrseg2ffD7FT382wvn5GppuoaCdSrXjotb1ENFuMyOYkwpDiIuNLJTM4ygtXnhOF3awsHAUW08vyD5h0DFl/iqHRiuRrtKOXhULZb6CHJ5kFVTgiHjfm8z4VRmbUtiU4G/p6vAM1JFDQXm+4q3lRaGaWIBTSv7UiUkURIaV4jKzVl+qw6srFbCf5giiAH4coNcCem0NDc9EVQ4GVMORXUyJvQOXbG1m62k5posUDx4FePQoxPACMqgS4gIlTDCFmaHWdmQkeip5TgWt41jUUgUsC7P5TP2aBgSNlXo68qmOYT6Koq8q+waSbOiDrlQvsj3RPqW0KJT/LsE/VVARSOUmWnpLlAXDhhorCjvaRJKxaapsU6epy9g4SLPwJnWUqmRm9yVU/JC5GZMRaIptNRl5YvNkaWJbQPBPFYSlZUFIq1YedBW7jAcxDjb/qTwWRkOsLGXk8CfZL8rW5FnWNH+OmaZNsvLZ/OD1KGCVgLPksNEqONWBSBeL0L2XaujtVMSuj8qW43trHN0PsOS1pYkp5zNZQ9ysqVpxMuTrHMk8R7IsEAf83AZazQpaTcq3I8mdEtsnKmcyWxRQZKpSIdXukq0E+CvmkmRYTgosmI9q8lStNhgqfXhYpeUEwcpWxyiHi1a3iiTW8OirBU4erVCpAeKyVTJ/CeSRqUMlJpmyLJZsKpgbNngqJbeM4Pmg15DR36rLoJ/+0ydnGA8XCH2ldKLHnkbljk0SgWq40UpkzfxHWgKvSla3qqNLZntp/S7FWIaCluxy6CBIyAyYKhqtKnTeC7sQNVcQJGI9d/O9Pl59r4/Pfn6Kz39+huWMMu+yhGWUFZnszKQsDFQNDzXLk/sb6QvEBnP2LOgObRw53yE2GOGSLGfab7bQarewWir1G9VfVOpx7ivlMO1TDDiuAaOSSeOX6xSb7rzHoZ9hvUplzWLWt82DTNUVVpayZlRZlsw9pQ1eFBG1ztHdtsSWlY0pNsKnw1gamVQtSdaF65WUbTb/EjksMGdjYx9Tb3hiz1TtVuF1a6LoXS2YXxxgNfWxnPhyGBN7GR4sxXaHagwqUkqqMDMDPBMOLVIblijYOagomo5XWK/4OQ15ZlhGU+XV6Wvo9EnMIJieYr0qBFBdLzeNhgI2baDFvp/FF98zbSKY081MXlr0mUKc8GoV2FTCr3SEzKP2AySBj60B8NJVCy9drUlzcXu7hcf3TvH47hlWJAsVJPowR52HQc4dqvV1fP7ZGj/7YIXxeQpb04SN7tQUmcTnfIoIwqbwp5mQNIp1Lmq53/m9bfyT39sWpR/v0dMnPn78gxE++3iBd36tiXe+2YShVZCsK2JdvToZM2QUv/VPvo3v/c63cPfJI/zsl7/Ez39xhI8+WuDxk1DubW/HFJthqjWppD1/ukK4jHD9ek3GwWGB/UvK2Wa6AhYETPIYQcq5kGB8keD8YY7z+wVaNRff+cfbeO+b3RIgi+DHIVZxiKdnMb68k+DpUQpTCkDaY7vYO3QxGiZ4+IB2mxEGdQuDhon/7ntX8bu/fRV+vMZn904wX0yw1SArLkVq15FYDfzdR1P85Y+GCBYhXt8z8dalJr79zd/Dd775+/j80Wf48Sd/ha/u3BPQKfYT3LjZxI2bLQwnwGgKYfQGqY9MW6HVYXEfibq821YqqCKv4fw8w0cfXeDWrSl29roy4ojP4QzLaYjhMXPhC9x8o45X3qgJO64/4H3ngZ1rIotpYSXh5z9NZDx6HGHMSIY4x+4lV0YYUNWZoNvRcXhgod1WTRmSYo4fWjh+RKWoYpUmSYLpeITZZCJAUrTO8NqrfXzjG9sCukz4nE4CnIQznKyp/rJQa1pSKDI7ns9BTrUe7SQj5h5SSZSj0mATU1m78r3XWlVUWx4GWw1sbxMoAM6Opjg7nmMyDGXQXp159TwQ0HXAdUkIyWHbBFVpP0+GYa6YzmzislHGfZOFqDQVDOgFLR8hdtJksdZamsQotDsGOl2y3k1RN2aRgfOzFc5OV+hWXey1q+h0XNTbtkQCfPTRFB/+YoKt3R629nqi6FouWEQzj55KY6DWLGQI8xaOnKXymJnAVAaoxllEghNtbUkwY4Glkd1qisJDCkraJpNIRcBcLVSyiTmOK/tf1aX6rQJbNyVDNJhHCIM1QloDrtfww1Aanq1mVdjMwSKAv/BFVcIilgAw1b8rny4Vyn7R9Wx4NbKGqZBkMyrDah7CX4Ro9RkfwTWE+7wuShFh7hdAs1aR5zL2dVFFEqjxWoDbYMMhh2UzCiCF7zPPlq42BG10zGZKibu738KVqz3U6ibihDadoQJJyficu1gvXLF6ZjZylIXY2rewta+y7HgtmeWYJJaQcE6eznFxsoQEg4VAd8vFYN9Fs+3C8zg8OHYTjt0QYslssURAa6UkkLxlaYTrJqp1Swb7n4zE4L4znU4wm05kz0vWOip2VbJ2CQDTYp3K3IQNk4zZLczvjkQBXXYi6ccrmaOqmVFabpWxJlQR6wVtIjnX2TCLRf2r6WSmM14gRRyqvaNS1QX8bXR11LvK2nwx8WQ4JAPV6MKjzsWWbsMoKvK7wzKeRWJR0jVMK8PedhP7O03c+uwcX316gVTTUO15QtSi+8Vi4cNku7jgYKO6KjVGUjAPegbdTIS4RyXSOsrFbr7braDfZ86ciVbDxHJGALjAZKxjygxg34RV0WC5JHKuZWi6j6xYCuN6ObawGlvPbJrpqpLptA5U517J5N2ui/tBMKcVbgx/FcuaJer3SYbZNENrYKJ/aGF7v4G93S10uzVoWEArljh6EOHoYST57boX0w8OmW4h000EEx3rsY7VaYzVcQjb0nD5nQYOX6+j19PQ7QHrBUkAKYYnCc5OEozOY3T3UvT26CCyi07rsqivZ6Mp4vUC3V4k4+g0wfEJ7bwb6LUHqFWrMM1U7sWnvzjHZx9fSDOl2qHyVUejU4gCqNvV0OkCy2EF4yMXIddWBpk5BiyCWIUj5zWSUFerHLO5Lvek1p0LAMwogv19B8Mj4NbHGaZjAzuHbexcaqPixHCdGPPRCidP5pjNI+Ts0Do6qr0C1V6OipUJe5vW+4wIyCIHpw8dnDyoQEvYCE3RHBgYXKugsUOXk5mMYEa1tCNqCLfKKBmuHcoq/+mjEE8eUfnNa0rLa6rZ5kjTFbyGKcNi5raENpcAACAASURBVCaV4mTkJ3wGMoQE5yc6Og0Pg24NtZorjc0o1nD3ToB7t314ThOeQ5viEHk0haFFaPWraPdqQhrlWK8YA2AjpDqXTTm9gNuN4HZiNDtrtNprBOMYJ7dSnD/IsPN6RYZhC9sYi1GK0wcFgimjLerY3qujSXvoti7uPEcPSSZhg7ACjY1uKoUKQ86rJC5VvBhR+ghpfio5obUaVdEmTo50zBbMWaOFfYhL1zwcXqO7AeNLmHWcYzmyEExtZEEN+bqOJKKrBJvTJBor16gkXSJJV8r9yFUgn7yHzESa0oKU36/MURUrmqdbnusJdoaATpu/CLabwfVYsFFRpOJlrKIHs+ghT6ooEmYBs27n+s5GMt2CSku+DUhD14DS3vC5uO85cPirQIyKplFN068RUDdE1GdY38Zo8rnh5Aak2Xw17RBeawqnOkMUUvVEsnQXSTAQBQWt8H8VAFag7gZMZ+2mahh1rbhHl/s0Cw4BjNnKJoirMi555mBTlRE6XMvfevcQb757CaPhBR49fILJOBCSS7QmeEHAaMPMV4BkmZCJLOX+pgsAX/HYPEtR8ZSrxvhcw/icdQ0bvSoXWDWiucUoxUx5W5+BnOo6PwdUeY0I5Ng21TOMuSE5KCnBZM4XpZR9rgJWAP7X7KFLAFWBTOWN+ZrKe3NvXiASl7maz0DBcpN81rzn/S8JA/9/AOAXIWHJDy8B6l8FlP9rIPKLP/9MVZ2HMJg1h0jUhCbBezaeMl/+zdQScVoZdFtoN+ti/clz3MnpCEdHFwjXtJVlHqWNQppGClDYgMkEfTkEXJDnpvxDcJPPMH3SCKIykiTNQACBNZ7LPgzvDQFfuluIjayvBAyi6lLEQ0aDkfzOPpQ0ECTijP0xOrZwGWBdoFSfFELw5qv2l1JUi1qvtNMUWW3pokU7a1ECEyxgrS+xpkrgwB4Rf6cCH6iuIlBHsohy0ONXpQp+LmxRakC+IYIVBJSVPXPJQ1fEAIUvKYWxalMqcLdUlj9/JkqQv7yUL97vzdrz/F4/X0teJBmIHXTpaqD6t+zB0aVJOZSJxXFMGEQB5PxZycyky1pJMKjWamg0GwJoLJZLLAgw2DZcx5brzZ9hH6jRttDfdvHffv8GfvP710VxOpsucXK0wKcfD/HFJ0M8fTSTwevM50idKZXIaOOssFFOvri+CpgtD7Z6tjcHVJVrrq45XYtINFSWxaVFb/l3gnusTRr1GlrNJmo1quNUxrnkApeqYPlZuuOV9uK0LyfArxe0yaXrhA3dZhyBASNPoLNAK612gziWHodrp3ipl+GglSFf5TKGYY7TdQ6fyd5WlZmLz9YkPmccbLcwaoYqOAE5GQlTM1HULbGEr+UpajyTeFXJ+JR4Y3HOpUrQFlBsOV9iHQRoNeuizmWPV/XqFFjJZ40EWBMmlmsfi5CObLz/ap44hi1ZlHTTidlML0kLQnopowQSxjDQqlQi8NYwahrsnoPKlodOry+Zr9bJHMaDEWZPxnhyPMbYj2EdbME+3EZrdx+tvX0YcYZ8PEe8WGG6VkPZtZfWDRvmyyave/OslLvNJiOWX5krv1r5QmYqdLpe8Pmi0lxHFKbiYMToP/aaiSsoi3gCb7Gc3+UrY/3EIps1bIzFco3liuQxroXMo1A9/s02IUBwORWf5/cqi2VF9CgZIWXmBOe7rA0El+mQQFCxJDJt1mml8lcLxib+UkQlgrswX50uWiS5qHgFzl0SGKgA3qjUN+4RxGwICMvqK24NvP/KoUFU7ybdS9RHEFSGf2frPVPRHxu17TPwVynNhDjOs6tlE/htoN7po9npocfRpQW7igEQp5FSpLfZi8VG3LIFPF6uA8k3tyrqd9F2nSIjfuVazUW7jEx+dqFVtrwiiIgTJBeSZ+sjzw9qrVccLYoBlWCMUU58/oUYwM/HtURI4HRxVRnLXoU9ChdFmiMUR7Ulhou5DKrQXRJHGF2h65LVLUR5z8N65SNk/zMMZS5ReSwEH/YamLctPRGSp/l3lWtP0sAmqmOzVnEOrgNfBE18L6IqJpGK4O+CDqYzjKdTHM1mOJ5P0aElftPFdreGvX4NrarNGc8VBhYjjEwHTqUGh0TzTMfZeIbz6QyTxRITRnWlJpLcgeEwNjCH18gxaFcxaHmIUxM+awy7i6JxCUZjT+KZ6l4bO26GXY9g8xOMLr7EbHmEWbbCPFuh0roOt3Ud+XKI8PRzrOYjjPMa5mjB7NyA2b4Bs6jCTCxYqS6W2QafBadA6rADZsNi9Ke4QqyERJ7kFuKcEQQqQq3uFeg2CrHAptMlhYRGOpeRLx4im34lZERv7x3Yg9exCisygshAQCKoEaLmLdFwR7Czj2GlHyOlYG2o0bgLjsP9rIBeSWG4KXotR2LFGEF6cbbGdGljhpuYa68K6YZklApO0bCeoOvNsdOuYFC3BU/hSIwMiZVjEgBnEw2nUwtRcx9xcw9WcApn/kjwwbg1QF4fwDN2UDW30cgeoJk9lD306DzBdK7mL8fhoYfDQ+4jLhaxoujUPKDh5tg3J9izpogWOlYTG5OgwDhLMWFEbcWB6dq4fT/EJ18GGE3YC2GtSlGEZ8DwmLHDfLtMwCtinySUcmF4Nnhco7WZIsPJBLJsA45BdUEF4SqCv1hLI9N0CmkyquwFLlq0RGWeFw91tHhTLA4OLmhKxUrQkRv2JhNEBMIyZC3lorLxuxX3YrVoiIpNBWgIQMr3u7EtffNKD+/f2MFgtwq0gEUe4cOPT/HRx2fo1DR06jp6HaDXK9Dt6di5XBX1yNVmEy+3ePiBsNdp5fHzWwt8+OUKn30c4bNfxEgDThw2DgGzmqPS0jC4XMfWlTqCOMV8ycD2FIkAoRrMhBNfx3IayRDb21CXLFlVlLJwpSV2Lh7ttOMlo0GQE7DhWyAL+X0EaBL1vbxHVFJIXkBFFr40phWBUggrYJV2DmQW0b2pEBvNdsuSbNX6joH6toHlHNL8mk9yzEcZAgZgx7ksioXJOZFJY7nVcaSRTeYMgVSfdgl+IFnFMtYFUuY0pArYFZseWkywkSsbL+3x+JCr9yabT0lclf2/JGPxHloVZpQaKAwdBcFzV4NbZxORDC/FmCIgzSzRXr+G/cOuqHXOz89wcX6Gs7s5zu4VSEwNRl+D7tFqQF06svth5MgXBbIxFfT06DVgeia2eh62ey7SZI11uBRVpT/VZCjrLWaQ1XB4pSkHRlo9zuds7OVi7aYWf+YmuajVG7KprRZL+MsFDq/bOLxB9biOyYyqTDZIEgTTBI5XSJZaktCKQpeMP+bS0AtKpz2lmaJSc+A1K9AaFmIqy3sV3Ly6i1df3sXqYoHVcI7j+2Pc/2okeWDPnhdXk/xpEiFqtFbWNcxnfF5jmJkJM1fscQF/SSLYZB4JUYM5xyqLkDeN5A2x4+Ipw9Sl0e7UyRlkUyxFrWXh13/rEn7je5fwwd88xgc/eoSAqjGKrIhd0GKajLXMhJaZ2G53sT8YwDQLTFZnmKyGWEUqi5AKAQKh6brAakpbXQN7B33sHQ4wny4xny2xnAYIFrQAzTA4rMlocH63aVHMzXWF2STE6RGbnylsV5cMPyq667W6sCo9twHbdjFfjDBfDBGtmQ28lgwWNqjZYO9uV9Hd8aQhMhkFmI5izKfMetXQrLVksLEZRwnWq7UoR6mGV7lRGupNB7Wmjeagh+agD7fqwjRVAfzozjEe3T6WZgVZqlxXaaVGMk2wjuEHlJSIsz7a/Tr6e220tzzACqBZgRSc/PxhoCNYMjc0x2oWIFqH2D4Adg7YDKHtjiF5dcGCQDiLv1ga42TfWTatRWlxFIlt0ob1zuLfcBzCycjZLEpNAdIJLjjMezQi7G5ruHzFxKXLVRxc6ola6LMPH+OzD59Is1KvEkA20WmbaLWocqQde4ovPg/x0YchhqeZ5JDykFqnYqxLhpMG39ewHCdYjiIEY1qeq9znf/tHV/E//dHLCLMQH356go8/GuPTnwQ4vpfi9/5wH7//h/v48qMlfvSfRojmAd58Jccbrzh44+3v4s23voMf/M0n+D/+w1/j40+PMRwXYm388usVXHvdEbYZWWcnD0M8vLUSUPGf/cEO/tkfbCOKRgg5UhNhWoefaFhEU8z8BY4fUp1aIFnqKAId2/0Gvv2dS3jn3R2xiaLN2TL0Zdx7vMCHv1zgydM1dgYOdvrMYSFj08TRwxT3voqxGKZ4/y0D77+t47XXu3j1ja6w2MfzCIEfwWTxGKfwLRu+5eDDjxf4u59MJAPlnevAu6/U8d5b/0LGn/z5T/C//Pv/C6cXj3F4ycGll1xcv9HAtRsN/PmfDvHnfzKEVddx8IqLvWvM2lrA9ZbY3e5id6eLiKqtUwP3vorw0x+PcecrH7/7+1fwu7/3Ej776AQ//LN7OH40l+wZKo5+51/s4Hf+5Y7KoXg0k9zDdi9HvcmqQ2XZ/+c/C/CDPwtwMSLhrIDXNHDzzTZefauNs6MAZ8druG6EwVaEWo3uIGR08754OH7kYjFlFvZKCAuNloFqTRcbUyo+r17t47VXdyQb/rOPz3FyNkP/NWDwmrKXlOzmmYYFG/QrA40a1a8ezh7PcPZ4Dq9ZYPuKif6Bjs5WgVZXh6F1oaMLxmYw55FK3k9+coavPh4iTw0ZVi2D00iE3NBsk2FuwJ8m8Ce0V+T6p6HRd9DeqaDVr0juN5Xijx8v8eTREv7IQLZwpUeXZivo9hqvfruCm99x0Ggxk9dAOC9w9EWE49sxxtNUFFg3Dvt458a22P/O4yFGyxnuP05x/0mG/cNd7B/sYTb0cfRgiNH5FO2BjvbAwNZhBduXKpJF569NsV2dnMwxv1jCdAwZQZLDjzI5Z/C5rDYtLP0IKz+CY/E9ESgE4iARpjUZqBzMcOaouh6a1SbqlQb0zIWRubh3+7EMkvHoasDoiV7PQ7PhYDEJZOQJ1SJKSReHQMz6/pm9IxvXKp9PIkeYYUYr05B2ziachoXWdg3tnRqqXQ9r2gxmGS7367jcbyAPLczGmlhEx2mANAtR8QwB7HkuKDRVZCYJldJkp68lT3R3v4PLVwbSBJ9Pp7L/+H4iJLCju7mMNGfUh4l618ThNQOXrpnQdVoeV7BcFEISGV6scXG6wHi4VLYYCYE1WmequBAWI9VqBTdeeQ03brwmGVwkXY7GZ3j4+DYmszN0ek20e01lS6ibCAnILmMhFNEWjfZoSjvjiMVjv9uB51WluUorxtOzC5yencNyY3jMGCYBraKh4ullIeqKpbBTobNF2TxglU0r1cLG2elURhTS+kY18tiY4gh8HcGKts/MRc1R7zKjmOQ1E0/vJXh6LxX77AZJDR0XbQJN7QY6rR46zR50vYq88OQzR2mAOPeRagtk+gK3fnKBL//+Qs7UjX4VFarEEx15wrMywSM2YqhObkjDJ0rOEacjaBqbuAlSRmtIHiDgWAWqFR0He10ZdPqZjFNMxyRV2VgsSXIMZAx2IbEyBIDDaIb1KsT0BOIeIBEKdbobkGHO+6ihSZJg28LOoIedfhePv5rh1i+G4mTSHlAVbeH8NJRB8LK9r+HStQ5efe0Qe3stLGcjKaQ//zDAFx8FQrQbXDJR6xswXB26qyMYG1iPDcyPIkwfrqXhd/h2FQeve+h0IEAsiSKJb2B8keHsOMbFeYhmL0ajH4v6t9u6KmeCi+NzrFdTbO+l2NnNMF3lmCwLJL6JInAkP3vnsIudgy5+/vMH+NnPH4iFJLMZuf729zR0dgjgUQWoYfI0xfm9FMHaROFWoFdd1Csu6i7nFa3QlNL87NzAcpWh3p2h1pmh3QBaDeDiqYM7v6wgDqp497/p473v9vHwqxMZF6dLsVmnMqG7X0V7x5O1l0NjMzDjoB0bHSF0DJ80MHzahGeaaLCOaGWw+xGsBq0c1zKmZ7TbhzSIu72q2H6TrEMy9NlJhvPTTBrp7Q7VQ1TKL5AkvrJEHjhCysxo00cCRBIKMXH0CBg/BnYHHVy93Ee37wnzPskK3Luzxr07IWobC+gsQhbOoRWh1DRujcWdhKjBX5qYTRz4PgFg5mrn6B1k6B8yKiGEoa+xOA9xdi/G+GmKl7/RwtX3W6KK8VczjE9inN3RsLggEcNCvWvj0pUmLr/UxHSc4P5XXItI5KgISEf1E3OpqHzv9ptwqhGi7D7S4gj1agf1WhsnRxke3o+wCBLojGyo5Ti4amD/qngUi2puOc0xOWONo6MIayjCuuRXM9fW0FxYpieASpQsEMULeHU68XANVHaABBTDABJZoqEiQ1EbOQhiUhVIx7KVkFkcAsBVZoaLaaR8r1m0ZaRhVQYJzioAgbUMM+WUkkwpy1Q+7nPbZ2Xf+IJX4zMVDf/1mdpuY/tboorPbIe/pgb9h9W/CgxSQI5hh3AbYzjVubhuiJpp3UEa9IFcAcAkOCsLRzZECIwr8FcZx/K6fB0AVra1yiK65NxDY4+BIJj0VKj2zhAxdFtL8ebbh3jjnUtSB52eHmEyWmEyJFGAfQbVeBalMXsWAvqptT9n5npG4ltROrAxUooZajlGp8qBzZL5xcwz1SjfOH8pAHXT730Oam2U1qo/rsF1SdT1RMW9Wi2lafqc/M5fqbKRN+DsM2vsF9HRjSXzC418dYefv+7m29X7LIHor6l7X1BvlQCwKEQFAPj/pgD+OtCr5so/PI+ez5evfaxf+Q9eUwJLWs72aQFLT2DqEYp8BmQzGEYAS1+DwrJ2q4pGrYIoVKDHaLjA+YUiIViWq7IZDTqE0RWQYKKyHC297su1NhNHFvaFCIaQGChOOmyEMzuVqq8kESeuVq0urnAKoC8kyoRWndyUdYJaGZSzix9jNllhNl4+u8+SPywW0lTyyjFQ5chu+kil47bwTDmYW8tIJ4WKqCY8ne+oNKZlOkeZz8m5RBCDa8FGkSpudmEs9TAd9DgnWONzbMQoVAAyuoP3i9eQClvlwlcCvaJpUX1O1eukiOY5iCFN7nL9kd4LbbpfmEcvzs0NsPtfIwYIqFTOHQGVxWdd+RMoC3mVo5mWFrSKeEGVpyL6yRqoa6jWa2g0mnA9V5rdFAwwt5Z2s1QFO05FQMTRZIS0WONf/Ztv4V//m28JKWc6HWMxXwuZ7uI0xt/+8Cv8+Ie3pS/osM/A16P6uwRKCJZsrg1fW8gWvLeiCmXjQy0Om/WCPy89ZQJT0tRjJIfqs2xAd3kSSU4ARLG6vb2FdquFKkFgt6Ic22Quq/lMpbvjkaBiiPMMP3Mh+WShkFZstwaLPecsgpHFygq9yOBHEZbRGq6d4OpWgcNWjnReICWZMDUwzk2EXPOcGjSTUWxK4bmOVVapMj9Qrk8Ek+msGbsaGPteKXI0kgxVIdRWRKwgNQnzmOX9E4xXyneVx03RFs/giUTxEQimGphrttx/rcBwtsBothDAn4AJga2m4aJlekg1il5CpMxBNl1R7pskSBU6Ys1ErFkYnT3G+dN72Dps4p1/9Bbe/c130XZ30XJ38fA//RC3/rf/iKejBcaXryK7egXXXznE9ZuH8IwuPLODaB1gOact7gwX8zku5jN1XzfW6Dp1x+zhq+dA1ncqWkt1ZcUlsZgAvv2sT8l+LutApfR2BWtgJBvVoezJifCIPTKp6RJVH60W0uOjBa8Q7eIIi8USp8dDnJ2OsVyuREHKOfgMAxGlrfoje4z0r0vnj83+9UK0PUVp7F86EntA4ogCBgXYlQafIqFwrTQrNgzblHmxjhmnw7VJxVwyLpMxlzYt0W0T9VoV9TrJDLZYPUvONe3fJSecoC/7eFTBRmK3XyFgzPXW1mVIvJNOMg/hWrXSsI4TUtULGeobxbJBha7toMks7m4XW3v72L/8EnpbO+r9cTmOUxnsndHJi+6RBF1ZP4d0CUszzPwVRou5wDWdQR/tTgcmrdZzgtIKQBcTfRKZZS1S55YNUC7/TkCXKuKQyt9Q5oFY3tPumpiDZFsr9bbYiJsmojjCSoDnEgyrOIKtyD7F9a6AALpzOh2MJpiGAaahL+rrVr2OQaeHg61tdJstsXzO4wTnRyc4Pz4R1TDXEJIENopjxhENh0M4rot2b4Bqra7eFwqxkvb9pZBQSMjmesXPI8+rrmzP2deaz+YYj8YYng8xmc0R5gXW4h6RixPnznZTaort/5ev92CWJDuvxE76zMry5vk2r810j8NgQBgtCZFcAtRqnaggqQ1pQ9If3JBigytSXMZSIEBiODAzMD22/fOmXvmq9EZxvpv1ujFgsCfu9MyzVZk37/3ud9xGW6K/2nVfCS1J9DA9WLaPVZji4PAURyfnWEW0qo9RcC3wXBrwSJ+XdbRy+jTR7m6j29+D7fdQmA3odhP1egsNDktD3WK/bITJ1QnC6AqmP4bhj6E5O9DcHaSzEeKLx1jNJ5iVNcy1JvL6XRla6sKITVi5AUugKw2pRZCUaIgif3M90jT2E5QFNL0I1mCRZwONGuDSIVXnulWiWM1QrOZYXHyB8fFHcvbbu/MtbN58D5HRQKTXcTnPcUbLYy1Ft1Gg2whgJz+Fk/4UtbSAnzpIgxSz2RxBEok7p90ycKvfwq1BW9x5Xzwb4YzCz/wehvl9OJ4Lt+bCt05R179Awxmi5RuoOYb0q+cjWptrMFwdi8zEcGHiKvCg92/LyK9eIj35FDrFIXt7sHs7sPOejFbxHO3iGa4uVnh2UOLiKsMqXGEVLXHnjoc7+y4Kt45ZXidIhj5FQnVg3z7DbecMq4mB0dDF+bzEZRTjMqFbqCYuVS9OgceHJaYUf8k6y8LJ1aG5ujRhqZKkgpFNOWHYVYAcJy+95SW2k4UDtyxhTJFVZMk/bLyyKcIDgeVCMgFYFNFmg4cFybdde8vz4FANlS1fqXfFAWTNlFAB4JJ5UGWhCAgiG2hlw0RVEHEhErLW38vXyAYeUtzrNfH2oIN7d5q4/XYNTk/HTz+9wE8/uxBlGPNlPa9Es6eh2dXR36Kdno0t18e2U0e7UaLRTsTWbRJkGC0znBxlODnmTdERpQbmcYZJHGPGvJSaB6/mChBKpSGZLqVFew0om+gQAroFc4IZ9LGorG7W7BCyG0X5y2KtUoNKRg8bXMwYrsymqDKoDqpi88yi1bSl8GO2yTqbVoqUKjuFqoJ+r45Gk4dsQLcLrGhBkCZY0uZ5AqwWtHqkfV2VFsQNyGLzl5bJhlhZK8sYWhvronwhS1QsnVekplExrjJ+CFBTLSRMSsk8WNu/qI2Nuw5z3akkXucIcSNko5yFCwtxxzAlEzM2MsmttdlnsTQkKw1poEleotdis9RBo1aHpRuYTiaYTidYTIDlBAAVHD1DAGAeUHMqnAlShyUQF9CSXA4zsjG6OlotR0ZOMC9IRLmxmtKGtrjOg+v0HHQHLEBKjCTvj1aJpQzDzJUKmZkGFpsWZKOFYlNx/10f99+pi/Lh5TPa4DGXi1akhSjFhN3NLBBmTZOvVxWotJsUy0luWLoOq2XD3nZQG7jo0aat7mFytMD0aIGrk5XYXjMfkH75VDKI95M0cdWhiM0xHmxYHCE3BRhcU9yEFK5TM1sFMFQsMuG+VmE1csiuzrkmG8SOAYcqUk9Hq2/j7rttGb/68By//vBcCq92z5aMT2nAlhrCaYZomqHl1dGtNwUAjvIZonIB3beg1chu5FzMEMxyzK9oea1jY7sjI44DGVK0kKlHo8C+i1bflYJRFjhhY5EtzudOQ7QimK5UzCye2ZBgsUimI5+sIJhjFTIzWWVk0a6403Ph1y3JdObBdDmNsJiSIchDFA8cFhp+A816A8EyRLAKESwjWQuzJK+yeKlIpgW8iVq7Bb/dheNzbaR7QIbjlxc4fnkp6ytfj22z2UK2PdW/6rBIOyw2r2q04GvVRAFcWiFKM6iYj7S9ITBrCGDCfGRa6lMB3BkQSCnBHo9k+8ZsmjOMnnOVoDXVBgr8tyxm5kAOao5dQ5TQ8p8uACqPmtaAyFWemm2EsI0It2+ZePOtGm7t19DeaMCtOfjFP57gFx+cwGqYaG158Fu0oipQr5do9Uy0+iY++zTERz9f4fwkRc6sTgDNgYnmwMJiToW0huVViWBcIpkXcOxSbEP/l/94F//hf7uLs+ESf/ODA/zyF1eYnCZIlyX++N/v4Y//pz18+pMJfvRfzqAnJr73h3fwe//ihiinnbqJH/7oJf7yr77EwckCBjNWWhZ27wB7dzSxTOfg+kJbsFbDwnd+r4Fv/24dy2CCVTBBkOgI0xpWcYl5NMN0tcDlsY7hsY48oJ2Tho1eA9/85k28/fYmZsu5YlEHERZBjMtpgmMSCFYFWnVbxuwykUGl1tV5LoXxv/1eF//mj7rwNwr4gxzTaYrTwxjxqkCf1vS+iWGW4yrL8PTJEo8/XcAoNLx3r4l37nawtfEQ2xsP8NGvTvDDHz/GZDFBZzNHfxPY3aPSysKHPx7jwx+PxAlk/60Odu/UkOcTGXs3erhxo4fToxK//lmIF0+Z2VoiSTW8/X4db3/dx6cfj/HB314gXMS4+4aLe2+4uP3Ax/5DH0cvVnj8aAHGi339m3Xs3rJxchrg5DTET34c4yf/wLwPQ9aM3paD7RsudvY8XJytcHm6Qs3LsLGVw6+R9EMA2ES49BEsaAGviUWiMPHFaolZvcrSiPbnnZYjtsWHL6aYLQIM7pvo37Owmmlid0nlL601+cwoSzBblAbcy+odDf1dHe0N5pEn8BqsOToosy5WS1oOxxgNQxw8neL8aIletynDZL5xpYbkqYjPE2sTuoUw/kHFCzA7lk4UBtKgQBYUGF5GGF6EyCIdem7BtXQ02jna3RK7dzg3LWnOsCEXLIHZkAB0iYvLEBeXATZ7DdzeZTY1wa0AcUFbPWalGOj2m+j2mioz83KBYLlCu1+gPSjg1Umq0sRadLnQMZ8yb5PZnDxYqdwsV430/wAAIABJREFUHieZystajwQWEjnWNnHKFUS9tiBI5H2KDRGZWmzAa4nsN5ZGBrMFG3XYWh1npyOcn46Q5LG4R5DcxVzgmss6UlkC82BF1wkqcmfzBPN5quIj4gJFwlpIiLxSZxKoNnSy62knpSzW6h0CHRbchi5W06swxqDlymAeGRvWUVBgOmJDIhK1qlczpChng1zqF51NT947unOUaHda6PY6sqbHYYhwRfKXUq/Q/vvwaSrgRbPvCcjXHpRyrePQRBSyqchaTkMUFZjPyPBNRbWrMceSLjF0SimZHR0IO31784YMn3kvDRNxvsR4doYwmkmWWK1eE3cWxlAw6zdcpggXbOKqvZHRLBztNlXrXbSaDeiGI+q+4XCKIaX/5hKGy8xOMuNUzWmWZORSLULVCAftq1Q+VS6NfkMaLHQQEUu/CgRQxLwKuCDrtkZrXKDRN9Hb8mT+vHwS4eUTKmmpri/FdrxNO6uWhwbtj2u0HSQhiwQ7S+YHfaMKY4lcX+DkcYyTx7QrZJEaI2N28bxEOGOtq2y2bLsN196UfXEZHSNIzqW2Yl3Gg1lh8eDPBjkP0xB1Jodp8EDuYTYFTk7oTBABVgLNTsRFo7vBRhUJOCtEyxSrKx3BUIfpMQONqieVAEiFdbdrodW24Gg2bM3G6YsQB1+QsAJsbDMCwcbZ6VJGZ1fH1j0Tt95o442H22K7e3l6gcvTS3zxcYwvP47hNAxs37fR3jaFrMMxPSswPS2wPM8RninFx+CBgcFdEwOqXDdYRzpgN3E6KnB+Ggmb2fEjOPUI/c4+NroPkQY6Tg9PsJpfYWcvxc6NFCsSP7JSQNHxgSYOCXcebmD/4QDPDy7w/OAck8sQqwktqIDdNyyx1yeR0akVuHyW4fgzMuANGA0XZt2DnhvQMkNcDEguYKZclFootFKsb/3OBDU3l7Eae7g6biJNfGzv17C97+PFpxd48eklFnPm72awfQtbNzvo7zZQWiuUdoCCGahiL0rrP03W1OGhI4NMfr9modbO4W3EcFqx2PTRT2d8VsigTXdvUEfNp/0goxtI9NMxnfBMYqLRsGDoueSExVGA/rYjzkMUzNMtioqyrFAAwfgAGB0CN3f6eHBvS2pJw2HWdornTyI8e0ISjS/DYBM7i8XCnWc0DmX5S5W4gfNTE5OphqTgs5Bi906Bnf0CaRIhoGpllGAxzOQ5uPVuXQZdCtiUWk4KBFcOkqUJs8qr3tntY2dngNFFhCefjXF1GcL2LNhUMlPtYdBdwEWzVYNTo9vXECUmKDIHZeZiPjcwnWmIGb1kMge8qGoo5QRG1x4qz0enGRYjHXrahZF2BADmoIMHLeRZe+d5iKwIBcC1awSSlAMWlTxJpRhG7tH3WmXXMuNWT4UYqxmMM+JIhJhDAg1rfObvyTGzoLWcJ0pw1r08uKg2I7mtVJvwrKBAPpXxt87M+02l3uvKNJUTugaAq/gZsU5cw39rBelXIbrfBIHXQOUafqSTglMfwa5NFS+ItUPQRUoAmM4GdBQjQakCrCT/V+i5FQAs7k2shVQG8HpcN1IrC9oq5lDAByH1Z5koprl63XuwhXsPNpHmEyyDC0ynK5wflbi6gLgcEYAVAJivYQ0AS24gFcAEjgC/WcJvEABWe+nlaYmLEwUm0gZ93dRdg8DS5bu2gH7d9lahtGscncpzWklSxTWbTQU0VCAxJ8saJFIGmfIjpalc2XleA+1rdW11374C/f6m4lI1oJUlrVKeV3f2NaXxWh2+zulVr+N17P+rJILfVPG++tqvgnqvz55/7nP/NBDMppkJraBbDlW7OQyqvvMFM5dgGlQFJ3KmajDn3jNkDsRJJEDIdEaCC58vRYxAQbAqVkovZjbyWlQ5pspiVNkJry2FCf4SxCH4S7CJ/031m1ibunT8Ykaw+jhrdgIr7N+waU8RSBCR+BxjtohElcezNsllJdV8dJijso//iLWpAluFIFgJhfksy9wQ95Wqv0HlsCjF1MfXgPBaiEAQloCBgDUUU1ApSwCYVqXsu1wDwAool+en4FnZkr4fr1OwIjCRCKBJoEV9zet5n6+tGxXnQOxkK1XtOiNXAM3KVv6rqu/XraJfV/5eOwqsAeAqe7iSx1+r7EVhVzlYr9/7+mPyHOqM4XHh1RjxYYsTEQf3bYeiH9uR/gDPAaPJWMiR/+5P3se//ZP30eqwH0S1Hs8qJcZXMf7ubz/B3/23T7FakMhrwTIcuV68RvP5DPP5vHqO16p/9dyLu4KAu8qlQWWVK+BcAcCySUi/8xVJ55WtbZXSLraqnU5bAB2+H9bZcn+o6K0EKryHtmTnGlVGtAIaCLYwuqXmt4S0YDN7taQJLpWcORZxgHm0RN0r8dZNB3fZuzgJsDxdYZIbGOsWYtODRns/Ol4wEJsgFhWJXHypYK82PLosJUWOxMyRWAUsutplOSs42Y+FxF9ZB/P9MyeUBJ8qwVz1MUnGEQUkSfx0lFPKaEal5Hoh6tb5MpQ4Ok/XYWsUcVEBbCHMAomCTKhE1UmAo+JZNkpM4gTjmDEfCRrNBHf2N/DWg/t4eO8e4pMI0UmM40+e4+WvH2OclYh3d0BruE67gW67AQcO7NIWEC4sI8SskYQcQpeIV4puZenPO1dlwVcZ3lwv+HUEf0lA4PxUezUdBgr5ufL5KmKACkqOtRu8rMm6mlNRFVMkawMJGQSGMzoYUtwxwnQ8ERtjnhupIJX4QbGQVoKYtSUxgTuxkJesaSW0UuKZTK6dWElXojRiIGJJTtvvqo+q9l3a3jJOSBFnOC/4WuT9V6IbrrPiNFoRSEgGEBU7gU9x9FQqfzpmURXMwa+ncyN/hKiILYr8UomQ49mH6w0/7vFn2cRoKCKhk6LaTRQIy/cEeIxn8n10ej30+gN0egO0e33Um22pQMTfoBKYiVOCVFisDUmwzhDlBIFzcb+bk1hhGuj0e2i12yijFJBepVLri/q8Infw2eR/yxpXOVOKbXkF5PP6r3lb/BjPgqIOrtRv/HlUAdNtTeYHrdRbTdSadGBUqu01D4zrfMx7ztiVPMEqT8U2nhEJ3UYLG+0u6o6LxWSK5WSK4ek5hmfnsg82fV/WkcV8Llnco/FILNkN20aj1RFcSJFxIFm/JB6w38Q5LGdqkh1EvKfA7flsgel0LqAkgWAR2dGinXNYgKBMHLHu39nC7lYH/U4L/XZLqd15Bs9Ujy6IMkzmK8yWjHZVz1qsl4gpxCpylOyd0VGWdTDJtIMdbGzfRI22aDzQ0F2G198w0WzV0WrVkcUhllzz6VbknsFwzuC1bqLWuokiWCIZHWM2vsLpLMQF3Uc7bwLdt+CgCbeowS4sGASyKRqgStbgHFUOdLIX6Rk0EsrpilAqV1s+W5aliaCCrv2+k8J3yDSPoQUxluMDTIefIY+naDe6aDZ70Ds3YHT2cLmycErOG1NZ3QItJ0Ct+AC1/AM0kaDFlTwqMZ2RzKPBbHkwWzVs1ksZi9FSIpvolDjR9zHR9tFottFotOEUxzDjT1AzRuh0GPHYxGpuYjW3sAqmWIVXmKUlpoWPud6BO7gLb+MuguPHWD75CLqVo3HvLmpbu9BjH0ZcQ7t8glb5BBfnAZ4813A5IYaYoLQTNDwdDU+DSTu15jb8ZhfbbRs7LQ137ee4az/D5KLE+bGJizkwKqgCVi4nrLWen2v48kjDZKnqWQGANVsXCy26vonLUqWOlM2zUtxK/qzFxYwXUrFiCURx86IKVhO7WjbolDKVUUdsiHDDrfk1yZOl3SnZIGwksitYSKZOxYJbL0hkpVQgl2wEFaNfMVuVj7+EbIssWMlBmDlB20cCHNfuC6JOBDY1C3uw8I2HbXzvX21i/20fHx+P8dHxGE9/vZSRFKWyG67r8OuFDCdz4GYOtroFbu2muLGrSWN6c8uRZgWL23FiYhiZeHoZ4fOjOT59uUB4ZSAg2znQocVV06zBLiWQLHLE81wanBxVBIYseLwmkodbWSKvvf5Z2KwtLGRhZl+Sl08sPpTlH1dogoY5dwteW4vIfoEypc1tjppPhQ3w1ju7eOudPckZ1JwIqyjEF5+PZAQzIORDwiwUYdexKU6mH1+XUp9qZIDqBL0gQeJRRDWVUnwUkbJn5cGg0aT9AFmcZBORhcUsI1oxKAsO+cMXT5s8l2pMZUtMm2zT1a5twLzcgVs4CLQIc31F7YY6fDEfam4jm9kwagXMppoLBdUazMpKqTBPAZs7H2D5GuwGbWwJPprIyWQbAvGQRXcKq5bAomU42XPESl1TMmARGSgCQ+4ZlTXxKsMW7dN2GmIRymtCO7/hRYzpKBXLIuZO+E2CdNyt2FhXhAnOdd7Lt97v4M2vdzG+SPDpz2c4PWRmHh8zsp24BHMX5YHVhOPZkklLW2PJB24ZSMIM0TyD27bRv9eAv2EjmCwRTBaYHsSYvozFdo0Wc9zgmm1bRlkSsDcRL2MEs5UwwywC1Xou9zJJFElBegZcB2xNXT+Z6epwR/CXGzsZSsIpXtfcokDS0e656NMOZtOG3cnhtHM8+/VcBpXaWzd9NHquZGywBr46XGB4uICekv9DsJtuBCnsRoH+fguDO03JQJuN5pheJpicl4ip1uvW0Owy/zGWQQDToEKazTLbgGHrWMw0UfgxP8x1a3CdGjynBtty5b2nAhrT3gliExOEAcIoFOvnvKTtlQJsuwMX2zca0gw8eLrE4dMlMlp6hIlYobsNWwBZ2pzStpMbNwfXO94rFuskwLi0tK4sWEyXmYG+qJBpJWhaGYaXM1wNZ0KSISOfm13N1+F6XHfVs0GWP0kBqlNCtRGb2Qlgx6qAlswM2uYpa3xTikINrscCTpM5zPzBLGEuRwOm5ovtNmsgqpovL5eSy9NqMa+YjdIOfK+Dq6uZjGDFOa4aPbZVU01L0HZzhQdvuPjmt9u4ddeH4ZuSUffzH13io78for3pYveNJpodrissfBK5pts3mpL/+vOfzXF6FCKhdW5eoLlhoLmhi506RzAyEU8sIDLRkxzmAt/749v43vdv4/PHM/xf//k5Pvv0Cg2vQLep4xvf3sbvfGsbjz8e42f/7RQNu48//9N/jT/63rfx4uTv8fzkR/jJTxb44B9oMW1i546PjRtUHUdodiM8/1SNzYGPBw/beONBA/2NXEYQr1SEQFRiFZlYsskZLTFfhZhfmZhfWcjF2aFAt1XHu+/s4t69AYbjS1yNLzFbZJgvC2QsbJsOdI/Z6Mpu9fHHUzz+xUQUo4xJ2Bl4+D///D7+jz+/h2FxhmF+hudPFvjyoxDZ0sBbb/Vwe7+Fg9kcB9MFJhcBpqch6mYNb+3fxL29LaTJAkkyx2xZx2TRxpJKD20CWAu0WxnaTdpnL3F0sER30MLNu5sYbDcwm1xhOhnh5n4XN/a7+OQXAf7qP18J+enOm33cvNtCaUxQ6hM8+yzB5x+naNYt/I//cwe/90cNTEaRZKl+/qsAjz4Ksbvn48/+4x7e+lodH/z4DB98cIrHn2V4/HmOVo+2kU3s7tdgWXwecoyHVJ2s4NeBrS1TiBhxpCNNTck/5YHE0BvQ0BDC0vnpFUajmWSTM/c6DJdYzudyiGMjnmSW+sCB37cxPM0xPFNAopQwXH8lkkxDv+/LoDKx3ibol0KzltAMkjmaMk4PQhw8W2EyjhDEyjLpzbe28fDNbWGLJ6sF5tMlRqNAqWSbNlwqUvu+vNcipf16geU4xdXpCldnXI+V3Z3tQgDZwaaBO/c83LzlwqKNZa5heJni/Iz5nzrMeh2l7eD4aIKjo7EAXwSW/aaNdocuHS5TcoDSk72Kud48Q3HNJoO00Y5Qb8eIVgQxAyzpGECXi1WJMM0RMTPKtBUJy/Jk/RSmPHPXHNo8cn8yYJH845lywGJTIUppl92A69Vh0qBGo5X8EmGwkGwd12jIiKluosMIlUhWJqRDHoTE1q20hRHKzOAiVXZcJxdLnA+XCOYE+0gWUWQ6rnFOU4fD7Ha/Da/eQVmKGRJsh5mQbMRFWE6XMghUESCo+xYaLVus8s9e0Lo8FgWs65MpqQh4tMO3fXU/els19Dd9WBJVUBPLKovNhCzDeDzFmBZNL2OcHEQCmmzt1kUVmJfMWowwuiwwGubwPBu9zRq8Gpn8VMIxBkFtu9wnqD5kNtvx0TkuzkYwChtG4YjzxMZNH36HqmweZFXNR/CCmcwcMQmHJESwFmPGGpWDMwJVOTrtOnb3uuj1W/C8BmzbFxID52eUDZEUFwgT3qcCIQmACw05DwmVxbfsQQRWSN4iKJEAtbolNtzcQ0j6JPGQ6laJTKgY8lbNgNvU0ew72NhpoNn18OLpEi+fEjxTtllU4TY8WjyRka4Y0Nx76o0eGq2GZHLTYtdwEsnwDebKansynWA0ORG769FxhNFJKMQpzk/f20Sjdkv2zMnqORbREeyaLkN3NBmiOuAcJAuY3+PqGPQH2NzcwnJV4MsnFzi7mMCpU+FLB48c9TatE+mQk0m0Rr4wUSyZW18Nsh10iJq823XQbJiYXK5kbZ5dQhSYnANbuy56mzZOTqY4OZlh+56F/fdc3HqjgRu3u+Kyc/D0HAdPL/DyUY6DRzm8joXdN1109ix4HV0ch85fxDh/ESG60oA5sxA1+LspGlTx7jrY3nFkn7Y0H/Mp1TihkGtKPUTJzKDufewM3kW60nH44giL6QV2b8bYuxEhMQoZJ09zPP15hmBq4sF7fTz4eh9hGiJIQ5w+X+LFrxdCdNv/eg0333HgibtHjtMvUxz8KhMA2Gk7sFs2FlcZliMSdVx5lry6h3rHhd/RRPnotcawjRSWkULLfUAAwxrCpECYFjj5cobTxzOJnbFbBVoDDzs3B9jYaSMuR4iLMcNeVKZdTscTE3lk4uIgx+VBDoONTseB3y3R3Engd1O1TiEXperkLJemDPcA1qzc70M2bCIbcUTLYjbMSIDIMR0thei3setgY9dFbmaIy1TyJUl8ZSN/dgzMToDbNzbx5hs7aHVsPpVYBAFePI3x/FkMQ+N6R+cRXRQcnq1J5EG3S8KgstO9vABesBlwyciJCIWR4Pa9ArfuF5iNYlwchzInlcUmsHXHksHadkl3nNSSDC7+rixfSeZut72FXmdbvvfLRxe4ulzKGcNrGrAcXQbV/3RFoCMBiYEqz5VRFzwT1mBR+m4QPs/AEPrdOzl299lILISkRib88DTBcmTALrfglJtC5GINisIRsoWoV7VcYqN0K4BuhmLVXurKakwA59xFnnHvrKEsaRW7gG7GYttvWOxHqFxEZm7z4KJgOnUuXDuH0SEgT9kYfaUMo8KJJIR1k1jUZwLErK2HVdeRhFeufaLwrPIpFYBcqQcry95rl9JrmPB1aO6fUABff1qdi3Uzgu2PYHpT9m7lflIBnAZ9uV4EfwXcXgNdPHtVQK/6m59i83gNAKuD9rU6mOdQ+k8J8KEUwaJG5JmZzmHIJeZgd68Ny5tDs8YSP3D4LMPZcYl6jTECLQXgCj+YlRXPOZzvvFca6u0SjVYJv6kAYJ4hz44KAZEJANuWUgBeZ5heW+W+CiNcf04pf1TfgPeo1Wqh2+2IKovrPmOArgHgNYNZOsVrEFbdy3VjaA3EvgJnq9zW19S/r0B5BSArgG0NAr+yoVVfp97Huq+xJgn8cwDwb1s4V6rFSgL9CtBbT45Kala5hKqf/brKuAKyXxMwrz8tOdDSXKWDDf+vFFVjmUew9ByWyTqvhEv7QyEbr8TVIEwWCOMFMjopSDM2QR6tZBBgIWHSJDgkP5dAGv9WlqWi3Kd1Mpv/jFBKEyRUaVS9PEWMt6QBvYgCRGkktrUcnm7ApVI9TcUKlyQvISKlOYIwl1zslL2+iMRwOrOQ+EEP3cpJTrUs5PlXZ+L1s8xmZ0VqX+cCV7EcCqjVqkH1FC2gNdVHqtRmtB2l0lI+p+vXVtli90kA2KENMcksGpYL1tSREAFZM69d+ORr2WyvrGh/Q3BeKQlVjV71V9cAcDX3vwryX1MRXpsLrwPAsp5UAPDaM2E9Ra7xaP6OClxRhI7qt4ioRAGT7FsoK+VcrhF7EyTPs5fCn7MKaMGb4ju/dxff+d27uHO/h1v7bXi+ikybjkP88P97hB/94BGG5+xBlPAcEhK3JObk9PQUZ2enFWniq8QJ9fxLdJtJBzKlAOT7FHBILLkr4keVE67ed6XMFHA4l/lKkIvfQ2Xl9deIBa56nlg7cR4TAHZqLmyffR0LNY+KSzb320JcqGnUlJBIwPNjgXm8wDSaoVXX8Y03unhzp4HLLy9kjEsDE9NBTDtMq0aLB2gJc3/5PKj1TrJubcY10HZTvZdISxBrqeR0u3yva7KN5B7TTVOB3wIKy6QhMMQeHQFgBVISNBQhEK9ZmSMyC4RGLgAR6zUfFjqaC1e3kDG2QoMQ2afLJSICqpVPhibgVIqDyQSHkwne++928d3v38Xbt3exa/UwSBt49re/lDE1api3+sjrdVg+Y/QMcQVdzmlFn8LgOkDCcMODwVzqmoc6QXkC69X9kUjI6iyoHBVUD5LOoUmayOeYY806jesNgc0l3UbCRNSryqa9ctXMaYvLr6HDHQmtPK8Q7FI9/EariUa7JR8j2JmlMeJwgSRaqj0xJShHu2jaurNJwP5cLupwxvqtViuxoKbCVBFGMkTMUedeygxX0xKnyjhSwC/XBUYf0VGAZyWSaCkaYZ22FrsJcFs5UiicRUVBcilX4OdaGcv5T7BUxcZRDVxzbZUb7FEtXtmiy9qs1uhlNMcynElMD+cJz5zdVhvtZlPWc1nHr7PEuYYzmgoC1LZaHQGAu/2+ECKkG0x1M8nztIYWK2dGdrCnrOzkqfyNsxxJWVSDbnuMxaQDaQs1v45kukAy49kzkGgo3nOSzLg2yH2zCEISqFd9ZtlHZM6rQyZVwHQ65Dq0DJZyL+Q+lSXms5kMgUZsG36zIcrjdq+rwN+K+CeOAqKeVmsBjTc5WJMznojWz77lQs8LXJ6cypgOrzC9GolFdK/blfVltpgLmYXqcgo+WP1QmEcCkrquFfmn5N5LshHJpGtL/EKIV2ow0mgpTgQSy8DryPxkgnZZInGQe5ttPLyzhRvbPWz2OtjsdhEGscyp2TzAeMp9PIfheJKxTHiMXYFZGmKarqQvpieF5JXH0rIkALyFze1d1N06DEacJtyjQxm93W0ZXGeSRYA8nqHUX8oYbN/DYOs+DJIXpiNcXV7gixeHeH4+grX1DVjb30DT2UDL7JAGUkUlsnLMkcp5iaJCOmhwz1ZOBcS1+LsI6iuVPPcAiqM0tP0I7XoEM9ZlxKsrLJdHiBcnyBcX0OIFmvtfQ+v213CVtHE6ryFJdbh6AU9boqX9CE38PTrmAh0S31MTi6UvOb9avQOt0UZdv5SxmixwdU4Q3cDSuYGlewOd1gbarQ3owTHy0S9Bc+iN7RvoDHaRxG0ZZyePcXTwa4yTGEGtj7i5jebGG2ht3Mf06SNcPfpAMIveWw/R2LsBBJqMlvYlmvgC52cBvnym42quw9/QUN/QsBzxLBWj1tlF9/ab2Nzdxc2uh5sdDfesRzKujmIcPgMuFwYWpokp1+A4wDIK8OQU+PxQw/gaAOaD5OgCApcEfwn6sCNFppygvVzwSilkqASQ+ko2Wj5/iuXBcxrtOyUnlCwLWjEQ2OPBUWwbPCzmIaZjhrQXotZgw1IFvqusDP40Ar8ML3+1+KsHXj34a38FtQBLZkxFv+PiyaYTwUjZzOm1b2h0i0UzBNpL4N07DXzv+5u4/24DTxcLGZ/9aikjYHwQ80IJQpp8MHMB/8rIwFYXuHMzx91bBu7fqWH/FhnRGhpNDYFmYVHYeHEV44vjBT57scCIbPkzIJ4DyZI2J5rknZJFExMAXnADLlV+sKzzLCQY5MzGnll5xPNwpTZvHs5U5i+vk7oGBH9VfkqVmUt1dWWVTfBXIwgmwfC5aq61DTTaOu7e38S9Nzbh+FRgkgUW4NNHY3z2yUgUAFS8iY0RgTjaSosCiIs8wV8ywLkZUAnIvFcyWbjJckWjhwHpHGpDabTrcGs20jRCmoYKoI+U7bM6RLPqVF1PaTS4ZGiqjYxNRpuAravDTWw4iY3IDLFyloi5EMRAFmoolg7ypQPNzWE0mLeaI7zKkczX7F7A7mhwuoBTZ0FnyjXONILABqILILzk7prC8hNhLDrMSiHHgZutCeSBhWxhIQ1YfNBSLsPOXgs7N1ooCgbYUykVi4XaYkamkQIS/IaJepMbIS3uCHzT2plgn4l7b3Vw960OLo9DPPpwhNPjQDLGmOUrJwlu7rSxMA04vgO/4Yn6x3AL6C7nDhvqueRMb95vweuYOH1xibMXl1ieZ1icUznF71dM3Hrdht9QIBObYVSlLiZLsfmt1eh5T6ulAkG0ztehPRKkQapxLVjboZHhS/CAppK0wSETkXO7YpDz2etv0SLQR2/HQaKHiLUQZ08jnD0JBZzY2KtJs6+gvUyu4Ypq5cM5slWBMmYOpYZ6V0NjYGDnYVsGbZ4vzsaYDmOsxppYD7tUzlJNV8sEQGXmFIETy1kz+nVMR8BkxOeLbEEPnluD73hwLQcJCzApwqh8LSSHhdmKzMASw4MSqLddAWu6Gx4G2yw0dTz5ZIGnj5YokgRlmkoDnLboDTY3K4sVySVmNgSzsyOuUcrSmWQKdbCjL4kNzbLF7tNhFrVFAJqvgeAsn3fFUuZ5wHEI7DD/hROTh0nmdbFQVVmLupOJomTNoOTvY7OKxUW9ThBX5XXz2s5GIUaXoeQzmjpzYnzFvNY1zOcRxpNAGnEEgPm9ttGEYzRFKXY1nCJg1jIb5oUGz/Xhuj60YgUtX+Gddxr4/d/fwK17PiI9wzxO8Iu/n+Djfxijv+fh9lts5PP5WELXY9y608HNu118+eUKH388w+mPxaEaAAAgAElEQVRRhGRJdnqB1oaJ5oaJ2SjDdJQJAJxMbZi5jbsPDRnvfG0L735tG7/85RT/6T+9wIvnU9y77+DuHQeb/To2+w1MjxNcPgvRa27hj7//h/jmt9/Foyf/FZ88+Rv8/Ochfv5Tul54uPdOC7v7DnRrDt1c4PR5jNPnCW7dauK99/t4+GYDmk6lQYA4Z5YIrcxKhImGgNmjcYRlkGB4rIkCmGSGmmWi3/Fx/94Au7tNsWE5ODoF+VFFaUOrWbDaVLlbyCITaWTii4/H+OKjCfScmUU67t+u48//zR0Zn18e4bPhMZ5/ucDLR7SgsvH+72zi3lttPL0Y48nFGPE4Rj5O0HWbePv+A9y9sYfx5Dkm0+dYBD0swxsIqXWyJsiMObScLOBQ8tJJvqg1fMl2YTbLbDrFbDZBj+rRfguffxLg7/5mjNkc+J3f3cLDr3VxcnKCk5NjTC40zIamgLz//j/08d0/auKTj8f45KMxDp9T3V7i1p0m/t2fbePO/Rr++q+O8Nd/eYT5zJTR3axhb7+GzV02hMkGLLBaRDJoFUrLcL6+BfN6wxLtbk2GYbShax0EywKnp1e4upqi03XQ7jm4Gk5wejwUdwDX435CIhOfO0cyMK/OaX9VokZlp8smgGqSDjZ9DDZq4mTAPY92irSWJJFJ1xTgfPg8wNMvFlguEwEI/ZaJN97YxP37m0iWEebDBRZTqkIJiKZw2xZc2jczZ9yvIQ5KLKm0HSUYX0SYXIRSAvGoS+VMu19iY8fA/h0Puzsu4lGBaFzg4izF6RmzQC00NjtwWj6Oj5jVNhLWeGHQetFBr+dLni6BW7L0CaibNi2GSSZhHQfY3gq2u8J8HGI+InhQIKIimvurriHXNThs9Jmu5Jv7NV/WFN4fZvrRspmOIMwHpxNMlGaYLNiwo6qzoQabiwSRImaTzxEFAcqUDHhGENAlhPejhGan0KhsksOnAVOjQteFrjFzPhVA9GIS4GoSYDFNsZwlSAlSBmREl7AbrBlIVmvAdprIqBiLWUemsKjGLgMspyusJkuxUOdG1uqa2NiyxTbt5GmKy6MUpsNcIgK/0qeBV6f9t43Opo1230O7xzxTE6ul2ktdNgPLAqtohlU0xdVFjqvLDDWf7iAeGk1LSEU8xA3PlLKfEQybez6abQ+g5RGtj6rDZ40H95onB7Oz0ytcno+REtQNcnS2XAxueGLd6tYVOMMcZo4goPqagIuK4Ugj2qJGKMtQ6hLmDTcbPra2ad/FBn5DSFGMFQiCFEnB+TOUPXC5IGDEDDNLhtSfZCqK1bY6eNNqm/tAs01bckeiSta1IXPl2PBQzi6ASbZqTUe9a2NrryHuHIcvVjh4sRQFLSNfmILtWSVcAjlUE2alRDLU6x20Ok10mHPUq1V7rYVgRStcB4vVArMV1aAzcT25OglQ5Iw/SeDoXdSsXWGzLZJjBNm55NyTlGowisKp7DXlpK+h5J6exLhxcxt3799EkhV48vwE58PRNQDs+rlkgtMtYzUF4pWGckWSIPdcRmCoGpO507TR5h7q2houj+cyojmtmG3Uag56AxvtnoWr0ULG7Xc8vPnthpCROM+otj56NsbhswkOP01x+FkqWbt7b7no3rAF/HXbOo6fMvZghWRsQA/YhNFgb8SobabY2XOxu+eqNUDzxN1nNFTOBWlGcmaIQfs+trvvIFkZOHx+iOXsAjf3Y9zcT1A4BQq7xOGTFJ//hO4UGm7cJUmohVrblHXv5MUSn/1sJEqJ2+962HvTQb1ZoN4scfR5hme/oEOQjlrPhtdxkK1sZEsbaWwjTSypgTyqBTuZZABzuFYKx85g6z4svYs0cXF2EeHsIsTlixUun69EbdraMdDbqWFnr4/+ZhOr+AqreIiY+aCSZcLnk+uNheFhissDAmMmdMtCrVOivZug0ScALOEWmA9LGWxotduekAlWEa23AgEgy5zqRVoMWgI+DM8XmE8CBQDvEQBOESMWAHgtOpQM4JGGm7sD3L+7hZpvIEiWmC1WOD5McXTIQwNrQ0WqJMWPAPPmwMLGhiV2usy0Pb8o8eRxifPLTLLFSyPGrbsFbt/NMTxJcPSEavwCTk3lmfd2DHS3DSFH0dbf0B20qXzwHHEPCMMZ6rUtNGrbuDqP8eLLEaaTELUW1dGWRBzQvp1qZF1PpBaVpqLpYHjGTCxeS1qlsp7XkNEqzM6wd5cjlfNqtKSTSoarswyrsQmn3IGDHQFhs5Q5n2wE8ZDBGlU5P8FYAjoB3gAFreDkjycq3jz1kV8DwDOYVgSLamaXVbulnsHURZ4yw5iKWGW5RxccWo0aGvPElBWmYq+yb06psSVntbWy7BUAvLYfVK5kr+yIK/DtWtSnDFrl36/jcl9FbNbs9N/6+KsPaEYIszaC4UyurYyziABwDyUz0uj8ReKnzO+1NbGqXYTNLxJk1ZAhKC4Lt/yt7KEFFJc9XIEnvAzizCVgXSLK+U7XRafLvSZAo7uQ/ff5lylODgohhJKcI9mQ0n9VFtCifqrI4M1OiWanEAWw64uhI04PSpwekiDO54pRM2sAWKkNlT3iGrRZA5pK+cEekVICFmh3OpI3yN7IeEwAmOcJ3qdKpapo8a8BwOvKao1sveoPrKVDSmmmcpx/+8+rHGIFulbjGvytWvVrJedrFuCvg7TXwNzr6PJrv+w31OVVNrLYWctcfQXK/VP2v2u44LcARVbSBFPlXlGVpUQDVB+ygUwLRZt9IoNuWAROMmQ54zBIEFkhLQLkZYSiTFDkEfJoiSKkclhlUop6UiMhXDXJSRZUQB2jl+hKokAAKsBIEBRXARYGYm2nizJ4GiyxSkJ02010mdFqGPA5H/g9SSggLI3y2PyeLWPMScQnyY1uVDGdsRRIq2B8lb/IfqUIJdbgbzUnhKyg/HbVnKOajr0Wg6DfGgReWzErVTzBZVHk5lzTK8CtAoBpGSuq2ZKuVNzXlTJ+OQ9EBey47D0Ii75yIlP5lTy/i92xXsWiVYCmegCuuQrXdIbrKfDaPHh1r183ilbz5Ho+KEj12hJZiQl5lV593TVhQVxTFbh0/Tokp3Q935XrwJowTmCYKl7+Bq4bFIbce7iB+w828N7v7OH9b95Ap1eTtYP5zh//7LmMl09nOH65gmU2cPvWbTQbDRwcHOLw8PA3Hz2Z9mtiBa8X5w73DDq6UeXHjylFqCJnqM/xPvGP9BkrhwauFfx/zlex3OX3X2ckqwumVgnmWSswzanX4NY9cRassw/n1+H7Tekh1TQCCZJhJmOVrbDIFhj0XPzB+/t4/84GXv7sqYyrQsPYthEJAOxJUaxTTZ7SvULNPwGAmbPNIQIoA0mZICWNvsxFLUehj8pD5lmd7hzceyuwTnzGlQW0SaCvUmTyeRcHPM5jqm7NDJHBZ59B1TpqsNGCB0czkeoFMq3AeBXI4HlOVLXMnqQiOAuwQCLj2/9iH//yew9xq92FNdJQHqd4/g+/xrN/eISwt4301n3ozQYcLUOZxrgaLjC6msPSEhlazYHWoFBAxYFQYUkwl4rWNcGC10BAYa4X1bMtNuTBSs4g/Noa6xFbWUEvogTTVSTRGmLtTWBcroMiFSvCE8+qlmAKZUXkavW6AgZybaLlMPdGS6clLklNSmAm1+9aBazEZwI6RgQdFQjM/0+oBk4SBQDHMXJd9ZrjhGdYBeTRGYBgMONBwvDV3wSDqdoUERvBFQHu1fMo/9DuliA944jEEVBlJgsBjUEohHEqe2jPZb+Tdb+tAEa+b7HD1xDEitjDfZ5zag0Ad2j1TpKExQxZKsvV85QkXAMLIV41m22xgG61O7IW8vWTFMJ1j4CtAuNtWRPTymI+pgMECS90YGAMpOxHJLoxZsyXexdOZwgnM3HUIpDL/YU/c72eCj9FlMC0bK7+5v2ryHeMgSDRX87aMTEHldvMFzKbzxUATBIF6/66L8rjZqddzSqSyFl/KiCbIC7B7IKYDTEJ2qrLtCDqyfN1iNH5hQxmBQfzhVxDAuh8/8uA5M7ltWW+xAhU7MJ1dSG1RkHxlXrW16RCvsYZnTdERbzCgn1kEg8qO2wqgBPOaWJsZYadQQv3b25gZ6ONfquJXqsp8yoKE0ymS1yNF4jSHDbJGDVfYjR5H4IyxYpEVQLAYQYtzLBMc6wY39hqo9Xtwrc9eLkOLS0wDZeyT7d2t9Ha2YbNCLeYzETWCC+Rli+xvXsXW7t3xUVAi2IBgH/1+Wd4fHAEa+dbsHe/iZa7hY7dg6M7iphCtTxp6rweBJ3EiVMJmQSCpHpdHIOpYK1AYsMRAlKnvkK3HsAmsTWxkJK8nowRLU6RXj1FNj+FtXkH5sYdrIwtLDBASTFECbgI0db/EW3jQ/jlELViDmQWkqSPtOyirHVQ+m24eAkPBwipxh7SQtxA4G0hdLfQbamB5SmSy0ewigW6WzfR7t9AiW0AOzh68QjPH3+IYRQgbA4QdXbQHdxHZ3AfkyefYPjLf4QmAPADNG/swohL6HEBv/hCBp0SP3uqYbwyMbjrYnDHw/g4w/iYcTubaO/exebOFu5u+bg7MPDAeYQH9q9x9TLAweMU53MNM8PCWDcxj0PMowhPT0t8flhismStbSq/RAKGmsPJQXBCKYAlqLqyOyAwJYvCms1WLT5KCVzKRbWEkVVZ97pUz1liJ6XyWDTMZzEmExZ0yqaNi7AU9QRyBfwje7fyu68YfFJAVzJ9ZeWyZj4qpaQsamtGRWX/wEw6yabNMqyyFMa8gDkp0a9buLnvo79jI3ESGafjDKdjMvqZ5aB+d5mROa6JeyFJtK2WgY0tA72ejq5foktZeFfDVkdHp+mIdR3PV4s0wzTJMExKXCUlji8SHNFu7STH9ETD8lITW+U8rio8qTiqvF8BPsm6ZkOvstmmlJ9WhxmLT8Vi1shsIhNGsl3WB1gW+coiW9VuqoCjYqrdtdDu2tJ0aw1cOUhJDm9Ei8UM4Yr5gcwRjMV2lgdkORxLnhvZ06oovGbhVlZJyhFEE7BM/V7FNmNlyQWNOUEs1mhnkCeZ3CS+bhIIaPvGRrS64HzKVTHOhTJJK2Bf5ocGI4AMvZVB79IqqEA8A6IpL50FrbAFANY9ZdUTz0tRAK8zDWobOji8ulLWcA5zIeGCspyz0ZlJmDibFVTz0E6VgJm8ERQIZjoWI26EBSwvk+Zft9dAp9uQDX1JplyYSENQlJEZrUFot6E2Qh5QaIvJaby5XcfWdh3tLQ+dLQ/nxyQfXElDzifwwsODND9pzV3CYL3IAsjwYeoulvMJVvOpNH/rbebI1iTf0HB0vPjsAi8/v0Amv58HObJ51eGsjHUUzJkWYJCkC2ZSs+EOaVTzOWUuAMFHVsGiLOftqSzIpc7lXOX9zblcVKxQKqkLZsloSAmkhhkGOyZ29h30diyEzDjJcszOU8zOmZ+jwavpQv4odbZ8dbFfj+fcVHOkK7LDNXS22bgy0btdR/+2j+HlAscHE7G1NKWBw2JfAdOOQ/CGWXKWvA/LdpDnNvLMQRSUCEPmRqoMR7nPzGcO+FyRSJCp90hLSFp90jawTBHGJaIE6O+0sHOrA79DZU8sh5zzFyUuXrAgDGUw665Wr8DZ9SFTnlfa8jHPXGWMkRnNtYzzjPNU+ZYq9p6wsnkAZ3Oaede0jGWRx0Z6rLK1/Dpzrg2xseYQJX2m5qjjcbxSzymLfoLHtKB00G5TXcLfb+DqIsD56QrBgusuSQHccNXhx/JsYWzaovRggcH5r2w1OYfDkCxIKky49tLa35HMnJyFbhTjG9/o4V/96z3s3/cxCpa4mC3w2c/U6O5a2HtIZVCJYBFI1sX+/Tb273fw4iDEJ5/OcXkWC9jBR6+14aG16WIyDDEdBlhcAeHMQM108N0/aOG7f0ALFx9+q4aPfzLFX/7fx5iOY3z3+5t4/1sdXD6b4/LpAjc3tvDg1i1sDVro9HgNgeOLMxxdnOFnH0/wwU8myHUTb7zTxeYeSUpjGVSiNT0T29s+dnca6PUdROEKYbSEZimChJB6eE/JTGUOUJjh0U9jGSzI3rjXw+4On3kPzaaBjz86wscfH6PR9rC115JYgOFqhXmQAAm9Iy0MT1cyNvs69m87ePOeh7fu1PH2nTo++HSKf/x0gslVJu4SnbYjbgI33vDxxeEYXxyOUI5SWKMCm802vvH+m3j48BYm8yNMZkf4/IsSjx4ZiHQdg3uA28kxfLnE5cEC3/rOAN/6Th/zKMfz4xWOzlkdRDTwQbC0ES4cUdTPZgW8moWH77axd7OGTz4+xycfXUjO5d5eDXfv1/Ht36OFqY8PfnCOH//gAszr6W80sbnjYfcWm5Q5/vovrvDXfzHE1l4XW3s9UV7qViyKTQKXrWZd2R2xpVNwbY+xXEa4OF9iPAoFRPMbVFC6SCJPMtMTAhplgnqTNsUGLk6XOHw5Fzvd/oaJWt3EYmZiObfUwSuKUG8Ana6B/sAWoLvPbFjaa5YpFrRLHrN5wQxxPosF2r0WOt2mZGhSNU1gbHOHal1dgaW2gwnB5VMWD5CIANqeU8lUkBQxrjKHqaCUtiiPp46oXcleY1Ou1Swx6Jdot0rJZmNM0HySYjbOsFrlWAZsADtoNrvwag0MhxMBu8mkZP3G554ZzJ6jcoeo1mD2ONWurLu4atAOJskXMkLa4jOzOiGDvCq+2Yw3+TNqyj3Bc+F5jtSECYv+nCotKsBSlVMEiHJ0MiagyINoE47dgFevMgBJJiQDOMxxdRpieBaKDTHVeJpNYlMiYEOt7sqaQnCVecq+56ApaxILJJI1NGkAzpcKuOTIC+5lSu0aL0rEiwLRtEQ8VfZsopY1ckSrFBFz1KsM4e6Gjq2bhjgkXB2TtKfmGrMFbaru/BK9TRf33urj5r020iJBUiSSBXp8mCOYltBTOoZQmRnLyBIXaeJJDSeNJlq5sQnKiJCrBNNhKu4UPm2BSczRlaWbOhszq6uGeq0hDVS5qOwDiIUVQY4SNvuLZioZXazRPa8lVk2m0YVp9MTiezWdYzkbIUzOEKbniFal7IW08meem0/1vOfAsk1MZysZpp3CqSkLVVnrVxlqWg++1pMMrRVtnWgVRWV1wXgBxkeQyEligfh+qcaq1I6qRifpgrbZsAsUZiYxHVt7HtoDG2cnEc6OI6Qh550JjXskG3q09aIFe0jQyZasSJLfOn0Pg60mbt/awu1b2zg4nuPgeCEuLe1N2tNSZRBjtYhxfnyK85NThJMS2cITgqLmRdC9GMR6ZNi5kA542PesOlythvHpVLKvb90Z4OE7eyLWGE5GmAVTwGKeTyLEANMpEQcGVjMT0VJDwvqFI9aRRFQYWwJ2k3BC6zHu46txjNWEKkwdZKWyec7Pc15TZ5Ejw1vfauPrv99Hd9uWphttzyeXOSbDHM8+meP5p3PUuzpuEgDetWD5zBvXcfR0haOnAeJxCW3FxiDg9HPUNnLs3HCwc8OWRvg6S5VkmdWC85J1a4KWdwdd/wHihYaTgxOEqyHuPixw70Eu0UC6q+HsOMWzz/jcMl/XEpXl/r0B9u/1MZqs8OWXZ5ivFti4oaG/w3MRLb1tHHyZ4vEvUyGK1nsWOps+9gb3cWPjDYyHCU6Pl5JxNZtfIC3HGNxOMLidotMu0e2wGeujTJoIAwsnZyscnwUYn6pBAHrjtofBXg2DjTo6HQ+zBQlKYyzjDAvGuuiW2Dm7hovRkYbRoYaY5DnksFsp2nsJ6r1UoDM2WZOFjmShgA1mrbMODuIYYRxD11xRLTPbjIqVNCpw/GIsOd6DXQeDHReFnSIxIuVqIJaeGuzChF0Y2Ow3xbKN55rpIsBkGmM0AkZXtLIncMnzEuM5qMgjYOzi1p4Lm+RGjwBwjqfPMlwMU6RlAhgJ9vZy7O5lOH+R4uVnKWgf2dwC2rsa/LaJescU2+/hOUnNNrapwG9bWK7mWAVzOOZABrO6p1e0NCV5tYFao1HVlWw6T5BGFwIEd1o9yf8N5jaChSV77OnJVLLFSj4bfoHbDxPcfjOReR/Mc8xHJabnQDBxYeXbsIod5VJTmOIkQyCY5xJRNXHy6isZBTiCqrlJwNBDmfkoUl9FCyCA5YawaxGcGkEqZWeWhj6SsC4W1dxX2QLOMtrUR5Kb16wr0iMVTVyzSNooNFPcCAhWsN5eKyyVFaWycBQlzrUa9Np8rLIGrrJElfTwn/nz2wrg3/piI4ThjKDbk2sr6izqVAAwCXJKeaYAYAVQK5Ufr2MFfDI3mkOAX752RQoVELtSEK9VwwrE5TlFnU14PpQoIjvH5o0UO7cVeE4A+Oh5AcfqyFjbdCqnMqXQJXmV9v+tXoFWL1cAsKdAt9OXJU4OWJ8oQopSEKv9gkCGAnJe/bnO/BOwh6+NQFwm6t/BYCCdCNp0knArIoEq51jR6NYA/bpftFYAv+qPCNZWKQFFX/ZPArMK/JIz0m8owivFYYWVffVbXwdzv/qe1tf7q/f9twHgtfK8Ihas31W1v4rq7zXE8KsW02uVOkuRTKzJVTNbTCh5hssLEREQAOYZVLmPERiLkRfM4EtQanTOSZDnJAZE0NIAWraS5jVFGIamenD8GcyF9ZjbLSCpIWdUqudIBhOggr0h04Zp2crCtgDiNMMsCsQWlKQaAhgty0TbNFDjzy5SaXQXVOwZOoaLAMN5iDCjKoj20XQSU2AIQWDJhqyyeQlMaJK7tvYVX19PlTWtLKNfkTqkF6DEZde2smtah7rM6mvFcpiWs5U6eJ3Ny+Y/z8S8D1Q8hkEiFsdrW2hxqKvUq3SEI9mPeda0G6Xii+DR9Z/1MrHmk3xF2S3it4rDwk+9WnJeX3xe+yZRxKrPyXN1PXPUhVjb6Cql8jWVpbJdfe1nyuOqsoT5zLF+ledC+kVaRQi08bt/cA//8n94iO3dhpyZCZBdnEW4PIvwy58f4+cfHiBPLOzfuoNWsyXgL0Hg9Z+12l8B0qoHsgbxlB0oP1ZlFcvzoKzur5X4PDsKKaSykq++Vl2Dr/zMCjwVORN72FVfGTYzsEj2YlQF+5nM2rUlxsZlTjSjB6V2S5FZKTI7wZ1bffzp976DP3zvDfzqrz7Er/7fD3GR5rhyLISOg8J2URoWzCyToTNCkcpAxpxUPUPXskVtSOCXLj7sVfIcoYgLStwkLpGiplfqZclOZYY0lbGWA5eAshBplTW0miHMyyY5LUaWk6BB1zHW3krF71DwY2qYMqeVasM4QxYyimaB8eocQT7BW+/fknGr3cRN30d8GeDw80scfnYh6kFqSHKnjaLWE+JJmayQpyFCkjjSFPWaibrPM48SRLGvnYq6NhGRGEFg9o3Fmtg24VMF6pH0pGqp1Wopue+8VwQ4meOs1Kc2VkmKeRiLSrBRr8v3EvykWIXkRAKEBNNISGGPVADKgi4VLfitlpBSSFKxbTqv+Oi0agJEci3j65GcZf7mKr9Z9gvum0J8yhET+GXMX0wVMp0JiCuQ7EFgN5efTaCLJ1WhlTPDlsQ0YiCinSNRWsWGpMwtDiMl8iDoKBFs6fXrp+U0f2ay/r207U9pI00LZHbllY2jmhOqz8jSir1dyyxVvIa4OtLi3IAvlvyM36kJIM/54xDIzWmVHYual70Ngu20gSYZgq97MV/I+/Z5vet1mcO0WHbrDfjtFiyvJp6d3H+8eh21Rl2IPxIhSjIJ5zBzr5dLhIuFvB6C1JLbW6mX5Z6vBK1SUQQSLcmKnb1ddYYRi266nZIYwRxlWmlX8ILUDZzPzFWOWCeyBqH4xlJ7Rk6XMEcAbHGrrdbltcsr7zGxjWixwmw4wmI6RUbnqpiCMKV+WnuIcH2PM6p1lS24xB7I+Z2ESNYvyuY5qcgDfP+i4K/2FD6nIUkCSSIOQYvVSuartN4ZaELyNQmiJM1aOjY7dewOWug1avAsAx5Be5LwaL0fphI1F3IOsk/J9cBzYLKXQyJopw2TBMJliGIRSDYzQV6qsynBcE0HXaeOmuUiyDMZesODzt9FW2uez5EiyM8RZGcYbGxjsLmDBh1ibLpNzfDrT36BL58/g771PrTN91F3BmiaXYlDWu+tgl1xVZPrUO0nhYqWMPIcJq8ZnxlJSjWRUzhgAi13gZazgJObcHOeJWgzHiNP5rCCM2B1joPpCgeTFbzBbbT3HsKv9+HCQk0v0TY+R9v8AsnsJcLRgbjyWdYODHuA3GXGroe6+RK++QJxsMJswh6vgcBsyeg2ttBtbsIIRygmT6FlCziNPuz6BlzvHlz3Li6Ov8Dxs5/jIlhg6rUwr/fR7d1Ft3sHi+dPMf70l6C/fuP+bTR2N+EbgM/eW/hYxsujJR49LTCJLNz6ehe33+shvKqrEdkIKQRpeHhzvynRA+/6T/Fu/QkmL2c4/nKBo6sMZ5mOk1QHnbg5XpxleHKYYbrg/mnrpWwijin2uFSQCAjMZ2wN0FVsFMX6Y6bmOstV5VJykXCMkiJi1GpkdXDYkv1rObRiJHjARmqK6Yw5EgRcKt/Fiq1H1jwtkMn858GxfM3KWb6WGx4XYmE8sWBREnFlRcLDg7ImZh4d7dX4u2dRhClZOQR4xwR9FIuG1tTdLQ3dTSCwTQRUXhI0I9gSMbfXRLwyq5yGHA5VdB2GzkuXE2YW4SYbMV0Nb+x4eLjjYWtAq15D7LPGdWBcL/HZ8QqPni/x9JMEhx+VGD7mQd9Q6kxFOpabr5FhTcU01bYOrbFKOUTRxo8bMDN/5SDHTV5Cy01oWQ6dCwO3dT70AphWRW2ZCzjM7LGtPR+DHR/NQQ2NgY+Xzy7w8vmF5ExGE7pVEvznvVf3rOZRgs8NjXYWyspPgDOxx6z8h7gQV4HSBENoD8Rj9PXvrwAlstHEqj6hjaYt2Zu0hPHrtPpQQACLEuJhXLDCIMVqRXYUNzEqpwGNgFCQoTYo0dhV6trVEAiGVNnmDAsAACAASURBVHvSjtIE7BywlK1OGgF5olKR2FpvbGuob+uo+S48syYsVaL6DAqfhDGmBD6pfJqwn2qi33PQoV0ysweTDJNxifGlJiqlxoDKRJWBVPNonxhiOlnKAs/mLaepFBZZCS13JB+VtuTBKhZ26b0HXdx70BPgp7R0nJ3N8fTJUBQ3/V4H7XZLmvDSiKei0yNr34Ke11FGLi6PTnB5eIL+noud+010Nny4vitK8mefXuL5J0PodcCoK0UbNwk917C8KLC8qE4UvDcOoNUIOFpw63XYnocwXIkFMt8DFSTiYsiiu+QBT1ljCDlCrEeo3reEsUNResqD3JKZpLFkZu7eM9HftbAIdWHMsDlKC20CrpLpyAMIN3ACySWLTwPJio17bsQ6BjdtDG7YaGyqcXa2wOELWiNn6LRpx8NMMFUokVBAoJsAhePSotRHJioBXxVmRSkW0jxgzUZLzM9WWF5ykrA/ooGRLG6DNuRKacvCaEl1XgDs7Hdx+8EmrFqByWKE2WyF5dDF8oq5N0thSNM2nApF2mMSICLoS9sVAi8kkSiwVokNxMotoc1aKkw+IebzkRKAWEdny0dn21fPU54iXKWYT2kTk1eglolglSNYKqt7yV7SAM9lppJyT2CxmuUlYlrJOho2Nlz0eo5khDFj4eIsxMnhEvNpiiRS9tfCsdGA/o0ONm/3JaM0T2JEywjD44WMdRNpnafDr2cDm/aAJJJwfOfbW/iTP7mL/Td8HF4NcXg5wtNfRXj66xDdHWDngbIunV1FAjDcfdCSQZLMl0+WGA0TZCEPYTpaG3UZk8s5xhdzzMfM34aAQX/6pzv40z/bxcUkw+Ukw8cfTPD3f3kpDe4/+d/v4Lvf38KH/+UFPvyL5/je738D/+uf/wG2t20cnvwKJ2ePEaRtBEkbP/nFGX744QtQK0eQp7fh4eJ4iIuTK7z3XkNGr8OMFaUkmc1XYslic3+hetejkkyHbmsodWZHF/jBX87xd//PHG+/vYP//vf3sb9fR6NFpnKCH/7gUMbu7Rbeem9TLBM/f3KBk7M5PDaWdVcaLbRce+Oeja+9W8Ob923YSGAjxX/9YYy//iGLTgO7Gx5u3Hb/f9LetMmO7DwTe3LPm3dfawUKha2x9IZmt0R2U6JESrKWmZFj5Plih/3JYf8lf/REjCI0jomZsUibQ4qkOFrJpkj2wm40lipUofbl7jdv7pmO5z33AiAlRUyEq+ME0ECh7r2ZJ895z/tsuPa6h+62jc93Bvjs6UDA3+pQw9VWG7/+G2/i9QfXcTk6xMXwAH/1wz6++50hYlPD3a/W0N608eSnUzz+6RT/4/98A//T/3ITz05G+O5fP8eHH5+gVlc2fjufadj5nOuei42rFWxulXD1miMWlR/+YICf/KCPN94p4Wu/U8Nr9yq4erWCes3B9799hO//v8e4/3YHX/3GBppdA8PxGHt7E3zvmzN875s+3v3qJt776iYKLcTl5YVYKq2tdrG20pVMMtr0MmN0OJzh7GyM53sDaTizVuDwfQ3TCfc+2sIz85UkKqo4cxwfRtjfCWGYBTauMYfFwtlzA6cHBkw7hOmEAtyurNkCZl+73sX29S7Ozwc4P+sLwLu3O8cp1Utjgjsmrm7XceVaXZQIZ/05LDvF9nUDGxsaRv1YmuinhymOn/OZdXH3zSbWt9jk8RHMfew9irH/KEaUa9CrBuy6i3anhXa7JQqLIotQL2dYaQKumWI+jTCbRuhPYhlCtGJsgumg7rZRtmqLzJkpMrLRLTL0VWaVqeVipcsDXrtbE+tfkhZox0RQg5nUtCvKAg9Z6Mn3ulQu0pXA4q8GSiWChdwjFJkv1xL44RBBNEaOQAYPqWzy+ZNcMonnEzpEVGSUmhk8KoHKDshKZu2z+6iPZ48voVH9Sza8k0FzI8npbbQqqNbKkl8eBYWoQrrtBpqtMlrdMmrNEiZBKmMWxpjxcJrwmaAFVIDh0VRGcJ4guKAFJus9RdhYkmeQ6QIKsv5b26a9qobJuYHppSa2/eEsFqeCRgdY36ri7V+7ilv3V3B2McD55QCPPvfx8NMQ/ZMI2TyFY2bYeE3HxmskXTVkzKYZRoM5JuNwQeYu4DPvdxwjFQcIMqCXloNsjBYyT8ulKspeTbLk2/zcjZrYeZIuEC+y+YLYxyykBW6GVnsV7fYaKuVrqJavIfQjTAaXGA+OMAmeYho8lWgHrvO6VoLF+2Kz0aKLOpf5vxeXA5Srlii+WEPzeWPN161toVe9Jof8weBi4WTCesNEFClHF1HG576ABstmvhzcbTKtCejzPBEjRiixDqubFlo9ExfMOT9LkEcl6LGHItaRs85kvMWU94DMcjYjNbhlE/W2hbX1Bh68eQ8P3ryPn32yi599+gy1bh13HtzAymYbhU6GcIbHnz/Gk8+f4OzZECOCzGGOcsuB27QXBpAqNoGZvtWyh1a1g6rdwB5JdJ+d4+qNJu6+tYJGz5Qs7UTzJXc5zKhMVJtlFFgIJg7CmY7ZcA5/FCCYQEap5qC15sF0NIwHIaajEEXIiBRyGLhPU6Gksj3ZP+Bnoxr9rfe7ePe3V0W9eXo6RL8fIAk8pKGHJ5+f4+nnFyg3CmzddQUk1una5Bg43J3jcMdHMMiBmRyV4HQKlDoaNq5aWL/KwzEVC6w9WMcTmGZ+NWNZMrjYRNnYRjjVcHFyjjQe4fb9Aq/dL2C5hsSh9AcJDg9DnB7HONmJcbKb4MG71/DgS9sIigDPzo4xiQYoV2JUKinalbI0JfYeZ3j4SYwo0dDoWli5UsWvv/2bMljTffbJIR59voOdJ19gOD7ElfsmrrxuYHVVx9oqw5QdBJOyrPHHpz6Oz2aYDkOJsah3HamDexue1IWVsoFhf4xBf4yhH2M4T4QI3KiVUPNKGB7YGB5Y8GnDl4YwaxGqGxHKBIAlj6qAFtOeka4A5BcqhnoYMa83FSKNZZKQUkOzWkc8L/D04RkO9wforNOinUzEBIlFcgZJmLqcTVsVG+2qjUaVZGG6IhU4v4gwGNL1hep9UxwLUsm25zpKi0Pg1rUybm6XYYjFcYazixQ7ezEuB6wfFfmm1+VIcfwkxe7HigDUuQH0bmlizW+6Fi5Oc5w8z0SJdvVGBW3mE86mMvSiKYPKUjaENc2FV2rLKJVJeGWdfYTZ+Cnpmui2r6Dd2ISW1aHlDTz+7BSf/nwf/dEYhZvDqma4di/E9l2uIXRqSDEj6enCQjjyYCRrMNI1UavS9lkyblkj5wQBac/JhTFQ6t9ihhwzIfYw153vreBZKC3T3wtshVmuD7c6g1uZLZR4QOhXEU3ryBPaXXtCVkhTH2k6R6/XxEqvKYRLWj1Ko5aOOjmV0lTyzBVBcwGs6SToCLjwKtimwOAlSKEAWJ5nlKmkAkT/ua//BgBYD6BZfWj2UBr97A2mUQNp0BYrbAGA+RoLcHepcpSWrhCPeMijImip8yOhfEFqZ1vYUnsNJFttAZYugBJRAmdUAtPScoZrtwvceoNn2xw7XxAApltDU4ZSECtLQ4mjIYEiUmT6ZjdDo5PCq/JMR1VejqM94GifxFQ27fk5CEorYFUUSlSn/AqSqvI+FfBLVQ97EgSAeys9uSPD4Ujcll4FwUUJ/Mr9EuD7H30truESJ16AYi9fX/2FwsyWv19aSb+qAF5mFb86P5SKeflvfzW396Vd9Kvz5GV28BIIVoD9kmjw8nt/FSj+ZdDsH38fG6cJI8tUapCAwEpooSnLed7DJSgmwJqqNxQ5WqnLxAaa+doIZCRRIOpcraBSTllI0yq37FJEoJRmBEV4Zue9l3lW0O6S6h1H4m2yJBdSmZ/G8NkgzwiGpGhYBjqOhYaloWLkKJmFikazdRyPZzgaT+EXzDO1kOgEsrCIJCOBhW4TBHsiJGGiRP4UTywvy+KaLq+ZAoKX1375/C6efgGDldueZI+aar4rO3GuWQqYW4LJom62SJADAsZxBIlyb6t6MpGU+9fC8bCAkPHqtZrM4fNznn3CF+9FIbQLC9uFCnH5nhfCRVVXLpeqV+b3q3nAr057BR2+JBOoV1io2xc/9IXYQ5Cul8ve0mJZ/bE0ghYrpLo27MVRRZekEZI0xtd//w7++N88kPNSFBMkmkMrqkBRxV//4BH+y7d+jtkox7Ur26hXGzg4OMTh4dErYhPVa+J5R6n/eZ3VfVqKUZZCF/WcEZTn+rFQpCycBF6uA0uwWP29xLEtLKQF2JMFnT3AHIYIX3IwQS1mP8xUltC83oLR55ooZgmuikq3iKFXCpg14PV7W/hf//Uf4F9+5V389Z9+G3/zp9/GURThwjHh0zWEADCFVHkGiwQKm3U4xTEK1KKqt2I7qNguTCp9SQ/MM4R0PiRJTdSPbPQu0K3F8kQQeGlPLm5NLmt9S8WpUJXP3xMALOj/FSDOHSS5gzDVhUzBtabhmGg4FqaahgnV+bRTnlDkMsS5v4/QGOJP/vWXZbgXKbLHEzz6yR5+9OEjfPjRM9Rfv43aG7el95n7dOoLEPojUQ8bngnTM9FskqhXgU5AdBogmvroMz5nMFwogN2FIpKxaZaow6tlOk+p3tbcn2E6Hcv9oqCHALAoNokzxDwP0snRQavZRKNeF7Ie8237l6ynh9K/mU7nInhhVJGoIxnF5rFfyBjaVMixW1sr2NjowmU2ruMK2MxfZa4svNN5zqHr39KOm6RNqoFJIhMqLA0xaQ09oz16jsKgwyoJlRQtWSIaiLnO0gbYIRgAxGGEaB7BH08wH08RB1zHYnET8BnXMwteAMckjNAWmDGOE5+qUx/zMJTPRpe5iNGDCxdRPiNLl7d61QMH130qgAnzmJoGW9dRr1TQqFRQshWJgGs41yVaCi/rHYqSmD9M18ThaCRE+mq9jmqtrlS+lol6t4Pu5gYqzSYInGi2jWarhUarLWIYuljm3BsSOncmmEv/2Zd7SftqusDKc5pmKkt3cClowYKdI+pt9nfnPhXhcyE5cM8pV2ugotv1PKUvI//YIgneEhLKcDgU0dYyv5mfgWArxVfVWlXyWysCcHsL94dkIWwrMBkMcbz/XCyfeW1Klpp3dHak3TcJsEEUIuexhWClOC3QzZGxqBHSKJYseb7mbDKVeDLl5krX18W+IqQSLjEafArMAirvUyFvkXZD9TRFJ/WKi0bVRavCUYJHPGXR4GAdzXgqZvrGWSFznA6FczrRVTw4lTJWN65gY+saPNNGMZkhG0/QnwzQnw4xGI/Qn4yF6LJa66BeqSNlLjUV31rGjg+qrouuV4Vr6RgnfUzSgeAXHO3mKjrNDURBhF/84id4svsIefcNZN03ULI6KOsNmLQWXdwgdRagqEypsCWXVtQRuayRFkn5/Py6jkQ3EQt4VqBiTlC1JvAKQwYr05A/q0hQyScwwj5+9MnH+PuPP8Hq9Ru49dYDdLvrcHnG0Ug0O0HDPkH/+Auc7n0mNUm9voVSpYeU+cgWUHP2UHP3kcYBZjOC8wb8woEPB81yV4YVz6D5xyjiOVLTQ2HWUWvcR73+OgYnT3G6/3MBgC+tMgZuA836FpqNqwj2DzB+9Ag5XXqvrqC83kS3aqJTM5CMdhCPd7DzfIqPd1KMUwt3vryBO1/ZBGZrKGbrOD8N8PzwHIaW4K27Dbx9y8ODxiHeqR9ivNfHyaMBnp0GeOYDu3MgMG0Elo3nJwl29yOMp4yEs5QC2GDmaYnZqBlyskupAFZEN2FlCDNjkfXBhU0dFMgaVcW9pRxz0e1VsbLWFDAlJhOCrIt5jLmAwDkCNo3EAlMtkFK4045h8QdKEbwIfl9kuBBZlAfkRcy9or7xgC77psnCQBX0zCheAoNkYfNQlmaaDFpPkyVDfkO5ZkimmLCNqBiWXDiV0Truq8GcPILgkh9g0/tdQz4JJXS6WmKYNNDr2lhdcdBuGKiUgHoFqK7aMiYZ0A9zHJ/k2HuS4GgvwegywfiSFhHMLSb8KaENctATKwvHkUWC4BZVHwR/Fej2KpOVKwxBxgXvRFZ3pbag/ZdkvjZpNUlAWWUKc23gQXs0mApoyQyzF2xhos/0/pdweZVtJcpdqhUFnOVupg6XyjyGim3aNlKpqrLyOF9EnS0HQnU/2CvjYi85MXy4LZWdoqyfoBgxBLFlDkHuj7CzeGDga9HGlvbQNpuAzBQjI63A7BKY95n758CtOqLaIZtb5RhR6aDCrflfiUqILpmqBrTYgmOY6PZo82ng8NzHwdkcPtX/PpvWOnorOppNDdPLTMbcB+YBYLgayi0NlY7KRSY7jWBfRIW2KCJVcS92QXwviSWsfloAR3MyqnVs3ahj60ZDbExn0wLDkY9+fyKNy5X1Glq9ijQWw8AU62w2LdSex9wnspUmSLOJfO+Va20BTsenISaXoYDMvh8hZ+Qj7Q0tVUxqVOtMqGxg05EHIiq21PNN0EoSgdgAIWuNxROzTxxapKkcZTb31ZNH+0dV5C+Z32wqKAvlxXyJM3SuWli77aC56WIyMTCemAj6c4R9XwBgxZjivFVsfZW9orKkuAB7VROrN8robbkwSlSgZBgPlWUh/225zOuvyfwl6LA8+Es2rrBReQEY6V57YcMS0s6G2ZQ+szljUSubumo2EfClixH7TrRF5f9TqU5SDPOM2z1PWGLnZxPJ+2R2GW0L85zWT7F8P9c6HhKZvxjNX2bVsCHDuchnSkgpDv9dIvNVcpFYBBXM5VCHYq5HJJGIWpCwJMWwCZlsioHqlmy51gSEybTn9WLeejidyqjVXVQbbOTl8OeR/Foq6XBdA7Ua7UhdjAYxLs9CTMbMUaQiLkOlTrtyA+V2BV6HCkiqNeaYj3iIJVtNHcDEcl8OGgQumPVkqnwjAjBphAdvr+D3fvcW1rfKeH5xgf2TS+x8EmDn0znamxo27ypwbnAWwJ8kuPFaFddfq2L/IMTnj3z0L1IUAlQYqLRLMiZ9H5NLH/NxhnAONGse/uRPtmV88otLfPyLPp58OsbupzOx2vzaH7bxpffrOHs4wdnnE3zpzfv4rd/4kjDUf/oPP8MXD5+gt7WF7tY1fPjxEb7/N08xmMzR7PGgTjB7IuOtN9t4+6222KL5sxBhFMKwY8mglKagbsKmvZfHh82AHzCPLMXff3+Ov/veHG+8tYrf/O0ruHqtIgp1TU/x+MkRHj05hGHZYkMzHqfYfTISe9Z719dlWOWZjFYjQadeoF1T9jRUBH7z/xnim98aCjPy5u0q1q+5qG4UsJo5Hu34eLQzQ83XsBqZuLm+jq9+4wO8/qX7+MknH+IfPvkxPvvFFA8/j5DZwPp9C811E9FARzzU8d57dbz3XgNnwwifPBpj93iKZidGoxvj4x8Bn/yI98VEd9VCb83EGu0lmxrO9mKc7kV47a6Ld36thHaH1phsgBR49ImPR5/O8M77bXz9j9ZQaRY4OrkUAPjzjzQ8/EhDd62M7mpFmLPDwUQsn0mu8VwySnVUqlyPcgFaqaS8FPvSCIN+KoNrcxhokpO+fbuGta0yhuOpGvyeyxzk/DS73B91jAe0QdfQXjHQ4T7QLaHZ9NBql1CuWKhULRw+H+DwoI+TwwBnxzHGIxJJyDy1sH6lJoN5GsPpVNb6ErN3xMpLKZhopT4aBfKMtLsVeGVbFAH8bLNZKuq7lGseaxWPwFsZrbYnNpuGTv9lMmogJDiSe9iQppsJGZgSmcE4DsNEo+ShxkNaEqlh68gdQxTqPIexLKDbCAlRPFDZS3YoVTp0QMhI8uLBxEUSuqodJOog1jz8GSTbUT1oS5QHHQrolpBSlaVFUmcQVBcFw9hHMKMFsSXkuWim7HEtEo1KXNcJCHINY+YtnRAWTNeIatYEOSMmbLoK0EaqhCgshKBCENpbRCcwZ51EsjxVakbuwST8iW0oFUi0Oot0pLEmDF2xQWYOrsY6JsV0zBwq2t9TwUpXkAKNNmu8VOx9pC6bZAgnKbZvV3D3rRrWrlTQ7NRRqZfRHw5wORji6Rec13OMh4kCbas6rt0pY/tOBZNRhsmYe1YiVtW0KmQeMFWsieTOU0nDd8s9huxyR0heaR6K6oZNDRLMVGY8iXJUQr9sgLOmZr1FcMf1aLXbRqXWwWyqYTpVzjAuGd56hCQfIS2Gwp72/Sko0bOMquT/Nho1IcUdnezh6GRfnhHGU1Atw72V+9Z65xrWOlsYj4Y4Oz8R4qZtN2DoZUSLfT+IJmInpvIxaenNRgZPAiayQqn4NJItSjHKzRwrGxYaXUPW+v5FgmhqI5m5yOaacuWg+neeiSMIf5ZpOioKpJJjZa2G999/gPfffwc//P7H+OEPPhYYqLvWQbNbQ33Vkax5Ng1ZZvTPhzjaO0X/YijuJmRWSyQonx/JdQaqlRLq5TrKZhUHjwY4eDSUOd1dK6Gz7qKzXoLX0DEJRpgEY1ExhHS0KdjodpHFOsb9OUaXtC7TEc4NyRiu0LLe0sVWOQ4UEU+nswufcY0uSARkSRjUcOV6FVduVLF125N5FOcJnu0NcXEewjFrMg6eXeDg2SW8eoGN6w5qHXOhijLQP43QP40R9HPEQ+XwajcBrwWsEQDeMsUmkypW1vI0CERuIPRzGcm0jmTWBGLaRJvw3BxrV8dYu8ralLV9jjB2MPc9DPsannw8xNNPhrh6rS3Da1nQKjkKJ0ABvoEJypaNsmnhYMfE088IjpnoXTGxed3DvVtv4t7NN7C/c4lPP9nHzuNjHO6dwQ8m2H6zhOtveqjXMhnTQYGTPWBEsirPcrTBY0OgyMQKvbVRRrVF2zqAR9nxwMdoMBMFsJ9y39BQrZgouwYunmk4f6YsUQmcm/UUTieAVYuk8SsG3rkNi84orK14/mF2W5yJalipQSy06k2sdLpIAg2ff3SMZ08uBADm0EoJMjsCaKdKtQXBjJqNTs1BmaRMhxb7GS77qbhpxBnrehLuTGSRgflMRQOw5r5+tSJD8jPjBINxirMBCTipEJxsN0PNS1ErpzjezfDsITN4c3QJAN9gY565aTYGl6nkLtKVaXOL65kj6oCA1m85behL4gaTpbShJvhdh1Y0UGnMUWkEyLMzhPMjUeLVy5uoeevw7BUZtMKfjDQMpwOMggOM4+eo96ao9ybi9hBMCvjDArNhgXDiwIivwkiuvNLoJzCiziDLdYORCzkNX/VQMn6VGxXPg4zI4XulvTPX+xS2G8GrBXCrVPgulIBhBcm8IUCxDn4+QzJN02SO1dU6VtfqQto0DCodM8x8A1OfzeVAGrhsei4gIEV2fQEAL5VUL0E5quUECJVmSY5cQNf/vwAwmSJ9wBoqG31GEUV1yQHOM0YGqOa/JtdsmXG6UKSy+yigAGt15dTDmn0JAPPcbVisiXj96MCmzuOCafH7RAFI0sNUxtbtArffYL2f4+BZipN9njmqSMKqcoIS+0L17wUAZtRTlKK1kqG9kqJUzmA7qld0sm/g5PnC1tMhALzI8GNfaZHluQR9luDrEuzh+YMAcJJEaLVb6PV68jFFATybqd6QMNClFfwiE1QRV1+FwZbI1gInXwAoS1XkP1YBvwrkvpIJLRbTizv9Sz//FS3mC2DxHwPQL0Hgl+/tl1XDSrmq5v0v5wurnsDyvbz89/+UglnuvSiAVd6lcBOojlQx9dI0Z8tVrgrj28QWV30pxz0F0hOAV5aVrFHZa4mQp8wuZ1Y7AeBM4j4ck+5YIfJFTUqSBX+uKNEE6FcW0axxCQDIn5dKEssymU0xmc5QMjVUbRPNkoN2xUHNY12h1LmHw7GMCZVpbAazryMgLwkOSo3HKLBlDAVBZolPE9tU9SvHMmOX91BFki2AwVfMk3kdlNJyAQATeHsl71lZr1L4oJwJX5AYCJ+zd8d+RaWMcsVTtrAByYCsoUxRoBH8rdVqAk6dHJ8K4MDvJail5r8mYBAb6Vz/5f2zsHlBTHi51CytyZdz/Zfn14LAoO7yKw/D4k4v88xfZHKrb1H470Ih/KqtwQKcljWIfb6F+pcZpWoNzvDBb23jd//FbWzfJBiji9NJltpIEwt/+1df4Pvf+Rjnx3NU3RYsvYThcCxA+PLtLcSVL4g2LwPal+/sV4g0ov5XLmtL1a9cg6WdNbtNrzwzS/vRF8/cYp0kL4aGcFxjIy1DpC+suvkc5Owjc2nVYcFkaAEyI0GmpzDKjKHL8cadLfxv//0f4V9++T388E+/jR/+u2/jeRDg1NQxMQxEdCCk6o8AMME3uonZysGR4A73EgGAHerUAHuhVCcAxHkm/TfJr1UuhgIsLgy9Vd91EQEgPCRFunAdB9UqlZ02ylqCsp4iMUykholMYhPUGa9GBahbeiGc8pMpgnQkzofrG1Vsrldxr1uRMXwywfHHl9jZH+LpaIrdaYjy+lUZ7LPNRmMRXTBPOM0TrPWqWO9WFJjq0CFJreec1+wxkSyhnp+FAxXxBJ6reQ4SG2PayxtIU/4bulVqyr1HbI4Z/UOhGQlcU5kDBBF5jlr+6s8COacuY9aopmVNF/GsTTEKLVJnAS4HY9lb11cbWFtpyPNZq9ZEnUwgma6OyqLbkl49e/bLZ499QtbYVMSKg1+WC9DnT2fSU7Q9nl9dlBtUx1ZlXVb8q8X6zj4/e/o87w/GmA3HCGeqd8kcdILTHDGVxVyPRRhnCAjMfFaqrPn/mljs0+baFnBz5s8Fh+H6zbrZYbQgCTVCAsol1pCCJy3LUHYceLRV5FpDYre4V6n7pNYfErroXODJmZokcj7vnU4XnW4XGu212RO0LBQWMSU6PvXQ6PXU9SKITiSJJCSqgAXjyDBPA8yTAC4tmlkbMMKF4r2QBH5VZ1A9TRV1QlKY9NoXTokJ+/vso5LY78CiYtw0lSo4yxRY6zjyOfzZTCym+fwvbbxpK25zni2Uv1Shc32eTMYYEwg1TAHEeaiMSBAMGSml9s/lOkLwqdu8hAAAIABJREFUn8rfOEsXCu9clNjMrlWkK15rZT3Pa3p5QefPC9mnBEeTvYQgr0rTFLUv7dfpfveK1feCsoN2u4pOp4aya9KkgJ1myU7mZ+PzzkGXFYnaYCbzQpGu+E/se3TQ6q2KUIl2lwUd8ZIYYRpjFgSYBr6s/RWnJEpwKog5As7xNIVnldAq1UR8NU2HmGZDGCQ36wXqjR46nauCv5yePMX55TGS5mtIWq/BNttw9br0lcQ5js+5ppxnl0WJuFBQRJcWcIocjvIAEiV5zD1R7NtzVIxIRt0GasQEMhPThCSkAlYeQUsCnJxf4OTsHF7NRaNdEXFbTuV2FKDmTlFzpphPjzAdPpf73G5dgVduIUh8zJO5AMQN51Q+G6MCU1jichDkDO4qw9YqMLMURjqX5yuGg0wvo1K9jnLtBoZnuzg/+BSDOMG01IPvraHmdVH1upg/P8Dk6WOEyQxpy4XTdXFjo4TrGyVMz48xOzvC/ukcT04zzAob1x9s4vqDKzCzLZjpNZwcUkC4Dy2f4p37JTx4zcYb5QsZs6MBznaH2D+P8WymYdfXMTd1zA0d+8cJdvYYpcFaT4R4GsySCcOzlJ0FzQkVoUpZTCwigdVEVlYuKmtBgYMkTLEI499vb6/g9p1NYZkOhn1c9pkNFUvWGL+XBw5uorSB5qGEjDmOlOz0KFYM0EXzcmnkqxidtIxStjF8EAuyIlLm0i6C85ZFKws2S5NcOtr5VssmioqFvGIhLBIJa6dFg062semgaZhoGhZKDcDp5sjMDOeHoQw2LmlLqDGfKXKRz3Sk/RjpKJYFiMNumnDaFqploGGm6JZyvH6zIoOKW7ftYRgDz85CPDue42Bniuc7E4wuC7HmEkaZFFBsaHpwLA9ROEccBC+ykZcKPbGt4jUkO0KYvgsJIduJfPCaQI1Nn+0G1m+2YTiW2FeOLkKc7Pg43Z0pz3wmNxEsrtOOV0OR0jaATVUW77lYkCWByvMhQMiLLBYrcrGp4IwBkxZ6zIktJCuPABoXalEoiy2JAucZSk8ml2Ibs/GaI/CZYZsimseIaX8q93TpaLUoUMXuWoO36sBbcWBrCcwsQjzJMO0D/kiD1/bgtcsyd+KJyk7NC2UtvNQA240QTj1EGhaIhoBrmLj3ZgV336zgi6dTPHxKJg6pfhZKro7VjRSNVorTnQKnO9xw1CZt0ea3YcJrsgBjk5ybjiO2cGS3cqOhapMNdVqNMX8wiXVRn6QB7dN1UROtbVVxtp/g7Hkimzozrrw6sHZDWdlNpi4mM1dCx/3BEFkeQy/pMCs6qr0C1ZUCm2tdXF1fQXCe4vHfneJ0Z4Rqz0W16zLHHDH7e7w5AoZSya4y9fIkQJGEqqG8sET2Z4nYm+oxHZ9oKWlLY5h3YeaHQtxYfjklB265pJjaBO1ZkEwiRFOltOLz37nuYuVuGfXNMoZ9E8O+Bf90iPnpEFmYqGPEgkAqz7Jy7hEWJPO3a20HG6/VsbJdRhjPEEYz1VQIVB4592HF3ldZGdnCrp3PkeRnZGQ6NsUSc6lySMhem8eyXuhUyFkKaOBgYS1WFJJvSNszWr6bqNUJbjLHMBO1yeGzUBSqJALoCitR6jIBQpXePJjweihGn3oOFLmF17TVrqDRJMhDNUMiebHTKa21aIleg+NUoFspDFqZ6jEKPRSgr2TX4NoVAQpMg+CHyiKS7KM4gz8OcbJ7ImN1o4qVzZoUHZMxi2HaVqvD7vpmVeyYCPiOmaE5IhklRDCN0LvC/DpHclly24E/SdE/4PwLJcfb8WxhgFOdygJdbHVeFMJkws5lvH5vFV/94LZkqO6dn2Pv6AK7nwZ49ukc3S0NV+9TAZzj8jjEbBhj+7Uyrt8uY/d5iE8/m0ujUkuV/aLbsFFqWJgPQwVE+8xd1NBpVfA//MlrMr77nR1857s7ON2bIR7laDaAt75i4t7bFrzYRil2cHPrBu7cfA3TQYLvfPMf8OHfP8GvfeMtvPeNt/GTTw/xX374EPvHg8UazAI4gudEePDmKh68tSa2QYdHFxiOh+hsFOhs0NHAkGE7ZZRrVWSFjX4/xulJgp/+bYyf/U2MN7/Uw2/+zjo2r5ZVE0XLMZmfYhyc4OKChALgZD/B4ZMAeuTgj75+X0Z1fYjq2gBFOkYymSENYuhOHbpbw3/8s2P8xz87Qqlq4633Wli5biMq+fD1OXZ2EjzdibGaW7hu2Li3fR2//Yd/gPvvfQn/4Zv/Gf/hW/8ZZ2cBJlMDmlugvJ6hvqJjtdnEaqOBRjWVMZlrOB/pmMY52us+Oms+/vYvCvzdd6nuAOotoNku0O1maLUKOAQHNQfb1y3ceo0N5BxPPvXx7IsAs4GB2VDHB7/Txu/9SQ+leoJHT06xv081fhWjflVU7qwPxsNQBhXvSUTFoo5yjXm4wMqqifVNWkdZCOYmpiMdjz6f49FntORmoc3s8TLe/WAVt99oyms8fnwq9u9JzGeR4G8uSqqIhJywwM3Xarhxu45OuyGWuyyWmf9NJ4TdJ33sPhng8iQWIhgVlAQ/3aqF3joJblVE+QyzeCSKzsmRjqBvoLtRQW+9gkzzEWcTsWjKY0cAx+kownQYo1QD3LpismaFyrJptDiYBZ7AcUkQK3D2XO1xS1A5dzPJ45TsH1qE6gWaJQ1NV1PuK0aBrOQgLdPKgGQrZQfpj6k8zRFNQkTTEJlPmjOgJ+JuJpmrccwsTltyeshopx2titqg8kjFVljMUK7oMCUflzmTGq5sdXDlahvj0QRnpxcCJul5BWlg4fLEx+UxrRmVvVyprqPMyIyeg83NHjY3uxiMhuiPhsLcpu1QKvEELtLMljqBAHCeBSjyQEAAdsNpL7VUy691alhfqaFaLgk5gfb/pVodXq0BjSCMFSPJImk0kCV8eTYQUJCghT8jU5R5hCTTcO0ZYdSfIBwWCEbAl7+6gq//4YbcTzqOTSY5RtMhhpMhdr/w8fQXc7F8d5samisObt3tydh9ei5jeB5hTuOE3MTqZkOGrlPhwXxaqmPopMO8r5qAFPNojHk4Fvtur2QpNxFaetE+jFZsjANY2FV5VQ+91S5anTZsHsJKVTx5fIjHTw5R9SxsrrF5UVd5z7aBwegYw/GJAC2mUUO12sLqyhoazTqe7X+KZ88/FdWGUpzwvfHoZuPqxjUZ/cEFjo6fS93fqK+hVGqIpTWBrOlshMlsSCshsf3WddqxK1vX8fQc48kFrFKAaitFo1egu2ai0dYx6Gey3jMX1B9YiCdAFirLuYyKwBBwaT9eqsBy6MASorPi4Ru/9xV843e/gj//v/4af/7v/waXZ1MB0HnA236zjWtvtLB95ya2X7sloBTZx8929rH/9BzH+wNodFdJNFQbFuodNmFLqLhllAwXR09mOHo6E2KEpidYu1LFvS9tYG2rjstxXwateznoPNOoe6IIYKwCR8zDZ0ILNJ4b2BinU09FHFysRU6iDjaoxqISmM2AONFx/52ujEabWeIZLgc+Pn84xOlJhHazhVazhYvTPi5OBvBqOXqbzGg1EZOAV7DuyBFMc8z7BfxzAjSAXYVYbq9tmTKoUgmiQM5XJBPRujGcFghmBQZHtEDX4RpNXF2/gtWVKrzGIcqNQ2V7TuWX1YLrbiCYufj53xzio789RJk2/BUbm7ebuPFWD7WehvH0ELPZKY8HMDMNR7se9h5VpPGzedPAtTsurq5tyuvsPjnBpx/tYm93gIvjGEkK3H7QwK2367AZB2CGONoN8PDnPgYXGVobJTQ3SvBqgFfT4DUteC1lD18wJytMlDp4ECImGEWXEieH5+VwrVxUshyOV0G5VYXVAIrKDJo3F9UPAWBHt+EajLVgQ0W5r8QJbe9VA5mq3l6ngyvrG0hDAx/9+ACPPz8R8LdLVXY5Qe7E4hikSL0Geg0bvTrVw7SaJhGasTsFpjPuAzYK3UZOADgxMJ9omA55njawtVnB1kYFoyEJRVQDpJLRlRu55MSXK4CNFLbGfNUU+zspNCdH9zrQ22Zzii40NsajGIMh8yi5jzJfmoCEKUOdqQmemMhpC5nYCGZlhH4Zje4E9e4Yuj5EFvclrcg11uFZ62jVr6JNJnvzGlrNbYyDMzw7/jF2T/4OuT6QwZotmnJ+UtXMcwKzD7ehx9eR57QrTKRhzbqWMBTXHdbD/HMSd2hBzPvHs5YoNtg4YJ6zfC6eTwmCJyjXUng1goNqjcziKvK4jiIvQyuoGtYFAI5jH+vrNaxv1MTZpOQxJy7D+YWBi0sFAM/nwYscYGX9q86SquD/ZQBYsvnEanQJALOhpewA//mv/xYFMPOd+yjMESxL2TVmUQ1J2ESeEgBWX0sLZ0WiVX9CUFf9JQFgAn3KIvQlAKxBNzMZjKYhkYoNbEXeftlTmIcT2Y8IAN96neelAmeHOS6OSVDw4I9o4bwg0C8Is7wWJAaFQYLOWoruWiYAMOuFNAHODiycHtiwxeqX0TNLcHahgmGGp4gK+N4Fy118KXI19ygBgFstrKwwzw0Y9hUAvGyMvgSAlzbQL3OGfwkgXboCv3KjFDb6T9275fVVIPNLheUST/unFMYvlaVLC+mXKvJlpNYvA3IvSf7q0yzznJdq8+VbXX7fq5bZ/xygLK8gDWWlplwevilkY1NzgT8oMFuI94roKYRqzRJgSPobS1GGEP0pvqCLGve4VMBfy6AxJfU3IcJghGg+Rhr5yJO5NKzYeFWEQgVyaWkCLYkFEGp3V1GttXFycYHj80vpA4sNa62M9W4LnRqfY9o5ZzjoD2QMSIjUNIS0C800mIwuWTyHAprTpZBubHQKo30qczcZ1UW7WRKhGKGkhJ4SR0xASdkNvxD4yeVW5IaFTbSAgMoqXYQqi+VAAApRBy+UxMt/Y+ioMDe2Upac6tGQOZS5AuOqFQUu1Wo4P73E4fNjmfO9lTYaTdZR6mdNRlNMR1P4fqCyQyM2/xaPuErHW4CeisjB968+h7Jkf3XNUujqPwEA/7Oe9eoDKtvkV+e4atqwx6cZJOErB0CBwxfCjXe+soYPvn4FN1/rYHWthU63jjAksSTHj/72CyHvPX86RDwzEfuaEOJ4n/6xcn+pW1bPyhLsXFq3v1QBK2vYZUwgP7s4BwiZR31m9XeKHLKMHlw+N0trb6vQYXMuFUCgJwikX6NINpxXorjOdZiFJcIWug8WdgrDy2B6Kd64vYX//Y//CH/867+O7/27b8vYm81xqBUYaiAdEjH7RiSccfIR5bVI0ABojElyWoWALcEyQ4Oj63AMC65pK0tcnoFM2p4z7iGRCCIOlT2vnnGqRecz5qCq/li5XEKv20C3UUHbADrsn5U0pC7PlyXYegWOQVfDmjgQUSVJMH5cnGNsnWFly8Mf/NaX8bUH96E92oP2xR4e/uQEP//RKfbnOUa9KsYrDbhuD67Tw3BwhvOz5zgb9XE2C5HpBd7a7uKta10g42ZmiiNBrGeilDThwISKJ+QQy12Bw1QeM59NxjoyVo8cDOX8aUKssoUku1Bh+mP444GQoSWX3DRR8coyJMM7p7Mm6znWCbRPpuCIIHCKKMlwctbH3nP2DXz0WiV022V0Oh0BNwl4LsFrx1aKYJvgGF2tJOtWgZFUa3IQYyAQPBpPMBxPYLk2qs06as0aOitddFc7SngmoHaCRNigOVzDggUd08sRpv0h/NFMMmZJPCWJhzWt2EjTxrhUguOVBJij8jlBIVbW5XoNrleB65VFGXze72MynUr+MN8TAWb2QoUlS3vdOEY0J7AZiK25rRuSbTsdjYW0ImI/fja6FyaJXItKhQB2gWnoS398Y30TGxsbMGxb7MxHvo/TwUAsi7du3cLVm7fk+lDkxYxq5sRaJGqlZBflmBcR5kUIhwCwbQvIOhuPEMxmWF1bw9raGuI8hR+FAmrTYpnW/yShcVCtSoImW8oJawWCcWJdHUlmNxXxfB2KnNj/FiIUIwrnCwUxa3v2cm0V3cg1//jkBCfHx0IkoJq8Vq4IQYLvUcjcIm6cS9YvsSBupoRl+NoyMmUBzSzlku0KCZ9LMi3Bjw+PcHR4LI4zsq5TDMcIDa7dzC3nisseskR2qXnLmlfMeQtgdb0jw7QpEKAqPMRkOpfBfkilXEKzRrVpC5USnXCU1XbAbGLfh+OV4TGzmOqnBX5n0OLesgXEJphNNw5ukLKWco4XdAdLEYQJHKOEmluXXvAsH8kI/CGC2UgI6d2V6/C8MpLwAnEyRVTbRli9DsNswtTrQhZXAHABS3Ng8QwkFvX8nAuHy7RAiQ6XOq+phqTQEGkkfnHvLVDWC5S1Au1qgU6VSmcTA9+CHxoST8pbwqxiR6PA7RJJeAJ/corZ6Bz++AIVr0DZ40SYIM9GqHguep0N6Qeyb8HRskZoWUN4FQdOvQ6DyncC/axFAx0pyd0FnZH5eSyEGV0hHHiVNZTK6xhe7OHi+CGmmYm0eg1p9TpKVhklswL/8LnYQE/8S0zsEEYjx4M7dbx9t47Lg4GM40GEw0mGwHBw5e5VbN69Cte6JeNob4DPP/kCeXyB997U8e5dDXeciYz56Qj9gzGeXyZ45pvYnRnw9VzG3lEsTlLjySsAsE1b3oot2aAcwmRdWvkuAWD+kRSCi9xXUe0xM3fBFIOOXreG1TUGhBeY+cpmij77wmJYKFrkMLJY4pXaThefew5R8lKQKg7RiwOJFBW07VNgsygIBXlmBpkGk1a3rBoX367SoyE5DS7ZAmUTedUQcJcNQR4ubcOBY9iouw5qZEyUMtguVV60vSlBN10cTyY4mowFOETfAny+DwKgtH5hhsHLQ6FN+2stR80Crq65uLrqwmvYcGj5ZRSYJAlmL8LhaXFnyZj7zNekbQ3Z+Lpki6VkEEWJIr0tWGtSbLH84UZG5oxcHdpBcxMnCEv7Ax1eVUetUUK1WRZG79yPMWNm3oCNkWBRA/IzqixWg9bRC4V1SrvnmA+fajSzGahOYUtmLVEy5g+mqsFB5onN668pG5MFoVdliqqcFdpK0rqDh3D+vITKZ1GMcuNhs48AlWJwEmAWlh4Po/xMDlBat+CtWchJIBiGSH1aeasGo1lxYFRspHMFAGcEgAVN10X5TKYlLDaCI9TKNlo1Wl84aHQMaUI++myKx59PpAlHcJO2yQ5z3owEc5+NEDYmmK2aKbtu0vGsRSYfNxFu1fRTpppVimDODd43Nm2pQtLk+WCxWSpZ2H6tieu3Wzh6HuBoPxBwmcp7t6yh0shFkRSGNqLQFqWSP56JpQ67acwkvHGvgRt3m1Lw6ASdTuZ4+tk5Lo5naLSqaDQrLwoQVaCrQPUXcvuFeluqYWH1qnsRxxkQFxBcX1iGvL4ZppO5qB8J9vK5o60jLd3lWRN2JQkMSiVcq5ZRrZbRueagc91AqavjmFaoh7Ti9BGe+3ANA/WqKxs2bU1JCtFMpSanWp0qsRLVqCsW3KaBwA8RzJj1xY1eFYJUUotjAEkLkh+2zBBTCgJNs1heS9AfmW9k9BMAzvxQ1i7Hc2C5ZD0qooAUJTHndC75ik5ZQ6tVQrvtCvPWn/oCSo1pQTwvYBKMl5xedZhiQc5ilI3geE4FMH+WUhCTbcfDou3oaHcqaLY82HYBy4E8k6MxMz6Ia5RgWszXVKx9NkwsEitIZuFhvOCkI4mCGTQsggkEsymWIJiFuDwc4vJgiBbVjD02ZgjqsAhljmAoeYJNZgG3CfQAgU+mPhBTdRVrqLaAWps2YTrCXIc/TeFfUi1NQIoANQkgKudRWKVis0FfOuGDwHF5kI/wxhur+I2v3kR3tYxnJ2cCAO/9IsDeZ3Os37Bx4+0SbDfH+aEv69Frb9Rw540aHu8E+NlHU5wds4mrGpIW7XGrOsJRJlmeVPAzH4qKzS+/38VX3u/ir757jP/63WPJzV7rlbC2qmFlLcTqWobN9hVsdDaR+BbmIx2j8xkOnh6ifzHAg6/dxdtfu4sPf3GA7/zVF9h9PkDEBi8P4C0dKy0dW1c8GcyOG7EAjwPUexZqXR5YC8QzPtO0pG0IYHV4EOD5swCf/EOET38a4t33u/jdf7GB1U0Hs4WyZBpMMQumuLxMcH6RY3SeYnaeoGq5+OP/7h7++Pfv4WJ8ivPxGWw9RdUx4DkmItNGZDj4iz8/wl/838fw6ibuv9tAY9PAZTLFRTDD2VGKs8MMN6se3myXce/GNt77za/j2p038H/+2Tfxb//9t4TZx6LSqRbiilDraFjvVrHeqyL1E1lHScayvBLskgnN8aHbc/z9D2P8/V8q0lNnBej0gE4HaLeBSslEtWRiY9MWW2g2fT/60QxPPo2w0q3L2L5r4uYbOsazED/58RA7T+YolT0Z40GM0TCS+W0arsyr6dTHdObDdpmpZaJSYdOEjSbWCRWEcwfP92gHPRHWINd65gG3VyuigD84HOPgcASLrg1VSxjoJHOxkcp+AN1A6nUL9QYjD0qwrZKsp5NxhOk4xtnpFOenE7FaTwgY8QBa0eDWdLQ6ZTTbZQQhi+0Z5n6CYMzcQQJbHhotHjbniOOpyv+JuZ8zu1sTINnxcjhlNp/pCmDJr04pk7zFYBwjmMQL0JbPgSl7ea1BBakJr25hMvPlQMmGODN+XaoJpIgGUttAzEHrH2aFByq/OxixbuDBJ4aWQAAw2s7TipaMzYIkJrjCQKfKTiLTpBlMV4NUsnPBPZB7P61NTUZtaLi23ZW8VDKypQlbmCi5DWm6j/oBhv1Q7Nz5n2ZyrY9FtcZ1kHmd02CGGa2fWBfxEC4KDlr6WQKS5imvATN7E7GMCqgMDRg14sIxXDRpgVQno5z7nFLJe8y39Ty0VnS0esxUV3mJBBWmU9p/zURJNxhRic31k/ZMJKERDEhgZC7M3MHNu2Xcf6ss6tOjA+b+RmLH5DMH3CdwxkNJgcLOYXo6mm2qyMsYjagMnmMmDgtUEGoyJ2htTfWnpvF11L1lnq5WMA/Pgj+n+ixAtWKh0SBxiwRBH9MhFXissVlDkw2cSq1Sb9RQbdTgVisyJrMZxtOZEB47LWY52ZiOYrH6D5IhwmREqxyxgKald71eF6LX5XBfBhuzbGxYJvdnstxdeE4dnltDf3iBs/MjaZ51O+uo1alEU/2DeTCVIdhMQUCJbGMdWWpgMh1iMh1ITme1kaDWLuSeVBs6GOlEF5TRiYYBl/C5sqO0hXWgq3gGp4KSWxXeYYoZKg0T737lHt798j18789/JmNwRmtB5lIRiPSw8ZqHRncVze4q4ORIdB/zaI5xP8GoH+L8+FyGyYPlwh643SqjXinh6OlUQGCeTmynQG+jihv3epIxfHhyicPTSwHfCiMT2/ByVdmUnR1FOD2KhVBqWC4o9aWKkU+QUXgw8hJsEhTEpSSCTltpkhKCVA7Vb325I4NzPZjNMRiQuRxhPMlUJlXZg09C1yQQIgvXbRIwaCMfZbooLWOeH4YGwr4tylSYMUw3xfq2hfVt1sG0ulV53bzXfLYn/VyiFfxLC37fRtluYXNtE512Gbr7DLqzpw7kwtirQMuaYkc9OsswPKfjxQSD4QSdDQ83Xu+itWYgzi+Q5EPoKZs7Bo6eGtj7nGucg+17Dm7cL6PX6qHX7OHJF8f46Oe7uDibIctN+Z4rN6vYvFXBfDKRcXYQ4nCXzy5Q75VQW/HQ7Bliz22V+fypGiuaMmYkRUhC4yxBQQcrGyiVgUqFeYsF+ocZLg8ZD+ChVKtC84DY8ZGagQDAepGJclk1oHIEMypT2DAkYZm5YTxT6Gi3mljrrUr99OlPj/H04bnEG/A96V6GgtEtDvcbDY6to+ZQXWMJCE3CCZuPU5/WfWT+G8j43CxIuHRPmI9NGIWDjbU6NlYbOD32cXI0xzwKkeoRDDdBvVmgWiuQBZmQJvoXBS5OC1hlHd1rJrpXDXFkCAjCEpSLE7iehe7KwmI/oo073WzYkIKQokiyJGmVNsMcnbUI3bUQBdg0GoubAfOYaf/cqnfQanTglUkIWUemzxFke5hlu4jSC4QcUwgAPOM8O48RTy2UnVsouzcFyKPLkTrJ0jHAEPCX9uQKcCFQyWtI6IogjrIW5drEcw0BZGaSmhYB/QIO+3upcvrKkxLytIyCMTwMJs65HlG1mKDVNtHq8DroWFml/WaBZzsZdncXaheq+5faNwE+XrH9pWplAYYsgQMCLi9sYZW88pctoJcq0RewzfJ7XiKPvwof0l2jMAcojLG4kplWjiyuIQ2aogBewr90BiKxWgjiC7D0ZQaweh3lWL/onyzzUBkVwTVKgD21zy8VwEugh0Z/eRGgtxljfTuB7WRCTJgMNQzPXYzOXwGAF9a43NdoM08AuLueoLvBOZfBMBYA8KGL80OqUujqwrPaIldZgHb+P890VAsrpyEVKaXcxPhZYpkzEZrNOrq9jlxqgmr+bP5C5ftCCfzCt4rAzUsF7RKcX8ShLoDzJTT26s169a4sFJSvZgC/wKZ/FRx75b6+cG17FQxeWocrUOpVwHkJLL8EmBe9F3n/L267oiG8+NnL97kAlV8BtJffR/Ip+3kEH5evpzItF2rBF7iw+vwKSOUzufD+UnGNCj5cRCDQgl2Hsn+2dGYJ0ymM9R6J+DOk0Qw5VTFZAC2n6wVVwOxhKQe5spmhamWouLTFb0vsxXl/jPPBCH4SicrIdEzUahWUvdIi0VLDYBZgOAswS3PyGOXM6jEv2DQFMpJezKK3oRzhlDsZG+jsU/D3bMALiEsRioAIyi2H4ASFKQIWLS/44vIqq3M1l9jPIeijhA6LfhX7mMuVQ7WypLdGa1EOztHJeCL3rdmsoVavwqFKy6FDwxDnpxcCQKyudgUAlnvF3MlAKYDlLMHPw6JrMRfYe1G26ErdrPqCqjcrYOmiT/vyz5aW8Gr+vPzzVyaN/PYlxUT+b6EQlmdHfrZyeBGHAT2HGJo5AAAgAElEQVSBxvVkYUksNWBh4I0vtfHuVzu4eaeLa9c2sbbRw4TnuukcO0/P8OTRCXa/6GPv0Uj6ATIvXwGsxRFO+r7L+airvHZBYFVv8ZcAbXk2VR+YZBb+nQL9lCOD/JyFilb+5YLQoF53IXQiGYn+KHR7IlBrpIhNgkULy3T+yv8KQ+l/uXebKXIzxZVrFWzfrOPN6xv4g/tv4N31LXzrP/01vvWf/gp7sxBnGjAugJBzk7mrJJ/yhW0CwAoUjkkukOxNSwBP2vKa7GMTACYwSCsI1VxVCmAsgXf2nNgHVm6PtOsVIpPMF2WV3GoxtsJDTddQowrOKpBZhSgAyyaJqA7SxEbKiAE3AkoxKl0drTUHV3oe3mzWcdN1cfroGCePjrD3fCbE/UuYCJsVhM0aDINChTJif454NsE0nGPEmAWjwHqnJlmlOd3kOLgSWFTycZFXAq8XVt+K+qLcCWi/LZnitKrn96TI00T1Ak2qHwnYKSe6LA6RUjhFcolkXjPOjhbYynlyuU9zjog9M9W0BEIXHu6cn/3BBGkcoVEx0Shbi+e3/CLrms/7siYg4ZhDckt1U9ZIKlSZy7sEgElI42sw3pExdV7FQ6fblkHwl6Cl5NNKniydvaiGJGF8QfyY+EIe4Rf/ve3aAupyGHSiLJXEdjnmNDaZvVtBqVqFbikwj5bQo+lMlMlLNX9Ei+hQuVGJNXHM3nmMPKbFvwIYGacUEhRmZJ/YSBdKhRxGcg5kn4itQNLFNUtHu9FCq9FUduOmjXkUY+z71B6h0mqj2m5DtywIyEgnHYK2dAelHph9BzqLWbmQfHQqp4dDXJ6dYdIfYPvGNq5f3xZlMb0RCdizFiZoqgBg9kiZb0/L4wwRyRELb3zOgyUATMIAndP4eqJwjhOMRyOMhqNFxjbJ7ew5uaDN9WA4xGA4kH67ZFHTDtyii5Yu14251XKdAjofqUx0PocCbEryAPcR5QhJhTHfK/s2vPbHR8cy2EOazZTN8zILlwB2SrdFRpuaxBaU4y7XMoPmnRQ89Gro9OpCjoaWCti8XF/LJVf2TFrBe44H2yReoIScCpBIRGxYcmtIC03Zocep2HjX6nV5XaVK5/tXrriLlQ9hQCcLEjctWMTJCLrTwU1LEPpDsXw3CHBWuqKOR06b6xDz0poM21uFW1kV4gl/vmB47DdotqxniaZc7tjvYMu5RPGArsBfcgXiBXGEoLhTaDLa1QStWiK55tO5g1lkwpd5QDzOlZHOjhFN9hHNTpAEQ8Th4EW8g6YzN1y5rzUqLVF7B3P1WSr6DFXdF1cvo+JITC6jZ0h+k/NFSge3MkzmbmouIonEpJjNg2GXMO4/x+D8idhGE/zNqjfgGiU4pof50SEm+ztClB9pExiVCF+6W8Y7dys4eTaTMYmAuWUCJPFcXUH36goK3GBoIS7P5zjaP4CRXeCNG1PcvzrFDSPADX0On06f5wmeDwrsTTTsTrmfBTKeHaV4/CzDaMKKSdwPdLg1VwYVIJGwc9WNF/vhxV4rGIDChVUxyPun+nMqmFvjAZmNek4gFlK0qUhh2LRYNpCQTT3nwUODbpuK3cBJRo6DAI60fVNqUoKA6iylsmBFjcq9X8LD1Rvic0zgqFShyocPi1LzUXpP9hfmQMHhasjLGnQ2gUts7gBV00bFtEE1RblWgpVFMMIpPAe4dv8Ktu5dxQ8f7uO/PtzHcDeEvq/BCDUYnRxGiy8viCCSQYb4IgMCZkjpwm5xaVnICSPZJTnsUg6vWogFZueKic4ms08rMFDFaJDinGqZ8xCnz2OcHpChs/isi5wkxULmh1c2PCoPQ+UemswtZYObgxnCtiW9zCxglrK6DgQmNTuXwaKXhQGziIuY5j/M+GJeFDMOyXinRe2C3fhqMbjITqHlM5VUBH55vfWFykQyMmgzsNgwZNVaZgDz83CeCBiqWJayA3Nu8XCzyOTjQs4DvqhByzmMagF3TYe7qiE4j+EfRJKlRitdggOJoSE1NQVeTKiWYQacyieWhnnNXChVEly/Ucc7765idc1DfzTHYORj9+Mpnn08gWYZaKy7kscx7QeYjxOUmjV4rTocPYNDVTwt9GJmJ6omUzilnfICCGMf0M7FO4bNZqqxs0CpWOTLAqoNG6+/vSrWsM+Ppjg4noDpa06lKWrRNBoho5d8RsDWwDzIMAsSse5go8O2U3zwwXW8/9Xr6Pfn2Nsf4vnJCEeXY4xmsbBx6k4D8TSQQUs7MgiF2SpNfSrgHBjciCxLMnxJvuBmxS+qp7NY5W/TipHWQ9PhDP5oLn+exwsbciEkLFT3JFrYhZABNjZWsbG5Jo2nxkYCvRzg6ZMxnj4eIR5miIcpurUqtjbbksfA3NPzi+mLfLN600GzQ9tnDaEeIqRSYlwgHBdwbALEheT9MtuAc0TL2dhxROFHW2bLUopesiTj1JdBy0eOyA+RzOayCVaqdWHGzWahKJyp8uBnJbDh1TVRqXW6VXS7NVye+TjeHwlQIEQMZt24NkzHlmeQG5hs7rYtv2ZUIFOOKKsQFZORqAqpWKbFbKNVgucR9DExnUYYDkNpzsnWvGgs8bBV8iyxoyU1i+wyspeTiNngJkpOXTZuyekuWMSFmPVjzAYJvLKBUkVZo4qVe5EhiGaIkrk4MpAtJqA5m2xiB0pLDJJdQmhmgDkVXXOy+DPkEQNvMlhmAYtEV4s/lzZOtAhV4FIyT5H4Kco1rm85HjxYxde+to3emodnx+fYO7jA84dz7D8MsHWnjHvvNaRZd7I3wqQ/x5vvtWQ8fOTjxx+OcLDHPG5mdRbQvRy6VyAZmUjGJuoVB52ui9U1BytXchkf/eVMxvq6h6/8Zhdb13TkQR9WMcf9++/g/v0v4Wd/f4AffvshBqdDrDaB9Z6Jm+9t4ea7W/jws+f47t89ws7eEP6cZb2B61eq2N6swHMDGZZF1TifHR1W2YNdLmM+imSwOd/qtUT19fThDE++mOHhL3x88Ys5Pvh6D3/0bzbQXTdwdHKG0zOyMKkkLKSxP55S7ZbBTHKstUr4V79/G//q92+pnOAfHqBR9XDn1gquXG1imCcyfvKDE3z4g1OZo7ceVOB0NOz1xzgYTMX+M7ws8PaVGt6/1cLdm1fx2pu/hvbaLfwf//b7MnJjjlqHBXkhdqxU8650HcmvP9/PZKx0y7h+s4rVdReXgwD9YYAPfzTDhz/igSPDxpaG1XUd3a6BdltHrVqgWgFWVhysrZUwHRX48IcBHn+a4oPfWMcHv7EBw50iQh8PP5vie98K8fjzBNfumti+Y2HYTzC8TNBstrG5sSbNkcvhGfrDM2ga7Ws8ZHGAOBghJ0U6a6JIqxiO+hiOmF1qot6k7auOi4sM/csMk2mC8TRBZ93E+jXmhxoC5DEegrnjPF6SgDGdKDUmAcosNjAa0M5VVxliYSjKAMm59jS41Qwu9/Cqh0q1JGrewUUgtrgac5wki5zWQY4QTsIJ102SgdRiqVslAYeE5KFn6LRNrPRstFu0NmIubISDhxEOH9KSmWCDjnrDERUi1fsrXY4KTvrn2Ds+xCSIkJsecqOkcnyo3qVxvJZj6ucYXaaYDjIk4wLxOIdTKeBwT6XFFpvG3JsXGWaWW4bpVIS9q8m+oPIZlYJYAU9cZ3hQzDPahmawTU3A32vXO3JtmSJB4LXW7Ihqk+Se+TyVZopZGAjnM/izMYJgjLyIUBQhMhb7zJRJFlm+PJSxKS2HQkMO3fKrRivdDMOjAOMz2n+5EotgiVU1G4tKDcXvcwwODbfu1HDrThWtnoNSxZQCPi3obZPguD/F8eUUpyeB1Ft0B+l2HHTa7oI120C5FqNcnUvmEpXmz57wkKYY3u1eGavrFbnvkyDGTLJVGYWQwvNcGbQ14xwLSapghAibNwvGjLIcZNGwsMxLaTNfiP1ru+1hda0qB6DD3RHODqZywKVFkgKA2XBjXAEP/zbK7bKMJokJHTZLdbgE+8IITz8fYOezPnRGKRCU4uHVYsYW3W/YKGO65hRpMZXM4Wa9iYpXh2szc8vDZBQJ+Wk4usBgdC4119raOlrtjhz8eJCPUxKM6BSimk60yxVyVUFFnQ/fn8FyIpRrESr1HNWmDq+mi9qRJD6uOSc7idiW1CQjtaSacOA5oiKqYp4PgngicRDX76zi+p0V/PgHT/HhXz7FtE/lZllqwvZGjs5GhnloIggJgjWx/XoP3c0OLKeOPHfw0c9/JiPqxyimGlq1EjauVLCy6uHwyURGybVQr5fQWimjt1mF6Rl48uwCT3cv0FxxRfFNS2p+LpKrjvcyHD3LUal7MkgwDWNfWPPKKJBsdwdmwTqBpDESHWgZxqzYBA++2sQ7H7QwOPNx8HiM8ZguTIYQMhanLxSUiKQaLKrvyyQk5ogygsCMdlk0uaclpOMqEt9AxAY85ti4aWLjhgW7okEXrqLq9qdJjv5pgsuTFHlQhhZVxY5xpb2KWs1GXDxFjKfS3OGgUmc+IKhbxsrKVaysXMFHP3+Kj36+A7cCiTfhemtX57A8kgZtye89fBTj2SchvLKFm29WcPvtOmpeC3WviYefHeFnP9kVW77Wag3tlQpaPRetlRKOdi5wuHuBUT/FbKJqFqdaglstoXvVRu+KjcIM4UdjzKYBZpcF/P+PrzdtsuRKz8Oe3DNv3v3WXr2vaDTQAAYzwKzchqQkW5YlRSjCpu3wN3/wf1KEIyzJtDmSSY5M0jMkJQ5mEYnBOg00eq3ear9199w3x/OevNUNcEwgThS6UV2dN/PkOed9n21EVxQSRAsQh6fNd6ujodvR0G4zq5nqRSrYPJhOQ3KeAi1CosXQ6nWt5VrgoAo9mCnnmTQlMMo8a1POWLTuHHR7SALgzidHkmfe7Gpo9iBnFojtPesUFQ9iFQbMwoTvGWg2eI4sEBeJIr1kGtJMKe+p3swjRyzROafX1wZYX1vB4wdz7NynCmQBzV7AayXor5Zod0qZ/1zng4WOMDTgdWysnXMx2HIwPl5gchwIcY+qdJ+5Yf2WMPMj2pVHBqIQEq2xmKVYTBOJGFFAt4Gtcxq2zulCQh2NAkzHKeYTTYjK3Y6NbtdBUfhI0xb8jo2VbQ2DzQKL+BBBfIBoDsRTE7ODCqMnGdKpi9X161jbuIYkoaItElBDMA2SwkmKKekuoxqrzCNnc4vuM0lCUlUsaynP2hVoL091Ml1zVHZYVTooK4LXys6a7gsESCWUjd3KUhfVL8fZCzau3mjA8Qz86qMAn368qPfqWilGleKp8k3VskrJuQSBVS2rYqwUaPL3hHJfxVUU5FKDxL/2f6rfpEuEMUFlziT6wrRIgOogFwUwX+IamJbPxuYzeyE1KlTX3cumjbpqriKKuKl+RYJKHQGlDKWleS1XJ3+gEqImyVqtXoDWYKGuIWePwMDxriuDIBDrfslAlP1NQ7IEgLdTrG2ncLxczjwk0h0/93G82xBCLHtEL1tAL13eVLSYAoClYS+KL3VNJAwQBGZ8wWCFTRhgRoVUoJwNFPCl4p9eAPfiTa3AsK8oIJcg8PL/1De/fjC/DgBezgH198g4FQH8/ef5JUXvS/NmCcL+Q6pd9dOWAPCv0W3W2bXLTywVZw38vXwlco+pStepD1PRWrxmRSQmqVgR82s+cw0A82zA+8bvr+266qZ2rjEmjmFwArXCIKGIQxL4CAIz341ka5I6aZXJwTyTGMz3IRGRWcJrrQrbPaDjmvAtH7buibPGeB7hYD7H3nyGgL0rUUGZovCydTpR0SVAV4ogXhpzK31b6kOxH6Y9qDiBqT6XrC+sySU1TpHWRURB0JSqKwJAojgEojhHFBFUpVWq+l55W0Xlr8BFhVMSSCchXTn4yDtVZ2grwJHKWALA2mmuKYGTcBEKSDdY6SmQV4DkUqxyp+OpgARUtnc7rZpYTyBLzedlVJ7KH1bPkKTL+Xwu5y6qPgloKbfAJXGFa+rLamD1ki/n5a+bf19WDC9n0tJWebl+1bJVgj8az6N0PVMkFNoJV7Dxyq0m3vhGSwDgq9ev4Nz5M+IGORydCJEzjoAHnw/x8796iDuf7Kl8Wt5KIZiTsEOMRrlMEiTj+iL9ZMmjW+as12tpfZmyytWW3V+yga7ff7VML3O1XyJVvPTCKHtarv06CqsQ0ZD0nGmKKYAss0bZvzUFcGJ8Df/99rfP43e/fw2vn1vFdd3HSmzgj378Ef7oLz/GsyDFCTQEFA3VCm3amrrsvZG5S/tSuidQoVoqgh7/jqWLg60Z8Pi+sgvM+c05JrF79d5D61XLgOvRDcUSMDFNqNxUPXy61TSbVPi6QrB0NGUhzXncsDR0KAQqNRwPSwyHFVZesbFy3catWxfxzTdv4hKjrn71BarP7uPj5zN8/GyGUeVgbjaQWA0UtoOSud51dqkPB02wRtMQGykyxg2Qfc0e2SJEHjCzleQrFZ+VEfgRYRXXG1XPKQUv7attAXmp+uX04JmBCkZ+H8UqAg4z7o5ngIpOAGqHU3O7zl/NMhXb51hw6Ujp0k1PRyqRAulpljDfC95brmdNilIMzj9lKy/uIhRVxOzppaLaFDCTbnhUB3sN+SwkaLBOpMU0laq0c+dgH5bXRbC63+0KWLqMXORaJVbAQnYQ8APzRYR5EIp4gDUorbDXel30Wy3sHR5i7+hQ1j7W7DqHw96uA8N1YbquzCMK71TNyv6vBs/zxOZYfibtsBeBZCoTzJSuCNdBzi2xGWVfXsUByHpSQcQ0izACs4cJbFcUatE5lkR0khSo6uU6vSRzEdjln8voXJOh2e2h1evJPeP6xRrYsRyxGGaNZfiMYAsRzRc4JkD65AmG+/t45dVXcOPGdXjtJkzPQco1k9+X0IVCuS8KrkE1d0bCcyKOF2LbTTDUVQrgbrONPnOhLUciophRfXR4iKOjI+n3cD4QAG4QRG/6Er1CW2SVL8wZW3P7+A6mS3cuBaAr4hT3VaUkJrh/SjogAcFmJBLjymJxczg4OMDB/gHGk6kITHg/WVNzP6G6mbUBMTAhs/DoWu9DVEzTDI0k8U7XhdtQMZ/s79PdlgQbAplUq3N9ElcP/sW1ytdvWGg2SEb14RgtwRiOZjOcBAusb21gfXujtlUnaUJFlIrzJrE9nbngGVI6abDulH3PQMNy4VkusmiGLJ6BHMpU9gEKACM5oy/MLuZmF43BRbTXLsFyWipyomCNzLXNQqYVSDW6GnAeqsBXCjhdAu6ijiY3vEKhK4KWTqeyTEOvHaPXobiRa18Di8TAMI0xzVP0aVVtuShne8gmj4GE5O8AOugErMkg140utuIqYNDRUEeVhaiyCHaVwCE9x6SzE3G0Ap6ZS4/FNruwzQ5Mk3O6B8ATq20SfAstQY4E88lzTE92EGoe8qYCgG2DAgYPwcEu5s8eYzo7wCQfQfcCvH3dlvH0foqn9xNUjovGRkucbtuDNjr9NmbJRczSixJPGs1n8PQhLq8+waX+Hs5WGc5VJANYOJ7aeDrW8Xha4fE0B0zWFGM83K3wxY6G8Uz8PRQA7LQcyVRNRQFMa9KaPXWaoaBc+E4jbmoUWBoTVG8Kk0cdGpUntAJoxV5FMnbJ0KEEnwxbWrpRvUrLvzrXQmSgdZ5EbQeuDjpQGbGiMlabsGKysJBfAsC0PFRsCQLKbMqIzcO8Qs7oM6cCfMBuaPB85goYIgvnQmU3HVhNF0YUwxjN0XF0vPHNS3jzmxfx1/efyDh4ECJ+UKKcVzBWKvBZ66UNnWqVSYX8pORZty4vVE6EnFOEz0W1QCXWzN1VHRvnLGycIxOlAcvwEYeVNNkmJ7SZDbC7E4jyhZbMimVn10xZScWWQk/yUHiPTE2ACQFjyUwQq2bm7+WI5wrIU4dRqhs12D6z92idW9uYJmwEU9EIGWQEZQSAa0tcOWsuC0N1rpUmksl9m7mnNfi7ZL5Q0ZtHmWIiSmYwBDzk38ncDL7UcoSsiYTLbGkp0qUpzcLChEnV4cCA09dQNXOgmSM8yhDsZTBoadJihqaJiNYRPOiHuSiEZaEzAdOBqOT8jlHnKJe4cLmNN76+ht7Aw9OdBZ48WuB4J8TR40BAdObH8R7Oxrk0YtlUbQ4aMIsChtgGZQhjZk5SFUCAlMCdUtnSUphqE53qcVm0IQAaBwEEt22i03dx6coAFy8P8Gx3gue7E+QlLTwG8tmD+RjxYqoOP+DCVCHkn3eY6axhsGri+rU1XLu6iqdPprjz2RB7JwtMkSFm7l/lwqs8pJMI6TSGwVxunYdJPopSstx4MDBcR7HD6ka/EoPUFg/1pi+FSUqyBm0OMhKG1JypCxZ5t9lAJiFRyAClFC4b6ytYP2tgcCaD1Yxx94sT3L07QrEA8rmGjZUuLl9Yg2PbePJ8jr2DOaBFqPQI3S5tkl0KdzFJAswIOCw0ZIEOh0oK7wVQQxsZZhvQgoWNBdo/MzfScRrCTIuzKZJsVme3sYmXIhUFMBm5LbiOLw1rgqtRkCBekNVWodm30e7bAihxnBzHOHjOjYLNXhuWo9iGbL4vK2YWyixQ+HVpX8RCjgfOhODsgpt7Is/RdmgJSMDYECuNIKAllSpCud4KM04nkKSyLek0kOXqwFWkluTnkGFpmr6sBeRA05Y5DyGqH+bd2Ta/kgzC9ZUZFAHyig0Sfj9lWmzUsPj34NodAc4T5n3R8i0qEEQEsUlmYY0hCdHkZsIWtiUZmMxTY/YzM90SRLMErS7Q7FZ4861VfO83zmJl3cWDJ4d4+HiIw50EBzsxLt5o4+Y7PcnDff5ojMmxyoZ9+9t9fHEvwt+9v8DjhzEmx3z/cmiNUkYxtpGPbZw908HV6x1snyfDa4hFcoInH+Z48mGB69d9/M5/1cfVaw6qRcKeOrYv3sD2hVfw85/cx5//6QdYDMe4ecHDq5dauPDmRVx48xJ+/ukj/NlPbuPezonYcZq6iVev9nHzSg8aJtCrMVxmRTZtuGwwGC5K08PihKA7s2o99FfbiAIDv/pghjufzjGbZTLe/c11fP+fnpH78sW9x3jwcBezmYnZ1ERIdVGcSzP4zKqNi9s+XntlHa/fWMf/+6e7Ms6fOYPf+N6rePX1bTw8eYaHJ8/x5M4ET+9MhKiwdd1B1Shxb2+GxwcL2EEFOwTeubaB771+FlfOb2HtzCVY/gr+9f/5C/zrP/w5dC9CfxPoDCDqITbGV1eoqraw97DA/qMCa8yhuELrIxcP7icyHu5EePg4khz2zbMVNjY1rK0aMgZ95maw+KIqX8NiAjzfKQVI/d73N2UcHA9x7+FzfPC3c/z0xzkeP6xw420NN97WEcw0hHMN3W4fG5ur6HR8DCdHOBkfoaw8lJWLiNm5owmSBeW7XaBoAsYc0Gdo+HS9oDV0hccPEzx/looFEa2Cty84OHfVQbPLglcxC5NUQ5KxcZiINSZBO2UVx4a/iXBminKLrhZU4VseXUbIci3EHaThO/B9F4tZhinjIGhp5OoSOcFmbMVMRwKCIRW3bJDwWMTmEZnCVKtq8FxNgN/VFV3A8+mMeRwJps8rTJ+VaLk2NtZcrK056K+Z6K2Y8HySR1w8OTrG/ef7mEQpSttHSaShtkZR7NcC82mB8WGO+TBHPqtQTIH1czbWz7KpTrUXrY8K2cuCkIrSBuxGQwBC5hyTzawkQVRlMTNNNQFFvUHlhDCsC6xtEDhrSRNd1h4WHmLZq2yxJO490mQEswUWVPUFVG1HgE6bS/GJRcR8FNogFdw/TWgGm/nqKMkC0bU9FHGF6V6A2VGINKGiWsVRaBoZ+mzWqfMFbdWMssSVqy3Jyd7Y9NDtOWh3aVeiFMyzKsO0TLG3F+LJgwBxWGJjncBWE4NBGyuDNtKc1k5TjIYhHt4P8PQRbZZUFujFq21cu9mVc8rRSYoh7csnVHhEWFnpYHVFWSTz13TQWLqgkABJO2c5Xhkqb57Kbzo+zMYVpmNaLDewutKSgo3KiNEBLbBZyCm1jjjhsBlLRbZdwW6bcDomVje7WNvqottx0PR0AbR27o6wc/cEqZYio6pMWijMrGLjkoruEoaVSfQAbY9aja6AW522L+SW8TDF6CTBZDrGdH4i10yGMG0LvYZSEjPfiyMI55jOJ5KVziKWxX0YstglaKNAF5KEmj1DyHkKjDBx8CgTkNAo2fxsY2OjLYUm2f46r5X0u4JzZA6YGVbPNLF2pol7nxzj3idHAkw6Rlv2W78Twu9G2N9TY/VMH9ffPoczV7bR7q3B8VvYeXIfO08eYPR0hunTEA0TWN+y5Xy195AW0HO0mg4GLLj6jrj4EEd6/GwuZ5a1Mw2snyURiDENC7FV298B9ndoK+2g1VOJRSTu8d2hioPnuSphjIwpzSdmgus2yQ8hDDfGzXfauPmNFp7fC3Dn/QnCRYnmwIPbJMCeSy3DWkMn6ZQuHAb/bhq1M5eJ52zVOEumDqITH8lMQxqySRZj+6qB7asm3I4B2+ekUxm6bGgdPefI0DAG6LjrcPSmEMOYtqQ7u9CdPXGooRJrdlzi+FEOZB5evXVDxsef3JNBOzQ2FjoDgu4aelu03KX9vobndyI8/iQU0tul11u4cquDhu2jYfnYeTTE3Tv7QthdO9tGf8NHo2UKqefB7SEefjbEYsr6kOcrG82+j9agiTbXzVU2v9iI5zvFnFkgmtKyvn7HCOqaERrNHO1uhVYHiBZ0laGKyxS7rkwrEWopErYy6qKt5VloezayGGKdz7Uho7I0Bzq0De8xI9mFa7sIZiUefT7F850FWn1dyA2aRwVwoeKDaqCrijRUsY62b6HbtuV9T7UYaUnmfSWD9RJrsXRhI5mS4NjA2toKVtdWsXM/wOMHAbJ8Adubw2/HGKyWaLZoyZvjaI8gKdcFE80ec6t99NZcjI6mODmcSKwJScmydzUbsGwXUaRJEz4OTXGdoiPPfCB4FGcAACAASURBVLoQ+8RmS0ezrWNt3cbqui2Wb4fDCGPmD091xIGGTreUEUYqe7zZ9bB1wcfmeQ9RcoKQltEF87H6iE8sjJ5mCId0WurJkKzZOuOUblokYtEtgfPGdWm32KhzZenaRevTGgCWZq8B6Nz/p6IOVkAZa2XmNVH9S6Kiyj9UDULuy8zF4fk9gmlFOHfJwiuvNeH5Bj7+5QIff7BQQAMbyZJFqADgU+WlAH21cm4JIpyCbqqofRnw+/+Dd5fKtX/IJrrS2HCaAeYcpk379VQpgOMuKlEA18CgAOa8TvYElsx8lRv7ArpRyjpRKorSSjkTsU9SS0lPyfxsqonaX6/Q7hoyDIcE6TEMM5H9ilXY4TMfh08bcn+pcpS6hax96EJopU3t6naMte0Ytqv6Fmmi43i3ieFeS2oUh/FRAqgtQVXVyKUrFfsHpwCwnJ9U1miaxcjSWNST/UFXPgvJH1S8LS2KFSC7tGquYcq64VDrI+vnuLxDv+5JfBX8fenZqz9dA81fVkp+9Zm/rNJdkgTU97xQaipV5VfkvaffUj/nJST98mUtCQen1/PrAS2FI/McmqtzQ32GMJi7pzOyRVklngLAte0x+xjcUzikh8S5Tg6SQLzseyhgoNYICxis8+wlymClDqauUaetGBQYTBCYLhccZ7oVLqwAXdbEpQGj0E/r9cPFQgDgYRRhkiYCIFDtzveYjWtaKCqCogJlXY+iC02a6Iw8WuZv8mwuvUPmdNcKURGqiniFIDDVhLw36nOEMaPq6ppcchdVXjABY+WGuLSJVs9LAGCdZBT1j+SxsociucAVNINETlv6BQR4qPyiGrE36KLVboqCbGlTSqcughUrK32xh6ZKmeCUkCBFXFM/fHl+fF4agoAATqgA4LAGgJezs/68CshWFAeVHa6uVe5BrYw/nX4vze0X8/SFKfOL94fv+lIBTIKH6ksqy3a6Lji49rqH177u4tK1AS5dvoztM9uSpzmZTSTOyrabeHhniL/64W18/LePa1Cd82wJANPaVAHAcg8MOgMpAFjub+0K8GI9VXNYEUZqN8gXr7gif7yU2c3PssxHF7e2U7GT6kHyB5VWjsosBFgkQLokPcicF/INwUv173/zT27iD/7V23h1rQ330Qjpg2P84MPH+MGHT3CQFJhxbZR9jr1j3iXGJxEY5a2kuk2Bv/y6jD7k+0rlvljmCj2dvWW6T7Knq/qMdey5gJt04PObygGOo6CNq0S7MEZBKWAVqcaQvFctL2FpFVx+3KrClNcZ53j1nbO4+c453Dq7iTcG6+jOExz84iPsfvgZ7kcl7oclkkYLZbOD0qoj8EgoFmfMHE27ibbTFUFSZdGFp8S8qLAgeJWm0JNE0SLZ2+Z7V0SIZH1Y7lWK9EOhCDN8+V4s732wmGM+m0kNSmdJ5gJzz+Z/C1FW7pIiDnHii+V7mgoIrrKC2VuzRFnNfHLen07LR4dOSi4JslSlVjCyBLqc4ZWQjX06npmpgl3mCBOoJQDmiBVzU4gqPNPQmphAJEFgIYw3GwJgc71h1dP2G2g3Gstd/FSZyzMRXUU5D8IkQ5Ck4txCdabv+Vjv9TFodRQAfHAoNC6StQn8Wl5D+rtC4DZNUcdSKaszc90hMd1Fk3nkvo9FxDiRRAi6BNNJ7lbAb36au0twnT0/rj1LMkXAeo6K15Q5x8y+rihPF4KolPI5XVctuLTeIShLJXFWYDif42TO2umMDApwlF07BT18dia8jotGx0MWhojnC4wPjwT8nRwf49y5M0IgsXkfXcqxKgSiWqUSU5H76BDGQcvlmNboVEzTYUHO6raoOpse77svyuOczgohXcpOMBqNVHYzHWYo6GFWs+epqAK6PixJQxLzyP4H9w3mCzOGVIE9XHN4z3i/OCfFFVKU69wRgaSiRTFJ8RHmiwWOj09wfDyU3Hu63ZG4xHMUMTFaMCtlulqvGefFPYTvMMmtJeeDb4pIiGIhxvRxvxZlN98t2TNIflSxDhTGMXeYe12zaaPl2zBKF3ruCAA8DBeYpCHWt9awvrmGpq/IIhL1WC+lDsF6ZgkT+GYudFWIHTN3fF9voam3kJP0nIZCkJjHVCXnMOh4hhzT0pbR2noF/Quvw2sOoHNfLtiVIJmG2eglUoK7EidJpwW6glXi1lXTftTxjmcTrmop3X74PtH2OpA+i1Y0EOcGDpMY4yxD13BkYDFEyRis5AgoT6BVY3a1SclQTraWwh+JMiuQPYcu76uq30sjRUGhlJHKuu3S9cRizFZXvlpWB4bBdUpMyJFigbSaI5wdIpzuI9FcZM1tFK2zsE2qsn0kJ0eIjmgDfoygnMB0FnjtnIab5zQ8vp9j534Oi66qF/torzYlGozPexhewHF0EXmuQS/maFvHONfawdnmM6ymGVazHIuki5NkBU8mJh4eJ3g0DOG3aGU9wt0nJT65q+GEUUM1ja/OAKaHOoXYKlPg5aOxnBuUCPUriRFKybAkRCquAjccxejiPBQ7P8maUewc/seSu0WwQQKf5cCkTian59zlyao+t9D+1aUKkDNC7EcqsShlBhSVqASAKbuXxZfZH5GGLNSgNSoYTVp2GqL65USOMw0xDfWFzKZBn2cwhgl6hoF3397EO29v4bP4BJ/HIzx5FmH/fobZsWKzcjE3mVWZLbMgiMYy2iBHruVIFhUSBizz4MAXmBbJPlW6GhrMeHNUpgTZIq5rotFgzgpwtDfH4f5cmg+0jOTpgA1Z4Vry4IxCrDlpYWu6hQzerCJjbpvK/2ABJXkEkuey9O7hS8YDhFKXSjG8LLwIJlsldKpGCERRRbs8KL70LMSGkIcXZrB6VAzzvrM5RNaTCqUvwlIyBqn0VXUNiwh1iONmQnUmf18IRlLoKbYv2W5KEaOsJmzfRHe7CX/NBW1TaRWZ0o5zXkk+gTDxGwaChDZquYCVBFulqepBcptp5es0dHguc4iBds+SpggPCbv3UuzeY16vslRkw98loE1rYMdBRYCPh8yqQD4vkE5zleW7vK/0YNDJ5mLQugvTIsOntsSm6pYWKwWV1LRqYzZYU2w8HclDdrD7ZIS9pyNkMQG9NsrCQBgz7zZU859sZ+YwxyW2z7fw2tdXcfOtAWbzmWQ5PLsfYOfzEAtmOfZcaA0DZZyijFJkswLpPIdGS9ua8Mhr5T5JlZpOYFBeNEMA0eWhqzQrOYw6Ddpo2mJNZJsubJNHVZVHRJsJsqL47slBidOIBV6VCTjomjo2z1k4e9lEa1Dh/sMJ7j+cokroFaJjtdfB2TMDYffvHiQ4OKJiaCSDyqV2S9LsMWMhltKOkwdvlaPIi0vmGmZD2h1q6Ax8dFca0hzKC24ynEP04TcUaJqzIFLqDar02HgnsYJ5A1QR05aMmb+0s4gCZtua6PZaaPd8mG4mI0kgOaIFrToNZh/bYndlG7RnVpu7NE0kb4dqYNUQWRkMhKFOhjHZvbPZTAYZu0tApS7HpMhkEUg7J5cZlrajDjIJ3RDIYlMWt8ya1jVPQNowJNOZ6wGNg9gc5rPk81AqR8nlMTIYZgbLZZZaLtfJHAcSSghGGRo3eF8a7NPJFLPxRKwO2UikUppLLPMmSPgRxzhhwHHN4kHEFkCCNuWLaSQN1na3xOu3uvjmt9fR7pn4/N4R7j04ERBqMcxx4Xobr3yNmyXw7P4Yo4MAX/9eB1//jQ52Hhf4+JMUOw8SHD6PMB0nMJoVdB8oTiyUJzZef30N735vAxeu+vjok8f4+JPHCJ5pCJ4D16+b+M73Lbz6ahsr3ga6zhrmhYNFYePO3ef45PZDFMEc13smrq81cPGtN3Dpa7fw1+/fwX/40d/h84eHCEOCTRbevNnHWzf7MLSJDJfW5O2G2CJHJS2yNcyHmQxaUvO9no5K/N1Ppvjso0BAxzMXHLz+tU289c4ZsUb55Qf38OmvdjDj/J3zPVLP4sI5D996Z4Brl1qYTZj3BLz/n8cy3n7zFv7bf/49vPWNS/jZr36Kn/7qPVRCKingtoHmmoaoynH3SYCneyFWAKxUwDuvXMV3b72G7Y01KQzCosIP/uoj/OAvP4LmpeiuEWzV0fV19Fq6WCIOBhZO9nOMDnJRLHX6SiX78d/l+PhvC2QslnTm8ebor2ZYWS2xsaphY93E2c0uzm508eRuiDsfzcQCemPTl6zBq2+2cfWNNj755Bjv/ec9abLe+7zEeARcv6Xj2i02vRvQq7ogMJRtDpUA00UAcgM5aO8ZnyRIqA6PPVSZi8F6gZV1pWRhw2cxL3CwW2B8wpzRloyt8z62z/vQ7aLO4glwcpJgeMLGitpzWNSJ80VKdw2V89TpttDt0kYpRa7NZS0JqIxPqQB20KRCjmzgiAU2bYu4P9N2WZMhBiW1rRz3Av5GFqixtdHA1rqHRpOKfFrRZdgX548M6+0G1jsNXD3TxWsXqcYja3SCpJzjIMhwsMjx6CjEo/0Qi5SqXhe2bwswBovNL1r6kxVYIRwViCaFgL/5DHjja33c+tpACsPDgwX291mEZBge56LspLUUn7mKLKhzzywDzV4brX4b7S73MBJsaGUdIivoSkFXBjZtaA3PIiOXjHEycVm8s+CeHWWYHtNGWlkm8QDZXTElhiFHLCNMqRpjrpEJt9GA6ThK1beI0PR8dJsdyVDNohBJEGJ8lGN8LPxTUVPKqTI3hIBAJxlKQ1YGBlZWTGysOVgfuFjpWgrYqgo0L7ThX6DSPMJjrlEksbRcNNuuZL+3OqbkpA+PEwE9RgKEZlgEKeaLBJeuN3HjjY4UZrt7KQ6PU7lWsrZXB12s9HuIwhTj0VwA4JbvCKg4G+YyaEvIe9ZsQyx6B5sGjg9SHB9kYoXEvCBpQwhRj3bTOaKAdld0bGgr5xwjllGYEXKLjXZHLHS3Nns4u93D6qCl1ud5jL3DIxmLRYkkYXFuwGvUpCpp3jFfj44aLjptB6vrym0hixrIIl/OHNPZWGzPRWWiG+j11tHrrim3nZJuJVPMAub90LpdnckJKtFpg81nWoh6TaDdtyR/lyAx99C9nQxPv0jhGg2cPz/AhfMD2LR3M8g2LhAGBN2pkI9ljrcHtoyTgwTD/QRG5aPp9IVUpptT6MYMOw8mePxgIoX86tkeeht9tPpdNAcdtAcuWn0Huw8O8ehXz5HMp/B97r0JDp7EOHwco9U0MVixxVmICR/MsZrMgclME0s8Dt2OkZczRGGC4ycmhk8MUcK6LYL7CiBgU5wWmVwRwpGGcEQQsYnBWhtepxKLfbsd4jxzca87ePhJhE/fY0MG2LxEq2Nb2ODMGyoTE2Vi1dlvSe3qozKxWQ9RbTQfAsOnFYKTElpawEKBras6tq7p8AgAt0xxa2Gj7gUAXGCtexbnNi5JrfTk0REm4xFWtmKsbsWwXBO2Z+HocY6dT2IBKG994ypufeMK9o/3sT/cx3BvjpNnsRDPrn6tjfOv+liEcwThAs+/SPD0U1qOmTh7vYFz1304JJOZfMcSnAxDEWjymXgdS8BK06nw8PYcD27PEcxZLBA4tLF9uScjA9nVMbqdLtZXttD0uuLgwDiLYB4jnMeYz48wXxxAM2eSD+u2eM6zEQaOsvrk2V8rxJ6QjHJZNwqSbxyxJU3DCvNxIQAw3SXYmFtZs7GyTis35iyXmJ3keP4ww/FuLspl5pvDS1A6kZAiRZlCi7SgQhEC3ZaDfs+D5RAADpFWiSKV5AwjofuRKUD29KBCkVhY3RhgdX0Fu88y7D0jcBKi0Vig1UrRpYtHo8TTnRTPHqdCyCTBt9130V1potPzRFU2Gc8kNsX12Py0pJHEpiHzGEkEKlI6bHhIhBA5FZCmN9DR67N2oo2ci1lAADjEbMb1iFbgDbS7KTq9BEGUYjJLYDg8kzNX20RRxkI6XOtexGb/FRhZR/aB0X6E3acH2H16CL/dh9/qw7TYHLUljzYMEiFFUqniuQ1ZI8TOtcyVBTTVGHVfQTNDaMZCrNaXTXFDzujMElQKMta64hYEG2VmCYnSNElIibF11sTl61wzdXz2aYTPP41hiyUr1UEkyKh+xSmw+JWuxym2UKMnBFMUoFB7MZ+Cdl9C7U6tS78KO34pe1ZnLgwZiXRdiWFYsdz3IumiLDyV/VsZAv7yHL5UAKuuygsAWIF6rGNrQFUI4mzMKoWUiMxYAkomplILSl2hk9zlYXXDRVpMEMbH0PQQjaYiJB89a+PoWUvqVt4jVQvxPtN5oBAAeO1MhNXtCJZDFxSScHUMd9s43uuIo5PjKLI/QTxF6K+VPHW/YAmeKgKdGCqK/TNB4FbbR7fbkZqE6y9Vx0tb3qUFtsrqVSpj9XunsOsplrYEuZZtpi8DuC+Du18FgAVVPSX8voDUXvoJtUL39Om/kBu/+CY+BwF7X7qC5R84VRbXis9lLf/SPPx1P/Ll7tzpnBJA6AWkJ0rJOm5LjNjE3/nFNZyqXWtikSI3qJaR5E8KAKd6WKcK1Rq6Y896qQzmmZCHGFomClmPvhZ1/+xMp8SFboGOWUBLMugZc4IZUWEgyDOJTDtczPF8dILD6QxRQjerAr1WH/32AJ7lSaObQFFcRUg42PcT4FRlTS6tnPnxeN5nU1w16ZVd81KAIDFOhimKsoDAgGRd0nKZri50d6ld8Vjr130rZSms7sGXpP81kl4KIYOERhIkdOl18dzHHoHf8qXBzmY9m/ai2qWbYcNFt9NGo0ECZZ0zXDdKCWTRVjZNKM6pe6olSa014C1qZmVNLX2/WiizjHc7tVInCYDv2FLhvCRH/L2XoJ7zNSis9D7Lb1LkPZLm2UNRbmRKlaXxwKTZuH7Lxa13PJy72Mb6xpbkqAqgXvIs2BAC4eN7J/jJn38mAHCwSOV8vSQWSMQIY0rZ4qxtXuUdr4VCsmrVNZbi46gb9WUwu34z64x0+agC0NcqaM4FOYeqKDClBidIShKsIU3/0shEFcYMXjofFRkFLuyt0j5fFwcjniP+u3/xFv6X/+lbuNK0cfLXt7H707v44e4MP3w+x5hRHQSdCBoXjN+hd2QOm0QcAoOS0sZnUoPYSnOIgmcTZm7zbi+x++U6VvcJ1frIGC4b/X5H6tZWy0OrSXFEhISRNfWQ/FeClCQ6ZZW4j5FwlbAHbwLuVglvq8L33/0ufvfd72J1FML4+B6Gdx7jgyeH+OxghKrnAew5ct82SNAmaYfvmnKnFDDM9WB4vjgNiqqWTg1ZjnlWwLdtNCiQKDRY9Afm7ycLzNPghXqd84g22RZdgVqS4UsFLcVf8/kM0/FYwDee+VljklTBdzinK0AdJSiKYL53MmcYQ8Azcu2kSQdNKo7ZN6RKsNtCv0PXN5KNTZDtF4/HSGZzWJK9bMtN5rpJVbrkCPMMKfslMQ6CSI6Ar5AcWk2Uo1xHnIYtZ1dJcs0zqT89Q0VTiqqGn8NidBLJ2ZoCmPmek8zNrF4S0QwSR5to+12J5KFqdDSdCmhIZS/vs+XS1cZFVTMCVMZxAZ/OTv0VtFotpQB2PSGJU2HKNYWAXhrHSKIQcRhgNh7LsKmE9XieUvnvBD4jrkEE1OmeUJZIK2oc6apVCPhLsXzDcOEbjohuGEm0CEOMSeSJIly4fl1Gp98XxTTJM1zPCEx2+i1ROOoEVAkyRhHyKJSvytmUACFrMcJrlVhLUxHKwFwSv8usQkUVMPcnkh+WCFZVyXmOwhqCtWWqIp+yKEEexXIP5D7IvlaJllFiDgwNrkXLZ1cAYBKBJFO8dmAVZW1ZiDKYrgAkLMs85FeKghilSICb+1mSSibyNAyFtEOlLp/heDqV+0mwl9o1Pn85ny3/rS3vHddBp9MShT9jEeMwhuPqcB2q/i14ng2bfd96D5a1LOOcp2jHkbNeGC4QxyEsizGKGtKA8SxQ89goxQ6+3fVFgOH7DXnnTEv103k2IwmFwDnfG3l3DLojcI/TYWVNWGkTZZ6gyjh/Y8xIFEjo+KHcU4dhhpMoQ+/iG1i/8S7avS0RYDL9W5Ap2ukbGgqBE+sQZOmts3dNi2HVU+OcIRmI1bVEImQlXCeAay/QYOQCz/+VgWFSYJqW8GDBo1tDHEOLAiTz51jMHiIKH2Gw0kZ/0IZhpai0QM6XjDtLIwL7qumpGw3opg/dyEW0QFKb+PgzYo2gLmgX7sF1WLNY8O0KrlNJ9FRmhMiCKbLZFJluIfe7KFp92HYbjtNGGcxRzsco8hlKK4DjRDjfyXC+k2PnUSaxNHarjbWLK2gPfNhGBlvPcBhdllGVKVztCH37AOf8fWx7h2iEiYxIO4uFdhk7Iwt3nk1wb3+Eja0ZNjdnuH0vx3/5sMDhsSJcqR2GljwOWcQK3BL2QV3LnBKqBACurZmVn4YKu+DiSJuZJfONykOxQFEgMBsazJzkImxaEu6rrBWYLcqGY65k2Mz8UUy6F55EymqF6ixaGJjwfVuUdCwqOJTikmpE5swpAJgvVEJLPloW5bRIrmC1SnimgWblwMxNjKMSk1DaxwJ5a/MC+qhETzPw9Rt9Gcd+hCM/xu44wdPdDKPjDOWiQhWU0MIKWlTCbTjwWh40t0JGuwuN1rUlYlqN0QucCzKvy9KVx3tQASHvL082OXp92pq2JAtwcjLHZLRAElOlw8OAQtClqKwBb6thwW4QAM4FpOJhhFlUaci9RAXRlwT8eEaTm1nn61LqnlIlo3LnWEjTFoz3vNI5uZUKUdiOfLLiuyTViZxKCC5zKMtpZuupJh9/rSwxEhQBRO0p5/3lP3IQpfpRNSBYRZDZR+B/ac/DTYZDBY4XcNiAO99Ba93H8cEYx/sTAZF5KKJ60nN1ySAMAjJqyGxRn5PKX+ZbOk1ad2qwPQ3tjo5Oh5OcDOIK4bzE8YMKxw8rUHzbGDALkfOaOcoWrEETZttDFkTIghDRuEQ0ZsNneWgEKMC0GrRhdGCZjgDAnNdsxKlMaw2lFotCc33Tx4XLfbQ6HibMoRulOH4yxhEB4FCHXjaEHBHnDLZP1YGQrD+VMIwbt1bxnd87h7e/t4X337+PX/7yPvYfpjje4TbhwKdips284qnYAVSJhiqlhYF6xyRLZam4lrW8ZhgSERZQv7Z598AQa7R7DWkgUSnQ9JtoNJrCiqJinyB/UiTqwOkY4KtcZlz0Y+S0nIkjbG5bOH/ZFdvV+49mePBoVhd2tFX0sTJgpp+Do5MSw1GGODmS4ZoVfFG9AnM2ftMCLi2UeB5j4zO2MT8pcfI8RbSoROXAkRUEIwIB1Ljws5FBxRCBfaXcUOoNOdtzd2e+YEUlMO3g1OE1S0tpYLTabTSbTRRagFwLZPHS6A0hRU1DnoiFDBazj4R1aMr7xgOEyvolU8vE1tYmtrY25PA5nS4wOplgf/8Yx0cnAuyyQcLmoFh3kLAi9qopJLvBdREvaLUXSzHkN22x7mPB1PBpfRtiPCXLitabiRRUPHxItoXMQ2YgM6+VzSOqX3T4tNxkoSgqY0eaZAR+y9IWG87JyQzjk6mwwcWGne1ILv9U7DMvNFdqftbznO827UVoUzOPMJ9FWFnVsLqq45WbTbz5ta7ksX346RE+u3OCKq5QxhUuvtLG9be6wtje+XyM490F3v2tFt75rSaePgduf15i536C3ceByg71AcPXoI0taCMb3/z2Fr7/T8/j4ist/PCP78hwMxNeauHGK8A3vlXgtZsDXFi/hdXOVXx07xAf3z3E4WKIUTyEXUS4oAGXXBdXvvEurn79XfzFz36Ff/fDn+Lzh3uSHdf0bXz9zT6+8WYfVT4B8ikaBPz6bRgND8eTFEdTKq41GbTBJZBC8Oa9H01x+4MQ3/ntHr7zOz1cvraOc5c2MA9ivPfeHbz//kNEBOcSpdCmavK1mx38o9/bwqULbfz0p2P87GdjPPwowMOPQvz2b34Hf/A//hN841vX8cc//vf44x//B7FZXttwYPsV4GQYBxnuPUqxu5vhWsfE9a6JN69cx9deuYVep40wCzBaTPGjj+7hRx/dFYIS18Z+x8RW18IqXRJ8A37TQDDLEcx4tGauu47pBPjpX6Yy+ts2+tsO2v0czXaEwaDE9qaJ7Q0bW4MeNvt9/PInE/ynH5JdB/zOP17Ft397IBnF3W0D/+kvh/jTHxzi89sh5jPCITrOX9Zw7grV/W0ZUZSoHNNFgCApxf2AokdxPl1UyEZANmf2ii1WL1tndGyd1dWfm8SS1xsGbPyaOH+liwtXeuiv+ugMGgIgHR6e4OBogsOjCEdHMXzfQ9P3pNFDViatBT1Pg9uA5POsrq7QgB3z6ARzHt4nQBAATWaUt8kRrguCrDydDzFV8QmzJw2YniUAIc8tPONEXOtGGS7SYvxcU3J/iyqSvfPkqY7hMx2vXevg5nWCv13cPNdDxytxPNrHwckB7hyHuDMM8HRU4vmoQlIxS5URFiYKM0HOQTeExJT4gZxA7KJCOgGyKfDt72zh29/ZlLyXJ0/GePx4goO9HAf7Kt+e5y+xXUu416t4B8thXMUqBtur6K91MWDmjK0jSgMkCRVpEbIsksK2KnKEsxCj46nkkrebnuSqHu0mON6NEQdKScx9cn27gY0zHgo9UtmRaYVFzD3TgtfkvXExmy0wnc7hO010/G5N/KOdYIThbobhLjMgqezgmUE5ppSZLjbhdJpxrAKOWWJjxcb2uov1ngWdGch5hu23NrH15iaCPMH+LtX/tMgnU5pW4YzsqHCwV+LZTonZVFlp8cwiAHBA+1AHl17xZK8/OMgl05uNQzLDO4022o22kAMmMxZdMfpdVwbVlsfPM2QRm6EZugMNV295OHPFweFehKO9CFlkCNBnGbQ1pHWVjekokmGAGUsrAuAUZoBcDxBjiriayV6XFcCF86t45domLl1akSgVjkc7u3i0syeA9mSs9sQGo1NoRysNWTrz0NVBR6ttYGPLxPqGjSodAOlAKehXLwAAIABJREFU7M6iJBIgeDKdyP7V6ayj216XeyPWVtkUUTZEgUDWREagMFObg3sP1cZ03+mtOuisWEplb2nYe5TjyZ0MTbeD69c2cf36JgzGVYD3PsJkHCDhGcPIRDXLLG4OkueymEBiGy23B8e0kBcTFMUUdz87xt3Pj1HQ8aPdhNduwG25oh69cesiXnnjIg53h3j0xTPMRsdAOUeZzLC/E2H/UYhmU0N/wGgUWlkVYnWVVz4K+Oism5IFX8m85VxPMHlqYfyU2ekZrEYqZwCT50IqLsiALnJMDkpM90sM1jvYOj9AZ12D0w7g9UP0twz0t0zc/WWMj/+a9sk6Lr/uY+2cLZ+djPssNJGFhiicMuafgs4ElpxZxV3P0jA5yrD/OMbiKIeZ6pKPtHWNbhEaGj0TTpvnOJJslKp4uFdiuFtia/U8Lp+9gtkow0fv38fe3j4uXbdx6boFh8ChZ2L3QYov/jbEYmTgxpvn8Oob5wCXrKlQrMrvfTCWYvzmtwa4/EYLswUjD4bYvZvj2Weqmbd5ycHW5dq6naBrSVtHFom6ZOFpjBOhlMAosfN5hEd3Ijmvs35oNC1cfm1FsobZVKIV3fpgG1fP38D6YEtZ51UGZlMq8QMcHezgYO8BsmoIr5PAbpGM4GIROFKr0IJYiM6MK6KVHXsZRYWG7aBhMcu+wmyUi7ME3zd26De2bVGLUzkyHQcYHWY4eqpjcmhiZaOBwYYv96SwqVbnnKd1oYkqqlDFJbptFyt9Elxo9xgiKRNkVGMzJonRN7otebmjPdrS6+it9dBf7+L4sJRhVAl8L0DLT9FqQYC0R/dTPHqQwm5WaK1AFOitdkOUQMoiNJB7zyYRrelILmWzOWbMC0mGZUdGkRNgncAweZ4zsLJKAgqBUweTWY7DETPKdVjow9ZpRRaj06MFdyCNvpIkj4YuTlOyphglzqzewPmNt9C011DEjFcI8NmHt3H7o1+h0VqF11yBZbVg6A0BM2lNSHu8pVUhbe8FnBRbRQIymZAiReVlxtBNPsNILOjzMpXsOQ4FALNPQaWPJ/VuFunIYgLhBVyvBCPCt8/zvalw7/MC9z7PFfDMpift++qGkyJ3fhkd+eqvXwAPyxbcC+DhRRn8kvTulP7+5QzY5c+lpSqsEJoVwbBC6FaIMiMA3EFVsFBThNhldJIovpYK4NoethZTQautNCT/sgZFhZjNdiFzsqUeJPjLGoGWkTEqLceZ800hHy8WYwxHR5ID3V3J4DcLHD/r4+h5T4jnrF9YC5AcS1Um65s0LbC6HcqwHO7TSwC4i+FeF45Tynihiq0tm4XovlRd11bb/GyiCSGopzKAqapiQ5SgnlgS0kWpJpMr17ivqoC/grF+RWHwJTD+S6jql5/nS02NWmX8ErgvU+TFM17+GAVA/3qI+cuA85d/pf6IdKNP81pfZAR/+fPId9Z/4cuXr+bAUuuogEqByU6BMxWZJtarp2ED/DbuW/V1180D+RzqKcj+wZdQRZMtn51Sb4hPV62oPS0a2acTEJokaVq76lhv5Nj2M/g6FYGxKO7aLrPSmTEGOfsfz2Z4eLCPp8fHmAQxxosYK70BVnsraLk+PJP5exrG8QyTRDXTBSSVbE9F2Begk28MreMFYFZqQWWzqyx9FZBkC8BBhRuBG4K/p+TQRGUGK1tp1VxXUU9LdewLRbjcN8ElVD6rAl7Vc+B5lX0uNvTp8kX3EALAJEe5Lhv5Lho+m8nsN6g5s7Q2DwIFHvArexk8q6u+mfq75fvqnqoA+vU/JLkSCFDKTwWaLj+LZDDWNva/FjhVE2t5KS9NUOX2yL4rzx78BkXC4c9X0Xg33nLxxjddbJ3z0Wr30Gr11PracMW5jT2E3Z0JPnzvET778Dn296c42J8pBzz2lXhpAnTzJrBPoprRL2zc1WdkP0HNeTWHl4L6lz+PilxRAhm5T3V/UxSInAsED4U4oNwkCDJwvti+DpvxgiTA896SGMCcWT7/gkQa9szpvqjjf/gXX8P/+j9/G2f1Cvf+3U/w+Z++jx+FwI8Zr8Bsc2bEcmKz/1QyAziHWRH4IWhVX5PkC9fvEAEOvgfsz/LdZMyPXPfSmULQ7BoErwQc6vc6WBl0sbkxkJFndLibYT6bYDxmHbtAyf2RgGaUAVGOuNAQUGjUsnDmlo0zb9j4/Su/gd+7+j2UH+3gyQ/+Ard/+Tl+lhT4qABWz7awdrYJm7mdBYUAfCdoh0shiGoSZ46FVN5jCybnQ6mLij9MM7TbLRkO1cd0yUoSyQqeJ5Gaz6dCIMaP1QCwT+KrelaLxQyz6VQASYK/tIhW5A4dMZMY2dPkc2U9x76lvB58/gooL3mtKc/YKQyeu6oC/XYDfboeid20gTJNMD8aIhxN4HkNGXTH4nmOP4RkQLqWEKDlOsOolpIYCNVuJmsDXYjWdO4jgZJiKcJ6GuN7KDiiMpITm8BInqLBda/ly+fn2TYk+FmnXdKtkYRoEuUMk6Ap+xmK6KLswAmQGOr6qP6VODk6dykCTKfTw9r6OtotKhQV6bbQ6BykSN5cA2lhvJhNsZhORRHLwV49XaBEdVpyLVUiL4LKoiujqrXMERaxkFTNgqI4oKE7aOg2ppMZDg6PMaLwJcswzzNcufkarrx2Eyvr62i1eT0WIubfxgnaPRLMm3CoPKaZLqM0uVZqwCKYi5PiIqMbRIqc7zOzl+n0VkvbWPdXBIGVbk5WA6qBuYYvzxkkjwfTOaLFQgBgOhcpG38dFT8ndUrsx5J0W+ZoWT5aNvvzijDLnjL3PrFgr99Zgr2cmxS42RL1xCgqCmjYkygEdJ4sAhyNpxjPSYoNayvtEPMgkuskLrRkaC33ZhFtCR5SinJ7bW0gvWlxfGCcoRAhWVepyD8CwNw3+D6QtMQoT8aR+VRbaxXm8wmCcFbjZqrXtxjT7ZXEUQtOk4R9RnNQDOcKoGmYDkqKqk6juAhy1wIoEv/lDKcBYQOI6LxD4DSTXsEiChAm3Etz2ZOHzNeeLzC4/g1svflb6K2eh6fbaGiO9OM5+AxKZh4LQEjxYCkuSZlgDsrVwNRtWBr716bUTjnJHVoAQw/Qtir0iElpOqaphjkFmuIKp8EgDphpmE+eYnj0Ccaj27hwvo/z5wYwDOIHdC8LEMypjOceb6LMKexrQ3faEoVomwl01msLE9ncxKKwsKATsMloRgMNF2g5FXy3RGbFyGxp+EJbpCh1DYVnofBdWHRHcDvQ8wRGGsAyI9h+goaXYFWPsKLHeLpb4ckuHd46WDu3hlbPg5kvYBYL7MdXZOjVDG1jByv2Ps43p9h0pqimoYzUvIbEex07JzY+fXSMO88OcfnKQsYnv0rw3s9T7B4IAEyamlLBylDiwFp+rqxPhOfHBYONwTpDZLnByh/mZCfngnZ8ZCwJKKsYnmrRVQpVvp081yjbGTWWmQ+c8IrpqSxUOLiZkLHFAyMHrRfbbV8mfZLGCjhhA5adLxbxnDzc6LlAcWGzNRS2LqxVMk4F1Ihpx1UhCktR0sm/ZBxRyZNVsuhsrTZlpFYmo3SZRk3VloZsZiCZ6pgNI8xOIsk2dj36GZEZRNCJTDx+XuWfLMXqkr1JmytarEa1VYlewfMsNH2ymMhmjYXRKq4C4hRIj3VanTHn2IbdYAg6Jz1Rc6W64f3hdYndotgmqoOgIsrV95e3lXQZWitJFpJSUTNbms+pIIOPcn4hcPGJclHkZsLiOxcWhpy/aBfStOG1HAF++Zn53Nns5HWXtGGPaqW4ZBSrHB9hii4tYmrGqRInKzaiWPBwsM9iaHLoam04cLsWJnshJrsshk2YDQbIKxYX2XhpVEgzVc1BNt0reJ0CXou2raY0jWwC1Z6BeF5hflggGBcIRhnCcY7upoHuplJFSIOh4E+22Vqrc5NeyieuXlg6iJ12g3kUGYKA1oqcX8rqR8ySeEAAmxMhts+1cf3VdVEXPb4/wc79McLDCOFhjIrgGgH+2pZLgXSMXq2wudnEuXMdXL7exYWrLWycbeAXP3mOn//kOaJ5Ln9WyBcE/IQ5pjK1Wm0H7TZtWagippK0RBLoiEPVSBHWEjcN5n5wo+QzYMPVN6D7BppslLZoT04bNbLkaGNtS9Fi0g7QtQS45DvIvliVM7M6VZYyZYFWS0Ovx+ee44svprj7xRTdNU8GbcO5biS5hnmgi92w7cxk0JKdbCCS4uZhjiCiz74Gh+SJTEeWGIgXzHDLkae09Gug1aUiNpIh5BNWDnzv8woZWY3C0lSND+GXs2iRDGPmsLEBQvsoC65vK+Usi4k650ep6dWmL2oeFlF8maneElso9b5JzjYzgwo2ZEmIMNDvt9Hrt+QAJlnDC2ZJ0lI0knwzx6aqmldMdpOqdMh49GwTDYeN7aJmIqnnx0PK2tYA61sDYQamRYnRaIrj4QST8UIdgSpdrEBISGG+INXkll1hZd1Hd+AgK0NkJfOIeTB2URQGggVkDWTzj0OV87QZ0ZDQPp/uCVQYiIODIhTwTvJncEEg8E2nhWvM27zexqWrDVy67Arg9t7PD/Dhh8egM66rV7h2q4/XvrEm7/ndj8bY25nh3d/x8c3fbuDJ8wKffpaKhS8VwCRJwKEc3UArNdBMTLz77U189x+fxdalJv7of/8C/9e/+QJnVh1srzp47ZqFr71u4voV2pC/Bs+7gD/5izv40z//HNpgjs6lBB0rw8pxiY3Iws3vvYvXvvsO/uPffI7/7d//Ag93D9HsEvRw8PatHt5+o4fp4QTToymafQerZwgAO/jg4xl++ckU57a7OHumK84CBHL2n4Z470cTfPZBiN/8vTX8xu+vYn2rjd7Ax8koxHt/8xC/fP+ZNNKdhoHNsw2cudjAtcs93LqyDt/28B9/fID/50cHmD5ZYPokwO/+9jfxr/7gH+H1t67i3/7hn+Df/h9/giuvebj8GnOycwRpiOEox84DAyeHNn7nVl/G5qCJQceXDFmq5hZZiF88PMIvHh1hOIkxXWRY75l4+0YTF7fYDC9kSKZ1UcCymaXdxmxq4cd/diJj5ayBlXMGWgOqFlOsrRu4eqWLs9stBMMMi2GKzz8I8el/CdDuuPiXf3AGv//PNlDaMSo7xl/+2RR/8ocT7O3lohBq92hHqaHRZPHBWAIdi0WORZAhiDMBqkszFzYgGdBlCFRTTYhbrSabJA6zBcQVYzHNMJtksi+s1qoVfl3ZcBHHzFwuMZkmQpxg5vfSSoY2ZWwMR1EqAHCeJ+gNDPQGdJegvW1LAL/h8QzzkE1RBZLSEpxKPyrGiqRCxrMEsw5JfhLyDgQ4paqWBSsLetJK6Y6RhyU6vo5ukzmSJVrNAt2mhTV3XY2+ibW+Bb1MkNKWZ7LAs8MZ9oYBJpqGKRnQKrUVlW3A73hwfFtIJpPpXMhdpubA0tnYol12icVQx2Ko4caNPl690ZP9fEISyYgKW2XfGWQxgjRGVhgoShJEWDg4YjlDxwhxV5G9nGuAstRnJIJYC+qqEPdcAiPMVZ5Jk7bXbaHXbWI+yTGfZJiOEszGiWTi+k1dhtMuJVuZbZcwYQ4Ws5JVnAeVxZZVIo8NpIEp50bPo0K9Qpm4KGIP82kkGYC03JZ+Gc88OUmFyl+Ba+raKnNrHbE6F/uiLEVnvYn2egsOc+UdAovs8ChrISUE1PDkYYGHX9CmXxNlotsiE1xFmZhOCsuh/Qapg5Xs1wSK4qhCMtWQTrgPVdAd2oNXaHg6/IaGw+eZgMDcL0yLGZ4ats47WN2w6gzOVOZSNKMFsoPVflOywGcEgMdk8zvIErpeVMhpoW3GMPwceoOER6qvdGyfoYW7h7PnXQEySApidAUt5w8OAjx7Msd4xAxmpSyiilvOxibJPRr8holmy4bv2ZgeWTIcZii1VDNA7FjTHGFQIgqUOpKtKTpNuK0UtpfD9goB0kcnsZB5CBizUHN9DevbLlY2bRgWM4lz7N0v8OR2iV5rFbfevITX37iANIqQxpHkGXFkJRWGGXQnh+GVkmlcJS7KxIFZOmIlx6K70lhQRxI98cWdEaC76PX7QiggaFdVOQYrHbHpJqO21W/CYExCHCCcTXH3gwN88cEBHLdEp0drNRItqPDQYDgtKQa7Gzq662yiRAjjKULatz81MX9qwGlmMkgIVCQr2tqmwjhfHFdYHFVY225hm3m5Zww0V1I0V1M4TTYaNTz4KMVnPyPxy8DlW8y6NU/BTgLAeUgFJ2sBzkMDaUFSHptNJLCECKcZghHVCyXyscZ0DZy5oeHMK4C/YsPtMr+FZ13VKJ8d65gea/At5vL2MB/TduoE08kcF645uHjVFmIqnZPoUPDgdoTxEdBtDtDx+zh71cPZax6m8wg7j8aIkhCrZyv0N0rEZKovYhw8LrH7UEWhbF22sHWJLPkClsYGXwu21UGaa8IYD9NESJymXWHvcYS9nQjRgqomKlxMnLnSlUHGNZvIK+1VbPY30PZ7kjvIDFmeBaMoxP7zh3j+5AsUmKK1oqHZ13EyA0azSpruGQFgYbSputHWmF9mSl45E6mieYnpuEASc43gmdfE2raB9W0q0xOcHAUY7mU4fqpjemiis+Khu+Kh8iIUzkJiV8QmE6bYjDdMDZ2WLRbQPG/PWTPREYGyCYuWqVQW2ygjQ6JPuPkxkoljdJLL0IsYDTOCZ9FxRyntnj4q8ORRgcagQvcMxGKd6g26LQVBIYP/zfM7a3MmxVPlKXUBo020ASwMoLN215g5m6LfZza9jXCei/sAAeDxvEQc6zA1VzKsuv1CBoFXIa4S9LX4nhAUYI2RQwv7qBar6Hjr2NraEjXPeDiW8fz5FLvPZ0hinsx9+exU/NJyT9yH6BFMlceSLLx0i6LaXVQCbF7RCj1EpYWAzqxjdX4vC0eAUg0NmBptZEyE8xDhLMDW2aaMzkoCvzOTff/BHRMP7xCEqe0mVRilavJJo49Eo2VtoBpzSk+6VIYuudKqefXCNPUFMPcCpKvJ9TW4s0RVvqwAzqFbETSbIHcA3QpQZn4NADdO5xWtrkl8IvgrLg5LUj6babWabMnvf2E7vFTbsvgn8Zs7GP8gM+ZLxGko9/XcpRbOXeI5cCrkuUpbYGUjRrtXYPh8BSe7q0gTAj+ZyvMT20dDyLRZVmJ1O8DqmUAyjIXkGpkY7i4B4AIOYzVqA6plD0jUCMsM41Mw9XRjR54rt6clAMx1kupfifFYAsC1rfhS/cuvL1ti15jWC0VsDX6+AG+/rPx9+Vn+gwCw/M/6u1/K512CeC/Du78OEF4CuC/mwxIA/nLu9PL7vvozlkDjVxXA6vuWs0BZutFadqmgVL22JQC1dOBTbk8KcXsBbiqYTWWHflkQ/5IUcxnRptA69b2nIDT7OwR5mEOaSbaeqxdomCV8s0SHZyKLQg1I7R9GIQ5GQxxOxjgJQ4zCQJraVOn7jiuDTjO0Ao2Y/RjHCKlmS2m/SgvKOsOXM7MmbIsarAaA2aRnDqc0zl0HcRojqF1O5L2Xntqyn6bUtXQLikV1zppZ2cOqaI6lSEnlAUtfURRLqre1zCTlcxKnMAIOEq9Cpy8lgODeLi4Ncn5QvyfXbdKxIZE6hT2E5ZqocIMa2JSs3xeA8XI2qveAbkd1f42kWlG78jkuQeYXUW8vz9Ol8GfZ6z19F+r/ofolda+4/hEkdXHc/LqLt75LoiftZ324bgsra2sSaUDCBom740O6p2TYfTjH7duPcPv2zjJH7/SrchFUDgXKKUBpkU+z6U5VyfWcrnvVS/KDUvu+WIdPiRX1Wrm0RV4SfeQ5CvG+gas3L+PqzUvYubuDx3d3xDKXqgnOC567GLnQWW+hu97CP/vdG/jv/+vXsBonuPdvfoI7//cv8TcpZAQEgEUZSiW4wklVXja19NLprtcO1X8RVSN7iMy7FIKOeofkDtR7pGRz0wqadQZrTtNAw3PEzvjalXMyTIP5nwmicIbpdCTXr5sEEj2MxkOMRkNY/QbaF9cwOLOCVy5v45Ur2+g8DtB+HOLgi2e4+9lDPByO8Mw3ccD+hU1rZmXbapS0bqXQKVfqaFEsAzGzeiU71kJDZ+4wreaVep7ulRw6wdAkFoAsKwnm1PFqBG1lkSrlvaB9L/tlJGgQ3CJIT8UqP796t1iTqvcwo3MidS1CuFBzRSngFcgn71NtVU9qmcv+n6GhYenwiDGI3SyxgBR5MEcR18RgAqvs0zKaSKBc9laU1XNaVDISCkmY4UyBk7TaSYytpI7iUKalqkcqQHBJe1mVN0znOc+j84jag9mDp0cU/x7+HVQcx8wVzgmIVeKSRQUtZ4Zy/FSOB+ypE7yjK6VgLazvLEecXLhXhgSXA9VLZ51NQJFOGuz1hosZwsVcamQOtV6oHr7sDzyS1p9LetzS1qiQiw1wCZ2Ok6y7GfeYVWJx/HRvDyfTKRIC4rqGzQsXsHXhAnqDVXTaHYlRYR+FgwTCQsvg6QZ800TTtODzvvDaooW4CS1S9rMSaFSRdzpotNpw7QY8x0fGngRjsbhu83wo8aN1Rvvy/ed+QPUy94cwFNcb2U91AuIUG6h6LybQXeRoFhaapSVzjup5OmBSKUxqj9pHuS4RHylkTyEJWXo+dUjH8eERjg8OJeN3uogQUHHM+cufV0f7iChQ+dbXrnH8mcpVS0hBro1er4O1tVV02y3kcYEi5vUlSAv2bFIhBDPisdHw0fDpqEMQmqC0JfnKJI/EwQxxuECVJ0KCiNICUcZzI/c/UwYtjzk3ub+QZJTS1U4zUdBanUQEi+p9E77DCEZCDwrjo4goTw3kCdXVdKxKkBSRqODZd2D/gZbdiyTG6s1vYevt30V35Tyc0pQhyxt7zHVoqiCONeEnrVIxVFZxX3x3eJ3s3bFhUYrFPOMltCpBy0jQN2M4Ot9FFxmdO/UE0FPpi7EWWEz3cXz4OcbDO9Ir3ey3JA+YKlzWAuytEDsgpMgsY8M1ZDQbFXokj9JBIeqiiLqYlm1MqjYKOg1xUScWkoQo6UDq5kidHFZawYq5RtLun5EC/NoUFaGhRTAxh9eI0epnaDdTdIsYnSLCKPBxEjRgtfrorK+gQeA4m8LMpziIr+AguQqrPEBf/xjrzi7OtzVseiWmh1PMDqfIrKsoGrfwdOzi9uMT3N09xuXrM1y+NsOnn8T46U8T7O1xlTGIzClSqRr0/lTgnvJ8VvkZYtNLJP0llqYcOJSps1hdckg2LS2V5fyofvQys6ak4wLzsrlCl8rGSL2kXFiXRZXQrYRruAyJJsNB7DZbTXkZeCCiGoFe6uE8lSaMzBcp5k1lycCdqqeh6mpwDA0eL4Tqu1mKdEG74kJG7diirKCdGghnMaM5cKsSXlX+f4y9+bMd53km9vTeffbl7vfiYl8IkOBOiRKtXWNbjpQa11RSGU+qklR+zX/jJJWZX8apzKTGHssa18iWLFkytYuSSIIkAIIAsdx9O/vp03t36nm/PgAoy65c1lcAgYt7zunub3nfZ8PKGQOb103UWRQPXExOTOzsDLG9PZDDApvtVFwm0xyJn0PnBueaIpMnKM5MOpsPU6yUvRxim0RGtlzm0paltJKdryDqIMnsYksOGcykHftcTMZI/QI51bb8Yu1ll5Rl/j/to6NS+StoPr9UFs/87GQRmGHBrouoXZqwxLoI1hucLCaZ08xVUeCQXBKrENCNbB0S7qWRFFM2H0uOasHX5ODmI+pJZbEi9hxl8SaHzvlbna+U5a2nRbFYXJN51ypEue3vZJjupJLT7HQ9eZSYTRv5ESlIahDJpI1PDai0ElRoSdt0xZ41NUxkhonRTo4TNnSPaCfA5m2EpdM2lk47yO0M05RgbopZr0AwosrEgVN1xMKDwBqLDtqBcEFl3gxVjsfHA+zu0vYwQ6VSEVYjQWQZxRRp4eM0QZ4XNwRYfecXO3jnlzvQRpDBKaaTO0DragoRePn4sSLg+ksr+NTvbWB9kz+XjMMYP/ruCX70nRN57fYSm/LAbEyVApl8VOdm2DhXx8b5hvzw2Yxq2UwafZNjA0mYIg3ZoNVQbTPrQBPgvyCTqGHBrFuoSHFFG+IEw5MTTEYjURNwNDoNNLtNuFVH7FRIHqDyixJsi7l9LKwK2mzG8Ecz3HxvgFvvD7H+TB3rzzQQZjEOe2OMJswNtJFrJhYWY3QXY9iZBTOykRK0mcSi7hZGkqXY/IwyEbIHDwyFJtYWPOiMRiFGo0iaaparLOfThPYQ8/wklcng2Yb8rDmgwShGYhjtpSqW1huwGBMwm0iBhYxNoypi2qIEY7FaYMOeh7U0LCSPMpglCAPmbDNLSFHiJBebthylupiFFjdANkT4xQNot9OWwY2bDCkC8jYZZLSFIeBtKcUgs7PH/QiHu764J1y4uirD4vzwLOzsnODju/vYfnSslmkqWBsu6lSvp6lYkjIHeP1UB0urDUR5T4YUlJZDl5VSERajynnDPYn8H6q5xsDgAJiyh04Xg1zZbbDJouJGxTdOFWFagddeX8Nrn1kT0KHbBU76U3zn7/bw058eod0A2nXg2ZeX8MLra6Lif/8XPWzdGeHTX/Hw6S97eLgT4b33Z3j0IMTJfowxrWsNG5lpY8XQsGrqeOWzy/jUVzfQXa/i//4/78i4/ryH689X8MLFCp4/W8W5jRU0lq8iM9fxp//HT/Cn//uPsfpSguf/GwsrjQLuzRTNHQMv/YvX8NJXX8V/+fs7+Lf/8S3s9k6wcd7BuYseXnyuiZeea6m8XZIXFh1sXmlCq1j4q28d4FvfOsTnv3Aan//iadRqQBhMsXVvjJ/83QC33p7hS3+4ji/9wRpqTUWw2N+f4Ec/2ME7vz7A8pqDpTUH119p4cVPd3FmvYsFs4tpz8L/862H+A//5RGs8QT2eIKvfvU1/Mv//iu4dPUC/q8//Tb+7Z9+Gy9+wcOLX6xlmUjMAAAgAElEQVQIqHrcH+NwL8POXYKwLfyPXz8jw9BGmPiHSLIpNNoCawluniS4eRzjo/s+7n40xcaihT/6YhfPX6piZ2eG3Z1AskiZVV+rLqBWWcNkXMVff+sB/vpbD7F4Blg6AzQWcrGBXt3wcP36Bs5udvHOT3dkPKLS62Pg1Okm/pf/7Tz+5b/eQH/UR3/Yx3e/NcNf/Ueq1jVce9XBqXM2/Akwm0KUVOMhgZ4cvm+A89JqxrCbBIIL5FahluuJjoZt4dSZGhaXXOzen2Dn/hijXo7xsEC7Y+PlzzRx/ZUGKnVN7Gbv3Zni5ntkllOdSbskKhBddJY8+BMDM7L4JrSd9JEXEdY2HKydcpBnlqjjjw9T7Dyi/XOCegeodpgJTOeNFDmtnn1NgF+qRKdT7leMR2CGIddR5hFxMWKlRKcH5kaRXBEIA3mlC2ysGLh2tonPP/csPn/9OSCLZNy5t4VfvP0hbnx4iHs7BbaPgepSHZXFGsxuCr0TwWoodSNtn5ipvXO/D8dwxLqnXmOGYyr2bP19A/0DWiF7WF32YPOaMkeLZw2R3TnYHw5wMKTVtI3CbKlmTbOGZsXBaDTCaDjEsD/EqKcUj6kPWacJyhDYabVppdOCYRYIorE05xcWWzLmDeGjvRkOdqY43p9KAVJkCdqrJjqr3Lt1BIlWFtHKgnJ11cPKqouTgxi7DwIhM9HNo9Gw0KgtyzjkGez+IWYTX6lG2QwpDWxIriYpvbtkYeWUjfaSIZZEtN1TjH5gdcPGuWc8dJbZjkmR5BkmU54tDdy7meL2uwTKDCyeqWJxs47FpQYWlhro9frY29+XLGP+3GrDQDQzEQcWdm772L3tS35rd91Da4WktRimkeBgJ8HhLi0xydgHqiQDtEzU61RzkWyVYtwvMDguYOk2NpbbWOrUMB4EMgb9HMMe86FSVRTZGRqLNhqLDmaBiSAwsbSaYvNsiNVTzH/iPu2g2e6g2e5id3eMm+/vYOvRCNOxIi3M1/5Gk/bEEAs0Jo5lsY2duyG2PwqxtLyCzbOnJLuOilAqbD6+tyujKAuHzqIj+Z90/jBsAnkRjg8DGSRSUHHIWI6Ncx5WNm3oVihj706OrRvAUmcDr75+FS+/dkUs3jjmbOlcj2FVUhicd3aMwqFqqAI9qqKICxQR7XFVnrRm5bh9Z4APPxrCtBpYWl6DZVgYHh5hdHKCIiJ4nOLlL17DG19/BQsrTQTjAMPDEd76/h0Zupmi1tRFkRpJY0uH22jCa7TQWgHaqzzfBcrmeBTBf6RjtsXvSeA1FACs62REa5LNxzkTDYCwD6ycruDUpRpWzlpor+ZorRZgBGycAw/fS3D3V8za1HH+eRcLm7qoyDkS3xIAmBbSK+sNeFUX4ykwnmoYDE8wGJ0go5UmeR9jYLoLJENg8ypw6ipQX3JR6Xpy1gsirmkhwrGFYGQi9gskswyTYY7+MQm1Gk5fcHDmgosKz4oVHSfHCR4+CHG8m8HfdzA7cPD6lzfw+lc2kDsZ9gZDjII+YJygwADFzEDh6zjaB/Z36MqjYe28gfXzNDtOZNSqS2hUV+EHGrb2+ugNJxLbwvNT72Am+dck6lKYQ4Le4kZVMqCXlzZktCp1NGwXtu4iyRykbNZkoTRGdh7ewcO7N1HoPrprVbSWKzgYhjgY0O5OOdbQGpCHbp5lK3YFVWaqS8xCAX+cYTygmpFkUgeVmoPFdQL4BWbTAAe7vpA5eo9MAYBrLQfVpoOiEiJ3/ZJQyxrXxGLbwGLLQL1moFZlPnKB/iDFdJbBqmSwqrTppYWuA1dzUNVdsTdNSYCx6SITYTyOoCURnDwQ9RDXOWZg7TwCdh4CjbUCixdIgC2BF6phAhuzgApxurYwuydFnE/UNSrXR9dYAgfVxJYzg+umaDc9Gf3joTg6jKc5plSgJyoahMThuU20RL+WpHGy3Nl8sx3afCbY/TDGg3cidBqr+NRnX8TV5y5KncRG1Q+/97aM/jGVQ1WYRhXNVgPNdqOMMlHuPFQpp3R1KAnj4rRk6WI9T5UejBkMZyJZtYzcIfmxyBtA1oKOJky9hiIxMOodYtw7wrUX1/DsS2vwGqRRbYuy5P7tGh58yAxAV4ZSi82BXlU9C6ldyKEEglTB+sSmuAQNS/DxCTA8B4ifKEUVSPvJeK0nQIwCZAjm6k4k9s+aOZXxGADO6UREBbClXC8IANMdzJgrXVQm3hwApkBQXEjYkOa+LwAHY2BIdGbdxEgf3kA6KOQIwokQB89ebErW/aA/xd7uQADg5Y0Z2osJBnsr6O+tIAyYda7yd+mORBV3mqjm4eL6FIsbU6ld+ZpxWALAu204TgrH5ftVtqeClImt9bxme9LLUH0h5fY2v7/MVGw0axLhIQrgpwBg1c9RjQUCCI9t7D5hnTxXDT5Rv/42AKzArqd6Kk8jY2WD5rdBW7l3Ajo8pQx+Cuj/55TAvxsALkus0sr66e/53QDwJ1/7ScYrm6tP8tUUAKxU1U/HfT0NQ83VvCoBT5HF1DVRPT3Ju52rLsuG+JxEN4fixJnlcb4wX39um13m7QZUYBVYaJjo1g009QANbYauA3QdA1pKV6Axhv4Yx8EEJ4zJYnM5jQUMani0qPdUpFlGwosvZwZaORMUJnhSzlTpQSmrcqUyZN+Lv2fPgnbMtGANkxDTcCrNd4Km6vuUjf+8PUn11XQ8xXTiK6VVRBe+UnAxp4Qozqc8hlQm8jlU94KFegmyPxWvNndp42ND7omIMyxTiDyu58qguIQEf3Ham9tbC+irItYEhy6Fv0+U9fN7pp4L/lz2miiYIaj0ia8nouH5W3yKJDF/209U+az759QMPhBUIhNMEFJKouO5T3l45QsVLK2TkM5r7+HsufM4c/YcBv0h9vYPEU8NePmykFTffPNXePPNXz+xfRY+pno9ZXktNPzSDZHvRzkzqHkwf/OKqCMqUq4apdX1/HM+PTdlCX/yF0/NW67vGbqLLXzla1/CV//oS/j+t3+A7//NDzCkNS4bp7oi38GwsXllFacur+CLr27i9z99Go3BBHf//Y9x+5u/xi9y4OcZMNNpb0q4r/wssgjP+9xzRT4/HbvrypmPQ0Q5QiQrPyOvB5maYh/MXgwb+IXEDM51XBQQvPzCVbz0wjOoU9lnAUniYzruI5wFcIw6HLOOe7v3cG/vY7Qvd3D5S1dw6dkLeGXleby6+gJu/bu/xO1/95d4f/sQN3INuzULxkYNWHQR9icI++yJKaWypYmXHByCZ44mIyBBNIxhFiYaZhV10wNDbTgSPUVK4mweIk9n8swaZhemuaAyehnlosADBXqL1bomtuhiScw5SdCM6lcKNCTuMRKnpYyAkMNON/clEkAIUPEszsg3pepm9IhnMkvcQJ1rCHECZi4SWCQ4kSUw8hi2xjgeiovmV185neYE83kfC11siNnao7KZNr/M7Q3EfYDnSpVV0fZcdCqe9EcF4uK6mdExK5FniU4A4iZYElTosGcwB0UlEWMypaPNBL3xEH1/hFE4xcrqGpZXV5VdMPfsIMJkMhWr+katIYPuKTxD5nRC4PuazXCwf4jDg0OJC7I9B8sryzi9uSnZ0cF0gigM4DmODIndSGiNS5cQCmaUC85jsJLkD+IXVhmXQTAxJRl+hnAaYHf/AB9vbeGYam3XReG5aCwsoLmwiFazjVajhbpXE3t1Vpy98TF6o2NUTBNNx0XLcdFwHNQsW4ils9AXAHgSh7CqFXSXV9BZWEaz0Uaz0UEwZnbwTFk0S6wlHR4r8KrVchtXTg8Vx5VnKpjSGn32eA2jp1JEMVvOwXuYoDoDKrRKjiKpmSKCo6RAce2TbE+6nwaieOUzyueXrk/q8AXcvnkLH966hcFgLCRoAelLnvrcUpxqcZWVqgiGXLvnbgStZk0sipcWu1hZXkKn2VJK1tTAeDbGOBhjOBti4I8Q5wlqzaaMiluRzGi6Qgqdgurl2RRp4Kv+UzRDbACxuHAZqBgmKrqOhGTrsY/RiC6TASZRhhmFPiTG0mLcq6BZqaBZZa1kCFGLjjwhrcAZ8+EzV5nuk4k4dhFEn8wy+IECtPlMLV3/Pax96g/QXDgDK9ZkiBswiZ7lr2LDX+awJ3qCVGfPhMBSjCI0kM8cFXnIGLUacSuKLjPUMUJH76OmJzD1uqrBWRfYY5hWHZbdxXTSx/HBHfSOPkLXcWRoyQxZPFEAs2WiMBn1l8owvBBmJcRCo8B6S0eDFoHJKRm9Ygl9LCEIdSSzCDPW6sc9iVOMKpDhZSaqsQlLRHJTaLmPWHNkmJYP0x6j0Q6xuJqh3UxRCQJUSWKzFhHbSzBrC/AaC+Kga8V92PFAwF8OL7+PRbyJdWcbZ9ptrFSq2Nk6wc7WMVLrErTqdeyOKri1NcDd/R7OPzPC+WeGeO+dGX72ZoD9Xe4fItUl0l1Ad0VHJ+yT+QIsxrsEfyUztFTllocb8eqmPYd8fyKNP7F2s7lY8oZSVVpSqiSnTYGMj09HEtZOdpqy6FXFD+2jlF2MBHsntC1VYCkPfWLRREYJLXOTGDkzGSjzJ5BG5xSGkjsmNJf+d2pyaVTt0bYjSBH7GdKAQd65+MZbDq0OCQzpYuXB3ZSKJAJIesR8EvrTa1g8ZUiGbL3WhONUsLN3jO29E1F+MPcvoQUzLaVnBayKA0tyfam4TEQxqHOnYCZpokkhTTBovliIDe9jtjHvhQKSmOvE2oyLmSiKbDIBU2G9pkGOLCwLOl5uVuYltkoFDF9LVNaPC5/HS49cZ2aGiYqT0nRREfN+qYOW2MYobxeZXDwQWa4O06N1KS3hlEVNQqsEBoJzcYtSsJYk4UJIn6WPvmFTwawr25SEbOCnyNNc/ERWpFZFt2GivmTBrGiiyOXPTvo5kj4bJTacpiMWyXFABk8CndbhVEqbGnJ629cLVLs5PIL+JXMsDoA4KDAb5vBP+EwB1bYho9axUG1bwuohS4WZc1Qx5xHtnQ2YBPZZ5rBZTiUkGW+ZJUUL12wSEEaTCXIjh9u2RR1Nhryle/B9lYF2+nwNz7+2hHrdxrs/O8aNnx1Bj7koywn1if1SOQ+8qoVKxcSlZxdw7eVlIRf0DyY43B5jZ4sZWgFROckR472ilz+Z2AKWmAXqDQt1WpQWtDZmk4S3kdkQrhwYqQCjGtuwePJSuQds2lTrDioNB67F7F9l7eJPfYTBDLqZwTCp9LKFJc/AdqpEmU/IgxgPIctrdQEadfrf5xGmYYjD3QAHewG8pimDzdBef4IozuBVPFGrmhZZdgHykCo5U2VZl48Ij0AcScxsS1VkCVtWiioWFWxK5WLtTQ8/rhsEvpVFklrL5IDJuWYp+xP+O645stpoBE0dNNquPIDD4QTT8UzsoKmCy5kvTEs0KQjLNVEqWq4fShE7B3gezzVhnKsTvGR16bwXnPNsTmXK5slzhbFFlYhyiNdh0k6JwfI6gQzFHOa88seRMLLaizW0FuqwSERwXJycTLC/O8Dx4VgUujoB4CZzLD1pgpE9zbWjs1CXPLhUFMCB2OrYFhVRBUZDlRFZrZqoUlXEDGFDk+s9pVImoGUXC1IC3I6MeMZcPEXAkHkfpvjs5zbwxuc3sLLqoFItcLA/xfe+s4tf/OwQ6+sO1tZtnLncxNmrVCAWuPtODwcPRnj1cxW89rkKHuzEeO9miO2tCIMjKjozhImFMLXw6rmujHNXali66CExc3zz39/HN//sPt74rI033rBx/fImrmxeRq3SlQbv1pGPn7/1UEbnUorN14AFB2jeK9A5tHD5jWsyvv3jj/Fnf3UDfjLFK682celyVVigFpUy5b5CDxrNMzAOgRtvxbjxVoJXPr2AVz/dRVrE2DsY4MG9CW7+KsDevRS//4en8C/+8JRkqjMLY2d7gl/++Bh3Phji9c93ZNCpIKEFrFPHmcY6slkFf/69+zIuNlNcaqT49OvP49Ofex2Lpzbx53/+D/hPf/EPOPuCi7PPO/DDEDtbY/hDA02sYdFZwWdebOP1F9uYpcc4nuxhEk8QZhmmcYp7uwnu0TKXCl8tw9l1B68938DGko2PPprgzkdTrJ/tYO1cB8GMwKcm2YI33j/Cux8cYWET6G7SUl+xoz3HxiLzsl0P2x8OsXV7CCMngcHGhUsN/NEfn8KnP7+Itz84lHHnVoC7t5kHArHQJDg+pSPDpIA/I9kjhj/moZwKEg2VVoZKO0PhFigITPPZjnTUQNaqDc8xcXIYyDAsWnU5ouBeOmUJmBfQQp4RD6MEw2EMP8zF6oouGbSD4dIXxzaiiE1xWv8zJzuDzWFREUg2I1mN5TrCBisbll4K3eXvqUylIs8WQlvKLOCYgKuyW+PakCWFrFOeo6NRM+VabyyzwW/A1Uy06wY6DRPLbRunmjUZO7shdvdC3N3u4/b2ER6dTEAx/DjT0Vqto7lSh+YmKLheagRGqGo1EE1jGVwz+B5cF6gw9sJkHjDVbDpclzag3LvK4D+e6VjAmQYmwUxGlFrIsgqQOjATHYwipKoilHxIX4pIFicqMw7waCPMtYN22rWq7ANSiEYJKl4VVdr0cT+r8lpzP8kwm9KWKZbBuAa7xiKajg9kpbJpx05PgZWVClZWPUTM4hyliPxMiF+0eqpXm1LkSuyHnssadrI/wqg/U1auHDy+mNzrddQ7VE3qiKYZ4ikdHMjyBk6fq+Hqi220Fw30xiMMJ1OkGW1pDQz6KXonfD8G3EYVdrUKLbagJVzPA2mIU73cXDTh1k2EvoZopuNw25dBZq9ZseDUTVSqimATT01EUxN5os6F5JKTMcxzmFfl9YSopPvHnCsaWrUqahUPcoYJCxUhccQcRA0Gz4PM/2no8Orq2WY+VXuF+Ysx2kvMtrYRBRbapSMFVZ90jugd+zjaD9A/iuRMzu2q0TLRXrBF/cvGI61rt+5GeHSXtrMVdFoN1Bt1VKqMhDAwGPbQH/bkWacbiVe30Oy68BoajIoqmvpHHBGCQDnjkHC2eMrCwhrdWegAAOzezvDg7RR1u41nrm7gmWc2SmtSYDwLxD4r06mspaI6RZSyCezDLCpMMoYuzd+SkERFm0GgcoKHD6fCTHa4aLFJM5kins2kKUbHnYWlBSwsL2JxuYvuYlNcT26/+xC33nmI8WAk30+nHSoaddtEURYYSxttLK63YFYD5GZPrNBP7mcyxMmDbHBHh10lEZXcuARZlIr6l6O9amHxrIPViw5Wz9pYPm1h2IsxOkmw/VGKrdspqnUbz7xWw9IZE4f7AxzsD5Xla2Gh0axgYakOgiAgGJRX8HB7Bw+3duXZNhMLWqgjH1FhkWHxvIGFCzrcrg6bhFgzV2d2MrMHNmZ9gsCZRADMxrmsw2Rf0+aco9oAqk0NJ4cxHnwU4XgvRTI0EQ9MnL7cwulLLXTWuqgtLgBOjtH0IUbTHYSjCOE4xOgIGB7qqDQNrF00sHGJDThdVBfR1IE/djCZZBjOfIR5hEYXaC4Aew9jGZwHrmfIOtJcdNFadHF69aIMPdWl6OZaa3tVYakf94/EsrZ3cozByTEMO0Fr2UJj0cTITzGasX5ilmIkDTla2nOdzmn5lRgo5FdT1O0+icIZJPO91uRgk4XEv1gcDUg+mp7w+jFDnUTNKnTPh+aNAJJ/MzoXWKh6OiqupsgrTRIoMhyfkECQoNYxUG/Tsk+BeZ5mo2E4cJhPTya7lmMwijAcqvwp16J6JEcw1TGb6EJ+IgGptkAyQS7ORLRcJMl6xu+Z0u7dRr3liC0zLcUl4zLmHsjssjosvSaOC6YTwKsAy4stLC21sLs1wd7WBH7AfHZD7N4Z+aIVMdpdrit0iGBOXen8ZT5R2fDIePwwwf7dGGZew+rqKlZWl9Fd66C71sbJUYjeUYghr+OQJKxEnCV4b9gAJXFF1DvzLNTHSkQ6SvH8TitCzvcQuq1skkm25smKxKZCHD5IYq5K9u+k72My8PHipxZksPEyme6Kg872/Rp27tdEdUyFoTj9zKGuOahSulk9VgbP7Ubnmt+ncigfZwGLxHVu0Tqve8s81jkIN1egzlWS4k6UQbdjIchoxgya7iPPXLGBLrIKClpv5o7kUCqLYKUAFoFcCfQpRVupEBM7QQWM8t8QrCVrXNPJrKNlF62XVTY2bfAYTXHuSgXnLtNGPMLJMc8GE5iVPgx3Ai1ZBeI1TAYaRj3W9VQasbYiIKvJWDk9w/ImG1xUVSQIZ8wA7qK3twDXpbqFNVUJABP4fQz+zq/ZXLWnhAgS1pVFQkjnWk2yAPdOqmmSmHNaZVpz36INrbL+5M9QMJXomKTHoq4R36vYGgvQr+LOPonbzntgn8TJnmav/xbOq0DS0s7xk8rhJ+janDf72xnQv/0qZQNOmsnK5vYJePrY8lcVsSU690R9/ORnzRWe/PRl8/5xp620zBVr5ieqZ/n945+rlIjq9dRryf+Vz7oi888nSNnnK5WVZTfvMSj5OOtZPaTS3wmTVICrimugamuw8whOEaJqaKhS6U/3jYx5mBFmaShDqZ5CcStxLUZA0JUrgRaz5lVuYCSo8RwpaWZlJuYclJ5boQtQKMIW5dQnYJNBVSFj0RjnpfoLSj1LNzRlAR2V52Halsq1kIg6tYewT8B+WcrXpxKeQ1SB7EWQgFpelbJPN6cn8DhdOkpLO0wJApRK2JSIB+aqKxtWkl6Ukxvfs7o3rKmFGF+66X3yWXpCQpk7Mj7uy/72Q/c0CPw0QK0WwycOA+VDwFXYKPOhc+6hbDjwLJbpuPaZOl76ShOrazbsIIeTGGi2T6HZ3kCkJwgwExWXhxamvQw//P5v8IO//zWSSJd+qrgKlHOSxBSebZ+QMh7PjifgaPl8ipNgCSCq/Fd1sUVk9xQYL8D53H1QrQ7yGd2qi0rDw+JSB89euYhrly/iF798F7946x1Mx2PYJVAT83U8G6994Sxe++IZPN/xcL1qItoe4c2/voOf/v0DPIKGh3Mtjrj8lXFsMplURvR8qqk9o5xvJWlCKS/VHBM9FtcrsUlUBB+lCs5FfcZ5xKlAodTG6jI2VlZQqdASln1jDQbBUS3D1OdeG6G5bKO15GDjwgrOXTmDpXYb3mGCykGC3Xc/xN67t7ETJthxPIzocFk3AE9HMAllSA0o7yuHztxfPp9GIbbVcr9SnoU12BKbRgK0EhdEeYy4mBO16B7Bj1UFq/u56n4u9J474xIOIiHCMlm/0oVEgWyS6SoqegUAZXSbliQQrldqdkmkGRWMjEjTmYlqybpBJZ9r6nBNA1kcII8DIbdxPWEMsGWkMI0y47VUVLJ25tzh+hIyYjLPEXHQOSMvEKS0ueZ6RUIWz/8mapaDms2+MNfv0plKtL2F3CuVYaxcCYScMs8VLx08eB5i/T0OZxiFM4yTEK1GA81GQ54d5dqRwo+oCOVaWoHnViVflUMJ9NlDjdAb9NDr98Symt3JTqcjziy0eib4S0tk9nYEABZVMWt97r2KskaCxyfHHLQkuV25w3JdjOmQ0x/g4OgYk9kMZqUCs+LBsB0YDh0qm+i2u1LDU93NnmQQM1JnpggFuiHKXwHqDUNwHkZ0UUE6oWrcNOBUa/Bq9RIAbksd4I99sSBmDSapMlRDsxlSLnwUv9AxguvAfD1Xals+nGWEaJlzzz8T/IeKW67nCc+VhZDVdZ51HJ59VURPFNNdinC9IivMbaWPjo5weHQs523+LdewMAqFiE6hEXsrcn0lt519dCV6VNtRoQiJFcb/efAYDWC70mczcxNHwxMcDU4QZpEo7+lixDq96nmoe1XUmZtNhTJ7/pwfSYgsjuT8TovzKCPAqT67ir9RRAGSiKl2N3RLwH7RapbHDE475nczlmq+9/Ls6Uczcc5I4CGFJ6RACgHElZQupGmORstCo21h+fJLWLn2GZjVTcwmDoKprRZF7mFlpnZ5HFOxEVJbcC5SZEbiawGdvSnuuw5rbeVqytrbQYiK5sPiuTKvIis8xEaAWA/F9cAwaoiDEWbDLQSjLbRcoOnQjcSARRxT1PZ0SAoAcwzNGANmDM2IpX/Ga+s4NZj6soxR2sIoaWMWmZD4Nyq8/QGScAzTg7i/URWvk+HNWpB1CSzE5ZnGtELYTghTzvoJNC2CUsZMYFdaMryGJ7Une3dV00bVsLA/aGB/2ETD2cNm6yZONXrYJCnCtHDnVg8f3jqBX3sG8eLL6M107G3v4PhwC6cvxTh9KcJ77yb46Y9S7O+JBbQpOc9WLZeRpHKeemLPXHBRoikWG5ssyJXcnDWEsBcoxWaGAGKxw2RGK1UhwvpMyMQprYkUeVBZE8/tieV8phYVdTAulJiTSl4CjCEbrXw6FbtM/ivZkFzk5X2bGSyDACFEgaNVdRQVA4VnQqN1oG8ilgYpc7SogCxESTgnd1YahoBTfM9UoHLTiGe0LMoRTxIk4xS2BVEVLa1WcOHqEtbPNrFzeICdg0OcHGfondC2T9kfa6EGp+rCqXpCyys4+ZMUeZxJ4y+hmo6qOrFpVFYXjxU5ZOpqGuy6BbtO73+NJDNZeAiwJlS7JqYM2giS8aMyeJTNjFqpxWNZKXx48JRzTXninNcLPFixWC9tb8WzgqxCySlhMakyAPklIBfF0WSTVa3HthA8hJJFSGYify95fHQ0E4W3slPI2Vz3NFFF0S6TDfVSVK4KlzLgXhThGVBftrBwzpbvJ/t/dBxBC3NoYsNmSFONnycSEDyDyWcTzMNjiHkOq1mgsqzBpXqDp4HMQnicIDhmkUh7Tiq4TCydY7B2UzXADeYW5WKrTPY/NyCaXxsarXlyYfsz55TN4zQwkAVUe7MRwqYIYZwEei2Hs6TD61ho2E007Bb6J2P0exNsnnfx4utNafzc+PEI7/14KNeWADzvYUown2ClbkGzmG3pYW3DxenLbZy+0sGoF+GDXx7i1q+O4LktnJ0AACAASURBVFAZTQUBi6cwEftRvieyLvWaDqOqIycjlc8FCQ4ZgV4D9eUGakv1x1ZhbOKTuSqW5QS4dQ2dhod2w4NZ5pZJVrMcvLmADxFTTsLoH5IjpkDY0xCNlUUS988rL6zg8our0Oo6JkWEKcHTiEVQIZm2wTTBZDjDcDCRQ+vyClVjCiif+mPMxsxn5sHNQKVhwa1Y0GhJQfuTQA0WwVTX0RFAPepkMKncWzlME5ilRcc8r6dk65OMwEODeLjmqilnU20r9vDMUKCdcYre4QSjvg+HGdMuGzEqW4tTKksNZd1j096Oaw4zkGmBQxU/FVwKMKKl7cwPEfgRLMtBtVoXhwMyk8ngVSwXbg5UYNNag4Uenzf+BdUQiWScuySBSCa6ylYXSJnLrlWRMZ0kGA74bEYwMh1GqQCmCpimqmHsy4Hfq9LeypZCiIPgvmOSDMBn20dExhGLnoqrSB4OCzmI1TRzjKi8sisZjKIlwx/GmFDFfTIW9dNsFOELX97EF7+0ie6iI3Nm59EYf//tHfzqZ0e4+EwdF67WsbDuoL1GC9ME27d76O+O8dLrVbz8OgHgDO/dirC7k2A8iDEZ5JhMTYwnFv74CxdkNJd1+OYM2ydD/N2fb+Pv/mIbX/sDHV/7QwPPXnkJZ9a/giBs4M1f/Ay/fPdtUW7FRYrKWobGZoqmVmBpW8dy38HGS2ex/vJZfPeXW/hPf3tLPuMf/f4qrl6p4c6HA9y5M8DaaVvGMIixfRxidz/FeKcm4+oLLq4+76E3nuL9O0e499EE+/dyzE4MfO0PT+NrXzuDMA5w1Bti6+EE7/x8jO2PA/yb/3VTxkf3T/DTn++g8F1cWzoPFw381c/u4Vs/u4uvXrXwlWs2nnv2MjYvX4fVWMZ3f/Rr/N2Pfo32piXj+DjE3VsTGKGHz1y6hFfOn8XSgoblRR2Hsz1sjR/hZDZGPyjQm+TYvh9j536C8xsmnrvs4PJZF2dPuai4Ot5+d4R33h3hudcv4rnXL+HRowC//vkB3n37CAPaEAc+2htAZ53nNKpmLUTM4p3mSMc5ZkcZ/KMUly5U8NxzNVy91sDLn14S9cg3/3YHf/mdHcmVoyqImeFk9pHkQWvm0YRAf4Ew5vqrIxwx/9RAs1Og2QFQy6ERZNN1LDDPM9WRhYxR0DDhejKJsbhZw9qlpuzhURGJjej2oxjbWzFM10ClaUL3DKSGjjgBwsMQ4QG5ni4yzUO9a6G1ZKLSAMb9KSaDKaIJEI0LNOoWFpdI7NEwy0PMyECkBbFD0o2LOCAbELCLGawihEH75MwWwJLPMUlC7Y6B9TULn3qhjk89X0PXbaLjNlC1XThcuzhbRyeIR8f45dsBfvH2DPePY+wFKUZ0Z2jqMFomFtbrWFhroGAmSuSL80n/IJVc9HrFRqNqSaZlWkRChHG5trEjUOarRCTRkLDDzBXDhW7R0h9iuUorVFoZ0WY/nlkIhsD0IMLsWFkqcU2l+iYvePbLoDmFEAZrDQvVOotqWworkkMGJ8zZYdaRDT2zsbxRx8p6TRSLwmzWmCGsck1JoOD+6ROA9qeYUZlH4lqhYWW1KiAwC3+e+YJxgv37U/R2mNFqo151sHG+g9OXFzGZRPjg7V08vNtT54scsJtqGDU6ASubp3igIRloohrlfbt4uYNXPrOK5oKBB9t72Dk4kr2FhbnhZkpxSpvJtIIw9NB/kKB3P0GnCyyvA+1lU6x17RoBowKhn6PX99Ef8PNkCMhu1XS0Fm20F21UjDoqRk0IiIopnYgbDDN5F1aZI2qKnTdtx0n0M8lcZzObQCc8jI8DDA4nKDILlWYHbq0qRDCSF3QzgW4kqC0laK4mcJsZRscWRicmOl0X3Y4rtttU+Qd+iEf3+ti+P8akB0x7QKPjobtSk7gAKpq5Lz68F+Ph3QhFnIPhFp5L5VUXFYKPpg/N9MWOip+He5zJnFFXg1EPYDZmGB4T2KRdOJ+vHJZXoLmiobFMJ4wKOt0Kdm4m+PgtZgDaOLXWwOnNFtpLLck+HcxCHI8nSLQUXoNFd4bxuI/xmEoMD5blwdB4bVxp1BbcP7UYB7uBkM8mI5IXOF8SyWNiM2TtVAPrpxqYHCXobYVYXl7C9dcu4dpL57G9fSDj4Ue7eHh7T5q9VHaSfBnOclGjrm2ekVFfCuB295FiiC0qpe9S5Vsg6hdC8HG7ENDaIqGrKDDczTHazeHRjnidtswVnL1ax+bFKvbuTrH3kY+DrRwHW3Ql8fDC77Wwes7Go3vHePTxMQzXhOGYqDc9tDpVNGo1NL0uWu4CbnzwMd59/2MEwwJOXIWdGnDzAK4eoXrKRu2UBb2dQGtGAkwK4zoqMDtx4B87kv076tHFp0AaKVXU+oaNjQ0b1QWSKgscHyR4cDPEyV6KQmJ0NFgVxq6QrPgMXv7s62gtNfBo7yZ29u9g1O9j2Osj7GsI+xYaXRNrl01sXLHQ8jy0XA8790Pc/9DHcBQjs+jyk4mFNMeDDzMZnP8Ly1Sx2/AaFioNE1fWr+Py+nVMBgHu33+Eqe+js9CEV3Nx78E9GZw/WcZaDKh3C9Q6tL5mTapJbAXJECRyVhlrohFIzTAasgFD5bYnpMqQynIU8toczJzVjUAAJ871OFBZ1GlI9W4DWlGH6Y1hVHow2LgobOg51zx15mu2HLS7jMhIsX8wwnQWYWFVxRXEcY4ozlHVTHRMS6zw2NBL8hy9QYAeAWAzhVfj+RY4OTTRP+GZVjFevHqGWpMZ6zwoKmtgf5RjNqZVsyXXkAqwMKCVM5uYJPqVcSiSmZfBcCJUawY2NlawcWoZ9z708fGHPkKSsFnTa/zcI2SRj/aCK58FdozMYIOlUIoW5ucGBrTQwOgww2CPcTsqTsS0PJy6uoqNa6tYWzmHtdWzGI9DbD3ax/7eMbYe7GH7/h40owrdqAgYSwtI/sx5TJDk3qa0iia4mUIzE2gsOi0+28rSWBzENDbWqJKtIIls+EMN/hB47Y2GjAJjHB7s4+TIx+FuFYc7NVEI0S6bawlrDUEFS3tXFR3zxI5XmvNs2pVSMgU4SietfK9UTqrsyidKSAX+Cj4h2fWKKKpspvl5FLgtnHwrhsbPJPbWdAoiKdeVz5MnHrKUto7l/SufAdUwV0pPZU2YynWQayK2emWtwmdSsst86IYvoDBts6lMZ3RMroW4cNXE+avMKWUWe4YJbUSjXfhpD93Gmoz+vo2DRyTLKZcAxljNpqaQzlbPBVg7S7vJGaJ4Bn9SoLe/hP7+Mjw3h0siHYFpATueypEVUKsEG+V6K7CEAHAsVveMOaqi3WoISTsVpVKK2TSXvHBa75uGZLMo1zONICPvSbnuURXGfpZOy3WjVHrzWKLsDOfQ0mMs7GlQ7PHvn4Bq/wi4FQvkJ7m90rv6HeiuwK9zyebvRH/nwLXK2XuiZlbgmFJ4Pw3WPrHinf+4Oa7LnpIAwKWC92k4eg48KVxWKX3n+YbzRvS8N6fU4/9Y4fyJDyg/58k9/MRHe+pasKqlmop1u7piKEm3iTTSac9sMQ6MghI6E3KuUzmYBdKgpWU9G8QG+y/RCAbjGEISFZkHTuCvtIAVwjd7Jqpf9TSAT0ceXksqwdiQr1YsNOqu2LFy7WFfYQ6cC2kqSSTSQaKxilzcUlxRLVJRaCLPlD0tLaJDOrNNUkziRDIwaedLoj2/xKVGbIA5qCYkCVLFx8xBL1knxGpVnV1VYkeJypZIoqwV7H/RNpYxVGIJXGYOl6D24+v/1C35hGj2dz17Ajb+zoeynJpqvrKdTfUn/y9Sd0KiqHhdr36ujRf+YAHrKxaawwC1CauTFWTaMqwlC/YqSV02KrqHaS/E97/zG3z/O28j9A2EM85LPvMkyZcWt+KdPFc5882Vk1XWPvY8Va3zCQC47AcJB4A9FoOudQo8JGDO68VrTNCNQAjPRZ3lNhY3FrGysoCO5aFrufjg44d4/+NHCH0fDkk1eoHI1GC3bHz9f7iCb/zrK9gcTLD08RG2Pxzg//3xEP/1N2NEhoaYJlAC3j/ZK0qs+ZMX+CnA/bf/np92nrCt8maVYlDWFiEdpuJ+RFKEDN2WrEzmeDK/ttGpo7PagFk1sL2/i639PXz591+QceXMaWy0VmD7GR589+e4/92fY2rq8GnBXq8jaLWQOOwXUenOKJkMM4JijB/kDOY+kxBgSsueM91MFBCm8oE5Z0uQNqPtbISArhHc+wQTUHEXWsr4jghBGMteqDA75brxmJRC/I1RfxTLSOa15PU8zhzP2FOlyp2kcMuFxVz6MiNWQGDGzBEALs8UpYgTMcGryJe5XK9VUKFls5XBNHO4hgVHN+HqBhxaNFPt6zNOaoZAQLQUica8ZmYQ5/BjArHsESrLXAFiGSoia59SqCuhBa13mWFsifsfs2T5fhjrqHFTFDCQrlBqXgdpgkmWws9SOLQbNogj8HyYISL4XLD64ZrJc56rFNd8bX6vpQhzo9kIY3+EKS15gwTVegOLi4uirE4kHikVAJhCO/b0U5JXCR5KP1WB4XMSBcU0AjkoG1hRG/O+kPzCf0Px0Ji1W5KiUmP9X0VA4DMkgYtuWktoNlsC0NKdRo4tXOfn97SgHbfyn5BoxDyDTwCY6ytJNtzNDBONRktA4OmY4h1mcUUwmUmc8yzMe8DesCHECeVKSuK76hmTFCCEHZKT+Vy4jL8qPxfXtJRWzVRrM79ZCRGpnrY4Kh7sqoc4S8rYTzUP+MWfZdk2EoqwilyeBdupiMiOkRqj8QiDfk9yuRkPVHBfiWKkYYwsolsYc+pNwdfYP0h5b/kcCMhswYSFrYM9GWyqVdp1pZDXLVHztqpVNCtVqV0ITvM9EmjmnCNATkCYYKW4UwWRuHOx1uE+xNcgMWBpcRE12pITB2HucULnukB6ShziUEG1bM4+3gDjyRB5ZRm5tyKxRcP+EabTkSKCaAU2z9dx+nwdy2euYOn0c4j1dez3ajjo1aQ+NvgsU0ZK1xCwVuealsGh8MzM4FkZKnYOW0/pVSN/Z+gpDPaj5Pu5lmdy1stzA2FSQZB6CIoUgaw17CPZ0BKCF0fQoiPU3QQ1N0bNbqFudcX5aTIcIg578Lx9eJUDcRkQpwGtgtRsAmYdbqUNt9KBH1ThhzX4kY0pe2ecI8UIljZF0wEaDvcZup9FyIo6CmMVucbolB7i6AQWo3xcnmsTIfmOGFMzGWA2HaDTrKLdoCsSo8JCcYlr106hXd8QkcjefoiFZg8Xzx7h7OIMa5aJZgr85q0efvOrHvrdZzE5/SmVvb7zIZKj21i/oBy4btwAfvYTYG9Pznx2QaDDrOYwq6V6TjIfn/iYKOiVxYzcIgUAE/cV1huRYALAiQyVLWvIg0QLFm58KveDeZxKLfg4QkcA4DJbp8Qu5wAwN+aUoGEku4mM8hc5MEqdQP/+Oq0Q2YjQYLoEesi4U69bTAzkEwMJFaMBFzM+HIp1RZYfDwQEmlwCm+J1rwBPZnBS2TbPmOXr2oaGVsfBqQstrJyuIch8zNIp+oMYx71Eiu2MOYABrWXo5+8ofwhRkqkwcGm8MNuBBxWKjecAMA8itGSu2ZJHqlN1xrxUbrGyeSo1Z0afOAGADVFGz3M8ymN7Cf4qvo46xJcM0Dljs2xEqMhcxWSRVVzep3AUH4PF4qLy1KFRWSFbcl8p1ednkeawAM3qpbWogB6WWcK8ljx0ubwvuspKjdUhTo5ucphlU6FUdBoa6osWWhuOWE2fMAv0IBAwVjYCvl9u8FwoBFhUhzceNs2qDqOmwWLTt1XAqBDkZ3asBkwATAm2G5Jfy8DzareCatcT5hQXv5gsFaqps0LuM6OwJROaFr7TCP44EFKA5FVSXUG2JRVeBMzYBGtqsGkPyveQurBTVzY6jlPnHTz7ChUbBm68OZKh1AS2KDHGk1AAbdp6UeZ/4bkWLl5vSu4Yr9TRro/7twZ4+NFQLMgbXUsU4P6EjVUq8pWVumbpMiixF1tmYYUTsDRRadfgtWul5RMti7npkYXHhY2HbKDGw4+wTckYpHd+OR+KHGEwEStkkjGYYZ1QdTzRBAyf25c88/winrm+gMTOcRz4GEQqX4GPEDN7+ez60wjTEdnsGeoNFloWJqOZjCigE4tqgDDjk9m8JJuQdEJFL4EBMnFZbFHNKzwHPktltoc8uWTTy1Cghdi1cdDSjQHzkq+iGiHNhieDRRvzAQnYDk4CTIaRWBC6HosF1RgQnqU8unQ3oPqabEsTFlmF5DcWlgDA0SyTIfbQfiw52q7L7ERT2HQE7ueMMy4PovRngSvFCScFmTfMuWSuOD9nmbNc0JotEZU6lRFcW9gsDMX+TBEhyPVjQUWlDBt1BN3Y/FF5hGQwK/cFnXkFGd8vlUAhsixBvUYFX0WcEEg4oXqONhjMC9TsALACWFoHlt6RHNNoGorlymzEXLUZPvPGOj7zxgYaDSqyE+w8muDH3zvA+7/u4dKzDVx+ltmJFuoLfHYj7Nw+QX9viBdeozq+iu0D4NZHBXZ3YgyOAgxOEkzGOsZjDX/y9Sv4k69fRm4muH98gg/vH+Hmz/u4+fMBvvG1RXzjawu4cOECOktXsX+U45vf+gn+/h/ewfpZD+tnKyhqMSI3QCXJsXFsYMN3sfbSaRlvfbSN7//6DnQrxWsvLGJ9uYrbNwe4fWuAs9dqOHetju39ADc+GOL+xxE6bhsdt4NTZ21snrPxYGuMn711hIf3p8JKq1kWvvLlM/jql85gZ2+AD27v4/CA+ZKqyHnj8y0Zb79zgu99bxdmWsdnn72KTr2Db755C3/1D7fw332+LeP0mQ247XX4WhU/e+cWfvrOLdgNQ6x/h33mDgdomnV8+eVr+My1cyiKEYp8iD3/CNuTA/TDEJNUxyTS0N+J0N+NcPWCh1efr2FzjYUOM+tzvPdehBvvhVg7t4a182vY3Znh5vvHePiwj+pihupiCqPKjHAqvy1M+x6mfQ3+SYjZSYRkBKRD4MUX6/jsGy08c62Oi1caWFhx8J//ZlcGpaSNJrOsNQEZo0DHbMb8aYh9fTDjfksVlmpoVJs5ai2SdQCroqGmAY0csBIqIQm+Kvsdnj/aqy4WNviNQG84Q28Y4Pgow9FRKueCZtcUstMs1FVO6zhCNIkVq1JcCEw4njJCoc0uQQVpJuQqp7bVYb4pMCPrl4dwZngYOZLMRpzSb4prfgSLzNPYhBaTGEKiRY5208LaSgVnNqp47qKH6xcrqBg2PIN5uRprFYwnkTS/93eP8MGdBO/fSbA/zTFk8VDRUVsxUV8x0ex6aHY8xLMEwTjEdJCgt59g0stQr9EW2UaupyCkyrXEtVVRKXuV5JroSNk81y3ozIVhV81QtGwyhLmYFrSUZN66n2PWDxEOaQElh4XHdn/87LALAYErVa7VZGYbUpiTsOePYsxGdFqh4rXAwkoFC6u0YmJDzZYCjAAM9z4SxGhJy9YQXQvIpiV5htninY6LTocgn1JCJLMCw70UY0Y4sEjOU6xstnHqfFeIXfv7fQFOqTCe+cyarqLZrUl2L0Eqfg/BUw7udTXHwup6HZsX2jDsAvcf7GN390TWT1E2NwCvQTUIz1q22Dsfb4UyPFtDg8rnhoFKmypfKqlVk8kPU0yDFONJgjHjRpIctEfuLDlwDE/INwHtZY9CyWylupfuEctnqAa1MZmG6PdmSs0EEmpcWGZFRkC78kEgZCTTqsGwCKrnMrJsjDSfoLoQo76SwW0V8AcmpkMTnuRnOajVNNQbbK4wlznAuB+Kje3hNi056QDiotl10Oqoz8Yc5Ef3UhRxKrazbC5YdkscKOxKBKcSoeaaqDuWnCHIhk+1FLnjI3NnGB0kGB6k8gzSccSp0co8R31RQ6dbFQB493aC+78OYaUONtcaOLPZFgC4tdTCMAhxNJoiYSFYJ0Ob+dXHGAyP4DhVGZZBRm5dmvpsgRSIcLA7weHOWKzlZ34gZ0+6bDBf7/TZLjbPdHHwYIgH7x+jWqnhwrOncfHZM0pRbhnYub+Lh3ceYnA8FvtZnj1YD2W5jlZ3WY2VFK21ITRnip2HPnYezeAfFfCPCzS6HlbP1bG01kCn0UTVqeLgfh8H93sI9DEid4LOKQOnr9Swfq6C7Zu+jJP9Av1DyHx5/vc6WD3nCAC8de8EVk2XwXnEOA5avS/WlrFQW8aND+7jvQ/uw+9nMCMPVqzDTiPJWSQAXN1wYHQTGC0CZWkZMQEBf/0jWwDgMa2RZ3RFYoFvYG3dwvqaCa8LeB1g1M9xeD/H8DCT5nY4SaVhwJbH2cvn8fxrL2FlcwFB1ocfH2N36xF2th4hHADJyEKra2P9ko2NyzYatiPWew/vTHH7BhsiMfSqBq8FLG7qWNrU8PBOgocfJXIWWl61BXCkPXCj3cRa8zTWmpuYjiLs7h1JM47zVrcK3HtwHx8//FgcnDTdkdzpajsVVwkSLQgKk3BJe0A25Vw2hDOI2p9DgLZcNf8dZt65Oip1ZZVOICuK2CzM6BgoYHkc6kgjkqOrKJIqKs0Zqu2JNBCL1EKRWCo7LafK3haCBQv+I65VYSz3enG1ihmz6IMYVc1Al5nqVFMmbA7kGI5jGcykrraAJNWwv6OJU4fjMo5GR6WWoVJXyoeMa32kI/QzhFM2EFS2PR2kWBclEYFgCGudzkwkRDuVHLUmUG9ZWFntYnV1AXdvkWgWIGJdVGPTOUU845yYobWgPguB19Sgiw/VRzYcw0LYU0QI/yQTdVfsa3IdGCvUXO+gtdbGysoprK5S7a8pgNCf4GD3EPt7B5iMgfFYCkjVzBb7RjZN6UJmqTEHPQ0CwBw08VMxVFTQkuhAVXUS2shiR9wCDFRw5bqFK88xkmiKo4Me+icBTg6qODmslK+jAGBVpZZWZyWC/8mc1bmitFT1lXLAuUKS9dMcyJT6mG5cc7Gk/FWpAntsw8vqoszrNHJoZgiYIXQ9gmbQEYLPmI08dZERBE69EixSbmkEngkIi8ORAMPKFSkjIVZqoVLFJ0CJLSRYTQ+UCjgnudWROksUwJhh8yKweUETYrymW5hFzGPdEavGBh04qk2MDqs42WE2sSU596xjxHFkyrzvAGvnSFpQxNfpJEdvfwG9/a44lHilMEfh51LJlzbQ8yZFqTgUYOQJAJyUAHCr3ZQICtY4bDKPBglGwwSWQRJzpVQAc3VKoNNSWydRXVnlChigU2HOBqa6j08DwP8kMPv/BwCeq4Dnir5/LBOWx0Ig/38WAObnJ7ghMtZSpcvnUT2Xko06B8vnv87VuGXfZ95mERCRzlRzePtpUFtaMeqazxWWT6x1lRLpydfcOvsfo4P/lB32PwUj0qaTZ7I5CCSYB8EiuvWVf0yQxKGgRKLK6IzFJjZVU5Eif/D6FAmMaAo9miISdVUg9p3MpmYslLh+GVzz6UJCwYSaB+wzKIKdjunUF8Ci4toCAAkA7BBIYW6r6jPM1bcq/5v3BQKsKBUfQRYSy7nmUEWVIZkUiPwcgyDAgO46VDNTByw/jA40BTSKJujcogz7SjUo5+58eVAuYXKdRA2reqWi55A/KokqYgOt+h7qnqu+HJ+vUpBdPnP/xN34refhn4F+y56gqgl44nILRayLNIY6EJhTPJirn+/iha8tYXPVwcI4Qn2YYPfQwe6Bg6WrSzjz6jIaHRdanGJyMsHbbz3EO289wMHuDPu7M9XfK/OFxe5fsqfmz35pRC5NxxIAZuycuCGouaIEAsqmXK4Z1bGOBcfl/l4gDGMR0IgKnC6IAlYWWD61jFPnN7C8soBsNEM6mmH7qIedwz6SMIJFN0Tm3HdtNDYq+G//1SV8419dhvfBLrIf3sXdD/r4z3difOch9yGl5ua9eGK/X76/0o3g6bn2T133x3A3FX2cxyp4WQHAJeghZAgSAvjwsHefauLk41Cx16yisVBHtePCqKUw6ik+//oL+Nzrz2MZDpzDELOtE7z7k7fx7k/fxqzuYVavwFlbROP0OuxmXblxxuwtKsESFfYEH0WRzt42xRpzQwARIKmcaekz0qqa/Vs6dyaxZIMS1Js7MhQpwWJdKSMJgvHveF9LV0zpOZe51ZyMnDcc898rNXwh4nMmvxEYZFwf57eKQyjFY5SxEWylup+AYEmLyaiiTEMBY2s1Dx5zii2KLYAqc08tB3XHRd0hOZDg5gzT6RRBlojqlxExjBlkDN80CBEmdEJVALBFK2YBn9Xa+QQAVsAs1w+etwnoUhAmMWzsNM7zgksnD4KA9Bxg64Nqa4P9AYpzmFerASEdY2SNJ4pqMA2HRyCV6CliOeb1psj0DGGYIaTYSQQqjN8wBCgkeCsW0K6j1g/mM9NhQxy7iO+oNYgkOUYiCshPu+ucbmfKLp/3ms9HFMWIgkh+DpWsBHoJDBI85+8J/tboKFWpwvU8IS5wvZdMaZnWCgSXnGsBbXUFdmd01ovEsYyfXwHALSSczxFtdjMBfyWTVa5HOWcE6rIFmDVpM06FNkmWzPaNY5kr/OzsNcyfO97PUPKauU6rz8h/b7k27GoFdsWTdUkIR3wOYs6BQn2PzTgtHYXF582BY5G8lwv4Ox6PMJmOMZ6MJGqRAkH+SvWtxPiQ4KDpCNNcLMXp+Df2Z/K5pUFr2Djp93HS76l1zWPOuglHY8dAQ6dZR6fZEOByOpuKelr4IjpTUpXzLM9MFIFNZgHGkxlGUxL/CDhraDUb6LZbaFQ9VBnDyGcnmiGNfOn1cPD+8z5yjR30j9EfHKPwVgQEZtbxcHAC3x8LOY9EnqvPr+Dq9VV0l9fQ7Kxjli3hoN/G/qBd4gSagPqxnFUJ6qYCPrtmAZr5Vmygytxhij2Zn05SX8HrXRImSlCRa0GSGwgyD0HmKIX+PHids4NijXwMuxjCxhhOMUbdaaDhdIUnGfljZMkQXuUQrneI8h+ZaAAAIABJREFUlNFCqY1ZamGaWUg0F151AW61iyB0EQQu/NiAnzAWKodrRnCtGE27kBFFzH6eIc5d5Dp7VS2kyRBpQhJ7DibzcG2b+qk4M/j+SEbVdWRUvAie68Ojg5S3ioa3hsOTCY6OJ2g0xzi1McLphQjnXRvLmo73bwzx3o0h+gvXMDnzKqZJjNneTSRHt3D2goczFz28+26KH/04LjOA6dlaWkAbHg8NurDnZL8Vu+a5bQFBdDL9FXVNyHMSas/sFxYdlDCTA8bDSQkecfslM4mgEm1MuGnwgWdFPC9IBGQpGY38iQKGKEVrnnCBkRWxzGriIqHOIARFub0z24qDDGXaODPjNCLzfxAi8TWkHMK+yhRwTatomyC1Kc1FU3ekyGSThxMijRWDhWwOUROWOQS0r3BcA/WOi0bXQX3RRH3BFIuD/tjHZJwgmkLUQ0VkAxHDFzJW64/VuGrDU5/1cTEpNiBK4dpdqaKzUkOaMyM1ReAnmLKZGpYWtMzDiAqxKGbuKO335oflxxZHksejLq4c6EtfeVqJyJ+WDkuyIXOx45/RkjAuLWrmp41ywRDrFOY6ETx1LGHOEYyWz8D7xEZ8CQAXIS2UCaTKEVka9AQgTYfMKdpk8uBOlbfaDMnyY7YTc784vKaFaseRA/dgb4bRMZVjSpGjimgeBMh2LGTMT/P8N7VFF3ZdA9wEuZlK8yRKc9Q0FzXdRZW++NWKbMpk1rOpMRxNMBpPxI5oHuwuWbzc2GYFioAK20wIBHw9uXcS40D2GeC1XFS7VTjM+2SOl5Eh7GcIe6nYWJOUsHHexaXrVbiOjhs/HMpYXq1iaa0qlpeH/YlYoNq5JuHq135vCc/+3jKOtgM8+GAkdpLMuZ1MI2XTXHfE/no2IXiXCyjO+cO5wmGTlE8VjqPyhQl+aMxzNr3ShptsGFo6cx7n0oRnFWKmgEk1GwERZn5YPGgqEFUsRv1YFF5UxhO8YHOFhXSd9p9VDxcvVnHxQg3TJMBOf4LD8VS5LxGM8AjokmHORY6qHJIxlLUzM4xnY26y9BhQNi0Mr2fxlYEqMQLJPNirQxufN2FDyxLC95FKcfakwzFvu8wZ0UrhzMMhGba8dyR7rCy2sbzUxsyfYjQYYToJxAYx8DNpLNDygU0BxUBXDH2eTCSDjJY6fD98v+KOYAt4MpvGMtg0JjgvBTrfu9g5lUCsqO0y5EaKXGdmOg9iPFRxtpLBSxtasooJ9KpmDs9C0iCc8QDAhozKFBLrkpwqIzbKDAFwObiTlebeZXFPW6VMlO4ZreqnChjKaARj5GjUq2g2qjAtKg9ycUIwPRIxNMT5CFExhm204RhtMfTh0ZnkiHA6RTid4KWXV/DiyyvSjAxmtCee4Nc/6ePO+yNculrH5Wt1tJZt1BZMYUdv3TrCyU4fz71Sw/VX6tg7MXHvoSGqzaOdKU72ecAuRDXwJ398Cf/mjy9hOJvi7dt7eO/WIca7MUa7Mb7xB8/iG7//LNbO1EFy1t2HPfyHP3sf3/mbu3jp9RZeer2JSR5g3x/D9FOcnVo4k7o49eoZbL56FvdOtnHj4R3JflokG1H3sPNwiu0HU5y93sa56218eGeKn77ZEzXMc1c7MtoLjoybNyf4wfeOsbvjY2PVwNnTDt74zBm88dnTuHHjAD/44ccC8J270MLp03VUnAyek+I3vxrhx28O0Kou4GtffhEba4v48799B3/xN+/if/r6Bv7nr59Cd6kFHx4OpjneuX0fb9++P6/rENPubpJhpdnGF1+9hlefPYt+fwuDwSPsTwkCTzAlcch0kOqm7IXhIMDlc1U8f62JTltDkgUCUH1428CdW+TO2cgKC4NhjB4BqDTCuecMnH3WxDiMMQljTEc2pr0qpj0N094Ms16AZAykI+CVV1v43Be6uHSlio3TNuptHd/+wQH+6w/3Zc1magDPCxEBYNorRyaSyBRAyx+EUtCazLlwddi1VEbVou2JCavg+kTgQjlo8KBabVdkMM/cdqkiTnBIW+gT2sTRYk4TS91ag8QSDYNDWglT+JKhsDMsdj0sLXjIaXM8STGbMAJA2QhW6ja8ug3DJtgbydynnSzBg0IORSTO6Egl80qJdBAwWKZAEQKb6wbOnzVxbrOOc+tdnFlpYpWNdcYNJASkQpwMQxz2Y2wfBri35cs47ANHAw3jNMP/x9qbP0mSnudhT96ZdVd1V3X1MT1Hz7Ezg72A3QUWAAERpAyYCIkKUtQPJkJh2j9JIf1H/sHhCEaIdohhkkFYJi1cBEAAewA7u3MfPdN3d91HXpVZmY7n/ap6FuSSkhxexhcDTk93V2Vlft/7vs8VcI8ua1jdtrGywcEFIzAMBFTj9OaYDjKxX5yO5nBpY+NoNDcQOyDuUZ7D2kZDTGtNP1GMZNMR0hfjIqhGIDuTiw4c4qbJfEcS7UiaEbcXluRsKKn/JIFG2fPP6Ypg5ALOECCRxnVxLeiwQrvmaT+G34tRrJko1lj/qSKOe6JkOiYZ7BIbKQdeSYGuHOAPBgNMJiMUi7YoMkSJxeE5LXRiB1lkYjKYYDyYolR2UW0U5Xe41Qy5maDTCWStra5jbXVD8omLFVdq1xf7e3ix9wIbrQI2W0Uh2zEuZOonONjt4fRwCK9iw63SttqAV6KijTlXdBQBhsMQgyGfJSAe0HtE2S97VR3llolSy5Qc0jQ3RX06Gkwls62xovYLcTrKIJ9f/3COcECSmcpoXNtxsHbVRRBkGA1oIUgWcBGmSaDTlcUaJBWyGhsLkqI4GFURQtNpB5NpB4WVGNWNDKUVIAlNsSpPIgdpSHvTDIUSVX7c86ncNrD3NMTekxAph0aaIQDQastGtWFjfzfH/jPFzvX48WUmZjMXWW7CKSSwizNculDDpa0acp32uhP4SYAwCxDkPgYHcwz2SW4juZEAX45CK0OxmaNaI6Dn4eRhiue/ilFAEVcvreLqTguFakFs+AgAd8e0lqITBQlJM/SHxxiMTuA6ZbhOBbZZhW1UZaCf5wSBZjje7+Bov4vJKJRagzUbWf+lgovtS01sX2zh6HkHT+4eyqCxulLF6voqrly7hJ3rl9DvnuJo/xkOd89w9HSMwRnBblcabQHdbQe1NaC1nck1ODmZ4vR0gkknx6SbYWu7idufv4jrr1zCdnsHzdo6dh88wrP7j3DQ38PReB9WPcbGZQ/NLQf7d0Ps3aVdco5xF1jdKODVrzbQvuziYLePw+c92GXArizqcIs2bQoAbpbXcP/xHu4/egG/nwCBBT3QoIUpTOYiXXRRvujAbs5hrSSSkcz+i3Hj0zNbAGACqbxWQoLk4NDUsb5uYmPdhF2DWEfHvgH/zMS0RyJFiMFJKLxRWleubqziwrUL2LyyhvaFCqqrNh7cvYsH9+4i7GdIJwSAHWxedXDhmosCibuGjt1HUzy8M8F4msAsGfDqBla3LKxuWjh4FsoiWNRcM9FYLaC1tiXLQQEOPCTM6g3ohhNjljKLa4q9w0PsHx4IWK/ptiiACxUqyEl6JB+XdyPrKg7saVvH+LcMvc5Mco7pQMNVbxSxtkHA2YFpR7CcGONRgPE4wIzxOzOCi6x3gJg11cxBNnNQa6ZY2Yhh2cxJ57NnSg/J575UMVGpc49I0R/4klPXWCtgpVUU4sdkGsp1WXUJAHMgykFdCj/IMPXnsD1dLKMJAB+8SHF6lIldeKlEZXSOYlnlwIq9M50ySJSNc3gCEOuwJN9bWdz7E2XJH07ozjOTzOvWpiX7VKNRRn2ljKf3Yzy5N5N8artEwvBcBkH5PEJ1xUKlYSK3IiQEgG0Nnu3B1h0MDmIM9iMEg0xU6abmoVKuwyuUMSf5SXfUnua6WF0rYWOrLE4SfjAWIPjF7kgWFZ205CY5llaJrItNzYGhMYJIwWiazkE7F63baDc8k5qas1/uj6FPO2wbK426rLWNFGubKeKZj353IsBh/8zDoOOKAljZvqqh8QKR+XUmtBBNlwDuyz5eAWAKxJT+WyyZlfWw9A/S979UFC8HIAqoXdhCL7WQ/F4jAAxGXCQwTM4kSKKm8xfVWC7yzFN2WjyYOAxjLS9RMou8Q842TEPs96jslaG6DMJYhfGacjhOJaMiH3N0SIvCMGYGsI/2hTna2xlWWh4azSKSLMH+8TFOOmcLOYCGYFDDtLuCbObBsdSQPQqAKNCweYWkQoLXyvJwMs7RPaqic1SF52ky0FKZyuq6LcFvpW5VcjgFXr1UADOOJ0mphiihTgDYoyOZGoT3OwF6HUbc8MwsyMCTdRqBQgGA6XzAdkkAYBL+OSol8K2AM4WR/heQsP+fAOBlR/mPK4DJcWSvquSYCrhcRHotrtnSAvglcLQg/C+Ha8svLGXnCzB6iem+BAyXgK6ymVak/l9XKCsFvLJL/izc+r8ZACZIKfmmC8U0lT/LyLgFcElgjuAIAYylipsOWTznJSqOFrRMNyaQJ1mgSm1O9ysuOtaQmMIIIwFm5xSwqNkjQQ+XKkHTFvCXoA7nDi73JRngq+eIU0YCUOp6KFCSr0siPhd/So24UPXJ7JJnT2xgHgFdf4ou48BmM0QkgVMMMsvEEZBRbVxCpJKXtRiY8M4XgCsTxx1Zy31iAdTL88L/I/B5rqxekuAVACzzgYXWYnkrfOYd/v8RAKYPm8MBPM8c3UJKFuRCwXfr66v4/LfXcHHTw1owR3mU4sOPfHz40RQ3v3IdX/pnr2JlzUMw7GPUGeLwxRSHL3zcu3OIex8fyRxF3XMqb5pLZimch8ilWd6fCpBX4mhFZDi/vxezmwVypaJqygW5Noz6ojuMuK+JJSxB2gybFzdx5foltNZXcXZ4hs7hKUbjSJwq6KzHmsqrmKhdLaF9s4pv/dMr+OY/vYzg+89w8id3cP+TLv66n+PHI0US4D368llSQhYBqBf3lNhxL0Q0/xgAvHQRyVnwL3oiGUnxrDPV+180gOcKcwHVCGSyF3Rs1NfKePNr23jjaxdxvX0JN9qXgMenGPz4Dk4/eY4P9o/x4d4JJpaFsW2ieWUDO6/uoL7elH6a9ZOrpbJITAs555L+Uc2hlnnXnPUSVKNanv0l/2N0IxfjflLO7ChCEXUd9xp13jI7lzNC+Tr/3UKdSRCZrivEDmhTy58tqkwBCklio4iD+axUEXKOvXAKhSHETRGzLchcy3iGc7qL4OjqjKATIB0GhdRhKjvosuuh5HpolCpYKdPlBQiYNU4FcEIAOIHYn5uGCIpGvi8Z5FJLmFT3KutqUc4uAGDZN2hRLGCaDoeAmsnfqYBgqnaZNExl5PLQ4nvKuB+xPqGSQ3Jq0wUArGFmmUgIArPGpTgrpqOlEgPxjOec2C27cCusH9j8E8RRmwOvM0laBEMZUeex6F6Iu0jUJrGGObhLYQ0/RwGOdV5fsqqUe4nUTQsAmJ87FcV8VpciIQGAg1CuBe2ZmdFbKpflZzl0JwQVnkppzfc9ZwZxqsjJ7L0kc9g0BBDtDQeiKKaddKVcVQIvcU95iWvw3uR7k+qI0A8z40uMO1G9OPd1Zkfzvdm8/rR1XsyUOVemlbdEUnFmLM4hdO6kMMeEScfEAnthToeUGj0n3kPlMhXAloWM0ZSi7DZg55YIAafTCaaBj1k6k8Uzj0C3EPUlllSdNxS6TcMY4yDCcDxBj8phRnBZjqwkioSQwmeM4DNrO0PLJDJxdbWB5modScKeZYBZxLqI19VA0XVRpKKfmIGuCbDc64/RG4wE/OVsjbU2++Vy0UW97IG54pIdTAUw1fWSTV+Ua8mbqNs5QbdzjLndQGavIIypkh8jCKfi9May9wvv7ODz7+ygUq7AdQrwZ3V0J010Jk1khlJoE+DnIgDMiSTrH5f3rcnewoBn6yKuENt57p/8t6KQVwSopa0/Z4QRXES5LSI3ZhJL9mcWw9IjOFYIR59CC86g+WcoWS4qXhkOz5s8hqH7sJw+LLePdL4iaxyTzBUgyjS4hXV4xTbCyEIYWwiJYxAzRI6Co6FgayhZGUo287k5y/YR85yHhbmQDiOJEaOzMJ36SNIgcYCEC+ZdR1GAnMI+4qpg9M9UnAJdvQrPqGIw9dH3fdiFCaqNCbZqKV6vegICP306kTVavYXp1ucxnMUYHd1F0H2Am9creOV6FR/+0sf3fjjEwREpJQz+5Zlic/jPWlwhfsL0Yecn4RTKqoh2gbQNFGckYcbx4KRSj9J6WrRQqsc3sqgoxGpYEzYEbxoyTLjJ8GaXwkSRP+U8W7ZUYuFBxops2Mxd5c2hrEDIvHLZODBqghYJyFFqF1BuF0EfawKK8XCG6MRHeOxjFqt8VN7sfB06WadFWhJramNmFZcwBNoWcCugTXSsVM7Cbefsk4svl3Nfvi1aVHs6Llyr4cK1KmYI4cfME4qlYZ2OcuRTC9nUlIxeMjqEobSQ0zIXgYeIALLica7UyG7RlOHJ2nYFoR8iCEJM+jGGZ1Qv0+bPkOFtKlbQ9FiWSaxiAy6vnjwUCxagqKtV7oVkRyx+n2KDKvX0eVYGi9GlLfZSTrz4XJhjJpkkNgFzU8BfBprLwJ5AEYMGF3CzsgOkxYD8AgXaSZ4TmctUrpDRTLtC9drIxJeMrYYpOX0Ws5vFkpmDtEgsZh0ZEluSN0tlNv+U3DkSE6heMjLU2yWsblZkSJjkIeIsRii5MTFWSyWsFsvygBecstiy9bsRej3m0fbRG/SRcINYKB/l9uf1mmjIphqYPS6WkRw2UBEpr12BkAR/y83yIu+N2S8JBgdTDA98NLY8WeuXHWxeJlsqx8c/GOLjH4ywta1sCMP5DMdDeuXHqBg66gUbN77SxvWvrOHez3v4+XeP0DkO5H1R5ayIFJaAsRzcyJZSYJ4zkNGaOqT9tSF2iXTBYtglP+80cUTFRPBeGLYW8744JFHDB2FJSt51CqfIYTrtwdQzxoOc+dZcBBBpI8pDQudAxrVQq3iydrZt7FywMZhOsHvcx1F3ItnVzKQs1TyUa2RL5QhDKrQSTMdz+LSAJWliyiGRDpuEAY7VWaDkBjIrxtxiE0e7CaqhCIaq7JZl88v9hIvvQjHgudRwQTWrbKJyCjBF7cbPl5mLa80G1pp1DPsjnB134E8jGZzRnlaYomRwSRGkPEU1Ftq0NKdzAHMgco7/CQDbTCgRW7rpKMB0FCpAJWNhRas9ss85gFNMN9pwkJGfZBFmGfO95gsbaja5fA9sTi1RW9GmjIMaWrSRGcnsOWZ/khUsr4VNKO3EFxbwkp0urNPFsyGXQBE0mG9NpXnYnyPok82ZC0GAls+VUgGVckFIAXw+SdiwPA+6bSBIRgjTIRyzCseqoGB7KFDpYerIZlNZN283cet2S5ry8ZhqqCnuvD8We0cCgtdvFiRvprxqi/XI3r1TAYBvf6Es62zo4Pmhgxe7MQ6eDHF2MJFhNEHr/+Ff3cAf/sEN7B0O8Z9/+Awf/PIQK56NRsHGN7/+dXzr61+D2wjQzx/go/tP8R/+1318//8+w2/9TlPW8WiC+3t95OMZrqUWrpkeLn1pB5e/dBXd5AAHowfoDaaY9DxMB5ZYzXJt3Kxh/WYNdz708YPv9vDsvo/f/uYKfvtbK2KFnMHAr96f4j//p4Hk2L31toMvvOXhtVc38PqrG/jZLw7xf/2np2K/8tXfXMfrbzbw5JMenn7cxf2PE9z7eI6NjXX8s3/+GrYvr+D/+NMP8L//6Qf4t394C//2O7dgFw3sDaZ4cjzA/d1j3H92hCDIBSCiJVHFtbHdbuALr1/FK1fb2N97iL0XDzFMUkxooMK8k6IL07WBaCzr4lYJ13ZqkgfUHQ5xfBbh2WMPu489nB4GODsKpYixPB31lombb5u4+ZaFwxNaYDPzkJmRRYRDAyHBlXGorKAnGd7+4gr+yTfWcOmKi2JlLqqcH/2ihx/9oitED7I7SRoJIgLAdLGwRRUU9AL43UBUtoWqBa9OV4UEZjFBIbVlseATuyktQ0pWpW2g2iqh2iwLw5i2a5PRTPLGOciXuIISh8aZZPpGowz9PQLAOYwWYKxp2Fh1ZYWDFN3DSM5ZyYXTDZRXXZSbLhItgU9lAWMsEqp9bWjZDFqWYM7XwrpkTrDFgBHrcHJN1mu3Pbz1ZgG3rlZxhWqqWhnGPBdW7mDSx3Dax+7RGM+OfDzaD/HkOMeTY4KqZI3amGmkvsxglXI0N22srDHciA0vgV8N4w7zkpWKKyF2LlniZEBrwkYmeafApl8D/DGVpvF5A07HARJ/qEcI/RRBQIWnynElRsu4J5sOB8xXIQDOloIW95qFTOdATBNbUu5hVGWp/UeZtIg9FwvcBBh1phh1fFHXkmMoYxo242R7S4lF4NSDy+iB1SJWWlS0ztHrn2E46sn9ou4Znl8su2wUrSpseOieDdA5GwgwTMLQStvB9iseKmsGTs58WVvNK7iwegX1ag3FooNcT7B7/EjW1Ytl7Fwsi/34UW+G09MA3YMJhmchCnUHhQbtw5Q1rK0DHq3AzAyxFiPWZ+js5jh5pCGe0PY0l4xUgrdr11hgsrnyELHZnUzEWqzMDNGyJflQQTzD4CRD5zkQDTTJQy06JprXXDSv0jkEGI+YIU0bqQpsq6wIVK67UHcZQgwcdn35bKlwITFqODjGYHCCQiNGfVNDtcXxNhtaC8MzA4Mz1vQzWFaAWgO4dKWM9npBlKuHL+jCQWb7HG7BECv/asPB6aGBkwP+FA0FS0M20zGdmIhoE+wlsNwEt15p4uaNllhQj8IBJvEUk8SXNXieo/9CRnLwyoBXz1BozQUELlUdlKs2Th6n2P94hopVwY2dNl65ti6Kbdq3T6IUQ5+a9kwIbXMtQn98gP74EK5ThefU4Jo1ISeZuov5nOqBGY4OjnB0cIzpmM09z1RD2My1ShHb2+vYvtjG/vNjPLi7i0F/Ir2D43p4+903ZCUpVanH2H98gvu/OMPh0zE8KgNKBTV0SVPUmibWLzqiFB9OxhhOJpgOIOvqtW188Su38drrn8O1C69jfeUy7t35Be7d+TmeHj7C05NnmLtTNDZMVFZNvPg4wos7Mfx+jmiiYXWziNvvNrB22cXRiwGOXwzg1DJZOglgBOAND82KAoCfPj+UNR3EyHwNc9auowwIgeplB5VLDrw1wG1l0G2SO3KkETA5tTA9NWXYGoW0NuZQmoMpDWstHa2WAauqwaoxw80FwgLisY6jZyMcPhsJaSChzXLZQWnFw9ZOC29+6Qau3tzC3Tt3cPejO5j0YsRjDbW6ja0rHi5c8UBHdvLUdh9O8eDOGBM/hVNTavrqGsF1V4iPJIO5bo7mmoHV1RI2t65jc/MagnEIf8ImmaS6gorvGHTQ63fQ6fXR6fUWFqAWbI/3XgK3zAGiijfSdRsGm0GSiRJaOWcY9lMM+spmjTUjwd8r15tYbbnINN4jUznnh4MYkU9wl2BXDn/MvpHDG1PW6nqOtYuZKBqY00s1pJBwdeVWVarQbjLFiK5C6Ry11YLsf8ORj+E4QMHU0GRuuqlLdnYYcThHtS7gFAzJ0eKQ78UznnfpOZGiWCZxSfXEMQkidBYQpybVHzBWiVEgVFwQABt0IumDeM/4wxgrLRsXr5XQXGcciC0EnCd3Z3hyL0bCoUeVFuS8d2Ix/Kw0DFRWWKOHCwCYgEoBTHU8fjzF8eOJRMSQhF0uVbF5YQPlah3dnspWlwFYMsP25To+98aGWLNLvIozx+MHp3j84Ewyz2Pez4na46josYyCrCUYRcKkAMB6rJQqKQFg9qa61B3c11hD71xbw9VrbejWGLo5kcEfa4bpJMe4Txt0Ei45tKW12acsdheTCgUq8O8X2brSX3/aFppfV3FYKt+RdjtKpcilwF9FgGJv8BKbW4KPS4CPX2GusgKAJZvZnov7FJ1PeC4g54CWILgCONlDcCn7U6VsIdjPfj2eUWHNITiHhJLtJVZ4zHhTgJvKzSWozqFjGPtIMh+r6zOstGfYvORh61JZeqfD4zFOTpQblLhCjRqIhi1kM7owmDKrEXJimGFzZ4ZNAYATsWMnANw5KqBzXJR4G5LZ1PxBAcBiZ620TwtQ+FyvuhjA0NUtllUuF1GrVSXbmjMhgtsnfG1HY9hWCbbJe5w/d2EBzUxlifJR155zCbEDlOxj9bwrQd0/joT9XWvjJej598HPhaJ2Abj+3a8ry29FK/4HQR/5LMXo5qVSTtw2lSpdKabPPat//ccsga/z+K+F7/i5GvklAKUAwpcKYHldYm3+EgDm10VJuyAe/5eA6/NZ198XCp+/TtFmLvKH1We/IHXLaFCBtCpPUfW3JDjwuVB/qnpXrg/LWRLhxN4/wCwhADNBGI8wz+hMwDqV5IeZUg7z/mePYxqSl8n4kjAIEfkspNV9IWo29vgcki+ed74Oggu0uRfHGyoFFq+JnxFfCy0xaSPqGDaszIKeGuhMxzibjjCJYpXTOSMww7kgSUSKCKkcIiTNVfp1EeAQDCC4pqeSsS5K108REFQ+utoz+Dr5+tTnqO4smd1wuLZQBMtVXaqMF5/COZD/3wIAy8yWKhxOaqioohqLBHsLc86NCWbO57j1tRW88d+3cflCAVupgco4w1/9Pwey3vnmm/idf/01rF0oYnh2iEl/gNjnXMvGT370AD/90X2MBuG5onUJPKncbuUuKZbNSo2hZnOL2cnSGW4JmHLOuASg6JxC+3jOtEaDiZDVVeQLhS1KXHKBAPArl9FoNvDo4RM8fPBUBDc5ZZZ0BZzPUW06uPKlJq6/08JXXm3jK6+t4/mfPcBH/8uHuHe3gw80A5+I5T57toUKW0brdHRTz9GSZCFA2QLE+Ic3g8W0XPhFCxW4zH8hMzz2VxyoZjMVBycaUDHJ4r6XyFlI29rNS6v43e+8g3/xnbdRHnuojFx0fnofz/7yx9j9+Ak+nue4k2YYz3PHArzKAAAgAElEQVRZWzubuP35a1jbaiLOaUWroWqkqOrMwM0xjXMBggX8ynMBDtmnhL6PyWQsQK3MiU1a9ZZRqVTEBY/qfJXdThdCQbGlSFFAP10vqdYnyEynKDXfo/Uy/z3nR1EQCejFXYM39YzPlWTgKmUyCXfiG0FCU8jzh+K0BUC5wFTP732SnkkSEaIIybS5sp6nO6hhoMRMVdfDSqWKZrUhPaHkgEd0RmE8HoUc3IhMIaGPp77M6lRfZgqRhEucThdkDO4/sgcZBLQ0BfxaJjzLgkdwjaR3Km0FGCK4zrmcqTJ0ZZbOGXsisyWSSlJdQ+o4SA3mizLqJMcsiESBO4tDyWTlfllr1VFr1mCJKTVFb5wJ8r0ws5X/Lla5sy4jddQZwWvPrFrmuao9JUWhWJTP0zI491SKXzkv5D5Y5pMvZ7TnlY5yxYx5hrPO5nW3Ua7QHbMEZz6XxdkiAUoqbtNZjDlB6SLd2qi8LEoPRqv/47MTjKdTyREmqKjyb4swHBsa7fh1TYihQg6V+yKT76/WG0I8pChQohRD9d5ICOI+IHunZEorhyPWRBqxBhHWKbIIezDdteV3nRMzlE2EcmbgZ0/3Nc6qGImSabDovsY4Q4LpBG1JbCFxhp8f3dCIiclf8seovWjkBxhOfJwxT7nTQXcyQex6iKmoVv5gSAI6MY6QRHRzoYAyF/eC9npThAZj2kxHETzLRIEun4UiKoUCDJdOszYmYYhub4hOb7AAvDnhUfMcWkA3ahWUCrb8jCQOhdRAcoNbIABckfuk3ztFv3uCVC8i1YoivCNpIExmCJmLaOn40ru38cV3b6NI8RSxmaiMQbCGQdDGzLRkcS8g8M4zRE7DRSY3Z818PkhYF/HRwmlARKDi3KDE4nSm5eI+Fes2ZnS7y2biEkJ73jydwjQjOC5dNiPoozNZjp7LPJuzL3IfHCeFbgcwHKrM15HONzAMQ/Smp0L6cAsX4HgXEMWGWimfw0iwlIJLwNyBZ+XwzBwh50BTzhBJSIuQE9AlCUhckZW7LRXOVDc7QmZU7iWck4YR88kjed1aOhMHRCsFxskM4zRGboewCj7WSnO8UXFx3bVxcJbg8CzBtHYNfus2xmmEce8hovFjfG6njlev1vHeh3381Q9OsXcY8GryBKFakKCOAn/54sTWgeClFBHKZoNDWttRd4fAwgQ5aE0kbGsFSih15KJ4FMuSxcEnChFlC8GNRSn5ZIdb2BWpg1JBv4tiZvFaWCRxsxKrqzIzew04tN2tMKvWFKvVYJhh2k0RDhKkU7XkJ7KQZmi3bcBg00F75UX+KhkqiA1gpgsgQmUKbyiCihyqUuXCJbvVgjzI05UK4uZmCatbRbGppB0iN8/pNBKbWzt3YeUO/GGCcY9KZLI8DGhzQ9m18jAFGUuJgHtUG7klE0UyuUsW/LHK1oyZWRwotaswNujuQRWsmLUv+qIl+Ksu5XmVt4ScpSg8j4pRgKAiGqqCVsBhgulkoCwLQX5mC5B2SUokkEdGsSiAyXSRCF9VKMvP4CNLOzEGbaV8SPmoUiXJrB2ybTk4oKUkc4lU8cb3wgFFc9NBc9MVhtl4QJUoQ9eVstPwCGYyezfHfJKpYmwR4ezVTHh1E/VmBSs82GwNcRIiTgJMsyn8zEfFUpZziGzMJg5mgS4qT9pEhrNQrK0ysbVUilm+R6qZyODEzEDq0/JYMTENj4BrLkCeWyhAszXkHIyKYor50ilCZqn1Ztj+XBUXP1cVu0OnRDvxGR79zMfjnweoVB1Uag40NvZGDK+oiVVoq1WE5jpyuDy/P8bjD/uS2VVqeCg13PNCh2BeFPC5JFhDwJKblyUbPFlHnEHEVA/4zHVgTrYL23RgFTWYRfIGUsnL5DWmbTlVa2UOp8pUCfAzNUQVMerHmAxpq8YMGg0aSQgE/R1aJDGji/lcMWwjxo0dDnArmEZTHJz10BlOYNtlGWDTgoKHHosx3+cewMO2BJvDu4X9NpswbpYE+XPJWdZF1WlUoIooMqoyFnu0+mAeibJlXtoi8cDlIU7WrgATBtWGHABHyA2VW+kw46dSQqlYFHUEbW2YS0w1GcF73j8WszOFsOIgClME/kyeC2FRUhUtPEOG0nMYtbCApkIu0TDp0VaTchClFOfr5T1O8kSxVoRXJgCs7n0qFWaU4WiZWEgRlBbDEu6HYlnDAtKSz85gobVo5pnvS2azbpJpxv2VLDZV5Ipim8Nyk8UV2Z9kJisLvaVqnqSScTeS5lPlH6uGVpraBTORm/actq/s85w5dJv2n7TbLCzsWVImD8GzuTLcvL0mi7+bA/W93Sk+em+KZ/dD7FyzcfWajZW2i1rLlWLn+GkHw7Mhbn2hgltvVXA2svD8yMLu4xDPPhngbG8iOWGem+MPfu8N/MHvv4n79zr4sz+/jw/ef47Pv1aS9eatr+KNW1/FyfAEv3jwU3z4yUPc+WCMvWchfuM3W/jqP2nhxdkIHz3uYD6OcMMwcINq9XdfxbV3P4dhcoDj4X282O/j6YMc3VOgtaqjtaIjr+lAzcCDOyk++vEMvQPgW99exTe/vYpnzyfYfT7Bo/shHt6NhLRA++N33qmiuWaj1bJx1PGxezCWwrO55qJUsPDRT4b46McDzGdlmGYDmxdXcPutVRSqBr77f96X9e/+py/i3/3P7yA1Q9w72McnL/bw9KCLZ/tdBBNIVna7VsW1rSY21ioo8yws5DjeP8Xx/gnKrTpWttso1oviqkAwL4sPkEcHKJddsXcJ0wyH3TH2jiI8e2Ri95GF2TjFbJyg0XaxfrmI5rYDsxDBKoQ4Ok5wdMSYAxNJ4CKPLRi5IbnTaRRgHoX4wttNfPXr66iv2OjRouRsgvuPp7j/aCr7K/M/k7kOf8K8VANZoGEeMI81lcLYKVCppaNU01Ct56jUc4QdIOrQQcBEtWXDqZqMdZecn4AMZNYFHKIwrzFIMezPMBmncAsenIInzYlkrMiewmcD0Nd06GsGTFo1M7djSjtT1WAWy5ossmxz0xTLtgRUFjHz3ZEBv0HVvj5DEhiIpxY5NmgU52hVcrxypYEblxvYXq9ha62GOm2EHR+GFimgYDJHbxLIenEaiPqXACQzncgM9KqugKJkE/b9CAGH2bRbtlQ+Fc99WgZTcUbyiVhYe47sgyS/TeMMk0gFObjcyzQqRhPM2ZAu8mSlMSZTOslEpToekSWnBhxsVIxsEclgsW5SNmrczAyCcgVLnFiExU2LqkVTrSzpcskOqpDNa1uIpxyqhZhrrHPIBGZDKRLlBQOZ4O5chrfFioV6y5V7IE59zBIyJBUzngAw9/p8ZgC+jTw0kZiRLAUm8ywxxOaUil3YImNGc6WN1kpbiJ8ESgnI6u4UmjtFc8VCc9XCcJTixWGITo9NcCxkglqjImvaTTA8DJEEKSzmW9pApamj0jIw6MxxepBi2p8j9TMBzLaulbB1vYRgloptE4f2jpfCdpdWZ8xczxD4OQZHGbovMqRTE7VaCbV6EeVNG5UNS1i/o5EvII9JQIVZt3YRtl0U0MowHAHAesddTAZjGGQjmybiaIo48lFZzbCypaPRJsGRChcHnaNQiGThJEIaxrDtHK11R4gFBPCpsBkNZ+h3ySimhRVrPQv+xMV06kJPSF7gTWZhPi9inpEIEGKOEM26h9UaFbtU7gOGlyKlBbTtY7Bvy6JjScZhrDdDcT1DqU0AmNZ0Nk6fzbD/SYSiUcTVyy1cu9ySPoQkhhQmkszEXGpW2kMF6Psv0JvuwbWqcAT8rcDSypJpOYtiiRjo9c7Q63XgT2JRpBEAbtQ8rDZKuHTpAi5f3sbTJ/v4+KNHArxRjegVC1jbqmFtsyYRFLSB8wcxjp4Ncbo3xmQQiWW29BKWIerHxpoBt5wjyqeIc5KhHGSxiwsXNvDK5y7j4vZlNMtXULRauH/nZ7j38c/gZ0PM7ABWNUWxocEq5nj0ni+LYFeWmFjbLuHWF+tobbs4eNaX5dbncOscBBO0JDnBQbO8imZ5Bc8PTvF8/xT+cCZ76nwCpIMcWQCUL5ooXzRQXNdRbPOZVtE6tOUdHekYHjMqRYFD0rulauBerQK1KuCuaHBXSSgpwqN9lW/i+YOurIz3AW0HWLu4EBLmq29fwrVbbXROu+iedNE7HaJ3MkahkGProosLlzxUnCLKTgmPPhnho/d7mIQRSi2guKoL2dMuWRicRhieRigVdbTbNpqtEtbbV9Bev4zhcIQBhx4JR4AkTVD5f4ZuryOMcy6qHtlPkOjoVeZwS3SfUgAw609a6gqBRByeuMe4sghKslat1G2sbRTkfM3hI9cCpAlJzBaCEfsU5cIwGVFFm4s7EomDlZUZ6i3lzjMeAJOhjnKFyiMXXgnwihlm85m4+lAxUqm7KNddDEehrJKri1NE0TEEAI5Y64cEdEmAVv0vic2HuwnOjudC1Kg0aHVNhTDVHnQHYJ18jqOoCRwziCtlrLebkuX9/GkPz590kYQcFubYuFDEjds1tDe8hd2yhnu/HOP+L0fk4qPY9GAXSPgmshzLXlhd1ZE5MVKTREaSfwrQUhcnD6c4fugjjcjUtlGr1bB5cQ3lahVnxyHOTsIFiKCjWNRRrSpgnARBIQnSPpCER+Zu+9y/U4x4to9SWHoZpl6SmlZigURpy+acdbqaO7AvZR9HovJ4xJxb4NU32nj1zXUMhsxe6yMIGJ+iIw4NhBMbwdiW3oGDVgF6BQBb0tQXFGs5w5bZvYqoLiq1c0Blaeu7UPQuVMrnH8BS7biw8FzicQoQVKR4xehWls5EtSyblqPKppvuJEK2hyKG8owRgHhhV0lyKYfkHGwyUiEjUS31kM5dAdgIgkqOHwowNCrhZsgJislYjQM4XSz7qJhobgayaq0Zak2CCDbisIE4KGManML3TzE4tdE/LiANSrD0IvTckXgHRhRduJriwlVlxx2GJMZr6J646J3SrpB9x8LJaQFkSi3BDmiZbfvSsHjphyvkHpJ8iiSsVkryXBXLzPjLsP+iJ8uxK3BsRgIsAGCqgIUgx3N4YX8mQB8/Z+WktHSPegkAfzZy+etpvi+zcH8d4F1+r/rzs0Di/2oAWEAczhcWUVtyiyiA/LMA4JcZ1co++xxmXiAP5+OhT0l4JXdayNLLe1xZ1kq29WIepP6NWv81lrXL+/0fcL+WLwvRZqFekCzbBQgtE0CFYZ5fP1HRy2teKj0XOhWJhVMuDhzhUB3OjOh0HiGdMzebjnPKmTCbh7JUduBcyI6uZJbryqaWakW6/KSmDOAZDSXk7wXAyNp2mdnJ+pbugTnzT3MV6yQKLGZEkhhv0MFB/MwwjANZPtWCzAKm4kvxEgT8zXhOLXQ2Ek0gzmiMxElkkewtzoUyylR3oHw0ct++BJV4+fj7eQaR/CGqyYRqaQWQnke3Lb93MSpcbjn/IPj4WV/ggMGwBJwyaJHKn2+ayMU9QYEH196t4vY3Grh8oYTLZgGNyMR3v/tc1mtfu41v/MsvYuNyGfO4L5nyaUyQwcaPvndX1qAbSFwVSSUCLhGAORdyKtWd0rosLLHFbYEEqMWtwtchwhUdjUZdFvdrAbXimSi+CSBUKxVZy496dWMFa5facEsO7nzwCT7+8BPKm2WpSLE51i+V8OXfuYwv/eYWrtourtkOPvyrZ/j+f7yHB8+G2DMMHHGGvlBDLvcAdS7xjPk0AKyUropw8fcvtnrPnAwp60tSz2kLv3R+JPhIp0X5ophOMLaLMV5Li+Q5mht1XHt9G7fevIh3376Kd9+5iuSDPcw+2MPp0Rh7/QinQYougA41ZySdhSkK5RJqqw14FaoOY+TmTKK0immOONMQcs1SUVDyfmu11rDWaqHX7+H4+Ehmapy1UeHJnFnmERMYnkwnKnOW1tCaBrtQgFMoLAMI1We4ACCVpfDC3pxjeFGkxkoBvNgrSG4irhDPVO3G+4JnOeebR0dnODo6FYIn57asU15uLwpJIm4h2AWjiDgwzTNxfXq5qOpzZcls+NxHfsH84I0m9scETNVrUfsYnRgtGA51mQtwS9wKlRUFlb4EmpcKYO5HVL9SqUkxjL0AiAQoMuh2QTGVhTljJQV0op12jDlJoXxvDkUbLnTLxYzgbxgjCKaSxUoHD7fswat44uJnMbaOIOtCia1qBkbGKbdWhRtoUkvweocx99aZXGMCxASBKaAToWCSSoY6wVR5IlmDieuhUj6r82QRGUnuN38mG1xNE2I6f55J5Wyei0K1TEto3tMK1VtEXOSo1WuoN1ekvj88OsRgOESpWJI4HALAJa8ozq7qnCJpkvm2M7EkpvLYK5ZQX12R1y5zEApjCIDHkcyOSeARgsbCal8T9dvC1SBVGch8ftlzU4mv1PiLZ3ZhE80fuiR3GMzQdZWTI2eEvCbLPHfahBM47HV76Jx1EAeRzH05VxOwXzOVkjaMcdbrYe/oECejEWbFMmbMVM51eDRKJnlpPBKHVc63GdW5vtHExmZL1MDzwIeeJvBME664aShiPcFrikPidA4/iCR/djAaoz8aib1ziZnC/JxdWqlDQEy6ZdK1KOJnZ9BK25XnSfKBkxBhqiEipEYCAnEiEoP4e8pFfOGNG/jCG9dRNWK48yGi0MMgaKEXtOEbNnydgQKm7PkSR0YmMs8XqYGUgIRLtsMFQVN0YHJfKQeBZSyGJAhzpiY52ImsPBkjS4bI9BBwUhh2iqYGtDT2ViNMg4HER4mDqqfDKhiwPFqjlxHFFQTxBNPZqTxHtnMBtrst4G8Ym0JmTeaBzO4dqwTHLkgNwJUQg2ATkw5haVwjaG4VmlOVutifptCyAJ45hWvR8UeTNcs8sY0mKFyyYnhaACfqwY17GESsK9hzs7dNUTZnaPghCn6CvUkZe9MKfKeNsLABzYnh6Aco2YfYaXm42vLw0/d7+O4PTvBCAGBOVsi0c8jw5YBP0Q4zFivcaNlFK5ImHKLjpG9TaSJFiyaLjYOodincW1rHLHfZxYksYeEqZVrYMLQZ5fBJirol8MHnSZDlRb4BAVvXQDxJZVDrFnVUVmxUNyzUr5gob5qIhrlY6XWfRjh7HCEcqJxZvmbLpS0q7UxpLUlLR1My3Xjj+GMqNOhXlKlFZqhk8DAHjH7xGubMHOELWuR2qAkyD1cNpbqDYt1BdaWA6mpBsocm9O8OxygXSsK06B1HOH4xRdDnTmNBn1lwyN6HiTgPECMEQczaGjPyCNKow2Pam2Han0mRyEOCV0nsCMQShge+KmRUcbqo3c9tYFRoyWcVE0u2ihSTVESzCubPkoqSLHZlbczeiMNf6ZEWP59gMUFjBWop6x5RWi5AZP7/wsqTTZtFOZkvJvS5A4PLpA2lai6F5UAbXHl4gQs7RWzvFDEZJdh/4mM4nAlQqdPlypbIIszHQDZUYKWwQw0N9e0Cahc8NBo1rNTrskHHARmgU0zyIaYYguQ4imHHJ8DZLjBhlbOk35j0p1C24GAmq83cDBVubuRkj5iIxzmC4aIZryQyiKvW66jUa+LJTxYS82NnkxSpny6so4FbX2ni9leaMAopJsEQw16A/Y9m2L9DEFx9ZqUa0GgCG5dcXH91FRuXqnh6L8DTe1Q/hOgeBbAcguNVNNplDPt9DHp9Yfgzx0vyGBwNXsFAs+mh2SxgGs8xnWUYdWIMD0IkU+YkeKhUCihvGChvmAgRYRD4mA5nmJ1qyEea5M21qVTmRjrTMB2kOHga4PQgglExoFd0eA2qo2hDXUbBq4q1SRqfYh6fiRLo9istzFJamXaFuVRw1mQdMdvr8AzDIUkSmYCJG+ubaK2uCduFrP1Ot4fjkzOxIkzHKku72HZQaDuiDOdAmsUf7ZpCnwCmcnVwqI4qOMq2iZYrUsAQUDVV1gLlVCYVhRkq9QI21jck5H7/WQd7z84QTGaY+QR0md2no1zj9zoyOFdD8VAILoWCJ68jSQNpLpVNsy0HNckOxHLHZyHGHWaIfoqcwX3Is1BaLaJQU0UubaUkg4EHKW9xyQFR9lrStgv7l4ceLalUgcQsF+bXpFkoiypO2u4xA6s38NEf8HWxgJ0L+EtrVg6xWXR7jivFBW+8Yc9HvzMRogatPZgVqvJVOG4ne9SSBtiPCdvkKHFA2fBE6Uy7/Jg2GMFEFP3NhoPmioNXbq3j5u11+d2dzhi7Tya4816IJ/ciXLmi4/JlDc11DyvtghS+VP/6gwluvlWR1ZmYeH5s4MmDAPff66HzYoL2GrDeBn73n38Z/+J3v4z3fnaMP/7ffon3f/4Ev/f7dfzev2xgo/kuNppfxt9+8Ah//Gd/ifd+dRcZCWeGgXe+tCbr0d4Q7318gmQc4mZRw826h1tfeRu3vvw2JskBOsN7uHv/BD/5mwBH+wneesvF2297OAx8HIUBdu/r2PvYQTos4Xd+t4lv/24T3/vBPr7/g30c7seYDnW0Vsv4rW+s40tfaiLDGHOMYZZNWFVHmvtBN8bZQYSf/OUYP/7LMXauXMRbX3gFm9fLKGzE8NMJfvTnL/Cjv9jDv/8338C//ze/hcm8i188+gjvP7yLg9MxDs7GCPpAOABeubCBr755Da2mi+PRPo4Hh+gcxugcxLj1xnW89RuvYuNCA26B6vIQWXwP8/ge0tREMi+hM8rw9GSKpwcRnj2kEgso0II+13Dj9Tpuv7uCzesF7O4yC5j5tHOcHJF0wqLchG14qBcrKBcKmKdDzNMB3vhCC1/6jQsylP3lL07x8a866HZTdDoJ9OIcVpWkB+4rBFZ0JKMUyXgOl9bGroliOYdXYpEPtNcMrK+ZOHgU4/DRTM7Xi5+rob7lYe5AFLK7L0bYfT5EEpKZzYgBWg9S5cXMmQoctyxKbirQzDxBvagyDrW2BW3dQv/ZHIPdOehaYRp8HSlW2zma6zkGY2DIPYilDs8f2j2nlgyHLIfD0BmiMwfBUQFFHdjZDnDzaoZv/fYOvvVbO6g4azDTVUTxGAP/AfrjPRyfJDg5SXA2nqMzznDQneGoF2ESzsUm7dKmh8ZGASubRYzCFAenPk66jJcIMZzEmDH/mHPuxXFfKjtYv1BDa72KZGYgmenoDhKc9GMZIDkELXWODfhcU3Gg9st5olS1BBT6XV8GLXS5IAicRTrySCnZZKosg4VIDl1xllix5XqQvJKItRSbOw46FNmlXCygvVZHrVoUkIDLn0UIEua20TFheZgTfLEw6g4x6o5gFzJUmiaKVUMV346mBskxFZ1s1Awk0xzTwwxRP0NxW5NFG9bZVEM6zTH3mfNqoH25gvYVWrdWUGlUcHYwwvMHJxh2Rrh6s4JrN6uwHQXMnpxGePzER38UwyzncMsaWiuraDZWcfDJGE/e62J0Fgnobbkadm6VsHOzhHGQ4KwfYXA2w+SQHY+Oy9druHyjjt54gP5kiNqajvVLjijpx0MC7ZHc98HQwOAwQ+8FrQAdtLeaaG40YNdpt2tgHAwxGHcRpzNp9nWLuUQVWWJvaZQQDKc4fbGHUa8rtum0d2OVyNVoG1i9QCUiB5bc+4s42qel8ZnY9o7PmDeUoVgHqisadm6UsHOjiEE/whHdS3rM5FY2nrpegaaXkdHJhpn2zAtzOEhzEURjUdpQzZLHGVbWCtjaqaK+bsGu+3AaAQZHJVnjToBpv49M91HeylHeYJaphWLVxMlujP17AQq6h8sXVmSpPGWSrsqwnIoUoyQDRukUvegZ+tEubL0KR6/BQAlGzkxMQ6ndJxGmfh9+MIDPPOipUqY3Vz20WyXs7Oxg58oOHjzYxfsf3MVkEgoLncqQmHEH2VCySS9evArHLMAfBuifjPDkoyM8uXOMQplgd1EykrmfOKU5tJIPrRTANarwzCqarSbWt9qoVdZgzZvIAk/A33t3/hbVtom1q1WUWxaMwhypPsMnPx7j479h9hB7IlsiDW69Uxd76BePenjxuA+vkcBbIflLwyxgbW2jWa6hWalh76iH/aOeRGnMQ0j9NOsz6gEobQPFC0Bl00Blk/eTLuBvOAb6B2rROsyRJCAq9JW1pMu4AjcT0LjUZi5UDY1iU/qYRx8d4/GdE6VCzB1h2EfzEKVVG7feXMfV201F/ISFo/1j7D3bg2VF2NxysL1dxEqphUaphXu/GuC9nxxjEk1R31bW4GL+pRnw+yn8QYpaxcTmhotWq4xWaxtra9s46Xdw2u9Ihno+dzCdxjg5OUG324W1GICTAEmQj6pSr5zBK3OwThcbDn0UiYbllm1CBvvl0goqpVWxZ+Oy3DnKtNz2OGoOkWvMiKvDc+qY9IHTgxj90xSTwRzhNBcQlqCxV/bhlakumqF7mmPY09DeqKG9XoVbzGC5HFLGGAxDGbQWKjaKFVus5YejGJWijs01C6WCsQB/M8lm5qLjC0nQ3LuPXzBTNUNl1ZJlCWtdxRZReMP3uowKZEvGNr7VbOCVG5dRq1Rx58PnuPPhCznPyaq6slPD659vYmOrKPUg+7iPfnaKOz87w1w3UduswimzRw2ExV5t6bLgxkgtMttZG3iYhw5O7geywCxlDv9X69i63ES5WsTx/gQnBxPYkuFdQuRPMO6fIstDtC5XsHalitZ6Aa11Dul0BP4c3dMQzx4Nsf+cVmhVmCDIZ8NxOOzjcJhD20QUN1yS7cks4jDCYNiHaSd45zfW8cXf2MDjhyd48ugEgc+T1EM2t5EENpLQVtlrHBAL3vQpAHiZsSrgiwLHeG0VAP1ShSkAJRnKMrOnb4KKLlINn/qP38Mho1Iwq0aQqoel09C5HbRizsN2WMOpLD6eiYr0yuGqAbcAtTxdVprOMKETwXSCIFQLeRVATeW3kxBqsMerwEAFee4jR7DA1hSZgzUi31zrwhjNC2M45TMYhTM4bgkV9/PwrBsYTXZlHe8lOHxG14ICHL1BmsC5XeTFa3NcvK6uUxBAAGwLJj0AACAASURBVOD+mY1Bh0NsXcip6tqp68DTS4GbCwDn/IotB0m87lSMJdKL0cq1Vi9IjjzxqKePj/HsCaMBlDOEqDdFocn51WKILBmiy8Vh1Tl0f957LWDbc0D005DM3wV6l0KFT//9y7nLrwPAck+cWzAr8PMfE17y3wq4KVFZi0zXJUdgMZATxfSnBj3KMnehCOWAWhpR9XuW/2s5nF6+Ft7vvJfUtVcEil8HgDln+FS26mcOlj4bPvwsW+jlv/y0wngJLp8D2EvFwrla7+WVEiLDApBevldeIw6KaXnJWQKRMO4L3BOyOfOzSRb0MacCyEhgk1hhzKXu558E1GglHdHSP9Rl7w5DH7NZpEzdNUjUVbnkoehRIWeLIomzCwJGS5UiXw8BAlq7FqkGpl1plmCazSSHkIpBsUQlvZu1M51cCQAzKY6xNSQPhjOEQYxwSqcJxs+wxyfRWz0v/B1KNXp+MywRCCHKV1ibFOmKQbUxMzgXUXbzTFSuJH7yv5f720uw/bM/xc/4W5NhjLbyU+f15hyS2XwkksvsxcClt4q49pUyLm2XcaNYR2vu4S/+7Cn+/M+e4PpbV/Hut9/E9tUaCm4I20yQp7ZY9X/vr+7ge3/1MfontJ2jVa2p4ghFzKxkrzLKkHHGglQqlcvCuXGhcpb9mTa+nimEv0uXtwUQGo/H4q7IuD/eR+1WG+3W+oJwoKG4WkKlXUWqz/H+37yHD378PrSU4h1lB54ac1y+WcPv/+vP4Xe+fRWV3RCVZwH++m/28aff38XDoyki20Rk6QJ0SXbqIpd4CQDzz+VzyK8rAJj729+/1goANpCLYwFgZolSXUt0ImfwJElSIMDThpnGKTKOWQq5OC2xDbv+2jZ++1+9jS9/43PYqTZkHf+Hv8bJn/w1jqwyjm++hsn6pgJZOB8fx7IiP0MQZZjxhxSH0NwJbF+D7RMPNxEbBqazGBMq3OIYV69elUVw7tHjRzIPaq+10Kg3zmdzZ2en6JydiphFrNgtuj/WUGnUz/dDURkuLNiX++ZSxc3ahLMzwRHUxP78ohHMIxDJvYxzU37en9y9j7t3H6BSraFSqwnAKduLLA6Sl4SrDHHC7yfRj6pB5lmTeJwgE8tp5dPO2ZKQQaj0FyEMnQmVMl2ILEqjqNSwVI66BjRX7RUUo5xb9lLxSsKG2D8vLKDpMEDgWWfuqrKDFmtozjQFTFUENVGnEkBMYoRUCBLYI/G6VEahUkex0hAy7CyaYTweoj/oIoh8aLYuy8rp6kR72UXtci5NXgCaEofAeb8hc3oqsQm6UikbhHQl4fsnGC4B10KeHw2HGA1HizNLg22xPiNhmTWF2q/4mfJ7+fMIynKGwLnuOeAMyEypWiyJGprwEE8xEpuj0EdzrYXNC5sCuL3Y2xOigQIpPZQWALBNFzJu/XOqUAlYJ+iTMDocC/C70myiXKnI75VM6jiWRdEQ/45zVgqAJIKPr98m8Z8RmYm8X37mvIcSinjOSXuKeEGtIIExyRWmUrRM0U9J7kXe01Thu8UibM/BOAgw9n3sPtvF44ePMBlOBCTm/NWTvp2zNRKCMpx2u3jyYheH/R5m1TqSagOFXM3rsiBEPB4LgbdUL6HcKGNza01Wme4GvM9Y6fIe02mzzllSvIhbc0CQm0cJyaiMz9k7OES5XEZzZVUU/ST58J4l6XY0GqE3oh31BJFYGiu3GSqES0UHEyr/gwBiUEvijuPBWGnAba7g9Rs7eO36Dhr6EJX0BLPQxMBvoRu0MGBsjES7uLBRAF1y58sIspykns+KMlCiQ5WHzs2QkY2L0HWe5kKO0lAxElT0BFkyQBL3MdN8ROYcmZPjVq0pq9Pfx/PjJ/CTscx5rIINp1yDU2ZEpIYgIBFiiDQ/EZN5096G5VxEGJliA52mMbJ8qgR5ZgWmUYahl2DoReT82iyEk3dQ1I5RNDrQSltAaQudboLjIx+zqA/XOIZrjyTis1hxkBkVZGYF9ZKO9UqGmj1FwX+EQvAIXb+IXlCEVbBQbegwkhDjpycYvhhgN7uE3flFBFkJcV5AtRZha32ASxtDbLoaNh0NP3yvi7/44TF2FQCsyTVUALBix4gAmwAdtdVE4UWuzAJE2eQom42FrZ8cxkrpq4IYFsxIsdtRSlXZDJeMQoprCRwSZBUgU9kGKCUCfx2HEIrlRqCYFTDZwRy4FKqm2ITpDsSWkWyEhArNIEc4TBEMCaAq9g9VjLbLRZsfsr5JJlEWQCT5kGHMDVJ57C8tqdWGqCxk+ftVo6baNNq/qkEgrbA5HOaiPz0BKKqj2YAbbqIylzwd/bMZOocRpn2qSA3JrzMzDSZVNp4Gg/a9LpeybF3awsx81fDTekAdJ6qMV/o++tmrv1Fl/a/3KmIvLRXe4lz8FCFVFRMLBTA/M4K6C6vcpXsMv5/qC4JdPB+WDKFlryT6It4AS0aiqLj5IDJSiPbMmVIS0e6EVdrMRB5zsMXrp3JHadNB+x/ebyQCrLYtNNsWpsMEJy8iyVM2ipDFm9ws2mLzo8fkKbPIJmimwW0YcOpkcTqidiGbfTIMEYYxUJjJyiZzZNM5gkGOcY8h37w2KsTaEKWJssSkMpmfL8E4soh4j7C2JSOTqhjJ36qZKDUsWJ4j/v/MNBhNpphNEuQ+kPkELlPMwzne/K0m3vhGC3MjwfHpQBQ4J/dSnNyjJJfTTR21hoa1tRzr2za2XqmisVHEg/d8PPgFVVBUopPByHuYrCMd476PcX8qRQtfN5Uy/Dq/ZucGnNyQzZdLOBDi/KSBLrCOrVT7XDHzpefM0clR8SxUPFNU6Fz+IMG4O5NsXqqMI1oolm3oZQ4sdRjMNqbqiFZJ3CdmZNaM8MabLbzx+ZbYiRwdD3B64iOJCkhCD5Ohj/EwQDDhQJY2GRaqzG6oVET57pYNBHGIaegjDBJEU2XLZ5Z0mGUOC6hQZcGyyAlKlfKPSpZFeJMqAxe2UcLCtU3JE/OnE+hOBof7R8URFQTZiCf7I5we8OCkDQOtWnTJDHU8Ds/YKOWivuaS4npBWBErqXwmr0fYnJIESSacJvdfEnLDU1YeUvDTtkIcCNSeN6cFdKbsmTj4kWKVRZBhCOOXKnKxuCYfShi9LKRou6GU2WSgcinbMrUrJLSj5bhjkS/M3Cg+I1TG8b26LGLoysDsa17fgBssGdCWNKtkxHKl0RzM8GSTSCuZOa0xiibsEodqZMeZoiik5S5tcFdXTFlXrjI/cVXeV79PC+gA934V4cXjGa5dNXF1x5KhHvPeuNf2DgeYDia49kYZV98o43gIPD3IBQB+8sEIk5MZXn+tKuvW567I+vBnx/jL/3gPT+6d4g+/cxPf+c5NWF4NtlfDD3/8HH/8J+/j3sM9rK3rWFs3sLVVwuaFIp7vT3D34QAIE9xesXCrXcD1t2/ixjuvYBic4rTzDA8edvD+e1N0O3O8+9UGvvyVFfz8oy5+9lEXwdiFk1exWq7hjTdKeP2NIr7/wwN870f7SGIdjUoZrZUCNtsmNtoGGutzNDZSJCYQaRoGwxQvHkbYfRDhyS9jPP4wwqu3L+PLX76B+qaLiTVAd9LH05928eRve/ijP/rv8Ef/4zfRS07xtw8+wM8ffoSjszEOzyj/haxbF7fw5ddeQa3u4MHJUzw9fY4Zs+KHKd566x187Wtfx2qzhMnkMab+ExjaMQztaGHTVcTz4xzv3fHx8CkjDzR5H1fWS7JqbQM2B/F2imdPfOw+9jEdW/BHVD/JNEoUYo6phiCOE8J2Q2xfqWDnGnNHNHz8ywEe3Juckw7E60LnUCWHPzDE5nTBIJP4A66yp6NSNNBqWLh6xcO1Ky7OTqc4O52gWHfRulyF6dk4O41xdhaj22XWayj7Mwlo3CyZcWvQRpkkFipixzNRuJqMCWhoKBQ1RDz7ubdHtEHlQF6HU+IiKY1nOG0QIfse72cOFsQyNbAwj7gPURGaoFktYq1eRrvuYbtdwKV1D69cc/HKVRdxqGMy0HByOsHz/TMcnQwx9TVMfA29cSJrME0wCZgzk6PesGW1L9poX7IRzTP0Bgm6/Rl6tB0d0QafEQBsUpTTAUGLUqWAQsEVFiHte0ezFAMqqqkAtmhrQ1Yts4RoWE7VtqUs6zWeogSCI4llaFRKWKmUMPPnGJ2FGPUSjMY5RhMqVgPJO6JziuWZ0CwOptXhwj2MzR2vD/eWSrkk1kPME5+OR7JyZo5anForC0yxpE+VFTQbR+4nVKoTECTBj5ZmtNtnc5jSsnJhucS91T+dIeinMKt0h2A2MK3ETVCUFpFJqWnYuFLG+g6jHmhJaWJ45qN7rCySbrxawvXXShiPmUkYo9edoXMWS8Zlbd1DueXCZBZ9ZuDsWYCjR1MEtBDl3ss6ZdXAyooBq2TAKNKKOUf/IEE4ylAqmSiVqZLOZIndcSMTgJBKNA7vo6GFeGhi7rvIwwJMvYBStQi35El+7jiYYpb7SDRfXCv4Oxm1YOg16EYNyDzkmYM5yTmBj4TDipQ5WzM4pgvX9FBt8r1kKK/yY/Kg5y7CaYRgGiKeJkJ2ooMG8zJzbYb6iiZLBASZso7l+/KnQBhasihH1jnIypnJXGbym4BYdL2ZB3NZ5Zot5IVa20LjwhyN7TkGJzoGJwS8A/QPRkizCLXLQO2ihmLDRqluo3c0w+luBCe3sbFaxXqzIhauot6wSjCtshAAJL4gIbHvAJP8EI7O7F/amXnk+WIea+iejtE9mQAa3xvVwKlknbJxb7UKAgBf3N7GxQvb2D84w8NHL4T1zFuT9bdTYqZvBj0tArMKCh7BK1fqwr0HA+w9HCCS8zOB62mo0IGmlsNeCWGvhnBNldGz2mxjfXMTRa+BeGRi0svw4M4dPLjzMdavOrj6+TrKbQOZSYusCPd+GuL+T5kNruJg1i56eOWtGppbNo6ej2R5tQxuPVPxKAPOtpkpXsV6vYazwVjWeBgjGMwRD3KkAx15oKN2RUd1x0CprRTArCxCRtX0MwwPcwwOc9DJrFBUGW7MGmUtIwNyfY7ShobSOslkLly9iCw0cLw7xsmzMVI+ewnpJRkyI5Uol0s3arh4rYHW6iZaKxvodXo43D/ELO7DcQJ4XoyVUhON4iru/2qID37aQZAGaF0DKhtkj2uy/AFr9jnWVku4fnUFG+0aarUV1Gqr6Ex5Zg4xGAYYDmYYDgL0ByT7TWE7KssriubwmX1uZyjVcpSqBIA1IcoEkxz+hCqvHDZt7x0L9caKEANpd0eLOYJ5fD50ggUE4dxUrIzLpQomwzlO9gP0z+iKQdKpys4u1Sx4pQhuiSTFBN2zOUY9DRubDVmWMwNMH0EUot+ntV6KYtVCqcrnjLZfM5TLBlqrlvSPoZ8hnFINxpxiGXdIj0yL3c5RhmGPwDOzeC1htMNUw36e07TnFjcZkdOxOTOwutLAlSvbKHllfPSL57jzi+cwLQ60XFy+WsNrb65gbb0g9SHv8Xu/7OL+rzoCAJdbZXgVAqs8ixJ4tRRuNUFuJ5hbi+zkxMM8cNF9OkPvWQyNALBB+z6q/U04LhnxzCW3YFhUGhfgkzBzxszmCOtX1tHeWUezVUdzrS5KvvGkh9F4JPc2LZtnfhGxT8IHPz+ez4ssUEYQ6HS7sSWOhUSGHDNoxhTFaoJXXq/g5utl3P1VB3d/1UWSWCiUa/IaZoGJma9AMGV9uBgJnONOL0EwAe4WxGuF5y3yNudz6FYg1nHyMziFn3O/tmUtPwv2XLKUe6XUKcrtgr3MUu3Cn8uBlg7bTWTR6lomLguFLL+X96YsmVfwPKe6bQ7m9oldchqLO5pu8swngGBDz9gL0B2lgCwn+BssADXaSqscRiqhVjaGWNkcoVCbwqtwuMXecBMzv43mmo5m28DB7hiP7w4w6NCJo4Y8Ufma/y9p79lkyXWeCT6ZN/31rnxVewc0HAESIEVSpESJMjMazUzMjna/7Cf9sI2YmJldKTaknZC05FCUOCRBkKABGkCjfVd3+arrTWbetBvPe/J2N0BK2thtxokCy96befKc97yPY6+H9s9btIDWFZloNimhf2ygf6Kig/ic8v1J3u+SEf0CAPxcObtsZrAeU4AbAThmFTZbHlbXK7BsDffvHsrwnCZchyQlgqPqvQhoJGBwgRw9+/hcxbuESJ/DCZ9XAb/wlWeWyaoO+qwy+DmA/ZvUv88A0M9lSS8bOUvVrFJ7KhB4CZaK8lc+/9w6ewkkLYGS5VxQ9sXqnCjTuOj1L3/Xc9BVgYr8Jta7KpNT9XjEmvkF8PfXmk3/rxHD3/SNhZV1cVmXYK66ZkXPS8DoAqwsunAEWQi2qL7c0vZOgX8KvC5ctArwgMCuKEMzRjNRZbVgUjV0LYbB9Z3qIFHCR5K5TsArDCMhOifxQuxgadNa9RzJRPR4Hmd/wSBhgiKGImcyUVFPdCqjM5ij8+cAP08Q5AnCLMaC9SyrJ1rDssAp6mbBlqhgpiVrlCBifSeD6iy6plE0sey7Lq+H+v9LNblSAJMwouL22FtQ/YWic0i1X2GTuSQN/H+2gC4UwNIpllxlJUyhcEjcY6wSLrxVwZWvVLGzXcFFp452YuM7f7eL7/7tYzS22th5dROXXlrB1WstbKxXZL9k7+fjDw7wyYcHUvPQAWTSp223spdXLg8qBkt6Wcvmv8CAfK+JnIcqFSo9Iba2PENsbKzJmM+4747F+pngJOc37WPr1ecK4JULXWxeW0drvY7+fk/G7r0DPL6/D69WwsbFOm682sJXv76KN242ELw3hP/eAD/8pIfvfnqGJ6MQcUkXW16V7/ucvPCiBfSSaLGMWfsMIP/5x0Xep1JlmrlyX1uKeXht9JygJl36WIdlSEupjO5mFes7Dbz62hV87bfexM3z28jvHQL3D3H7wzv45MM70NbW0HrrDbjntsWFKuG8ZLzcLBKi6WTEuj2Gx9qmZknvT/qjPBNHGabTOYajoQDr7U4HrXZbADo/8FVMHtW9NvcctS/0e2cY9Hqyd1NNK6Bbme5P7jM3I7pNEEAUNWrh6icCJF2XGEmqh8Wps/gf1zquB8PBAL3TM/nvVrslYOmDh4/x4OEjNNvqtZXESVCSvVW/jLbyRf0vzzJJHYIJKI9eZuhKxqoAusweVQp39TcLh1GJO6QyuMjG5HMW81yc0NdV8k7E8ZK/izWLuM4wJoQKYAUAKzVwqbB+VtawyyERbxJPVTBjC1voNC+cuAgAOx4sx4NTrsH1akX8R47ZbILBqAefKkSqnNkbJEFOZxapUgATy1GgOCvMgphUSPnFOUDcOpVlMi2Lubfyvsj+QMtuWl8zo3Y8FrUr5wd7mrR45notTl8CADNb3RLbbNbZBIKXf9tyK7DdCspiue3IdcgTEkNI4mFsaIzOShtrG6uiRN4/2Mdg0Jfcdq7Fos6VXioJODynKnA3jNhDmWIwnMJxHbTbLdTqVQGnOb/m/gzz+UzuJddPksuqlSqq1Yq4rPH18/eWaLVfiBm5o0Yk9GRJoXTmfVOKcX6fRChQ0UzRocOeVEns7IX4RxGiZQpozyYtAfU5s30jsug531jfc/9hnAnnY4b+aIS9o0Mc9fsYZyWMiV0wWjBOYLO/T3tn10ZntY3ualvA2Kpnw2KvLorEpYHIHiti4i+JxmePDmEkTCo7f9omn5z1ZBAAJ4nItUly4FzRJdea13J3/xi7B0eYhwlSTUWm1CqOjGkwx1Ryf0mm0KCX66iev4D6znlcWF3FhdU1dIwztLGPNCphFKygH6yhl9k4y20YuQsbnuBHJC6p+o1XW+XMs25W3LClt0lRtcn6qJxolWhB9Zq4K1T1EBUtRB6PkSxGiPUYsVNC7hg4V/JwTvcwjkY4C3rwSXThfSFJxKyClmaLgP1u4qAzlPQRdMa6GB1oJa5zHqKYbJsIWj6VvSllPGBON6EGdKOJEt06Mx81Y4y2M0bTmWKudzDTOxiNcwwH3OfPYGsP4ZhnKNdqKFer8LM65mkDXilDywrQLI2wpj3AuvYAk1DDONThlUvotAwpHg4fBth/mmPXuIld82XkuSXaxrJ9hnr5KdrVfWxWy9isVfCj90/xt/+4j90DznslcIHhUBaui/qLQ9mzEJjUBCTgQ5bQJpm2JdzYuAjxIMMoGloFFsJKka9zUvFBECuVwhueVU5R2sl94ryTfrL6XWxu0haIpDLJ4qTtMTfPNMf2NRfb1z1UuiasqiENzycfzXBwh77eQvRTTtYms+sMmFxACMw6KjM4nCbwx5EASwLShOrvSni9ofI9l6RDAZEIgpKdpNswyUyg1ZOAv4BXpWUFMBwvZDBQndwrWto1Vy0013jACWE6C4wHMfqnsTDG/bFSq9DZiaPa9lDteGKROF+QbRghC4A05PWisoYXh/7zkgyimmL0+i/8zhXa9TnK2OcppUtnH7VPKbD3RZC++JxkiEi2hGKpsoAksM1rQkCPFgnLTUDuYXH++NzZrbCSVIxJPkO8MmJJF7A4VZZZYj9JhTKDveu25M2WK7mM+ShB/4C2FSl0AsAVDeU6FRee2PWQFcWQbdfV4HkaMjYeTDYrcsnlmg4S9E8WCPwE1Y4h82V2tMDsKBKbM147ua5FuLNqFnGucpMPxWpC7H24MPsJ/CBBJgrhHNW6i1a7ilargriUI2be6XSO8XiCZJqiNLeg+QTxFojDCG//4Qre/qMVzOMIDx4Mcfhkjv6DFP37GTTXhOaY6HQ0bK7lWNsuoXXJg9ex8NE/zGWwQdo550qGIhXGomwZxKIMtyuA1wTMstpQGBgenCYITwkOchPXUVlx0Nrx4DXJXiRgt8DwMMHgkJt4DtaMNYJ3111sXaC9NG0kTRw/mePwwQQLWsAwk7NmQiu70CqOsB8T2imRobGgdSvtvhVS/sXfWsEXv9KVa7/3eIq9RzP0jhMZzA5kxiRzttmA5rMtdkm2ic5WFZ3tKkq2sq7mhkcLcF77lGxG8owMWhkzq4VgqLLUYA42D0i0PmajV6yhaWWYpgVDzxIWb+DPYHiaZDsSzKTdJa/Q4GSB4YnKxmSmlE2QnRnPWobxOMBkzObI88KbFuC0J9A1alSYyVFs6LLN8EjOoseCQXZswZbgRkqmoDRBwkCeI6p0WWQqIJeWVpo0rvjzwTiEP6KagguQym3j/LTM4pAuvA82NlgIZ4gLsMdtK2W2yitSWUkcpqELQ46MxZTWNGzks3ig1lc3BMRjIUBGrGQVUKE9DBHRCp/kHK7RhZ2QUi4QuMnFOruk5ei0dTWHd5jxVpOCejIJcHy4wL1PIhzuJrh+1ca1KzZW16vorlSFKdc7GGE2nOH8K2Wcv1nBfj/B3acxHn4a4PEvZ0jGGn7/Wzv4vW+dkyxiw/Xw4XuH+PF3H6H31Mef//k38ed//g2M0yOMkiP89+/t4z//b3t48nSM179k4MbrLE5Vk21/38fjx3NYaY6bGy5e3qng0htbMobjAQ4OjvDgQR8ffTTBZJrh67+7jd/+nW385V/s4S/+ck8KwVduruHll7roNnV0Gxq+/8N9fP+HB5J9/cYr61hp2ZgOBojDKa69aePqmzZmSYKz6QJPnyzw4U9CfPLzENOjHNPjDF986yK++c3rsJs6Hgz3sXdyiuBBiPB+gP/wZ38s4zA4xI/u/ATv3vkFjs+mODqbwU0BNwNuntvBl195GW7Zxs92b+PW3n31tSTH19/+PXz7G/8OjYqBhw+/i729H8BxA7hugMyxkToebj/I8Z3v+fj4doy1DR3r6yV8+c1VfOXNVQTaHHujMzw8GuDRnRyPPs2hZ7xvtcJxgva8LMzVQabeyVBvZ6g1TMn0ZKbe7Y8CPHoQodty0GnZmAcRRtMAM9pljoAo0GA6KlIikS1eQ8220HJtbHd4TWt442YNw7CPUTCAWaMFdA1BUMLtn09x/9b8mT1mRCamxFPY4sxQYfE0DwS4nExDUc8aDmRfZvbc6FGC0aMYbpNraI7Kqi1rpVW3MZrnGM2KxiybYEmEPPKRMYphbCCdkp2bwtQSfOGLNXz5q01cvtDGRnMLq/UV2GYfttnD4VEfu0/7uHPXx60PYzx+RDYIc2htDMchhpNQintpzbNv4hoSdbB9WcPWZTJvgblPW94UZ6ex5FPWGwZqdUNU/dyj+Nyy9iCQOhz4MuZGhoBKPhvwLLI+WccoZqprumrYHmyLdlzcdyNUqjGuXFzH1Utr8McB9h6eYu/xGE93I+w9jXB2NpNBG2wWimQFk/UslpBRICoJcQ5JIISejc01VCplnByc4OTwRJTDdoPOK6rjLZY9cSr2dyprXdkWOWVaCunIyNbkuq8z85l55LrUdFStznqB2PKKxQ8hbd2GpdsC7JA0xq1963IFm5crmJ5FmPYW8EcLRIzlMDNcf9PF9Tc9PH7g4/F9H5MRi3vaw9rYuNJGZ7uGyekU49MJxscRxif8Oms/W6JGqCQvZRHWLpSxea0q2bGnexEGJxHC6UIsljfOV7B+oQKjEiMuzZCUaHeqmpLR2EI8slE2m2jVVuAyGFcvIcoyPLy/j0cP9qG7EZx6BoOAnM2anI3yFnSthTgysQhpDUarbb53YDYaYjoeomLXUXXqqHQyeF0qtmNRtdFWjzl3HJIxnydYBCH6vQmGwwnyPBAVWLPjoLtaln3Nn+WYTjIhxFDFr2cJLFopZowAcZEktjQkWU/R+SSeJJJPWmlbqK2a2HnJwPYNE8NTtceePZ7j5B5JbRHaV3W0LpdQ6dgypv0Ew8MIZmqgVfHQqnpyNmBNSnCmVKoiiXXMZ5HkUy7sU4TWKewSFcB1mBqbBSYiP8Pe44GMcqWEcoUWcMxnpTJQx+pqGWurVWyur8sYDGfynPYGQ0z9CfzFDN31MjrrZZw8jvD0dohq1cOr72xg41xDiInHuwEOH/Vw8OhMHEOabRuVBIgTcQAAIABJREFUlo7yVojyZgjHqIkKuNPZxPrGOVilKnpHM5zsjXH31iPc+/ARLr3u4fVvtFDf0BFmgTDB7/40xb332NhiqFuKlR0LV9+sortt4exgjrODGZwac1gh62vvmIr+ErY6dWx16xiHPiZhgGF/gcFxhPlZhmxUgh4a6FwzZXgrgNOhDT+tixNMzmKMjjKMDzOppWsNEnBZV9D9iWePFFqWoLKpo7KhbELpvhPPgVkvxbxHRwjmkLPzzGYHUGmWsLrjYH2nhhvXX8eNa69hNpni9PgYg/4+JpMDzGfHaFdaaJVbuPPBFL96t48IC2y+oqO+w4z4HPOArjuZkDbPbXbw+s0t7Gy1xc2EDZrhYorBgvdvgKdPejg9mcCfq6xRxgVwjWT9PpsSvOX+BNRaQLKgU4IhAO54mErsD8/7nmNidbWFlbWWKAaoHJjNA3H3SdII1TptnHU0WxW0mhUBI4/2Jxiw5p7aiEOqeEsCcjrlCI63kOiQ/mmKUR/Y3u7K0Iw5Eowwnfvo9WL4AYkTJqoNsvCZXZegUiuh1abzC4HqFP6EUSV0O1BEaiIitIUe9viM5qg3Tdl7NYK/Ui8zKkCdH8UqUstUfm7JRLPZwvbWFhzDw4c/2ZVhVzwhoFy4yizeFlZWXUyGESajCPdv9/Hg074ossutMry6LUQBt5xCc+bQ3Dly/l2DjW4T+cJD6rsY7ScY76coZYqYSzu3iL7kWoZGbUWU8WwcaLqFybCHs6NdJEmIzUuXsXH5MjqdVbQ7awjjPvqjBwgjNqUUqVhUpKe0p1/An/lyTdiMZB6dqTswhAisYTHPBbRvrUTobCTYOK9h44KOX747wK/eHQB6Bd2NVbiVmpzLxX5dlJZLYOUFC22xlFwqJRUgKT4+hRqYag/mD1uVKZzaWBqk6aKBLK4hTyrI07LcB1El6lSkEjQheKRKKhXvwmKA90s5rpHqzOaj5YawnIVEb1kOm84kszMPl0ooKh5p289+CRuPtOxi3BL3DP497iExDDsWi/wscZFGDpIFnZvYCKe7UaBUi6YnvYEoCZDmczTWhmisDlHvpKi3mWWm4dGnJZwduPjyb13Bl796FbsPT/DhL3ZxtMe9r4o48Iq5VsLazhxr51SDiTbb84mB3lEJvWNDCPNOmfef8/SzYLsAwoVa9vMgMMFf5meTDMseRbvjYWuHDW8ddz/dx91PD+C5LZTdtjT/l81D2vQqS0HVuFBW0C/mN7M2URrZ3/xv2UgpINACpVUA5GcB4M/n4/4mELjweSpc2l78m+r+LvtkCghVhAT1r7BipiJQTZgiJmOZ9apACQUCq2xkOasXgIX0uJY26VSTibuceg+cy7RsJSCwRJeWc35JiihuzK8B3r/pmv1z6ubinQiAoP6W6jfK65b+VMFZIaDLHqIYzqnkTFp3L23aec4WKCf3ZSwVcuKFwoa+pkvfkkATci6gPLf4yBK6ExAEprtNgIS20ZGPIFrAp43sgsTYQEAHh/mDQlBVTXUq0/g7qQRcytVlHUhJuibx3JKv0c5UzzOESBFqCRbZAouUltSsxU2x5OQb4xlK2pyEL6WmohuXEs6wT3h6Nsfp6Uz6Icve7NJtUTIPBWBcCm/UnFDkfzXLinaf3CJuH0vQWFax5U36l27WrwGSSmklpBYBXnk2UAASXRcNu4Tzb1Zw9Ss1bG2WsW1W0Igt/OP39vCD7+0honihYeHGa1v43W+/gpuvbGI4HGM0GuHsMMTZUYhHd3p4fOcMB49GoGdiCbaA+HSKEBK9GB3yfSsAQ72OFN1OA6vrBP+AXn+A8XQioE+708J4NMfZCe1HGb2l5htBEHGyKzKAL76ygxtvX8a11y6iZlRRMyv4/nd+jL//zo+xsuHgy79zEa9/oYPLOxo26ike//UhHv31Id4/muMnwwBHVF8IS0eufmFLqggVCmRSc3P5HCqQ+IX4vd+4APGBIKBBN5tMRmGmCUcrwSWhl2pGU8OCPTTmiqYRXv7yJt761nl88fWX8Pb5N7CV1vHwv/x3PPjP38WPFnP8aDHD5s1L+No33sL5y+cxh4E5SZ5z5ubEmPXoGrQvFr/t7hYa3XWUOrYM+DEwZpzYEGe9Hs56Z8o9VKewpYF2py3iBb4/vp4FrWqDEOPBAOPhUOa9cu3jIZViJLrWOQLS8XzJrzGGTZ4nqs0L8RLBX/b6JEqywBOWyur9vT3sPnwse9DOzg6qtTr29g+wf3CIzsoKuqurAlgp8UUqdq4Et/k8UYDG17DskUvijezPyt59SWxaqm9FuS37PmXWtHsmIZlTUImgSGwmMJozNo6xRAU+JXeyyDVXdYsatIKm7TNBXwF8Zf0omGicH4XakWdw+flnIjW+dkOIfKZJp0AC7owLUj0+gpt0QfGDmYB/3At1g8CdKT0IqqYJ7D4zXZD1KJOztERoiriv+FgsJkJeKKw6qJIm0C0A8GQiyllLHBS57qq5zjnwHADm2TFBSHCW6lvmO6cpKq1VVJor8GxabZvQmAMdBBIxJhbYOtDqNNBd7Ujdc3h0KIC/0n9qiPk+woWojJkTrJuG2D/zb/R6M/T7M3FQbLWqqNerogbmfBuPhxiNR0KU4nrAfl+71ZY1Q4tzaEkOm06MJWaPMYaDeAjX8hhhGgtRQdwgmYtL21/2hSl+00vI2C/lfeJrFKJfLmIdfq7SbqHaopNoU3KJOcd5jUj+OTk+xcnRidhkM896Mp3hpHeGk/4AR4MZjgczxEGIKAjQqFWwutbFSreNre0NbG1tIOPeFQbIAx+5TwfAUEB0ni+Iu3BOGrkGK+V1pbjMEruE0WQqQ5G/iJ3Zcj0YNcav53oJH915IGM8X4ighISKZtVDs+ZhEk5lkNgahjnMeherr7yOlWs30XGqaNsVrJiHWDMeM4cS48UaBot1nMQ2jhMbRubByT0RDi7BXxWHQjGcIk4uVfusF4R4XBDc1HxdEvJ06DkjGHSUtTnKdLmJJkgXUxpKIK24gOeiM8/RnecIzRRzO0FQotzDQART7Jc5koUvw9JDeMzcpYhRc5FpLtK8jiyrQ5efmCLL5uIKG8YpNGMFurkCqxTB0n10vQBbtRhr1QTHYQXHYRlz34A/JzZyDCv/CI5xiEqtg0qtjX7QRN9vQo8XKKdjtPQ+rlUf4lrlkaj+gzhEvaJhrcX4SQt3Htq4t1/Dbvkd7FbegavlqGc+nOwxtPRjWNodbLZWsNVewbvvH+P//scneHowZVmlKwWwKFt1aRAksuAUymrZJLlIkblL61k28YrqxMjFEpAggYjepNDk5Ff5SlwIl8WM7FgFw5abszB6RHWgWHQEFwRgYK4gAV0AlSobOSWsnHewet4GU9EXUYbRWYSjT32cPmTwstox7aoJt2HB8qi4Kxb0opBUOX8xYj8Ds5p58JfCkq+JoI9BZkyx8xYB0zyrUY5vaMoqgBOQGaE2VakOMJlEGE/JTOEbp3qQ+U826l0ThkOJPS1YmN9ENa+GxYzWXczbYuOBgeTMkXXEYoGMcNrbkiDIOvUZwloA4NwsVXGsXFckr+KZfcVvqBgKda7UhcUCLgcDQXh/XRy8DJSgNRMH7XM5xEe/sEiQvN4ifFcRLgrVd5GrIVsUr0XMGUWWkWKciBMkb1PBzuAeSY0S72W5Y8GjraQyfhP1JNUJ3Fzsug6rWoLjluG4niprc9rb5iqo2yEziQyoRGX6slkyY2YUNxugUmdDRsf4IJNmBNlqtMtVr5t5CrQLVmwhLo58yCk95+fkvRfZGpoDaAQrLFr6WLLQL5CJDSnv2zwIkM1zmHMLekBbH7LTYnzpDzt4+4+6GE4j3PpggL2HPvwjHfNDFgQkVGvYPO/g+ktltFcNUeQy/2/vLkeIct1Ga5WH8hzzSSCDxADONeZpkoTAxltMG3aq2qY5oqkCVoXJVDdR7VqwPWa+0TKZgfCpgORkYVUbDuptZi8CtQYVESUZowEbiTxQ5ai0PJTrDnKzhMwsIeKmR1AkiwtVWQZTpy0KcONmEzdeaWJyFmH37hS792YYDWIMB7HYqdAmmWdRrgcEAVQ+SwmttTJaaxWYBGAt8pRyhLT/jHhvaXtOlr8i9khOg0XQkrbFLLRoD5IKQydiZo4UZQWzUGNaCq0ZIrh1KhhcmK6OsGBXsUFENbjYRjOngEpdFoAamx0RfF9liSytsZTyXYXTk1EsADDfRGFCI80aKVwJxKpsAs4jAta8h77vi73MMvdSafkJKBNYtQUAZu43QeDlc/Ysy5fFabHO5cIwKkmGMQFwPou1TRe1DaoNloUqM/3IcAUcEhpKBqIgFVCfh1fH5CGVrDnm+PCaLGSQZBBMFyq32DZFYU5lTyY2WQVhh82mKBeSR6ejo0tV3CrzJNX7ZG5F/yzG47spTg4y3Ljq4cZVF+2Oi3qDDagUp0/HmPRnuPBqWcZ+P8bdpwtRye7fCqHNTfzJv76EP/nXl/H0IMDTwwAH9/o4ud+DlZTwH/+X38ef/c+/h9uHv8Ltw1/ih//jGN/7b2OMhine+YaHV7/oYDTxMZ4EGJyG6J8wY1LDy+dc3LhQxs71LravdfF0b4S7d05wfOJj7qus5uuvtnHjtTb+6i/38dd/eSCgyBe/vIqXb7aQMVPbj3B/b44HT+eyN3SrHtoVE7VqikYjQWM7QmMnxtkkwsFZhP2nCe7+KsLDjxP4PSDo5fj61y/ij//4OjIrw48/eoSHj0+xnhpYSw38zh9+C7/zh7+LO6dP8d1f/Aj/49b7GM0CjGYhNmseNmoermys4cb2tgD07z25iw8PHqFBc8TcwJs33sRXXv8ttCpkxL6HyeRDGDYjHjSMIg39EPj0YYL3fhbiyV6Ci5d1GW+8soYvvLKOk8kUn+we45NHPZzsazjd15CGZaSLsmpYsNgxE1HTehWgXKedq2pi8BwxneY4PEhxdpKh4pio2sz8TTCfqGeThSUPW2ZFFyUl88z5DNcdC52yg62Oh6uXyrhyiRYmA5rVw481zBc2+qc6nt6OcPSQyh6lfmHmeUqChOTjVKDrLhaLOcKQKsoMMAGjksNpkESVw3+SwX+awa1rcBoavDZz5E3obgmDUY7+iIxW5f5QQgxbj+FKDoeJKodTRc2p4qUbJl5/rYS1FRuuVYOpuxiP+hiN+zjpTXB8NsPhcYyDAzZxmE1vIoxM9AYL9AcKAGaTlnUXX4PXNtFopzL4rCeRJvmltBj1p5kofqmgosKADVuuS3SJoOV1SDeURQqJrTfY20yhc43mGkAgIKNi24ZdcmCbPKBRYca/p6HRAtZWGljrNoR5Nx9PMR4EOO1l6PVSTKcxptNEOa6Q1UwmLLO+6FgQR8LiJUGJlnV04mg2WnAcF9PxVIZu50JikoaUAMCKeEcSoQDAjrL7EssviznzKTQrk7qSQDZrUjp18Pu5Ni5mZFsy/YbFeY6IuYi00ytZMF0HnTU6DZRx9nSAs6d9aHkiarpaQ0d3q4SVTQOP7vt4fI9rMTM5LXgVG27VgeVamPZpSTpDHJLownW8sBhi+hbzluIFOmsuVrcr4szBfM4gSCVTjKO9VkF7rSxMfBbpUcZDaQqDOep5HVZeQ8Vto1HtiCprNJphNOQ1n2DcnwBWDN2N5RpIwLTJ/aGBktFAllKFz+ajiQqzhZBjdNbHqNdH1Wmg5jbgthI4nQClSgh/osMfa2KR5ZEhTuc+gwrgEP0z2j3PRC3GpkqtaaLZISmAjQTaoZo4PqK1bohsEUFP2Tyl6qWCNOUhPhYmN2ufdE4SJR1bclTaJVx8rYxLr5ZxtDvB8ZMJ+k8CDPciObKtXDfQvqJIAU7DQDBh5EkMPS6hYlmoWLRYVPNC11xRMdPinHZ0Ie3ErWP45glcowHPaMDWXQHEYz/Fw7uneHTvFNUaCZkEOHJRgpIIxXiMbqeMTpMW320MR3OcnI0k82jmTxHEPjZ3atg4V8f+fR/3PhhLXXDj9RVsX2xDT1zoiYd7t3Zx79YTREEs89et6WhditG8xHzSMizNw9raeZw/fx2GVsHDOwd4fOcAu58eiRX5xddtvPLbFTQ3dWEj+4tYwN+7P2FWJSQHu71tYOuGjcaKjuFpiNFpAIsuBdUSpuMMPZL4fE1cCFZqZcSlRMZsyuiPTADg8CRFOsmx+rKF1Zds2N0UZkM5j/jjDLN+isGeGuUK0GjywG9Byx1kiYFgFiCY+QLK1nYKQCFQZM4FLaYnrJMyhPNcnftMZriX0NkwsLrp4drV13DtyqtyrplNxxgOjtDvP8VweICa46HmlHH/owC3fjYXtcrWqyU0d3TM/BQzP0M0TRHNUlw+t4G3Xr+Cnc1uYVWroRcO0QtHODoeYO9pX6zsIyEns07n+YWKcboXZJLp1BAAWEMUqDMYryGze0lEtEo5yi4diJpYWW0uY8cwGExxcsLGmS9nCQKzKysVrKxW4M8iHB9OMDyL4I9NLHyqSQ0BgZnF67hcExP0j6kAzrG22cT6RhOGG0Iz2MwP0e9T2UVrah1ehS4YGXTuM/USmrR0tugikUi9TuKFZCEy8z5OsPBTIWgEfi6uA5Ua2bZsh6iGEQFgul0RAKa991IVVSlXUSlTqWnhwUd9GU6Nc9jAucs1XH+5hUbLwcnBHMeHc5weznFy5MvpzCw7cMoleJUUTplrVADd85HpdIqhlamFLHSQzBwEZzn8U9rmkXzKeCiSeDRRfnoulfU1hItMBp0Z4sVMuRF1V1DvrqBW66BW7yBOaCl3jCgeQTcj6HxeZiTEQs57wYzguMoE4/lCAGDdETIwz5HVeoKtizFWd2KUGxwJPnp/gY/fD2FYVaztsNlSAZ2SwynP1UqxJYIYAk7Sf6Vyiefv5xasSjCpHLgEOGPeZpLAqY7hNocK9PQrSMIq8rQKpDXVZOZZmV49OUl0BCUVVkCnMZ4fVPipcvaRniuJFRZ7CaGyb+b5KKNVrNr3l9aK4m7G7O6SJUp9nmXidCLD9jKJWEgjF5FfRhKWhThG9wwBH+jYJQTwktRUuc7InDEMdwzTG2Nlw8LatodooeHerRgHu8CbX7wkYypkzyGOnvo42E0wPKPrkGpAr25PsLo9FeA7DHTMxwaGpw6GJ8ySNmG7lvQmljFQStm87GUUQGbRr1Cf5bymO5JSPPOM2+56OH+xJj0igr8crt2SwRpFwYqKFMvGt2p+LNnrSikiSi5e7CUS/5sR4Bds1p4D1C8CtZ/9seUc+uz3vvg9SxD417C1F8HlAgB+1uQq7I+Xc5Ofl4xM1uVLR7bPAMAqEmgJAMvVKEgLPLsqy3OlrOPFXyq1lvdBWQ6rPt3ycyoPmOfef/rf50Hw3/SdTKImmCvwrzRxaRe+FCHwcqtrSJBT/nah9qQKTuU3L8E1QsB8nkK55wSBBTQn14KAJIEIyQ5kH4GqPMbaEfhlpAXzayPEEa1Z2VT14ce+kCpI/tRz2rRSxKfBNXV4pgKDadFKVTDJ5jwTcd2gQo51NWtf1melTBcAN0SMkLFniNjhEsJRzXVQti1oxc8LmYO9DoJlApbIzBTIbziiA9ACfkAbVgInsURHUanPczqHAnwLJz6F0hfW4IXoZtk7KKyfl/fjXwSAl6L3XxOWKMcl1vQkxC9XQ/aAFWlRx6W3arj+1QY2NzyslTxUIwM//eEJfvo/TjAMF/C1BFdf2cAf/ckbeP3NcxiNBxhPhgjn3E8N3L11go9+/hT3PzmBQUVVbkn0AKT7pszdOSc0yYJnL0+HZZZQ9myp59lTHo7GmM19NJp1NFp1TEZz9M/G0gNaAuNLG2FxnsyB8zc3cO1L53H5lR00SnXUS3V88sltfPzJbWxf8PCVr5/D9ctVtPMZ7PkE7/+3Q7z/fx3h3niBB3Rg4v0rQH1F4FC52UqZrvYV9TwVim7Zb/4lBL54DqlEpACBoAhBEtKESHIorMGjEs/CPNPZaLRtfOHLV/D2b7+MK50uVqYm9Ccz/OrvfooP/u6n+NBKcctKcfn1q/j9b76DKxd3ECwS+IsUGaMGFjH84VBA4NjnGaYK063C227B3WrCTjRYAWs0Eq1nkuub0H0kS1Fr1CVz2RQAWMWLiSXxYoHB2ZmMeMFzXLEKip13LqCcVybpk+QKiohMlR/seWqtoiVxAbpmdJ7izCv60vw4Ho4w7PcFlFtZXUW5XEF/MER/MBAwmNa/XGNk3yThLkuQUFFNcQN734x0MArQslhfCm5F4VRKgkZh+c5sT/bGQyrUWWvxaRU0RbZwAsCsfdmjEfG6YBFLEdwzI86CqEIMXEX4sK8mO5SohJ954BfRi+x5KwWyJHWKGxiHegbofmKZDizThWURSHfEEns0GYkCmHsnXTQI5tHVimvW0n78GRdEstkVRiBvZRkLIBgEn7fnkRfL4AbuKYEfSI9TxfCRbEx1sPp5cRiMlHJYo3pc/m6KiNeSPds0g1Ntq8E1lIskhTJhgCxaSB5tpeygUi1LjAit7Xu9M4xHQ5lTFFwxspRxpYxDsioUTjE2SK2nFKWMx6yhSuIOUCm78CoVsbHmvGVkxtJRkXONCmG6AogtAwVFOl9TAQAH6r4HCd2bYiVKsmz5uiskRKUC5+1mXZwWADABV/6LWccwOaVakVFrNNFoNuV38OdIjh/2hzKkDtV1wWBIZOmP6AQ4xP7pSJTYHM1WHesba+h221hpt7HSaUsmcDiZQEtimJxHGa3oFxLdlWq5ONe6uglPtySnlmsoQcAxBW3TmTwbvB48/ypxlI0Fwe8kxSf3d3H7wS7mEfs0nGc26h6Hg1EwxjCYIKLLrubAa29g/eYXsHL5JtzEgJuWsGLuYdV+KIroebaBSbKF49DGUWjD0myUNUeAW1W3FS6XXO8K5xzBvcT5cpkDv5yv/Lhkz3G/V3WAg6kMPSV7ORTwO3Ed5LaF+jBAYxggtDXMyyUsLAup7iFhbyll3KL1LN/Y0kK4RiSuWLS+Tli7aE1Aa4r1vplPkSZTTIIp5osAutWFZnXgmClcY4Gmm6BTBlquhtPQw2noIolLIozTkz1Yyfuwtaeo1NdRra/jxG/jZN6BFi/gpkM0Sz3cqN/Djfp9ZBI1E6Nqa2h7JqKojDv7K7h3soYnzk08cW+iosdoYwI7I4HnEbTsCbqNNjqNFt7/xVP8ww/uYe9gxC3UVApgWxMVcMzJQum1AIxqoRL5Oo0naIsoETcETjNpqGoWlbeCS0lt/QxoTGm1nMkhmyCDMGSKdZAHQi5ewlIsbEtlQ5TmIKX/ZAOVsHnZw9ZlF1aZB1Ad434kLPzhYYhwkGIxTkmJEgZRhdkN3RpM5saSEZj58MkkD3JkBP+YfUFgWbybn9u8Kk+HF+r74u2pecbmaZFRI2Aq7ZFVLjhtUunPrvYwNrV5QKMFC+2dU5Rc1XxgbjI3/Uzs0jRRLJKpzsNxtiCQpRi9opR+QbErc1kYRSrTl8q5gtSn2GVkQ7z4ul9U+xaWUIoNqgp8lSfDB0sVH8V/yEO2LPwlL5m5SqKSVIdfqgyppFDWV88jdESRzBwfNuAzxfBhk0JPDbGuJoNH1MsUP0n8M9m+JVmAaOHCxnCZWVcrpmQ8L2gNzILdKsEtU03CTEATek4bQ0+aJrP5HEnGbLxcGiZiOU2r3lAB7Vx2qeSUJlCJFhspxocljA957VPkBoEDHqrZcLYEwOFIFgtE3CCTSKlN7RLq7Qrq7Sp0lz7ftEZkQcQcv4UozhKOPAWTUrWFBmNWQmlB8gMPqCne+oM2vvjtNo5PQ/z0RwM8uRcCM1tGokUyrrzewpd+dxPVuoFPfnqEe7dOEeupDFOzYGmOgG2SMRzEqHVc1Nqc4GrOhAEzcZlhkEIXuwluRiU4vC+8WaK0ouInFkuJzKTyN0dnpYrt7RbKHvMJaa82E8tHn5FRbL57nL8GnEoVluR8knFHC1eOWJo1nlsSq3NR25RLWO2WZZw+DvDw1gRP7k4lt5oWp0smM4sOTeyQVc6jadPGwIZHC3XmLhssdLkOKJVxknM90qVQ4+Ff2HhyUOdvZEaHen5Y03CtEbvyiOoYjkzIGhy1FRutzbLYMLPxPR6oQsUsWdJIoUUnL5fk10gByNdRkjwhWl2qQ6iylaUtPg9+LGZIdBE2Z3EAY+HDolUYhglJLbSvJpGCc1Qxx57ba7GgIpBKdYbKyxN7ybmyt+GzJ4UeG+sCTKu1mCxeNveYdcu5TzCtvmOjseOIvYxq6vCgS8UWbR1VYUoQaT7J4FiGNDxpQSVrLa2rI9rGkSQRI2XWhamLKoSWr6nOooHWSyq/XVwgFiJQRqdrottlliPzrPlMqliA6TjH3sMc/RMNN65WcONaWRqVzCXm+zt8OMbwdIYrX6jIOBhEuP80wNP7CxzdTmAtbPzbP72Cf/unV/GDHxziH39wCEwDdOwUlzca+Obv/y6++e1v4bvv/72MD355inu/orrZwjvf7OCVt2rYPxpi/3iIxWSBZBaj4Wl46ZKNqxddrG41sbLVwK2PhvjJu6diW3zhYgsbOxXYDQ12A/jh987wo++dYm3TxRvvtHDxcgXH96c4ejCDUa+gVKugdxBh7+MpqlYJv/eHa3jna00c+/s4nu9j/zjG3mGO0+McZ0+B3n6OybEa3/6Di/gP//E6/DjGX/3NXdz55ARfvdSScfOdd/Dy2+/gvbsP8H9+/wf47s/eV7YtSPHapTW8fmkNG80aWo6HWRTg/cNH+ORkH63cQzP3cKHTwmUyAptAq36GWm2IGB4izcP9fR+3d6d4uBdg/5CWkykuXQUuXdWwvd7F9sYKdg99/OpuD588HCEKIGqaSa+ESd+QOUcrwlpdx7lLDjZ2LAHsdJPW34koBueMZEhKiGJd9ufFhCARt2RmlWtobgDVbglm1YJRtYs1NUTDNbHSdLDWdtBoWmg2CehOUTJnePo0wccf5djfZXbRnXJfAAAgAElEQVSwiXROck+EcmOBkkvw1sIiNjDs6RgPWIuEyPUQrXULK9surHqGqOTL3qFNDGgTMmCLQ5+VoWQzkiATxe14lGE2BuZjwLU0NOsa1ldLuHzJwsULHtZbl2V0y3N03CFK2gTTxRSj+QyPdgM8ehLCX+hYpCysdRiuMiA8PQVOToDj0wjHJzECEr60BGYlx/oVRwb3IZJ1eMoTcw+ubczupU13aMkQ/wFaYeUZFszizRN5Vkkoo+1nFDPfl/lNM0R+CI2ZnolaK2UICY+NWh2trotm15H6iMQMWnB3mga8somsZCCT9Y2NWhNBGGPuL4SVynqAzSo2qjioJj05HgkwYUlWuCUHMeZxLuY+FrO5rE3LmmNJQVNNccUaZ3FFkoJV1WBXacltyOCazX4f1/04YB5TBs9swjMbkmV+ejgQu5HmVhf1bguu5YnS+eDBLg4ePEGtmWPjgofuho14QZVljMMnIQ6eBCjXHKyfZyawgcGRj9FJIC4S/B7bMwrLU11dH75n7kkkiRklOAYtny1U25aoMyMEiBBC44FKtxCFJcnMZpyA6QQw3QDt7gY6nQ24TgOWXoU/ibB7/ymO9o7RblbRaVYQpSHm0RwRSWlsdOnMwiVBqiJEoRLdIlhPUy0SxBic9jE8GYj6t+rW4bQSmC0fuedLnu+4l8KxHLiWI1a/Nuc6yWbjBeaTSNn4RlRoZzDMBO0VD5vbVFHUcXjk4+jIRzBeIJ4ukCXMu2oAcBDGMyySGfRFCVqkCxkvYk5qXcOVNxq48kYTDz7q4eGtHiYnEeJxBtvVsPqSifZlA7qXQ/NysR0PJxm0iJo3A45mol6vyCBTLmP2dmQipUNJEmOk7WOsHaBiNlGxmvCMMtySizhIce/2Ie7dZk6vBq+q4k24XzIOotV00Gy4qLpVscAlwHd0NsRkNpdGBNXmOxdq2L5Yw8ETH/c/ZSZvju5aGevrDVw6v4NL58/h1vt3ZAyO56IaJGlh/WUNazd5VqAdn4Gd7at46aW3JJ/4lz+9jY/ev4eT3RFOHo+w/bKGK+8Q7DRQcmjmp+POuwvcfXcBt2KitWKjsaGjvkUSZCqOL9NhBMszYHoGZuMMg8MY4TRHxbBQJgOdZMk6M0ANhFNTAODh4xnmpwE2XnWw/ooNq5VAry3EySealRCONJw+TnD2KFYAcBuoUA1qtcCg9d7xAGcnQ7QuajKEFBlR5akj8Rm7kxVWwXSUUTUJyYadDR3dDQvbG1ewtXlFGObsxs9mfQxGhxiOjuAwnqKk4fGnKT79VSqH8u2bJprbOqZUnlBdUoSeX71wDm9/4VVsrq9iNgkU6DQ9wcnsGKf9CXqnjChgzUQwSdVIPLzwrEXQilbd9RZQbWgKOJxBbMFpA816xrFylD0TrU4d7W5DWeVqjBoYYffxEUbjKdyyBqdCK+caNjdrQjZkHTnsLcTieT7RUK4Z8EhYlUzWTNymBke01M+EENJapYI2hVdTDfxhP8aMueU2yXa5KDxNG6g2S2iSRGxpoqBnjBBdDqwSXVzUOWRBi2Y2X0kk5jpVZkagsjWkU4OY8tARWstltDt0X6lLRAJV29zbzg7pxMJGVAK3lmDzXBmXr7Vk7X94byhDWWYL3VHY/7rJZziA5YWwagmsKqsSTdXoCxOpbyGdWUhHGtIR43YSRH6CcqWKta1N1Nt0MVBEzX5/iv5gJk24VqshKoOEyiYth21XYTtVcWriuTgiOBP2sIgHSg3L3OGFjdj3EAUkQ6ZCTDckR8wWUoI/SdHsJLjySoT1cxHiLEScBXh428KjTy2xG1w/V0OFNciY308AjKRwgmnPQS7udazlRelZENyV/WOhsuN5VqxzU1H/uo0hsjzGfEogw1bOKRkz5wp7apKWU5Isaeus9Hq8L/w6wQIl6EtRMhYomTyv0kaZgIVqaiURCZucBwQUSJKh/adyIXI9UwB820kwmu1iNH0Ml8T4iok4qCEY1RDNq7AYK2Qy5shGFjkKRCSAZk5hVQcw3CH8cIp5MMPOxQauXO+IIvnBbR8HT2JsbjexudVCo1ERhcjpwRwfvEeb1Ak8twPXa2N1Z4TVnbG4azFTnkSJab+Oab9RuHooMvqywSyOcc86RAq8kxzCpUJUQBTVuF8qGztdBxevsLFfwr07R7h/5wim0YBlMgOYNpCqmUO4SAHAxe97lgWswF8ZhaLpn0U2lw3G4uNS3at+ZvlKPysk/qcUwEvQ7J8EgAtl8XO7Z34nX/9SxfzcAlgBwM+Vv88UwLQBppWiEsbItVa9HtVrEfLxMspIzrFKHaBIEEtV4jILW71SBRoTgP3/CwDTFnMJABduWNKLU0DZsskrAKe8gWXOJmtSgvsK5OXXxJVrSe5nr40KtpS9AhLilWLumR2+KCgSud8lESmwl8LouARBMkWQjJHlC7V2ktyusabNYCKR7FWLbkM8t3NekQwfM4JD/TwVj55XhmOSLGZLbqyfLuBnoSj/NYO1WAntahkNlzbsjJeJsZA8T/YalOUnaxZeG4JKrOlJ8iex2g+ZtxpiMJqhP5zLWiFk82LPUznBqn+hVHdFzS0oVqFseUHl/hsB4CXo+/nb+xmM8jkATECS11atWyRwKkHQlS81cPPrjD4oo81kx0UJt342wq2fjnA68jEIfFy4toJv//FNvP7WJmbBGPNgAl2voaTX8PEvDvCzH97Hxz/fg5aWpLaiOwItOJe9T4J1BhWHtoNa2UOtXEYQ+pjNZkW/heBSikazhnqrhtmUNfEEC+YAFe9HLgv/V5Bw1q+2sP1qB+sXWzBmJsyZBd2LoJVjXLxUwWuvtrFV1aE/OUP44BTf+YdTfOf7JzjzY8xIRWCvJydMvXxa2fdUxAtZJQqCh7r2n322/qknSvYjARwUgYgnSpL3OUd4X0nCYr+ef4OiilfeWpfxhZuv4QsvvQmvP0fv79/D059+hJ/vDfH+3ghnToqek+L6q9fx21/7Ci7vbCEejZCMRogyKtYZM8PeSYj5eC4g6njuo33pPNqXzqFuuagReKcbQQEWLg1bGVXGvhc/Lq3si9xIHB8c4OTgQDJj5zMSUIVpLYPuXZVKRfZbgonsXbeokKw3ngFtinDFdU1Z1XOek6RHAJIEDNrWkoThOq5Eli37bkuCBH9e7Xci6ZDdQbnbEWAmWU31zCkAkjnB+B824XiNRaXP+k25BCyCQH4/+2vKUpfukZb03CTeqLA4lrhMrkkFYYyvfVkz8KPgHsrrXvq2xUr8DJYQMJGAKc+gLLapiERWOCMW9sJcyxllZziwGAfkVeCWKxLTM55N5LlYEqiUuzWJ3M9JbTIbRaWuyAbLrY7ENgK4VOouSXBLxbWI/WSfYr2tgH4ljGGvVO01JCwyQor3UxEjCqBuGbUhUaI58pKHzCCZtwSL+AWvS6JI7N1OG902I1R4Lxj/yWiQiaiOJxJ9M35moS22y54jNsskBPHeqQgmFRElttuyTntSexJM5r1cOt7SXYRZ6hxKAs71n+6jtKFXdtesX4OYAHCkso7p9EgFMNW09CIovmepAJbrVZCtGJcqwDAFE8yMlaxkArGGkDkIfrJvn8epiHX4u7lW8PozX3e/N8Le2RC5ocuot+rornRRr9dQtmyULQtzPlvDkUS01aus9wzJ/V0kBOKV6rpul9Eq14W0z9dCAtJYFMAzweR4V0T05iqnFtpQ98djPD44w+PDHhJekzLrdBdV00DFNNCbD9Gbj5CRbF7rorZ2HquXXkFn+yq0aQpME7StJ+i698XBJda3EWjncDy3cDS34ZQM1BihINGwRQ1SAL1SDxQEimUc6Qsw1gu1o8oFzkQAxhMEHSTGsJCBurucLlesfanC7o1Q7Q0xt3RMyiZiuwLNbEI3agpAzkmSjGQY2QIWGB+hzjwJv6PUQskgAJzCSGeIozHGwQDTkMKHJjSrCZc4l5XBpZtnyYClG5ikLiaJS20KfS1gJQ9hhD+CjYeoNs6hUt/BcbCCI39FohY9bYSmeYortdu4Wr8tLgEkGjgowc1LCMImHvYv4dHoAp5qK9jTVlAxAnQMgt8j5NkIADOw6aDl4YNf3MO7P/wQx4c99tY8AYBFcWEBiUZIK/kMAKxlitkiClWCqCzSuCbSHpcgcCkXlgvZLgI0Sgi6UooJAMzPUAVY7HDC4OTmQAaoFOdsShUsOirUHObbmVi74GDtIh/SDPEiw9l+KLls0zN6mqu4dSpJeSXdegWVZg0lk79rhiSZYjrPMJsrOxUya8QnXmme5XcyT0stfOqFFe73z/dhqZmWr78ovp/Z01B5oqx3CrOE5wpn5gHbQLmmSeOB1ta8YASQ1GKUwh9k8PsZskgpiGXF5YsUcmNh7yyEYGUFXXhlyl7J7xZmEXsrS+BXnUEK0F41v1SGy/Kj8JOKzJBl5aiYabJQp4moMCX7l8UE74couAkoFZSW4mWSrCzZjRYz+1hsKmWBNMBSUxrXDE0nw5FWscTok5RZACWlyqIixgNq65YMqhGYSUaW87KRQma84zI32UYe2pjMfIxnU0R5hBJtLrk+08o7hNg4kk3O4qfWdOGVmTu8QE4rt76JWc+UgkE3Y2gmG52qOGGzjvkZCTc42iVkDPjWYLkldNbraK/VoBHgpgp3HGJ0MsfoZKbAX9rf8FKREBBrKM1KMCINLi3SvByvfqOJV7/RwN5eiB///QC7d0OYiQMjZX5wDsPNcPHVFl752oaAeD/7u1189O4BnK4GZ4UUcgPZzACJK8ruJEN9xUVjxRV1GjOiJc81CEW1X6o60KvMAdTgcG6ECeLZQprmzLbhnLNpx1kvobtSweZaE4au4eigj5OjkVhdEuyxqATpAmaFWdtl6KaDNAyQ0I5DbISpVKBaRN0fr2LIoD1SzXNw/CDA41tTHDyYS24kM64lS5uHE5ILHEuIJsvGl5BLpMBV81OMniTXipZ4JsucwjZZgdBUnUmThrkw9IzmsyOWd8WcjVNpOsV+guaKI6O+SmtKC1kpx8nhDP2zQKxHqY4liO7TziLLn6m/CQhwg4oS2pSEYg+UZ1SKU+HNw14sKjwy74oujnxcFkhLlrUqdQp7LTLaqJgqbOaE4S92MGTwqWKeQCytrSWHKVEHYcVMVGwQHrSWrF8RCjC/mEr6dQuVDUvAbxZiBICVRS/t47n2skmpmp42WbIu/x6zX6k0zAVEp3qG4B6V+FwDnApt9A1kpQiZTrRZMVXFBYLnWejY2PCwvuHB8iJY5UgahCyUZ1Ng/yHQP9bw0vUaXrrOQoGKBoJrCxw8GGNwMsONL1Zx40s1HA5C3KP1+G6M0SMN5dzDn/6ba/jTf3MVf/Ff7uH/+K/30HVL+NKNJr78xiauvv4qrr3+Gv73v/0e/uvf/j12Hw4x7+moVzy89k4Xl1+u4+HTPh497cNMIpS1FKvNEq5f8SRflmtEteHi5z8f4R9/cCbK7a/81iYuXW3gbD7D2WyG3bs+ntzxJZ/88kuuZJTv3Zlh/+4M5W4LlW4Lx49p33mGhlfCn/2vl/Ctf7WOX91/iF/df4SnBzEOjjQMe8D0TMOspyGa6IgmGr797Uv49//TdQxHIf7Tf/oYn/zqGP/uq2v4919dR/viDXQuXccPP3qIv/r+e/iHn9+CU9ElJ/tLL23j7RvbApZqUYzebIoPTg9x9+wM5dBFOfCw09JwsQtsr2m4dF7D5paOScScCw/v35rg3fcHOB4Eosqkevf8RQ3nLzEnvA7XruH+kwi37kxw9/FcMdxTNrKB4bEKvacV4+q6hZtv1nD5JQ9TP8TUD3B0GONwn7aWtC5n883A6CjC+CiCmahipd7W0L2gob5eQm7aMhaTANE4QJMKq66NTps5MSTx0KLch2XM8fBegvffSwUANuEIa7HSWKDcXMD0LBiuiyDUcXKQSu5iyU4E1F3ZtLF+zoVZSRFkM3me9cBCKVQ5wcq3jI2iWJ7pgJnncxbfBDsMtOoeNtaqOH/OxbUbJVy+amOluY1uYwfZbIRoeILp5AxHo2Mc9E9x72EuQzM8OF4Z1aaF1opS9fX6tNNNcSYjAfloEitR0dDYAeo7GsYnC8m90tMMrqHJQcgQsE/HuGdg1DcQ55rKl9IJDkaizq+yEdsoS5ZzNIeQLBb+HAse4AOVd8w1QL1fei6mQpJqr9TRXqnh7JjZqWM0qATbJljgwqpYsCvqMG07ntgpzX3m9lBlpg6zSnFRQq8/wcnJELPRQhSCecxMIkcUuX5/hmAwFYBZ1VnP18nloUtZ+dBNhqpsXWyjxW6U7hM6CWPqkCxqpQxoVjpoltsY9Cc4Pu5Dd2ysXthArd1GPCFJoISzw8c4PdxFaz3HzrUy2ms2+vsR+nuMmKB6MUel6aC7yVxyYO/2AEcPJ1L38mVW6ObCTGBbQ8p8dJJjxL4pR+rnSGdApWZg9aKD5iYBzQRaOcFklGM8zhGMTURTU7Jaax3IaK+1ZVClnkYGRr05du/u4vjpMS5ur+HC9iqCRShs34CMXTY7WBLaNkyb9l5sbHhC2lnMFwinIeYjH/OxD6ekMoCNegS9ESBzfYwHjCFRymxmBFsGDy2MGEkRcI4EMfLUkVxhsY1LFkIKOH+xhe0LTXG4Gc9ohR1gdOwjCUnUakHTXcTZRAZl59qC7iARwtSHVQWuvtnE1TdbuP9BH/c/GGB2GiGdZZLxvPayge4VAxmBaIuOPJnYNzP+BCTQpSWsrrTFkjcliSRQlvFxYAj5YG6dYGYfo6zX4el1uLoHW3Mk4uPx/RMZbg2guzaV46w7SOxyXQMe61uuH5qDySzAcDKT5is3WgFyt2ysbdvo92Ic0NbUZ34wUK95ePWVCzLuf7yL+5/s4ujJBGf7qsG4cdPA+s1SYd8GnNshAPxF5KmH935wC7949w6mJz4mJwHWrmY490aO5rYJu2pBMy08+Fkoo9UtY+N8DZUuoNV8ZGYgGdT+JFGqOc9CMAMmpynCcSbOOhTFVEikXDVhmB60tIzFEBg8mmB2PMPKSwZWXjKh1RbIXV/VD4GJmJasTzL0n7BepYV/Jk0zU2sgi2ycHA1wejRA+7KGzmXAItEmdYRMktFBaUE7NCo7lN1XyHXf0rCyoaG7bqBR20CjuoGyV0aZTkdpiGnQx9TvI499cGF6ck/D/U94JtCxcZ37Qo55yD0khkG3nyzB9csX8fYXvoC17gqODnoyDifHOJocYTwNMJ/Spl1Z5AmIVCgWaGUdx7pEAFWbAAn981kuJEfeV+Zcs/7ynByVMu1kW2h3m8gyFalCQsuT3WOMRhPJhjdsYHOzis2tmtRYw/4coz4BYGA+yQX8pQLadkhC1bCYAqPjHNMzoNblGqDWAdrp8rw0HKRiUc3cXqp3SY5yyhpqLQPNLs8nQO94gbOjBVzTgWM6cgb2pyRzso5UAAcJxxxi/cz6jNl8rOeSHJauMo7X1hvY3G5L/Xp04KN3HMOfuPAnnuyh3EtJdNs61xSg/9OPe/j04740yMj+J3l3ETFjkMSYOeyyD7uWwaqyRjcQpSXEvoF4UpKoBH2uQ/d1LGjLPYvQaHVw8dp1tFfX0O/30O/30SMA3J9KbMP2zjaqtQpG0yFGkyEsuwbbrsE0qzBLZcRUfAyeYjw9RL2VyEDmIYsqiMMSoiCToc4DdLshOSFFZy3BjTdirO1EGAznGAx9HO7WcPi4Bq/iYX3HRrlqwh8D/kSds6hMYQNUXDZyTRqu/JxSAn0WZFOgEkskdT/s6gxufYo0DzGb0iKdZXsZWl6W92EanliCEvwVNyH+PEEmAYCpAFFzj2c93QigS3wAg8EXcs7Jc0bfaCBHjOsim70GvdeL3kW1ZmJ1vQyvGuOk/zGO+x+jxtqgXhaL5vFpFf64Iu4fjIDIorKMNCMxZALdGsGtD2CWRxiNYoyGMc5fbuL6K20hzO49CnC8v1BEd0vH+QtruHxtE9NhjF++u4cHt0dMXQNQxcaFGTYvUtnNcyoJdSbGp3SIagjRi88U+07L57WQSD3rvbyYPbtUyD07V4loIENnxcblazU0Woa4Pzy8dyoZ9RroBKNyAAX4LDKAFXi6HKpxsnQhVkDQP+MC/fyVFf/1WaTsM2BwoWb+TeDv8td8XgH8+e9dAifPAeCljFO9bqUqfA4iiThBAED1nkRcITmwCuwQy87CNFUBuUWesJAdVONIvYYiqmOZL1usp+oeFFmUbAD9i//+eVUjW90CAEsrqshoLvpe4hYjc4M9waWamj0EAkqq5lSEbPWOJITthShpydssyOJCsngGKhc46HIWLHuVRc7wIp0hzKai0+K6SaDXIPCLGHq6kCFAMJ0VcvZCQmRUD5MgTwt4i4pFxpV5KKVl2S/niY957KNkZrB45nJMdGsVtDzWgAtkkcpWDGICwSQZ8ozPK60AYFqZUjVHt5WQWZuzACdnExyfjuX7CQqxRahsWpcAMInxBMoKhHx5r3S15vxaBvDn7uXSbezF3mixyCw7uPLwigZVYrHU3BAiCntzFnD17SZe+Xob65se6nkJdqjj019M8ekvZjjuzXA6nuP85Tb+4I9fxutvbcCPJphHdF1pwrIauP3hMd7/8SNRATM6jIQzKl9po8/eH10e6VLG3FOCEJ7N4WA8GqPX74tgRBHCSABTADAjA8bDqcRn0flPbFo5vwqVOad491IV6y/V0d4qI9iPEBzEuP7WCq6/tYpLFzyc37BQDUNM3j/EyftH+JtfDfE3vxyKOpuvjfqiAJqMpbZo2fNZXuYXFfX/4mMkZouFqyat2rn2SU+VoJIhZxLG0VGU79glNOouvvY712Vcaezggr2FySdP8cFf/y0+ePcXuJUbuJWZSOwUiZXh2ktX8fY7b+PC5gb08RD6aIBYS8XhUBwyYw2z8Qz7h3s46/fQOndeRt310DAsuJYtjoIU1Sxt4hSwqlwr2Wtln4zufXy9p0eHODk6woj23KORnHf48NKalmpf1ot0yhsNhnJvOu02ms2muBixPi2WJ+UmVVjXE/CnOKhWqQpgLJnDS+JIAQ0RaOZYKl6fuyaoZ0cIRwXJS5GC6IhBUZciM8t6xL2eoh/aExMEpqgjYK64spunuxbdKi3DEnUmwU+ZW/JM01lVkW9UDByJk+qjEFDEyUGdcwUILkg74pjGqASqWemKyNg3Ud0z+oKApnT4VLRkTiCaADQLVsaCWALm0zmJr2eZCS/nd/YGSVA3uM6wf6pEJwRMOQTH0XVR7hLkDvg+5fpw76fVPWsWgr0F3iNYhbIO5vcJfiCWxhEm0ykmk6l670JWonBMRRAslS0RaxtiROzTZ5lkAFMJ7Nkm2q0mOq2mkLjYwyEALK/J5zwZYTwYSy+X6mHdtpDTyUiiHJUgR0Umq/ugSEEG3MJqXJF3qMstAMZlEbC00EcmwB3BXX5K1YiJWEAv0kQcKSViieBekQFMRy0SHcUZhyR3gtrEG7hvEfPiGkEVMckPxV5EXIrvmb+DVtIuAWVRFzNPVt0fnn9PJzOcjeeArWIkvSrJ0jXl/CKJprl6tvpDeGUX7ZWOAH8krvN1+9MZgtkczUodK42OXCO6ScjeMvell0crdLrIiBBQJxc3wvHZGY56PRz3pzgaTMUGt1xvqP4QHVuzDIPFHP3FHFajjfr6OTTWL6K5fhm11g6S4QLJIETdeoyWdx+2awL2eSTmBZyMTRxPqLLWUbPprqGwOKU5Uvds2ZdR+0zBOBHsTtVFopYuADDSI+jt8f8w9qZNdmTpediTe+bdt1pRKKCwNoBGr9M9GznySKQlkxRJOSyFw9YSDkv+6H9jf7HDDjooMcKSQ2GKIcpcRJHsmenu6Z6e6elGNxpLFWqvunX3vDf3TMfznrwAZrgJEycQg666S+bJc97zPhsxGkOfwjCmcAmYlhnasU5xdwbv/Azu+RnmjolZ1UPmtWC6azCtlsSmscoRpx66zuQxTInSVAAwh2mSVNuAWeQw8xBZQgvsEfx4CjBSRSLXTFQZr8ss7JxYhoVEqyBGBa6WoqJFcNPHsOMfwMEzVBvXUG3u4Hi+guN5D4aRoOlM0HHPsVP9VAbdBm3Dg5lYIjqcBz08m9/F/vwWjjIXx6mLirVA257B0QNoRSyQNQmibtXCTz/6KT748x/i7Ogcmqu1C7m4tJCSoYLkZfcqHwYyH0SFyslKuyWxH1DZT8ovXqlRCQIL0Cr2KEsAWC1MAgovb9Rzuxpl/SCMrvLvHhUI20002ly8EhnBIEUwIGiaYD4ia66Q3DanYgmgyJHnXCRpj8qDMe1bYxIppNHKCS1KOrI7LBaQulgCJ8wZJljJscz/kaKmVD/Td5yKUc2SxpFBpLncvWkTQ1m9ZG5KEaSsEcUeh8C4UcDx2PzVpDGiLJwVGEPgZnwWY3IaiSU1AXbZYUpUiGxuZoEp24hSCUwQNhWsWwZthDPJzPvZ84i6SyWUXaqYRTHJ9y3vwTKjgo3PpdKbgDLVr9yohSVFm4wSiJJ4HEX6U4PsKNrSWlTnqKwZAqxaYkKPSwCYh2ZaULI4EXYaFzEdulvAqOWimuleqqK3VYE/5gFRWVyzecJDo9hGhAmyuY5soUsBTMUTlSNe25AmceqzEctmTibZs9xUqs2qZMsmVK1MQsQR5NDMxYyKUyqWlZKUn4+HaoJ6VPgkcq+dhgm3rkDNCpnTEZtbqkmZLahCov0z1S4ZTIsMngJ6oouyzMoMtNY0tFc13HirgZtv1bH3NMD3/3CA3YeBqOiZv3rpRksGM/PsOvPtQux+do6DR0M4dVNyrtOFhmSmWISOp8OulE0eHmepxA+V+pPX0fR0BImBkEovNjCY9So2xWSLMbdXAdbVSgVVryKgAgkFLD4WaYAwj2FrZPNZFPeg8HLJCM658XAzj5njm6DqGKhVVBYJFaNUwC+tvVtNB82mI3l+J18FGB5FYpaELIYAACAASURBVFno1MgGdGGYrtwfoXAxd9uIURjRc6IBySWSPcdHz1LuAgatunUqMjgB+YyzSU3VEoPTdRkqrKJkA3Pey9xVpIXLVzvYvtqV7LzCjcS+enRBWz6lFJYMXWE6K8s1sc82uVYUMCyubcuCzRC2fEbLBiW9FZCLxQXXEikOyc0UdnUq6wwLK7E5odKPOWXMvdGpSqGdKjt0pdsbtczCUlaWc/JMylC2bHwPvh43Ilr8cV0oNL4HG0DcqHVoniGBn2wMhgsJuhbrPzavqfQl2MumGG0RLWaNWPweVMQUkp8t7gPsRZrlfOYzwoJHSB4ZDKo8ueZrCvyNfLKjbdy41cHNW12YbgiTGbMaFYmxWH/vfpnh7AC4d6eJu3dasF2u85kAwMyYHp8vcP+bTbz2zSaOLhb4cneKIbMNBw66bhO/8vdu41f+q9v4rf/tp/i//vfPcGOzh1/97m189xd34K7o8FY0/Mv/+6cyJqM5mlQv9mxsXK2hveZh93Aqo1PJcKmd4fKagzs3O7ix04RmKPvdH38+xgcfDyWT7BtfX8fWdh0Pngxl1CxP2ZFWAbumrgEt1qNpjuNz4OSc8VEpvDTG9iUL3/zuCu683cSHn13gw88vcNbPMBoVmFwUGBwyc7FAt+Gi13TxrW/dxN/+7l2cnMzxL3/7R/jiJwf4R99dkxFXuogqXXz86ATf+/EjfL57iO6Gi+6Gh7vbq7h7eRW2xvVuhvPJDF9cTPHkYo7wGIiONbz1ioFvv2Xh1o6Jy5ccrK5aOJkVOJ3leO97C/zxf/QRZxlu3Tdx7baJ1XULq2sW/LkmY+8gx5NnGZ7ts0kcYDEN4Q90zIeG5BK2uwa2r1EV3cPNVxvY3Rvg6d5AsmqpAF4sqAYjA9ZA0M8R9DPU6kC7o6HW0VBtc73S4M8MGbaRwjYSdFeAlXWCkmSxMkPGBRIfWsLcJuDwmYnhiEpDAoLMkGeeCQ/d3HMtsb0MAj5fgOmakkNlGDzQsGnA+UuwK8NipGEx5jPLvb2MfhNSNfd9skRTXLvcwPXthhyKr25ewcZqE81WjHojQq5NaLyLo+MAz54FOO0HOB1MJJfl/FwTu+dqzRIVc6XCiAEeIjXY1Rx2lU4AdBwg2FJFo94Qm6zj+QAn/gCjkxSjE9rOaQKIc73l/4pEx/lJjvNjuliUcR0uiUqMAygdPnRdQM25z9OOJs0ArtOzcYjZKBBylU2ynACcit25strDyloXx88uZFD10Gzwcyv7d11s8dUBns0kHlgNS0e95aDWonWyIcAHm+S0ppO4i7kmCrshowRGITKf4F8kbgUqU51rLNVQjqxnPNSprHcWN8y+1cTtpdJwUWk4sqYSpOOaTgcXfquVlSZWV5pClqNqjGCzV2sDuYuzR3OcP/ZR2AMUzhCVToZGj9EBOsa7VEbmWNlqymCpFJDAMAwwPFxgchqWNma0CHdQaXsKAM5oyx/LWsvBdSAcZ7A9gvc6mpsmGj0bzZ6No4MAR/shFiOIUt0xKti5t4mdu5eQmwsUFvOrI8wmiSga52MfkR+gW2mi6zXFcWIRziWfSuWwK0Yr84arFTLkm7JW+5M54kUMR3fh6A7SiJZZKXIvQNEI5W8ym+MwhmUoBSHBaCppBSAJFtLAUJa5VI+yTgJsx0Cde3mb+bYcLs6f+Th4OEHAGoeHIzY4bSrGAoTjHAFt0/MEmRFLtvatt+q4+XYdx48jHD8JMTpk/nkIw0qxfs/Aym0dhcuhIQ3Z3FNra0wHktDA1SsbuLK9IfvZdMLcsAjji1gUMM56CHsjhB55MGIXCC2AINCiwLC/wOBijloLss7QDUjnnAejaxSJVDzSY2Unx/2NpEE+C/ze1UaISpN2kDbiyBPFqO+zxs+xuVmTkcypjMhw8myGp19MMJ0F6F4nSKqjWtGlPlpf38Lly7dFAfjDP3+MTz98htSPkcxjrF4DNu9qaF4yJbaGGc9HD2IcP4ixfqmDa7dXYDdyTLMhZvEEi2mCYJqiwuey4QgxJZpyQM4PHPUNA/UNWhDXUfU6MBIb4UmAeByidjlFdTtBbC0Q6nNxLuI1zuYWggsH4YAgUgLbi6Wm9AcG5iNNatKFH6Fzo0DnZiEHR+bwsXEvsUx0eJK6uZDoFdoqs25av2xgZZ0/04Ce1dFutdDrtiUjOjcTJFqIxXiA+fgCB4917H3JA3GG9vYClV4ozQg6x6gDu4FXrl/H1954A91WBw+/fIKvvniKM3+Ec38seb1U/opTWImPCOij0wWBzzZg2QVqzRzVOmsdZasv1tUBa6QCtYqGZt3B2vo61jfWMZ7MMRkvMBrNMBpOhfSiGmYFVteqWFuriZPAeBBgOkown9LVRBPSQaXB9+PzRIKGidmFhfnQRL2jodEl+Juj1aNKN8foIhVrfYKqHFXGHdV1NDoGmj0qT6jSjdE/iaXBxGYQSZ8z5pZHjMIR44OyXuUZjPUnLe947OI10eBaOVyrwMZmC1vbPVGOPn44wdF+gDjwEAW0zM/Q3cjQWXXR7TVkfX74+RgPH0xQq7uoyxpsyLVk3VlpLlBp0P45hVEhGYhNDRvhVENwkSPsF7BjExafM5aiKdDqrGD7+k3UWl0cHBzhYP8IEUXeMaQxv3FpBa5nSYOZ1n6N5gYajQ1UKnVpbDHS4fj4Efr9fTRbDTSaDeVsxZ2Myu+U0Uo801OhUbppZTlWNjLcfj1FbyPB0WEga/PgpIGLkyaqdRtrW9y/dERUxPuG1OpsEou1IQtssdhVttBiD8nxPF6phPDoTEFbyjSGU03h1dmgDxCEM0TMYiOgm+mwzCYsoyUW1TzTKKUebW95YhcICwUP9TntS9nop+tODM2kta3KDpXGKh2AmFeZKfUIBz8zG6K8V5e326i3gJP+Zzi5+FyU7RzToYezfRPjc1dIRBx0VyhSG5oRwrBJdJjBcH1Z16OFizBgnreFq7eoiAFGrGkvuCYvJE9z58YK7tzfhKlXcLqf43Q/xtmBj7PDGXbuFbj2KgkKBtLQxGJq43TPw+leBZZHtzmeyZeqoxKMLVVBQhMrG8kvg1BLsJiNcjYzV1Yd3LpbR7dn4dnTEfaeDpHGDpLYkS6JrPGiZhJ6hLg6cSyVroqPppSR0teSN/urJJAvQzXLn/krfval1/irQGAFkbz489cBwM8FCstzbvkPL2yZebYsgYzStY+vLGBRaVFOq00+M7RFVZaqCvhVDX66XPFn1Sd6nne9FEaUVujq05YKsf8c5Oqv+RnCBpRwKOW3cvaSZ0H6jqXNI9ddsXgVL8zSsnupQFYW0OK+R+BDNHFLO2RhVpcKc6EXqk/C+0xgbnnbStW3Aju0545uSmHJvl8GnYKDgkq0EAbjPJDA4PkbtB0NkScBslRFg5jsx9gWHFqwanWY8OBHc8xjX+I3PFdH3bXQq1bQJrGG5HJa41JllzHuCorgyeefmZFEE7kMCRdFhU9FSY6L0QwXIx9D7lMTuuKxF6ScdJSVcWmPvcR/l+B/maf4gnTxsu16eYn+kin980rh8mkt764CfVSUlS71u1nRcOudNu79Qg9rGy6qJKqHBb78aIaHH81wdjFHfzrHjZur+Pu//hrefucyZtFIRq6R9Onh2e4Ujx9c4NEXF7g4nuLieFK2QwtxEvNqBpyKA5vOOJaHiIRGn5mfoYCKXB8E6JZM2iZa7RYW84UQunie6bSYFU47WeX4M/fnEuGycr2Gy6910d6s4vTBACefD/FLv3Ebv/zrt7G9bqGpL5AejbH3Jyd4/N4Z3jsM8N6hylG1OI+1ApFmIObiVub1Le2e1br24qF4fl3/hmdpaQ8sTpJ0iZAGvMrFFPP0okC17giB6+r1VfzC19/GL379a3B2z5D9+DF2P3+C9798ip8cneFYN3EkAJ+CMa5cv4JX37qPrUsbqGYpahmdKRSwL103TRegajIdYzb3YbUaMJsN2JkOh1Fg0htWbg3seak8WqUAlsF8+dIWmKILfzqFP50hWMxFtRszMs/UkRPQZ7a2aWE2naJ/1pdomnaziWajKeAvQTsRS5SqXFHtMvu4BHeX/TLW+yKEIDBD4Nk0BbCVmEWuc+xri9q1bOeXClwFgiqi8tKu23JtWK6j8A3uHOU6y2tE+2cOEVxkhYCiXF+ZLbskji21XC+AXwUEcyhiDms2JaBSTgT8fEqtKuCvfH4DBtc5cQYjVpKjYHwUAXaiVKxR2KNlbV8uGGejCc5GYxEvmRKzpK4Vaxi6DtAZUtwUeY8J1Ep8ngI0pa6gQyLtmmn9KzGQzENSUjexPSbBm/e7JBIto51edu7gjsoe6His8r2VEpoCH84NS/rBEj/AtZduB5qusnyDQCKOVjodrHbaIoCh1TVVzPNgLoCkuI7yrBDGkv27pHXlVHfaNvIS2BY8psQ/5P4KwU8T0Qc/v6i54xcKYLm2pQm2CNM1oGI5qFmuvIfEDHIOlbo9yQDmNSNpkELDkuQuqmj23UGXRwXs8n15lqB7W5xxzS+dOFjLChElE9GcR0Ux+76iRleAp4ogZN3HWl9DbhiiAOa1lPvA/ZSOq1mO8/4Q/Ysh7KqLzloX1WZdngPuffPhGPPhBK16E71OT6IwmVs75z5UOnZW61U0Gg3ZN/35FFN/isFoJCrgi9kCg2kAw/FQbZKs46IIeNgKsTAMLEwTzY0tbO7cQmv1CkxvBabVQToJkY1DVK091N1HQmY2qzuAu4PzkSGDOsmKpZw3lnQ1cbhYEtdKgpqq1BRWIKf75Q+XGBd5KzHPQ1RveyEcL4SlEaC3ZP4S7me9rp8eQDs7QFzxELXYNOjCctcF1KXKjjEQynI/lb1fzwkAk6xmKQCOblFwhHzGnizVsVG2QJSF0pdKdTp+OKg4jIU0EMQ5Aka1WA0YdgNmOoeVTODk+6jgC3jmBdzqDbjV6zgc13A0JlkzxmZnhtVaH+vmJ9gwPkGBNgqtBT1xoIcm5lEPh8EdHEU30E9N9FOuvyE8Zw5aV+tpDKtI0OuY6LUt/PjDH+P7f/K+OM9pFX214KRnSgVtaSV3jEWHMqJXrEGeOpjTK9m9LBCVVQKvvoS8cwFV8aTyM1QWCgCcqBw1ZbyjAGCpMZd2O7x7BBSpJmbD0dGwfaOJO6/3BADeezrG3pMJ5kcJ5scpCrF5AhzPRHXFg9dmE5EsZGYMxvBpzxu9BJwSHCHwQnKSTcaYAYvZYhYBHdW8oKK5iHmIVApCLsjcWHkNqBbVLDKpXTiowtIcdaCgzUdQ5gyKtVAmiliTrDJapS0ZUPxeckhXah8ydoRNYlgYHvMwSmUl7Z2Vf7Y6N7DpVwLALIb5WXjNKFRIKRkHOO0KR0PKJprkCpVM2vIAIxYTBLb4JJAspFyTntueKMpEOXhPHTL3lKKaZbmwjURJyPteAtC8HqL81eS7ElQnaCxK5FIRpIUmNDbkEhawiqVEoEUjmC3qY+b6Am6nQKVjYGWzhtXNOvwZQVBOIIJ+uSzqgzNfQKKUOU8+M+Y0mR9u10RtlfffRDorkIiyMcGCbHqd4C2tEm2E5yHCPtllGWAodTPZ7Jy7tNpMokhN6yVbl3W2a8DrWpJNp0T+qeSlzUcqz4pZc5ZuIdYTRHoigeCOVcCIdeRTk0sB1q9Z2LhmYvOGh80bFew+nOMHfzTE3lcLmQMc9795Bfe/uS2MnsNnSoE7GfnwJ4HYAXMQcI5mmbD76x0q3iyMhguMR4HkRDNvudYy0d124LYsjIcFRsMCKXNK5xEsh03sAlaV4CdN/zXUtAZqehPzQYT+8UQyjM02YLV0NDwPTY82bAWiQtnAx1wV+ICQIJEBK20HGz1HLtpoEGI64eYJsdpr9izJFA6GOUZHiajbqy0T1RYzK6swzZpMIGlgFGxuz3l1pbDgSMRutmTyiBsBnxUbts7fZyHESctDKgFgKvWA0FdzWOqYl8/kZWF38/Ymbt3ahObEmMVD+IsQ/tTAfMIcuDmm44W8Nm2z+feS8aQZiTDvOccVk5rqWnr2U2FANj4b52rjl2eBrK6CmWa0eQ7hei68ChtXzL9jEyhDrUp2oFXmC9PKVK09AnhLwL3KAVGNLQWUSKaHwwYtm2yRWNjqzIi0UkUu8cikZ4GuIUxo80zruUSYuY4FAXxsgsj8fKU1tMpo18UmkDlyBGuWVvNUd1Kpy3UoYpOJttguxMpeGo60vg9UXhptCV97YxP339yEblPtvUBSzCVHaXAe4vHnCU72Cty728bduy1RnBLoUQDwDJN+gLd+oY23vt3GwbmPL6jiHQGVtIbNVg/f/Vs3Zfwf/+sn+D//l0/wxp3r+O//4bfxy790C/34oYzf+e1T/KvfPoGuJbh128D6pgHLsySz+tnRAnvHAbbXCrxypcD1yxXcvbmGa9tdBKGPIJzjwZMJfvJwIjmgX3t7FSs9D+99cI733j/HW/fX8earG5LbdDGeYrpYiMq9VnHwwQ8m+OD7E6w0NLx918Wd2y42bzhorFt4/9NIxniUix3y9CLD2W6E6XmCV15p4M7tBl579RbeuH8H+3s+fud3PsSjz57hv/u7qzL2Jjl2JwW+PBzjq/0hziY+tq7XZGy3m9hut5ClzHUZ4HTk4/Egxd55hovHEQaPIvydbzv4zV/18OorrnyfRsPB4/M5npzN8Z/+Y4Q/+v1Esgr/y9/w8M63XVSqNqpVG/vHCxwczXF4rOPszMbJiYbh6UxG4ptI5ibabRMbl03cuFPDm99YxbW7LXzyo2N88skRhsMEPhVWzN/zdRn5hFaQJPoAazuA11JELzZ+B0cFBsdApwu0uwW6mzna6zmaPc5Z5mhVkNLyf04lq4ko9GSOh1qEoIjgh7kMNn8lZ5BOAgToeAC1PZi2C38cYtyfA3GKqk11ITDo5xj2mb1byJCiJTblgFWrEazO8J1vrOIXv76Gu9eu49rmHbSqHUSxjyAa4nz6Ec6nH+PTr1J8/IWFZ8fA+SDGYERnDwNxRLtZDSs9wDaoyFWNka0bkCH8F6NAr9XDWnsdplHFh5/vyhidFhidAhXbwAojECrMwmF8gY4Tup8cRuJ+4dZVA4Q57rTspL0/7eP9eYqZzz3DwUqXrFAbF/0JLvpTaT7Rsp/ANw8TXL9W11axurqKg6dnOHhyhmgRCzlN8VBKe7KfqxsqNRvr2w2sbdXQ6lLVbUg9RtcEAv+LuS4EkKePL7D7uA89KmSQ4MPGFjPMeW+phkoL5qLFQhyh04Ds1TZzxDR4zOWtOcKsZ/QAG/vc83jUWdusyGit19BYr8NyK0LQ8QcFnnx0LqN1NZZhVBIBLpIww3zPgL9r4LVvb+H+t7Ywmyzw+PNTnO5NEE1S2W95KKOjhlVx4NQ8qTlyPUBhxMJG9pj7O8mxGGXQnBzVSwUamwZW12tYW6/j0ZdTsQ8mMMpc22a1iXtffxWvfuM+Rv5TjOa7GI0Gon6jApfqVLF/WtgwaaGaxWIDzQO+biuQUrLhUhK4mmjUOwKqTKlkiFKsddew2lkVFjQzsCJzjqwWoago61Bdj2FAxV1EPi3XPQR+gSjykSZzeLUcXpXNBxNxyIxhFf3BOv/avRau3Wvj+ImPxz8eYTrgXtWQ54u/49YyWdemZypLS3cyVDrA9Tcd3HjLwehUx/hUx2AvQP/JTGxG1+9p6N1mPULbHqsEgBME4xzzYYFkZuCVW9u4fesK5n4g8/fseILj/Sn8RYDVVyysvmIjmeii9o7HQDgCEtoSxzygU72tod4F7CprOh72Ugxp1zuMkfoa0rkmyrh2jxawnsrXZtifeQGYA3huExVvBcFCw+npDJPpHK4Xy1jr9LDWXcHZ/gIPPjlD/2KG2maB+maBbsdEt2uh3e6g1d6APzHwyfdP8cUn5zDo0pJl6G5rWL1poLFuwK5TKW9ifJBifJBh++oabt3dBNwMh8MjnI8vEMxSBH4ipIt624FZEPR2EU10uS/Hj300Lumob+porxBsXRVb7GKUAH4CvTeH0V3AL3zMEoJSmai2EVjQgiawaEDTYlEbTgeBgPa0mFaWswaa1zIZQuRj8003YbLZJxESqsfpTxUwxLVt64opAPBsoGM2ZDRID9uX19BebcJu2DCqOi6Oj9A/PsTREx2Hjx3EeYjq+hBOe1pq9Qo0nCrqTgU3d67hjXv3UKvU8KOPP5UxWAQYLgIpW0hmk4zHUuUl6gXDFFCan0s3MlTquQxxuaE9P0k4Ic+zVGRpopq5vHUZW5e3cXh0hqOjM8kOFDt4klskYz1Hp+Oh262I6nl8EcKfUOVJVaYBr5HBayhbPjadkoWD+biCcOKh1kpQa6Vo9lK0e6rZN5R8dYITav2rtUi8UOtps8vzdYHz4wRnxwkcy4Jjm5JrS+toroUEiyvVF987SbmvEvzkGqtAmqqTo+LmJQDcxXSS4bMfD7D3xJf1Mk0cXLqqYXOHzwNr1orkbT/+0pfRZhxDx0WaGmJzzXZWvbtAtRWgcGIUNonWNrLcxWJUwD+O4Z8k8HIbbs41R9m8Nts9rF/egVNp4MmTfRmmXYFlV9HsVCWShhFrJ6enOD09Q6+3g5WVa6iT0FC1EIYT7O99gdPjfdTrl9Cob8G0WAfPFSDLhkxuCbEmXMQwDIKjwOpmjmt3UzS7CXa/ivD0EXsEDcxGBIANrGwUqNToMMDzloWI9XsoGVcq557EmyUoRlKnAIplhFJpR8edkrZ6HOwvMDqg0BeI0j6SbIyUFnJ5AlvvwDK6cCzaWTZgijUSCbS8Z8pCnU4MWlFBntENSCk2DCuCTjtoyYhWjXmVE8yMNrXvEtiYTWeoNVxcvbaKZtvE0dnnMtY2uljf7GLUt3D4pED/iPFINdhGVTmzMXzGWcCuzmDaC+RaqYZJ28jTDlY2U6xfCeB4GSLah88yPNsd4NneADs32rj7xiq63VUgWYU/cvD5R09l3HrTxq03LVSqLpDSZtvFs4cW9r40YVc02BVeY3VoW4K90lt5/ucFUvIyUMKfVc9ljJU1G6/cq8vfx/szHO37WPga5nOllhZyoKiMSlJ/CQBL03tJkxcXN+XUtOxTKYXtX0RlXmR1Lpn5S9DsZVRn+XtLRspSmfLSGfV5K6ZUTr5kDfscCC6bnCUsXeZRK6HCy4CSyuldAsBLgOkFOYG9KCEIRIy34v6kFHXL35vP56LOYpNfCP90FRAQoFRQl9dCsrBLFfDfCJI//+p/HZj+Io9ZAREK/GUsUtmxV32l8n0FtJfvqZRUS0kexSUEgDmeAwwETHhYlQgIpTpTJIASrBQEWDkxUAjA51pFkZQNO94PsYnmiEoQmOAva6nlYE5wICNLQ+RZKEIHi0IDg5agdVHqzIMZ/HCGimugXjEVAOw5aFoWsiBEykHnBgK/kkqsI2H0VSlQoXU0xTnMtDTpmkRnJX+O8WyBo7Mxjk8nUh8SdGMTgfvAMrJKeooioypBjZ8DgF/M57Lv8tfcrudN9qVB4XP4V0XcsR6gGtFpGLAbOm6+3cbdb3Wxsu7CpXhokQr4+/CHU/QHCwxnAW7dWsM/+Puv4513LmMSDTGNRwgzDWGuo99PcH4S43DPx+6XJ3j6xWnJC9BEnNFs09rehWHVUGgOLk5G6J8MS4CpVInxL0MX8Jc5m7SinUwmqHgVbG9to9PuYD6jZfQCw4sBBhdDrF6v4eqbq2hvVPDwwwN89cND/NP/8R38k3/+DjbrBfKLU/Q/O8Unv3+KH//pBT4LChlUiVmlrX+iW0ilPkrEVfBn16+fXVf+c0BgznbVkteR6bZE84gzm0GykhL3rKw18dq7V/HG29fx7s2v4d0bb+P8//sTPPlX/xo/efgEP8h1fA4DoWUgoKtcksJIEqxfWseVO9ewvrmKbsVDz3PhMIaBH9PUkFq6RN4lVKzmFL7kiCjo8dlAipBHpR0zKTcWlaE2XNeB4zlqHSEAzFxXh8Qj57nadWm7TkAsIwGVRM0yF3kyHOH89AxREKJWraFOW3XXkdcgyEqAchm3toxY47NPlSuBzKXal2uHw9retpVtdJIqa/iy6atAVrrfKfBT/haXPtUYFstgAsAenztFPBcRGRWwlikiJfaRqcolMMjPVas34HoeklSdI9lXYP4r35f/JkAvhSXsz5euBUsHTZ5T+Dq8NksAWEBx1n+6Abcg3MSeP8UUJLYTXKQVPR0PGYvBe8HIPB0/ffwUnz3ZFZCQ54JqQwmjeE9yrvXsgZdWxSQBEcjmvkr1tEO3KfY3LVuulRDceO1KpwTJvKXilGI6sYBW2IlE4wmxiD1GRR7nvzOLezwaK8yOoLaQBNg7VQAw+6wZVc4GCZpzBLMZOo0Grl7ewvalS5LRO/dnYvssLqAUa730PqwzKeDidUtYe3NtfSmnXqI8iWuIelfZvwtZwTCkX0tFMfca2osts2XZVBZQV9NQdzw03IqArKw7eA9h8WxOYjmvk/UcoBfoiOIggst5Jgps4ioOvyfzkDlHqQAvHXtYn5CQIqQ2zqUkgefY8BxLkQNE+MO5ouL8ak5VBrlBFGcpMVQi2cGM3NTSHIdnAxydXUCvOmiutVFvN1Bzq3BNG/P+EPP+SADedrcrBA+6q7K/KfmmrBGYGb62Kqrh8/NT9Id9TKji5j0IYhmmWxUAmAriaDJFNJ6iaHZRNDtYu3IdOzfvotm9hCihg6+NnCIAP4Jj7MG1HsGtOrAbOzArO7gY6BgMqKKnM4M6lz3HdMv6Y+lOos6ly2iQEqKU8kHVUrzXJMOSVMW9321kcOsZTIrJQDU4IxX4nIVIz/aQnu6hqNeRd7rQa6uw3DUYRh1ZNEcez2HpOSw9gwFmfSsAWCs8aIVbuucyEkIXtbqIYlnPaynCbIYon0ket2sz2kvHNEzgRxkqXhuVShsIh8DiDA5OUXeOUbVDmM4NGYcDC0cDC+1GhOtbPjaafXTzH6GTsG5M3wAAIABJREFUfYIoX0WUr6CIPaAEgI/TOzhNrmOUahgTr7FC6HbAYElxwfSKBJfXTCEx/egHH+PP/uA9HB2cQHO0miiAMzNDbr7I/v2Zbep5tq+y4VC2KsqpXq2VJVDJA4qohBVgxEYVG39i7yrsTmVTtYTuCShSvchRb9dktNcsdNfJ0M9x8GCK/QczyQ/MA2WFyqYtFbUsiLgYc/ESuT3Z6KXdwtLORyT4Umcq1gybaWILJ5J6ZQnAPDVlk7rEpUuFkQDaBLYLGIUJUw60XLgUc5X2iuE8fG5ryJvPQ6xJo/Hn+bwlEiW0IZUbJIQ+bjoRMzcJsnIBVxg7D4HM/GAOLv3u1YLEAiITEI4kA2qRmZVGpJ22GRITvMwUIOvheb4AcwWU/TUvwvJ/S/CdL7k83GoOwVU20suTUbnQixJRFvYXzkm0XiGALuRNNpNFSaX8bItAR+Hzy5XK4qWlD/N4PQt2xUalZaHRscXSlJlXHP40hz8jIC9eDdKsXYypfEhQsKkR56i1PTRWaiCOmFsxMjNeYnFiAR0F3NhZ+BOgNJCMUiR8EpxULKf5ublp8zpkIRdNxfTibOT8c2qWKI9o3U0hrPwM1SlhgTigFYoOg69f6EhFfa2yZ+j/zvy6YqGjYlnYea2Ca/craHQN1LsG9h7O8fGfTnDyLEClraPaMrBzf0UGM613Px2hf+Yjs1JkVLX5hhpshRncUJWFBJ+hMGCeUgKv6qDW8ESBpFm0pmTOAjBfEJ9MkYe0lCtQ70AY7nbdgVN3EIw1Gby2tLTmAu+0mTUHVCseKhVPGGVLhyc1fZZzmOzWAp6tcpcXzPdcLPOzNVj1TJQrWaghnjEnjjauSiXLphvVunKfwliATJhUXMdlMUTlLJntZfoFiRtstkQAOSnS5KGalRmGrlK9pswmi6lcUhbGzw8znIoGWWbMqK3K4KY6nc4xnyeIUyrWaC3JoieRzA2ZvmSykdgilXYGzVBqN2WF4UDXPBS5iWjhi72qsBvJqisBYAG2WHwmCVzPluwEft/5NJRJ1ux4qDeY06uapktihSiWmfeYcR2jKpkbIJmUBL55ECfphMAKc04WcJiRWaOiUIPtKkW7ELACDcEsQuDHwsqjApAAMInBLBKVtFgddvnZyTBeUDkfKCU8D4sEjlVygrK4yFi4SrGawSE4TKvBCIgXgGvZuP/6Gu6/sQbNmgPWHEnBxleA8TCWZtPwRMPNW03cuNUUxipzZaajEMePZpiehXjr2x289a0O9k9m+PzhQJQYPbeDS50e7ryyjruvrOGP/98v8Me/+wCv3b2NX/+1X8Bb717HJ48+xI8e/RAfvO/j/fd91Gopbt9htrWBrHARxhYOCGgeL3Dtso57t0xcv+zi5pUGrmzWlI0PMjw5mOLL3bFYSd26uSLz/wffP8P3v3eOr721jrff3JDs04PjCfrDOepNC/WWhYef+Xj42Rw7mw5+8d0mrl6xEWkJ/CzBV6c5Hp3m6J8Cw1NgfJ5ieBgiGMa4c7cq48r2FVy5dB1H+wv8we//FKcHZ/inv3EV/+Q3r+DDry7w4aMLHNBichEjJHNrk2QZA12ngp7rIcsS+LGP01GIh/s5do8y2AFHir/zt5r4jV/tYGeHSBqb1yne/2SB9380x6OvCjx9DFy+6uHX/usm3v6mhzAMpAjeOwyxexjh7JwAnonhuY7haYDRWQBXt+AYFnqrCgCmTeraVhX1joPPP5vgwWe0I1OS9igk6A0B883cgpVb6F2xsHaDLKwUw/MAswGZ7xC74NXLJta2DdgV7rUs7HMhfdDmWZowkjvB+ck9xxSle24ZGIwDGfzPVKNRZUOLSyqBk8hEGhkIxYKSAeG52OJz9Y9iMoZ19NZtGTaZ1GkKzypwZcuTcWNrBTcv99CqVYSNKTm3kwD9sY+j4TMcDvbwZB94tGehP9TgLzIEUS6xFcy6NqVgZKO+wCKgml7H2o6O9R02SlSGGK1rK3oNdu4imAUI/FDtNREtPNXhMQgzjMYFxrMMizjDPE6h2QV0l24WVGTTfsgqGb1UIZHJW8jzXa+4Ao4wP55D7OTITE8IhJAspaG33sLKRgvjwRjjwUjsZsMpa5Ofa2iWzF/WhKxNak0btYatsjGruqj7GJtAGzCqm/KCTekE83mKbEEXD6pdI1FTLuYkVqliXKwZWVyQaOdwqBxxku7ETcU0yua4KhmXjFyubY5jor1WRXuzDrtqIdVojZljcDjH8GCBWpv7H68ns24jyaOsWhUZ27c6uHKzi/OjGR788BTHuxMBVXi/pLnKsyAPeARgWc85iWRd0znDkBxlpbaokcR21URzjbEiajx7MsezJwu4Th29lR46vQ7smge7XkGcXCBJB+rwQaY3bbhIuNQKBEc5giPl7qDbqfy7xb1OFMi0D2LUgVKIZQTTmdVumNhYW8Pm2jr6Z2c4Pz1H6oTQmwVMkr8cMroZiUCQAwinBhZT5kGykcpmaA7LiWHaBIp5TLVQZGzSuNDA+BXIoNp0dlZgNgQmEyAMAbeqskfjqYF4ZsienuoBrFqEjdsZNm6lmI/oHKBhdppickiWdYL2jQLNqwU0Zgu5jkRUULmxoCXuoEA8NXHv7jXcvbMjtmPD4RSnByNxRyEQu3bPweqrLuJRjojq44sc87NcrM85XzhoTWs3Mti1QpyY2GyZjkg+IijvQY89tFp1AYDZtA0XVEPPUW+FqLVCWFYVpt5AEBS4GMwx8xdSDxBMXGm3hJUeTHP0jxeY+xFQC6HVIqxvONjYdOB5HnSjIvbAj3/qY+8LXyI5siBF+5KG7o6G+poBp8G6k/WejWJmY22dOfQ9JEaEgwEB4IEAwKGfodrUUW0aQEzw20E40TE6ijE+jlHd0FDdpH1wDc1WC3ZhiQI4GYXwNgp46zkWWGCWMqeIecskatpAUAMWNTgkC1aUe8jgJIU/Ura0VI6b3TmMzgK5wSaZktp6noWKZ2Pup/KcL2Z09sil5rh6zcX6uoPjJ4mMra0V3Li1gZVLLThtB0bdxMnuMU72jnD8pMDxYx2Gm2HjlRDNzVBU3hyX1y7j8to2NnorWOtR3Z/j0598iU8/fQg/TTDnAV/ieVQWK+s2An+a5JYbmE0yjIep7CeiAG6wMU5rTEO+BwE21rEk1tI+8vqNKzL2nh1ijwrVKJLzJpt0rOnYBGu1XLTbntR1k2GI2YTgvIEo0MVynLG1bHpJVmtQQTirI/KrqDRCVBuBzC3OMao/JqKyZrMgRqGRlKWh1tTQ6pnKBcPSBfw9P+FzzmYaQdgMwz6BwQKNlo5aU1nc8hrEUS7uEtyrCNzzzNBoQAaB63anitmkwOMv5zh8xuYfFbgart12ZPBMgYIZwToO9iIc7kVo8KzW4mHHQTx3ZK2262NYtbE46hROJM13wMNipGN2nGJ2kqGSufAyVxqudMki2ajGZpFTxWyeYUZrdTbNLLpI8CzDGjfH+Vkf/fM+Ot0tGWykEr9L4gVGgz5mkzEcuw3HbsG0GdcTlgpaqmcNLBYhFvNQ1N6NFnOtM7RXI5h2iqM9XUYWNZDFDQHP+d8dj3m6PJvo5X1WzVdePwGAy6b00g1NoggYoWCpfDSqkpbOuXT2WdBmMp+j0MfIMUWWM/tuAR01GFodttWEy89veGXWKr8fCdcE2LgvevJdRKnEet2k2w+JDATHRNskGcOcuCRjkbzHhjfXykrFwdpGG25Fw7OjB9g/fIArOxu4srMpiu/hGWs6YDpIMB3EyuWqThvVCKa7EIZ5wvUltpGlHrLExepWgs1rMdwqleexRAecHAY4PgzRXddxacfCysoaWrUbQNrFV58e4uFPj9C7PEPvsi9NfxN1ZIs6jp9WcLxbUfE/rjqj/SwArIBXpc56AbK+ULoqsJP9Hj6f3VUDr9yrYG3dxsVZjIvzBOOheu5p5W4YVAHTta1Ulj63MVuS5nnNlf3wMoDoBeD6F9GwlwGzlxnHP2///DO9s1Lyp7j9z6WnP6P+XV4DaWCWIoASGn9O2qfadXltRPlS2nEue3H8j0uLT1L8WMSItakMBZryPCm27g5rWpWFyetI9bjYnKu78byJ/1wosLRHLZuxS9vFvwiRvwTfl9/jr/4Z6RQ+520rkL4U+pbtX2nGvww8l+pjcd0q7R6luS/tR9ULWwLFBBokTfO5NfQS0Vc2yMtIpeVvKbEC8w4VA1qBd0oEwNw/Uf2WimCxVMw52BSO5LTMXhAb2KwnJE+aeeJphiheIIznaFRNdOoumq6FjmWgyR6kxJRFos/gOxHOCxkTR45WGRWnBBSs6W2JAWGTfh4lMvojX5TACd2LaGcsijsCNtwL6AoQK8KAgFnq2r5su/6XKYFfVqi+fO9eVgEve7wKvFFkIyrYxMGPMWMNE7e+1sa9b/WwsuHAZnMzTPHwgzG+/GCM8TTBPMxxY6eDv/udHbz52ioSK5IxjVNMkwzjSYHJWMfpYYjPf3SIB58cip0mYzyEtFxzpNabBwUWiwyLWShDgByJESOxhUpF7jFVVGtV+DMfo9EY7VYbd+7cwUp3Bc92n2Fvd196K8wp3bjewtXXV9DaqOKrzw7x8PMj/E//+B38i3/8LrpFiMlXu3jy4yP82XsjfPDRBP3CQJ8uGASWqGZlj1szRc24tJf8eQD4ZQvovwkAlhgw9iipbqMKnA6NJCuU65bLNbxh4urOJfzt/+Ib+Obbr8E7GMM7GOHBp1/ikx9/hoMgwGy1i3m9Kv039r1mizn8YA6n5qLVbaHdbWJzfRWXNlbgRincOJXeEftbBBFj7sPs91IBxyJD+tEKcBFLX/YpS6tnqtGV8laBW6ICLsFhAWIzwl+qduPEJMicsZcm6nxNIvnCRSgxZlTQ8Yy7hH1k3ZKzU/k8a0o5zPooIeBGdat44yucQe0iaj95ntJeNn6XICuBQ/W5lDpYAcAlTMGLUAqeuH0sXUTFKZOfg0pzwR1UJJLlqHkpTjbMxGVsEXvo5Yr/nFy9VHU+79/TJlplAcv+t1zhSqCToi+bADCXFi2TwfMbBVME/hDznvBdKEAz8eFnX8nQXRMb2yto9Rqoeh4qFPkwzo+KTRLHfF+pe+UP3crYs1X7g6joSwJcebdU5jr3E3FI4XxQoLqMlPWKUnGzX82vrDKaA6lPCHaKKwedCl7Cg5SLrFqJSbKuOjZ67ZaQR3udDi76ffT7fREs0S6fdsXMROdtYt+a30vmBAdfm/79UjNz7pGIoXAQ1qNiy10Uz0k/YtXNtV6wilJSWgJICjbWULVdAYEpnFmC9bR/FnBXAFxD5QSXGcDLPcuPAsyjUNagJoVppiHfYRGG0i9jnBbBdKrbKdThGspnXeyslwCwWA4r23fOV76HQ1Wh7G3cp1Q0FgkLJOHQZn338AR7hydI9QJuw0O1XkOr0USdbMcgRhEm8h4UKQVRjIvRREQuhKpZCXV6dG5Yl7ppNBpiPBlh6vuY+TMESY4gyaBbDmyvJvMgXQRIFgHql2+jcfk2WqubaHVX4IijGe3QLVhpDjPNYeR70IuvBA9y69uwqtsYjw1MxioilgQq7iOybz9/il8mypUxF6WkVNaQ51GtimxHnpPY1/M+V1KYHgEC5UBLdwzRRHLeTs5kFJ4rILDm0B2yBU1nzJYi75jMVRdLdhLqmVOVQctt6LmNlEr0hG6gGjzXErcbnttYcobxBEE8FndCw/SQZFRaU6xlwLOr8KwKivgcWXAESx+gWpnCdvgcXEGhb2M8s2WsNee4uTnEJQLA2SN0s8dYZA0EWQPhwkI40zEOuzjR7+IMtzDNTExTRgP4KLQJPD1Aw8jQsXJs9Wxc6tn48Psf4Y//4M9wsH9MrEd8UUR5UTiq+fVCUq0WaE1yKPiTLFNU9pC67optLIWcHFLUwingIkepHFRh4crCdhm+Lj00Os42TWGNbWytYX1rTW5Yqk+wmM1x9AmHD1eyz1xYdQ1Gg7I05lgp1n/oR5IzZDpsRNKuUIG5nATM05AcNbIrRLb/ElhZzhyCggzbVpkoahkUt2Vu5MLS4PcooNF+UNfgVFhYABEbM7TwYhAveJhlczSB5YpPoYBoWa5yb9m8owRciIg8vOWl5VdNLaJJQmaKUkYxa2kJxlE5mxVUELK4oFKYL+3BAO0IFAtCWfyQXcQGMBUsL21kS4RTGDDKpkWyPDlok8sGCK8VAWCbGc9UJZY2OVJkK3sIeZiWWwSV2tTqU/krbIcchq0Yl/k8RzZlfmmJcgtRUzFrqj0P1a6HVq+KbrcqigvJbpjNMKN6e0bLZ7JgCmQRwWQNRagYFZxUq9sdbF5bgWbnGDErasa8IWWpTSU3M0wV4UBHHuvI5mSpcUdJAU8doOW8ySlagg/L0wdVv40Nzi9aTZNBliAaZ9JgfP48cNUQFTbVKyaKiil2DeKdGOcoIh31qoV732zh7jeb0PRUmobMEf3sBzNcnMbobpnoXjaxslPD6k4N508jPHxvjMF5BO+yDmfVQHRUyDBpGdpWtkzRVJMmrNzOHOheamDtaluyw0YXY0wnvtgHsQZQWdFAra6h09XQaFvPyRX7uz4Odn0E00yAE1pYe8x+a9Gq3IVTdUV9VrHow8/MA1sNkgNs2kVFiKOF2GDT3hIp1V+0ItWQOgukzlwO3ZbmwSgqYjnJMRtGmA4i+JMF/CltCPm8ksjBZr9aByQbocyx4T/wbqWTBMmY1iNq/nm0Vu2yYcSuPBttJICwyc+iTVlFCMmitHA22LQ1UyzGKSanqVgei88EQwZKIn3Bxgu94jlV2fQn+CyHrhyWS2DDErsT161IoTsbTjAdToRQQNKH2CSzUahDQBsSMAQAdtlozzGfkDGso7POhnNV7HDE1rm0nWL+RBgS3J3Dn0WYzWglRUWSLYxfZoNR1TEZzjAZTlHtOZJP6dS4DhG01iTblyOcR4h8/j7VfmT78alXub60YmexKPmqzDRh5GKUimqE15qM+YI5nREZTnRlMGWznC9iAc4rHl+T95wEChZqNl59vSujMOeA4SMpQkRZIMqbwZEOf2jiyrUGruzUxeZxniSYDFSO+/Q0xNvf6OLtb3axdzjFTz+/QB5b2F5Zx6VuD512BZ1WBY9+9BSPPn6KV+/dxXd/+Tu4evsqfveP/gi/+0d/iP6Fhn5fwyqt/u6maHd1+LMKJhMHx8cLHJ0scPOahdfve7h22cbOhoWtVdrb2tAdC4fnM+wdj8XuenW9B61w8P6fn+GDPzvHu19fx7vvbmA0ifHoqwkOT3zUezrqKwbO9yOcHYS4f6uOv/fdFaytWXjwdIiv9qcY5AYGuYmTZxqOH2sYsyl6tkAyjXDnvos7r7loNzZQr2zh9DDAx+8/xmIyxf/w396R8XvvPcTvvfcVRotYiiTaqNfbMeqdGJXchJeRcpIj0BKcjTJ8/kWO3d0cV7rAlQ7wy7+0hl/7tU2sbZroj8fYP5ng3/27hYzFgoxLG6+/2cQ/+EereOvrHo6Pz3B0fIonBymeHCQYXlBJbsIfahidJhifpei1bfQ6NtY3Taxvm6i3ddkfw4SWkikef5XCtAmAktREEC7H9KxArebJWLnuYe1WRdTvT38yQP/ZFLUKUPWArVdcbN12ESZKpTcdJ3Ck0KUdrco3pH04QQq3SgJRC2a1ipNTxX7PYlb2jJsge1RD4GuYXeSYXhTK4YO2SWRlcl1gU8C15LrefKWOW6/wUMRGjo9WJcVbr67irVdXUNW6MsKAzYoDnA0H2DuNsXcWY/dsgb2zOU7OmBNpYb7g06XEA9s7NrZ3LKlJxhcBptMU06BAomvobpvoXDYll5EAcOED6RRwIxM32y3c6LQFBLe9HINJiIPTBZ4dBQLKH/ZjWC2IW0NhFsi4kZGdWthlrIBqUkmDhyQ5WiaV7FXJoSI7OrYQxybmM7qlRFIzdDcr6Fyi4miBLF1gNsgxPiZQSHxY+RCoXM2ymVbWANI+laaqqnMcgsBVHdWGg0a7KpmDtUZNRjgNEE5D9M8mOD+fYND3xdqOe/Xyj0Ggs2ZIXrwAwDoBGtZFPGxaojzkvTMttYaFPmsvNvcrWLlUh9PUkTgxMoOgDusYDRXm/OiW2Dr3D+aioty52xbVerNNALCCZw/H+ORPT3D4lF9Y+T3xGML1Who5ZGkTjK4X0D0gpw1qAMknrvUcrG672L7lii368CjA4HiB0wM2yCOsbW/h5ms3sHp5DXvPjrD37Fiszh0jgesaAqCZro7MShAXCc4/83H22Vyy4txGIQopt6IIT7QG5fDHGaZDkh0V275WrWBrawOXtzZweLCPo4N95G4Kp2fB6xGgLVCpAJMLrrskfeUIZiTomUJ2oUIcWiCDzxkdKrSigTzuoMhaaGyM0dgco2ZXUTVoI1qINV+/H8GreHArFRhJBXpaRZKGCPIJCmeG5qUpGpcmSBhjMddEoRv01ZypXk5R2eD1dKG7yrqPc8SnIrIPxFML9+/fwGv3r4tqaTyZ4uTZEHufnYkt79prFay97iEcxAjpOnBCcDlD7Bfw6g7cOr0WY2gENWqFOM7wcM/s18jX4WhtuFob7VYDnQ4PUXOcHp2gf36CjS0Dm1usKwiAOAiCHJMZc5HYIKcKIkevXUevVRdLbarz2eCY5xP42RRXrlZk8Hv68wTDfobTp8DZswLRJEE0TVBfA9rbGmprGtymjkrTQMNsomE10WzW0erUMc8WOBge4XQ0QDjLZVQadHTJkfgGFn0b4ciQ68q8X28dqKwXqLRd0L6LxLnp3hSL0zma2y6aV1yEWgA/9YXkoCc2dNqkBh4QVFCv6Wi0VcNmNi0Qh+Uh1akhMgcIjSHmoY/ZPBBWdaPlyTM0uAhkBD4jUgrUqzZu3Kxhc93Dw499PPzIx861Vbz6xiWs77ThdD2YDQv7Xx1j/+EJTh4nOH2ao97WcPvrBtau5xhNphiNZ7h/+03cv/WWWMEVGRWOEzz4/Ck+f7CL1GAOOh0FaL/Lhg7jWBSBnYsSTzDjQYbhORcQvj7EFnzpp8lmFRs54ZyqczZXPdy5dwV3713F46fP8OTJM1FtVqrMt6MCn+tlhGbTlUELZhLZZmOupZooxd2aLns1iS2smbOojnjeQrJowKvN4NZm8OozVOq+nEX9qSm/VxAA1mNU6iRrFuiuWlhbd6SZcH5KAJgLpSJhTsd0r1AAcLtniF30MiuOmbck9JFEqZOobBro9HR0exq8CrOJTcwmwOFuhvOjTJ4tAgR3XqvjzusNYfITzPanGi6EwMb93JRhMG83bMjho3BOAaePwmXOeCCAia7XsBgbmB7nmB4D1ayCSlbFYj7DzB8KCCw526YDr7EBr74h5ErJcSxt9dmQGZ4PMOxfoNVdQ6uzLo1GlU2eIY/53QiusHalpWECi8QVxi1xvYYuCq/5PEBnpcDaJQ1enfd/ITafF0dV9I+Yz9eAbdZRqVBJlsKy6NxDm0MSBJTlrADAbFYKAKwI7pKnKpl9SiVUqZAM0EKn2xLVDIG1i4GPk7MpwmQG0/FhWD7SYir5uiTu0DaO7+86HRh6Re4Vh9ThEecxFdOly5hYFtNWnQ1utR+r43usIgkQotl20Wy5YuXIHgLPDM1WTRy3nu59gSd7X+L2nSu4/cpVmEYD0dzGuJ9j94szGd0NB911RmnxnBQqB49ZC6HfkL2XasL17QRbNxJU6lQIsVm8QP9UR/+E5JU5qp2p2Kdf3Xob9coVyeJ9+rAP3XsG3duHaznwzA70pIf+YRMXh02JU+FQDnMvK4BfZHgrMFT1IJa9fiGx6YYotdlQ7vSAV+65WN+0MaWr01hDn/v9qfouhuEIkVY1djlK5WjZ6JF+lCj0SNhTxK4lmPsCmHlZifyXyIJf+pxlU+xFYSNfbvl/X/SX/rJXefk6qN9QijiFG6gXeRksWoK6SxtTrmcq85eN8SV5QK0DlUoVtVoDtuXI3JUMQ7H1jJR4gH2MEvglkKhIDgqIUGB8ae8qwglycf46Ze/LX/lvUAC/BCzzK77cgxPARHKOl5m1ChJRQM6LvGL5f/yMvDh8XqVJr+KYeH4VUpiowNVVFVNOArs63RqEx4eMsVJZIiRv06hJT5PNXWXFKjIXIRcJwYjzhbaGdOMSYDiRmBeSrSULtyDIECKcTxAFU6RZIKNTd7DaqqDtWGgbQIOvy4Yf34fWoLqOsAAWaYFFSmJ2IkP6BBp7iw4s14Vu0zFDWk6YzkNMFqH0fXJRQGuKBBpnmIxnGI9n0r9bzi1lnatILS/f35cV5epnf3YK/8zcKzESKZcJstiEptiDU9eVbnTs6d76WgevfruHlXVHqJ4EHb74wRBfvD/AYkGbaxM7l2r4zhs93L/dhNU0YLYMDMIQF0EAP6Qjg4vzsxwfv7eHj7+3h07LlUFXAa637F2cnk3EhUXAGpIASKhn095kpIcCfi0qHx2uEVOMhmOsra7hnXfewdrqKj764cf4+MOPSys54NLNDq7eW0XrUgUPnxzj4dNj/M//8F0Z1fEEhx98jk8+OsC//8kc/+nLALqt7gkJYjHzoAlQCo2eV2hpv/jiepZt1Z95nv8qEHh5HxQATOADyNgr43QmAJsUaK676Fx2cf/V2/hvfuU38UtvfxOPfuvf4PFv/Wv8+cUEfxJlWKx1cOXVa1jZ7CG+mCLuT3E4G+JwNkLIvbnI5Tywc/sadl65Bm8WwfMjeEUBT2LADESeidg2YZJ4GtN9w4ZhUwWq7IIJ/Klnc+nwWcYisvdfEtiUkx33UKUUFQWpaSCjI6dFZ6gSTDNIOKfbIldl1bsmKExLaFp1+7O5ZO9Kz5uWudKfc8VaN6JCTzJMlT0xCcBJHCmlJvs+clGXxEElTFNrp1IGL0k2yt2GGIDAb6rPJ9FuBNkIcJP0oM7WAoCXNRqVmSQmMrZISPGykXJtUcpXEhPkRoodnuTtAAAgAElEQVRroFrbnrttlXnP6jOWf8qfYZlj5wUsirzEr5VeAYwxITG5gJXRCp/gqi3jTz96IMOq2di5vYHVjQ4atRqa1SpiAexohz7GxWCIgNE6ovpV4DWBU2YqS24v35OKVnrYl6Aj/00BxCSFhVLfLe2rXZsEI5JoKMwhOKyeR9rUi7U0FcgSV8I8XyWYUTW8uvaX1lZwZWsDaz31eXlvD/YPZNCdiz3iRRhjOJ4jijN0Oi102oxF4j5G91ZGVynhjqiZSeAXrCN7rvLm/iYKZaqOBeURYKWMt1SMSuXqyKGjQmtvznVlQylq+OliLkM50DBuxVY/Q6EWs6HDEGN/hvF8imqzhpWNVdieo/KQfV/IinSsqXlVNOtN1Jily+xf5gnbJlzbfJ43LXNQoruKklBA8P+FcJEfn7UR+9Qcj3af4avdfSzKfG2e1Ve6PYnRqTC326SOXFkWj6dTnJwPcXw+QJRqCDOgs9KTOBzuF/O5j7nU8QSAWc8qYRB7pjprK87CRNmXb937Ni7d+za8eqesVUmEMAUArlo6qiT0x7tIw69g2jrc+hac2hb8mYn5VPkcPCdeLkFgzgt5QpbHIJWJrYivPOmVz3KZmy1RjstYCKLIViKDJKlYXC2poFfPX0FQJZooa0vHRk5SZuEx9fm5K42eFDAS9qQiiWPhwqtnjDgykEQLpNFCIt6ITXgVEjKpoDcQBEMEwQAZcT/NQpLRFt6TwSxiimqy+AhJ9Ay6OYFbpyuhhTDdQJRuII0Y62XjUmuKVzZOsVW/QC87RTc7gZ86mKcOJlNNnF8vwg5OnPs4s17BPHPhZ4ztGSFN+mhYIdYqwGZNw2bLwWbbwfe+9yH+w3/4UzzbP5Q+f2G7Bla361jbbiCMI8khm81iTMeRZCUtWSXs2nGT55OqllHuHSwoqIpV6g1hw4jCjeygpamO2hiWVsEEG23XhFUxYEnmG+1sa6i36ii4MCzmiPwQ07MI0zNmrym2MNVuVIcIsyQsBCyk7UESJZKBwYeeQLNS9LLIoIReFTti/UCsuzSLl+KfU44H0RLE4UPPD1pGHj9XNysQkJYLVPjyQKYhDTKkYkFJJJQLO5tyBLW4WSgzeHq1pzzk8RrR/lCM47mz5AIkUz1D4JobLGc0LWN5GDQ1esoTkScAqJiISyojD/fSZFjaai8D5sVaQoHdArL/XOEsx5vSvpobl2KOlAU+s3wtBQAzR4A2kLKZP8/FUeCaHAZKW+2lApgqYG64smAGhYDA3BAN14BJVRDvsadLZi8bXjaLCCJ+KZWoIRYTlZ9B4Fpsb6j4jQog0IGIr5NDd2gNWkN7tSHWF9PZHLP5HAaV4ATB+DllThCYB9KAl9+AzuHk0F0eNlWuCi+/qH0iql9ULjBVydWOC4M9sYDh8hHSBQkG6tAlJTSbD1RPEFRg0DwHw+PjWFTKRaShVrdx/zst3P9OG3EQSsbewcMADz9awB/nuPpaDVdfq4s3fGZk6O9HOHiwwHySobqi1NHxOEM8om21sh8XAoZUFQQmyUo34TZMeE0LhcamT4gwoBUJc+7K7Gq9EBswKtyoWBQbFMfCoM+mZCxEA7GJo40ILcasRNSklmeg6lqoubaonZnnGLOJm1KZToA5Fu98US5pKk/bq1qSlZybAXIjEBWeyhq0kITMdFgC9LnkLdJyigDwEqhQKluV7cm5y53DMFzomi2KmXxRbtDIYbsaqg0yQMmqsYXRzOxnjmV+Eac4gW0O2jhDTxDPciwGSrlKIZW4AmRkhpklEYLNlkIyAy1XARBsHCpFkVLjSiOh0LCYLhBMA1kHlpnSMv95sBIAWzW1aO1JcCpakDTDueGiUrdhlZmaUknktJ+hxWmAKFCHcR5eCSiL1X6ZpcI5EMxDKRrsmiVqdT6vaq2iQp3WzMznTWQ9pP1IhXkpdAhglgHRfuXXAK/qolplHjOV0FQbkqjCg72BPIyR83OwWKJVRgJR1kcBFUJsJBhChuG6V3FMvPlOD29+bQUwFzJo6RrnMSajBIePUwyOC1y72ZLBZTLIM4wHIQ6/mGJ8tMBbX2/h7a83sX/k47MvhpIxeOvyJja6HSRirxPDDXO4YYbt65dx/f51WK06/u3vvY9/+3s/UIxCU8f6lo5rt3RUajouzg0M+hqGF7GM23eqePOtBq5uWdhoFFiljRNt+i0TR30f+0dTsZ3y6g1kmYlHnw7x+CdD3L67gtt3egijAmdnIfqDEAFiGQ3XQMM1sbNRwZ0rdWEl71+EavgB9mchTvY0nD3W4fdz5H4IK0vw5jsrePPdFfgTE2dHmljWHTw9h2Pm+Bf/7A3883/2Ov7NH36K/+cPP8Uij9FZcdDqWrCcBDYHCReJIUrqGWJcTFPs70HUum/edGW8+loNr75Rg1vT5PvtHvj49787l7G6XsHNuw3cvV/F/dc89FY0fPHgAl8+uMDFrMDFtMBspiGcEwSGZE+G0wyXNi1c2rDQ7v7/nL33j13pmSb2nJxuvrciqxiaqdWB3WpJrTSjkTRpZ7DGwFgY/mkW/snhTzLgXwwYNmAY64W1a3tXO6uRNFJLLXVQZ5LNUGTlujmcHIzn/c4lKVkLGG7hUzXZZNW995zzfe/7PslBs61UOybtnGDid+9N8bv3pzCsQlRWPP+ZdxzNKnR2bHSpsvVpo2RjNctxfrBCPE+wd9WW5TYqOM1KACpaXi6mBfp9E4M+SWcc4JB4xYaRJB6SLXwanGOxiCR/k40kn7U0hgzHp8NCMqq5uj0Xg01aTVKdzyzPDA2Xe5yJW7cCWR0O+SsTLc/CtSsWrl61cHyg4/gxVcYzTMMLTMMlpivIGi0yjBdUE+oIZ1TUEgcqUNk8o0y0+yaW0xTTC9ZR3MOZeWzUxA1byGpC1GBu6gwwYwN7rQD7rUCAilYXwu4fThIMpxnOZyXGyxK5XaJwSsk24eKeQGa0WKASVBYGa6HcC9ZZZ6KaVa4VRW6hyG2sVmyiyUDNEHRsNLoWXNpDu5oQ2ubniRCE6KbBM0LcCMSiiPWMGsjJgJGMZzqq0CGBme3M73VJCLLgNhy0O4HY7Gr8DDJazSeYzyPMZhFWixjLZSzscHE6YNaxa0r0BoEWNpbcO0nqEuWKbspwwLUN2KbKQUuyQoruoEWCUoUEiQDAPMccz0AV65ING09yRBPa+Gm4dWcLt17fxGKSYjFOcXo0w9HBBLNxVCtHWDnaMMhKkoajkngSAtQsx2JajMYJulsuBvuBPJtNZoQbFcI5wSCSjCyEKxNBs4P2Rg+27+L07FQWLfZtye5U9yxB80bXgOfrWDwF5k/phrKU3B0CUMp+nwBOAD/wsZxzb40kq5fno+f42NwcYGtrAycnhzg5PhTCmzsw4Q9stFoWWm0L83EiJCxa1q5mJMnxfKD1sYMKS1kcbJD9raGFKqPisg1/YwRvMJSMYafykax0jKkeI4FMrMZoSdaRlVe8AlNo7gK9Kyv0riwRTQ1EMxNVZMJISGgqYWxQURpDdwJoDr9ngnhGADjH8kJDMrNx6/Zl3Lp1WcDGVRRhfLrE8cOFZE82XwKa1yCEmmyWYnWeYXFcIA+Zw+rAbzpINL6WBFazlExiErnKzAFyF2bZhFVwGK5UluF8ieHpENPRGJf2HVzad6V55b2+XBUYT1KswgKWYwp5RFTgpY7Ac9AIPLB3yowUuZFisEEXCtZWBcKYbhckw9DungpqYH4GuP0cjd0C7R0NrU0TnU0bDd1HQ6fa0RLnk6iKMc2nmKdLqWfjBc8nWgwXiCYaJocGorEBIzVgZAbMfiGr0fXR6rbgwEY5TFFNM6CdA60MsZYiKkngq1CQtLI0kE8tWbRT7G+RdAfMpgXiiMz6AIHnI9VnSIyZWKAz5Ir7sXwWjonpJMZ0kkjeLkmXDd/C1SsuNno2vnh3ic/fXeLK1T5eubON3esDBNtt2F0Pdz98hLsfPML4sMDsVBdw9todoH+5kD19vozw9Ttfw9ff+Lo4KUzGh6IM/eLzC9z9YgjD12H4VJ0XAu7xOaUbgeMpC0wCpPNphfmEln2aAMxcrHe4hPOs01lIR76kn5KD3b2OLILPkykHNARIciHVsgdjVvnGZiCLGcCzSShkjPlER0hiQYMKYFZ6DrTSQR6vAeBmDfwu4Dbn8BoEBXLMp3R1IQCsLOpp+8zV6xsYDFQkyelxLmuN8i7njF6hAqZCq88sduWKxWihOCwRLkmgZamnhq7bexa29y1RkHHPXkyB80MDsxFrR9baOa7f9nD9lkdmEeZjgszA8DTH8CxHt+fLKhMb4ZiqkBxuewq7NQP8EJW/QlFZyAsH4dTC6txAeGYhKFrwixZWyxlmiwtk5Uo5KDgmPH8LXrBV5+DSRqnORityUWit5kv4QVuWONEIE1+N0yX1l4Rr9tu0ijMJXCrlP89DDi2p1t/cK7H3ErMiC7mOyzmdWFqYnrVUfh0zlV3A83h/0DWjFMWOnHECmCjl5DOVJQfQHFwLOTgRy0CStAeDPjY2B6ICZuzL+cUcRycTxGkEx2V/STI4QXIVAyPKoop9hFs7OagzmTW/tD4Ee0QBwZ8t9HqlrpOeiPcEbQETZPkSRbVEd2Cj12eesAJKOfTm0JMxOU+PHuDp8QP0BwP0+xvotDfQDHrQSxePvzzGwf0TGE4Ok8vSpJdD5SONukjjVv0+E/R3cmxfLsTG3HYjsaMendoYndkwXN4LIyEDBc4VuOYuqoKWCz5W6adYZZ9JH26jDyQDjI7bGB+3YTilIv+SCPdMyaUwujXgp1RlSun5+wCwLj06wf5uv8SNlxn9YklmMdfJ0QqnxyS08fNSAIUCf5+rQxVzTU2weM5yv1aJtLUk+dn0/Y9bQf8+PPYcqFbYx+/Duy+qg5+Dy2sBxfPv9NwGu9b+ikzwmVf0s9S09fdXALAahEorWar7k0DG+u15tUKdg3fGYnFOR7U4gRSCwBy8r8HB54rrF0H4ugyqCRGiQJQ51v8bIPw9FXT9n//Y7z3DNQTPff5elbVjLTh5EfCuP071sa5R3BpoWmcCyvC3to2UQbnqizn/lZkeb6MaSFlL+/idJMqOKiqpaTm3Ui45/JxkhrZW/4s9dZ3HyDfPh7UiUZoW0YUAwJZ8L6V+KfMYaTpDnnCvD5HnIXoNC5stF11bR1vL0SLpoMhg0P1L+fwhKkus8hIRsxjzUobWRklgR6m4BbGm4krTJTNzugwxWYagAEzl3KmcNrYHFAXMZwuZL6wzT1WOsgJJ1yDwcyD4+b0mAMgLH/ca01tfO6XdptMaFcAK+GPfRxDe6ZiiAr75Vgdf+VZPAGCbToZpjru/GuOLd0YSlcMh+/WdBr73egd3bjZhdS1Z59EKF3GIkBEFZQOTsY4PfvVYVtNzxdmIkCDP+DDKMJmF0lcohejaBryEbdO9ooVGK5A6kur4MIxE9bi9TXevt7CxsYHfvvs+3nv3fYXJ6Ro2r7Wwc7snXzXm5GoF/vkbV/HP37gG7XyCww/u44MPj/B/fbjAT79YoWLWgG3Wua4kX3AQqfIQVZ6oUn++IFj9vYfnD8HfPwa+871x6st7kOTfUkiyat157Sre/tot3Ly0g5eCATY1D5/8h1/i43/4BT4NE3xKRe2gi93r++htdFEtVqjohpcnWOaJ9G88v/ymj43dDQx2N1AsViiXoYCNruTsakhIMuIMjh2SEC0o2KjPpXUOqfRq6plaa/TXzpfyfD+zZOfZzX7DhrHOFhOVrwLTGInj1gAwVZFrQRfBVgUAL2VmJlEAjEmoc37Fltc2oUttr+7LPCNxKX0GACtVsto71/+s3RBUBnAtJiFQJBArIUKqewkAK+BXgGrGqNF5NGE8Ed1x+ATTHZM/30JFsJAzQebLct7J2XkN/PIzEYVjvSfJNv/cGLXe5dRMe/0PQV7R9nJOSncxSrBpOS4qxYoml7DoUEm3Qt3GJw+P8PHDQxiehY29nvTiDpWqhrJL5uvls0AwkgQ71g08K1WGdiIRKItVKHFSEmnT6z3LKk4okOIZkjFTmasGcKlg5XxTN7FgVuzFVK4TZ/6ijrRJbHRkzil/v1BzW5GgsMbRdexsDLC3syWAahpnAvTP5zPM51MkBS2VS1H/LsJU9sjA96VXYY1ItR63SM71KX5hj8tFIJ8A8VopKl+fKbKVvTK5YWqOW58xotBWMxACs7RP5jXnPcXXv4wjLJJIEY9oEmZa8AkA67TvVzbkiziURaeYTrcl/TX7WQLu7FsIYDc8H82gJc+33E8cKNX6b4mtJCnb1mVuzb2BMLzId2pOmxLoKczFI2DeCHA+HEsOMJXdxK34jkSRz+fK98Whiloez1A51owTGM6WuBgvcT5ZwgtI4m8L8M+/z1qBc3sufowqGVT89aFZNrxOW1Z//2sYXP4aLNtHVZKoyEx7S3oEzyjh8RzIDlEljwRzs4NNWP42otCSucmz7FmeU/J4cmItBtjPE0uFCKlIUWuyicb3KJik0rLyHDAZAcKqgPFiXKTjkCRFIaqozUkci2XRIZOOaAT8GXdTlIxxUYxig70Gew49Q0kAWM/FjYGL14rPP7Ea3abjmg7ft+A5BLqpDk5VtIOmIy0tZDkJeA586LLK9BB58hCGE8LrONB9H4uoh3nUU26zhYFLnSFubT3BpeY5OvkE3WKiSF55ifHUwtnQwUmyjSP3dZy6t5GVuiwXY/gVAeAMLcdGh7Ugo7scD+/95jf42c9+iqOjI2jMcG52Xbz5rT28+a19zKMZ5uEMR8dzYfuPLlIUKS0VaQ9HuwMWPXWmCsExYpMlB7WqeWEhwBtSCmrJizKfMQplK6XPd0AVkQuPSj4CpjY5DrTOqJDNCmQXBcqohO6pRTCCF4/KUKo3K5KWpAarnwJBhNeWFCq7ikeQAD3cRQXR5WsiuKJUggSGqRDmrE/AFBWh8QL9TXYAAUOpHK5MlXP87GDjz+Z7p6A3V6CzHC5sRo0cMMnGpGqgtnzlji93oZi3i8Ufl9t2EPR8GZ4mcShqwCLUZIlCl5uXPO2qEVTslLX9RU1cWx8k9fuV9/xCE8O/JBssv4dsfuo60cpDGgoV3FwzOdRGys+TlobC3iJTZs3E4AdQ+1gLoZb9+JoxSieJpBJFsNOy4bZteD0Xfs+F6dI3nsPvHItRLjl62RTIp4BOOyiXOSi1NRuBzFAXa2WrXcFuVSq/mayYnPnLtC7KYbY0WC0SOFRRkq8qrIZUSVCpbcPxyDgi80gxP8T+l/Y6bORz2q6Zsghieh4Bd+aG0dYvejYAl3qOHyfD45MCOrORDUcWH3Da+JCdLgBwy8KdH3Rx54ddzEcrzMcrHN2N8fijBFls4M73N3DnB5uSn/TkYIThWYLpuESR6Gi5VN/ayMsMeZUp28ZQvbegoV6nbtjQTAdJFiFKQilNJEcBuoCc2aKCThtNt0Jn08HGHpVYplK4CvOXihVTHWzMQi5yJNEKWbKSQYBh52j4LLJpT6BjcpZgdp4gnEEGx7QdKY0ShsdrogsQ3Wz5kqMn6TVainhZIpxXSm204irg0y606QhAGMahsL5o0y2Z0KKIZeYVLZmJTGuwzQA25WA1AYElDyX4ulnKtaQNqTDWHA+LZYLlgozv502aYdNijoc6LWUzlImGcmVKfm2a0WaZKnVHhsJrSxnarPnNAm7ABlrlVsueIwp+7j9kClcoqFKPSzgulYkEQFSGhbADHVPshFVfqsAwGSjRHkmsvJ/b4VPFRTUOLZ+ZW8aCgIoT2htxKJgzdN4shSBCpYQchGxK+U0MMqtU5psMNNnHi9uCyv1mdofvKsuSNI6EAamaXKDV9tHpNqT4FoeCks0UC2UNRRSijJi5mmIV5YhJ6OBnl6rMUT8wZY9IQ6UIfvs7W/jmdzehWTE0k1ZWKgtyeJ7i7odLHH6Z4NYrfdx6pSe2LLFGxlKCJx9PMHqywFffDvDW2w0cHa/wxb05XMvDa7f2sN1r4umTC1nfvHEN37pxFZ3dBtAzcRZH+Nf/+q6s7R0NWzs6di+72L3mSTNz9CTB6VGKiIroeYVX3ujgrW/1sb9joWckaBkpUkNDYmg4Plvh6eECs4gRCHyuNMwOl5gfLrGx08bmTluG8iRALMIcD0+meHg6wTfe6uLtr3bQc2wYKx1FamAJG9NCw0eHZ/jo8BSnj4DhQwv5vIJbpeh4wHf+7Dq++70b+Ph3Q/z8Pz7FwaOpfNY7mwH+u//mG/hv/+tv4H/+N+/hf/k376G0YuxfdbG9QwajsrexUgNWZkrjNs5DTMMc85GOMrbww2908cO3u2hvlHDbOcI8x+FZhoePU/zD/7nAP/zbJd7+ky7+9l9s4Np1tnEp5pMI7/5yjl//YibXh8B4khHoYmEomQRyT7101cS1axZ8Tk0rH47XRG+zB9sL8POfHODnP3ksw2SvoQYzyYp2O8DGTQ2DG8oGdnqkiS007fQd18Drbzfw2jebmF4sMR0ucXaQ4uxJgWgOXHvZw0tf8VXDUSp2IZuNNCoRzXXES9VgknHPLBG/5SCOKzx9FEpWrlJxanLfvfbWAF4bmCwnSNIVuhbQtYEbVx1cv+Zg4G/B17cR2B14rSm89gQ/+ckU//iPExwOIyxIeiE5hAx8mwVxzcRMNOixei4zN0Fqp6AmgGsxoVIzl2ZksGVK5IHhejAdH6dHC1nhuES+0IHQQGADgaVhY1PHYIukBrJMS2RSPDJ5TMcsyjGNMoRxiSgm07UmwzSY8a1WpfEZZCwFazSe35oUryxi2TZUsBHF3IMjRClzBUl+0zDot2SVaYLVbCY2j1QL87xQ+yz3SbpsKCcVyTGiDaZDWzoW+NyvWOzy+VevjfnEXA3mIllknKrBVBxnODsb4+x8Atf1xFmBRB5aCfE+Xy2XiFYradhEvV0zwDkUCCyekQ4Kp6IrqarL+PmTRBOr/ae5QZU+77lK1H10brEroNNw8PJr+7j92h4++fUZPnn3DItwicpOUBk5qlwXUpCm+dBAJQgZ6UpNzb2bN9w8nWORzbF52cPe9SYcEwgvQqSLVIBsNv+u24Xj9OQZUo4OPKtpBzSTs4GLr5nxC0Fg4PKVJnZ3aM3UknVw/wxffv4Es+lSwGfL1bGx3cbmVkcG3xzsyb6cKbvQTqeDTruDi+ExLoYn0PwMbt9EY8NGr9dAr9vAahEhXERyXy4mJE0STGeeFu26ZyiruXpiyB6vmLHRFstSqzOE1b5gF4cyovsDmzSVCUogfz6N4Jub8I0NAQgzfQqzscTWjRTbN1k7OJif2WDL03F9OH6JvDlCEZB124BmN5SDD51BhgVWQ2b6Wti/vI39y1tSjzOvh9a303NmqmfQektZ1SpByRiWcY7VRSHRE37TRdBwMYtjzJIYdrMUxW3QZiZfB7bRAhIXSAkWkOi3wnK6xGq8QryIcGkvwO5+AN1kNjWByEwUKFT59zYb6G0EmJ5HmJ2HaDZsbO020O65sAILFolZ7gKOO5dhI88MOo7MzivMzioMH1kYPrKht2M4mxG6+xo2911s7XtwCh12QQVjJsTbVM8EtC3tAsnCQLw04DVyqU/4/c6+1BCOdDQdS5q7spmiamVo9hrob/TR8ZpoZjbcTMc4G2KUDZEgR0r1fFginlQIRyWiMw3RKdDdcOS1sNEeDmnTXqDZ8GTlxgqFSUt1A70tF25gIKG1ZVZgucyxXGYoMsbHWEKs2dli7rWOL95d4Ytfh9jb7+D2qwNcurmFzv4GvEEbH/ziU3zwi8+wGgHZwhHL3o2XEjQ36YZC6/sS3/7G1/Cdt7+GNJ7g4OATHD49wv0vUty/m8LvGfC7HCJXiBMFArZ7VKvSBjhXa6UjWqnBU7unwNLlijb0JBQrYoWt27BLH7Zmw/YKOH4hwwvL8jEeRTh8MsZ0EqoeEhX2r7Swf7ktZ9FkxHOLynpDyEBOsxQikwDAZHtHtH9uIw2bCFoLBG0qgGdwGzNRrkzHdCthiUticoGNHQubu8yP1tBuqWHG8VGO40M6CRGtAMIlxDqaZMxGp4LfVhnIXElYIloWcr6ytiTZ9/ItD5dv+WoYNY8wn2iYX7iIlzb8AOIQsLtvYnePbHYNk3NgOiylL6Fj0dZWF5vbXcQzDRdP1aCzu5uivZVAayyhBUs6ymEVkehhIx57yEYB/KIHv+hitZxgujxDri9htTIhettGB7bZBqqm7DWsQVUGblmrazMYugNDrFg5jGVfwWwwDZbJvpXzBKXoY52+jmnh19liKTllu9cKXPsK/xsV0xWmFwaWow5W4y5sq4BtEyBgpA1VOWqPoX2kqMfqHNTfVz5SiawAtigKEcUrGTwK+WZ78zkAPJzh6GQEWkFLZiHdRpwCtsszk8rvpVJehyVS1tV5gCLzYdAmjmQoDpIIarP/qE8+IdSWJAxxv3YFAE6zKfJyKlbhvU0Vh0B1lQy1K8ZcJLgYPcX58OkzS+e9S/t46fpVbA4GOD46xvHhMSaTCabTidyznt2FaXRRFV2URRNxMkcUL9Dql+htVWj3C/Q2mUVOZT3tpD3AHsHwzxAnCWZDW1wjbt24g9s37+Bs/C7Ox+8iizkO6aMI+5ictAQAJsmW5CbpkWR2UY/4xMZYRVOtswSVDbcaBhKc468J5NA9rNXJcO1mhe0dE2VO4lIbR4dzHD1dCABsWZ58bvL8voinrsFl8qpfAIDXrmovIjR/TAn8h7OVF4HO/68A8B+qgF8EgNffT0j+fN21Mk2R79aqaQWQKztjZWlINyllG04AhBbwTcnR5t8hSZyKf6p+2WvL3xI7TzXjERCvVtyugdb1NXgG2oood+2p/Psg8P8fAFii2dZShlrZq6ZTitSv/v0FEkBtD/4si1jB12qYL4CvsvPmfiliETG1UIIIIWBwUL6+j2rIX6A1Ar8Cr5AMQLcCZalcMVtSpZKt5QUooNEAACAASURBVGHPbavlPlVgMHMiqTaUVypqEZJNubkvkGUr5PkKPU/HBrNrrQrtMkWjSmFXGeyKVqIZ4jJDSGeIPEfM600AieTLQoMpIhIS5PkKqQBlBqyJ4XyBEUFeVtd0C2NN57hSixIoWy1DUUCmiXJRkJgt0Z+sga7nX5+5Pr6A8r4IAv+hjbHEKNc220oBqQAcmxbQbQMvvdnE7a93MNixpU7W8gJ3fzXCvV+PkCUk/ni4tdPE919t4Y0bDZhdCyb7+3CJs2iJuGJIeAfzhYlP3n+Cj997Iue0BQerZYrplGSfWIg7HIivZ7VqVkrnHBvdXkdciFbhAstw+Sx/dmdnB6+/9jr63T4+fP8jfPj+xxI1wNXeD9B9qYn9l7t48+VtfPXlbVy3HFy3XIRHIxzdPcRHn57i3783wc8/IzlOQ2zQmpnXTIlnjFSHnnP+XKIg6CHj5/+U7v+F3eQ/IZjnnWUIQkUgqJIZHAK1/vMf/Cn+5d/+NfYsB09++hs8+uUH+Oh0go9PxhiWJaYkMjUCNAcD+M0GzDKVRZtdrl6fIP0mmp2WzKDpSjRdKeUiN2ObxRUBh0UotsGO56uMW1Fw8j6n9SyBUVNAMJKS10peeTJrIoWaHytXJUZwUdRFMFBig9gfMm92bSOs6bBF/cu6UjlfenSSsCn4UHu/2NaLc6ZyvOSyGz7cVgDLdRRgK2CdspxW+cQqA5f3Bvc82e/Eplj9ffWMsLetCRUagSClvVIfP2sQBaLyPUfzJaLFEsv5Qpws+Ty4jQbcIIDbCOA0GqjSCGXKebKyrVaxevW598LG+izbfZ1PXIua1vGZomwkEM17SsuRUwKepajyBGZWwGafW3Ivd2AaDs4XIS6WIdnJcJqeiOOoomb2rzpOqcJV7qG0Ema2Mj+z8+EQ56MRQgqh0kyA38tXrmBv/7Kc8wSHaem8CkmyYq1SR/SJUwHJJUoAeHx4jnv3nmAymdfOOQR/XdhUatN9R9wnitqm2VSqV8tCv9PBZr8vdu6HT05w9PRUgDWCunw9K9ZPfOY5nhKhGs9A2q0qpZbDmEK3hOfqaASBZEivCQTre1RsxguSpUi9WRO9VZxebXtWA44kxVmi6uXEjPsbrwdvjzhPEVFcU2+MFPZ4NUi83l9j1otFBpORfCJO1GSuo2I6lWOD7/gIvEAEQJPRGKPhCHHKSLEC7X4L/a0OnIaDSmbMOhqmKUpasQrnjCjLhcxPQkbQbiPotETERxEPSTdlmiNehRhPJ5gtl7CbAexWgD6z6EnkJWBdalglBb58fIz7j48F4NUM9Xxyjsx7ns8dbfJT/kxRdSsnENMPsHH7Oga3b8Br3IIX3BK6SpmFqp7WOc9mbGkiebR6dgYjO1b7rduD4faRxA7SxBG1tYpteB47yWeFp7pyG1bwHJ/D2hNFsEh1DpMoosBudRrxihHvSGSJgp/CH+JEfOZLYit0iqCqPoFFVx2q0YX0S3jCQ2n40A3O0fnvBXKDzPtMCE02bypGf6b8/FLEkEIXPsUUFCpUnixWWqlWICH+VCr8pVFCVpU+QZk+hOmlCAYd6EEbo4WH0cKHpwGuVuFS5xjXN+9hOzhFK4/QykNo+Qp6tsJw6uHpsIcn8T4Ogjs4dm/JBNKoMmyZY+yaQzTFDbUB3WwiTBsIswCffvxbfPjeT3FxfgTN8VC1Oi7e+s4e3vrOPqJigShf4uh4hgcPprg4i5FFNrKYAco1mFrnD8jmzvw9FQ2l2BHM4s1pu0jQUQHA4g9Phh03UeZ4BiYaXRfMLyh0tZkleSo3cj4BinMNiDVY3VIWH3ZiWLR9LpYKAF579HMDEtYGs3RTBdjKMKumQcrmXVvECABc2wEJACzg53PigUTECHtJFaB8DxofVL1CYdF+gEwDtWvLpiKOL5osDjjJ0uPBwpuEN4NiFCvbXgGrpXhWHAWyw6gydJsEgANRX+Y5WU3xMzCvSGsAmD9TPjxuUOrv/dF/1tQ8VTvX/6hfiDJagshVyaw8c9X3UcWmyh2Sg4rK4LpYVvkKzzOT197sApizsONsme9FVEe0YTFgMH+0YaqhWMOG07Sh2wkMhyqURIBFZr5VCwPVXIfhUSWlhuk80Al8azJU0mAzy45kcAmWJrmA95hqig1mbjVJwNMlZL1kzt2oQs5IUs8CGTQmhwQGhws64pSqAWZaENCv4LWY3cVDXa6ebJrMY6RCi+CkWOMKC0U6RWgELtMclWxqtsocEBaUePCg0TFxhwrgP2vj7MkSp0+XGB1mGB3SssHEq9/exGvf3sTnH53h89+dYTqjYlLdrw3dgWdQSUumSSb2ielSMc68Bl8nFVLMqCHYsUJIVJYZflR6kuXMAW1sQnMKUT0HPQudDVeU5nmUIAv50BAEUOw0AoksxNIoRJ6GMC0ywTPFjjddUVGPj5kBylxZWquSJECqE2D4lahrmGHXagdod3xUvG488KbMkCuwGtPGiLlyBVobHtoDH5VeIMoiYe3xOjK3UzJC2NBkVHwRuGDxxwE8w5jrx0XuL5WUIxYMOkEkKpg8yZWkmoyDG8WgB2xh47DI4jNICxYdSPkz9Gd26yjIwmeQO4c+HCIW8IIcblCHbdOGVBxcCJQT/6/z1QoNeq7Uv7QHVJYu6nDm/UZljGo468NoTTSs87ilYGAzl6qVSXabyv9tdwO0uz4KKmm52enMOQPoNqkIvnQ1UMqrOCFQxzzPSrYDdRCqRVCduRIsOMSiJSVjRjXujaaPVsuHSbJBnZkqYDRtWeMIRbRCWgNNVAtRuqsVuiiAuXhAcmhPxeB3vreN73xvS4CnUktQ6Xw2CgzPY3z07gKPP4/w8isDfOXVASpX5ciMxwkefjzB+eMl3vyGhze/4ePsJMKDewu0/Ca+ducqdjdauPfZY9z/9DH+6ttv46+/802UfoHj5Bx3z07w858d459+doyrtWJzY8dHZytAVmh49OUShwehMLSoZ7v9eg93vjHAFi1RsyXcgkUx/YUNnJzHeHJM9luOeQ4s+XmOY2TjGJ1+A51BU5oG7g5UiRxNFzieLPDayy1ZbdOFHpIYZSG2bCwq4Df3D/Hb+09x8RiYHpioVkDLybHZNvBnf/Eavv+Xr+Nn/3iAf/W/foInj0bw3QrXr7XxL//+bfz937+N//3H7+Nf/fg9wEmwf9nF5pYtgDuV5GZhwipNzOIUZ2GIZZxBS3UEhoUffKuPH3xzADMgELPCaJ7h3pcVvrhb4MNfL/DBr+f44d8O8F/8V7sCNB4ezPDw7hy/fSfEb96J4HUMeB1aNBGkU04MHJQ6dinq30s7pjAtLaMNx20haLegmS5+9YtHeOcXDwW8oxUKByE8O3mkdF4C2tcqjJ9UOP2CLgkmOl0Pm7sebr4e4MadAKcHY5w8meDsIMPoWBOV4f5NB5dvcZ/LESdqcMNagwDwfJghnBZ1HhRz5S3YzMHLNIxOc7H+pBqWNstUO3/lzS6cVonhYoI0C7HXNLDXNHF518fl3QBNqw+rHAC5j1lyhnlyhn/61Qj/9OsRzuc5EtkrqTy1JCrCtXRZtKh2ZX/KEZoxVlqC+VLDbKkhT5kPxOdFQ38TaLT4zLooSgenx0ucniyxmpTIl7oQvahw5uoPDFmS7S0OAHRJcaDbFsbzBJN5ipAgeESCCuA3DAFkqLIR9YqZorI4wKpdWsiAI2W8tkM0DVtslOKcQ2SVV8USoNdrot9rSaYZbeskJyolKYdNAK2hXMkoZDQCr7O4jDBzxqIVJ4kktPUiI5e2V2RblggatqgxA1MBwMyAIkGDBf1sPhfrIdv2YFtk6DKXExIBweynNE4kl52DNTa8YoXJkr6yBLTRabXaNJGyZmQmUMzXrYafjRoAnp4VmJ6V8C0TvbaNrUGAS/sDWe//8hTv/+IMaZWguUGQFSqTOiEI7KIqafdEtS7PpxoEJmnECpGYEbrbJjYuOZLrOnq4QjhM4Xd8tfw2PL+N+STF8GSB8cUclRbRtB2WTzU8CSU8G1OxCrqy38LepRZ8vws/6ODh5+f4/P2nGJ0tlMpa17Cx3cLmTksaDRK/mLOdxiaqwkbDb6ERNLFYjGTptBEXRxOCSS56PReLSYTFlFa9lTxfBIC5p8mg1VgC+lJFAIhNaQCtCqBrPqzWGHZ7jDxhPVJCrxy4dkvqiMmYeWorUXfZ6EHjvWfP4LRC7L5c4tLtChcHFs4f2/AtF5uMAGmVSN0JMmeByvClwcriVNxSokkhoGYyNbGx0cfmoC9DC9b2UVgKMLUKCYxyQ13RmoIHIGLa8A4r5JGmohc8Bws6GKUJ3DbQ3jaEiOBaLThmE2VkooxpObXCYrrAckpHjwRpmAoAfGmvIXVqZUSYzTOcHJdYLnVs7jSwuRNgeBRJ9q/nGtjY9NDpuWht+mhvBtCNGXRzLgAfnSPCVSm5xsshMHliyzI7GbytFJ09HYNdC/0dS2JTuCRuIUxRuQXcjQoGI3rndGPQBSRtNCtMTkocfVEKeNprWug1bRR+htLP0Ro0MNgaoNtsISgsOJmOk8U5TubnKE1mbHN/LbGg3fZpjvBUQ3gCdEkWJACsVRgNQ6wWmWR3MuZB91PoQYIOQeLdpri9LMNEXifrBy5VywGOpWHQ1RE4Gu6+u8Ld36xEAfzqnW1curGJ5k4XdsfH+7/6BB+88ymShQYt9SSHNRhE8NqZkBxp+/7G67fxxuu3sFwO8eDBJ3h6cIJHXwKP70OU060NGksyX4zuTxV6m1QyEwCm0qdAuDSwWtIWjcpaA62uhvk8wXzGTFjaq+vwLQe+EQjDn1E7BP37gw1RTZ6drPD5pyc4P10ISYYkvL3LLexdbkqdOhmtMBulmBHInWsC/rrs6slMyXykYQPJsoE09BG0Q1lUADuNmey9s5GO1YIkFgVaXLrq4NIVB602M5YVq//kKMXJMUmMBDMIfEFUzXlRIehUCFoceFkyPIv4nueF1JOSB2ZquHI7wNXbPubzFBdnIaYXGsKxhyJx0BkoxfHWjobNbWC1KHF2WGJyXmI6quR529rqyFpNc5w8CqWO3LxSob9XCPjLFcbAgjbvcwfZ3EcxC+DkHbh5G3G8QJiMUVoh7HYKkzP9vAWtaKHMue/7ahBWt6IkxvBM0itWblbt3MV88hIOoyAs3mvco+uimu2wUZMwTSBOVojSFXau5rh8m847wNmhhvGZg3TRQ7Low7JIAMhgWaxXuL+SeKxsHnkfK4tbDmszZf3K3pC9EodCrI0S2vutZK/p97sYDLpyjpGMOp4ucTGcCynTcRhzREu+Co7H+nqKrJwiSSIB4pjBXKQe8tQXdaah23IfS2yN8LwZuWXItebPJvhLslSFFGk2R17O0NsC+iS4NEgQ4ZxF5UqTELtYnWG+PBPb7/kM2N3ZxfUbl3Hp0oZY+tGe++nBOQ4PzuV1ONYAlt5FVQUoSwdxskCcLsR6ns4k3Y0SO5cL9LdKjE49jM48VOYYun+G5WqBs2MKBRp44/Xv4M5r38Z09TvMlh9K3EQydxFOGpifD7A4H8ByVdQFZwZrxe8aBJb+SAZ99bzimcmfGr5y0hJGoai9m60U+9cqbG3rMPWG2Pc+eRTiyaMV8ozkDxcW87rqgSJ/BusPpUZTJALJtBQFcJ1I+3sgzHPFaT31+UPU85la59l/eFGp+sIEZq2EU7jrGvheZx2/aINdg5prO1URKqsZ2xqg5VcFztZKVQGGmQ2tLIuZ7UeLclH60MUhyUWRRTU8rWo5YxFg4QV71ufKUKWAVyr4Nci8Vo2q1ya95Iv/rF/r7//mH/6RF4dSEPB3PacSovf6F7VrYH0PcLgv0GqtxhXCAIff8kGudVwqsFONivnMUg3P2mENAKuMStauyj6azxa/J7+3KXNKkjCqKkVJhQmzfMne1Fi3E/+STCRh4QjYIK+HMyjVb7NWVdWUyujSwD2bmdoESSJZTQfouBoazKSvUgRVAlcrSKeTui4tEiRFiohOeCWJ/YbE7hkZ5w2KIMPaPSWAphnIdR3jxQqT5UpCngj+mo4jAAvrcqr7QqqDxZ6TwFYl7hj8ura1F3tWAb840K/JBc8U16rnWktXZfi+vp9rNZpSWsudIgAlSSxuV4fT0XHt9SZuvtXGgBbzNueoJe7+eoh7v75AkfCMD3B7p4G/eL2FN17yGSNPbjGGZYqLKkOikbhB8NaQmvjBF+dCDg7nmrjgkIC1Cjl3oEBHiX/E1VRYDRVc38HGZh/tbhPj8Rij8VjNhhwDm5sbuH7tBpqNNj77+C4+++Su9K0c5TT3XbSvubj2eg9/9a2b+Ktv30JzGKM5ijA7muLo6RiffjnCTz6e4J27UyxyBdrzdhIFIe+otL5m3N+46ui239P9rz/MFz/XWtX2TPhfPxISSqMGrTI3pmhpcNnDYN/DX7/5NfzdW9+Bv8rwq//jx/jNP/wC93PgfqYRkkDB2ZTjwAoacm9YegFLz9H1fXQ8H4ONPjZ2ttBoN6FRWWxWWBYJlkUqdQeJtxpFE7MFsmUE2/OF+E2npjRTzhbcS2jdytkhHTYYHycRcrJV8Eyv7Xc5L+WvQYEGwVjuzzz3lJsfbddJTuFDpxPQqYVbHP85pi11mmSWR5GISBT/grNdBdz67QYavTZszxWwTvKFJRqRZz6zaU1x6vB9X+Y6Yn9fO2Wu1bjq17S4VYp6JSJjnaH6QH5fUTkDWE5nWHDN5ljMZuJmErSaMhvxWy0ErZYCgPk5Sd9cEy5q22fZLkS1WMcz8noJoE2xmrqX1GfLs09QA9ljSopTWDfSjTGNJVvVJhjHfSLnDJ2xUzpS9s+2BVOifjSZ9Sahck3j9eKuqfY2TVkza8Djp09lkVhBsGxjewvXXrqOq9euYUUFveT58itnrip2ih+1+lwUhsBrcvz0HF/ee4rxaIogsETE5NB1yvVlfkDrce7iBBkZXcHMW+bSMmu34fqYTZY4ODjG06enKlaq0xB3rMl4hojX3uKsXO3b3HfYR+Yx7fgLqZ/pakbBAgFMMW0oK7mHApuzZRX1SBCYltIi7OPi1i4gvbIDp5KavYhgWcSDJLZP3VcZSb5rlwhO1bn3CQBcu4iIwFD9Ge59gj0pCEORnvhcGYwfdeCajuzVw4shzs+GmK0SzMIE/Y0uti8N4LdpTanc1pqWiRaVuXXRzOeArr28drz3/HZTHN/oVKUR6UzZC61wNhxiOJtAD1xoDRcbnoNtWhbbrqh480rHZ/cO8Pn9A4RxJrECJAW0Gk3J4SbpTgHASjhZUYxmkXDRxdYrt7D1ldvQ9V0Y+q76vOu9oTIcZRddRTDKCEYxgVmM1bNkN6FZJNRayDKS0ZXtdn20KyePeq3JRkL8lHqjjseQ51WxtBTOpwBgOqVyxlEUjHLI5LMzKOAQ8F+52dH5hn0SwV8rj1BlVGbTHYXPmIfCIIEwgGkFgv1lOj/nDLbGGSNBAe6NBtIiQ1RGojRmD+xwRogGHK2BnKJWjec2IUoluPIryNKyIyA9gOUV8AY9aH4bw7mF0dyGiwJeVWC7dYwr/S+x1ThF11iiayxghCuY4Qpn0yYejrdxkF7Gof8VnPvX4GkhXD3CrrXAJXsOVzMQVy1EZRvLrIFl2sD9z9/FFx/+R4wvDqG5pl5xsL9/vYH9601Ry/gdYLaMcHI6x4TZVUToYxc6JdGGJUqPLKf1SJ1PxFaJGwaZGVSlJcySrRW5AhAr0INgoNtyxPrZZF1ulKLG5FL20BW0lQltbgFkyJoJSquWb3MjpnCQKlP+WLGZVgxGLlqT8ucLrvosl0XZOCjElv8nkl5hCoob87rmrH3cxXqJtw8VuvLQGzDZhGklUgLVRq0ONF5Q4IoXslJhqpuT/60Gq0RmXhfvfH38HGi3bBJ8U4cBrTB4GPEr9w4eNEVSisqQgKTy0effXZ9EdVj5+imprQz+oB5/Vq3VfNFnTBlhKPJTqWXvyiLHlgOPg1Z+PmInJJbZtHZUzJiSQHemwG5k0pUopaRJ5jsZ8LrYHTq+LzbRwn5j9nJUIItyGEEJwyfzOUc4y5GtSrnGWqJAaXk7LEI57OdmTODL0WB4tIGm5YgKdmZhrLIEHGH28mMhw8bSNJiFDl3APk0ANS4yfEVVS/s3qrZ0E61+U4ZlvL8qk2onBbDQQhcJmTMcpAA5/7zYVJIdygEBB+DMfVGAMct+skQ1WmC6KVoD4NWvt/Dq19u4+/FSFocBtPoOGha2ttrY2mrh3ocj3P1QMX2MJoFDDprrAHSywGmnzp/ALJpSE7l/ws28pEqZh0wC24hg2FT82jAdhtR30HDbtaVcJqomzeBYg+9LvbcwqhCGda615GSQKcnhSiXsesuitTkV1IVkLC6GuQAVumdDcx2x6SRLsCQDrQhFYdsZeOhuuKIEoboinhTIpiXSGa34lKVxs+ej1fPFQpA20rwe0sRJU6es0alaZf4BXQNo8UaAPyuZj8iHXTVtbNTzQinc2NgT+E54WCVkc6lDgAMd5nt5HoedZD+pvGOx0OazTctSuYccuY942BPAIGhiWDl0i6wwZd1DMIxNEw8l4WDUzEQWxSob85kfgPSEMsCx2Gix4CW7SINL5TobOU1lFouSgLZMYrdOEJhsOJVl0u42xKqF+2uSxaqhN9gMsmBmU0tLPKqSqezVZAbOr6rDoL2hsvVSP5fAOj9b2vYXdY6mUgpw8XNn9hkzlKX5ZiPFwirhteFHzqKRr1sx/Dh8o9KE5IjVLJam7k//bBt/8v0dRFQUxjF0O4Ud0LIxxge/XOHBJwlevT3Aay/3UXkVEivFxSTBFx8vcHgQ4c7Xfdz5eoDJcYTju0tsdXr402+/gmuXenjwu8/w4KPP8d0/+Ut890//CoezId699wHe//JTYf9OZ0tc3mlif6cJn2GytovJtMAXn05x8HCOnW1D1tWbbVy71RWr1mIxpq8x+l0fg66P03GJx6cFDkcJTqYrDGcx0nkua2O7gY2tQBFDqPzXKnR3THR2LUxOc4xPc2x1O3j52paA9tM0wfkqxPufn+D9z44xflpieaiLSrTrl9ju2fjzv/0afvg3X8O//3cP8D/9jx/i9Pgce5dK3L7ZwA++/1X84AdfxS8/+gS//PhTlHomYGkjMEWdlixoO27KGs0KHJ6lSOIcG80K2z0dd17p4M6rbThUsDsJTk5L/PKnwHu/rjBfzbAI5/jTv9zE3/6LPbHa/e075/jdbyd4eC/Hw3sZ2ps6Opu8v7hHKBJXmwBKh6NYU/5HRdDlKxvwfB/jSYbhKMHjJ+eyaBNepGwCNDQa3O8AvU0Sd4XRQYnz+wU2ewG++d0N3H6NGenKwuriYoSL85FYT0ZLMgFNWF4uRdFqUWA1p5WihWbLkftwRcBmSQtG5m3YQg6LSTjTbbT8LppOiw+FrEY7R7OXozBSTAkqGhXevNbBm9fa6Hc2MehsyHk0X6jsvk8+n+Djz6cIqwQrFhq2KcrdotCwGNEJIUVgWQhsWldr4I/K9ByTOMYkjLG4oMIK6A3a2LrUFXJRaSyRlxGieZ1DmvB5V+4ICbMzSeBQ/CuxpeSwmNa0AkDSMrPBIbKNVags4FlfkRgmDUpdr/CcYgayxexYRsO7auLA/ZWDZoKrrqOYzxyYswh+kfnMfZ97C+3OwCEYWZ5UAGesCZjxZUvMBu2C2Girw5o/gnu1stNiQc8BHIFg7tOSG0TLyoTAP+NBIG4GdqCj1THR7NCKioN1HfNZhtFFIsoongPiYOA58H0OBwgKxWJbxTx17ud+N4DX8ZEydzZeIsvJJuYezpgA3j8mJscZJic5NgY+rlxrY2eXinKV4/j4cYjHB6EMgZmjSMZ6PCuQEECJKskzJYGBNpUEiyxPE7vm9raH9o4ndUOKFZbDBJOHzKIF2ltNWYr9W4lqdUn76TntsTLJhmu2aXeri4MJbfKLTEMr8NBuexjc5HJx8TTC4RdLzM4SJFIn0UHDkvgA3a+guSpPiTa9BbN87UAWrcC0MpUcGSNwYDcMNFoJGs0E509jXBzSPseEx2DhUpc9nFEXbpDBCRgT4KLI2SxTeccMHAt+Z4WgQ9snDlH4/Wku3IJeuZIvFDJHcO4iWTBSIIbVmKPRS7D/som9r1h4/JGGxx8Drqdh67KG5oD1b47KpJWXiZR2qLR2N5W6P54yf1pHw+qgQUW+a8PzTFHGnpwsMFtE8AY6/D4DYBeUj4qSfn5O+3I1ECdQVnk54OVodB10Nmif7SpiKMFK9iZJhXhJsh/3F0UgIyizd8nDpUseLJ/PEPN/Mxw9SbGY5ej1LPT7FmYTHfOpcuehl4rv67h0syHLos2tXUhW7sV4Jdc4nOiS18u873yuobPloH/ZQbChwWrmMNwMo4cZhg9I9qKVsAGvB/ibBfSgwGxWYjor0Gmb6LQtTI4LPPk0xXJUoNc20Gvr0DwKszW0NgJsXOrC9W1RpUfLBBfTFS5mK4lHaPVM5GGJ2WmOyVGOeGQhHlto9230d1WkyGxKtXgq7jskzgVbJRrblTg2tVtNcUFQ+VUxfALNzbY4AETxHJqWoeHT8tHEl+/PZb3yymV889s3sXOFDGeKyDN8/vk9fPbZfTkvqGJnz1SBOdSVDG25un0fnb6P6XSMJwdPcXo8xckBcHwA9DYdsWFnj0IVkGbyvNbRHZDgZwoBZzqpMB6qbODuBhXCwGJBIIQKOU2ytT3bQsNy4egkk1BJlIvyfP/KpigJP3zvECdHcyHZeIGJ3sCRWAbuwSR4LGaseRUhxw1IbAaq2EOx9JEtPaQhidPseZV9t9VYyDPCIediYiBaciMlRzzDtVseXrrlw21yf1ZONRfnkSzm3uqVjdWywHyayV7X7ABNUQA7omoJad8/JYBRyBnSaGrYu+rJOj/OcfAgw/hEQzRhdI2FzX0DG5cNbO6QYELlb4ZH9xKMpAX7XgAAIABJREFUTug81EIWNtEliaTH7PFEyKzMnt26VmKwXwBuKCtOTESRjXRlIV9ZKFY29MyFntJKnWo82gxnMAPu4xrSRVetLBfXGw5zJE+P9pBiZ1eJ+tc0XAV6MK+GoQ+uKVaC7Cm46rSVZ6oiTg8sL5HV386wuUs2P3D6yMT41INebMrivSLOQFYIzV4CRiJKBlGTCAGGSgT+3gIlA9+R0gBa1MoaGjL0zItE7ivPp6U1z0e6RgRIhMxJQJG1tydDbXGgYlx4NUFZTaEZKXQquFAhiVjHE9S2ZbE3JRmWX0mkJkDFfD0unt0u7U8lJoEzEZIyUnQ2U3S3KvS3KkRRhacPC1yc0cFgilKjmwdk0Qqx026g129hY9CVdf+zIe59OkS0sKGVPdn7+QxQ3ZVJn5YIUMt7u7PBGJYMm5eYIW3j/MhBZS1g+BOkxVLcLsrCw6Wtr2Jv8y00OudodM8xPh/i6PEMZwc50uk1WbafwPLJ1lfW1zJ0l5pCubOpGYoYYCugTnonAiCKvE4QXVTYzRzbl3RsbDH+pZL14HPg4ReseUx1zzi0eOPfp30250z8uRyo1/l1tQJZp92r2Mi9yJ2vB0QylFwzedeg43qo9AwWU69PQEUOgdfgrCJxiYuI2Hqrob+K6VIguPy9erj8xyxg5fvxfqhj1PgdZIBq6Co2jHMLjWoqOlMZ6PZa6PXbklVOp7RwlYlqkr9WvtKcayhnN6UiVu9hXbusZ0nr/7ZWBz8fpKk//1xj8AeA8Dq6+MWh1PrPv2j7XPs4rnM310F/SvmsllJ9q+vAL0oF/TyfeK0g5/O/Fg5xlkYnPiFn11outbco4qJSu66BbN4L67xvNUwW+/W6tVfzAUbQrMHf9bVQNr/iUlYPpWulh9TBIgLRlb04ZwmmDI1LycN1kQn4S0tMX1SjCTSqFzjboFqJdRxJjwLycK6p7hdxSKxKhLRvzXOEKf+9RMnXJg40hpCVeKvSxY6LAAlBBs5P1K6z/ixJ3lIqQFGRpWousQb3xSacZE7OdWuQTCZevAZ1jFb9yNYRbKoPCAaG1GdXX2vixpsdcQ1h/BhHi1/85hR3f3OKIjJhli5evdTEX7/VwVevugjDBaJogUWniUW3gYgAVsE9rcDsLMPsNMP9ewvcv7+USJOMBDQq3Whpy3s416BlBIM5280RNF1curyJwUYHx0fnokj0Wya6Gx463TY6zb6oxB4/OMLjh8c1CKehc8VA76aJ62+08DffegV/881XYTwcwnw4xPg8xtEkx92zCO88neH9oxnGwwjjYSjOjnIfCWpBMILAZ23zq+AfRfyoxTLqma+1MzKzroU5FFGtgXUGv9LJjs9+adWRfMyf1/HnP7iBP//hTTSmGoynKS6OZvjtg8f43ZMjTEsNM9a69fUW62FaIosqVslaCLZx3sYzxW148jVoeuKi47caCNpNOds8x4RBZ8YwRBaRHCH2j3ImsldUszK1P3IeJ3FpJCRLX8gxUinXgxFmXASYaZlqMlaGQg/NFrcltZfFolhPokhA3iLl2avcO9mnswcVO2/ZN9UsV2JTZB8z0Gw30e525L1wf+PeQLJQGIZ1tq2BIAjQarck/mYdy8A+lS6EIkYRJw0+K1zK7peuVnRUYE/LvUHcSrIMC1oT0zErDGVxrhg0GvCb7Dka8BtBHRHIs1GB1Oqse25Tz/fCfpcZxnx+WO9wHv0i+UblvT6POlRjR76OTCLeeD0dElbyAhcXFzi/uBAbX6/hy6yGEQ3cD3Ox/0/gaCRSs5YqEPH3OEuwTRHEfXL3Lj754p5kezdaTWzv7GD/Molj+4pUsiKpRIHUxH+SKhMwmgIsWkyreNAKq+kS8/MZVrOVEM4ZK0oBge8F4pAeVxkqU5PZnccoHc5kOQSPc1SRiqma0oY6StDqd2WNDo5x8sVjLKIIedOFLuKjLjqdLmbnI8wuRnJP2hSU0bVXRHw64ixHnOdiK9526C5pietLzhmvrSFnfnvJbFc6geWSZ84ZCK8LSQ0yH5VDQ9kPy/Mk9vc1MYmUaNMS22rOEmSHFZWpyj9WZ5ZygOW1kkm0Y8FwFLisFxqSMMFivsJstpB+jYvE/O2tHoKWB40xWZaJBlXAtDCvnckIYjOWhOcUndroPFNSNJEoMRWJOdzjxY46iZAKllWi47oYeC5ani9iKmbB3n/4FPcePMUyJKjM+bUtKmre98tliOUyQiahPAbszhYaW9cQDHbQ2dpBZ3tHMXgQqOxsRrfwXuCsnM8i50IF79UE9LST+AVmEZus8zkHquM2nhHdFBlU2aWrz1w+97qCWuNFSvlb1441iY97nNhB1/WW6Ca5R/B1iFsKAeD6nCcOVuVy/WlnzPperhfxBhhw3QCu4wvWxJpYHGPkzzICgjngtU28EHkV/iAz84r7piXKbOGaST495/F8Hay/dJjFCGZ+AdMtYbabqEh8WBqYrUzoxMyiHH1vjO32CTZb57g0OJKlnRfQzkoczfq4u9jF02IPU38PS28THWuFjrVEx6rQlbg0F+dhgIuwCd0KZD357Of48v3/G9OLA2ieZtBRRJiefrPCzmUfO1cCZFWOKf32qeJLPcSJC8uhcixAViYIs6V8XSvgipj2Amy6ONSkrS2fxYrP4zM2S9D10Rw0RNHGoR03BSohhMVdF6NWbsNKPAHx4jSUVWNtzwaPchVrEFiyUGjVwMEkAWCyI6UGUo7g3MiVcpbFgWhM1SFc22qtzcXF7riiglUBwGSUcfDNxewDZj/mei6ApxxiZDAK64sHEJWVagDKgm+dEUKg0GQBy9+SIq6C5oiLnrKTpc0hwSmJedLh+A4cz1HgGA+e2vqSQHAdO7ImZ/4BE3NtCF8rk2sFvYA6a9seJZVW3tnkDBpkQCgG9fpFEWiiErIgwF9v7FRsk9lGG9gqYS4vpxMKdFIWXCUam7QctOB1GvCY46yrIPRoEWN+spJlNg1ZLGTzWKmM1/kmZUxrXWUdIQwOAr9dDUZLqFdqGYWoC22PGZSeZOJxeM6BLYsuXk4eQAFZQZWOJVUv4xhRFgvbqBAZuSZB99uXB7JW2VLu4/k8xHQcIl1lcCodVqmUEsmKwKgF2yWLhcU3LS4z5cPPa0kWg+XCbAB2L0Znp8DtlwPJHf3tL1d4751Qco+vvOahv2WLWtCILDz6eCGLrBJ/wxAbawXY5pIlQ0Wz6xpwPQNRWmEyzQXc4uCG+bqtoEC3ybzDCiUPTo8h79sYDLaRpwnyjGCBYkkzQ4FWwWlaYDpNMJlyWK5AB9c30B2oDDiTDHTdwmoUY3G+EpCe+ehppMPb9uFueSrL07WliFhOpyiyCINdF4MdF2ejGOejGOm4BOYaNA636r45aPtotHnIkAXDp0kBrnxeCJAThGwGAbocMPJwpjKWauw8QcRgZw7ANDUQyrJQQAYq7QnOiwpbmjsFdLJxCnxm9OlYjEssx4XY0fK1mDYVc44QUTzfkkEp89cItPKe5+viQSpWLTTYrhskPts8sMgq5tCQRXFGkkGiLJWeZ4STEcfBFrPpCji2gQbtxZkdyGwOzZRcBrG6pr0pBSN5iZhZAUWBBhmMLQLABMo5aOIhyoFFLpZ1JLOXmQJOeF3SUGUsy4FVVaKG4zINDsw4HFSKaDIWycwko4uHc0Y1X0KlTCYZv2qYwHxstSexqHa8ALZLZibBZ+6iykUgXPDaR+Bc5Xvf38H3vr+L6TQUq0TTi9EcpJjNYrz/iwhffpzj9Rt93LkxQOmniKwQZ9MYn3wS4/GTFK+85eOVtzzEJwkmX4a4MtjCD7/3Bm5dGeDJ7z7C09/9Dnf+9O9kvfflQ/zoJz/GLz96R6lWdoC9fh+X+n0UhSuH5uFhio8/HOHxgxnuvGnj9Tdt7Ow3MdhpQddyjI9PEU3GePlKV9bpTMeDM+DhSYgHJ2McXyyRcU+Jge1dH9s7nspcWWXwbQ1vvN3FG9/s4Mc/GuPHPxrhyuUt/M0/u43LL7VwMh3h6XCEDz86xwcfXWBxUiA5E7wD/UDD7oaHv/jPvinrRz+6j//hv/8NxqNTvPZaiVe+4uPWzddw6+areHB2H1+e3pfrb5m0VreQhyHyVQj6glSehvOLCgePeHaUuHU5x80rFfb3m6JO8hochOZ48qjCv/3fdPzTf6iwcXWJzasLfP1PNvCt71+S/eTf/egYv/r5CJMRMBkCg90KG7tqOBKFajDX72voD5S6hyDP3n4Pr97ZEpCN2cH374+QFCvE5QrLGbAca2Kbu7XFYbyGqOJYH5idlJg9rXD7Zgd/919ewpvf6OLJgxWePAgxXYxkZQUZ9w3kuY3pbCFrOQEW00ps5jcvtSQrNVouxLa+0aB1KLOAU4ynVKQHePnGVVzb30U6XyBbzJGkYyTZCHGRIC51NBouvntnC39yZxu2fgmWsYfz8RmenH+Jz758iJ/+LMLPfh7i8qsWLr9qot1jXkoD8Qo4/HKCiydztBwXbceDs6nD3tKQaDlOhxEuhjHCcx3RmY5rtzfx8pu7cBoVRrMLTKYTAZAXw1QyXXiGcVi8WtJSsoBOJwGSpupmgc8iXSlI4qClre/ZKNJI9nWNTgeM2aBqn9nfMVWdQLyq4G6Y8HdpR8uNV1nGU0FNO6HAt2TZJAzRckssl5V9FiMFuKi0ElcDKh9yAsDca0xZKVXBcSyNrFJkaMhjqkl1sf0iwMxSoizpnsE6jCouU87h1TQSezTTA5p9C9dvdXHjVk8Gk+Eqx9lJiKcHCxlUt1pdtFsdsS/u9mldEwHGQux6z04XYs3a7bfR6XWQ5Cus4hkK5riQhMXyprSAwsb0NMX0JMPe5TZu3+lje8/H4ZNTPD04wyzWMZPX7aPN/J2S516CcJIimRHUTEXZrTFn0mVMB9Dombj68hau3t7CaD7B4ekpRkcRlgca8oWN7qUmunstUVZxpSuqUk3kdOaovfd6A6DXpzVwITmbyxlpoZaw0y99S5MVz0zMjkysziosj2OEFykq1j5GCbdnwtuwyDcU0ClPNTi6C0dzERDMoluB7aGyXOgO68kRbH+Io3sZju6RnephY5O29lTLzzAbL9DsAQ1G/hYesiSQTEoSm9hstXo52r0MhU57c55ZFsysBaP05fVQVTo+LTA+KaCZIfzWEq1Bhiuv+LjyFR+fvZPj83dyOI0Mu1/J0NlmL+gKqWCVlAiTElZDfb4cMjI+IpkDZtKU1Qw8tJoulqsYjw/PMZ4v0d1uoLfVQFVMUeUzLMclpiemKGXXz483qOBvELQM0G5ToWchp2VcEqPKclS0eloZSBem5Psu40RqxJ0tGzubDvyOBadlYb7McfhohckwRqcJdJoVoiRAmPgIpznC4QqmUeDmV6l2aUrkCGsKgr8HT0c4P4+RMGd3YcJnraeX2NrrYOelnsSaxFhimc7x5IMUBx8kaPUcDPYCdHY0NLdyGI0Mo2mK4TRFv+2i3/EEuD34NMZimKHf09DrcshmQrMNtDd9DPZb0F0NF8MpLkbMsy1lMVd9e9sGEmB8lAtBKVk4AuA3uyY6G+wD8touPEHKiJZZicF1E4PrFryA6hHKdAzEIQd0Mbb3dmQVCDELT5AVIRw2mZWDRx9N8OjjCd568za+/4OvYnPXR1zNsUiHeHT0BI+PDlBwUGg4yJNKVNgkyd24uYcbN/cR5jNZw9EMZ6dzjM5jjI4qyVPub/nob/oCVM0Wioi4tQv0N1gLsX9yMTznvpIIga63UaIzYH4cxHZZ9leb9msGWo4lfUMUaYgjDddvb+LGrS0cPZ3jN796iuOjGZodW5bfYBYzXVUqLGe0JKddNZ2rclEUu76GcuEjmzZkT8hixkPosJsGrKYOI1jBCAgA55KPHdMllHahSHD7tQC3X2/A9A1EmYZVXCiV/XgJLfegFR7CJUFeqm4ytJkX3yZp05UBP8FoZjKzf2OOfHdTw862i+1tB08eVLj7cYHhoSb3owETOzcNWQIA7+g4P4rxxUcrnB9pMMtdGOUuGs0CjVaOxSzExfFC4gW2XyowuExJagw4HNg6SEIPeWxJz5+zHk2Yb6XD9SyJNKHdtmn/P6y9aY9cWZoe9tx9iT0iM3Ilk2tWkbVXd890t6ah2bqlGfmDxtCMbGssSGNIgH6TDcOAbRgwBAjQSGPM1jXdPV291coqsrgll9wzIyJjj7vfazzvuUGye/qDP5iFgyySyYyIe8895z3vs7FxYmDeX8Gs3xGLYQ5m8NIJwTQZRaLOxZbpy2DjirWyUooQTKV7giKj8IxvkgfC+jlWf9ZaS9HuEhyPxR44mGg4fsy9oArXZq7cuqzrVNDk5gi53UdhLJCLrTRBV+V+UBQLZMUFsnyEPJvJnmZqHZj6SkmWJBGcLl9USRE4qSKL6ZpA5RHPKo6QpkiiUapeks2HKDCC4xOcoKVzGWUUZohC7q8klTJDzofBf8/9M9cRJ3PE6Uxy7d2KVTa2FUpZX12gvjrH2k6KjaskB6T48uME+09J6lnArqi8eNazqqmZouI7ePut23jn7Vv46vMx7n8+wnhgIWFmdaQhTCaIEt5rpdTSWftbOZqdFFdfj7BxKcHJgYWTfRuFtYDhTQGT6gc6jzjwtNfg6q9j95aOm6/rODk6wFd39rB39wLF/DaK2W15XxxCNk/LxlhJApfjvmQDl9FZ0slhE5aArfqViFPaAq6fY2WVNtgEqBdodRd4+LmLR3dcIRIKmc5hf8iVe0J1J2sFRSjmKZ4gwRJ4TqBpPGstYc4XTZQXis8y2+eFffLLZsxLEFgTMYASBCiwguChcsRZRgNJbbYEMko4QIHEL3Mpf0lxWQLY6p2VbmvlmU3IOAtFbuRzVq1aWO220e22MRiwXppgNk3EIYBN1mVepnJ2e5l5/CKP8kVWbnkdSiB2CVK/+vVX/395fxSg+yvo76/89lV76WUe7csGXwn+yjVRAPByvJpf+yLHVs7sbL4uVc1LIsUyJ5nkkqXFO61eFYC8/PXCcpuFVQm0CxlSegMk6FCVT8Bcgb/iDleqh0VFvOQJCOhXEshLtFQ1rhXxm2uUsozOYbEeYN/VLGAXIew8gJMv5CuHWdCqVxEuWaezAc23liDDeL4QcCTXLWSa/cLRTamqeS1SAVDm8xCuXUHFZ56jrfKQBThQIJfkOWbsG/Acwt4BiYqqnxEFC9nnM9qIluR6SYqj2SLFtqWl+rJ/SnIdP2etqyJYdt6o4/pbTbTWfFm7qdS4/8kx7n98jGKuw0ocvLVdwz/7jRbe3bExPD7D6PgM8ZUtxFe3MTdSLMKp9BH10Jfxox+f4UcfnmI6iCXzVLKATRMpe0EJAWD2ewlI0arexdUbm1jbbOPp4xM83TtGZ83D1tW69A/zxBTC6fnxEOfHI1F0s6Hfuaah+0aB19+v4Q++8Rb+4OtvI/78OZLPnuOsn2E/cLEXAHfnAe5P5jjZG+H08VD6oozaUYL9VIBoPqpCpi8zHOQeSuTDS7KCTq6AfJZSBb+0KOU/Yzyiwx/C+BVbyOiunaPbsvFnf/wN/E9/8g08+Nv7+OH/8VPceXCKOxrwQBwslUBFRQDxWWRnS63oQliQREFV44uIhgQF25RzFcf29ha2L22h2aCjkQnLYF8oFot5utaxn0ZyAmtf1fVmb11XJARG0tE1LmG8EMmzbOimpdvOTEQgBLVp5W3lPqxCnRs5r0JxxwgwnU4wGY8kDpEuHOzrjcczGZzDBDNVJBMtz2lvzNrARqNeR7PZUGCqach5YDKdYjqdKktow0C1VpPYHOYei9sllcOeLwQp/jvPcaT/pTJD+XyoyCOeIQiuEbplD4+ih+lsIj+bji50VuCaSjCTgCt/FofYCMaKeEw18hK85qKxXJMc10WtWhOhERXOBIH5XiVju2S1CBGKz5g8Z1SQcn9JZbCepSMJlc5Pn+zhydM9cSfpdJpo1mqoVaviFKNs8FP4sOHRlJdERILttBixTIRZhk++vIuPv/hS7MJX17oCAK+vraO72kUwVxna4vBGs9kixSwPERcxPF2XoVTSGowkgxFkiOchTvoDnPQvUPOr4vKXWzoCzh2PoH0VlZovJED2KRfcr84ulNsY86E9B/XOKuorKzi58wjPPvwcQ/Z2Viswu01sbW/LOH9+iN7+kSjTDVqzEbBjtN4iwiSKMIljuLqNtl0VJTCJNCl7+p6O1OP6EcNgnCOVxHzthHa+ygVJOR0o1wkCenxuhODO91f+EnU55ySVvaUSlcQFwXEyDTGdR2XqF9QAwiS53bdQxLk4iVGkxZ4xzxOnwylOhxM0az667br0gHQ6mjo8R2qoEFeyKaKk4pr1J/syqTimUYARzyPEczrnGLAcBe5SicpKehYHMiqWIyBw3a+gUuEa7eDp/jGeHRxjwh7vgnWLKc8F5+Vkyqz1BXLLQ2Z5qG3vonPzfdTWrsCzq/AdkiNLpw0CrGrhU3OYedky/zlXOUe4Pyu3XO7ZApKzr8TrVqr6l88GWSTiBlM+vwL8SslWZnOyHCrJMwI3iCiCBJxQnDhM05KhyGwKsF+SyF6twUoUWVEzlpEkJHi7HiqeJ/UMSR/LfVzcSpd1SVm7KYLaUuXPe186tfC98/ktVaepbSBjdA/mcPOpCPkK30NKIm+gY8Ez1ChFPk5RM6doV0dYbfZx4+oD3Lj2EPkTC/lTG/vjVdyNtnCMdcQ+e+wNrDhTrDpTuFQvmzVczCt4duHhYKScPzmO736AZx//Z0zOn0Jzdb2gEsekCtABai0b9ZYjrA6yQyIybnOG3LNo4IW05eYmZC6TvW8z85UgHG8gAdAyJ6TMheAk5GJL6wWVkWkK237Un2I6WiCJMiQhlbtc3FTwsWyktPoVn3YCRqpgW95gbmKiFJU5tryxquhU7MFy4TSoJuUOKzNDMU6XdsVUtjK/UzzF1b/jUUN+dqqYyDrRegZHyybH/8QvufSlfSFOL9mhSuXMzVZhlkuJuvKxJStY2T/LdqlYjKWFjDDGmCNSKrzI4iNLnT9LLBdLW22Vt6zemzBNqaAgQ0InOKoYDfyM6iFT1jkvMluEjqUTcpMiiZWBKHj57nMygIn0SpDyC9akHGvKYl6BYUvLbA0WAcpKmZ/rM1ycYJxSInEhIxAl2SNsVIYZTM+A4atCOJqTWUiLUTJ0ad+QIg2ZZMLPbcJyLdh1B2bNQpKVVg0snHSCUbTIpPWkhWiRiXJXCJcZawseEw35/yhIEQeq6GajiHaUzU5F8mjJEHJ8DZNRJIPs+WCaIo1yCWOXu1R+XtroSuFPFTRvoUkXZB5JWSBo4idfaRnoXrGEUb+2UaC7UeCLT0Lc+SRCreXj+pstNFo2hkcLUTsu1Ua0lRX8v8yoIQLu1Wj3zMwDCHOcxWOe01aYTE4yjGzYPDSQiKAnSBFJQWmZZOr4mA9TsWzjPUiEgcQCRjFbaLFOpifVD5Ua2euGbCTctBWIQNLG0m+dam/VGCGxJ/dI/lO2FVQwLCYzlt+4fKOBnesN7J+McXA8lhxiK7RgxsqCSSxChIStmKmSxyQHYlrE6EqZHStWFAFGIfwR0OWcl/weMlDVgUuMlsrco2W+b4m+KsUWnztez4g5hwWiBcERlQ1sugRQCZYTBOH8Ka3jymdmqfoVSxZhC1FpyznPZ4L53soKnSxrg3YQvL5UMfC15FynS5FIOxOyFTmommXOIxV2fG650YULqpLZiLFQrznCkpRcMOYyCUtXFxKI4/OC855NkOWBzAXb5mdToEs4gWSzqSaiamKoS1TA8U1UagS4TdguHQZYjBtSZMn7jjKkoiSkXa1yb+A6I59H3Bg47xRjVD4vm1jC/iURhM9JgnrFxLd/awvf/s4mer0p+r0pDDdEfUXZWN79OMb+wxzv3lzDOzfWsDCn6OcXOBtGePpQx+mxjp1d4PJrBWwq7ScaNmp1vHFtHdudCgJmYfQH2L79dWzf/gY+fnCIv/zRx/jo7pfYupJhayfHWrMpY3gBPH0W4emTEE8fLnDRi/F7/2QVv/u9FbTX+Mx7GA0CfP7jfex/dYbv/u46vvu7G3h6tsAnD8d4dLDA4WmMwSiBJSQMAh8mmm0Lq20PnYaPFj28xAEiw09+MMNPfzDFrVtr+Od/dBNXdmt4ft7Dk5M+PvlsiE8+vUA+LeBETBPV0XBNrLU8/PYfvIff/oN38V///BH+1//5Y0zGPbz/NQ23b1fQ7VzBaucqjmf7OJkdiJqeIL+RO9hcbWNrtYP9izMcDM5w3o9x0dPgmhrefK3ArRs6uqt1rK7WAaoltSme7iX4y/8E/PzvdXzrux6+9fue5DjSan//eYCf/f0Q975gnigQhWwYF2ivUq2nyCBsZJGVyAL6xo1N3LyxJc8yC8Feb4Hnz2Y4OVmg2tZQaTE/MMH5Phm7GdYvaehsMGuDdYOBRtVDp07wycHGFm2YgCePAjx9HCDO54jzhWqWGp7YaZOMwyH7L4HbhoPGqi97Du1+eeBi8545LyktZOehEEc6nQ5qtQYGvUBGrR6gtRJgtWWjW2+j26xhtW2i2zFxdODgmON8hLNhH73JEIsMMjpbFla2bLHc7J8WGJCB3oswJxDTMmVYTQtm00IQ5Tjdn+PiLEKn25BBFQaVo2EQ4aLHjKAAmrgLZHBtZV2/mFEFGmM+T2FVdQEIhB1cFrRiN1QyH6XZXc5LAuy2FJTKjYMGCcyvzTko3uSyURI/5BDE+i3jmsV1jcuEyjXnikuWLDNQZM9nLaeTAKbW4iIxUKRUIDGrvKzp6MqQ0GKSwC2zbegQwKEab0IuYUQCc8hdZqJaotYO5pHUiFTR+jUDtborim5lq5+Jxe9iSkUUlZVk0dtY2yJo2xZVwGTMTKIAi5AqvQItcZ3whBw4W0xF1VWpka1JUNtCzqzahOGOJuoNG62OIypU2rn2TqY06EPKuonKOJIkAAAgAElEQVRZkhxsQjMzhySxlL8nIBRLZijvWX1FQ3NVQ3vdRWvdQb+/wOHhFMlch6/V4RkV2FWlbiZwTxKX8AB57cIUixmVWGO0WrRltpTq/CIWFThJXbQral8HWtcBR6/CyhtIaCd+NsekN0fEmilJJWvWrtN6ifUA90RdXoNzIItSZHQyKXREZHdbgF+Zw6ss0KMq7GkGPWVOqytM65xNxSKF47EeSAWACGYkd5VgiGag3qWqlLy5EIFYJBkwoipsrYIq3QnaLnqnC/RP2ZCfQTdm8GoJdt5whfT24KcxHv40QaVV4PJbOtqbbJDR+tVGf0zr/QXceoFqR52iSbqLpxqsuAE7rqPq+6hXfcmdOuldYBzMUOvoqK3oCKYLietglu28R5cGA9WWjWqbiksDTp1kQwIoJDOw8cXGf1RSQjMEIw2LPuc3SXS5NKZcXYOjaVi97GD9qiMs6KeP5xicRah5GuqejjC1ECa2EOQWA4KWBa684cpg1ne9ZQkR7vHeBGfHEWLGnIQmNlpVrLerqHccVFZspHaMaTzHJJhhepphQhCdNZCpodIG2lsF3FaB6TzFZJGh4hjwXRPT0wKnjzOEY2B1xZQRMY+NmdJtB+2titTaVEtPOAgazhLUa4bMPS22sehbmJ/bYqnI4VZy+E2lLJwMQ4TTBJZmwNYMbF5fweb1jtit085tOqEFeSLKsktXu7h0dQ26EyFIL1BoMVynAlNzcLw3wvHeELdeu45vfO0NNFoOpuEQo8VA1tvzYR9zZvUGPMgbcHQLVdfD2kYL6xstDOcDjOYDaWLT0pmK+v5hKnEqXp328ra4CrDZars5Wh0qYjVEoSFjeJFi0Kf1F8GrAo12gWDBLCtWiDyjZZJZ3Ko6kj02uiCAmmBjq4r1rRqGFwmePp5iPIpQbRgyHJ+kSeWqwDxeAsDzOW3ZU7hVXYa2qKGYNYCAsSgWtIyNHsCsALo/E8BMMnkHtLMkyXch4/W3q3jtHdqP65hHqdidU409HoXIYxtFRLcbWuTTXjRDvalUvnIgKUzMZymmE0UKba0a6KwZaNZ1NOo6Dp7keHg3x+jcRBERXLXRvZyhu5NhbcPC2qaNs6MI9z6b4eyAZc4GjGwd1XomKksCTFQ55VqAlcshWlshLOYlVxjxYiGYMlfYQLKADJ7lRRFVglTKNZWNFxvprIOMQ1S2kSIRl+CYcgPiXqIskZUyV+XDyhm9dN7i71XogdqfSHIiYW5lc47O1hyen4mzUTAx0d93Me37cKyGDGmFEyQh8GvQip67gVB6Jc6KltRqrZiLKh2g4xABZ1Zybql24l7KZ1WdE/LMQZaqUyEJe7wf6ueUUQ4Gbedo2zyB7WTw6B5C1ye68RjM6yRgwyYxs90sIHdgFG75vmKJWCGwTzBWiVGUonRlK0NnM8Xa5QLrl3MMBzE++9kCT/cWcKscc8Qk5HMsciFL24aDm6/t4ObuDsKZKWM+sTAd0UZcK8/L6swcixp4jiSfoVIPcOlGgO5mjN4JVeUekmKO3JjAdGP5TIyDSGZriOdruP1mHW+81cCw38Peg308e3CB2fkm5r1NsUonUVGpvhWZbNmgk54EgWGpDdj3ISFNgenLX5LrlofiuFCra2i2C6wTBL+c4vGXNh5/QQtcKnSWGbcqFzFNQ3GQEgUwa1yZmOrXUjWiWh6qd/MSIiz1ectekzQZX7GPK1HjlzmqpatZiSGrHMxXlKXyisrolU1IUZiKLfXy5y7BV2U3/FIVrOpDIShLrch1TDmG8SxPxxSqnpVKnvUUCRQk/JZiA4lmWTq2lHFly2Zq+XUJjKoM7FLp+4osedn0/FXw9FV89/8LAKwUz6Xd46+Azktg+VXgd/lnvw6oVs35V5XUStH7KngsV1yu26u2r7+MSivgnuspf5oiqFOdwa/Lnyfgryh5lCJYxCdLFLR0DpOeWqlKFNUSwVaq6kunQ3YUGW3iELQ3ClhFBJMgcBHBQQwbMUwthUmivKiDlcKLfVeez8eziQxaWlKp92quIbFauhnIMx9zzhG4Lhvgy7xO6YVy/VJuaPJpJQOV71E16gn2MPdRaqdSvbZstAuBRud1VLWnAEI6G+0G/DbgtQpcebOBG++0JYaM85pq3Sdf9LD3xTmKmQEzcvDGpSr+6W828M4VC5Pjc0xOzpHvbMmYainGiynmQQgrq8n4wQ+P8YMfnmDSZ2ajMslNubayAU/3P56HRAGcodbycPXGhgDAT/ZO8GTvWGJUdq6vSDY7ybfTcYjhOWNaJItB1uvt2zauf83FW7/Zwndu7eI7t3cx+el9TH9yHw+fhfi0Z+Kg8JBtNxG2fDz8aB8PfrGPNCxE+SozWkBeKsKUaa+sb7xWrDxE0aakSRwvBcHs49JRUFlai+0wHQ+ZIcyOcW6g06ni7bc28dbrXbxWsbDrm7jzxRF+9LOn2Dtlf0XDBSPCCC5yjSqjD+UtlOK5ZYtX3MSoaFVyNXF55JmNo9UiAbcJ33fgOQYcm4AXFZq0rFWEMwKaEi0mwgq6ENpwPJJuaKmuPBBs3YJvurAKHcFohHBMy+wIszQUhZ2pkzDFfgPPTLRrVX1Kkn3nsynCYF46YJB8HAluwPdMpaOAOgbnNXsM6hxJi2Hfr8gat1xXl/OZ/0bZDSuVJPde5QiQiSq44jOKQdlWk8jA/9dNns2U6lP9OyqLeX5WoDABVwK/KjeYvSE6adExcrmvaNDSVPKvSZhczOdiXb1UIy7BIkXK4fNDjEUB1QKQ8T2Wn43P4dI1kHFzqjf3Uk3IcwPfw3h0gdFoCI8OWjI8VH1PepMKP4EInPj88DkPCWpxZlqWEDueH5/IsD0H1Xod1WpNLLMZJZCy9xez4aCeeUpmQiQSoUFBFOFxpZQ2oVPJO2PPZIq9/UM8PjhE1a1I3i3j12I6fPo8L9VQrVfKKBML2SJCNgnEer+waVHpwK3W4FSqOPriIZ7+9A564xEWDRtoV7G1tYXtrS0U4t5JJwzlSkrxzKw3wqw/xjRNMM1SGDkrOBL9KE5IBRC1654MM8tgspgUIZHar60y+1eEdEJ4IbCpxDYSJ7HcTwq61tAh0ZJeCEkzFO2VjdnySec+QWIG134KsOgEu1R1q7pX8IQMmEeJxLvRldOjnTCdsCqucsTSdBnEQfgMC0ZUEs3ECpk1BUVRKRW8tFl3SgdTZRTJPYh13dIb17ZMUcNz3p71RzjvDzEYzmWw/815z/lJBzpa7jfWL6G5cQmV9WvwNm7CqnUFt+NY/lLZ2q8AwOzzkzxSAsCc29wrOHjd+AxxSP3EXv+yJlG2m+XgmlgS7UrbfLFHF1GjKtaW9uNZSqe8iZyr+P4ZxcIzDwF7IdmV1uvLCATV+1f1mDgOKEmxvDT7OXS+FEnFEtwtHUherU+EXFVQ+azWgqUzyTJmg9gF7y8toBmLy96ZbfIeR9JXpnEtYx1UKIQHbZoC0xS+OUHNH6BdH2B34wlubj5FtG8hem5hf1LBw6iGc2MVevsy9PoGmDrsFbFyEMpNTEMbvZmNi4WLRrWCesXH/t0f4NFHf4HR+XNRlqvrXrqiSKaOICkFMrFLVsBCiV0q6hfl0SweHDIZUpheBscqwOfVIKBEdoLYxTKjzxbLjUarIcpDNggvzqc43BugfzQRhTBZ6YgMGYIPKTflpYDwRX4HG6Li7S8ybpVbIVZBSxRXcl1KxSi/z4ygMRNP7CZLnJY/mGARwWib1inM71Q2LqLqLahIVGCIYnCVG6m8qIE8dlEklOKlYrtHFpHIcSSQQNX1tDokwMQHSBZuFpbsAjCVMoyhBcrWSsAw2ZHVdZZdU9eUtVSFm5Gy5BQginaxVA3T1jgmYE5bMFe+XwBgBgCUjSxu1FSuSm4EgXUVbizfm2gxEmZ2ivWYyq7V2dij0kcWEjJJdNjMRckNuT90w0y0BAlVm9UCqAFex0GjUxFQlbmUHNPTAKOjGRaTUApJLpa07yQDkLnAnBdUErFxR8CJduBenfbikVh/EKDi5uz6viz6tu8JC5A2j6LOLK15lGqZ1lYxFszrpcE6ybtc/2lPLUD50upHHZq6O3XsvLGK+qqDmTSWLjA8zjE8yiVrV/L/uAOW14ksNfDATXCeqivOd8+S4cj1IdDN5k8klnQ3325h+7oLy5vC9qZ4cC/Fg3sZWu0mdt/cFMXao7snePTlCdpNB+2mi2BeoH+eYDpKSwU01dQGqmsEJ6nSTmUjJ4OrXquhUnVQrThiSSrAqeTpjhDFU2lGsVF2cVjg4ojPhwnDcZSyDLRqiaUZJg0xAlvrjtgrRrSFnhcYEAA7jaXJWK9RtWpLhpJh2ZgnAWZJIIxRqjYIIIbzUPzub73dxa23unj07ByPmCe10OAXLlzC5AQTjAJhHCKIA2U+RUttgtj01jdcAX/JKgzIZJ4vZCNQcnfaxChWmCzUtEs3uJjXhe0HfYJCnwhbnGsvM/k815SDGtVV/dNE5ZNngOXTotyATcCbVi9maccjjSV1KJa8kpJJxGJJMjGY1UtmkgDABKjIVmJxEiIurdmYw7u046z6DVT9JmLaUnMDF5s4FmokRCyUddmUmQw5ut0qNrfrovReBJGM8STCeBqh2W6hu7EiTZ/5oicg8NJKLgk0Uf0u+pDsw2C4XLwL2DULdtVCpeWi3vJRabrwa5ZkrpN0wnWGpIg4iJEnZKza0JhfO48QzmIEvE9JqIgCtJNmFgmvr7HMOQJsbop6gZWWg9/45jZ+41tbODkZ4fRkBN0JUF9VzeG9eynOnmt47+YW3ru5iYt8gP3gEGcXMc6f1TA689HeZsNugZWKh1W3hhXHQscGWraOmk1bcxf+2hYq61v4+N45vv/hHu48fI6dmwl2dmN0ajV06nU8fxLi418M8fCrBfrHbHSZ+O/+9XX8y399HdWmi9ww8fThBP/1f3+Ejz84wr/9d1fwZ/9uB/ee9/DBR89xf2+B83MH8xkbphEa9RBOpYDtF9jdXcGbt9axtlLHnU/P8Pkn57j7WYS7n8Z472tr+Jf/6gauvV7B46MzPNjv4eOPp/jok6lkPHQcHXWxbbHRrvn4zndv47e+ewt/8V8e43/7Xz5BsLjAN79t4/ZtH5bWhaWvYlT0MCrORek4Ok1hpD6+9Y238e1vvI0ff3EHH975HOf9BeLARLtu4P23dbx1i89sE/VaA2EyxizsCcD61/+5wOcfGfgf/8MO/vQ/7ODwZITPPj/D3S/GePBliMN9Mk2VwQJVQ3UCD60Kmo2aNPGf3R/j2YMJ/uhP3sIf/cnbOD4a4q/+8i4+/eQYvV6G6aTAzm4Nl3drOHse4Nk9khVibF4HVi/TUtEDs7bffq+Dr39rRRp2z5/28ezJCI8ehnj8MITpFjC9Qg4AtNzRckPA1lEvQqtqolmzUGnYcBoWdMdASFv2HHD1DK6Rw0oj2HEkh91csxDlJp4dpnh2mODKNeD2mxrevdnB1y9fxdWVDobBGMNghB///QQf/miCg+MIozkVTQXe+KaH29+kJZEjTgFPHwb45MMR9vdCUXKRhUul2doWYNBW1vWwmBQ4uT/F5CTGu7+7jXd+5xL6vQs8f3SCs+czDI8yRPMMjUtA8xLgmVX4Vg3TYSaqtukshtfW4XZUY0lFu6jFiGArgUgSqWpVoFrRUPFo40sykGJ587DNvCXaV83jDNOILhXMgFzaMqvqjoxaIe4EzJ8lMAwhp1SqugDWHGw2aBqtg0jalopUbDo5LMuDY1dlvzg5maHfnws7vOLxsM06h7m0JLgoVU+laaPatGWPjJjH6pF0pPKNmY1KRYrBetGiUwGtlnyJXLg4CTAbk1i0IaN3foHD5yeSX2d6LpyKg3ZXR6urI4gCTOdzIUutdF1Uay7SMruYc7jJnGqSFaMIwSLGZJBhcpHRLR6WR4A+wWRMWyxFiuJa7DhUi9Uw6AeSA1potBMl+AuYbgDTDXF2nOH4eQ7HrOPqlU10V5uiSOLotNtYabeE/EN7lziaY9A7xKB/JIz6VoMAaCZ2aHRfyEuSlVsr4NULrK6sYr27LmrIQY8Wc2SZx2Kxyaweg4x3HtgcKjqYecrGQojhYILRYIJhnGBCNS2z5qqFDKrvJ4fKNVmnati0UG+7qNapKgigI8R8UmA6Yk4UQQjWnhYaGxbqGxbCPMA8mou6zwh9mcMbOx1sXmnj7HSEs7Mh5hMq82ewnBg7bzkyHv88xuOfRWismrjxNRcr2y6K1Ecc2zg4HeLg9AJeK0dzTeWv0Xo7nmlwkqaMqlcRCyqCEYPpGPN4BrcZwm2EGJ2nGJ1nCAbMbQfMwsTmzRo2b9bFsYXuFRcXMY6PZpJ/aNrMfo1h24Vkm8/OgfGRsihh/jmtdxd95hCnuPqGi9d/wxfNxOMHC5wf0frdkDxplpqMWQ0mORYDpYDYumFi64aB1U0L3U0bp+cxvvoqwMlhgnQBGKmJ165s4rWrmzArOTInxjRd4GI+l8G8ehIP58MI476yXe1e0VHv6oiSAmHC5qJqGhLsHh+ayOYmul0Ha10Hk/kck8Ucbt1Ec92DxdgAssnp8hFGYtXt2jp8kjCTCvJpA+m4htkkwnwSwrCZzxoLYWV0Hst61Wy6aDYdXLl+XUZ/0Me9+/dwcnImji0kvl17bQXXdlfg1DJk+gyGncOjc4jpYnAyknH18mXc3t0VoudwMsBg3Bcrslm0QH9A54QFTNhYa3fQaZDtbgl5jc4MZ8MzOftYpiukt95BhD6tzJmPSDeWqo5a3RBFJSMH+FzPpjlmkxyTSYbJRLmX0P6ZlskkOURUquYkuUWo+qbEEniWhdPjOU5PFqg3mBltII4MTEcEGDX4deZr8efnsFxF+IsWGubMU56S8JbCretw6XIUN2EEbZhpDWbhweBh3mVEDKNUFABMVdO4n2M2jCVrNYpmeP3dmgwSqqfzELNFjNlE2UzTRSAJ6MagInKoHq0yqqkKibVhH5ZrOgklXtXAyjrrewuOlUkmGm2B9+5nmI6o4qb9oYv2RoD2eoiNTQ/rmx7ODmPc/WSG04MCeroGPVlDpZ6JCphk3ukkRq4HaG5O0Fifq6ioOmMbLMxGFuYjHeEMiGaFUiJI1lYmzSY2tUgEY8a4kXZgcgj5SNpVcuYUkFcyNmkxqfI5BaiTyALW4cp+7UXjiGBrTjtuQ0hYPG+u7gyxevkCJm0zuapNHIxOfQQjWgwqAq0Quen4IyotktipCKcjhisAYUKXDbBJS9CHjj78quzdeJhY5pTx3zC/nqTbpbUbbTpRWJLFS3tFApjSpNV1RPEMcTKT+chIIJ7xG80qmo0KRuM5xqOZAHZ0FiJBxigYP0LHNaqzeFLnuWMhQBDfNMHnjSsmNq+YWNsGultA/zzAL348xpOHE7j1ObzaTGpx7t/BGAjGtEp1sH1lBds7K6Ls2VhbFxC/f5ZgNmE7gEohXtMIQRRjtuhjuujB9ibYuDJHZz3ExVkNF+c1BPEMYTYSQHdl3YXnO+if2BicWHjnvS28+94WgukMh89OcPB4iLPnHs6eMQue9pJq/yJx9uX5ig0QBbiJ1TYnjmTvqSw+JdrkuZ6t5wSGkUhNWW/muPqagauv6Xhyz8DePUMiRURRTtWNqeJ+xE47jZS1sGSNq3Of9JokM44N1Zf5vMv/V/bDSuH4AqheigzKTpUCTst8Wml+cl6pJj0bnxQyCNAsCiKCn6pdulTG/EMLaH5uNu1JzCfKxmgNPiskNHH9TeXeMk6Do9H0xCmHr3fwvIf9/R4sg2fsihDYKfJYqoyX1s6/rDhWAOqrythfB/L+/wcAL0HwF6/yS2jsr7PC/mW49uXvyiv/y38gwPmSWPBSQazuqXptqbVfUQKzX0YCB/9MrB4F3eS5uQTo2fdkjS5tM+ZoKrv2JcAvFt8UYIjznwWLa1mptGQeJEkqitCizuIkj5FMbhQxjCKCpaVw6HJnMKeV/Y8CZsH9ca7Ul7QyjUKMJxeYTIdwKwQG6NiiIgPiREOSWGJ/TsEJB9dFlZdKdzRli6kkoLmoBhmPIX1QEnQI6IShvIYQr+aBfNalBbmKWmS/MRXHOnEMo8NjwSY5s35JUMxgN1hDtbD73grqJLuRwBhGOHgwwsH9EfKZAT20cWu7gu99s4G3r5qYnfQwOz2HfmkL+uUtjIsEg9kEkyCEozfhak188MERPvj+IcY9KoAVcSTRlZKP4A7JwtJL1XPpf1y5+RIA3ts7xsZWB9d3NyVih7X1cDDFdDjHZKgsnHlvd9+v4e3vNPH1f9TFu5cv492dy+h98Cn63/8UP787xd/sAeduGzd/7zbW37mEX/z1Xfzib+6KEEX2L1lLVFQgQc6ccyQj+VKtZTQBJ2Cvk1TEaIFy1vLPMq6HQhjg1ldA5/5BEgxXRB24drOLf/HH38B3//FrOP/gSxk/P53gx8MAZ0EGM9ZhpCSAamAymDhdUphF1Tf7l3SjTAtozKjnWcon8EMSgPKsJaDJiDaKGDgIfNBFjr3Aeq2Ker2KRq2FZq0p57HJZC7zm1bDlXoFtZop9RjJz9znfM1DI2/BTxwkkwGS8QAnsylOqODkumub0CWbV8UFqf4+4/sYBzRHEMyxWJCkvnjxzJI8TTCSKl2xcyVgtphjRmUqQVPLkWcsjkIBqSX7l7FNlSqq1YqKiywJOUuVYbXKv6uWLnp0ZGEcE61xXYnX4BB1sEcrZbNUT6u+IYey9i73jZJMIVnFVK+LYxdJ01MMh0PJz30Zw6b2C8EyBLAzFRhdqajvISjLXhxVweKuSgCWkTlK4EWhCPvlAkqL+I79OroT8+ar3xPg8/g5JJJJgW7MdAYJzwS0+N65RrFZabKHEGEe0TnHhMGsWdmjFMD+QqUuPQoVv8iWOeeZkWYwaLPMLF/XRhEkSOkM2B/izv0HuHP/IXzHl6G5FjLPgFV10GjXUW/WRCTIXrcCpzmtTKV4sZVbGZ1W9794iCe/uIPTiwHGvoas5mF7cxNbm5tYbbZl8NmmA0AcLtDfP8Hg+SnmRY5ZKabj4Y3YDnOuI6TiJMZBCqDFNVL5NCvCIQk0iRLn8cLyWkk8BoFz3t+IhDJFBpAoE3GIIPEqEvHEC+xSbJAdBWwpbXnpCsbYQVtIPLRDFjdZcZTlHDPkOYijQOyxm7UKalSpUyDE1yJhwKJrnnR2Ze4yMpHW1ku1LO+5ZHKTzCB22OzJqS2NPfl5GCj1P9cGXVdnjkWE0/Mhjs4uROkuz6XOXksiUYXX3nwX1958D+7qDorqOjKzimgWIZoqV86lq8hS6U68ThTAdLlMWbOxl67IJDIfDUYRRuIuR4BUhF4S0VEKO8u+vIpMXYK0ShxB8iTf3zKigMptWTuCGebzHsJgBI+24yQwuCp/muSEZaSEgLUkgYjITDmrLCNIpEaT2pBKX879pYPLK/EU8j0lWMmKQvACpfaXNaFg/U8ih4FMMxAXOpLCQDUzUSFm5hI/Jc6aSO+dVuyGW4fhNmAsUhjzDI45guv30aj08Vr7EK+1DjE7MjE7tHAwBfYiYGS34G7cgrNyA3moIQs1pBTWxpynGhaxiSi10fB9GU++/DHu/eIvcXG+zzhaR8HnJQAqrF2qHZnhKi2QcnETAW2ZyVJaEJAsR4UErfKoeiCAx7xW3aUawoRTseDWLLGNtQgC8tBn5AI4jM/nCMYRrILHfxNGRsCReV8xhmT2LxL6nYht7xKf58Xma7CQXWYpcDHkEGNjCW9XAdDcDDSd4C/RZTI6XqpZl+w33hiV9aFYUEuFolJNlll33KDLDGNpzNKGNyPTQ8nNhc3BiSM+sFJRvsjZ4GJNsIyoPxnGkpcXpTIUi6QEgUkPW0aSMG/TY6OUi8CLH1nK16n4YKYpH3k+tKbyF2exwUEL6rJY5WFG7KwJ2PN9lz41udgJ8r4qTbMwPTOVj0Yb7YKgD4tbyaAlgKYsQ5ymCbdpwKwbMOqGIEHCgCH7JTagxzqCYYT5RYhooVhRfE2XDPuqA902BIzkw8FikA+cTUVLxZKNkgsAFwaPzTtaK2ccFlIESIrgZXZGmdfM28L8mziKBaAuYk3Aan4VWW45p92qAbdqorVWxepmE45vYNi/wMVggMVFgfkAooQk8CBs2zJcShTLVBSJBU+C3KB9tw7N0WCT7UOrBao5Zwk2LlXwtd/q4tptH2FKy9E+zk9NnJ9xoaugSf/AwsCzxyMZtCiu+vT9z6UpTeC5UXdQq9twWhqcJg+uKs+VDBfHdCUofjnFSIamgxUPKGkcIg4iTMccsbL8IqmEjBePADALFAL+kbCEXU+plESxlVBBWiCck2hgIc25WWSwqVYjGYIHYgLdhbKAFHapZOdwjmSoVgxc313F9d0uvnpwjvsPzoVl7jDfw6TVqAbDog89QcVQZTrJoZs2GWS6m8iiQlnHkVG49OBn7jXZQmSWSlGvslOE0eT6svGxGcJszSoVZTVluUUeBm3BCajPxrRgNuE4pliKa+RK8P2QAU1iRfmMK7cAxQpis5GbDDcnvobKMlAsWqrVec3YIKLNCJ8fsZNfqpOZ+6VbolygvXJM1btYs3BTZJEXSiB9JH9HS0Yfa2tVmJYuSjOue/MgkfyFJnO61tqS/TtfDBFGM7XWsDgWi2LahrBjrksIPS39DCooqTxkBiaVvz5VzrR8ypVdp4DoS3YYySsGLFqj5Q6CaYzFLFLuAEYixSSVdixMlxVDQdusVCmR6p6J9a6Pd97r4p33VnGwf4GDg4Hk/3Y2lWrj6VeZqEnevtbF29e7OA4GeDg6ximtHJ96mJ46WL0SYXUnxGa7is0G7SsMtBAJALy6siHjIikwTHJ89XyAe4/PcHjew9p2irUtZnbw/bs4fJ7gwb0Zzo4S5LGJiu3ij/7kGv75n1zDNEhweDrD3ldj/OKvenh2Z4p/8++v49/8+2u4++kUxY8AACAASURBVPwI3//oEe49mOHkwMFibGKtG2OtG6G9achYW2ui227La/3kh2f46Q/PJHuZqtk331rD7/zeVXQvOXhyeoxHR2f44osAd74M4DBD19DQdKg+rWG9QyvaDey+vY6/+9t9/Kf/+yE0zPGd367gzTcrykYwqeI86qMX9WQNzec6akYN7755G++9+Qb+9qM7+P7HdzCdz6Shv7Fq4u3bHm7ddIXFx8PA2fkER0cXODuNcbRvYjJ28FvfW5Vx//4IP/2wh4dfzXBymGI0zEQlTit4NsmplBLih+GiiE2cPQ1w9izAH//pbfyLP30De08G+I//8Ut88ukpEqplNB2dNVestc73Qxw8XMi61b1GAFhHza+g5vvYuuTi0hUSfRI8ezTF8z2qhxMcHyfw2UhmliHzdokG5gZmo1jUtlXfQM03UGmQ1MAimc+KAhkrdDFgjqOVw2NsQZxjdAHMJhpcsiV9F2vrwOZWjtW6g7ZZg5U7OO4tcNyb4+HDGR48mgqYY1YM1FZtXL3t4tobLsaDTMbBU6rVAwz7qcrn9DR0twsZ0YKqGVsAPN/S4bu0P3NRX3NxdjTB4d4Fhr1ASD7cCtkw9xrcO3w4ui8MfZI+4jyB2wK8NtnDtjAVVTHA/S3FZELbpRA1rnPcy2hZSqtfaq1jPpNsFDEX3hKlaECrR3Eh4Vr7CmuRezsPxiRzkeiaa/A9NqLJ7ub1Z92nFCVS24gbi8qxk1qFLhQ5VUIF+v1A4gSqNQe1mq2sOkkKIri8UOoTKn2ZuSXN/TyVhgIbxASqJ9MQ00nwotHBecssIO51zC1lzdRabaO12pImw0WfJKdEgB8q5KpNDbUm1Uq04yKpCagSgPGUdTUtq31mWtFWh81vElzmCfLEQhZzvlPpzutLEgNrFeYHmvArVC1TReNIpv14GEm+qV/N4FZSUdcXeojZhPEC3Jd9rNNmq+ojLQlBzJGkowrB9Wpdg++zEB8jSSaiNHR5qJV4D74fxl44MoeYucYsn2rVQ6NeFQCfv+cgESBl3UcQhXWdzoY2lRWmNAYIsi8WgaikU9bCro2MefH5GGk+xmC/wOCgwHxYiDU1i0Y6oUgjvmahWjURBjrmMw3BAgLuUTXk1As4jRxJHiJMA2RUa85tuJqPzattbF5rYzQaYTgciZsPowFIMLvyjoOr77p48lmCp5/FaK3Y2H3HR71t4eKclvM5pslCBgHgGhXAGuuQQhTATtIQAFhqWBblJKMyN9NOYVbmMCszXJyRSJoimTFn3ZR6Y/1yBeuXq4pgMCcbPsbFMEKUUqGWwakyo1dFnyx6BWYnqr6mepsksYCqzAFw9U0br3/DFXLKyVGIwWmCeEp76kLKeJJFCIZHIzaBNWxcBTauFeis1tDpVnFyGuHeVyNc9BM0K1XUvQqcwpZROCkyN0Vip4jNDCktcC3l5jC74LkogGmlaG0CfouNXSBiXIoAwAXCgYHpCZnyBloNA82Gjgnzo+Yh/BadC3x4dUuAY+baRlmIKCWoJScGZHMP8aiGaFiRrLWIChufNt2sS1IMz2Kxlt+6VMfmJYKFTTh2A+PJCGe9fYwmI1k/+L4IAF/fXYHuJJgnYwFl5JBtO6UNWYTV1io2u5tSO00XY4wXIyzYZEpCIV+MxjG0zETVqaDiuHJvWLfM4zEWyUSaliSHcF/vH4boH0TI6Y5kEpSl+k+Xr45DUEzDZMz7ztxLlWVP4hzB32qDkR2MF+HzU8haV6vY6DQrcAwTx0cTnBxOYViFDLG9j9hEN+DVcjV8TWye6ZgXCnGSjT2u47mofA2/gJU0YYZtmEkNRuHAhAvD40GfGTVTaLbKjBv1mGlOADJCYUS48UYV19+siGU1rdbmrAlnGRbTTJxAEiqXBQxjNjzg13JRI3M95iAJkSBwtW5ibctFd8NGnpAcG+H4IMf+kxyLGfeJCjzPRmc9QmctwkrXx+qqh/OjDA/vRDg/ZPbzCrR45QUATAtHNpcKcwGrNoRVm4gVNlWfSeAinHqitqWanM40tKMleMHMLMY8iYis4IHFg5E2YWbNFwQlbnRs7vB8LgCMxj1D8amlCSPy4AJpznzjVJyxuDaKHWJKQqYhg3lya1dG6F4ZS2NuNmYNYSEYVpEuKnAtDh9hOEcYLSSOhm5AVNFpugdNJwBMNXYgsjY501OBJc18AkFUO1GJpwAkrsGmVRGramUpx9raQpGSHE5aiAIBFXCoGmBiAUtQmQCPXaBaU0DoEgUIFgmmUxKDeB6vQi8IAKv1ilqbvFjIz1WAqY6VzVzGxiUHm5ddcb75+Cdj7D0Yw/JHsPyx6kVoGpIFn0kHReyiUjdlnly6tIZLl9aRZxamQ1qaQ56PhC4chspzDOIhFlEfhj1Cc3WManOGydDFeOhhHjKCYQLDoe24KfVnMK3KuHqtjqvXGtDyFItpgOFZhOcPdOw/YB1lwfXYiCMArM7dSpnKVYp2t8xhU7aAKsyL6l9hC5Q6T6XMFHBeT1Gt57hxW8f12zr2H+s4eKxLtMlirup01YRTto0k94qdX2kJrG5Smd1LdecLGUupBH4lm1PdS9UAfHHTlurfpWr4FfmrcnDh2Vop2xTwvMzdVT9h2YRUSjPxoCtBaN42AsBUofFhUNeEzXhxvysbyZ1VH+0VTxqrfGboEnDRDzHo0xWHET52mRe4bG6+bGAuFb6vAqtLcPTXg60vrZlf/v0SwnoFf30pnS7/8B9+jwJ4X6p2f93r/Tow+lVQevn+l5mar6qX1ecoXXRKh5pfBbxVHrCiffMX1x6CeKJgYhZgwXumwFKxoRQ3NsVPJxBKlaDYxZYKrCXILgpIyQCkC1rpvEdQmbW09FPLkEhRGVEFShsX5iMugd8lOExiWwyTNtSSTZhJnUniMEelwogYKidp4cw4PX5lTcyzu4aMDjEkS3DNYaNfrFtLsQu3I3HpoRpSgY4ifqFjngDN7FVwzVXXUTkH8ecWsj8btgI82Htg3yUKqIZMRQHsdzRcudXA9bdbqLV5PmBOdYwTnvseTxEMCkRDYPeSh3/ynSbe27UR9S4Qng9gb6zB2ljDKM/QW8wxjlI4Jt0bmvjwBwf48IeHIlTIhBClAOCMxFXm6Mq6q25nrUkAuIvuVgNPn5ziyZMzbF9aw+7rl6UVenJ0jt7ZQM4bwZT9SFULvvutDr79+118+x+v43qri2utLs4/+Azn3/8MP747wf+zB5z6Lbz5vVvY+doOvvz7x7j748eYjiIEjD5MFYlWes5UhxPMyTIYLBrYT5W1jJUYVXjKllnmL/txVABTAVoSF6TQYM+l6aC57uP13S7+8JvX8a3X1vHRX93FR3/9Je6NAjyIUowTwE5MmJnBthBibpsg6M+9iyW/UkDJb1O64ZmweOa2FJmIczfOVJTCUsUptrx0nLIs+B6jiEgC5lBkH9d3hLgpB1yq3lwDYL+r4OfNsFlr4Y3NK9iuNDA7fIbZ0XPsBQn2ghRzPnslGUYRZTSJESJgJQ6ZdKAgwXcyxmI2ewGmkcjDoYBXkqYLLBg3GDAqiBE4jgLFqLxldIRFAJegpCdAqGAHJTizVLwv1b28EwRw2POU1yH4W1r9Lok/4lBpK4CcamNGESqIQFkEK4cOgulKUa9TuJIX0t+eiwI4LuMu1TojZBNRU6v9gWCVKI1Le1lRG/NnUZCRqK8qh1Yp+BWGoT4TvxLwZd9zKesj+MfPTyGNIk+x35/J+1KlgcJMeC/YzyF5nIpqWnlz/2f9oBTPag0Ug13Zm1XGtWjeiAGwX5vR9ZCvZ2IxnGJ83Mewd4GD8z4OznsSw0j8IjU1pI4Gq+qi2Wmi1W6gWvNRrfqwaVtcEBhU7gaG7Sqw07Cxd+crfPXzz3A6HGDq6Ug8CzW/jrpfx/VrV3Dj2o6o+/M8Rjif4ezxAc729pF7LjLfQcys85kSuMTUxtk61ldXsbGyApM9k5QxEIx2pMU2AYYMRVg+P7S9z/MSAFaummoQ3ylrvfJaMKuaQylTOS+o7FcZ7EweJgFRGPisBzmPCbTz2S9zSemgQ+xlKZziGbPGHgmJ8mUgBvd19otEjKm8BAQDYk48owB4ZuZ9EDyFALBKXUQRZyiiHLMwwLgEgMWJ1aaSXkOa6zjrD3FyNpA9gP0ayaamO2SSYmv3DRnuyiVotTXAqinMJSrropK5tdyLX+zRuYpXJCAs+INsuSorXb6Xz4GoZE35LK86sCgJg8KaVMZ0CVfSgYM1U1lviAJYnCxDhOEEcTwXBTRjP/k8k8hB0p96TMveVqnmLWXtJdBb4qFLpwY5B5T5zy/iKNQ6rVxb1C+uAct6TpFMXrrxZpqOiHU4dPiZBi9jLCMF7qwHUgRZLLbkmsEzoI8iSlHQadOZYaU6wkpljCuNPq40++g9B3r7Go5mGfbTFFO7AWftddjt64jpgBUoh7ecpFnhGnCtsdH0K2h6FTz64kf44md/gf7pc/YIG5KiTJtPNv/kwMEzDHNgpXDNxQufc1zydqVQVypa3hZhtHFxYKFKpaurMVhYbNj8hgm/zkyjRKwGqlUNjSYVCDzgkN1moGq7qDouHIMMXQsn5zM8fDbA2fkcGYGpGd1IGWKv2AVcyHjQV+qRAhYBD9cQu1taodFYg4wRgqNaEUPjwVEyQnlAK5TKk6BmWdCpOaXAX6XA5QNE9pZiTsniKpa0tDaUU6n8WzZq+RCqzVKpZ3hwZLOTjGzm7lBtRyviLOLCp5SpBps5AiwpdqqyxH3lPMHflpmASxYkN0hOXmE7pAqkpdWrnIkk90MtxLxf3HS4vqiYVU0efAGBSytnbvhspAurusz5EfYSv4HsMFHPileJOjySUWTpWLtaRfdqDX7ThVujijbCGZV/RyMgoByXNoo8oNAHnteZ80mX7/eazGRgRgRflxuHCvvl5zQsA0G4QCjMKNqFO9AzE8F5gWhUQHdT6B4PeuoA8+LgJTbgKgOB15YKrZzsaWZP8/OrihCtLQftbVcawlQmsNbuHY3RPx6JtSXBR7HfLoPVxbLY0OFUPBlkbTKjlQpoUVlbKqeXhVE6Ue/x2vUG/vEfbuD196rojU/RG58gSyvIsgqCmY7ZKMd0lOP8JJMhuV9FqOyx5wXqFQc3Xm9h50YDcHPAybFYpGK1SesuZi9TSTKmKnAQwG4W8LoEeQ0UzBmcA9NhiNkwFPvASlsT8gVtPFjcKQA4RK2qVFLzcY7+CW1NM8n5pcKgtb6C9sYK0nSGOBxKwULLzYiMMycHeSJqEQYcWxNFWqtpY3Orjc3tDr78vI+7n/ekCGZWF4ftKPvhNE+kgSNHLWF9awKQEsgs2G/hIZ0KcU/ZKVGxRZthKrqZNy1rU9kYpI0zn0llM55jfdPF2qYn7PlRnxaGZOCojMxmyxYVC7HmiBZKCoKW/1hwkRmrTmM83LDxzWY9ldeKiSgHPbqly/PHwx7VFmSXpXIA4vyVQxTzyUxlT8tDE0FaNtHFFoRuCAI8cz1ZZj9lApw0G8xD1DCZRJjOeI2obiyEvdpk/qXBJua8zN7koq4LC5Dsb982pYFZ9bnB+7DZZZRiThFmeLRg45vsyEVIdVohTVtawXLQhsLWfFGozAUATiQGgLmldEQozTAUO6pgEzJGEiRoVm2xRb60WcVrtxp47fUGnj7t4cmTHvx6gc2rjtzjpw8SnB8UuL3TxO0rTTwdDfHF2SmOjgNcPDYwP9axtZtjczfHpbUaLq820XU1tPI5Oo6J7Su3sHXlFj59/Byf7e3j6OICo8UMQTJHrVGg3sgx7OkYnhvoneY4PWaOho5O3cXmWhXf/ac7Mr56fI4Pf7aPvfsT9B7kiPsm/od/exP//Z/dxN2D5/jgk7v48u4Eh48czAYGdi6lMq6+7eLqW7Qo8qTBebqv4Ud/05Nx7bqDazcc3Li5ht3dbbg1E88GB3jaO8bDhwkePkqgL3I4SYG27+Ha5ip2NhUburFq4xc/OccHf3WMSiXD73+vibfeqWG+oDJSx8G4j/3RQBwG2o6D9VoLV7av4ur2NfzVz+7hL39+DxlmWOsW2Nm2cet6A9cvc66weMjw6P4MX342FWvNtS0fq5s+Wl0brTULn386w4c/HOP50wjzKddqHY2mg3rDRXM1R2u1kPkezYBgBISDQhR2/+2/ui7jq4dD/J//1wN8/mUflbYFv0kLF/Ws9I5SnD4jeSBHZ0fHyiUdmxtVbK5XoIHsvwDjfoKTJ8xdonVmhtmc9rqQQRa6Us/QwpOWT7TjpnpDQ402vqu0S9cEoJhepGg2mPljo9IgAKCL3fvhowSj0wL/6De7+PY3u/B9Wh9HYqV5eDDHwUGI/ec5DvZzLJIIiyREe9vB5nVfRp1Zjy0b9z8eyxicZ1jMVQO1QhChA6xeyrByKUPviYHDuzo8x8d73+lg9+06nu9dYH9vgPPDCP2jRFR4uk9LZq4jtGumpTfVPSREMd8pgeEncJsFnGaBaqWKSrX6gkUZhonkuBEErVUJ1JGgw8OcJWqwxZQHHdpTUslJKzg+9XT2KOMguJbKoZE534o8J24gbECwhrE1AX6pdjJ0BY7xTEGbaRJvOLh2cfB+Tae0Js0wm6YIwwK1hieNFqoPgoB2rqnsWwQsbR+SwUcggOsNs0FtqybHlwkznqYTiZQgWOz6lthC0/WEjXE2vDXdgaYpNrcc1MXmlnZTtC1WP5uZiUXhK/4e3V6MkpBDe74y1CMKEoRztSYzJ9pzq/B9OjOovEkC9GTfV+suKjXmVbKmVOQXAsxi3VeSfriPUeGuMgkdIS5yBbWlFlHqvPPDAGeHIZotE9s7LjYvuajXdQHwxcKLigmJGZC2t2Qr5LGF/skUg5OJHF75OcgD8CqGAPRUE5ONz1iDWCxzGXRBwFxlUsmh3uT+kqHSqqK60hRSw3n/GXqDZ6JWPn5W4KLPLK0cESMXHF1IQhvbK1i/tIIsp525Ic/kbEZleohCo5/rAplwpSPkzAYf6bBzBxvXGjKCcCJjfEH1aCY19PX3PVx738Pz+yn27zOr1sVrt6sCdD68O8X+kzncNuC2NbjNHE5T5fMFU2bBLgHgBqJ5Ill2zDpqdquotJl1O4XmTNE/j0W1RgcLz/Thuy46Ky7aHRfHTyc4fsYsZgJXEAIYQWZa1Qt5jqS0QY7gTNmqaY7CF+KxhWhs4cptE7vvW/AbzI1NMR4kON6LcPI4hNMgGZKiIAv5nJlPBtauJDIa9VU06l0cn85x76sThGGGm9c2sNXt4Om9voyEBEy6oHVMVNYcGS7vtQMshhFm/UCyKP0WLb9p+agIG1TvUKgRj0yxb87mzAhP4TkZZkGOWZCh0XGxsVNFlTbjORt6GTItQEqjNjLfwwKLCxvzcx/znos8U6pCv07baUZL5BieMiNZx81bK7h5ewXnh6HM6TidQzOpiI/Ve0qBa7uruLrbRYIQ/XFfFPk8cMuh2zTgclhVeGZNqSvSQPZvAsBBwlqJjTFmiYvTpSJESJWWwfDoLMWGkgPXrAgAPDiMMCAAbCnbblqLt1cKAYAV81zHaEhiE0mmyqqZ7gAkYvB7lu4AtIr3KybqVUeY9bR6OzoY4eiQRBPWlTw8kz1Dm0GeBWjxnCrArmZJI5zrHYHXxUxlB+d2KsNIGrDCDoy0AoPPKaNbxB6etlMT5MZQGoGj80hqLrcGOHXg8q6Hndd8ceuZDGmBGCIksDvnOZLKfAVAsA51XK4NGWyPts+FgNDsf4YRZA/bvORhfcvFYjzHYrzA+QnrIyBc8PxMO3wDq+spVja4j3qiHhycaHh6L8fgxEQeNlFELQHWqrUcTjUVp6/CniPCAIlk2ZLcSNJtBXlURzQhgY4qUwK0zPqi4i2Qey6kUZ2Wxj6MtCbjZQaoal4psEbZqrKJzr4DF3aVIcZzhwL9lo40BQkx0jQ1YXDOVWysXZvJ6PfGONwfYXqhIV/UoScN+E4bFaeFyXCAyagPy7NRazfgViooxNrZQ5YtZIhdb6kSJPiraQk0o5z/JSGKmbKMrDAMX8ik4p4V28gjfk42T9n8UflSQk7N1aDKim5AdGSi0t/xc7Q7DXRWqKoKcH4+xGySoEiqQOYLaZ59DlGAIlQxDbo6U9TaAWrtBbbpbnW1hfFFgU9+OsbewxE0qw9YfaX0ItspryGPa8giB7Gokae4dHkFly+vSB8jiXUBnmdUcQcGmq0VNJsrEieS5BeAQUC5B9MeYjE3MJ8bmM6ZgzhHVsSyZ0rDXO/CMtbQbGZoNHNUfRue4yILbTy6k+DhHaVQkedV7HRVpuoLxacgFDz4LZWayuZclCGiECkbh6Uyk0qnSjXHjTeBG28ApwcaTg91DM40jC+A6YS3QMVdtVsdtNsdadrO5lRHUxygfqmehxIDKFWwqvsEmJW2Q9nmK4HLcnosDaPLH7JsLSo7veXevASzxQ5Q1DZlbmxpK7i0W142SxWgyLYcwSICwHx5ZS9IhywSIRy65njA2noD3bUG5rMY52dTAX+LjFEqvnxmsYgW57QlKvsqOqs+00u17Qs94q/DY8vvVQKMl79eBcPLy/BLAcD/8O+Xr/nikv4aue+rSuxX38yrttRLNTKvszSHf8XmeXk32K9bqpNeNKRL+86XALAEMPwKAExlF+cOe09qbeIyxPWfL0fwl4PgPu8Je0eSgclnnj1GugeyQU0XA8lJXTrMvQRcJWmbPSwBgUt7UBGVKFtyg0Az7fTLNj+KCFk8RBoPUatA+jAJcx1nzHqeYzoLxKqT5C/u/3TlkHg/XYOVG9JzXUbkKSUilZcvbTeXoM5S2SaEFxHXKDI8/9z1FQDIfEQOkixPjnoYDIZortlortu49HoNO7fqUouwR8e+yfmzAL3nAYaHEYbHEa5vu/iD77bx9Tc95BcjZBcjeJ0O3E4bowI4DyMMY9qQNmA7DXzy4b6Ms8NEXCe476YG3UeUkyF7ymLRDUY2eLhys43uVhXPnvakR3F5ZxO3bl+X9f3Zk32cHp9J/CAj6JZxfN/+7XV877/Zxm//zhZWzRpWzBrOPriDs7+7gx/dm+LPnwPHfgNv/d5NXP3aNg7unGD/zgn6ZwsMLgg8qEwW9kyEZUQSBy3e80QJqOTswHmmogAZRyCRBGJ7qVwGTMLqmrINJ7i/eb2Jm++t463rbXyz5eOmbeK//HAPf/7DJzimYIrAfaareoNxjczsZbmhp7DYtySwKfajZe+bdtkitGPfX9nJEvCSfazIXij0ljFE7GMRCKKTgIojzHH52hpuvL4NVy8wPetjfD7AyNAx5MRdJDCmCd7c3sA/+/b7ePdyF717X6B39w6+SB18mTmY0J2BSlSxTmbvIke1QhCQdsBKHZglMcbDC0zHY+VeUAKWioSj+vAcBFXZy6NDku4ws9SCRSCR4CcByaXKWCxg1ZrOOcB/Q/Ks9PmFqPHSAVJZ8iu1ItcO9gu5X5D0QSUwFcOtdhvtdltaiCJ4KjNPiZEofIFAnsB/AqAs7edfBKSXz5aAu3Esc5B9fj6XyzzVJSNJXLZEjFQSBkrsJVUSfbWnst4uQXT2ZJRKUtlJcxWmyyYHawhxAyjzWPn+CfqmfPhLN9VlrjL3Kv6xWgUUULHMJVeEECWQo4UyQX+VAazj4uQMhw+fCwAcCvhFUtYIw4sRgjxGRDFg1UFntY3OShvNZlUcUWz2NzQKpygapALbhWtxOHjw+T189rOPcDwcIPBNRBSUBRD3zPe+9ibef/8tccjM0wjBeIrjB09wfP8JnNU23NWOYFCT0QQhgd6qC7Pm4eraBq6srUPn3CdbjOs9o0ENTWyl84BOEJKeXdp+s0/LOavmh1KmKrBPEeWJFalIPflzycVVvQbBqIpYBg91GhWrGnU8BF7FfVr6IQSeOYI0woIARZHD0Q1R/iqUjX0xF5bhyvoiwDFrCvbQ2Cdgv431JTODfWJrBrRIWVelsxjJLMY4CDEMAhEQ+nSC8G2YtgfD9tAfjnHWexUAppsP5wfxlCtobV2F09mC0ViH5bfgaRV4eqVcP5ZguFDZXlwb1i/cz4ibMKeYOBnVuswW55wleTCDhaSgEK2cYySVvKiwKPpcJmeUoHHp8qpyf9V8l/gyAWKVY5BglrJ3qzWjZGi8fATL+me5NS8LOeX4w96Ver/LdeOXbJ/L+lAViKUtOLHCcj5wTryIkyRmQW6tVsDOcth5Dp/XXpb9DBFJtjz5ppYMkmdJyFnzA1xrzLFZDbBWn2G9NsPzJyn2n2Y4nic4y2PMnRqszi6MxhWEISN2OUMS6X0q2g/FXhZafhVtv4r7n/8dPv3Jn6N38pTXrSmlKlVqVJxJE9BRIB1ZLNz0Cf5y87Bshq8TtOOBW/l8x2JbtLT6NUWFptP21Cbgxz2wEAupMI6l8VarkemjPP9dy0SjSm9qNsk81GsezocLPN6/wGlvgXCUyeApqODgQkQ0msI2soy5iMh7MiRHNWUhJQw3Vawpa2Ye5vlQEpRU4KBStSpLR/48kZZz7S/dp6iaE4BVcofUhBI2qiD0Ks/UshhCT4BN+ZhzchNSZYXIBzlLVQFIVloeF0ho9xeT4yC9JuQFDz6GPFSSU8AHLFGba1n9KcYo7w2BJLHJoEU2g7KVPXHB8GjmGvP+0GZLlCJsalEZpEKyiUsLNl2KYpcSfLKclLGVsnIQIFrsKrgxKIWpNMt4AHUNdLcbWN1uCqOK4NFkGODk6AKnR0PJ3KWTtbAjX/FnZ2HhNz34tD1cMt14GOFZrmxcKtYh2dG0EGCj00QR61ic5wgvcpi+GksbWj7okmvMN63MD4RIQxUvGYGso7lS0NKSSmpaGNY3SAbQkc40RNMcox4bMIvSiknlKFCJqcghXKiYGevCcl0kbH8WShlJbwqNQwo4Kk9yGbu7DfzuH25j950qDntHMnSDjfyqWNIePg7Flni2oIJNLw6WrAAAIABJREFU2VxpZJlz40yBRs3BzrW6KIlj2lcgwWyaYTrOEE4yJDOqT9iAp/oohN3O4a3xfRrIpg7SmfnCdri5oaGxqcETu002Ijg3uBjSzoFgoSPqtvPDGLMBNwVbckZrq3XUV+tI0hlCAsBRiCBk9mAumcmWJ7w8Wdw8j1axzJSz0W7V0fp/+XrTJznS807sl3dlZmVd3dV34wZmBpgBZ3iLWpIryqLkFandlbX7QeFv/uJP/n82NnyFI7wOHxH2SpZ2tWuJl8jhNQPMhRtoAH1fdeZ9OX7PmwUMaXnBeAMcoFFdnZX5vs/z/K5BgIefTWW4GzPPm6xCSxWWZPvIXcaGvWmq+TwSRGXhrdG6m4M614blETwkOJtLU6FYS4qBKzdxw8ZVankeeiaWVrgshLNSmKGTc6oEaHViotczZRBPK/uIwKmQJ3j4cIBZCDCiSFocRCysTtRGLo1hwwqVQ4AKdm7ibBiYFU2bd9pOe5YoKgj0EigQxRYH9ZwtiGJDNcx0NJFc8GbA6boGPFdljCS0TuWAlhb5PBjaVAY48m9oASMq5JqNg408UVYwBOHJAPZcE5ahMq7Enoq2SDmVfgXimIP8OaIwEmIMm1DZM6lyISteJ9PQEdCNi8Qf2hySBKPyORVgzeuRRznyOMNSz8X6ShsXtwJcvurhylUXjx+d4PHjY/g9HReu+9LEPPokwf6zAreudnDzagfPzqf4aO8Ue3sJxo9rxPs1tt4Ctt6scWEtwMVhDxu+iVWzwGrbxdrlW1i9dAt/9+s7+LsP7mIUTiQDjY4TC1XG2TEt1JnRCpwf67A0GzeuBHjzehdf/8YmvvaNTfz4p8/xf/7FA+w+m6Nb+1jxOvjDf7aNP/ynW/jkxUv88O4DfPLxFM8/NRGf63j7loZbt4ALt3xceNvD6bGOJ/dq3LuT4bO7Y3x2d4L33gtkXb66jK2tNSE9PTt5iWfHB3j0qMbjRzWKSQ4tzDAMXLx7awtvXF3FNIwwiUI8/GyCzz4aY3XFxh/98Qpuv9fBaJzifJzi5WiKl+MJAtvEeuBhs9vFUmcNS511/OCjx/jBR49gugkubeu4tOXg4kYb60MXaR4jzWI8fZzh0WdUmhh443Ybl254iLNcSFif3Enwwc9j7O/y3uBJqWO46mG45iPoMTepkvzws/0C0XmFJc+V9fv/5AJ+/48v4M6np/gf/+d7uHv/BIMNC8HQkv0pnpaiuA/HFXRbQ2/LQn/DxsoSyQI2wmmE8dkMo6Mc5/s6pmcs8FTD0VvRxAKW7zfNaJfHRoaNBEHMRv9h6mgxWkLyVZTvkNfW4fm6DKItj39mIB85MJIWvvJugK++G2A6SSWneGdviscvR3i2G+LkUMfJgQ6nW6LVrbB+2cHmVR/DLRdFzoxsDQ9+PcX9X80EHKQTAPfS3pqG7gpt1nNYQY7s1EF84IrK9OoXAqxdaeHBnSM8vHOEOUG2kIxuQKMXOONomZE4V7mtrLptX+Xgud1KMrMIAtP6yfPaKhu9IFDHwX4pKlfaPpPdyuxuksqYJR5OElHvsy2gdR0BQOaJcDhMwJAzBeWSQZB4sRepxlTIVmLXxDOC15uNv4oIIN+OQwjy1Fnv8fVIUhmNeCawEWUGrQnHsyTzKWFmJdUHSSH7P/cOKuUcqos1Dp+ICyoAgP+We9J8zlgHVZc43AvbltiXUp1Lm+iqpMuDeJNJU8rBRFETiKQNqHKWqKuWDDtVIxqjqpmPqYp1glmMFmBUApnHvNc7gY9OxxOlsOuy9tORCXNVqX+phIeeoDYSZd9oUV1BsCdDnBD8VU0QyYXMZ7JqDXZeiW0VawIqVrnP7D6dox3oWNuysb7poNez0OtbSMNCFt+LfD41HTAsZJGB81OVW51ThVbT1rqS3NQuSQmsj9stzCcpJicRGAOgk0RAC/+GzUown8qM3rKP/rAjyou0OJX1YifDyx3aIfN5YMxAIbWd4epY2RhiZXMZtWYjI/EurRAzpiOmXWYoGZAaczLNAlVcoyQWkBsYbvtY3ib4TpedBNNRhpN9EkBqXLjtYPu2jaPnzMeusNxzce1qR47wTz8Y4cnDKfpbNgZbtgDAdlexqAkAJzMNdpMBHIoFbixkq95qC/6ASr+5LIJe4ZynGgEGF45lw7XYUxg4eDaXRRIWaxFmM/tLGry+RtMRWeW4RnGq3DQKjbbpFcrQQRE62L5u4MptA8GSAvXjsMD+oxz7jzNoJCN6hahWkThwLBNrV2qsXWb+VRe22RXV8d7BSIhuFzdWsdzr4eHdfTy4s4+M9ok+0Fq10dly0NlyJWeNK52kiM6ZO5rBCQoYzGamEVJOW13VN6RjA7MjU/YSZgjZBusaxl8xp9rF+oUAfs+S5pGEiVJT4D1dR+g4E505CE8aALjmMxOL9bjXU/V7NOKea+HqjT6uvtHH00/GePbpWBxk2v0CtkeLRUU027zYx9bFvjyT4/lEiJJKoWHBtQ1xqdArC1phy6AoZ+5WlSNMaSlOe0nmTVtC3qH9NYkaaghZCeHG7wMtmwMMH3VqCvh79jJBzf7UqdDuM++2gt9uAODaUNbPk0IUuqzBSCbxAypm2R+YKDLa3rfQ6bpo+yQfM0pHw+lJiJOTEPN5KnbrtI+VDFfmv/lKIc0YF8aw8OzinkASDKMY0lRHrufI9FwUwHa2BD1zUefMgNPgtE2xh4bcu1S0hBgdMmMxRzA00VkxsXHNxeY17mUppqMpwhmvB0HbzwHAHAI5zNkjAFzAapUIZxDQjvsy68igZ2N9y8PqegsT9jknc4zPgNGZjoy+kBpjdjSsbwHrW8rekcOXswOqMzWcH1qo0w6qlKqMCgGVz/0c7iABnAjzZIw4m0m/JOSgOoBRdZDNHIQjDSHvHyOX+JoSiSKOCMeSmastBYznvowl2P+Kiofgnli2qmEN9wISaho6vlJlCAijNBTSbJLoTGITe3FmDwYGli6EWNoOcXY2x8HeXGypkQTQ8jYsMJvaQ5nPUeYzsa3sDgYwHV96spmczYx0UracdB6Q70vwV+eQmKrhUOU7kqDAgbhJENhBvlDpxA7K2IOh0e3CBMmqyj6xEgcN3utCZMp5n6eodaqWIqys9bGy2hel3GQya4i/NrJExc5wCRCtc6Cl6iLW8N2lCN2lGOtbATa3Bhif1fjw/QmePprAcMaybLoPtGgFHMDQ2pJLPZmMJCtweamD5eVAhtktl4RlHednEaYTklmW0e0sQbcTaFYI3Z7Bao1gOBMVQVRC4iRI+KJddJLx2mhY6l3AUv8idGMKTZ+i12mh3+vA0n08/bTGk09V277Ie6ariAxIGzu+Wtm+LY59eQZJxpBM5abvVgJcXlPOWgq0vBI33gGuvw2cn9Q4PwGO9zWcHGoYn1HtpohuKytrWF1ZR5wkOD09FnLsK0vjJttVRony+gul7Gv4cZETt5hdLBSsvwFQNkNymS3JgJ9DYTUclnmOWAY2wKsQotUeowDnJqe2GSKqJE2+TmO5KWTcXNwLun0L3YH1yvlnPEpxfBhJlrllBLBMkkJJXCCBQQ1lFwDpbytrPw+qfv7r/lPA6+cB4M8riX8D+1WQ8W+Bxeo/1cD1tRr189/rN5W8vykn/rwFtXzfxTX73DeWYfwip6+xglZqXaX+Wbz+ItNvAYjyXlPzJX7NQmXd2E42e5NyJ1CxYuo1CdZQiMAaW5HyWWu/ksdJE6P2Xe51Sr2nVMEL0ED2u6bPXlyb5naATtfAks4IJLMWMJiXV86glVN4rRp+i0AaFZChZIzOw1Du67RIxc4XRgHdZKxbDbvWpWaV+lVICGq/5QatfiYCYSTYq4gscfhryOQLdSSfU7o5Mk910O9idbgs88ZHD3fw8uU+VrZ9DLfbWLviYv0aZ38k1yuF4/luhrOXOU6eRzjeCXFx08Yf/dEAX/6CC2M6hzGbwwva8IIAk9rASVFjRCci24dut/H4ziEe3T3E7tMUB3s1xpNKiGAV57WNEImEEs5WSU69eK3/CgAmCHzp8jZuvX1d9ppHD55g/+Xhq7kwnyn2P9/+vXX8k+9dxO99axN+asNPbOz/6D72fnQPP3o4x1/uArstHzd+ZwuXbq8gPEwQHcTYezHBi52RzOgWc2BVsXFmy/lN2diwSnBPg+vVKPQSpTyjAmHI/iDqcRgo9ByFUeDWuxv49ndu4OZmF73DEYzdEf764yP89cfHmDGXVQRAnGc7DE4V8RJBZcmR5lnJGWkzm5XiV87dhlAljp8N4KU+9ebM4ftUAKv6feFKxdiKFO99+Qq+8c03YdcFXt57gZ17z3FS6TipNfi6gb5p4EvbK/jeu9dxa6WDh3fv48Hde3ige3hgeAjFCZfzOGIM7K1yBOzPgjZ8ryWETl6z2WSKaD5T7qIkVDX5oiLaaXK2BRLln/NZpC2s7cBzWuK2pAAckvmUAkplcirbVp7DaZ4p5R6vIHs6xxLrYzXTb3z6SdfKCBYrQIkKXSp1CQD3+n25NsqeVm1s/B4q09cSAFgnsaPZ61/thk15I2plXgOZRapZP/89QWGebfJ6zXnxyjVUnSqvXAwlPKMBgGlxKxm8DSDG11OxmRTWMO6IDGTWEJyp830qG2Gq90m0FrU/JwqNYpJg+gLsFFGIwARKlayEdcRUqlcA8CJH9ejFPp7de4Tx2RhObwCn38fJ8RlOj08RE/xzNJiejaBLa/EA3a6Hbpd1ihLvMa5DqTdbcDQL9NL59ON7+PUvP8BZPIe90oUeeMgokppmeOPWNdy4eRUd34VJoHU6w9OP7uPZx/fRu7CJ3sVNqVNOj08QFzmc5S785R62+8u40FsW0Dil/RWdJh3eQ6bMnnU6bjRKbQK/vE68X9j/cza0OJ0W4O9CzSqYf+Myws+WbrBU0IZ002KuO9XhFJcVJSKxlWavqUiwknOWluKSNCsYvVjAZKyX5GrTfVSJJUgQ47xM0kq5t7s2TLp/6RkqLZPZP7ExOmlWMV0jKTjLUIQ5ZlmKqdwLjL4y4dEJglm5tovJPMJoMpX4lkWEyaIgc7pDON1lOIN12MubaHWW0XGW0HEGyg6bkZmNoE6m3QWfbToRKAdszpb4+JU5rZpDUfkL8cPzUBkOSq2llMgUM/KCNJjvok6S/xbgl/WfwiMW97rM2hegbJPlq3Av3reKtKVqAzV3WjyLqiT7fC3SvD73Qj7LjYPI6zrpdV2j/uw1uU7VHcrRSAHACngmnzijy4JWyZ5pVwVcrQZHlxRfMJKGnUVemChKC3mVIqtTbHgxrncjbPiMxCvQ9ws828nx7FmBvVmM/WyO0PLgLF2H3buMoqCTEcUyCgDmuS8AsG6h7/rou23cu/N3+OCnCwBY54RSMQy5KSxyQuUokAu8sE6m/ZUO11fKESpFZGAwL4Vt3Rka6Ax1sYVgdmiS1mBRShs9hfqrj1Ik342+mwdPt0+2qYH1za6srK5xPksxJUthlGByTp91XhRTqUzmiSjgRDhLrIIlmzTqBGcbjyABdBrAiorThqUiJGJxNVV5D9KZkjW2qI8bBbDI/8mYXChO+f9FYSWYkyjkaB2l006Ixb1IpNVNI7YTBGVaBrqBj37gCwhMqxEqgvlQ8vmV5tFsiW3LdEbLL2ag5ohC+hir97YQB8tbIcONeTbyEGnKAthRB48MOtNaBg5UGclN2GSNLJpnufrNQF1xWtVSSj+ysHklFUJuM49uSdT9ohRh9mLLbksGIFWv2agU+255z1EMyyOAx9wjHjJs1nVRZnNA7LVdsckge4rqSGG7siCmLUacI4tzuZ5iWdlo+QniZpEuij7dymFYRaNcbBqlxWfXPMH8+UlCEJCf83bLwGAYyCAUbi4rmeWITnIkk1J936RQOdAtS4YIBOfkUVY+x2KHIZ8mQXanhNFSjSSbeuas0CorsDN0WzHefKOD3/3WNi6/EWDneBc7Jy9RU9lTudh7UuLRhwmO98mgNwBHh++2ZFHF6ZrK/s9qSBUyHEtogU51AZDOahQhN26qIugRX8EIKhjtSvJXolMDecg8CEPsrUUBvMShFT8TxayjqpVKsGiiIZpqatA6LUXF0vG68FttxFRlZKlkHsIgKqssPlgcUIFDwJN2mMzicltAv2+i16GVlyM2EwcvC+y/KAUAoH08AV/Fx2FBpJwDXjeg3CAV+4+HE+9vlWnAIZFi2fJmFVWarsBM5g9QFcj7hfdQe+AhWPKa+yNDOC0wGdEyj0ov2qi4cL0SrksiC62RqManGo6HT2Mpwc2AewEzJ1h4cyjPzCYy8sgSk8wmlduksuMJTitQQe2BtOPjfsjBnAJLmEEhSmICuiR6UWUu59iCuac2IRmeNexLCac3DYRxhjBhVqHK5eTvBDtY0FG95rV8Ac1575YsRIRlRsuaGhUvYmmA9iHcC/KYIHuurJmyXIBqKu0Iomokj7Am5uFlMLeFao9BY73DwWaCeRiLopn7m9ja0242KzEceNhc6+DidoDtiza2L9h4+PAEjx6eoN03JBOWw52PfzHFzv0YX3inh9tv9/DyPMJnexMc7qWYPKmRHFTYeKvE5lsVLiy3caHfwaV+G5f7LjaX+uisX0WwfhX/7v338e9//j6iLEIQsCA0RR0znyVqABUXODvUcfyS1s8evvalAb78xQFu3lrBW2+v4P/+q6f4H/6nTzE6jvHVm8v4yq1l3PqSj5tf8vHxzjF+8vEePvlojucfV8inOv7RNx1885sOgg0P7Q0fH99J8ff/McSvf0ZAgQB/gnfeGuDtNwe4em2A7St9aK0aj/b38XDvBA8/M/DgnoHoNEJxPsP6Ugvf/tYVvPuFNXz00QHufryP06MYk7MM16538Mf/dBtfeK+Hg+MxDo/HOJrnOJpl6NoW1tstrPq0xenKurP7Ah/uvoDfqXH1go/NNWYL02q5xvk4xPlojunYwHSkclgu3vCxtt3C8ekMRydzPH1U4PH9CkcHHJJTSQBcuBxg+3IA22E2KokhKfYep+IM8LX3lvG1Lw7x9rubePvdLbz/4R7++//lQ9x5sI/+hoX2koXz/QKjPZ5rlagS3K6J7rqHztCFUZUwywLzcYrpWSK5t9FIQxpyX1Hna2+F6j4TdMyZzkgWA/pLBnpL0nbK2R6PS8xOCpgwsXmxi9UNHxWBOp2ZfSREZOj5Pt6+dAk3ttbhaDO0tBnu3p3i/V9M8Gw/wnmRYZaTWKLLGqxp6K8TNLFlaM6z4GS/kH36bK/E2R4HwYwwMNAZ6FjeMtAdajibxDifJNga9nF9awWOZeFkNMfJeYjzvRBne5Hsla02LQs4p6arAFBEplpGgdwo4Hk12p6ODm2CZc/mHqgGyllGBwh+PmRw9uG6XUVqg4Hzs4lYl80mEdIp8zq5TylQWaNSyKzh+pY0UwSMkzgRd408YxauIrxwPyPRqtvx0Osw64iEKc6o+D1TYaeT5CVDIiGXEgBOMB7T/p57UwDL9qRIzasMUUKnAWVvz0ZGFNNiL0xykbLAotsGrwPrwkis6nJxiOA+x3OV5BO6urC+4lFhWrTYpH0c8+6bnCEq7Gw6NCgVDcFbqpbEVj+l3U0hij/LoUU3F5myjAGw4HkW2oEpCj4yY22HDZSJOic5jFZaJMXw/JqKfRAt0lo86JjdUrBB1kAbH+6ZVFaQQMSGzDc1uCYbVuZMujg9zISIRBs416NtbKmeLbtAPM9l8XN0GOmQ6wjPSaCokNLOWbdQaQmgxwIAdzoWOl0bS4MOlvpdHO9N8OLpCcJxCo0Uf+73jduLjGk03k8Wun0Tq+vMbw1w6VoHL57P8OL5HE8eTfHwwQQnp4lEErGmafmuLOZnVxL5oIhOJD5mFXNpUpgtksAA0NXmlA2qJrm+3aEl4BszWKfjFIe7kYCAy9c0LF8DZmc6pucaBoGPSxtdINdx7+MJdh7PxJWF6nve+62+GjamoQKArbQDMwnkM6SVM5tZ3U+gtxJUtOE2UmnAOZxgVjKtG+nqQ6JcFlYS7RGdqUaPsQ+mC9idCmZQo+AzyT5hqkEbsc6kbXomq04cAXXXLhvYflMXAJjkiKpg9q6B+YmBaRJhmsRSe2kZVbgmtm642LzREsVvEtMViR0l7ytbMtxJsjvbP8f53hkyq0DpVjCWNLRWdLirBjzbEyeBfEbmeiyOCXa7EmvVLKeKn58Mt5Ma4bmG0Z6OdArY3HPpjtJE8vSW6fgQwA1MxHmEhJmmNXOhslfPXzZxkY4CJKMAJRXAZQTdzWD6zINnXU5Q28Hqmo3VNQfPPw6x8zEHIzn85QJut4bjK3JHb9lFn/u8zR1DseLpUkT7NiqVJJOlWPQkOgrJQUKTWTyXgaWhuUjCCpPTSAgOC6uvzhIQLGtocQhE4khi4Ox5jLMXMTS/huYRIK7RW6Z9uybPOfeEKGK+NskBVG9zyKWycj2fwwhaxOtoByqWhQQYNsg8ipKEts7AZBJiOgmRJCQIquG/41eSc0qglDaCHHTECe3ZK5RN5iJJolxWOYBbDIHEFtJckVA9bMpifrhuh4jnEc4PIun3SITob1lYv+rK0Lws2fNOEM4SxHP21woAzhMVn8IaUxTAtDR3eb8pxjeJQlGSS37y6oaHpZUWzvbnONsPEc11JKEl9v8cxjitGhev2LhwhQNKDqgNnOzqePFQw+iQbKWOrHZb5Yh7SxHclRk0NxJ1GQki0nnXOhzTF4V3NrcwOwWmpwo0FatjkmXtErXZkAY0A2ZOFbAvnwPPEtrac2DPofSCrd8YwzYAiQKLlLKEQ09FZmXfYNU6TJ4HvH/bCfzlEN5yKBnVSagji21UcQtFZCGeZ9IDDocmlocWOp0O/GCAsnKwsxPj+fNICJYklFAxQ4K69IRaKgAwo6QYKaWbufQcyqqcmYO06ueAmPnlLeQzX6IBuv221NthGCGKIjnLCQDzPOFzwpFznI2RpGN0+y10eyQcK5ch9hhUsdM1ijmjssfJzIDvR4GABPfWGIWyVWCw5KI/8IVk/OH7U+w8mcELUvgdZgHRUq4N2lwS7GcfMzqfSf6lCTpJ2FgeLmFjex2GZWJv9xBHR+c8ocRhQu79Du//HH4nhhuksKUPpqLMQVk4mEwjHJ8ciWXgxQtXcWH7KpKEjgAnCNomBv02XKuNw+cuDp8ThFfOSgScKxL3mHNO96SEFtusQTJRU4pdZ83zn7br7ME40F8oYkmOpdKfSpcCN24Db9xmBEgl7jb7L4G95wSEDVG4d3sehstrsibTCV683BFbe9mvOOSWgaoahjdQ6avfX5HVJUqsYdIvYtOaEeVrYLKpxThsaZQpqu9VsxplnckJpOqtaXlq0wuwASZlnsS5WzNL4kyERGU6XtGphQRdnrdr6x2sbnRwcjTDyfEM8wlzyS2xuZfhNO1QqcQ3FZguyshmKPl5APi3wV+ljltYI6vBqJoPvv7984Dva+D21Tj181jub4G/r8FgwUU/pyT+POj7//MCr97Db/+9iiJTg+fF+38N9C5sq5VdpHLCew0Q81q/AoDVP/oNoH5hd6pU20qF3kQRqv1KJ2GFJG2CQyr3mfOtRbe/mHUuLKkVQKQceOTzEEtVRRJY7Hufk8NLXU8mKfPIdS2FriUw6ARQx6LqZRSZCEIkR5TgXChkjLyIkZesxyKkWYi6ysAEdJsAh6GchPi6nIOKqpmzs4qKQVVXKcSKczDlJqbI/8xLrBRZrqqxubmON69fkT7hk4/u48nTHWxc7mPjUh9L2yZ6Wxpsn9daAcCTgxLj/QrHz0IcPg2xtWHgO3/Ywxffc+HGMdwkgWfb8CwHc93BOWyMNRuFbqMwLJw9m8t6cn+Oe4x8OqFyQAwCRLxCQohkZFcGgo6Li9cHWN1o49nTE+w8OcHlaxfwzheuy75x79PH2H1+oIRAlY6AbhedCv/42+v4oz+8gG9+dQPWCLKe//QZdn76DD9+GuGvD2q8MC1s3upi/XoXHaONwGzj6f1jfHZnD+dnM4nYk+G0uIhw7tXECfDMoiiIYhQxgNZRmQVqzjdZ31HtzdpRPnMDZbtA0S7wj3/3Ov78e1/BlW4b9/7jJ/jsR/dx5ySRRcCFOdI8VyqdQhu6JrEXIjGYZHk1k1YKIO5JzCCmTS7naNwb1DxWLSXOaZBMOXuYZS0kgUaJp9S2KX7v997A975/W7JAPvz7h/jVTx5iXOgYFxouXx7grTeW8e6yi6/ZBoZJjh9+eowffXKMI8/GoWejMnXYPF9rEixpa56i7ftiAxyQnNX25QzOEvauqVgxk2ypPmMFmIsjqNggqzzUpKwQlSRA2+i02wIiK5CZs7BEFgEiAUgNXVleE3zjqnLYrO/abVH4SnaqyTiEXDkFyh5InEEpgrnHeq4H1/OafYC1DB2tqOZXSl4CmKJwlgFg4z4o+57aixZW3wtXQkU8U3vkq2iAhY29WAKoWIyFS4VyI33tVPHKvYJ7uICz/PyVVbt8vmrDEcImF98DVdL8jpJFTxC4sZnmmUggnUAwry2v8SJrlnuiIq0wwogvWEFnXKFk3Sur+sMXe3h2j9boM/Q2t9Db3MT4fIrRaCI9mO470Fv8HPg5UsxCN0PGFagMWCqAJVec2bgUFaUVPvnsIX714SfITWD77SsYbq+JqpV/73V9eF0PQauFjtVCMY/w6a/u4NNf3sHqjStYvXEZ8yjC/u4ekiJDd2sV3fUhlqwWlixXwMgwnMke7nkufDqAmrasBVK4cCPjeaNiAlU+7utoAXV9FQgpnvrK4jsrxBI6yVLMixhRmUikD02hoyTFPE5EuCdkHy5xYq0xTSOMkjlSqoDpIqBB9kfXdpDS6j9hj5NhNmNMFJ3UHIk+Mxza9PMzoi0/Vd+FRDNySZQfBUI1fb2UDTgJEpYMugXcQlrwveZNlJia3S8IDRUFQ7oNe2kN7sYFeP019Lw19Pw1FTGcFqcwAAAgAElEQVRI0JP1s9hTk7xMW/mskR+R4MAkL+JEjDabIY1CBQD7LjTLQ81IFVpBN0RgOdOFtKFm8wq7UvuZ2K6LUwq3MYXfSFkmehI1w3gF/EpdtSDSqd9f/WqE/wv8qZEnKsLIggDTMLLUd39dH6k67jWYvLCXX9QfC9JfodVItQqZVqKlZaC00NYr2LwedQFTHCIq5HpLVs3Y0yrGaivEpWCGFTdD2zVkvdgt8HK3xLPzCZ5OzjDVbASrb6C9fBWm3hYCIHXgBsn5Am4q0lG35aPr+Lh35wf48Kd/2SiAKfnllzQPIpm7VJIo4EMVM0rFpkvxSYs8sikJdPAaRnMFvg22dPTJKHYc2FYLs3GJo/0Ix/sR2i0bfsuRhpo3rTSrcSYIf7vPvAZg+3If25f6ksvD0SuZEeNxiPGEuYI8sFQ+sDTnIXOjdBkuFFEpVrp8OARkZi1UMAOAnug8g9VDqYCM5oNanIeNd7K4CandV5YoYFWetyrU+d8WbfbUMJSAJaX2mkmGL9kdQsFQzFxTQ3tgoT2wMVzqYGW5J2wuqhmSuOApLwCMZbkyRJ3PM2nIZrMY81kmDzTPZbGma+oIbrAlPcHzEjYzGeih7hrQXKVQycJCBl/CFGSjKcxTlf1Zm1QFKU946UkETFaBw/IwsdiQ0ZIpDYNuFXAHNdprteTRUkHBp7aYc1N1EB3liA5S5JFilhJgpC2ezUw+fr4xLWR1OG0bjm/LAIf5lBGtaWgrSIUxi9+SIGSKZJqpr/NspTTMaBfKvBRLBgPCYtULZSXJYoUfkADAKhOLnyhVUQQ5JQeBWRK+hZUN2r8MEGYhwnyO+XmC+XGCdEYbMVXwEPw1mUUkLA1VRPN9ccngvuBwgVYVGmxPse+ZpxDFNuLYxrAXYX0Y4q0bHr705S1sXWpj53QPO6f7iCP1NS8flnj0QYazowpO34AzMNAPOugHAXwqsHjTFiXCaYz5JMEsDDELIxls089d2eMxJ7hCZ5U5kwSR+dly0EX7FSBjVuiSg2DZFsal19NguwStOaUsRanA5+5snxZvNQp+RhVtB1sYDgboBAFOTs5wfHJGor78rKKst2g1RgYmBx0GcrJKsxisqwZ95j8umGbM9dMxOjWQSOZ1Y81NdljJwY1q3NXTp+y4qOCXLDbeXhLBrQbxoq5m0UmmnVvLoipjOqb6OZVBDh/KlYsBVi50EMYzhPFciCi8HkVKG/EAntuGrseyeE9ReUUVTJ7yflk86+p+ojUPDxgqpvlz07GA1jDy/lQ90vRkbNbUInHOEtBA7QlURLiuBdejnRpBH34vpULhcyFqWjLCGpalItyQoUX1WUuAdIK/BFM0kzbaVMKRbaiytQj+uq4vTgIEd0mEiVg4s3jQM1laYYDVFbMai6hGyaxgFhMVRE3W6RMd4UAuF+ZpRmcDU8PK+hqGa+vCUktDXucQ4yktNGNhfzKbk+Av/TTXln1sbSgAePOChc1tC/c/O8b9ewSATVx+sytuER/8+ByPP5ni3ff6CuAcp3i0F+FkP8P0aYnkqMTWTbW2Bz4udDq4NhzgxsYqtlZWUHeGQGeIv/nFz/A3v3xfiAeDbluKn/OzWBRzLGKZp0EA+OCpia7bxne/s4pvf3OItY0u1je6+N//j6f41//6U6RRhn/5/S18/w9W0V8vMFgv8dGzMX726QgP7kU4eFhASzT8wXc7+O53O5jVFmaw8LOfzPB3/26MD38+QX+pQm+pwtvX1vD2tXVcudbFxeuB5Dp+9vwAnz07xf1PDNz7xMTscIbkZIztNRff+/4NfP3rG/jbv3skq0iZ9WTg5s0l/Gd/tI233u5h7/AYu4fHOJ1pOJkBfcfFVuBi6HooMluUgo+mB3g82Ud/2cKNS32sLVPRn0KrExwezXB4NIeheXCsAK7fQnfJFvXq4fEEh0djvHxe4+VTHafHzBlUz9Gl6wEuXyNor0gZ+08T7NyLUYQa/vn3L+JP/+QCBsvLGCwv4WcfvsS/+csP8MmzffQ2mMtr4vRFgbPnBYJehaW1Wqyh3UEHTuAhHcVIxxGiaSkrnlVI5rQiVTmPVHF2lxWQFCUVRiMSPWqsrFmybAHWDEwOCxw/TWWPuHZrgIvXO6KSzDFHwechqrA+6OBbX72K997awIsnu3jxeBc/+skIf/uDCZ6fZKh8DfCZsaPD8zSsbJpY2SIAyaGfIWqr548S7DxMUMi+y+dSR3dZR39oYGnDEAvZFy8SPH+R4O2bQ/zOVzaEvPLL9/fx0YfH8rwx0zxYstBdpZsBkMyo+lRAQUUFmpOitDN4LtBxDXTbjMrQ4XdJoKLtl44wpP0/rZpaWFndxmCwJjawHIQeHZ5if/9QVNVkdFaMl2BTTMW+5GGV8HnfDHsIAhdJEouFPMkvrD8WhS/rN4K/CgBmfi7PQGZ+xUrhpCtARekgaDOaYjJJpFYgYcTzA8yiGeay/6YC6lL5y188M/yAcQMuNKpvM54/BH2ppOUAAQJG+AEzzCwBf0neI2lI9smazQz3xJYa5icswlh7Eohk88WG32oIgRniiACwUo21OLD2qMzTkUUaXFep/YKOA7tVwGGkhOTi2WKlXGeWgIeSPVgzS5cWl2PJAnbJJrZaKGtHMiwJ3araNJVsSw5egpYBn7ZbVgDHaiOkJeuEQ1sOWNi4pajBaxojmmeIwww1VQ0cbDHW4ZDRDRnMQQBzqQPNokVmqrJL28y3t7Ey7GO4PMDu81M8ebCH8VmonGxI+KOqLyHIxr1fh+/VCDoFNjYdfPUbl/DV37mIw8M5Dg/meHDvHB/dOcXRYSiEPbPVOGlQcc5YBpanzPuSesxRYwIth+0z75N58xryM6COADdQi5bL/SVXMp0ZB0LyWnuzRHuLudzMXLbQaXlYaTOLU8eje3O8fB5haauFpc2WEA0JAJPERGIIaxmlAO4K8EUb3KwMkRpnKAy6QDAOgkNwB15AlQABAkV4mp8WmJ8VqGNbltS4rDMYYdGuoHsVclMtfa7BnBhSO8+ZzxWnQGYDqYOVizo2rgPtAetJjuoAs3BhlR72jqay+Dzp5Ba6Jrbf6uDCW12MJhOMx1MBW3rdHrTSxWhPw/igQhGFKOIQVatA5ZfQ+hXMAVcNxwhklUmOIkqEPEClLXsOsSROS2kUueKxjsmBjmRGJngNy2ANouqQ7pKH4XpXSCtxruISEub55cqVSBjmURvVvI9y3pchIMGWygpROTPwkXAckuccIRW1/QovPkplkRjoLRXw+jU6ywa6ywZazX3B2t1xSfylJTbVE7Txn8lauBAx2ymHjbQyMAlDTKK5uAIwk5bA/+g4xGycyMCZ+01nWUOXIDntfWsXVazj9HmE050IRgcwaOvcqxEwc9AnAMzBHB0cVL01nVSYjJQVPv/e9QkisQ6r4XttBO2OqPCZysSvYdSDabQwGs8wHk0Rk9BCMmNNpwYCrmyDbLHbZ33L55+vR8UN1Z1xUUr+ulX20SqGEs2ShQnyOIXbtuFyn3NTWA6B3Rine3MkcY7hZQfDKy0MLzoYXnJQlAmmDQAcTSEKX9asCgBWqlu7RUUzrThJDnCQZ46Av1GUCjA/GLbQ6zs42Y1w8jJGwT2OYB0dZsoUTqvC5WuuLFrKZzFw/FLD7mMd42MLehlALwIhrzDD3Fuew1ufQPdUpj2B8rJQkSR+y0PH85CHJsbHNcZHrCM4PMpAhzruM+Awisp3PkelK89SwbOQq2QPq2yAOWjmvcPhg4CkC3I1Da+az7coU3DR88LWSLROYbbnsDoz6N4cmhtKPq+ueahyR8DfLAKi6VTWtes9XLvRR9vvwtADhKGJe/fGktmt120YNdWTHD4qUhDPRJX/qxRThp3BbKWwWlRgMy6LPa8iEGQzD9nER8vuYGnYg+cTHJ1gOpmiFhtjArzMtXOkR59HI8zDcyHXEJRnDEGnR+teA6MzkuczsSGnakusHMVNiUPWBJqe4PJ14NI1DZ6vonYO93J89MsQL5+l6A1Y83M220ZR+fB4lpC80SoxYv18FiMaQ9bK2gqu3LgAt+3g8HAfx0fHCKcpolkKLzCE6NfuAp2lAsGgRLujo90leOShKn2MRiF29/YQxRGuXr2Cq1evYjo5wmR6LM/eoN+C7wWIRkOE50NkMSNl6NDBZ5J7BfO0SXom2Z/qe17vBgCuCIjz62hDyrxSOomoVpLOJgQPTCvHjXdqXH+HNRLVSRV2n9fYeVTj9NDE6mpfVNa9rrK1Pjs7xbOdJxhPRrJXc1BPsg5dNRoj4QboVYCvqo0b4YKQ1F/LRxbWgQvVsCLvK6tBNRxWoCH/m+5uJI6JvXkDqpJQQkWZDIrZHzY5dwowoAUxwV9loUtiGwUT/YGD4aqyfn50/wiPHhwjDkkUoMrbU7bPBlVKVMir4CMSLUR1/Tlwd/EeXgG6r7Dv38zG/bzt4eLf/LaK+HN6mn8Av/3/gsNKGbP40oXd9+L3z81mXwHPzYf+6q8aRY8IVdQw+DeH8b/5NsTSlX3sb4G/Ikh4pRpSll8CjDRk9EX25gLsFdtymZupz5f/VmLISs6p1ByVw0jW4iRli0pJ3AMXtw3nIY3ytnkd9bmoWdwi4bDRHTfTZd5HJH2w5qSqJ5ds11eAAfdOvgaVeQ2pq6S7RxVjHk0xm09R5DEsLYGpZ6IGIsGTNSTnA3TI4aIoVA36TZmjca7BiDnlEqhqcA4QCVhwVnH50ja+9N47cB0bd+98ikePn2Dz8hI2Ly+jsw74K6XEOBAg53WcHWmYHUIAYOYBr63r+Ed/EOAL77XQKXJZDAzyoCE2PExMHxPTQ8g5M/ntpzXKsxoPPpng5z8/xvOXITRxmuReVCrRiwD0SgF84eoAw/UAO49P8OzxCa7e2MbtL94QUOKTO4/w4tmBzGZJsFnbANY2NXzrd1fxnW9u4mvvrEA7KKEfFrj/s13cf38XP32R4G/PajzXdPS2TKlhr2xv4fL2Nh7c2cOvf/IEx4djNXM1CYzRAUSpTTlmJYxqlcrWO4eJnPejVQA2FX7yG8yS9xPFFjq8bRPelonf/+o1/Pm338OgMvEX/+bn+Ju/uIuDUseBkGLosKRiAQq9hZL1ScHahDFzap/hXcUJL7OpS5JMdVvOZ3G8EHBazbeUEEcp3Ll0zRJ3OZ7Li32Qtny1XuAP/+BN/Ok/v41snuCHf3MPP/gP91FqppD83v3yNr7+zcu46da48PwAeHaK/+txLCsKDERtAwZ7TluBkjxr6HjCvVD6NZ99aVsUvMy+5jPJe4xWsZKpWqkZruTxMvO2xZgDBxHzMLNMepgeCV4uXViUUCKezxHPZ3I9CN7x/i7oKsXQpCIXMNjxXLS7ATzfl9moY1siWqJtsjg+MZ+4IW4ozEQ5ACg3PTpWLYjIJPyqc0Xev/wMTVQPAVmxXidxtQGBGyBXRtBCZGjILE0mvIhoGkCL75uCEQFlxYJeza8XVu3qGeAzrQBdbrELNbOqIUxktGCuOd9U4DBnGMq2WJ0zJNRThUsyCK8l9wSqohcW2SLe5p0js3Kxh4VOdbRYWXNGnAoAvPPgqdjSL1+6JIvYzXQ6h07REPtdYj2FIm63LEhEkADAJPfqdDa0hPSfj0Nk4wj3Hu/gzv3HsPtt3P7Gu7jy5hWYJMdmJcIiQ1SkaFsOhq0AZUi3u1/hg5//Etu3bmDr1huYzmZ48eSpWECvXb+IlYubcIsaXlEjjOaYzqciruu0ffTabTiuK0KiRc6rei4aa+CFtXYDAC/s0hdYGa+5xKeSgCCCPNbeBaI8RlyQxKPwDNY983kk5HyJDeC8vPkfAeBxOpev5xnDPsV3VGQqyfgUSI5GEUbnEVLGAlI5T1ejtilE0DxX0QDsCxi1k2UKQOWZldPhV/q/BkAlCUis/pujSvAwBaLyHlP3s5rHkJTsLK+ic/Ey/OVNdP0NdLxNcf8izMavN/ms6DpyxmcKg39hqawiwYpXAPBc8sUpiNNtD5rtSx6yIsEpm3IhXTRW7KocaKq0hctHAwArEaaqzSRyVADgBrBtXDsW6t9XhKsFyPcKPVayyIXbi8IHGlpGA/QuaiiFszW0rX+IOChgtLreAgBLQFsJV8vgkswl0SR05ijglhksOsyZDnLWuHUoa9mZYdObou/kaEn+uoejkxpHpzV2Ts/x6OwIk1pHZ/UaOsuX4VodeGYXel1CY9SoxNOoarLj+DKLeXDn7/Hh+/8epwcv6Alq1FRABj0HQZcFMAdWGVocbLFxpXKssR9kRk0cJdJEy4URNhsHuTrcjoFWlwcFNxJlU1pwZdy8lSUDmzINLs7PUzx/fibKJLEkNYFO30V34EEn06TmAVgjqxNRIbS7LQQ9V5of3tR8oGyjBb22cH40x/lhiCyknRszXQ0ZhnHIpggNZA3TTkFZLChZnwJ46aumgG9lA7xQuyxYKa/KU/5MYtEiZguCCPPm5MMigJZWysCOQ1S3ramsx2WVg8rNsypoc2aLVVhWxchrNnDcuE0BizgYJcuf7DWy8PKYjI0CZVaKvUpFpnlKBR69+zWRpDtUX/YcYYDFkwzxNJPNkv75yrJBFW8cCDMcnLnGHLJJZqNY1HDTlxBi2ex13ZLPjwouJwDsQFmCE4jmYHt+AoQnkPfCHGJpaRo7bA6OaP3JIlEEQCbVkDw8DDVwrqhkzZHOc3HlFuCZICvtIuNSBnle4MpnFIexWCVIKLoMPJSNG9kRpCqy0CWbQSydKTDg+6NNQ1mJEqHVseB2bfjM9Ou2MBvFmI8jOdh44PMaMLeVKiA2isoyW6mHpa+jbR0zqpuKnY011Z3cUFS9riGKDcSxgZWlFFtrMa5ds3Hr7R7Wthwczic4DMc43DdkjY80TI9pv6bD7tiwuhY83YBnGALERlOCIrRDprqVQyeV8UqVWplz46Oat0IrqNFiRHBXuZkwP5EKgRkVdZEGy9dgt4HekMM5E5ZbojY4iKFdKCSvbHZmYH5uSN4aGUjMMlaEDdp4xojTCIZjCROOCiirUbWqrAhdbCG5B/CaLC21ZThdFbk0P+cnBUanLACaMCV+Xo2FcpUZ4OImTgU1wVIBgGmbLhsz1cy8z1h8KqUDv7a33EJv2cH0PMLp4QxRRGuLGqarYWXLlUWCCFfOWTuH4BWt0lswDRd5GqLIQilulNKfzDg2wySvKJY1mXqO05LnhfsEcx5fGR81TT/JMFRoExAnAYB2k4sfTngl/FF5P3/uXuSwjfc/v55FtTDsJNNFDSGVMr95Fgh+M9/Npw02h4UcONYy6GPRxm0rJLN9WgmLi4QXya5hkcdi2K2huxUKycMAyoiD3ppOkkrZbBiicmSWKu+JQk9luJ/RGkjjoDVAZxDIUCaeKqCGIDiLF1owMn8jD1NkYYbV5RYubAa4fIm5Y56su3f2cefDfbEdvfHOkqg5PvzxKR5/PMGbtzt443YXp9MUzw8iUcfNdkqkpyWu3K5w+XaFi/02LrV7uDxcw+X1Sxj0hzjOYhynCe4+e4w7zx6L/Y7LXBBNqV1oYZzTkqWqcLpf4/BJjaW2j+9/bxPf+c6qNC8kEvzVX73E//q/PZEm6b/68wv4sz9ZR21NAWuGj3fm+NWDEIeHueRodxwL3/j6Mn7n68v46YcT/PSDKR49DXF4EOPsLIFjAbYFfPmtS/jSWxdx+WoP65d85EaKj568wEeP93Hvkwz3Ps4RHqXIThNc2gzwz/7sBr75e1v49YcP8Ks7DwXIpFp5c6ODN97sYGXNxvHoDMejc+wd1tg7rDD0Bri6vIKN7kAG0bTZfR7t40W0h+FaC7duDLEyaCFPZ0jjUPKHeK4G3QBLSz0hTB0e5Dg9zaA7MXQnwpMHFe7drTE+L8VVgXa7VAqubPB1ODynkjrF/rMEem7gT79/BX/6J1ckR2060fDpzhF+/mAHB/MxuqsW/CUD+aRCNqUNZ4lOv5IckqhoIclt6BGzkFX2EW/2aF7h9CTDfF7C9kzJIPW6mhBWqKoiQMnzkDY3jq5hbcXH2tCHURsqBzFjbg8teEr0ujV6XWC1P8R6fx2Ba8GxZ0A1w92PJ7j70Rg7ezFeHKSYEUBkUdoyESxTWQZ0OhwSGKLCJOg0H9c42otxuBs3agkq3EysbvMsp6MFiU0kozAnT0Pba6HbaQkh4+XTCQ5ezmC5HHiTEKLOdua9kqBWck9s6dAcKudqyf1jBq1LBabDmAhTbL9o+z+fV6I+o+KDrNvugOr8rgBOtJ8naY5MVA6RWFNxL4oi2rwr4hBz+bh3L630EHRptckCn3styTqky3O/WtjnEIxktiDBzwK2U8MlwGqxoeQAnqQupT6hIplkNRZPVNARIIxiqvAT+UwysoANoNUiUVAxsyXLKDFQMqde9r9UXCSagEUBK+gqQyWwSTcVoNl7mHFnCQhL8Is2k6wjefBxtNod2GJ/SIuiJMlEIUzyEJvZhd2rjha4WrQCY7yApSFOJ0iSMbLGwSOZa4gJ1qZsNFjvsI5LYFqJXEM2PXRqoYKq1lzMogjTOIbpKCDaZl4yGZysueo29NoXi1me3UIosshkZotA4JxAPO24mdtM1jsQTnLMzmIhB/rLbXjLvlKQCMNYF3v/tm+hv8RMeA/n4zEOj07FZi7LmJ1qoIostRJdFnNB3U6O3gpw6WpbFjNlqtLCy2dz3P/0FGcnkeQLMwtUrL4sG+OzCKfHM2kICVy4gdNkiVWi4mi1a1iVCW1uQ08J2hP8ANqBI+B6GM5lsE7QsbVSobVSC2mJRCwj00HPt9lJjhdPUhzt51jabmGw7cDu0dGEQ0LapgN5ZKBrrsiKZiUm4wRJMUNpj6C3YgS9FoI+ldlqT6HLBYEDPodILWiJhXSqIZ0oopc07GYNk6BhUAv5onQy6HMT5tQS4JiWYLTJryJH1uplxhOUsCRjlW4bwOqgjdVBgGcvJnj2Yop4xiBc3u8Gtm91sH0zQBTNEMcEe3gvukhnVK3UGL9kDZ+jyjLYgxqtIWANK+j9CkaX57mDIubZxuEU610VdUBCBDOZw3mJwNMRuMx5c4GEwX+2ssEtCyGPzmYRun0Pmxd6CPoWckTSa4zpjDJTxA/JYCo7MPMhrGIVtuVKU1+YY+TmCWASTFG2syZoH1jg+Scxdj5WKgyrlcENSixfsGRxL2vRzrplSQ0lqgmd0JyBcE4V6xSOrcOjdT10zFNglkKyuBJ57wS3WgLQhbRtDlmjZyiRw+tCMphd1h+6jzoxcPp0jpOnIcy+DqvPXoX5v1S0NpatzaSVPRrPONakvE+Cjol2x1DOLuwt5PsSTGKOrbKrJ7mOLivT6UzyyQnOZkI8AfyOGqhQ3U1CguTRSjYseyeVykUL5pg5W1EbWtyFxpAzRncw0kPICjZ0k8ynCNEsxOkBHUUyrF/3ZHXWNARrPAcJvFG1S1cbAsDqPiZYxuEj91UChu1uIRECpahpPYRxIgoHqlbdNoeiBs53c5zt5QJst1p+kyWboOUVkk2+ud1COC0RTkqc7Gk4eGZidm6JrbOFADqt8M0Y7iBCez2C6edIU6pymNOrVJmMbxp0XZSxjtGhypAW1UGeSk9otnTU7MEZoaPRLt+GVTvQZNTvo8gN2ctoK6yGPQ3bki2qZIGx1OagUjlSNGMq1Lx/WBN2UnRXUwRrtNabyWJ0QFU6QporYpXH2etW6HUqbF8IZJW5jcm5hdFZjRd7IV7uhiiTAEVK9jxz+PheePvkqDUCPKzbAdPhc5DA9jM4dHcQFTZJ7QoAzmcBWlYHvUFXcjKpKuHeyJqAfTbPVWlHOOyhzZ1Y5EUoylDOwnbPlnOvLm2xSBfAPWS/wJ/fkqF9nofQ9Ahv3jbw5jvsHei+wez5Eo8+AY72NHR7dI+wkOYe0sxFIHbpBfwObfUzzKY5Jic6xqckrralXuh0SQajOqnG7osD7L04kLO8zRinoEa7H6HdTxH0TXR6JmbTCqOzQvLik3Qmz8TKyjJWVpcwn80k5oF1TrdrodsJ4JpX4JqXMTtnZEAswDlzuUmSZd/LZ459KElrysFM9Wy8DuzrDIN9XUtZ01aV9PRJxD0rw6UbFS69QbcNEiQ07O6UeHKvxPG+gfWNVWxsrigFsWZjPBnj6HgfURy+GtQTZKcCWNk9qoHtAvhV4K5SyqnsTGXLufjzhdpDRo0SHaT2DaVaoWqNNVczpG/c5l7nsCpFmdwLQhpjtFmjdmkyMnj/kXzA/m11vSOKZnGZykqcHKY4OWINRDBBEacXpHmlTHldywnQqN5so05ulL1NzvHi7wQkbSyV5UdvVDivVMBiBfo5Bc1vYK3/KSWw+jsFur4Gf/8BxPjVH31ebbywW3z9rRUILL18RRKUGha//jeNWkjB8a/Uwcqu8/P5hE1WL0fgtM01Sfb35HkT0mLEYa16fuVzW9h8N/cAFYlqQK8cw/jXJSPyCJ4S0GkAYOW314Au8joqSmxBECAJRsZlDVAvSW90MLHp0FNLfW7ZVHSq/Fi9Uenz3JxPWF8q9x6ZRzIiT68lyosOQEXBvmaGug6lZhDrXcZLZRkq5kqLNZpSmfHepjuj2FnTEnqhvmqEE+N5KDahFy6s470vvCm90MNHj/Hy5S4Ga230V9vorOvorNXiQkclGuv/+bGO8FjD6YsYJzsRlleAL367hTffsdCvK/RQIqgqtClqsXzM7A6mho9JXmBcFPCSFry0hU/vjvDDH+3h8dMJ6oW36CtXSSVaIAC8vt1Hf7mNZ4+PZV1/cwvvfuW6qJHv/voxnj0mAKwsjm/d9nHrCz6++l4fX7zVw62tNsyDGuZ+hfd/vIuf/fglfnWY4deJgX1ocLgfDky8895VWQ9+vYtf/j8PcbQ/Uo4XnD1LmaCyn7kItNkUwHB+pxvICcIbhdh0m3R35P9lFBnBSV3Dl791CV/51kVcaNsY0i41xUQAACAASURBVCny5RQ//PkhfnH3lEbgYLkhhDnOdmUipVTFypeXYgP17BNsalH5zX/DqCX+1IuYJYm+Xczy1d7Gz4pEFcmy13hWKxtvkqD6yzZ6yxa+8t4WfvcrFwSE+smPdvD+z55jY70l6wvvXMYX37uG1bCA8f4TnH68h397HuLfnkcoLA0lM1abTF/OCElw4V7GM56K1JZjiVuFQ5BUIvkoVnEEBJZYOdanFKdwnkhlsFiS26iZG8w/s22JZpLZpmQBc34Qy+J5W1Glyj2ej57BJ4Z+HFRNWrDdlrhD8X0ssnMFRCfIy77+lUPCgpDyer/jmcU5BveWBTAslI5FNqxYkRLvYMYxrbjVeUGHPukLE+WoSfFJt9tFr9t9ZUPNmaQ4R+icXXTQ6XYatawCuRYW1KomZWyC2ndkrxXYQ2WTi720ViIXG2i1Awm3owFz5dwTEFrtkQJiEowD0PI8tHxPzg7hOcnXUpxUwmgUwFE4FzD18OU+Xj5+jtk0RHt9De21NYzHMyFYer0Ay9trCPqdV+6wRl0oxzh+xrT/pjqe8/kkx/TgFLODM7w4PsGz02MEa0O8+40v4cqNKyhnMapphJSK1rqAp1vo6g7yeYwPPvgQH3z4IS7eekPWeDTGk/sPBIi9/oWbuPTGVQGPLcblifNmCJP9AlXELReVQYW+supfCPwWz4r83BLbqc5t3itUqYuFdeP8wRpoNp/B8lx0lgZwvJZEknL/rWg9XuQoiEskOcIZozfmmE3pINeC5biK0I9SYnNo50+iv29YaBsWdg9G2Ds4x2gSYxqyJqzEHZEitbWVLtZXCRTkCOdTmZ1CY8/s0BJL1vl0LDPHJE5VuiJr7QWm1RBWFi4srMsZH2matrgH1LqF3sYWhlevoTPcgGkMYRnLyCUjXiglqEmUWEQ0cG9qiFCSPS1MB/bVKaoiE3t3i/u4wfk0MUiegw0FqiFZqWgvpfBUrhpNrUUl9SLeTM55fm9FWBLeXfNnC8dbeYCav1jUAQvB5GvF52ul6CtyTKPYFwV+U/os3scr2fGitlJVTmPyompFztlz6KCplFtlcCtGM5ViCW1pJTpUBvPT5j0h7qMzQJshcOYYuCHaNhOSuzDRlflVllk4jefYj04REscIhrD8ZWi5Bz33pPfk4IKRQnkVo6wz9P0AvXaAR598hI9+8T7Ojg4lPq7mAG51K8DaVoCiCFGUkVjPDVfb6PdddLpUUbSw/3KE/d2xqO1YcPKm7/RNaZB5U9WaiTCaYj4fwzQyUTB02Yw6HhybG/ISXGcZ+/sRfvmrZ3hw/0hAWy4lOW4SclmMU1XXprVTjs1LPrYuMxuihmGlAkD5XkeGLM8fnmLn4QnGxxVmpxqy0AIKDkcI8rFoqoRlQusK2UB5U1D0w0EtVRBOA0pRkSRFjwKE2QCq4lflcJLJTathlGzO2LQooI7DGn4fvwMEfSqaNPRXbFlRmmMaUvlL9XMfWdZCmE4RpVPZVJl1pX7Rp59qPw+u6yEW+68EGXM3JSu1RJXWAtxxmM6Htb3korPmyevMziPMzmM4HA409hQcHvOA403GDb/SSwGB5WHjpsaNPVODIbF7sCyx7uyu+7Ba7BwYil6gGBdIzzKcvUhx+pyNL+AOCFYZ0BsVNOchsmwNoJqH15GssYrNa4KEAzpaGc9oU90QOJo4J9bc7a4vWQDcqObjuYBPnFWDKkg53C21aRa5FE9iicU0lIivr6xfWP60AhOdNRfewBbVM/OnJ7sJprsJaqqulzTYHUOBwx0X8/NYVsb7OVbgrtmxYPKeNWmxB7i6CZebJkFsAtRZgShh/hGwtpLj4laOS5eAq9ctLK/TAqXAuCxw/9MaDz4DisSGT+aG48D0WzDbLRhJDCNJcHaQYXcnx/iUkm+ZCkiWJZU8tHckk9jr6+huAb0LHLgqW0AqAgj6xnMd8zmBWTrGZKjMDMMNC8MNWpoyM5H2CwTVISudOUjnjgxETGEAkGDAg0VZZ3Kga7U8WE5bsjAIQLKZfn2gJZiMYyE2DId9ySZME/r4Rzg/UYuEBbF5aHov7vW0K+Tia/La2y6tGxfPlrIHIgieTHOlqiDg7JhYv9jD+oUezo9mOHh2LjniZseA1zcx3DCxsmnh5CTByQlzcQzYPKQkC1cNDObjGcIxrQYrOE3BKLamLIKo8M4L+O02gk5HzgUyZcM4bNSJBNkV4ETbdg7Lfc9Cl/Y0gd9kZhAcUVbPtKqcnNHaN35FMml3bQyGrmRLKiYU7ZiVFSqZP8KEKhQJgJ/pyvYAw+0BessaOoNKGN/8FYU5dh6N8fzxRFRjJe/VZusgycXpGWj1TaU2nJWoaLEbsfnQFZDhWGh3SIqwUWoJMg6HxbJQZthotanY15HMa8zHyiabPBcC3h0vQMcPEI7miEYhVpYdXNxqS6bj1etdWT9//zl+/v4LdJZauPneKgzNwp2fnODRRyNcvtXGpZttjGYpDo5ijI8zzF+WyEcl3vhijRvv1bhC+2e/h4tLF7G1cRMtfwmf7j3Ep/uPsD8d42A2kdxTAtrI2aGyKaVVSY20AE73Chw+yrHSc/Ev/sVFfPe76zg+zHF8mOEHPzzE3/zNHvodA//Nf30Z/+W/XMf59AhnkyN8upPgzpMcUQos9Qxsrnp45+YGbt/cwL/6b5/iX/13zzCKQ/RWarGb5DCxjA387u0b+Ee338DFyz0sb7mI6ggfPHiCD+/v4LNPprLiowrFOXD1Qh9/9udv4Pf/8208en4fD3fuw7U89LwlBF5L7NRpKziOJpjEEzx5XODpkxIbwRZubl7FxeG6KNzDZI6DbFfWxraH27c2sdx3MBkxz22C2ayS/MP1rR4uXBlgNtHwo/8wwge/mGDreoWt6yXu3S3wyx8XYpG3tFqhP6TqRBcgNJrZiOc2zg8LnB4maOkW/ovv35D10Yen+PjOGXYnE5yUU6StFMGKiWDJIK4JHhe0Wne9AnEG7O7rODrW4RWAlxMksuF3HcyjEs9fhDgb52h1WnC7LZheCcun40ghrLWKxfhZJevmjT5uvjHA8ooPv9/CdJbizq/28eT+Ca5d9GV96eZtfPWdL4GmWnc++wk++OSX+OH7JX7wfsmjWtwp2GwZeUsKdO6j/Qs1LI0KIkMsqWfHkPphMopkMMl8VEYsEPy99IaLYEBrUeXg4di+rJPjTPKFmX1azAo5K4N1He01WuzrmJ3ryEk4lqzlCsZyBXO5Rj8wMeiYAr6bzBOlkuXckXV6EuP0JGlINKyHdbiBLUA5XU+odukOulhaWcJgqYeVlYHk652PTnF+foKjwxGODkaSz9kbdtEZtF9lxPluG23mC0tjRVeIBOdnxzg/O0EY0aYyRrttYDikdT6trxTTM44KRCEzo/lv1JDL9Qkw6ALOcnC7YI0yW7fbM+F6TfYhn895C+mc5D1aNxMUoGUj6zKeNwpEJHu75Xoy8J/SCSNMGptmEq1yzEM6OJBoIIJabFxysH7RFj5lWtDqTIdruTI04L3c6dKeqyPLopW0SQA6x+HRngx+pxMds4mBMUlLRzmSsASdnnjeLa0AS0OlYubgi0Nny+5DM3wcn53i6PQUnSUDwzWqHgmC8AwFitRDmfrK7cJw4NPWqE0AlGQhFri0z1ZWgZPzFCeHCUaniVh5J3GG/tATO12TA5fChqmZaNkchJhy/7UHOuIqxCyfImTWcqwjpaX43EU5d1HMNVm6m8PopLB7Cbx2Cj9IsdRfwdJgFWeHKZ7cP8N0FCFoW2hzuR78lovdp6d48tm+RAYIYNVpoWLECGMO/EpyUFu6jRbzNAtXmiz2URy+cKXZGNP5IdJyBqMPmH1gdWWAtdUB4vMMR09GON6JcPyywuikxuCig8EFB3o7R+0xb7gSFT5t0tc721jrbGM6SnByPEGUTwF3Krm461t9rG8NEIa5KOWFVT6ZCoGubXYQWB2xi5+flvK5poxGoUqia8DsAnAj1G4EPbJgTFuSKZ5VJVI2rzMH+czB+rUCF29lKLUMu895fwA33+zi5ps9PHg4xoNHE8wnhdyLrAu2b7Wx/TZ7pxnKco6UoHJkYHoEnNyvMHraWH5WQGdTQ/+SDncN0LsVENSYnkCW7zMr2paaiyoL1m7jMUHwCkt9A8uM3fB66LVW4Og+spjZvilevDjDyxfnYiV75eoSBkMHtZUgR4LjkwLHx2woGTtRwjP68I11BOY2OsEqOsEKcuMEsf4Spc6mU6ndiihDEWd49mmI/5evN3u24zqvPFfOmWee7jwAFzPAASIpkZRdVlhSe7ZlO2RXdZS7y9Fv/Q/1g6OrHyqiHVFv5Qo7LLs8aChTEmkSFAESBEAMF3cezjzkyTk71rfzgJBaVZQzIJnAvRfn5Nm597fW+q1n92eYj9TGg6LX2g0H6zcdSdMTQ0zEumMpZJoIwLmG8WCEUX+Ias1Cu+1Jer47idGdJqr/kKnz2EQcmkgCXXqtpTYjJ9mDtTI0CWUo2R7K7KIJTJw9nuD8yQR2x4TTseBUM7hl7s/YI6cqibjG26Yl4u/ZMdcrXdKw7MwMI9bQBJLQn7DLmsbjNlBrGajXa2jUa+KYn87GYrqSfRqx6nWegT3p6ObFwwB7eKV3WzBwpiCH58QOjxzEIwd6YstZjEOZcs2RixSANJ9iOp6gezqVPeH2zQq2b1VhNSLYTVWxEvrsx0owG2tyLWpLJCFLpL3Hs2aMUpVnnyqytIrZfI7JbIKY6MeCXjU8BHiVK2U026SCcM314ZZjLC0zRehgcB5h0I3RPdJxfmDCH9pFIr2GOBkhScdwmwGqa7EYTIn8TWILaawMj+0mCQUuskBD/zhB7ygWwWHOQwnPgTT2mJkIwLmeUrKAw+Su2YRttaROR8x88YKuVWC8pONOJT8FgSq4Yg5llWk7ms8QziaotkOsXs6wvJOiPx7LFUZMjZqSmo5JK7B03HqlhFuvlrC87GF5uYTBeYZnj2JJzfbHEQY0Po6rctEgoFIzHABwNMz9uSEXMd6WRxRyAK8aw6lQIOIePUc8LSOe1eAYNdQaNUnSByHTGb4YorkXZ6J/NiOyj52TLizLxXh8jvG4C9NOhAZSqXvSv1su1THohhjwfJPzPmP/NLsIxzIceuMdB195m0asIfrdPk4OMhw8KWF4VkKtWpK++9mc6XAaaRMsbc7R6BC3mSLwM5wdmzg/ZhJbzTta7RquX9/G+kYH9+7ex727n8mzs8xEVCWH1xih1Jig3nLEhHVyOMbu076gn9mxzZQx9w6lMoXrVL6PS7NCVUO7XcPm2uvYWruN86MRzo/Y7cjXlbMUmqaY6M1FLKdwTBFCupMlfeGImYvir6Gz44wzHZVWCjnANCNs7MTY2EnQIGGrbYoA/ODTCCf7Ora2NrG1vSkEMl4cyk6mQ0mm8FzOPcIChyt4S/m+RI2qtVCob5I4UzVBL3qZOQiX0TjFRP5+DtwpAFCEUyIAZyuKPPAlQlQSLTLY5HBZDfaZmmJNFv+cSiWzY00Zlin6sZ5laaWKCzur0pXJROOzJ+eIw5LsPcS8LuQ+fpBCaAaHqzRCmAqLu0iZFhOnX4Z0fjnZIsapxXSqGMJ+2Yn5PxOAF39KpZ5f/udl0VilE3+5iPyL2OkXX7EQXxYi8uLXxc8tSTwKli9wfv9/aXkRsH45Cfwi4axT5Iok+VfifNF0hGzCSwyUBRVHunNlcVA/P+cnYgoq5oWSmjUYvijElJSCrcr2Ck1ESAeKeCBhhgI9KIYXCdQtUs1QRtGyMiGRIsH9hkr7cX7A/WYZ/e4MRwfnspckMYnkpLLjyEVyHAmFFIDDtI8oGSAKZzK3SUIfSThDxlANMaPstWBCg0JMYeCkCZJ1LDQKighmmugOx+iNxtjYXMbrr11Gvebh8OAQ5+encGu2hFPqazoaawas8pcC8LxrwD/XMTgM0d8PUO9kuPGugUs3DbQNoMPncRyjRlHFqmLuNjA2K+jOA3SDAMtmE8tWE/c+7uHv/9sz3H/QRypilOrPlcqekikVOAwNLa00Ua2X8OzxKZ4+PsX1Vzbx1rtX5Mxy54MnePLgWF55vgO/9q1lfOPby3j9RgmXVk1c4AzwEHCONPztP+/he/+8j7uDBE90B2c53yei8IF3f+MW3v2Nm3j0r3t4/3uf42R/oGp2WWVD+CL3JQrGLEIbU178nolBsZK5XJIxUhgpzXmqeVC8fQ7w53/+q3KFz4/wyX95Dz97fw8/6zp4OLBQ1nOUtVx6JQMJ3lCQ4jyX6VhVB0OUKuHSHKWWQQEhlzT1jGUHjjrvyFpWIMkXnwNV18cEMe9P0io0of+RxHjpWh071+q4vNnA5Y06zk7m+Mm/nuLOvTO8+0ZVrteuXcFrV67D3Atw/Fef4uGPn+CvMcVfYyavB8Vu3mZCpeEysFgqJIKogqYKFasJKY3ES9bMkSRZYnq05MqZQwnA1BeIW7bgVEpCHpMAi2lJgrjqeaiWSFGLxOwQBjzrEpEeyfxaJ1ZavplCEQpmVmV95I7iWsxLrX1fGlgUsUE9K4TcUKQRlQT15bongS1Jg5JMQaN1rvaoFtOvfMbR9M3qrjGGw6FcrIzY2tzC1uamPH/5Z2gQ4s/MdXN1bRUrq6uKklLg2IUqIYYRNcunGC0imZAHlWC2+DulFL2LQJOIf0IFVb/SRM2AGUVpGkpIGPTnc9k7NzsdNNptqauT7mJ+b/YGsw4pYd0Xzyt9IWucHpzg6NmBJH6NZgNmq4Fef4R+f4TmSgcXrl/GysaKqkLkfD8MkAVzSd161YrcFwyDTUbc8x/g/Mk+epGPXhZiaWcTb339HexcuYz5+UBIe4mE3Qib0VBODcxHM9z57C4+/uwedm5dx6VXbqDX7eLh3c/k+fzGu1/DzduvQjrHwhABO2njEBYFYNNG2bQwy2JMBaeuxHR+Tlj5xbU7ovGdxMbpDPOZLyaDskf6nqpz4Gt9enoqV3WljY2bV9FZWQILV12pvyTl0xfcM1P//d4Q+4fHODg+g1Ovwa7VinpFdnpnkhwm4r+cG3I9eHKAh08PpS6Vo1Fm+fiW8q25enEN1y6uw9JoNB/LvWlzFkJkl+kiN13sHhzii2dPMR5ORE/ipaoUSItV818xQIpBhNQKVe1jumWYXgUrFy5g+8Z1NJY2ECU8K9QRShAglTBAzBpNWkj43GAQQLq+1XNQ0s8F+ZOCcM7QVRoXBpYvSSWLB6qIrgV1Re2XFK11sX2gpkUtctF3zadyLGEu7oeKHvMCu66q1JRLa7EHUHu+IiBa7OfEPCcec9IVlLlMDH0LQVr2Ij+/h/llpjj1NeT0jRgWSMLyohBuFMLPE0yQiFmrZQEVLUY6HSCdDQB9BBg0UM/geXOwPVSPO9DjJZQ8zpXKCPUQ42yIOcl9Omf7NqKxjXBsiw5DYnCcECE+RJKP0W7U0a7X8eTzZ/j0o8/RPx9QANZydk022iptx4Weh1A622sc0npcrAoUI90GxACS6sRDv6cLco+OZB5+5zNiYpXQoRcuNApp0udmu7AMD5buYTKLcXQ2lN7CImkuh3GKr1L2TIcSUcflDFYpw+Z2AxvbTUlSjCeDAs9K2zeTCzzARvBnQEBRTBBVOQI/lSpTIypwyHqqRGXbhE5sCMnXTK7yQCnfd9GDvOCJMxVa6HJMJ0bEqXK3R2GTXVKquJ2inOXlaK/ZWN8uYW2b3XhzxBm7nBL0e+ypoRhbRpZbCBIfYTIv0sbKJfoCJVH00YirRNDSCi8tSd0iTblw5rgee6UUNpkuWCYhuHElJmORdOShg2lDcerwg1Pgd/kUJgKS+EtxNXG3kpvQ2S/rEntHt2smBfaGtFcDIyKpehzgAlZJg04XV+G84BaDCaZYSxHSMc0HN50w0pnKJHiMPNKQRzpyKTvn4IIfQfUfcRqaSpRbdPkRv8XEFbFZotjzAy+YF4rwRB5SXGXqm0NkQ7DFTC+X2xbsko65TzxUrGxyHALSlefmIlDT6cX7IOHAieK6vLfKTcrBv0YTAJPG7ORIdBiRcn2kGsV0Oo/VoXVjI8bFnRA7OzouXnbRWnUwinQMIx3PnoZ49jSQQVM0ZbLbhNd05Er6oVyTfoJBP5HDsopmqb8bLzlwMqHbMlAl+nnVkIEk0xFMrIVjooo5vCRqiCIe0dcaam0T9RZ7C2OMxoFgMplKYpqYaTem4ykAc0jH00ZWbPo51OfhXTdLgEEOv4YkY8cIXaUKYxD6HIbGstlqdCqCYWQvahyGmI1C+KNQ3l9uG8VRRHQ50UI8VyX8nKkhiGxOZQO46BlXyGS+H/w+TkkhwYlkdjwTszGxeL4gEWtLDiptE7aXyTBSUnMTvo8a8pi9iOwFUwhrcVdFfLjw5VWdO9wMCQqRG7eEB2sbbtmVzyOHZ1z7iNkjnnaRpGdimaYTfmaEgpTSuc6DFb+G6vglBp/3XOATJcO1kV9Xh1fi11ps4JKim1I9OOThyjVJXhcLjaUKGktM1zHJxcEfUbDsTp2jfz5H/yyAbdCdyF4W3i6cKrAXmj3d7Hnj+8MPhuqSoYhAVAzvdTr7+XnnZ0qoCHkqSRw+tDk4oF3VK9NkUxcXI13ydIeVHaLKazIADsY+lts2tjdLuHypgstXGyIAv/ffn+O9f3mOWsfDq2+tiuB2971TPLk3wNb1CrZuVDHhIY4dtb0Ik/0cST/HrTdz3Hojx3a1hE2ngs2lK9i88DXYlVV8/OyOXAe9GQ57M7mPbN4bhg6n5Mh1dBjIRQyqB1PE1t/+7Uv42lfX8OMfneC9H53g4HiE094YG+sW/tc/WsfvfHsJs1kfM7+Pe09nuPOFj8ywcPlyE2urFWVQiYG//rse/uZ7PcBJsX6JaVAN5/sZzvdT/PY3buC3v3Ed65tVuDUDg2AsAvAnD5/ji/shHt8PEbGDcpzj2uUO/v3/8Tp+6zs7uP/kvlzTno5wQCOBi4tXHekxPO72cdztYdTVMeppWK9v4sraDtZayxhORhhMhhimxxikR9i86OH111dRqTjYfTrE4QETJopSwPQIceL9boo7P53g4ecz7Nw0sXPLxKNPI3z0Y3aCZNi4QBHLkPQlO6zPjpiWyDDqKVxzvezhj79zFX/8B1fx3g+O8S8/OME4ncFYjmA0YxjlVIb0JdOSzbLOh0QeYjrLcHCkod83cO1CDde3a+idR9jfm+HsNMRgECFKcixdKGH5QgmxRoR5KPdtOCHSWEO7YqNVcbC94WF7nWliDWfDTFCBFQOo2RrWWhbW2jZatZYMS/vDAD/58CE++Nkz7J7o2D3VBXNOrhb70elSL1dMeK0EXjtRCa3QwHwA6Qyd9tIXyRh2T/JqrRvobJgwHQ2DborxgG5DW/rxxuMYg2GBCRWHP/cqrArguqooJEylypCHZrJSDr2co8SKBXY+2VQruP5pmB+bCI5N+CLs8bPIPlxlRqMYTTOTDLky0isolrpyCGZ3CoVGDsQ5nBxNAgxGMxmI0ODEFC0HxnRvs+eKD4rFWs5D0Hw+k8ufzOFPKBgSH0phx0AgyGg+64ixL7pQJF3CgwH7PvmsZvchB9m8j7jGaPBKTClQHKAxhn8/orG45SeBhHhjDoWZ/GXaTdEQVAckxxM87C4czTTIUcBjKohu2QxWbsjnX0xOa8Rg8bCSymG/5PLw5RTOUJr2iIJVtAdJVqQ5wniKiGjcKRH6KSbDXN5T/j1Zl6HbOVY2bDEWcfdPcw6fnfHcRhyYiNkZlUVYXnGxvlFCrqXo9cYYDuaIJrb0YFLw4Hpbb5TRaCpKRpJwoE3Bh6Yj7mGIm/TEUEiH7pwoD4ebaoq4TNWzm5iuWCZRDHQ2bblic445pvBpkvBNzKcmwoG6kmkuF80UbjtDqZ1JtUq1TnOegyxz4I9zjPp8JqYoV3Lp762we6lso3s0x9HuFEmoo1QpwSuXEGYRgqxAnpbYZQBkIwvplAc6NdQuV0oosa/LCaCbQ8CaIXZjJG6CpU4NS506gn6K82czdPdD9E+B8TBHZUWTyyECmeaaLMN0lMIfAV7agJc1ZfjNe0S3E1i1GE4tkb5Xig2TEfse2SVEuk8MLc1hw4ING1lQQj4vIwqYLKMRLgHcGLkbIbWYJp4in9HxxV5uDRE7kUipiktyrV6OsHlzLiLs6SHEaLe2YmF9xRa39ciPMRnEGHd5INCwcbOE9Rtl5GRjZz4m41wqMWYDCxh5MPwyVtptrLQ6QGmOxB1hpg8xTkcYJxOYuSeXzfQ8Z/kaUfiBGCEpzpDMUK+ys9uEo7uwcg86a3FidjrlODwY4eCAYquNrQt1qQjQbB4KI5yepnKR4MZhMr8PE8RaUIetMelZg1GZQKsPYZa491G0F/Y1I9IV1nZcFiNqFAVIMQMqPWiVvqTtK6TO1Gto1ztiwoiZnPUjnJ/0pKt8Y7ONK1fXoDkWupM5Tke+dACTVsCzGo2Mcs34eeN8IoPp5TC8GKYXwzEsuHTrzg30d+dyWW0dVtuAUyFNgak/dXZUQwATpm7h7DjG8T73rjqabQeNli0iC5Opcyb/aZYwgHKDHcHaiyQgCVPqUsY+/nmi7Nkp2Ouq6gmuZUwdO0wbOuxHMzAb6piNDKSzErJZGVrK9Iw0BRUJYEeMXuyRnU0mOD8iiSDAxVdr2Hm1CrMew6jz7MyhUiDPw9lEhz+mUK7EVtXhw7WWxKwU5RqTb8TwekKCSWR9UsIZqQ2j4xzDEyKvS6g1uF8nTYimECZ5LLQ6Ns6PA7mG5yYmXQ/RjBhvdU7PshnSbAqzEsJtEulM4U31KDP9m6U6mg0HS20lAA9OU/SPmWaZi+gpCQAajj1TCGG8v1klwkvX6zC0BpKU5hEO1Gns436Wzxbujfm8I2balDSskdviVpeInEQqWX0xFwG4vZWguR7irOvjrOdLSltqJnTWPRjotG3cuFnBy7zVSwAAIABJREFUzVtVTIYRJsMQo36GYV/1RDONzsqp+bgEf0x0tCqWpE1W+g81UyheTA1rJnucfTjlQHpxKQCzmiFOgPnYwnxIc2sJ1SoFYFfNU5JInWVcIiXjguCQCqWIF9OzQTAVIZNoabdsSi2PV6rIms0kOJPSfC1UunoKTZ/i9tsGbr/NDuIpRqMReicGzvYaGHVrYoalsDnzdUx9HW7VR7U1RbWpDLw0Vk+GJiZDCwGF8iiH55awsbGCTruBs7NTnJ2dwB/5mE+VyFpZDlFZjtHqkEphoXs+xeGBSpjQ5MrnPxvFuLchBYOpdZpYmbJnunhz9VVsrr4GfxzAHxFhGMr8hu9BnhBdaorwwD5gNTDk/U0RlAPtRdknE/dqGM8ZTMQ+ai1EcyVAa3mO9W0X61sOTg4TPPwslB7gZrODZmMJwZznYRJL1IyKeyrivg2T91Yx3i+65XjQUwM9hSFciL4MCQgt7kX6k9hmJQAI6pcJl2JoKmkhmo25lsSqVmNhSJM5F4foRd+vUPOkm0glgPn9FvQ0ruv1lotSiSQTCsq6CC/nx6w48gRfzzqunDYbCsDyGSICkJtHoiBVlQCf2S8yMQW9T4mWX6KhF0LGywKw6r5Uf+cXao2IkP8jDfdl4feXi8AqXV2kfF4gmL9EJi6k2/9x0vjnf27+vpeHs7+IpF6IW4v0sBr+qrnY4vca0u0dw3VtMQ/S/DfsTwVxzgE4aQ8Ughfv3QITuUiKLybSUv9YdHVKUmzBnXxJ61r0RKokeDGQlsRmkQDmqJHjKpvJLu6p+dki1hIIojmCOEC1RspPQ5LtrLyjQbR/PsR4MEHZKclFYUdEIGKY8xmIhmYqiMmrLJmL+Cu/JoH89yTykURzVe/Gkbx0r6v7X86YBteTFNN5grW1Dm5c30S95gj9hcIPcf+8musW2ls2nCpH/uoMMu/qoAh8/tzH2bMpKs0U196xcPGGgaaZoWFkaCNHh09Ys4w5E8B6Cb0gRHceYdVtYMVp4uFnffzgh7v4/MEAswCYhwsBmGZmflZsoQrS+EQU6cFeV+pTbry6jq9+/ZLsCT/6yS4ePzgVDCuv3/nDDfzuH23i+gUHy+UcS8jhHUCu//KjY7nuD2McEs9P2TaJpTLjK9+4hK/82g5OHw/w5F9PxNzCWQe7PSmoFQ2E8izUM73oANZke0XRih29lGoXnyzW4S0RXX2ljd986yJ+660LOPr8ED/8rx/hzsdH2JuZOJ6b0p9L4SChOEvxRpKyrLOgoMwzj8qI82xF2p/Dz4ewPXkxjKGqJKRagcaGQuDkzyFIcxl28xnoyj6fRiaaI958dx1vvrsBk8aCcYijowke745wfD7H7/7mdfzeb17HtqFhJYjQe9DDnR/u4+N7Z7hjJrhjJFJb4vAoytklDfWssTEyMUwopLBCsIoGVfST8jkuIg97g21VwyeUhCLRusDDkqBnlynYcp00hZDVatTRqjdUaphVhpx5hQqpK3NgziMLIVjE30IYVcq0qhvimqtEXRm6vSAOiPBLsuhiBZF5+OLZUPxaJHBVH7z6R53lSfri84ifRz4/VH+wVLrFMRqNhtTIcB2mUYmfHzEXiSFJJfMXF02INGiI+Mufl4jrxc9SrNFyL/JzrOlIKUgXvarSZcv3XlKgnN2qvwM7a/ks/lIAjtBst+XSmIwVgx6feYomYLAyL4qF3jEPfJwcHGHvyS7GTACvr8r1/PkBnu8doL7UwqWbV7GyvgJPahANZPMAKRPaaSpJUpIz2EFMQbr37Ai93SMcTQc4nI/Q3FzDm+9+DZevXEE+8iUBrNGwbRmY9UYYHJyjf97Dfu9Uris3ruPKzWsiAD+496kYtd786lt45dVXxBSQRqEkbZkE5xPTzXXYuYZAyxBwTyoAEEVO5RlDntsxE6ys95oj8GkQ0kT85VrJfQDf0ydP9vDk6T7c5TrWX9vBysYylk0XTZ3kKR+RP4fLgJnh4OS0h/uPn+L+0+fQax70qofVpQ42l5bFAMGqLSbY7SCDFWR4uHeCR3snmPGZ7jrq75+rNfviWgcXVzvyOUvZ10KtxfagmS7mMeAnwOHZGZ4fHWM686VKgETVhXAttFg6A0QMLdLjgspnHSRRzR7qK0vobK6h2l6G7a7BdtbUesMoRq6BjYFiejEtoeExTMX7RX2K+ExRn2+uvdzP82eX+fzLwqyI0cW+Q8XYCzpLsXeQ7UOu1gbez9xTESFOg42kmYv6V9moLFZYVQWh9pALx1YxXxPi54KQIjnmF+4IIR0XXdovXqcX+OeCpPLCb7b4ei/VSxTBY6HwMlRGsTwj5Vihz5slHZ42x/T4MaYnj1Fppai2Mrgua19JR+AedQsaNoUmxvDmLBxiFHalpsut1mGXqoh8F6HvKL2S92g6RZLyiTWSwFG17GH3iwM8uPsMg96YViAj50OeHV8ULIh+kO5Tdv5yYaRYQ0QuRVC+qIK0sqRfsFzTYDghpWn0T3kA5AtqwmB0kosD0SI8GXGDzU4NYsgEycY0Ontsid5ieiiHRaweDw/FhoN4Lh4omLLY3FzCxsayoLn29w7R640QcTCS8JHG4nsXCdFKOTcnEUbjOYZDH1ofQE910lIgsT1ThAMeSOnSE97Gi0g5XR4FGlF6A5i8Zf8SH1Z8WitxqSB+K0RRmsEsZeJy27xcwfVXOrh8o4mDo1McHp7h/DBB94AYFgOGx9JQ/oyJXNzQ2fyZxL2kUioLP4FCDRXuHi6wcghRoqDCyKYCoqY0yg88B6UcSnjEXpRcEdJCoielP5aHbvaDqH7bRAuRaiFKdVvwKEQ5pnThR4akt2c+MTF0kRFxaAhXnmK/H0ZyyWduYdIWMUyDq3twdRezJMQk9iV+T6wgcQjCZeeDhYuHxkOsetBx3y0dA4aFgI4zLsKFHYyIAIuIEoqtATF/HBCrjYFgIUJeHCQAOQ+u7Bhqe5IM9WpEeWfon8zRP55Lkr1es+X9DrJEkLFcoLhuikNXkEH85KoIgTyMeR+EuogR6RRIp8pNxe5dGgfyxJV+qe0LES5dDXDxioGtnTKay2WM5x5GgYfD4xGOjkc4OYhw9pwiL1BbdlBbseEfRJgdxKqXliIpd/rFeiQ3QZZLCptOf69pocQuz7aNOXE+3PwPTQRDS/5cXkpgVXK0Oi5aHaZNlRA8HIU4PiRWIlZoKI5HDQ7rWTZfJIxFDI2g5YngTGs1D5nmIco8BBwgjdlRNV6cGZFLCp1oYqb/PElcC+o9SqS/LhUrki5d1HmiK4d2kEjXh0u0tqCjVKIh8jPpH5Nuai6OxYGSAzWiDMsVF9Mx+2iZnCIaIRU82sp2SfDq3GQQ25HGNA7oCMY5ghGF4FzuAa+mDi18MCSJpsRyChaBwtOLKMx+XItrAw0NFGppVlGGEK4/FIflIs5cemZyjIczSVCJYTbg61fAwqV7Ri38tVYZtSYPHxQ9iNQn5o3Ds6zoQy0eYBqxKiaayx6aHVfSfkQFqq4iQ3qPTw+H6J9zMK/6RdkRVq+XYNIcIc5jbtZVbwwR3ezYpMOcqRxuCOnWkw2yPCCVo5ECIe9nblyY1giLntD1y+u4eOsi4jzB7rNddE97cM06XLOGiNjRyRzLbQtb7L7ZKRcCcAM/+P4ufvh9CsAubn9tTTAkn/7kBE8+62H9chXrV2qYJz5Gs4n0XU72gXgAvP4G8NobOTZKNlYMBxtLN7F55Zswa1v46cMf4f0HPxKE7/5JJGaUiqujxuFYq4xqs4R7d0a4e2eIVtnGrStVvPH6Kn7l61dx5fIa/tP/cx//6T/eh1MJsHYxx7WrLn796x28c7uOJJogjae4+3iMDx6M4NTKePPtbayu1vDJR0e4++ER7nwS4+NPEjRWTVx91UZ7xcCjn4V49HGIP/nOTfzpH9zA0oonIuPJcICPHz3G3Yd7eP5Aw/MHQDLOofk5bl5fxp//n1/F7333Ou4+vId7j+7h6Wcxnn+qSzfau79exfYVE0/2zvB07wwm03+pjfXWJraXL8hgnaiWc+JacIp5fortKy5ee6MjqKOf3VEib7PjoNXhwC/FaBDj9DjCw/s+DvcCXHu9gmuvl/HkQYCfvT+Te/TydVeQ9bzPOGh9/GCGJ59TDORzQsdKp4I//M4V/OF3ruJv/2off/tXe8i9CJuv66iuE10yRaLPUbXLqNolcUQGsxmGgwSHR8B4bOF/+dYmvv3NTdx5v4d/+JsD7D6ZymefBodLtyu4fLuCcTDFJGSNQ4LhMaQ78fVXG3I1azlatRxPns/x0ztTGQT+9q+u49ffWhYRuG5pGExmOBtO8OjZBP/4owF+8uEYOe9vz5GOkzBjj52GpVVH0Pi6E8oVDy3EIwvhkF30CeYUnyYZZtMca5d1rF42UF0icp8HsBynBxq6R6Tq6GI04UCNfefcMmoORSoKSBBjkueYKLMXs2zDLLkwWHBDpyMHg8kUejqVagaSDbkuzXZ1zHYp9vLEy/52Q4wvJFiEHFZmTKoovI9yHvMgqA50PPitra5gbXVVvE4zIk6pJdIyiAzjyQiTMXGsSuQVBB1NIVQmpP8phz8MMB+G8tyoL9uyN5mOY0Hw8l7gcKlc9lCpcWANRLGPOOJBVa3lpRL74NmxSyGGmBKKjBTncmhEZ7sFVJ9IVJ2dnez+NTCd5JhNcvgkefh8zFioViuyj5nN5nKJoTCNZb1rVCw0qqYkfJptpo1oeCDC0kHFqwj9YUxhbpiIMNvrsTZAETMoAperREQTBxYi8llnoMGfGpD6VzrxrQzrF0tYv1iWtZrpZ+JRhyfslk1FBOIzcnOzhgsXajJI+OLpEfb3Bpj3NQR9DSaxytLDWcbSchX1ho0gHMoVEnUZ5qjXWlhdXhc3uz/vwZ8PMJgHGAQBpic5poeadHBzW0LT0cb1EjavlZCXAsSWj4DPkZmF2diAf5ZLNYek0Ccp3LqG8rKG+oqpTJ1tB2enc5ydBjJgt42SiMpeJYZXjlGtGahUDUmsD065zy1J+oVI3An74/yJiLqGw5oV4rhSzLrEZjP1TCGKSfMGGu0craU5nEqISe5jms/RbpblCgZAbzfC4Jgpe2A21WA3YliNGLVVA/U1E0lGcTrC8DxG2DMR9Q2UyxURriotB+W2DrtKBPoIMYXTvoFxT/W3lVySb/izZ9JT7xmrctH0xiRlmJB6MUWsTRAZI8T6CAl7ucca4qkmqN94zv0Csbc1LF8KsH59Cs3M0D+z4I8MeHYMz2EHLrvPLQx7CY6fEmOaYfWaJ5eGELoWot/NcLSvIZqW0CktYaW2itevX8fta9flwHYy2sPu+S6enx3goHeElXYLy+0WNEslJbmvGY0oCoWyj+ZV9phKUqIve4tZmUFRjObL46MJjo8n8rlaWy+h0TJheIl00Z0cZzg9SeF5TMbrcpbx+8C0y72tIWJ+aTlFZSNGqUXDmg2H55G8JNdS/QKW6xelQ5Ip07E/wPHwHk6Gn6LRNORaX17F1tpFlK0KJr0Rht0RDvfPcLh/jpu3LuJrb9+EW/dwNpngeDDA4ckpjo5PMRkx5UozBkV2mvJ0VFo2qm0HuhtAc0IZQdrcT/o6xgexXEyYGy0ahHO1R/bYg0qqAs2sHNZZONkPsf9UsD5oL/HZSAE4VuIPq3hCvt+AU+EwVJkCKWpSQGHShebEFwJwxZNedYq/FIElAewSfc3EEddgA+OuuvKgCj2qiQBM5yON0NIBXGZHskJ4ziZTnB50EUU+Ln+lhiu369CqEfRqhCAKMRuza5frr4n5hPQYhXtVxkXW6zC1nKFSo4hhyyX0Klv1jpHUMJvGGJNqccb3ngJ2WXpby7UElXqGeov7bAtH+z6O9maYDWxEsyrymIISOyKJGyY2dA7NofgbITcpMi+EOQqzJhp1B52WizTUMTxNMTglEs8XEV0SBYLQdtFZraBSczCf+gimRPxWkWc1ZDlrjFj7xMAjW7JCZTJiKWJmiTCI1IWeudAyu0DukcSRwPUSVNsR6isByu05jo4jHB+FgmePZikqVR0b2w62d0q4fqOOGzfq+Pj9M3z8wZmg3cWcRVHD5vObJB4bPikAoY08UXhyimusrsozV11agFz3Yblc62I4Zd4vPHPqmAwyjGgKyRxUyjU4ridnaQ5uXc+SOi1WFoxppgwSmDoxsyVk7EwmRoJdwwYFWnacqz5E/ixx4AguWa6Q6WH2HM/w2tsZXn+b50c+K32Mew4Gx8uY9JoiYhP9P5klcsEcwfIG8OpEr1bRWakhDi1JSrNnejzis94W7GS1UoWuMT0f42T3FPtfHCJOfNS2NDQ2dLSXWTFhCg3q/GwmZgOe20jR4Hkn0wLp1GU/tsHzphWhXHaxsXILG6u3oHHAm2Tonk1x8HyI4YA1IWVoOWug1DmJA3GVriLJjoN7ZTogKpypWtsi6Yl7DNYcUYyfynXlRhmXb5bRPU3wxecB9p7SIMZe56qYlWli4YNVOhhppBVhj3htzp44oHy5102hipVJXxks5X55oQXw86fwv4uEC89ZXA9EwJVeV75nKq1MhCIJb6pfVg02acQTAVlEZNV3qZichTiZMflbx9p6WzSJ85OxrEFcG/wJ90Cq949rVp7z88PwxSL1wrQSTQcqdR7FPPQqdPVC1P1SaOX4QwkREhZ4kQBWP+cvCsALYXZRobf4Oi8jmxeDg19Gi1ZC8yI1+2Wf7i/++UW6dyGc/GJymf97IVr/su/984L3YsjykhAjQrCaP9huDMeLZT9ZKhG/6qB3Pkb3fKLw4eyAL8QySW8XE7uFkF20J8oeWxLD/D18TaXzuRhGF5hw1b3K542qsih48wU+U2X1KBpaRFLTQS/xDUjtyZi0qNkIqxsdrGwsYXllGctLK2LsvX/vMZ4+2kOFxm279iXilQYBqYEjdUjG7GKiIcYkT+ZII1WXFfg0fo+kZ5yiMNcvzhiVGKwgjXHiIE5drKw0cGlnCbWaDaJf/TkR/ETxz9HadLBysQSvzmSNWgNFAO4ZOHkyweHjIUq1BFffdrB93UDVTFA1EqyZhly55SEwypjwPZjH6AUJ1koNuZ59McBPfrKHBw8H6A6A4bhglkJDa8nF8poHr2xTvkOS6jg9Hsp16/VVfPXrF6VO58P39vH48zP5zJt6hj/933bwp//7ReysWCilESqzCKU9oLwH/Ocfn+E///gcD0cR+vQNSm9swlE3rr+9jhtvryHophjuzjE4neH0bIBul5SG4lNRrBdGZsheRmelkRYj1hLmr6T6gx7YzNBQXirjK9+8itvfvIbXHBOvOQY+/XAf//Vv7uOjz84wyXT4fPf4fDQ5DzWQxRT8WDkWw+AzOuOceLH+qLo/XYxTXJ9J7uG8XSWAKZRSXKC4sQi0qQ5x3p8UHTwxkExmY1nbv/27V/Ht37mKw8ddfPav+9jfG2Lkh8h0A//hz76J//Bn30Lt+VNoH36Ezz7ew99+MsF7u3OcugZOee6waYJm3ZuBkAZMzlhJcLH4OeE+bJHuU+hiim6Ua+QEmaeFEWexdqqx7ALVafEcwGopUu+Ygvc8rC4vYXV5WczSvEQcKsw/ar5nSfiCYjBnZXyO8+tRxONnd5H6U8otl+cvQytMv8osvhBTFx3k6tcFilmhgqVHlUKyponwy+f4ZDLBeDyW5wFJhLbjvJCQVK+wIWdMirB8NlBk5JvZ7fXQ7ffkOcj+Y56TKrWqkDo4U6dxWGbbRSpS9dMWKUkmz4WXRjGdiWpPXisZiFOgk8fPAksdSsUTRWrSF1uFAMzHWiLPiCL5zErIMIAW8Pmj3icKwE8fPsaYHcCXd9C5dBGffvY5PvvsPqqtBq6+ekMEYIdBP3rm/RCpH0gCutcfwHZddFZW0W61Mdw/wXDvFM/6p3g8PEV1tYM33/4arl65AitIYIcpLFIzXEdE50//9S4OD44wt4DABq5du4rrV6+KAHz//qfy3n71K2/g1Zs3EXG+EIcq9MVeZRJRaVDkntvS5FKzU541Vbqb0hFfI16cJYRzCi2qXpO/EuHN65O7j/HJ3S9gLpWx+sY2Ni6s4qJXw4ZTQer7SEhdc0qoexU8PzrD+/c+x08/+xxZxURWsXDj4kXcvnwVVcfBdDzEfDwBRiEwjvDo6FyuxLFQWqrBKtPkrbro1xs1bDRr8PgzE+tPE53GGh4D/UmAPo24g6GcxWReTLMjjSKCZedzJ0HGIJ/sSVSFp0GUPGksRScnk/alVgWlegutzmW0OlegWzS5OuQZIKIex6yvxs5xCsAMQRXPPMb+XgjAKvEve6riOSyJXNkXFShm2bCovZiqp+BBSO2R+H+q1rQw6RWx5YWtRoKaYoBaPOf5d6Tmo9K8nJWrqowC2vzC1VbsweR+XnRyL9L9xfculOCFEWXRTyz/tjD2Kbmbz00S8GK5hAjDwCHDlRmr3Aw06iZsbYLzR++j+8X7WL1UkstzWcnDSB0PqlegWVcwOu/KNRyeYDA5FqN6Z3UF9fYSwtCTyheaDmlQyJMJkA+AfKh0GEvD3rMzfPHgGKOBsCD0nJsQ6ft0dHHi85DHf8RnSbGM3ZYxk67sFjVQ4tCozt9PMY8O2BjjEcSVz6E0y9T5hnKBpJBKXKfGxZXT0UwhVU2PnXzsV1VOakOn6KzwGFyEKBZRhGEHRqvVQKtZF7fC6ck5xhNfItWZRiFX3WCSf7cMKVumg4RDW32sy8WbKX5ReK+y3dIBUGAR5N7joYM4vxe/sruPhw/ldBbxly7lguPCgw1Tqk5Nk6Fbe83D2kYNSytlnBz3cHzUx7SbY0YUJPubyMSlHqplSDVichdYIeKwuLEk2qUovhZHEj+IfOyl0mVsuTpMvj85kYsJ4GfAlIlRhbijIkxskOXQDVj0kXJ/x7WJNoOCSc6uWKtCtKSJUkMNDoJBjvmQCUa68ueykHBDwQdqpV2SrmEiY3lJapOGANk75rKHtOHAgY05+6tSJieIMbLFiSSvJx+A/MAJFlphM/iP/Ly2JR1u7D7gg4WLsHSe2Bksi+lmTS61qVbdBurmVouAJD+qJty6LRhbJid5A426EUZddmKaqNbp61EpTd4XTKAx9UGck7i/ZHFRgn4Wqitnl3RoiOiWBHz1yC5hipyMHg4lbFy5kePW7RTbl5lIKsOtuDg+1eU6P5/i7HwqXWTjPh3WgEthsqrBP0owO2Qymu9u4ToRE6hKovPnkZ6ljgW3xmEeJ1W6pO8nYw6vdUElmkxctXOU2xoaTRfNJh3njP0nGA5DdM8CzGd0kLKfjQgtblZUlyJvIVmIiApIMpRcDlJNpLmNKHNEAJ76Y/jBrDgwUqtlMpoJTBOVNt12xKxRdM0QjyNE40iSS5Ioz1gAz2FQCs/lIqeQC0z6EvXHoSu7F3nfciPN3mUKrxSXiSvmsGQyUgIwP3Q8ULtlC9WWI0M36YqKiC5Sg6iATv5xKr3SbhVwq0x1sIOXnVs6wphJHya6KCZznVmkz3WVZhe0nHJvLxy9gpiRDt/C9ZWx64udOuwc5NCYnyvVq8E/LxQBPZf+xFKFnQsKP0/TBpM6/L7Sd0UR3VEdjKUKez7Za+jIZ53rg3QUZxzMxBiczzAZzpGzqzrJ0GiWUW8w9UezCrt12B0N1ZGa0lVEnLchCWqTpbVy+KDfSTnObdMWp5rg2accYAcw5FCYYuPaBi68elGSX0++eILjwzMYWQl6ym4zom4jrK86uHixhKtX2S9Zw86lGr7/T8/x/X/akwTw7XfW5P3+9IMT7N7vY/tqAxeuNjFNpujOBpgOQ/hHOrKhjldu5rh1E9iqudjwSlhduYaVS78KlFfxL5/9SK7nezH29iJUyw7WVzysLLty35uejo9/MpJra6WCX3t3GV99cw23XtnC0lILf/F/fSLXzlUH73yjjuvXHVzaArZWc+hxBD2OsXvu49GJD7NSwuUba7BdDz/4b/v44T8coD8x0J8aaC/b2LxAXKqOBx8Fcv27797Ev/vuLTQ6BqbhBHtnXXz06R5+9vkRunumXEs1B1tLLq5fb+Ebv3kZr39tFe998ADvffAQA4ooPRPLyy5uv13G8oaOTx908dmDc1xYquDCcgWdWgsVryWDq954hj5ROnYXpnOOjZ0Srr66hCS38N5/7+PuzybYvlTF9k4VRwdzPHk0Ub3F7NudJbh0s4LLN8rY3w3x4B4FYGDroofOsoO46Cx98mCKpw+YLCHy0sHaWhlfeW0Jt19bxns/OMN73z+HXk6wcVNHYyOFXvJhEAVt11B1augd+TjZG2PGvkkiHh0bb351GW+8tYyP3x/g+987waAXCw60veyguWFKwvboeILDkzHSiEhmB1XPxtaGKVetBFRLOc5Oc3zxmEArG+/cbuCNG0ylG6g4Jr542scnn3fxeNfHo90Mzw4y6S4lDABWCs1KUG7oaK9aqDRoGuNnJkQw1BEODYTsMJ6wP5uIVNUftXnVlgtOAj+cYzKNJdE3GXAfYENLHXk+MrEkWw9PPa9ZExH7keyjSKTgPsjxarIpnk19+NM5dGsOwwzUs4f849SCfwTMj9SBnhcH+XT7swN0HtD0E71IoEg/E1P7lDmk/8hBu91Eu9USnPs84aCHz0/V5cduQK6TTPlSBOaBdeF8XGBtgkmIYBKJ2a7S5EEYmA4pQMSC3eQwSzCvLgeXXL9Zh8GUDvdGGsoVG7WGI2KMYSSSPhHiAg8eToTclihdke5V5BAO0JjUokFVujWZfAYNZyW4dAXmTOhwKK42ohRbGnUdjTpNLNw3qh55Dm7l0GsSd6fQr4PzBMPRFMPhFHNfpZHYochOeRolomCOOCCak852jtd06BSvy0C9Y6O+ZEvqMphp0r8YDCPEsxSNmo1GzUGl5KDiOgijBGejGQajAOHIQDjWkRus2khRqbMn0UaJda3xBFEyVgJwBFRKdbQR+slRAAAgAElEQVRbS2ISyDlOymeY8nkbZZidZ5id5ohnfF6oRNHSlovOpgO9nCJ3iL1WRgUmU7OphXxqwe/N4fd9uPUc1VVdRNVa00O96eFwfyaXllOYqIuQ6JUjEYCZBixXMhGvescmkJRRKRGfXYUf+ZiFPjSbn/W5EDUEz87UtE9kM+kr7Cty0OxoWFnLUGlmSJwYiZOIc9kxNQQDHZNjYNyF9EbSpGLXU1j1FNUV/qwcSuSYDBKMegmmp7m8Bo1GDZ2VppAxSP6g0W0yPcN0doZRV5OLlIuKRyqGjpiGulkKz2zDNdoywJLQk6S7E2h2jEQbItFG8EcRZgOa8LjHp2GNRq8aHLuOxrqP1vZI/syMqb6JJgaoeBxg9YqHtSuqO/X4KfdXKToXbbQvEP0ljkSMBjlOT7geuGiVWmiXO9hubWKrvYUwH2OcnOF0eozj4QnOJ+fYWF6Vi0a0zEownc/Q7Q6kP0sdyjVBgbuOIftfpmypFZiaCxOeJPG436Rxo9mwUSGGvarD9DR0u+xdV2cVCpDxLMP0LMX0lIYyTZKbtXUdrQuaDGulq5Qpp9gFYgftyrpcNAqxJznKfMTmCSLzFNWaBrZntGoNdOrLcA0XwcSX2o3nu8dyXb26hdtvXIVb9dDzpzgbj3F0corj4zOht1D4pQlkOuReicYFuss9aA6Fx0A1wVAI9DVMDmJMDhIYLQrAJBFRvGWyWZO+UxIeFh3c50dJkQDWJLHYaFsiirJOg9NW6VTlnpOJJZ3nDJpmSbMiFYZ7sKKqAzQi2CiXHUynFFZpuOOAVBmWS2WaeNl/a8ilRTUYaUPOixkdqojglh2hNTG569iAP5ni/PBchNJrb7Vw/atNJI6PxPXFDOtP2BPO18YQAZjnaJ7JabiIAu6Tgbok/CmSGUhTDj1pGiJ6P8d0kmA6ZqWKhmBEbYHJQwteRUO1maLWgqyDvA6ez3CwO8VsZCKZl5HHzotnjclOdIvPE+KbKewR08YTCyc1HFa6qFaYTDekQmd0rgRnZPwcMLWSibGj3irhwhWmRzz0z0bonQ0RBi6CgAY0xrcpYOnIDJ4d58qIyTMBRcS0BCQu8sRBFtkIg0hSn+UK014myg3WScxgln2Vdj/h60Qmf4R2R8Ol6za2L1Kk9tBuerjz0wHu/JQEmFjIZRQt+f14BXNTsPoiOmcu9JwCbVUwqwsBmAJ1Bl+M7xR/mQImLYhnVpp8mdil8UQJi+rcwGGwJJccCq4J/CkRmxwMG7LP58xZdcuqhLgMiiwO9DnWqMMyamKQIrWCVJ449qUD+Pa7GV5/h+dHldQZdW2c7zcxPKshiRwkkSsmNZ7lMm2M3KAITAG4hPZKqUj00SRToMYjG7ZZguuUpfqr1WQ1wBGefLaLyWwkiHKnlWJ5zcLSKoVFZTRgcl/1oxJdHyLXWXXDsxbPdYnUEdEk1qpfRbt+FVXPlIu98/vPh4IgT2NPEtZhwBQRdzKLCRSHZEwA895mErpAK7Nbl12aNOunEQzbh2nPcO1VT67hIMXukxCHu6SokbbhKjFeUrJ8T4j0ZaJzIexxSP/lYE/2d0VARP3+IokiGuJCoGUgQqGfJcnLdYHkriKJskAN8gwsCWDDEnMNh/OqP+5L6lzKhKb0/HF94XM/k2Rlve6gUimhUi1JFcfR/kiqQsSEnriKwuex1ogDUzW0pWTCYZMSITSVAKZpfjGAfSml9qUAvBA21N/j5eTtC0TyywngIsn2Qhh5kaP9n6V/X+gbL87Y8i6/hFVcfK+F4PvLBOCf/3kK83hhvv7Fn3uR/Hn5zyyEYvW1VT8h1yqvnKBUjSVp7To1WePOz8bono0lDUz8uHQMF33C6g0sughf4KwVqUEoaMrZ/mL2trhz1JxPDZUX02+uf/ydhU6nOpqZcMxjGJJ04L/TZbbJrspZOEOt5aLWJI1mFRcubIvY//TxAfZ3T8XoxTOVyR38IrnE20JSpyp9xTWaMwSu1znvPZIvoinicIKMAnBK0yDTwdzrEwnM+4szHdYA2FheqWNnpyMVC1E0RxTP4cc+ZvEM7U0XKxxg11TulAaXsG8i6Js4/GKMvQd9eNUUV9/2sHWdVUIRXC3Epmdh0+Nc0kGou/BhYxDmGIY5lrwKltwKTg8muP/ZKR59McLz/RSHx3weKSP+8moJ61sVCfvM57nsNdmtORpNce3mMr7y1Q2pjbvz41M8e9RHiRSrUorv/vsL+O6fXcBWy4JNmuIghv00gf00xV9+0MNfftDHs0mEmUEOJcWMTOZWF17r4OJrbTFt5zOawELsPTnD4V6vENyZblOeDj3XYWaWiC2Jzr1oLCEejoZ5/oCnobNVxzd//w186/ffhPHkFObjE9z75BTf//AUn++NEDIUIzRLzs0oANOgqwIyMt8zOOtmKpj0AT6HpOVVzfwkearMJtyLcH5Pmpxl2DKb5d5SZrWkxFEAJjSaBq00xzycQbdj/MbvX8Zv/sFlPPrZGX76D89l/e+sVbC908a3372Ob797A9knDzH6wUe4c+8Ef72b4sfdDIFtyMU0m0PBN6IRlxhkTczQicFQRpHK53yYs10Rd4QHKiEnrosiFsnN+9Lnnv+d9zSDG3wWm6w55H7ZRqvZQLPBM48nvcCS3pTPHutbSLsqQh4MYrn83yqMVYzNCpFIfY5FLyh61fnroq9TPeOVmUyh3fk91M+rAj08J6dFeEutrfxPzGpJ9sdaRLt7kngVGqamq3M/D8dcVyW5S41EfZ2nz3bx5NkzSQmvUPhp1OGVSiIGC65XtBPjRR/tIpUsr6WmSzqTiF4a1KqVChypG1CvOWe8kgIngZQ1C8RmhyRmJFKVV63XVPqXQSlZ80l7zEUARhAIcYzPsKP9Azx5+Bj9wQjO8hLspSUcHR3i6OgInbVlXH/9JlbXVsQAYTKdHqXQogyHh4d4vrsHzWTN3xpaS8voPj1A99khTuZjHMdTVJbbuPnqLVzY3oZHuBP3HzLj1PDs8S4++egejk7OYLYrMDsVbK6sYmt5FaPxEE/3d0UYf+f2V/DatRsIIhWq4o0lpDbee9w/csZCfK2j9s4i3lNuYXgtUUlWyi5iFBD8NlPryj4muO80xecPnuH+58+Qc25wZQmd1SY2nSpWLQ+pP0fGRK9hwbNcHJz38MkXz/DJ02fISqZc17a28erFy6g5NuaTMfzBGJOTEcYnI+z3R9gfjGHUPDTW2/DqXpHYTdHyXLQ9F5ZyDCFlWCHKMI9SDKchBrMAQ4rtwZz/WgnAYEhMJe9z7vM1zl8K4irXlkwHDSx0zUo1FvW7MmmrJdTqG6jXN+CUa3BLVRhOGURZ5YaLVLOQEn+caaBko4TXYk2S5K8SzkU8L5LxSuQtjHiLD2KxH3uZzLLI9AphQ1L0KijGz6FTYpUl6QWKpiukOWplvL+LBLDsO6RXeEEyUfuBxf5uYeBZmEx+LsEvRr1C3BUhWaHji4VJ6Ytcc4t9Eal5Bmvu9AQRCU1JBsdw4bFiDCm0dIos6GLa+wyz3n2sbFhCo6MRn2cQXW8iN3eQWTuYnB9h0j3CZNzFxO+LeaixtIJqYwnzyJZLzDTyusyh5VPo+QQOZSQT2Ht6iCcPn2M0mFAAVtI6UyHsjc2kNbYoVBLjmnpR+MKVWzYq7KgqsTCdjh3iIhMEE4JpIXFmVxyJnupQE0tRJuIOh4qCuhDXH5cQpe7zQ8MPr2LVU3hTKUOm8xYWqgWHn4slu+ooUnNYb7B7LE8QZrEMTziIdSsOvFpZ0HRWYsk1nc7EbTObMq4fIZQBCgdssk2WB4xKlhZIByk35wNQWC5qbZQ3s3AkcF3gPc5ujhbTkCyPV65PvpaTQYDpMJD0rSbDpaIrjq9lEd3lQUbwuLlCXkt5dXEo4I6AyURBPxrsfdXgVE04ZR2ZTndGgrSfIz3NReCV/b4cIIsbWjZ8Km2bBupDoc4EOZqrNTRXqzBLGnKTD6AEk+MI0yOiEApBsHBnmiUD5bUS3CUXCV3xeqwE0nmOtEAOEjto0NXGA5rkaIiLYq+f6mjggZeXdBfLFJjPGW5CmXBlj56DOQXgWSD4DdPlomIotLhLVr5yPvOFExyXbJILVwbvJ6JqrBy6w8G5SnHyPZABpU9XJx90PE8Ra2eKoE/HMhNcfE3ESScGE3XP5fMceZDL+wbix+SuVaKgOmDRxKD6eV95w8Rbv2Jhc8dBpcEkuolHD+Z4+GCOYS/GoBchIV7BctR7o7GvMEbQzRCeczBNWblAKSkKkPwdOJTorHtY3faka5mY53mcYHAWY3DGzbRyjZYbBlobJhorlvTH8Rr0ffR77K2J4U+ZZAAq5bK43wR3VGA7aHagkM6ENVPuZp7BzIlL5PdTiZyIReUZE6XKoEpcDHHwpaqJMjfKJQMhMX4cfJwFmDFlJP22jPirfiNeTMS5DvuI2BlJRBzvSeXI4VsqBgdJ6LOPW5cOPA5UmB7mZ1UQybYt9zRRcerhEKkHFXuOiEZjjxhTyHFadBcTU6/EAh6JI7oiC0c233BufNkVJ1/b4vBCPcyJNOGAiShy9TDgPcuNl1rbDaYFLKILU0n/8JDGryGCDgfNpnoA0UnIjTMFb36u8ohCey5OSXaO1Js2Wm0KxQoXTWwosYjT2QypuDcNSdfRrRoFTFkr7EONOMKqJw+SNAkRRxHmY2A+IkWVqPMcFntwKvyahvSMk9xgyCqn1jpZ7+JM0G58zZp1S66lSytYurKOeRLg2ZNnIgAn3KTPLaRMmI1TbG95uHa9ihs3a9i6UMb2hTL++Z8O8P1/OigE4FV4non7H57g+cM+rl7v4OqNJQziEQ4n5xgPQ8SnJrSRiWsXMly7mGOnU8HFdh0rq5fQ3LqNyGnih/d+LNfzpxH2nsRYXanhxo0WLlyoYB7P4Mcz3P3JDJ/8dIZrF1r4rW9t46tvrmJ9uwmv7OL//ot7+I9/cQ9vvd3Bd/74Ai5fpUh0Bkvvw4412JGGcZqiz/fcseHVa5jMDPzD35ziH//mDGWixpc4gLFQY995ouGLuwEefxLi3/7JLfzbP72FSiNBf3aGp4dneP/OCT6+28W8b8PvW3jr9SZ+7d0WrlytYmmzDK9u4W//bhff+/tdeLaBlTYP7g62dhxBB3/0cV+uX7ndxNdfb6DsuogiYoENTOY5xj5Qr/XlWt0uY/PKKiaBgX/+xxN8+OEAN19t4+ZrHTz8bIwPf9rF6Qk3tancr1s7JWzulHB6EuL5U19Eu84SN/8OwoAoJg37T33sP52h1nSwuVOWnmHPMlCymQ728fhzH5qbormRobGWorGSoNbJULUbqNgN6Yl88PFAnqFbF11sXnTRXC6hteLhi/s+7n4wllTRrdfa2LxYRpiECNMQD+9P8PD+GK22i8vXatjadoGE2IUJqp6OCsXVtIwsqMPSbNQqIWpVJhc9VKouPvpohB/9qIvD00QszcR5d8czdEc+HCJKWxQ1DVRbxMZrMlyfUfDkZ2acIxqxuy+Hztdk3ZH+9M1LZWxeKmHiz7F3MESvN0dEpGHMYUoNls50D5GJdJ5SiKXz0UDA7kh/jIRIKx5ErTI8qy0D7LOTc5yddmE3MtjNDBWvjIpdh4sywmGKYEAyBTFtcbHPyBELpjkSBDITYBwiLtCIXHN4eCMCmilRHnqjNJd0KNce16U4TEGb/06TQxyH5xwg879Lt3kxIBAqQhDBYudwRZmliPQPppGY03gtkHkyJBBCCg8HCtdcrlmoNiwx5hDLTNMe3cnEUcXGDLHOQnKesSwZehP5OGNXOekJRVWA6kfic8aSqoCaiEukpDA558DzdNQaKSoVPrc06W5lT5GI0bKX0hHOdel25CXo6EDhObOYezMLzRUXjWUXcdF/Jujf1IDumKh0LJRapuwlYBEh6iCae0K0oERsaSmqXo5KKZe0+KTL98uEUXGhOQ4SYqLnxJkqwZ04Qctht3CELGcajlhZ1avMobNlMonLvkQm2Yj9duQiBl1MCb5KDXHA7bH/rWbInk13NenZESPYnD1gNZT0OvpHA/QPh3DqCarrGurrTPY6qNZcHO7PcbQfCHa6WqmLmOWVYnglisABSuUQvSPg9DlpMSXUyjVUKjWwcIJwLMMLYZb451nMpCP1gfEkxWTK57nqga41KAAbYopxOwa8DvcGgTIZjQwEXBdHGib8/M0juA0NTkNDaQmoLOVCjfGnOWajTATgyWmGVquG5dUmmss11DplWSf7g2P0B0cYdXMRnFjVUSKGFxr8QYr5kEYRJYyajgOTVQwVB7UG1wsetcbItBEGvSl6ZzMRPzSNz1MiE+so8WpN4HUG0ldN3CYHhv3nAXp7AS694eLSGx6iIMP5XiT7TOm7W6cQF4sDezoDRkOSa2x4mgc3L0GfedCmJdjVRISUyJpimo0QaL7QHtbbW7D4nCnlmPoznJ700CfpiIm/KBKTrEOKirhVeY7iMKcEUythOJhiOJipZKpDhLclNI5SzcFwlMnFvlkaX8JhIqnx+RmPfTwvaGLGWbpAcy9JKdxHAbGvy2WnFTgZBTCaT4n9ZyK9jI1rFUlgOh6xfrTmsAbGkKRJGsZ49vRALibXrlzZFIf6OAgw8H2c9/o47w5E1IoCVnzkGPXYbZqjtuqhvuZBpwDszmFrOlyiTOdMAEcY78cw24DV1mDQcGLlkgCut2jSYhevShNzDeidqXQGe0GrDUPtyfuRDHNYbcSBYaYrwzMFfVYfsCarVFUjABpHuHCVy/ycMlGpOmllOJbSzc0UriI59Q919A4NaHENRtaU8wErVDIEQoJwBE1IIRAIJlP0Ds6RpXPcereDW+904OsjzHlxnZ7y3JNLl7w/kY2pDGNCn58RpRk0ljLUGjRgE52tixDE7nWizMfsjR5wymcBEUVxDhszWG6GWjtHY0lHZ6WEzmoZB7sT7O9OMR1qsn6REkDKA9PR/DuXSirJHCWhnH+kqJBGSa0CXS/Dc0mASBH7GUbnOSbdHJaewSSeUtDqKTorVdx4bQWd5TIO9s5x+LyL0ZCpUyYTHFhOCQaJFeYcsNiXSyM5j2dEnVOU9pAEXF/N4qwYSidzq1OGW02h2VOkxhSDHtDv8fXhexxidT3HtVsm1jcMJIGGZK7hwb0AD++FYqoiYlwMAAVejs8QiibEXko6VyNVogpTqwpCP88cpHkkiVslACdwKylMl4kqDphMZLEtpCH2uvOZLb1pJpOYKpUj5mx+xjiUC0hIYqUOzyCGUC7E2KmxJmOKJA9RryxLTzdrrWYklcyJhp9D0wN85es53vg6jyiR0AKIgD586qF75CGNynIxRcjza5r7SLKJvMbsvK61mJgnQp0/tyVrVRI6Uhdgah42t9rY2mzh8PkJHj/YRV8INCOk5gyrmzZWN2haZ/qSZyOKB0qk1Ux+LhJMpj4mEx+GlcIt06ThwrMuwjUvYrXjYqVDE00klKrBOatz2BusCzKSxhcO6Th45XObSHLDoOik7uPiVKZSHZIWJvJY9d5ee9XC1VcszGYZjg5i6UWejW25LO5NSPDiSinkJt7rFPZobOM9veC7veBBF7PBhYhX1IkVYsBCKP0SZ6xG4qpmg2IAxX128HLJLgS9YvhJ4ZiDSxrwuXdjConvK0VgPkcowOzstOXin6VhYNQPcXo8w2iQwDJdmKYniT9eKjGsBpw8OyqTi0Kqywwjp2Be1Ha9JLi+LKQsROyXRVclgi/wzyo5LCy2Fyzll5MzX4q/P5/GVfvExff6cuK6ENl/AZuqojTF32chsKr//cuE3MXvXfz8xRj2BbJ6ga5e/FkOaxf/8GsuujhphqNBhuZz26zIPX1+NpGk+gLXzvtS3X8qDLJIJS1wmSo+qHCqkqZTcWs1aJbUcIFOlQ40GYAWQjDfI2UokIF28WzWM6bjOTfie8eaFF31G9JUbpBGEGB1rY2dS9uolKsYDnwxVvTOp+gzuUzzpkXTAQctiri2mKlTDJS+6pyZQO4pSOYL5dKI2M+4hk1VZ3A4UdUIvEc5M5rrWKEAfKUjxp6Ms6I0EvGXxkFJAF/i+kyk8BwJKSxDG/HQxv7DMZ59RgE4w7V3Sti6bsLI53JtV21sV9nhaiPRbNACNokMjGMDDdtB03Yw6s5xuD/C06dT3H8Q4osnnMup5PrqRgWbF+tSazQYBBiNQoQxse8hLl1t4+YrK5hPcnzyfh/7T0ZotTM02yn+4E828PvfXcdG3YHl57BIcngYAI8C/L8fDfGXdwbYJ3mFY0GdlSWcXWlYu1bH2tU6quUKynYFs2GMx3eP8fzRuZrV6qzfySH10tJnTrFFzXGZtFOCImBVALuuYeNyE9/5o1/Bd/7wV/DF332CL/7+Lj5/NMT94wSH4xihRppNKPhnPqe5jqm0L32OSlBJaPrg+lOggRciB1+fNGaIJxY6nayHkhhlx3phNBP6J8+QFDC4rptiSuBs1ynn+PbvbeJbv7uJBx/28N73DlH1ynjn3+zg3/zaDjbdXK7BB89x/IPH+PDRGH83MPHhlPNopZhx/qmD1AaaGWjQ5HxOhZpkxl5cdG4KrUr60mmUKtZ5acFQFINFqElMGJQxCu1mUZ/H+bPHSix2ArPG0iL1gZ8jisU8I/Nc6cqsmhdTuFWpXvBEQBZKRCHuKB2EJiESHjhL4nxOBTAWa6H6viqvzOQuU74qOcozr4/hcCD/P4q1pLLwXPv/0fWez5Kk53XnqfRZ3l7v2vd0jwcwBgQIggRE0EFc7odVxCq0+7dR+rDcjVgxSJGEKBKEnQEw3rU317u65SszKyud4jxvVndDDA7iDbiZvnWrsjLf9znn/A6N8gyYSJSEqGt2tRQ0DAZ9DIYDFEsl1Go16T+mCMw54Jdf3sUXX96VXvuXbl9Hq93KBSiarpUYyX2vei3P4bcLCDWNy7N5DMdx5c92bdJN8n9Onlt8fqj77oJsQdokBWYuuWdKzz1/hq0mi5IAngkqfDbzRQB+8uARzs4vMNENTDn35LQ7S7B5aRM3X7uF1bVl6OwbJ30hM2BnBh4/eow7X91BmHDGtIxqs4njB09x8mAXnp7CLxmoLLWwub0lye4iyV68lojODmbY2z3GnbuP0R2OUV5vorzeQt120bBcTGceziZ9mZm8+8preO3aDfgzH97Mz4kXDNnESKV2M4bpqlSx1G4xqSjdvQGikNRM9QThe8xrVARA9bCU+Qu/c3v7R7Ii0l6lMrGIlmGhzlRsECD1Zwp7ngHnwzF2z87xtHsBuBbgmNhcWsaVlTWUDROxT0rPCEdPznD45BS92Qz92Qxus4LWZgflJveqNE4WUNR0lHhNhRGiaSjaymgSYOLNMA0TTMMYAQNAPKuJAsb9j6m6DPlcKUTsTlWht7wf2kh1EYAp/vI7xPrUAkcWJjWBKmyzikq9hUqjBbeqlm5XERUs6b6dJwwo5cY7ijScqfO9lnS8SlkLgmBByxAt64VnbL6/kSSwvM9KcOd3mf3e/ExIswwCX76jjU4TtWbtGT1UUsC5AJxHW5/tZRbX+sKYoVTbxc9RyOj81vIM304NarE3EvOBkGHyfQtfK/emUlWj9pv8VQx5zSlmSSyr6pbRLNWQ+R4Gh3vwBgfQnC40u4tWNUazQnJQDYa9jILZRqKtIymsIRwfYT4+xiwcw49CZLoBp9qGVWrIvNhjeHGxb8tYjxVCS0NJ2zt6AQePH+Px3bsY9fsUgIVFIo4rdqFQAFZClxKL5AZCQdLQxIXPpZkJkpTR9xheL4M/SqXfriAbfeJTOJSkkzzf40iRssKO8Dgibhh2w0r3KntJKUKpg1ESpEiIZ2N/XN4zlptTlGCsMw1roFRTicsg8TGjyk0B0GYHagXtpQbaKy2VdjMsKVjv9wYY9SaY9OlQZ4KPTnpCQphxIUZD9YnxZ6o9Gz9UhU7lw0WSmrwouI9in1ZdJX9LNRPlmokoTjEe0f0/l3Qs8cu2QXeHqTpDAw7zmEiiksaheyqHfP5cSfFyQ7G4yiQtzKUEHTr5nZoBu0IxkYJnivgiQ3IKxJ4C0cghj+8X4/pM0Ur6j4NRDpQT6BzOuuyTa6Kz3kCqJ/DCqaSSxnsBxvszOWwRB6I21DE0V4O94sJq28h0bmYSpH6GdMr+hwwRu1fHqfS7sncUOhX1SDoT2XfEL0UYKMF9cSN5tgnng5RiL3uRBKMwF469xX7Psg67kkkfGq8LuomVo5XCokr4cjMhSDXSbCmGcRNBB0iOjWL3hRyEZOcVQ0t06ByIEN8pSKZEhj/snlCqNCPCFICJIeVmiqgWsWAj42cmZSpENBFNTeQA8MrXbbz5LQerW8SKO/B84KP3+/j4/YEMopggMos23GZReoojz8fc8xCx02mkkHPi+BSNUaVh7Yomn/Pylov1nRI0q4DJdC5I59F5iuF5onqYS0B9iX+fjQaxnUyrGjqODyayiK/kcJ0P82qliEq5mKMHKDwThRfKezufmZgHOtJZiCzguJfdmbqkuIkQZF+08Po1ivqqx6pYM1FpU7jU4Y34/c8wPgwwPiCSmR8V2+gV5oHLNg3Y7FyO4nwwQie2+ku579mdycQc0aS8W6qDKz9r3jGYFOcGjSnq0SiS301jAp9Ci3SEUdjPkQdMwErveAFOjulLiC3lIEQc0RzE6LDF1UXHu3JA8vOnCMLrcDalISFQSXNJvMtzUR5IpYaOYl3HbEY3fqzQLsQtE3tfUNcaHUeSxBazQUH6TngZMnxtFC3oJRONpoVWi4N4bkppNCigNxjioj+STf0iGs0DHC8QvjauomuhSKQsSQAJP8MIs4mGcFJAwS1AcyGUBr6XvG/TuUekmvSR0m8qncxM/3CgGIsQvLlRwcZ6GbWNJiobLXhRgIP9A5weX8AnGWBIPS5FOklx5VIFt16p4/bLNayu21hds/GTHx/jJz8+QbVdxMOHmhgAACAASURBVKtvLYP95Hc+PsXBwwFevr2CV24t42w+wpPxGYbDGZIzA9pQx5WlFJeXUtzYauPm9gqW1tbhLG0L9umfPv0A//TJhzjfT3C2l2Bnu4lXX1vBzuUKTi+6OOt1Bcf88JMZXr2xij//k2t44/Ul2CUDsyTBf/7LO/jPf3kXf/D9bfxf//ctbF/ScN57gEF/F9XMQoU9nBS7aga8VAeJTU/3Y/z4RyP8y49GuPxqEVdeKYkAmgUFhIMUJ4+J/Yzw5//bTVlWmZ2Gh3i0d4pffTDA559PYMGBndn4/neX8MM/Xcb6ho2BF+C46+Gv/+sp/utfn+HyFQdvvVXF+qYNt6SJM++DD0f44KMx/vR32/jT77RhmQVcjCJ0hzFGniZrZ32GS+sz1DounGYDZ8MMP/vpKT77rI9br3RkffbhCD/7p3NcXASod4DGUgGrGw5WNh0MB3Ocnih0b5FOV40YWXYXFqRPjGttx8X112pY23ZwfjTB+dEUwx5kseu+2k7QXMuwtgN01ph4qsm69/EEn783gFlI8c3freL1r5fgpTG8JMbRXoyDRxHarTLe+d1VbF+pCjrqYH8kieT7X3jY3CnhjbebuPZSEdNBT5bNJCsFCqeBpdKyPMu9qI8gGcuEODNt/Or9Cf7ln4cYjoHNyzV01ks4Ouvj+Hwgwm9z1RLxjMYa3mcDGmNoWvNSoSPMRhnmkwyWpuHG62XcfL2shuNLRZyeTPHVV12cnXr5HohGlhYcu4lqJUOtEsOxeQii89bEdNLHdNxDkMVgU6Sul1DUO0Bo42D/GIf7x3CWDDjE85ZqaNgNVIyqODS5FO6YxADur0gxIWaaQiaTNiE8j4KmSitQXK1Xq2LuieKZLCZ9uKTSg/cJ9rtWKHwVxQnJ5yNNcNOJD98P5d7FZ6p01gjuimI2/3sqHX3sMy+67J6jGUGJ0YIipaFFJiDqcVyqGmIMZLcv50wUndmjJvfsgidLDc2YgNLQP48lqStYa8Hr03Gu8IfcR/HZ0O6Y6HQsuLYLy1K96JUGcd6RiBXekImomexfKOpPxymmQ2KEgVEvf7hIykFHIVUuXrV/dRDNPURzX2HFOAiommitu6gt2fBnEbwgxjxwMPdLMAo6KqUU5WICWw9hGyHO9+Y4ejxHwShi6fISaitNwX4yJTYejTEajRHOJ4hTD2nmo7BA//B8xb0gCSRzHtaYttdRrRpwrDIcToHoveSzQ3p+Q4TEaikPEizplXfEtDccjMUY1K600Cq3cHHcx8VRDybNEasFVJYLCjvqGjg5iGQYToxq2a2iVCRFg8mHGKVKgHIlkHvswf0Esc+eGA5CyshsExkd0CXWTBBHzMyfiUKsYTROMJwk0pHHVSpqaC9ZaHYsdHaK6Oy4OD/u4/xogNlIQ+oVhVwyZe3APIRT12E3DDiNFE5TmfGI5g19Df4F4F1Aqg5a7TJqrQoqrQoMR0evd4KL3gnGF6qDl9sER5zbGqa9DNMLgoAU/sxgMrhsoVgtotWooVErQzen0I0pev0pzs+nCGPSCiqw7BocrQhHK6HgDIFiD4YTKMrRLMXBFyEOvwhx7R0b1962ZV/jXVDISeHWeB5YdKcR4Qx4ARMOGhAaSD0NF09CWdWOidaWA7edAcUIeiVFp7yOTmUdTsWCSUJMGODibIjexRCT8USWIiUptDsNH0RfZ4lKRpKe43tM9/M7lMEpmmiv1OQsNPEiQcByAEVzWXARY3auYX7BvSmXhuaagfaGIcIe8elMj4bTFOE0QTRSe1WmEnjuqrVLuPX2Dm6/sw3bjgSbmZFKwD1ZAhS5FyoU8OTpPp4+3Rd0fLPJQ6zFHBCCNMZgOJHFNOs8NEX0ZxcoySjVFQcVCsCOEoDZ+V2EBS3UMDlgAngu+GcuouUpADsuCTi6YOVHfd4DWLVRkMV7Ec0J7L9lL3D3eC4DfqLZSVpgooqiNxPI00GGUj1DuS7RPMHO8otXZD8T3yvpWSM1I5b7J7+s5Rr3mQV0DzRcHGgoxHWYaMqgPk4DJBxhi1NeGXKI4QqnHgZH50Aa4Pa7Hdx+dwnj5AKjpCf3egrvc+LpJ0wL872nhTHFbJph0lc75+ZyilpL7UuZjBQBuKQhnGUY9FIMehkczRaXOUkyk/FMTNv15QIaywY6K2WhFh3uTUUAngxThB7Fbd6/mT7NxGRVqTgyB6ChRrrkzUQMkJpegW5UYdscJIaIAppiAK9fkE4329DFGBJ4MZbXKnjtrTWsrJXw6MEpHt0/Rf+CmH6mMR045YoktkgZ4OfO1LG8hkIROipiSqEYLvvcIJJVa/KcX4duJwjjEfz5GL6nw/MMlMsxao051jZiXL6aodFIcfI0xslugpMDDcf7SkTR3BAFk4mVvH+QQ5uEQ3FbBCDTKMOQBHAFKYfVMecjHF6zF53p31RSbLoVQbejXCQqiSlmNBzL/ZtCnaW7YqAg2YciABGgpAF53hSe58kzkIQNPg8MnXUuIbzZAGHsoVHroFFbEooYRWCKxjy7FbS5CMBcNMPS2NU9BfYfmjg/IMa6hHhWlnMJjaA08jKhxwSzXUpFuK40YunhZHKQPdLJ3EboE7tNyk9H1qA3EiNot3eB8/4xhl5XqkNWN0hpIjWBqGcKyDyDUQDm/iPBcDTBcDQWAZgd2xyiptEK0vkqLm9XZLGu5+IsQr+bYDzIxLRA0wsrviSxzuG85cK2izANV84x3P+oxK1Kp4gJjYPMlOabGFduA1dvq+9E7yLDxSnQP9cx6BKXTGS7EiMj9tmnxJ8y1Wmrvre8i/M5uzVveV10/ObJTSX8Kqzg879yRKEk7VQkjeI/ZypKNOVQXf1sDgalxoPDb5P3c1aK+AiCqfwe3Ic5joHrN5dw4+aSqgI6HaPfnWHU576A6TUHruPI5ymZRPmZSvjldcbrjVUcHOaqdJojyOsXBVQOrZWxL0+lvfCfX/jFciE1lz2fpYDV3/FbKOh8fvVvoZh/GwWt3q/FEHXx7y/+s8//7Bff5/9VkH4uFqskb+7UfkG4lmR6buZeCDrqf1Mih6LqRKg2UjQ6qeyZiH0nTeKi68kydV6DpbyeafG6Fz3EeZWcPDaUACyDOCFFUPx6HsxYiCdSdybEtwUGWtW00VjE/fgiFa16ZeZCrKBxkChq6SDWNHhBH9OgJ3ukre1VIQHxWiaxcG/3FLtPT0VwtM2imCpldMa5jgqfPxN5OM8iQYUprILgpmPoTB6D4Q0P4WyCWTBBOJtiFkyFtMLnfWepjJ3LRIA6ck/kPcabq3Rya8vFypWyGKrmsRKP45GDeGxj/+4YT77owalkuPF2GRs3TKTxFEniYaduY7thw+H5jtbLzICX2PBiCyVdQ0mj2EMyS4j9vRl+84GHzz7381BIgrXNKravNETgOzub4OKC9SU0YiZY36xh51JDzg5ffTjF2YGPtc0M61spvvfHHfzBn7SxUnJgUbA8zRB8Pob/2Rj/z1cT/NWdKU4Dzp1UUINPZCoujTVX1vJ6C8vrbdk33f3VER5/eip1Hqk+l32RHuVBAkGs8jOnaUWAufJZ1JcttDZtXHupjR/87hv4wbffwP/4L+/hn/7L+3hyNMNFVsIo0/IqkwAuhR7WPuS4Xz63ZlPS4GJkloWMwiI/c8EaKzqdzLEZJIh4j+HsijUEBswC738UNFUila+LG2vOoWh443VquECloeF3vtfCt77XxNMvPHz20wG2VpbxJz98GX/6RzcQP3mC5PETPH3/DA9+3sUHBzF+EhXxZWTBzhJZNAqkSYhE0xHrJhKhOqrOYYVXFreS/GcRgHkPFTx1fr/NienKh7JAxOZJfP5zDI5JvZ+aPyp07MI4otLDIjgZuoh6FIFJq+RZtVqpoN6oo1wuCR6ZzzbpzRWcvxKAKSILIt4hvUThjlVtoDLhLDDNNFxycbbINSBy9/hY9uDspqawK0hlire6LnM6/gx+ZjSCMAl7eHSEzvIStra3UGUtA0M5QYiPP/lc1rUbV/GNb7yOzlJbzb55/yPFVLDUSlRTmkJuouF9nsKf9PuyVspBuVKRBLAkWynyctZq83xDQUvhsFUuTZE3RKzOq0B5BhEjUsGEPg+hzUME/hS+P8Hh3j4e3XuAo5NTnAQhToMQ7XYN7XYdl65fwg0ioFc6KCQR9DiBq7twNQf3vrqLTz76FN48RHW5A7dex96dh9j76gEKtSLM1RaqS235nRu1mgjAXF5vAL83wP7ROR7un2IUztG+sobO1XXoJK9NZphlESZGjFarid+59SreuHJdaEs03CYxzb6cqeZ1DgwZimmA5DMKwI68j/PZTGau6nrkHIbvgXpfKPzKPJjJctdBr9+XNed+hVWDmgYWBdmUEmYzWUQwB2GIESugAqZyZ9BMS1azUkGnWoPLZ1UQYNIf4979A9y7d4iwQHN2iupSHctbS6i1qrBMYr016CRcxjy/BZgOfYyHUwxIRBt7mCVAyNG646Lg0nhJbDiT8TZCbyqLRBmQRMMwkW5Iahys0SLRhZeEzt7uBJlJ4zorJXXZ01YabVnV5gqqrTVYlRZSvYhEdxGSwpnwOUhdiARK0ltUOFGuVQoMcn3SWKC0t2ep2hz9rJSuXAKiFpjTsSjKs4LOm04xnZLWUcDSWgfNTvNZGlvh5VWQVdm3lAlMmn5zsfa58U3de9TzUtGiZHv1ovFPTFp5M3iOe1f0ULU3WOwRF/9dgq6y99cQCk13jnqxhHa5grDfxyEF2fN91DZT1DYSFDGBm41hlzqwq5egO6uIsxbirIlkso9kuocoCRGyKpbPd6eNgl2HPyvAY8uJJNr5+vJ9SMpqLB1FXcPBgy/x+MuPMOqfKQFYItO8EbqOdLGyd44frKCazQJMl0hDpjM5VFEF4HSgcZCVssSdD7hyAr2c9+qkpnTmZvz/2D9LzCwTcMKZ52FLpX1FkedGlZhpBiv5AXHxCyIfWJ4KVvtaEb64LB52KxbcMh9wvCDZlcdhKd2Qhjh4JIVscfCrI+NNcR4hZprOSxBOYvjDEN6QLreCDI/ETcoEMnVM4hNt5XSQh6f8DLqGFDKKCRemFS1Hl8QhheN5wCQEUYYq6cd9Gx/OTBryqhBXScKHfs5fkU06Xxv/P4URUIZA5QoUI6HGxCAFX1KyNOiuBpNDLZe8cMCiM2uWCNZM0p5MxhDBK2gZ/h4QdzLRyExQVNtlpAVVdj4LIsHgcdMQDmJJBnAQykUhnV9+6YYnmqugEjdEOglSmintmRKR+NqVT74gIjxdIZJizTEaiwO7IWiKRQ8Bi8HZ50MnPdFv6iFKd4nBNAfxjk6au7MVJolvApF+/ELJoKuQoLXiorXsCBqbD3bPDwWHR1QyU6h0taiOVPKOqc3RbMDfhQYDdn8odxZdc3JDj9VAj+YD4brnlgUZXRPXWzFF8K8WdVRdHWuXgM1rQG3JgCWIuAy//nEfv/7ngSD43ArTnmTvs7uqgGgcYD6eCXaP6XBi4nhh856RsCfFSFBdsVBdNVGsczBNdz+HUwm8IQ+Mqq/TrqZw6ymKdaBS53BKYWAohvbOA1l0mpsyUKBDRyV3FXueqDNeM9zc8/vIQSIHtBkyL4VmW9CLnDSyj85Hqs8kXSMZ9RxLVKpbaK2X4FZMDM4D9M9n8M8i+Kd8r4ECL07efHJ3I99nbjQ59GBqSxLp6jwp7yu/z+zgFUy68PPVZsguFWHL91gNpXhQ83263dW9Ry6D/Gau6PJKyDeJjjfYW6mGgomRYVagRUAdOuVazbE8REjqvE4iJjOIhOR9gv3feU+wnO0Uq5/3A6uawqopp64IMRS3+Z4ZOoIgkge63LdkKMHbnXIHlRwl3Frs2CtaksznIYoJdquigWh2JsfY/6ceUrw22GdHYYGo7TniWSTGAx7YFh3kgv6xmfa1lTnEYFe7cggzMciBCb+3Yl3l4r0mv99ww8iH1sZmDZubNZSWy3CWy5jFIc7PzwXVN+2l8PrKlJN6Ca5eruLll5u4dbuGZgtotoH3fnGO937RRbVVxEtvLksHy52Pz3HwcISvvbqEr72yjOP5FPfHA1z0AoSHMdKzGJeawE4jwxu3L+Mbr91AZ72NtGzhLAzwd7/6En/3qy9gJTasxMLKUgVrGzVUKiYe73bxZK+L6XmMSTfGW69u4s//6CVcv9ZEf+Lh6HyMv/v7ffy3v9/H97+/hv/0n65ibaOApwe7OD07wkbZwEbFhF0vwqiXcNRP8clXHj7/ysf9OzPcvxti63oJW9fLwCyDd87Ufgw9NqAnJr7z3R185/d3BFN5OjjGk4MLfPaFh0ePZ9jZKGNnvYSXrxfx6k0eJDLsHvp4+HSKn/x0iH/52Qivvl7F7/1+G8srJoKQuNoQD574ePDYx3dfbeK7rzakA9tPDfT8FI/2+ni418e3vt7Et7/RFBT/09Mx9s88HJ3O0B3MBdnXaDqSbvn0N0xfRGiuAO3VArauWti6YmE0jHF+MhcsLokMTP9fHFroHtri2pzNPKxfdnDl5QqWNm2cUQA+nmA6JqYTaC8Z2L5mYn2HAoOqgXj0uY5Hn2s4eeLjbHeCVl3H977fxtvfrGEQTND3Jzg9jnBySNxsETdeaaPZKeLRkyEePx4pJHyUCJacqedmtYhL60XsrBcxvRjJAoNBkS3Jxda2jWLbwGd3x/js3hhP92bYO6QAWkC9Q+StjbjgIdE8EULcsi0pqdGQAib7EIlT5QCQ5ghinRPBznIA8s53G3j3u00xZs39DMeHEzx9PMB5NxD3YpwRQ1+VVS8lqJfmcGSTxdoFHRcXU1nEK/GpSDcvh5gcwKmB6ESS/uwb4gGTvzOXSeFVDqXKECOGQw5qZI6k7nNBEGPmJ/B9YkwVrYMmJdrXKMxwMR00nRKXkcB2FGKehh0udQgmpSkSIZl7JYrIYtSTAaFy/RJdxf0M6QAUGButCurNsqRH+D7O+f95SpjkHoH/WJn98fWSDJeIrWKvjqqKIdKfwWxea4kgLJn8DSakD9B5X5FVlR5aavrEToVISJ3In7/s76VQZFiZpM45sA7GGoKxrkyE0RzeMEb/PMGwRxoF0dKqM4amLV0S0CRL8D3S5X1ipzKHVXapIFhwYq+rTQqFTMTT3KOrPuiRqgWxLF4fRD8lyFhrENiIPWJdS2htVlHtsJPdkGHvRXcoazKdSE3BPJpJD6LOwbggQbmZVM8+fh6GOEc1aEyehboMft0ScTlENlHUDxGx6zDN5LBea9TkMzg/7YuQX6sUUatweB/KMt3cRFZWeziapM6OUpwdJ0gCA2ZGU6QpNJlSVcfKKrC6Bhw+nOHhpzRHqmoODkacShFOtSQCsFGey73M5SAy1cHLzOMSEZ5CRwHlIrHTJtauuVi77mL/UVeWN8iQ+hZipraTSMx6VlWDWdVh1lKYde71iBIzUWDKbmojnfJ7w4HbXPYIfB2aRSf9CN50DJ+I8lEs5kObyOLUwGxiymrRANqpS5p+HIwxn4fQ2Z1aIHkjkjVPNHHL6lYFxUoDTqkOrxdhesF8xQVC/RxWKUCtya9ihsPP1Vq+VcDKLabTdRR5+OdwiFUtcq3FIngEYYaxx7Qm09I2oomB6VmA6Wkg+3e7ZsNuaILAtusZbBRhF1w5X+lFdXjjlpWf87A/wmAwQqnEnltN8JQUXpjYYL3IqM8Dk+rYk56+QiYEjM5qG/V2DcPpBMMJxaiZGC3Zxxz2LEQDU5KurCQpNlJZFEMHrK1hfz33BmmK+SAT8xMNAe3VOiqtIqx6QdIqjaaJRsuCy3tYwYaj23ApAGsFHJ8e4uTkUDq4Z/z+2jZKNRdO1cZgMEZ/OJYO4MmI94QMvkdccAGlti30DYq/BWcmruUSMa1zDeFZivAsIaVcFhPAJDE4LlHMKjXaPaXow0EnjbdE62ko1zK4rBI4nOPsYA67yGcX7wW6nG2iREcwJmbNhMN7epniLgcUaj9qO4kknXkvd4l+nyUYcx+fxqjUKMbwOaqjd8BBSBOW1pHaI8Hh6uzP1eX8xs+u5FqY+x56xydI4glufr2Jm19rYhz3MIp7QnyJPA2hVxBRejLikImLXfXApEs0YgHtjQKaK6rbnPtFGmH5XpCu0DtP0e9mcE0brmULyn88CmEXgaUtE61VC5W6WieHAU6OAowHsRAxWPfEVCjNt9zHUZykaClneT6LCnNBNmoGRQV2I8coV+dCTwqIwR+xR82SfdJ0MMe4F6Cz4uL1d1awvFXEw/uneHj/DOMhzQZ83rlwqxU4ZRNOZQ67SmIC08YzSaKahRrS0MG4l8m9ydBoXLNRbRRRa5cRJQGGwy4GowsRuQq6g7UNHZvbGhoNJucnSKMZDh4YsmYz9vBayHjPpdeZBmBJvpFMxMHoXFKbTM1RdCQZQCu4iOamEFkEM0nseCVDqQYUq4l0ks+TMQzThWlSLIYYMvj9NTRXfg9Wv0Qzjp1Mwf7x4T6joBIS864MtgqBx+d+TMVAobcpeM6ZXC3CdCoyQOPZgs+Um2/MZMVJgOmUSVoN3aMyeqdFTIcGpkNlTOXi8CwmXpjGbov3KqbB56i2KQaobuk4MhD5DuI5kecAKxNrtbL0AvuBh/tPHmDvaFeqQzrLNK9yb0GDKju1Sfti/RZxkUyxcr/A3lyKL3JQQzCtIJhWcfNaAzeuNuR+z3okGha6ZyF656HQDAaDiXQTMo3FIbXCSxu5uVulKtSwnc9OUkUKCAIOn0NceinCpZux7Gd8z8R4YOD8SMP5MclS3BdxBsO9DmcJTC2z65mqDs+kIuuoB7PKueZG5Txdm/cDK2FygQt8Lgbmkuiz16cE3zz1wvqrnIAm1XayB8jFCdk3edKhSlPc2toKlpdbsJ0Ujp2gdzHF2clY9k/s+2bFEvcb3Neofju+dhkxSnpMho9yEM9nJ2pqm1PIfjttuxhqvvjv6vf41389T9Lmw9N8uvk8DfxvJYDzd+YFHVfNEp7/jGd/xr/1w3NB9996XfzzRIjJu4v/V2y1+v3yYEeegJZZA2upcuGr3krRWk7FwMy0P89H7H0nUU0ZQp4LwIpW81wAVj9XpbzVXwrjLbhLwTsrMzv385xj0OT5YlfoIgFFggg/O4WVZToyQUKXG9OjNDMytU5KjkZ8LqkyvhiQWHNWqTmoNZhgtHFweI7Dw3PEnMOCCc+cQlBQlXjSXUoBMSegWZYpc4VwFiCc+QIMlFed4zUzzhO4Fw05h5jKatQNrK67KJVZbeJhFk4xmU0xDiZYvVLF9q0mijUNYTTGPJwinrhIJg4O7lEAZgK4gJtvVbF23cJ8Ppa/b6thySrx9fB7Cgt+4sJPHLAky2KYhTPbVMPxwRw/+dkQv/7NWAWWkGB9q46dqy0hsp0cj3DRm8o5lXMyUqZouuez5P5nMwzOY1x/ycT1Wybe/lYRb33bxZLrwvYcZEfA0c/OcPSzU/z3kwQ/Ok7QC1m9k6j9Hj9Tzs0ZVikb2HppGVdeXRMC3t2fHeHRB2dIdD4rI5ipAStRZKW5FiOWyi1FvpTKr0KCl15bxde+uYXXXllGbRaiHszxy18e4Je/OMQJ538FGzOR59m3O0e9Ygsifr1Zw0a7LuStBw/PsHs4RLnVRqXdhhf4GI1GlPHFYMUQitwnhGrpI0uJB82rFlItFzJlup/3f3LWyr2FgVrLQmvFwu1v6Hj5GwY030TcM7HWaOP2tVXcutRG4d5TFO49weefDPHrj6f46Az4OHXxJLVgxhEspguFFcr+Yw0zzZL6HYqAHMDlgbl89q/qJ0l9lMT+QsRc5H7zurVcx1HhLCYMU/W+igAsSczFvVZVbSuErLo3siuX91AlNjEtzBmDI+ZlZY5+jnVe0AUc25QwTbVKk2wJlUpR1bCF4fOO+Yz1NTVZnC1y9jkl9aXfx2g8wng8wWgyxvrmBtY3N5/3/9LcEEfSu/vg4WNZ25e28fLLL6FRo1E8xmzq4/6DR7j/4CE2Ntdx4+Y1NFuNnDQgdzSFI16gquUxo/43JVoqcpdQJHPYrcxVGU5iz2+jgUazKQashQlF7m25qC4kgcVnIOZqS8Q/O0lgp+r8Hkchdp88wZ3PvhAB2DMN+JYpNZ6NZh1rW6vYurKNeqOCLAyRseIqMWCkBp48eIJ7d+6CsbXG+hrKnRYef34Xjz6/C7NVQ2V7BY21ZSwtd9Co1mBwj8Vz0vEphkenODjr4cl5Hx4ybN26gs1bV+AdnMDbP0FoZIjqtnQP/86Nl/Hm9jVJAPuzQARgks1k9Mr6Ta2A0PPFrCmSDSlHRHU7rlw3rGrhDCSYMXUaCAGOvcU0ZlXqNUFlkzJDLY3z1gJn3qSV5HpERgcaZxdhiCmpLtS7iDrnyS4XClklQUNgxvvudIpRf4S7u13cfXqOAovDDXae17Cy0UatTrOiqsRKZhHi2RyTkS/m7PEkkPqegM+5JBNSXGlpBdXVTVQbSyg7VThGEUe7uzja20MUjeX+wP1ds9WEY7uYXEww7k7yqKEKIeo2ScAFlExTVsK9acGEVW7CrS+jyFVbhl1pI0x0hAxq8d6Tn1nUnHsxw19cp+o5KuYoMcqo8/Cz2g0lxT7bn/H/EQw3n6n8/eisL/AMY0nAkLN4BiMVGUUJv+q6prCr9kzP9z4LO85CZM6HNOpFPvtLbf9y88lCKM73c7J/f7GOYlG3QQWF8w0GGc1E5gRa6EMLPMxGQwwvLjAPx+gsF9BeYUC0izDowq2uorp8G05lHSlpSEkR06P78I7ugyyIyLWRlmowy+vQi8tS6ReFNCMkKBi8nhUBlK+3whCEYeLw7od48ukvMLo4UvoCb5YlJkWqLqZeAM8PBIVHd7hd1FCs6SjVdOkeI7uamClev9zBMWlG97FRCWWxC2g+BaJJAclUQzzWEE1TRNy8qmqg57SUxVv6zFWomqHZpyf6B10pdPRJ3VABOED/AQAAIABJREFUWpEJOnU4dcqAwyGWsP0djIZz9LrssGXMIv8Z7FVwgDLdPcQXFGxokSkIu8HZBMPzSd7zm78QXmzEF5ZNGGVhUElvLy9yioxEfTFVSCe+waEETAxOfFwcTDCb0H1P1Ta/UuQCyct9RLVUCRd15RZgmXQYsbcukS8s/50bMAqli80whVq1MtEK+d4wzeBWi6h1NNSW+DnMRYQbnM6QsM9utuhyiCUlWuzoqC3bWN1uY22bHP4znByfY3QWwu/yc8rPPilQXjVQXmOcXBfRnykf7yKCfxEjGhuYj4m4UsMp9buwoy+WvibpbCrqKJR4gVM6ZUkCkQl0bMewKERyMZXNAopMw2RCNLefD0QVOkEG0aK3JeIyofGGf3uBp/WC6qPgl5wJ5csvNXDppkK+EqXR73kyXODGz9CJoLbUZpvOHg5vFw4xXoMxKzdsWUS0yAY3iQU9QeSy6mTKQ7/s7as7aG2UsbRdwWrTxkqT2NgQVjWAVQHssiUC8C/+to9f/rcBVq8aWL1mynCp39MwJWp0ECIaUEVXjgay93X2G8m2KERmRehcddG54iLSQgRxIGk1rwfMBky3O9L7Uu4kKHdiWEViPPl7AbMpEaQGJqNIEhwG06o0CvBhlruNiRTmZUgxZ0zMJPubLXZFaMj42Y4pLhfhNksoFNnLMUSsjaEL/5+JCCaX2PPnYvVSDeW6jZODIU4PRwj7wLyvbs3sM6Fp4dm9WpDZFJppAskRR/k5266asCtEz6teFUlwsx8rBaqdpix2j7DzKsmIQyTClCIEO7dUby8TZNK5RodRymuM3YNMVpmyYjOBX5gj4ocurnH+jEi6wniQ4D/DfjUiJNkjrHj26sEk6GSKxDxAMWlUiaBVieii053IRdXDyc1ivz/DYMBy7Pz+k98/nJKBVruERtOVLiwe0M6eTHB4dyR41/Iyv6c0TqTQpLghj3yxAy0tIo1Nea1xyN5o9bopePM6oshUXyujvl5R30ewY8zHaDiVZBx/L65sbiKdm8j43rLjIqPYz6oGDRtbLWxsNeG0LBh1U9xJpCaMB1OMuzHG3QQJ08JBgutXanjllTZuvVRDqRyiVAnx4W/6+PADJi5LuP7qshAIvvq4i8OHY7z7xhLefaODg3mIr0ZTnHY9eI89zA99bFcK2CoD33rndXz3O2+jvVnGVOvh6fAE//9PH8m6vFLDldW6iBzEiDOt88WXXVm8RVds4Ntf38Gf/+AVrK9W8dWDE3x+/wTv/7qH9359gX/3h0v4j//npjxYv3pwjL39c9xe13FrXUOlVYfdauLOkzn+5u/P8MtfDzHxAN6S2CO0tlWB152j+8hHcD7H9noFOxtVvPLmCl59cwVRwcdJ7wx7x0M8eBjh5DTFu+/U8M47VXRKQNVQ2LZPv5zg0y+m+PTLEJ98McM3v93GH/9wDc2WgZMTDydnPs76c5wPIry1WcVbWzXUmzVQFRtEwHsfPcD7Hz3Af/jhy/gPP3wFR6c9/MNPvsD9vXO4NQdW2cbMp0AYYe9hAY/vEuUJdNaB5S3g6i0TV27x3pCiexJjzBR9EGHcz7B/p4T9O2UY7hSm60n37fbNEtrrFk6PJzg7mTzD8F++6uLNt8u4cr0oCSpe8//w//n4h//Xhz/gg3+Gy1sO/uzPVvG732nhdNiVdd4N0e0yJWNjeaMGw7Fw594Id+6PsXnZwtZlC+Mz4PBBimxaxJ/9uxv4sz+8id07u9i7s4fh8RBe1xdx940/uISNV5bxl3/1BH/5V4/hJ7F0QZI6wUEnhc/OWoz2Kh3OnPDa6J9neHo/xLAXY33bxMaO2qhmmolej2Ia6RcF/PFfrOCP//cVPLkzkXW0R/F6il4vxDgA/Dl7MjmwdtBwYzSdEDY33DE3XRoOjyIcHrEHXRccKsVPpx7DKJKrIo8cwDMBimHcmOkRaAetEtlaNlEsE0Nlw3TYAcw6A4UR5GZVdYcDo0GAYT/AdBQi6IeYTxLUOnVU2zX4Uw+j/hBJMlcdTzTMLRD7JtFVRISyx5x0Au5jeO+i45cpG1dMIzzMsOOc1xLNI8sbDSyv12EY3EwRb5lI+nQymUo60rAzVKsVQUkxmUq863g8BqTPkHj5kiQv+VzqnnJIPVvMWrG+1cHGdgfLqy46yzTrMKU8xTzyMOqlGF5QzJiJwYgEktZGitpShnBqIpzknTUFJvdSnOwl6J8pbJkMdAW5kMAqco9KsYcDaZUMiohw04hR1bC6YaDRVkI5h2BxWJL01Lg/xaA/EuQTra8Ue4I8kVctN9GqLaHOdOoSK0AMSSEyXXR82MfxUR99HrxIkgjmINVLTIO5u5pdrYKipAjgkxQCRPws+yEaLQfttaLgeP00QJBQBM4QzDM0Wk0sLS2JmH64dy5pKYp4pSpQqRqo1jjs5yCPmxei4WaSJuueUBgrIBzS5MWeJw6uHJTqDq7dKOLa9SJ2vxrji1/10T8L1fnL0NBo1VFv1WGJuXMO28rgcGgCAzOSVGIDc6n4UF1X3CfQcLV928XOyy7uf36KB1+cYtyLkAQ0PNJEmUGzMugUqEsFaJVMUrAWhVHThWOUYCU1WHENntfHeHqKiAkYx5FeqDRm7QMTqhHmXgyNWHYapRJ2XhaRRCVcvrGBKzc3MfFH2Nt/itOjM0zOPYSjABvbfN5psEp1aHYTZX6OrQ5K1Qb27nWxe6+LYXCKSXwCp+ZjZQMoWhoOPzNw+LmJ4nqE0kYkCbjtjRKqZeJFmUhJJFXnllP48wSDcYzJWEM4dhGObcRjkl886W2PYMOs6Ci2Cyi2MszZCTplBYoyUBJR1qg3YJsOLrp9XHQHKileM2TIW60qJPPB7hgHe2OhELg059JAoqVitFleX0Oj3URvfI7e+ExqLbh/mI9NzIcu4glNG0C1xv0acUU896XonWmSnC3aGUpOhqCXSO/z8mobV29todx0sHe6j73TA6xv1LCxWUer3kS9xM76ClxbGVoGw2P0h+zzIqpxLF3RGzsdrG02pRes12eXpY+L80BwrRxUM17jNExZsGeAMxODTUkzYNHg2C8gGxSkh88jGamYoVSmAJyCfbW03RzvA0d7gKXbKLkuymUNxUoqYsrZXoizXWWSIMGJRtqCYQqGOPQqmPsVGPYEpj2VIaGkX5DCZBexPUO57Ej9Bgk0gx5NR5EIwEwW9g5N9A4NGIU2bHMZuhjyIumRJi6Nq1ouolYtYh5M0T05RBQNce2VKq69WsMo6mEc9cXkE08NhNMCRv1IEn88bzo2EI4gXdo8Wy3tGGhvqsGlQgfSZMJrLsH5SYqLM35+Nkq2DX+qBOBiVcPGlSI6G0QPFmA6BZyfhuiezTHuR/AGHKKkcKtAsfZ8+84zipURE1hAmMxkf8iEQsGwUGvFaHTmkvqOPQvR1EY2c5EFDgbHPvoHY7SWbLz2rQ6Wdxw8uH+Gh/fP4U91WaZTRKlehVu1UWklsoJwLHgzveDA1utIAhu901iw+7VqC7VKU85jxbqNqTfC8eExTo9PUG2WZV2/VcLtV9llS3PqCc4PiRwtYferMtyyi2LFhW46gtxXeMwQBYRSFUUhlfMmRaagUZnDBwthwK5cDU5RGYUURrmAUj2Ve9RocgqDaVWnJmIlKUs0pDLzwQw7u4H5/ODcgFQLCj4RMc/xFJmIPqqOiahfIQ1VmUoq4OL4FN0j/m4ttNfWUSzxz+ezSsPOrTF2XiI2nNSJCSYDE5N+C+OLCi5OE1ycpbInImJaiVAKFSq1MEhR64Sod0LoJrHWTIYxXecKCtz3u/C8Ll577SbeffdNOQv/6qMP8cWdO6g3HNTqNoolZTLj84I1Quwb9nxf5keu3YDrNGUQlYDD5RDDPk0rOl651ZFl6SXMprak1Y8Ppjg98jAe+xiPfBF/m82GzEgWHa0qraqMbNyvMR1GPDSf+UTfcm+0dT3A9o0AjsuUSQkz38XxbgHHe+z7DmFYNCsxbV2SvSH3bcrowd1Z9EIq9dmo5tngT+F8nwvEz8dXLwqffH1EXebGdqZxchS0SGq5CEnhgXM3JidpeGP61/PHqDeqeOONV3H9+lWcnRzh9OQQZycjnJ6M5XzLagbXKT47XJNSwOQ1/2wO5yWAyv3Ks9Qo72+8i6nhpqRrXkAgL0TQ5+mX54POf53kVQhorn+Vzn0m7v7bIvCLCWD1On47vbt4LS+KvL+Nn34+G3tRMF6kehe40sXv+OI/KwEPuXbU77/43fjnUPgQ8WMpQ2eVzxMN8dxQlSJ9XrdEypdhmzxjM2Gt9m58/bwOnwvPSgAWocmQDVEuuvNzzukvnC/RuBhzRqMIg5y/SE8vN1F5Ekb6OjUNbCEgiGIRjmFYxdJJFWBHuepsZHKWJhS3nGF9p4XWcgUnZ10cn3URBBrCOU0OJiyaZwqkFZIGMIdFPG5RiRacYfA9GQ9HQrGhqMOdnqXRMGjDpEmewZaEpMYLJPMeyqUIrSbPGTSeDjDxBhh6Y1lbN1u4/sYqKk0dQTjEbDZBOnWRTF0c3p/gqQjAGm6+VcfqVRvebAg/HGKjYWCjaaJqm7LX1DUbs6SEWVqClqMsi5aJqlvC6XGCf/iHLn76cyJ/lAC8ud3EzvWOGPKPj0hRmaKzasuiUcyyUgzOUzz5MoE/0vDGWyW8+VYZL71GETZFyyyiGFQR7Rfw5d8+xZd/u4tfByZ+HVgYscSS92omWQ0dqdAa1Mzq+tvreOX3d6ClGu788xEevXcm4m/MbmM4cLOiiJR+wcdcm8t7y8+CPcAMf3zvB7fxF//H1/HuG+u4+zc/w92/+Tk+OQQ+OQKG/I7rOlslZI9DPHxnqSIJ7Dcvr+HtqxuYexH+8Rf38KtP97F66QpWd67g7OwUu7tPMIt9FBs23IojpibTdBGGQ1kkwDEYQBONjHR5nfJZQKJCTlhwSxZWtypY2y5i4/oUG9emuLa+hOsrG1h263BTC8WgAPOLpzA/f4pf3JvhH+/F+Hhk4HHBwSlnZ/MIxpxnwlieCWFBg8fzJPuykwgGBWClU8i1zhmz0mkp6P42sl3QqjkkbyEA855B4cxgNQq/V7y/Mv3MJBxTE4uaBwmuqZ5alf9T30v+TCJ0CbRgIlHJTLmQLN273A+SDmCjXq+g3apjfX0Fa+vLgu8PPM6yxxiz2wIZrl27KmvxPeKZeupN0RsMcP/BA9x/+ABXr1/D1evX0VlaQq3RkLnZZDpFfzjAJ5/dwSef3sGt29fx7rtfR7vZwNybwRtPcXh0iMPDQzTbLaxvrKFaq4qRWyGr8/tqblISgV/dWCWlLNQJneY2W8754+lETAKDwQC+72NjcxMbGxuCel6IvQtCBO9TfG+eCcM0eUnNJZP5BZQlcaxqGR8/eIBPPvgQRycnMNp1GO2GzAi4WssttFfbMguNfR+xHyAhNTUEjnYPsP94F8RNtS9tora6jHuffIl7H3+J4koLrWtb6GyuYWVlCfVKFenERzoN0H28i+7jPRz2BtibTBHaFq6/cVvWyWd3cfrZXcwZottqYX1nA9+6cgtvbF4WJPcsnCGJ5nKuJNJYL3Fww/38sSyaXmgEL5fLWFlZkb0JK0Wn0ynOuuc463YlaV+qllGuVtFe6qC9vCRGf8OyYMwSGOMQiT/DNJ3BIx5Wko4JJrMZxkGAgm6i5FZQcsowwgx6mMILPEz8qRieg+EQ/T5R8GPcPR3DcXQhVXTaNayuNmU+SoS/liXwJ4HQ0TiDOO+OMfFDZAbDaAWpT+WcfenqTazdeg2r65eFIla1yvjso4/w6YcfIvB6SCPuRdjtvYNqtYajJ0c4fnIsFUf87tCQT33QJVW2bKNddtAbe+iPfWRmCWa5g0prHZ2NK2gubyNMTYSJiTDKEEq9q6pEEaprbnwUSmxuL8iVsuff33zbJdS2nMCyMAKKbpangXlt0uSgup1ncg9RnjAl9spejKlm/uxcBH62B8opMEqiU9d5rr7Jq3px3/BbeyN50Yqi8qIJbfHnyPdIzIY8S9gol3nGB6anuxjuP0LgjRETp27rWG0aWGsZOO8f4HxwCLe5iaWdb6DS2JIAo5Zo6N75FBd3P4VfiBA1ysjqHVj1y7AqmyhENhBZUofCupdYS8DtLY3OrE9omDaOv/wlnnz0jxif7+cJYB6yazaKNVvSX1xM5RXZPVZSi31ARJ5K55d0CqkehEXSosANj5FIko7IUy5J/zLpSLQudS8KcDnzXN70HLVMK90CSyLoWY1JXOKnFTM7o0GTPcK8OXOZquuVyCRBFphMF9AxnwrWNPSJwuBmXin9FMFswWXQMcpNskKdFAosOWcqUaX1Fi49MIXDfqjcrUB3tVPi0E7dTGUsEGpI5xr8/hzTXohkRv+GchXwD1v0eAjug86DZ6RhFWRn1ylFZRGjInYPp9wv5g4mdajnpj0i6rXA96MgrhTbIhbJhlPPBJ9HwYjmEuJ8/WECfxhL2pP4Pwq5VrMAs8pEJAVRE2NxckwF78ZOJDqBtKImy6kwacGHZi6SMdU8jDEfEs2tIZnx/VNfHrob6RQjEkvx0jPoRSL3TElN84YpPbPse2XaVnkfBONJrBM/fPYETSfBs0SMKX1tdG4Qk61w0vwpXLz4C3MN7UoZW8t1bK83UV22UVuxcTH1cTwY4+hkhMP9obg26bLmz2LSmYsP8AXiSRDO4rRRXHuK9rw2RVyWfi+iujNZdQq/LReVOtHUfH0GdD4o4hjtNQ1L23xgAF6SoDuMcPdDD3c/8gSH2F4yMfcKGJyl8IcpUnbUBhQhVfJXOkG4YRHTQQaLvYfrDmrrDvxwLs4dJrRj9hLPmTSm6K/DqKbQyhwUQJJDWag6jwMveyb42YaBssMeRmKIueFnpyNUZy9TVSGvb/U9okjAnsR0zkQMk1KmdIcWrEgSOFJyL1hKheOuNhxsXqmhWrdxtDfC0e5IsNbziXquiWsnF9C5IVkkWuXAJK7THH3EQ7ykvdlVq7pxBGMu/ZKQxAgXrzPBHRNd7bOvMpXvKxMjFvsVmFiXQ53a/BGFLQdsJqCMTEQLouj4XX9WipG7pFXYXnVTM/1AgwqFeS4OttnRxWuVKWr2yvCzNop5Mm+xQc0xEkwnU1hb3CQo6FRrRelilE5O05B7E1PGxHoNBzNJ+rHDmR2lwSyULi/lE+FDjd+Vorh3mbLiQ13dSHI8iUUHPnu02UHOFLLqgKDrjC5Cphn4fjItzVRj6LO/k6xr1Y3nsuOtbKPZoDhdhl03YNZ1hClR9lOMhj6m/QRT9slNYmSTCDeu1fHamx3cuF0HLDoI5vjy/R6+fK+PS+tt/N63r8pr+u8/f4yPvjjCN7+xhN/5RgensznuDzycnvm4eOzBO/TxclPDyw0db737Nt75zu+hvGrhPH6Ih93H+NEvjvGjn5/gynoTV9aayIinDGcYTAJ09yOc78+xUk1lvfvWVXz/D99EsVTEP/74S/zy/YcQBDx0vP61Kt79dg2mmeDzj0/x9NEFXn6lgJdfpihTRpLVpEPop7+4wCdfTKQ/wZsZ6rvW0eERV/t4jnRQwCu3VvDqSyvPjCezZIyT7gkGowlCX0fE+6PBREWE5ZaJtSUL81mGr+75uHOfPboBHt6b4d3vLuEHf7GBUh14tHuBw+MhfOISZwm+sdzBWytLIr7o1RJGSYqf/eYefvqb+/j3P3wJ//6Ht7C3P8Df/egeHuyeo9LRpYO+ajVQs+v4/GMPv/rFEH4wx6UbmqwrN1xcueli4iXo9iKcHs9wtO/hZC9Cd8/Fxb4LtzFDsRmgvW2is8WhrIHuYw/dJx5qdRf1uouday5uvuKg2tBw0Q1xchzis9/MZdXKOlaXDayuGrh8ycHaqoGDwzEODifw57GYauyajtaGi2LNEuz0dKTBYB9RPEfRZP9mC0WrJiIGjS3pdCqrVs6w3DFgl3SMMx3doIAPPhjgN7/pE8gI3eEwH7A5uK4Dq+s6VtfpaLYQziwMRwnOux6mkxA110KtyI44pnQgomutqQYEmzsGNi4ZePBZgPufEsMaYMy+YNI7SCewlBnOrWmw4hTGjDE97jtMSY4OJ3NZfBoKLcApCOaM+CwmlKOEWWEDJgxBHZNakmQJykWgUiygSFGu5Ai6JS+dyHMoPIiaMvD0g0hSlxRoeR8hetMuOrCLtmCiJ8NANsDE81NElt4dSSeSykHkaSb7NwqhHAwTSyrElCJdOxySUfiNEPvquc2BN5PUpsmUK3vkiRklhjIXmR1WMeiSFqMgQmF46jFNTnR1JIm3ssvUFp93NLgRg6qSZXSY8s/nYYI4Mgq2SUojVoIJO2Yn7D+HYPQFX9qZoVyfI/KZorOEusJ7uyBkiR9lgk3IMaSXZFI7QkHUtBxJOgiWK55DL2YwShlqTV2QxSXuWYj5yQzMfBOBR8e2j+mYA3p20KtBAJNcuuYKjqtWqcqzM0w8MSZp+c/ziNeecuCdIJY0V24g5L6VB2hWShAdxt9znkpNxNxn7TB7kIjv1SUNRwoLTVS87/lEa81D1Ot1tDpteQafngww6E8ksc2BSKOlagUoDKjBJ9+DWNbZ0wynuymikQ5txtITDXqpAKeu4cZrFVx/vYrjpxM8+GyAi8MA82mGyCvArVAwqcAoxjDcEJadwqV4rfO9LCGKGFdVzyOdNRtahGIZ2LruYOs6u7+7eHjnAqOzGPNRQXo4pYeO+nwFKFQAp5PBXcok5atnJrTEAiauLPbGxUwqWDEKpQIp23L+YP2CnRKlxb4jFyW9AlsvwTCIpSV20Jbvdbc7wO7jY3RPBgjZ3zZP0NlI0FmnqMe/tw7TIiZV9UB2Dzx096cIszHmxgjldoi1HSZvgf27BRzc1eC0ErjtBMurFjY3eC2Ykl4lTt5yYkEiB7MUo1GKMcXKnolgwISy6jeKOXDmbNgtyP3KqXHwRBqNOvNwkcRUq9ZhmLaI/P3+GLZVkH7fkmsKwpvkovPjGc6P2OHMvlbVRUuTB5Oq9UpdqniGQR9Dv58LDwaCoYbJqY7gQsPyuiFLc+bIDA5xE0nQ0hikkUiUpCI4VCpV1GouGnVHhjt7+2fYOzjDtdtLuHZ7Wc4D3pT0J6DTNlCra5gFRJr6ODqeYH9/ImJhe7WJ5lIN40EgYs2oH2DYowDMjlkFWim2dFmaTYNaKh3A7AbTYw3pKEM6JvCUzbqZ4CXrTaa6afQrwbGL0vl5epBhMuaf68NwUvmel2oauscBusczMWO4Jd4fufm1kWaWJMdpLDFtdqHPkWqRkFSyApNSJEtFqFZcVCuOEHSYCiOJqNpikt7A4MzF8LwIA3XYOhGUBgo6h50RYCWAmUpHb7GoIww89E7PkSZTXH+1jhuv1jGajTAMR3JfjzxFoCCdgilgh+c900HoJZj0Z/J9a6yaqC9xwERccj4u4ZlqSBFfERFoAOX1wu/L1ItQrhvYuVrC0hoxoYrIdXqY4PQolv2hjGUMhcGmsEkKAherQwSHqBcQEV/GDso5e0t11OoZGp0MjsVzPgkzJpIZCTc2BmdMOo+loubld5ewtOXiyYMuHlMAnljwp6yRofDLdLiOUj1EqT6XhCbPmdxP0djqjyF7UHY7V0pV6TE3Sobcw3j+jOesnglQqaWS9m61TbTbxBnHOHrq4fQgxLBrYnhhwi2WUXTL8jyVVKTUSjGNRypSKIuHAZ6bFEKRyENSJRTda3OnhSs3lkENzpuNMfGGGI2HGI0GQisq1SowTEuSfkTxIqPZ2RHD1mQ0FzGlVipL0jPLiO5lP2aIiMkZEpI4H+H91OD9VN2zUlZTCUJaV/uVlosmz5drniym7yhc+xMTwbgFb1hB76yA/jkJHJo843mPM0w+v3UMxwMMRn3U2glqLWWy5nOJz03pGZ6yamIq66WXruL1116RgfCTg0PsH53An43gB2PUGrqI+9xXzMJUyEykXgTzQMQyLu4/aETimTqN68iiGjaWWthYbqLEfYFRwHQa4unjHg52hwhnBSEGlEs11GtNMfFxrsPn6WL4qAaATDnRvEwUpy6Y8+kkwtpOiNUdGlN5LzQl1XzwBDh8QqGK90gO8izpeaZwLJ+T1H5x5QmQPN2hEIDcQ+XKiERqlTy5wDwzbaYE0VyTzUkrMh9h4irjHEs5gYVkxpyPxnkM8dC6wvf7vhhZag1SFYoiLFD83n16IWsyDuGTFsV2e4eVGOYzJCkxrYIW578E4UuKCxN8nG/x+s5nUovRao7zVL/KIlmTE0ly5ZUIUg79+XspsVgJIioexWtaGWP4Oy7q0tShN8cLE3mZ//yFgVGJpsrqTmS5II1znq7UYOWBCZmfZTz/sytUJdmExJZayNgznb8WkgjSAp8CEbTMgs5EtzC++Lsr1KPMAwSRq4bCKqXL/RHnV4vOvgwzYo5DH521BKtbNH+YCKaufJ9Gw1Bq3SzTlcV7xkKoUglgNdfkdaTS+zlaTCJ4ykLOz0DRFPk/ccZBnD5r8HTpHOdcjukyuf4yurX53bdkT8IgBKvXRJQTTGsqxgmLe3HudWXATRNBKAbE5bUyGh0XE3+IqT/EcMBKAGUSKPI5YhiSTOMiUalaZYKX90X+MhnOTwOcn/lSjWWRakPyHjdsi05pzmLmPtK5jzIpSM0Mtk0RZYIgnGAcjIS6snbJwc5LZRSrnL+w7sFH5tvIfAf7d6d48vlIKgtuMQF81cI0GGPqj7HU0LBU11FxNDimqupCoSobxrmfSJiEz7RGncaRCD/9cRe/fr+vKtf8AjYv1XHlpbZQG3d3+4KB3rxcxtblihgzaCDsnUTYu8+qvgL+4I+a+N4PWugsz9FeClGDjVJYRHgAvPe3B/jl3x7ifqTLmsjnrK6vRacz09QUVa6/vYZXv7Mt98KH7x/j6Sdnck7i7JEGRQrovI7Z7pUSxczPtJCgsWrJevutHXzrm1dxaaV08/mNAAAgAElEQVSO9//6I7z31x/jeAycjACf6VxW9UjhNO8DKSo1G+WqjT/42iX8ybvX4aTA+z9/iI8+OkBQKsvqDca46Pak7oAhC9JnaB6SLunIRxarsyL/XLmmGV6SUR9/p1jEbO7JazUL29cdbN+wsHVjhs0bAXYay9ipbqCllWDPAXMSwfv4AN4nB/jJowg/eprhjl/AhWtgQvNxlMDinFvSf5rQtOZ8P9jrTTH2mQCs7scvCsBqGqYUoN8yquSkTJW859GiAF1Sw6pzm3NohXBWLAf5l1CuXkz6qXSgEiN4v1HhHxE7KRznt3URgNNMhFb22bNWqdVsSPqW38s5O39nNE8HYHJze3sLO9tbSujPSJWi2DrFYDjE0/097O7v4/bLt/Dy7dtYpphZq8lr5V6i1+/hwaMnePjwCa7dvIo3v/Y6SsUixr0BBt0eesMBesO+0KCWljooV0rPeol5ziaVKP9AlYCeo/6F2krDPEklVhFn5z083d0TMbNaYddwCZ1WS5Zgf+Xm8jxvyXspk6683nlGJ1GS9Z00FJOGVNJJeaTxLcLe7lPc+fIrea3NjTU0N9cQRhHC+RyVegWdlQ5q1bJUbxHC4vc8+L0pDo6PsXt0iFTX0Fxqo1JvYP/xUxGFq6sddK5sobHMf7aCsluEy3kCdJw/2sPZ413sn13gyWCIuWXhjXfexOvvfA2PP/4cjz/6HIWiieqlVWzubOKNnWu4ubqBYb+P4aCPkKYYfk9c3hNZk1RE9/RclueTbhCIWb7RqMv5imZ7Iofld2JyWIKLrBOyhJbEtQi96UTHTzirCTGhAEy8vsnwDk1G3HPOYOgGSqTL2UWcn/G+1ZN5M2lP6XwmeOt+b4gnF1M86U3FMEm9brlTx+ZKG3WK1n6ALJih25ugSwP7ZIYRZ9Kc+fIBxHlxswarWUdt6QoaK9fRqCyhZrooFiwcHR3g8OhAqkeSbCb1YSvLSygaJk6+uo/jLx8gSCYIEmX+JwHUdQyULQdldrNPphhNJ5IE1uwSivWOEoBXtpGZVcCsYhZrmFELFAGYMy3SNnL08zMw8/O8r0oBL2ii+fc4d6rInkH2gfzOMzSsUsO8WZCywNka6bKsnpS9ImkC3A8tqKG54UT9M+q7/uzesPizpBZkUQubI9GfWUfUPUndm9QeRiXs1f6Ur00MKFIZqrqWaasqZBNo2QTjQRfD3pnsc2rVGsq2AcM7hT49w8hKMbRSOC1e7y+jXF6FGwHuPMPR409lRaQRdZZg1pdhlVdhFjvIksU+idjPEDErKYUwy7CUjbJt4fSr97D30f/ApHsgtWzZ/yTrvZ8ky+7rzvP8e+ld+TbVrrp7erwBMBg4im4pgUarECWSkqjQ/leK3VDoh93Yn8QlsQQWEEESGMHODMb0zPS0qa6qLpuV3j1vNs73ZjXAUIA3GsRMd3VlZd537/ec8znEr3pNE17TQiqupRSlqoFGi8MxG67D5SCYJXI5YFcTh1BMYzHBJv1Agh9WEWv1AivKtlyhRJhZRq2XSrnacy82ajrkZFSp8KVQBdSSLFXVKarUeOlukdi2PKxUQo+JByKbKAazA2E2XkjXL9O+Ot1vdGRq7C+iw16DXdHRWrfQWuNhSPXmEQlJbJHqwVYseMap6QR0PKBCVB3J1uwqDoiLzRFOc2TsxA1ywUhfFNYzOStJR+l3XcbOybCWVg11TDXcDKZHH64SveiuY/c2l/QGmISdZOK25q/LLLxgEujI1ssp9GoqQ3VuBE7ZwfjUl0RyrVZCq1NDqWlBb+TIzBSjboDxuY90kiGbZJJ8lI5jpo3WDJjrTDmyW0wXBG44i5DMEhm4ZHOF1qVLTFyDniMHLP6ssiJRGOcsg122JVnCiw6RGEwqMgUsRCuK25ly5rsUgKELrlIhK9UHqMR0Q6cMr25Cd9gJHMOPclmY5zBmGe5d2cC33trBt760g8TOkTgZPto9xM8f7OHJswH6vRCLSQqP/cuGhfmUF0MmeFRnLM0YTL1yCRI54dBYXa6JO2GXLIVrnqg0J8O1Ww3s3GuJ45kXdGK9+idTGWxcuVXG7VdrKErAs8ECRz0f3dMU3ZMUdcdGzXEQD3NMDhOEY4WtFqcI8d8S6VZXK6Ywq2sOqqsOXPbCth2MR0RihWJkMDW+93I0NjM0NlKkdoHApNHCgDa1kS+IH2YPVCzpHAsWPNuWDzudMQpzQTGvwHxIrDp/9qojVhk3CmQGXYZ86IsFUH4fUSgc7mcJhxPLzuAIgpq9frOGetPG4e4Mh0+nSPwCib9M+PPtSmQIk/MWMTfqCk0MjVt25FdJiXMYzs+2nDXUJUrc3kuEgqTtXU0QsSI6LDLEk1yZLSj6UmAhHtIj4nMppNu8UJnipiOmQy47gxT+GSkECu/BfmLBrhHvbrDPjEM+DgjYocChAjEfLmZ8gE7mSlDhIEWw76q3mkOKKGJ3OYdhiXSrXHRTSeLDYo8lu3XbkvqgMM4uwbODEboHY0EBZXYhfc8rqzx8uRiwb+h8vkwOMPXBXpKyDAsmowXGY18Ec9PV5fBfoWmn5MjrkYfF8u9mC1ZIMKdL80haZJjPQszmoRKAc54FLDTqFUGIqj5kS2E5G0x5JBgPF5iMQ4VCnebQRwn0cYzbd5p49a0V3HypKalqHwme/LiPx+/28aWbV/Dn335NROX/8r0P8be/fIivfXUFX3t7Bf0gwV4vwMmZj6MnC4yPfXx1zcTbayZee/ubeOWbfwB9BThY/AIPzj7Fj386xrs/neDGpQ5uXl7BMFhgd9DDcW8CfVyCPinh5kqGG6sp3vzybXz1d7+CsLDwX//rj/Hdv/0VvvylTXz5rU1sXrOwekXDYhbio3d72P18iJe+UeDlb+RIfQ/zXhl7TxJ8+MkYj5/6CBJHllELYdQiLM4yTPcK2HMX73zlBt758g2sXinJMHMRDXHaO0YaL7DRqsgD9oOPTvH+RyfY3Crh9u2moOgf74bY3Q1x+iSQ9ZXfWcfv/ekVGLUUn3xxiIOjc5haISLAm81LsjqdJuxWGdM8xQ9/9jl++PMH+N0/3MHv/tFtPN2d4Dv/zy4e7/bQ3MrR3jSws34Lt9Zu4n/84zm+8zd7ctl46XUDL75m4fqtKq7frGIWZ+jPEuw+meOT98fY/dTHYuDAH9iobSaySIEghpMH1MFngaxbd1rYuUNntYfLt0w5LP/8J3188MsReufE9+W480INr73ZQKulI/AXWEwXePowwd7DBLqXw2kClTUN9S0NzVUH7VIT7VIL55+Pcf75CNd4KH/rDjrrK/jBD+/jBz/8FJstB1ttB6++Xsfb32iisHP8zQ9O8d9/dC59g9M+NxkevDWY1QKl1QTV9RxXLnmygoDir41ZEGGeThDFAYyZA2Nuo3+WyNp5sYG3vt7B7ZeqGI8UbvWz92N8+l6M6YTPN+41Bcot1f1daqQoNzLBooZdYjk5xKPRyERCJAv7U5ZVFaRouCI06CJiMm1SLhnSl8quRqYG2ZNYdjNU3EySf6yu4G7Ji1JM3DAH9QUxyyVUayWkORMEFGkV4l06f5YDSSICZ1Me97hXURzgRZu4Yxp5VCcIRcmEzz3uAfIc1FGp8kLryIBUebsKFGGOIuDfg3griiIVuG5dBq68XNMJzMc4U87soeOFQTqME5UuZ2piNEoEB2vrGlY6FayvcdXQIKqu7gp2iperCVFFY1+6dzNY0vvlExlNTLVDcduDVyKGdoZSyUca2khCG7NxhsmI9Rfs5iGGkglfnkcS2d9VFX0JhlZR6eVkjjido9LOUWkXqBCbV3Ol25MIS4r4s2mOKc92fig4a548pQOo5KFZb6FRb6NapYuTJoI5jo/O0D8fSJ8NfyaWrsQ8hd625bzEdDoFXRH1NYrWFO9jhAuVKiYatNngUEt1zfCCTScyk2pOyYIfzeFHM9TqRGaz1wbSbTYaMi0VYzpNFJZzlck+nipUvxjd7I4NHD9IcfJFinTiwEnKqlPLi2A1U9z5ShN33m6gf7bAwZMRensB5ic5Zqc5NNuTZTqppKeIwZUUBXuik5YsZcDicDOUfl2vmuDStotL1zzsPhph9+EIo+MUflf11MsInEefWgHUc1QvAY1tSBqRptHU1xCfG4jO+RymscCAUcmBRozMTTBjD+oC6Li2rJbbQMtto+o1UK7WZY2nY4ymYxztDbD/RR/9Lvueed7RUVuPUF+jCFiGgZqg29npFAUx/AETrzngJtDLMZqbOTZvQgSxgydcOewyK1WAlTULW1uOVBLwsxwFvGNHMK1YxODZmPsTMDnTMB/oYtDie4ECWkQkh5mLMcQuA/WmKYvnB5ov6Brn92FYDkbjOcbjuZzLtByqE9c2BHc37WeY9HJUakz90qxBQc0VQ6xb2LAKA7N0imk6g2Hz65fgDzX091NMjjNs77jYvu3AcFPBCvJ9xPMrO7qjaY54muH6i1dkuVaBzJ9iMZ7h2e4YB0/HePkrl/HK21cwC3w8enKKKJ7i6jUdW5cUYlUrbHTPAxyfzpFpJiqtKkqNGoJRKrSV+TjEfBIikCFFInU3lVWgukLDhylmRA7PWL2gxRqyRSaL5hniqmsNHSsbBtbWa1hf20CzsYrz4wzd4wwHz07x9OBQvq/WuovGioNBfyGL9zRiqzlgLzQXWWYJ+YVLpfOBwoyQsgKFJAMZLrDzncK8KyldJoA5YGCfbqVF1Gwdk2EdVlGBo5flHkWDMUkIsDghjcXEYjkZQn+BcW+MIo9w9+Um7rzSwngxx9hn12IkZ/6IuH+mRifsuK7DMxuSVqDgSNGz0nRQadD4R0Q68XUGssjCbFRg2Esw6Scol4hl18VxvwhzNNo2rt8qY23dQTTlHS/FyT5TF2JvR6lhwqtpqDYzVFsp+scpBie8vNEcbMq5k2dJPpMWE4VkZjK9vWKgxDM4XewUbiMSdUwMWYnQnaK+4uCFL62ic6mMg8c97D/qw5+6sryKgcYqUfzs0/VllUsrqHgdzEa5pELH/RgxTZ8x+5hLKJfKcnaObfbLmmjWPbQa7LufoFwZyz2V4grRv7ufajg9YGQ0l7O+Z9fhOY3lgJN9Ywo/z3sKKSo0itKBydkvBzMycM4o/kYI/QivfWkb73xzB7qZY3f3EI8fHyoqx8hHueGhvlKGVXJQ6CYKYotzW7C9k9EMk+EcJcdBp1lHpeSI6YmmGal+iX0xhxSaIc8vIlHzjIh/pjtaGJ2P0T08R6la4PLNilSUuOUQTjlEzLRDSMS7g8RvIpjVMO6ZInpzdkEjGpPDJa+NorDx7GgPB0d7qDU1lWKu0FTiyv4zIsFjPBZDD014N65dw53bd1Cp1jGPUkwWIXafPsaTvcdYWTNx+VpZ7kV+wOR2giQNBct9cYfi+YTmYw79q95lVL1LqBh1lI0G6nUdjQ7nLzM8fHCMvSc9FEUFRV5F2WuiUmlKQsFf8DPDs06ILAtUdxzTeGK0E5cU+KimiaGzkQgBhn2ufK3483vGvfsxhSqVdOTelKVMZHDwx6EL3wfKOKUEAl5gVV+k4Pg5mVr+b2rStwSgXSBKKQDzWsVZx8XAUiAcSiSV+z6N5hRMdXZFKwIcE4Cj4RSjwQzbN8q4/UId7RXOfhRu/cGDmSwKvCSa0VTCzmDO0mRQyUHjUrSVJ6tMIlVXpVQCLL8nGjikeqJQmFcarS9mnhcC7oXYzV8vTPCkC0iqWJLLSyM3jbXyvXCewX5hisSKRKC+Lo30kSyKv6ZBhDrx3epunwuccyFEN1335P1OI7qgsqVjkmnVSMQpHamQBWjUz+IS8qQs49icMyp9hlSfINN8GGkZRlp6Tp3h16HBUcIfNACy/or4c0n9MU2izB9i8NAKSagG4QTrlzNcvsG7sYvZsIbp0MVsSpRmJGdEIQJIP4s6xyjTAOdHqsKOYiANlPLP5OtwSMNnIUUjCCqZcxy+dkziLaYGFlMaFfi+pPHz4vXhvuDBMErQ2CFr8EzrI0kDEYJtsyqJZBLZeJZniINfk/QjGhobLQ5OF4Dhyyzq5CBHEmioeazZsbAIiR6N0ag5WGmV5HPI8wMnkwcHKZ4dpCh5liyaIlmVw7APzc26FaOIVCChVKa5ioY1Gs0D+dwvognm0QSdrQyb11i9kCCJeGaPoAU2tNDCwec+nnw0F3LGvS9VsHXDwmwxx2yxQKNO7DyfWySvkERiwbUb8OwGJiOAAUuSB1bWlSn+/Z/28PEvhxj32PNtSjBh58WmoP0fPunj+GQi87udF1oSIOB5o38S4Gg3kBq9P/13W/jTv9gE8gWKfIFyYqAau/CPC3zvO6f4/75zim4OnBUaFuwOl/1BU+eSQkfC5yEy3H5rAy9/44rstfv3T/HswTkWgxTzgQoQMMVKMd1iC6hmINQDBIaPW682cPPVBl64tYKdSysoaxa++9++wN/+ty+W4j6H9wZS4lWFqkhqXarmQLaOf/U7d/Ef/+hlrDo27r+7h09/8Qyf+gt85vuY8n5B8ibfiSVTKlR4d0iJdWYSlGK2zvkw7yWc8TK8RKOyOl9RuHYLB522jZ1XDNx8ycD23QRX76bYctewaWyhlrgw/QjayMfxL09w9N4Jfrif43vHOp4ymNQokJcKOCkX72cO0kTRRNR+waWqCZRh5kIApqHiOe1V9jbRaJaizfON78L4QhFIxOSlE2e5wYnpVkgL6s+WPVI6uZcGDflF/f+yb2T87AGeQ6Oy/ny2zZmkdL7Ln8c7PQW7spxHVH1gKnNjfq55P9rc2MDWxrqYva1C1TON51OMp1Ocdrs46Z7jjddfxuuvvYLN9TU0azU5bwyHfQw45zo9kXXtxnW88PJLsledn5zi7OgEQRLCj0NUahUhxZVKnoReHBomDEtMHhJAY58q92eKbJSDUt49ElhOBbZbxePdA7z33odYLBZ46aUd3L19HTVWL3ieVB1lEcM/YmdXwpllQrMsBHGMeRSKuEbxl2ddmktYNxJLH2sgHca7T59iEQbY3rkp6/DkGIfHx0IcWGFKtt1Gg2Kr42H4rIvRQRf7/TPsDc6QFjnq5Soqrod+vy+L6Of1a1dQbdZhG6Z8vVa1jna1ge6TfZw92cfeSRePeR+3LHz1m1/FO998B/d/+T7uv/eB1DRu3riKq9ev4vblbVxeWcXZ4RHODg+xyCL4eoZqpYyNRhurtQbO+gOc9YaYzCeYLkg1K1Au0whkSOI7mPvwyhVZFNhCpmORwxHSqU74LFy+en4KzGmyjDHJIyyQwi3z/FZCFiRI5iqwVqlUYTkePnq4iw+/2EVnpY5rV9ZlnDzvDjDuj3E8DXA89VHqlFDulLC51sL2+gpanoNsMEM2nGLvdIT9sxEmNEsz6shnv2FBdz00dq6hubMNr8Q73WV4RQVuVsBJcgn+hHmMxCCdjlUI7CEuw4pjnL33K5y9/yuMkz7GaQ9WieQ3R7DpJrhcofHMF1MkFEENhgnr6GxdQ3tjG1aFIuUawszEggFRqMoshhpIX+XnRjK6YmJbGsLUQ/bXJrPnG8DFOUed7y6qJFSwk5qGDt3RwQ2esysmuCn+WjpFWKVx8H3NsynpDWIWEeQrQ3Fqn7jwhDyvQrgw+i1nbXLu4nnxeTXmcm96LgCrve2i6sLSDTg0ZwAIpicIZycYBwuMggDVSgU3Ny+h41gYPvgAgwcfILiyjuDyBuz2Nir1G6jYHTSiTNbTww+xd/ghu4dQXdtGqbkO222IqT3LLWQFP/+kJ8di5KHeSG2Vup3n2ug++BmOfvV3mP8TAbilBODMTJAZSgCmwON5dC4pHEhAd+hUJRcEpccUS8zenBQ5MRXxUvhdqt4Soxb1Wy3lwVE9u2K4kQSgSh1K1y6dOiIWqdwnExxMcjx3YgpGRaEYmHjNIm74qg+COEMKVhTw/DnRuSE0qmQB8UcXzHI673URgKstlbrjhhiTjUtHoMHOWA3+LJIOvCyjQ1TF3OtVDj0L+FN22KWSkojmTNOpbll58164CnnA5hvp4vm17O/glTIjMpKXCzsTFri82yWcysS0Lqlp6Uw16PjKZKAsHSDqRZD+NfadaUzIOils9oJVeZG2pdeOHTylGhOrFRHYOESmMDju+Zj0g+d4bPbDijOYyYuOA50rU33ImZ8hnifS+8n+RYQXnaNkvqs+PZpaRWAq1IGXdynp27P5ISqWwhjZ7EQUC9le/sNOZApafG+wuyjJGNPnBcOQYadXs0WIEyZHlsPIUhhZhpVKBRuNGm5cXcOtm+u4dm0Np8MpToczfHFwhs93j3FyThQWv98MDnucDCIKmbRSlyJ1ASvEVEDnsfTIivhO97NquqVAzLQU+3fdmo72uoPVDU8ubUxNB3MO3gPEcSBdd9v3KogNYPd4gaOzGIuRhvlIl3CkFQExU9k9Jlc5UGVBLTu8VJ+LKh/PJNnGTt3GuoeM6WmTKJ4E00EkxgWifUqNHNXl4DrWNFaTikM+m+pIZ5pKlgaJ9PvRval+ZfKE3Uvs6QsQLgpJCUtfgUeRVLmbuekpeDBd7zksSaTwIeZJ31Yon3ElOnCx9237VlUwsIePZrJyko9pXlW3H0n5SgdnmQ4TtaHyOaSECIq/CvktHZeyiavNn4csprq4tzhlyOJBg8J7FhYoGBhPFb5PvgeDvQdy7V3+h8M6dSGVza/IEI4y+F12qzHVbagHBImDsnLVlUhBmI4ak6h3Bza73iImaXnponFAHfyY7OOvFHSihKgoOmKVO5dDQr6/6M7i+5g9rhz08LBCkZbvgWF3huH5DIWXQ2cCqGqi1ahI8q/fnaN3PhfxnC4+OpFLriMX2IQpSg6HmfJx6cRTBg6peadwEmSCg+bi602HaU7XhVGgMGjUofuOrmplVGGKy2XXI/99oZFocJs6vBVdBrGLOZOGiYi/82kObRBDH0TYuV3DS2+1cf1eHZMswjSP8eynEzz76Rhfv3MN/+lP3hR36v/x/ffwnfce4CtfXpPVnfp4cjLB0UmAw90Ak5MYv3XVwm9dtfHSl7+Ju+/8AbJ6ikejH+Hz44/x3gch3ns/wEqtik6tgmm2wFkwxmDuwxhXYI4quHcVuHe1wCtv7OCVr72Jsa/jf//P/4jv/s2v8Ed/tIM//sNbsKohQn0iSOyjR1MMjhe49jKw/XKBeGFg3jfx7FmKzx8vsHfIblQLQWhB7FalBP55hvmzAm5Ywm9//S7+2dfvorFhob5pYZEM0B0eI4omqNqmGFx++pM+fvrTviDuvv61LUHwvX9/gE8+H2I+iLEYRHjz6yv4xj/fkv3748+OcfBsQOIMPBv4Uuca3lq5Jof6iC6wLMTjo1M8Pj7DvTcuyfriwQjf+84T7B/0sXIFWL9i4+6lO7hz6S7+8R+O8Fd/9RCLcIK3v2nhrbdtrK1XZUh+Noywf+rjyZMFHt9f4PBJiHhmIpoZ2NzRsHFbg9fRVLImA6YPU8y+SPHC6zXcfa2O1roJtwpMZzE+vz/D4wdzBJGGIAK2r3OAVZWKhPOzGc7P5ugdZTg/yuDUTVRWbcGdui2VEiwXdZTRQD7MUIwyNHnoXl9HYbj4hx99IevtL63g7bdWRFCqr2noj0P84O/P8JOfDQDpQqOoATheIUnbygpE2Ct5JkqugSQxRdgLUx6EfTGDJD0DcU9h70kJuPdqG699ZRWXt8v4+IMjfPzBMY73MxwfSGO4YDPdigG7zP5uGqYimE6EWTfD5JAmMF4SbUG76k4myE9iXMFUKzHMjjKaJDH3igsB2BSRiOIlRcBKOUe1VKiOSY/Jx1zRADhQTZRBjI7jcqUkxjQeagUFJvvpBYWlkIQS04h8llqOIwND9YxmNymf3cuWCgW0kb2CRjM64zms5D+naMi9xyT+lMjpAXtkfBi6C9uuwHE9lColQcfxVWVXI7suoXExdbLsLuZQjHsKiR+WI6jcWs1GtcIOMxr7NEE9co3HROeHWATswzKR85viSdnk/m9JIlb68KwFbCNEFpvIEqY0dPgzdg9ywEoTF3F+ofTuEmXKITE7TgytBF3n0C+CpoUiMHFx8M+HFQ1gxP1FTJwFmgyT5fenHILThVuSnwv3S34vFM0pfFIgJs52OmHCgSJFBMtgBz1/Xg6qTFfUXBF/uaIkUitIJc0QBwXS0BRkeLVKjDORchlinpk0HZbtwLCJKw9k8edfqTFVpUuP82wWYzgIMRxE6Kx4stjvmDGWrtNYYKLiGTh+EOPoQQw99lBz1MDAZndpq8DKDR0r13X0zxc4OZhhcBhh0c2xOOd7qwTD4mLKkNgnilhMO9MIWUcaNWDxPKWTkJOiVE9RbRbYvOLIevp4ir3HMwyPIsxPc4Q0by1NkXqrgN4E6lc0NK7xea4hD4F0ASyOAf9Y9S7xvMm/q72WQa9mWMzZcwq0Ki7aFRd1t4qq3UDJKsO1S3CtEs5OB+ie9tE9nqB7RIQWMewuLCbOmwHchi9uXC33kIRARFPrPEYe2shDdhgBTj1HfT3D6tUMbi3HyRFkWW4hn+kaO3D5vPTU+zzLeXaIYZmJpNaJUZ4NgOFpLkJwqVpBqVpGVtBpHiphkdhem0QVW5a8ryxeRtkFxaE13zOpWn4swiBpSnys8wxEKk8aMF1Eg0cqYli14cqzPZtrYk7N3Ai5G8NwaAhx4I+B4VGC2VmqhPptD7xlhOyjWqSYM2G70KBnqu9+dXsNa9tryKIA024P88EE416IcT/CzZfZe7eGWRiIiSlMZtjcyrC2ziG6J+fHwShGtxciolnXc6C7LlImzOe8CMeyEl4macSjq7yZw2tQrOM5zYSWGkL+kWAUz38hO+NZRZTJz2B13cDWpRZubN/CxtpV7O/OcPBkiqcHxyIAp1ooAmS1bctnZr4grph3AwpAfD5w6XI25FIpQQ2FFSGzFigMYgspcmhC1GH6iD29rBzi0FQE4Ar8BYoAACAASURBVLYNf9bAYtaAnrowcya0KRIlyImUsZgC5uCNKXGaBXyM+yPwm7r7SgN3iICmESZgqiAWozVpLZEQe7gVVmVx+B9n5AgnKNdteFWK5PxMkopjIl5YmLNbd5hgNiZ9QUPJ0xGnBfwkR7Pj4NbtGlZXHTmHkFx1sq8LIpcJBq8BeHWg0SlQ7xToHabyDOcdvbZiwSpzOMxzKKkwGuZDdmGbaHVIt2GIRxFmTJ2JeheLRSA1P5WWjisvVFDrWDh8MsPhkymKlIKOJ/dFyyPFIkW1FaBKEom7irKzilE/wdEB+7FCMWpQTLkwSYVaAr8IUW3aUv2xtVWGY4/h2mPpSp1NgPNjA0dPXPTP2H/IzjJ+qmowtaoM76Uzm88iCsAOK3Ro/MlliGxKN3Au9x0Od2l84TPo9t0NvPjKZTGXPnxwiAcPnomJizOQSstGY9WF7hCPT0Iaz+glWexjozGdxtxWnah0CylF39infilndrqviCTnENpfTJDEPjY3NrGxvoWzwy72Hh/AcgJcumHj8i0imNn3DemhI746SziI6yCL6hh0DQzO2AUWAUYk6ZJKpQPTctHtneC8fwy3nEvfM7up2bnL73c6HWMxmwrGneYtis+N2gpq9SZq7TacchmPnjyUVWtmWN3k/KaAT9M4zys5h06R0Iu4BIsnCS9WQK3C0VdgJjWYSRWdFRJXOLALsLd7jsODEeLYQxKV4LkNVMtNEWtn00QSvnlGIzdxjBzgqZSnGtop8xdXezVDay1DvZWhUldGqMNd4HCXqVvepSg+2MiJPWVKlD3zPLirqIISVpeIUUmQ8W1HysZymqOSHRcVPaqjkgEEJVYs0aGCG1V3QX59CqY8k/FsxK8ltUWChebZhcbqCJe3XalWYZXEdBRiNAxxcprL4kGIaWbeQS8GijKklAHj8/DKchC6FICfdxTztKBwsxzkC2WLwgBnUEsE83MReBlwYbqLIjDv0JxDce70vJ9zmRQUDG6hemTFcM0aqWXKV4Re+bupjma5o8pgla/zctIgiDCeyZZocr7+yy5OHQkMLZFuUI3KqgQEXRSph4JCs24gN4m19KUr28w9mHTh8xyq8z3CuY4641r8u9FoLiNQTjhsaDpDChTF+eJR9JkjyWbobPhYu+KL2D4btjAfleXswHsw/xx+n0oAVtFf1S+qBGCZIfE1kT2fP3P1/uS9mloMjZ+VKqtGKPhKxSGGvRTDPt/XquNa6CgGu6f45mZIgv3Xik5QiMkyku+BveKGXpLzAZdoPZwZsBKpwT7gAqVqBq9KM1SCwz0aDnXUHE91wscxFgmpTRbadRvNui4kB03PsPc0wd5ewtmyLBrn0mV3oyazElb5Keoc9x8KwF6ZnzPSMhjYmGART1Bf8dHZDGG7IdKQ9XQxzNiFkbh4thSA+efffaOErRsm5v5cFpPwFMopAPP5VSlZKPF8ZzcwGmgYDlm5oKOzxvN6jAcfjfDwkym6R7qsy9druPViA4We4YtHfRwdT/DCKx3cfbmD2ThE92SG4VmAaU9Rq/78P1zBn/3lZYTzKcLFDLYPlEMLs+Mc3/3eOf72u+cYFJAVMMsiiHVii9ldy0Zg1vvkuPnaGl54ewtexULvcITeszEGh74s2U44r+HnOGeVnY7IDmV9+VuX8ZXfuoxL7SrquoVklOHdd0/x7rsny7k5NdlCKoMkwRlGKmwgpEzgX//uPfynP3kDq5aFj3/4EB//ZBe/ms5l+QwrRfJBh+GaMjPKU01q/Giu4OLrRLFHBGD+gb+xmGSlkLW6quPFVy3cfdnA1R0dV25pWDPbWMUqSgsD2niB5GyGT37Rk/V+X8Mvpxa63CZJKnQoJgsEBWnqIUvdJQ2UpgxlruFn5yLdK4l6CVEtRddlK9pzAMP/hJtX6T3prP4nnPkldckgYZD9t/xBqLmjJLiXPaMXlADp5xYBuHguAKv9knPai2Y3FWaRT4bcn5c0BjqqFcpA5q5MB3daDXmfcPG8MOdzOghEBB7Pprh7+ybu3L6F1U4L9XJZNIPhoC+J1DnPgsECV69fx+0X7shd9HDvAIf7BzBdC6ZjSz1Pu9MUYeeClqDsLXyTygFUkREpCEOTMz6XaZdk7R8c4eP7nyMKQ7z04g7u7FyHx55by6S4gyJKRTyj4Zzz3yDJZNll1mCRomKI6K3TmErTqWUh8jln9tHtdnF4fCQzlyvXr+HKjWvYf3Yg6Wfep7c2N9HpdFAplYTUef70GL29E5zNxzgNp4JUbpWrsmednp7i5PQU9bUOVq9eko5dzvY9x0WzUkOjUsP502c4332G/bMednsDZI6Nr33jHXz9G+/gV7/4JT78xXsSkrt88xq2Lm9io9VGu1zF4OxMFlO5vpFLpehapY6Vcg3zKMEiTuBHARbEdGm51NDR/M7vk6tUqcKrVCRlGabs2E04PJDFHdwrgHgaYN6bq0BRniDQWDWwipX1VaR+hHAyJyQdtVJFjEbvPXqMXz56hK31Vdy5sQ0rL3D+7BS98wFGUYxhHGNlvYmVtRZWW3Ws1qtwmR7vkrbFmeQc58M5qDsnTPs7JZj1BuxmC+3r22hduwrDWIGWdWAmNqw4lZVRu7GVRsX9hpS2uufCikMM79/H4JP76PvH6PnHYgqn+dm1Wb9kQ0stRLGPKFooai1Djl4J1fYGqitbaKxeR2PtOqLcxiLSkNJAQ0GWz1OeC3gmWaKXfzPpf4Fa/s06hyWD5X+qobj4d2jc49yA+x3vlgwlcPdVKPmlgU9wzZzx8Cx0QRB9jnZRsBNOWrjXq0LT54Rg4Qcs5xgXAvBzFVroJRcJYCUAyx2DVCHuGXmM8ehMFnUezSGR0MFmxUM5j3D26D5OH32C4vot4PoO7MYleN4mSkYVtThGPY5xcHIf+yefwihV0Fi/jnJjXeg+hukhyQ1ZJI5pSzrchQBss57JtXD+4Gc4/uiHWIgATLMqE8ANC17TRm7G0k0n/bpVWwYSRK4mYSEDnHBaiPNMRL+lK4aba5Fq0kt5EceWF2RZ9sxNmRfiC06OvLgUXyi0VYnVJXrLlAQbcWJMTcnBXtAmieL5W4b0ZlCUoZMiYILCZ8KUeW+Fg6Y7UjCGVPaZjOEQZK5LOpBIa+krLvEyyEOkSuemRYi0iOR/Zw+ydHme+7LAom1LQ9m10eQmm2kYD0JMRxHyqJBOY4p54iqQS4GSfNVBf+kikG9bpZUFX6MMgQpHrBXinuFAgsKuQsLw7abQN4Ih44GWCWZ574otdXkI5QmXKFeF5KOYW7+qo3aVeD8LmmMhGOcY70WYnUa/7mpjGIb9yZ6GqmMoFFWpjKJUUaZOvp5Mj1PMjzXoRC+nRMio1/QC+c1UsiSAOaripmjTdRCLS1eEVboGeXZPiJOKpY+XSDsKaLxUMY1reSFsL0Ke2shTOnP5mhF5VSAd6cBUx7qdYN1K8MYb1/Hlr95Bbb2OCVKcxyE+uX+KTz49w3jAxFkIfxHDp9AWqwefJM9dUxYf2xd8drpN1IdUOU2IseAQli6qUsNCpWmiuUbMlos4DQXR5E+Z4uXgqsDqto7VbQ2NK6asWVLg6X4i+Lls4iCfuIj7vqx0wd5WHiAKFB4XNwNlqODfgclpdhSuXiK6pyQI0ck0EmGAuGO7nKO2AVk2E6geB4N8bTm0JkIyQUxRep7LYM12VEJV3MxSWVIgGieC8hb0DEmmZQNejT8zHfkS0S2I4LAQnGCFA1fG7zP2z7pYBMA84EU+QFH4aHRMXLlZRaXGQvE5jh7MoDP9n+jQ7AJwC5gVovnKsi6qsJlqY8cku67kDU53EtPjKdNKpmCSeblnaps9a27LgNMiypfonlTeeoQo2DrRE8Qqu0hk8J7AX6jfQ6e4MoUokZgGBw7b/XEsexj3EgrgotbJ5UoJNNzQ8pgOE0gq16kY0C2mgxVmSdEAaBqga4gHVh7++ZFXuHT+AaqXSsPKekMWh0fSxSv9D4UI2IJ+yjPpPTRr7FEwUfJKsE0Ho6FKdVGA4UHDEoGXOGt2K1qy+FCjcD+fpYKmmo1jwZHrQhzgJfRij1EI8wtsvgjXdKWJU4++NA1JyMEhjQMKrVRZNVG/ZMEs6chSJpyB+SQTrCB6EYp+hBs3Srj3egNX7pQwSiKM0xDdDwJ0P/DxzReu4z/+8RuCIv0/f/QBvv/RA7z+2qasw/4Ynz/r4vBwgePdDLOzHL9318Hv37Hxwptfx623fg+BF+Kzs7/HZ4cf49PPMnz6WS5DX+4HhZsgryYiaqdnLtKuh9fuWnj9roW7L13HzVdfRn8M/Jf//D/wg+/ex5//2UuyRuE5dk+fYjofyWtkFJkkh7iIlfMXKU56Kb44SHFwmiGcabJAB5mjSSJsfpKinJbw+994SVZ5TUdlXceiGGLgH2M46WHcm6N/usAn76e4/0GK3/36NfzbP7ktCL7v/vgxfvT+vkINmhlefrWJL31lRQYxn346wOGzmaBV6Xj+yqUdWTxInsyG6McTOA0ddl1DqVpHqVbD/U+6+PsfPMbx8UASzhzi37y0gxuXdvCjHx/gr//fz5FijN/55w6+9i26virw3DIePFngo88m2H8aYHDK9FgmznBWAdx+y8Htt1y4jQypxs9UimjfQHSg4/ZbNm6/ZSE3CgxGKabjDOG8kP7SXDPEoczhRqPBPrUcZ6cReuesRVC90V6zjMpKDVaFRqypPCNmJzbmpxZ2tlexs72C8aDAwV6E3d05jg6HODoa4d/++TX82V9cw8QP8YsPT3H/syH2n4Y4OYphVFzpaqnWMtRrPIxqqDVslMomev0I/b4S4/i6sjohpBGG+9hZhvlphruvNnD3lTpu3e3gynZLBmzf/5vH+P5fP1F7NbEsHRNrl1wZtqepLYOQKA0QpwFGxwkGBzT2AAZR+64pZiynvNwDLQ5zOBhJ5JlWsMMy5efPliEwe9op3HHfanAAU6OoSHHRQUwTm0+iA9O3ymyn/pmrLmR+CA5jBEfNmgfpPyYpgXh/XnSJ12Onl6IB0FRnezksUkcsdQGWNIlekoTGeERU3FgGQBS0HNuAqzswMgPnh3OcPyMFgYNOEhxKaK23UWtVMZkPMZ0NRRykCO8s/x6sC+msltBZK6PiMe1Ul/NDGPpYzBYYD2cYD2ZYkC4w52eQA+Rc+oklXGJBBBsuu8SkpMJh0gymEYPHoRo7q7IqiozOaVuMW9y8w4iXEB/TMRPcTB4R38xuXOJXNRkeVToWyiu2GJvGo0D2UlYicFjCAzGHhKwAoNHONm1xenuOg8V0ivl0opzeJLbwzOnyMMP0kS+LZ0Be5FmP0Ox4qLdc6LYuAjArL2bzhWDhpSIltaDn7HJjuiSEZUYyLOfzQVDdiYE401Gq5LKEyOHyDGVKGoDnnEHfx6AfoNkuo9UuozBThCLKx2iWHDTKNo4fhTh+FMGzylhdbaG92kBjvYJqx0GMvqze2QLdwwCTHvt1gXiuwzVr8ASrzPcLy6RCFNpU0j3hwkPkl1Cw/zfOUGtZaG95aK3bWN+ysH7Jxv6TBfafzDE4CjA7DRBMSMlQ5257RZdVu6KW7anKmMwHZoc5Zs/oqlf1H15LQ/2qCa+tI1rkiOdMvZbkvC6CvGbDYO9zqMs6e8a03BizCVHpKsHotcvwmvxZLKA7iyXtRRdqCXu0kxmF+zJMo4ISEyhNDZV2girTwiV+Vg2MBhwmc/BTwDRTWGYs59gLmoltZ3Bs1uBoiAMT8xHQO2Eas0CtXpcuJTnTI0Qmxk6iw1J4JQdu2ZafX6dTlv2nPyRKPZLUMNPD0/FcBKSI79UFEziapFg9k8JmJKtc07GyrpCs47NUurErqxqqaxwCMTmlIZznWAxTBKMM7ZaLdsvB3E8wnnDQwzMM8ew22o06Wo2aGHJyw8G4P0H/2RkWo9ky6amjuVlGY6MCfkdTPxQkZ6UWolqNhUxCVPVkmsszYx4ViEkGogwhdwtdDJXhjJUJuqTxabjUvQRGiU56NWjlHSsL1J2E9xEtoSjOvSJDpQq0OxquXmGn6Cu4dvkW7n90gk8/OsbhSRfH3a4YaL3lPikwr4LClgmLw9aQiaJMCAJEFyM2YTtK4NecCLkdyOeJryfPjRTEuNjBzX2L1z7Wd1D4i4I64qAuBgJEvMdx3ybqk+nfTMyfLjuzyjQPBhj3ieX2cecV9g9WMQ0Xao1TzIa5kAFYFZaS+JzaQMLPPUXMBHYpk7oep8z7IIeaGaKFiXBmSjKXdxUaVV3i/R3uIbmYoFor7PxuYnXVw6S7wLjr4+wZPy8qyWSUE7jVDK1VHe01A/3jHINjdgJbWLnsiimWg8wgjDEfm5hPaIy20WrZUqQ3G/OeFAlCr16ryXOPd2u3nkia3nQznDxNZTE5U/LKcv73/QSFnqC9HqOznsDUm7D0Foa9EEcHI0yGEbSCRh7VwUw03TwNMA5nqLdMbG/Xsb1dgVYsoOcLQS2PBynGAxOjXgmLmSMmTybs0tBDFrKXl8+/Jdpf0lQUgNnHrjC6Nvc7mkcD3k9TXL6mzBKNpvr6w8EcTx6d4cmjLlgnzPcM+y7rHZ6HUoxnoWCRvVITpXIDPoX9RQzbsCVhw8fVZDDAZDgQbDSX7XEw6wqlYz6dClaSZJTt7Ss4fnaKR1/sItfGgqpdu1zI34UVRUzPkVxC3HS9sgYDTXSPge4RELBXOh5JPUqt1kKpXEacsjN0gVyjwZjpRppBXZndRFGIJI6XnxET/pQ0gxSVWgP3XnkBV29dxcHhU+lW1+0ZnHIgBBBWU7AqQ0y3OUkYTH9aqpOQM49cRzBzEM5cIChDC8rYulLCzouu3DfFNHjO57YmST/PraNaaYpJYzIiPnvpLpZOQ96LlIArCFZWN8Vq7tpcydFayVFbCsD8zJwc6Dg94O/haJwuOLrLlCDKM4/MagRDJZnvZVduoUIJgoCmzKMQwjIvkOof1SlH8feiS45zIIp/IjYwgSsCMN9HTN/yTCaPIjHbKfNBgWrNRK1moNkBWh2anxM8fTjD4R5NX0y8smbh1x2Yyup8MUt7ngt4LgxLOnV5fs15TyVNhPhDYhlVoZoIx5K0eV7XqxSVi2ErRRCKwBzQCsqev29J5xIhlXMfJl4zhQ5nIopmSiVKc3blyPlTknFM3nIwKOZAft80HDK1rXDYSrlZurHlGl7AsTQxlDDtGC8CpMKMVGla3eQdmGZLQ85VNG+QmMdzGgVIvp8vukv5FWQeKShC1U1pGOy2LCnBVUEfoZuRGCWq7T5qK+fy/fqTFQTTGgKi333SCJcCMP+uy6o30ZBo2BeC3LLaQ4auat9X+7+amzFNS5N3ybPl2ciqhtPjqSw+S4JAzaN4t+ddnehyLgrOYmhfiq/8lX2+TOYytcRZqUo8Z1I34JYTlKopWiuWrN5pjKODGOFMh8eqDL2MgJ3TeYKyy1SwhlbdwEqbQn6Bp08DPN0LYTgRTJdmP75OqruQpkTpQF5W/JWXAjCfw0IPsgpJAC/iMUqNKWqdCUyLP78IWZTCzUtw8jKefRFg9+MpHKfAzqsu1rfZE6wQ0o5bwHUL6UmslDVUyxSW6vCsOkbDAuOBog41WprMV/Yf+3j2OMDRXoGjpzm2tiu4eY/PnhwPHlIAnuLF1zqyusdzPH04wnQYQk8LbK25+Dd/cQX/5t9dxWIywZzkg1kOZ6FjcpTie/99IItQmGEGUEtVuGTG5Dk3vGgeBrZf7GDnjXVUmq4YuBajCCcPhzh+OBLTo6Qn+XajeYUY8FKKtJThX/zRi7Jqugn/NMDocIEn+wF2DwJlKOEep4VINYX69ycB/FmoyveKHH/yrZfw7//gLTSh45ff/Qi//IfPcH+R4pNFAjYUCbhABBF+lg1oiQE95TMqRKapcNFzILI4GnQ4ugOXJi43A0oRVjdyvP6yg1de5DPQxdZVFx2jinZehzPOkHdnmB+M8Q+/UOsgtnCqu5jTFGIyDagMJyIJZKyfUDRFEqNoaH7e6bncg0SYkXkz7wAkFj5XfH+dBlx+ei+2QunkXnb6XiBZVVe8EoLkz6Sr/YI6yv1PljKwcPGrUPBlkEMqV0hiuEDDLtN+/Oc0wVGLuNiH1QxQzQKFfKjrqBATXXZRxDyr83vNEVGMYgd4roTC9dUO1tc6qFUqqLg0JmWCJJ7PJrBdF7bnYPv6Ndy4vSNo6d2Hj7D35CnaK220VttY31zH+tYaXNdBGkeyiiRBkSYihHPJvH35vTG5y8WgGxHz/cEAh0dHInpvX72MS1sbQusilln6xVkJMfdlNtAfjNAdTHA+nOLKzW3cfvEOarUqIp/mjkRCLrbOM5QvwigTu2fdrgjOa5sbWN3cEEH42ckR6vUGrl3bRqfVVh3mSYbu3omsaZFgZpDsUsJqvYVWqYLHjx/LKrUaaF9aR73ZQNktSTqYs8yS46K3f4T+/jGOegPsj8bIHRfvvPMVvPPO23j/57/ABz//BewSBeBtrKx24PGew/vQbIZgNkOoZQgNRbeqWy4ajgenXIVdropmQw1GhDwGmLQCSRAK0tlwXJgOzfC8BtM4FSNazBH5cz65UdI0obcc75/jfDDFNMsRmSZ2bl/Hzp0bCP0A0+EYbMCq254YU3/1bBcfPtvF5bVNvLB9Q4T43Sf7OD45Q6RnCPUcNzYv4cbWJdQ9/h4GDGLsn5xi//RUajfTmKQPEmdt6KwDunoV5cuX0Wqvo9leQ5aVkcS8v2swWAnIcBerGB1DuqLzJIVtGqh6Duw8wWL/Kfz9PZwN99Ad7UHTQyEM0SBC7YQpuKJQhleGrrg3FQz6uTXY1Q4u3XgJl66/jLhw4ZOGRwON/PRZj6pmJiKTKYbJb3y61X+9EHcvzixixLtICv/Gv81/j2FTuauJvqcCZmqp/VvxovnM/g2hVj73SvJTleGKJCCBSxHt1NxC3UuVCUTuk/IX+jV6WsyDF4j55TlLtChS+NIARbxAbzzG+WiMVruGjY0OqpwlzLpIx2c4Oz/G6fkJvO0X4V19EU5lHbbRgKPZKKUBShkpmg9xevYQZqmKxsYNlOprQlThvC9KNcQJg3yEnS5x2HKCZeCBBBkT51/8DCcf/z0W/aUAzORmueWg3HKRGRSAY5gOpHOK3x8vkyH72BYcDKmuABGYZFdf/rjk1VVwFPVDUg8vwexIs/syycsXS52hRIBi5ysFYHbI2RTr2H2hMfROkYvdOLHC3thKAGZHZhgq3C2xsMXyQSz9KssPKIecvLRTEEsXTLYo4YwiEz/gdF6yB48Iaw5ieIHx6J5vevIgIPp0OlYoR559XN1Ehf8lBMbDEDP+M74D5HlCJ4PqBREXE6Psy/PshS4sxiBxJKrvW+gwPBQwELp0o/NCyiRLHDMdqlDBxIcVJjtFmeSjnq4h54VEelLUm9SkgEzByNPRuW2is2Mi0XnxA6bnKUaPYyxOmRBYdho0ADD94Wkoy+HZRKaXkGslFEkuDywWTeuZ6scl4oFdENykiV7iYZ7oM4JP5FJEPDEH4J6FLKbbj31MdFJZkqxhwjfNQ9glD47nyc+eLkYmFrxyLCuPHWSRg4TJT6pOixzOzEE5cHBr1cXOiod7r17CvTe3EboaHvSG+PjoHB9/dCor93POWOQ15uCUH3oVrdbg1G04dR5eKUrz4kJBlv2Gy/Q1fxzsa6SoSBNAy5aBDge4tSYRfFOcn48x7dOpA+Shhp03Xey84cFbBYxGjtEix8Ee024aMHFlhedzhL259DfJVkW6igtkHJJzcExxT/Y/InSIAGTCy8Xg3Meg5zOXJEkipuYqW0Blg58jiuSOOoBHdCGlWBBVyQEKRbIQ8jmimYIXNArENG+kc+KPOUhnCkMT5LRdYdqZvXxKmGTPMFeZCJ4WL3YGksBF7HNAqMkqtBCavkCjo2PzekUMIqePfJw+DiSVYvDQIZVXFIAN1BpEG1cUKgmFYFBm07k4yiS9qjM9xz7KXB42jq2cxhS1oziDu2LBXaEZhB8uPiSUeG4R+W44cAwboQxWIiymsbh1BeHGHy0p3mVH9hf++aFPIwI/m+rrXmDhlWGF+xSQccaQFXDrxFfwckm0pXL4suM1CiFuIgrYYmDm55yXwKWITNwUFzf2drsmPXQnRxzyLOR9Q/MzMXom0dVMD7WZDDNQ0GGbGMtBbizOqxJdfkTXEMVj6mi1XTTbdE+qruphL0L/lB16ESwtE/So4OtppuJAw2CHMzGtHK7T6GGJ2UP6w3mDygr4M14mAvhM+s5iVDdMNK/YcOs04lhyqZ2OMln5eYTiPMK16y7uvFrBpR0XwyjEIAow/CSV9c171/CXf/wqVlZt/PUvP8KPHzzC3bubuHt3C0/P+vhk9wjPni1w9lSHf27g2294+PabLm698mVcffmbmGhzfLj/Q3zy9GM8fgw8eqyJuYGDYrueo7RCwVxDeGzL+upbDVkbV1ZQ7qzh6DTCX//f9/GLd/fxH/7ydfzlX76G3dM9/OL+x5j4fayu6Oi0NMHom0RbZangjI+HKT4/zLF/miOeFIinfKMxjWEiGOaSHq+ijG//s1fw7d9+FWYrg9nOEGCMSXyO0/NzfHG/i0efDXD0xMTRron/9ffv4H/785flPfR//e19fPfdR2hvaGhtarh1o4I7N2silj5+NEH31IdH5Ktl4NXNa3ht6zoGkzm+OD5FL5zi3usdvPD6Cs5Oc5ye5vjsfhcfvLcve9PlbQeXr5Zx/dI1XNu6hg/vH+HHP30IzZ7iW79n48vvcDjrSeLmwSMfH302xdkphUtNxN88obu+wPWXbVx/xYLhMQ0Wyt6iDxzofRsb94CNF4BZmOLwkOkiPhNtOazyPSYsLUHbZ/D9HL1zogQzlJ0cJbp/vTIMry7IYM8LkKchTh+nOHmS4MWXtmQ92/Xx/s96+OLT0RKTbODb/3IT/+JfT5IZDwAAIABJREFUbuLJwQR/9Z1n+PCjoUpNUqirOdCrFIAT1OsxKiUOMzy4poW9fR97+wu4ToF6hWcV1escLHSEJERMUrzzOx2889ttdFbrMPUypiPg3b97hnf/7kD6DyvNHI2OhWZHXcTYJRyGpnTtzRY+Jt0E4zOiCNmFwv2CA3m1ON9ioo3PyiQjSSRVveI0cxADplmSKqBAyd48GQKy9oCOSN0SYY9mlogHeVYUpKoDmOJMRqdmFKmuxqaJUp3GGV2SBTyYcm9g/zWfExwS8XLPgaRT4nNGpXw5tOLX0VGGjgp6Z32cn/VFrC5XmBpjhYArf08KwL3DuRBXKLoShdzeaKPWrmEy62My7cvvYQ8nHaGSQqw5IgCvrNHYUoNt1TCfBYI77PdG6J+N0euO4c+IZqdwvaxg4FiUvbV2Lkmq5pojgoRdofknRTpPxVAlZuuMz+0abKOlkj38vjRiKNk/7GM24etLOgnTq2poxL8fX2ur6sCusbMmQvdsLmc9DvE4YHQsIvE5oHdk8edFRD7FgtGAnS3nYo7IogyWy2RhFW6FZxeV5lJYoRS1uoNG21UCMOsKbCUAT+f89zgIosGK3XUudPbbCYLOl4E0UaVE+8184gmZNtVRZe+0Q5yhLWZIDnXoTB9PQumpY0K8UimxERMBUYGI0a5ZaNdsjM8KWfy+Gs0K6q0KGitVlBsuFuEZ5mEXvdMFukehJAiziEM+C45RgquXxBxBkYA4woLYxTxAsLBlxbMY0SxGo+Nh43oD7Q0PzU4h6/ggxvF+ItSFyckcwSRWqStDQ2ndRmndQmmjgLdewGQFdaajCHVMiSjez5DIJTYXAbh1zUZ5xUDms3Ylh111ZRkcBnP0QyLHIEU0TDE4WsjX5ACJdxub5qmVErymgzRfyOJAiOjELNSQ+6Ro0ETJhDsd3ew/ZhoyhtdcwPBizKZMoi0H17ws6hykhDBMGiAVlcOxcxlq0gybhKq7dNTLMRtBekc9/qEGUxcRcukwpCmPZwllet3YauDylaacr09OBxjPFigz+U/Ba0Jha4HpIMa0RxoKBEncqLpyJyGSuN62cPkaf14aTvZC9LohmpsmGptEQioZg2ffxGf9QQ5H9nCKy0wixWIMabQ8MROsrTSxutLEYJBgMEzQPx2jf9RDPA/RabH/jHiW5ZFUKgIL6FYK2wngeBSBbcGkE9k9HOWYBhn8PEWQZ7AyA2ZmIhYBOBMUfWvVQbVporATsFRORB0mQUh64iyU56dYkynssk1HhsTNBnD10hpef/lNXL9yGz//ySNZp70B+uORYPlNDirKahAm+D4aQngH9AtMhql0h5uZByPzYDON6pGPzwRwCDD5TrIR3UTceGhYjJRZksJ/fVXdF8QQMS8hCw0UIRHIHMrz+4jls6/zHlk2Uapwfw9F+CNe6fYrZdx5uYJpOMc0WmDK16qvTGiSqGVfe0ATNs/rNPIUcCvsuud7dNnNCQ2LCclDmmCjiY+Og1zOkNzLiWRjrUej7eD6zQY6bVfE3/HZAr1jE+cnhgwlNVeZHXi+55qcA+OuJlUjq1c9EYD9cAHfJ7rbwmJqolFzsdJxkScZRn3+/QPUqhXUqhQ0mQLI4NAQ0PRR6CFOnmo4fgo0iEtulORZN50qosX6JWD9MlPPHsKFK0brYX8m5/oidaEVnlAVuMI8wDyZo9bScfmyh0uXPESLQJYvfbCZdLlHYQlJ7KpEua4jnDoIprbs9bw38w5ksJ/d4r2DaD/ev2kGyaQPkMMwvu4377q4cZfn71yS8r2uj5OjGc5OZnArmSxJ31GYyBMMJ750gZfL7OJuSnc5Mda0/jK9UiQZBt0+hud9SbRUmw2UqjV45ZpcLNhBT7P75uYKNjdWcN7t42D/BIU+RnstwupmgmargmazjPFkil5vKMOFZr0jz8XTw0JWlIwQpSOpJCiVK0KRYAqdJIM4CRAlgSQj+AzlrxfmaFY1WbqDs2OKkSOUy3V86Wuv496rd9AbdNHrdxGmPURZDwnxtMSGsm9NOjEzSU3wXkVhkPcXCqzTgY7pUEM685DNPVy6WsILr3porrJ6IcFkkqDXTdA7S+C5NdSqTaG8LJgAnjOJvUx2ylBOCcBSL0TfLpNtKVHiKaqNBPV2jnqT6W7g7FDD6TP+cxN5ptAixBLT7H+B8RXxV7oJOOj7NXVOzXDUuI8CgiADRVhUOEFJuQr9TQl1MmjkvyfKC0VPJu2YOGWckkLB8n8zUth2gUtXlBDO50meB7KPP/ncx+FeDK9aE8OnyJRLPKr8GWrkuByMqlHHxcztN1p91e+RweaFUK16egVvvaxTu8A2809V6EVWUFBUVwlgg+QUjrpYRSJnKZoISeCjAU11TVLkVn24qneXpkKeqSmGpykpMez1ThWJr/Ckf1lFuJkG5tyOn00KNYrCJQZEm4g53v2ID46F2sbPKsVfitLibNYtaKxLk3u3KQlZVpGoJOEy6XMxqhX6GxPLpLmV5TOmeolJZSCdIUW52UOlfSbDmmC8Iij1i+5vlRJcXvqXArDsHRS5lljsZSxGeolVeIUisApAEL1IzHrJc0UIZp9k75zn4Qkm7AefEpvNa6clZ4E00cV0XuREK1iql9RiP6m6D3C2JhVuBhO6rLCLZY5p8vlbioVat7rOs0EutQ40B1k0S2ZlhIhkeXaOilugXTewyVmLrUlV0ZOnITQ7gOYE6mtQ0NccQUvmhSUGtyJRCeBGk7QbUphostTgxxNZTnWEUnMEw1iIUEIBuKzXUdJr6O4mOHwQyHvp8o6O9hapN1PErKqgyYkEnYoi4lRJ/zFrcMyqmEN49+RMplxVCa7eSYruYYKnX8R4+iAWAfjWvbqgjb+gAHs8w0uvt2U9ezrB5x/1Ec5iNKsWbl4v40/+1Zas6XCK2XACjBOYM2B0mOD7/zjC9380xiAFhjzTyQfnIixA2kUhOHLuCBs367hytykVdsS7cy/Z/7iLvY+7YugheU5oexlnsQW8NRulVQd/8L/cwx/8/ovIRjGO7vdw+MUQgzkwnHNEw45c0mB8WuwQxQwThEKnZHqM56A//NrL+LPfewvVtMBP/ubn+PnffYxP/QL3Oasnvveih5IhKpLfUkPOX7EeITL4eaFZRc3rL+h8Llw4mguzmsBoLbB+OcdbL3h47Y6HzUsVbFyuoIUSGsSudyMs9kfoPRriux/5+N7HAaaGg7TsIZdeebUXytlTAlLsX6eZmnfVZIlNZ9pXhXakr5YJ/lSJwIL7p+H2Qul93l0u/8OvQzz8Pi+mvss+UO5xrILjM4j3CJrN1P637HIXBLwmdxt+7iQ4KzTCAtx+uOcIHpbzweXcXQxHkipkTeQyDLLs/1apOMWSIM2HSOY8zpFHKkV8IUYJ5VQHahUPVdK0SJYyTTEW0/gVBr46E9Tr2LqyhctXryJY+Nh7sisJ4I2tDWxc2sDW5S1sXdmUPSVJImTcA5ZLcNjc0wUBbcgcIJS+Wr6Llfi2ICZ8NpH3ZavVQqNRkz5eCunS/K0bYtgeDAY46/bw7OQcByfn2Ll3G6996TX5PWnA+X0qOgSXP53BZxfsZILxZCIztkariXq7hbNeF2fn52i127hx/Tqa9QZCn6bwOU72TnG8f4rE0ZFXHTSbTWy2OpLS/fTTT2XZ1RKqq21lpi1XUPHKcC3OM230D07QOzjG6WCMo9kchePgzTdek/XRrz7ERx98KJVK2zvX0V5pQucMlz/DmHtThEjPES7Jl2XdRNV0UGu1UW12xNzPO7cQ12jqosAXp8jjRHXrGpYIwNKNnCYIZlME8ynKmoaSruPksIsvPt/H0ekQ9Jqmlo0XXtzB3Xu35H0f+AG0MIXNAFKU4rPBMT4fHmOrtYqdtStI/QSPnx7g5LwLzdUAT8ft9cvYWb8CWzOECDddLPD0vIun3TPwRsw6Fp0dQ1YZdnsV9Zs7qG9fR9muo2zXkKa8h7DekdWjanCcOIYsPc2hxylsTYNHPYGCbv8Maf8MJ6cPcXL6CHk+k/kaCWAiOCX8enxGKzJsRFJQoSHVPehOHddeeBPX776JFJ4IwAywqTSuIvFwyaxqqSdeCLz/VPx97lj7DTb8Ehe9lNdEAFY2P1hyPlTQW6le5dmMn+MLDW1Z8aLMEjybK2nOVLKmfA4uTDiiZS6/qhKBlSD8awT0si9c9jjBfyij3ZJsqvHCHs2QRTMM/BSDIMPGah3bWy2U0jHC48+x6B2gF0c4Z0/2xkuybKcFM7dZYMVXDp4WYNA/wKC/D9OrorpyFU6lrc4zhYlYBGBWn5HeoA6GFH+52FHNecn5QwrAf4dF/0gZKZmIra9WUF8tI9VjlTpdttVyIybqmJ23kvIV5Z4DKMXM5sbKgxQjxxfYATkIyf8tD6k8HPIAJyIkDy3clJTTTcqwBcWnNnTujMR+SY8P+9xS1V/HtIX0gzLZyw+gqPhYOoSUU4gfJnaGEYfMFMpFPycfKPL34ZCPwy3iWgTroDqHOajlJZ8iMQc57O6j0MBYvxQos+d3TCFNdfZRqLzQaHlwFQFY0oAKZaHQMErslWHF884YJQQKQYZvMHGjc8DIA5aBkF2nFCZV4a5y/fHQJ+5lldxJiDmUPg7lWiIGrNI0UG1z+Mw+2RzzCd3PKfx5Ln3NHJZ60uPMQzMtSsoVxp+BpDCZvOCHUlCyCrkjKUpBFfNXuhxVFxIvQ7x08YDFBxl/ZbeEQbNAmkOToQVxlyZSpp6dELkdoVwvoVxjpwnfL6FC2RA7qXMYpUv3WxLQWZOipunYqZZwu13F/8/Wez9bdp1XYuvkdPN9OXUOaDQiKVIcUfTIlCgrkR5RGmlIaX72/+Qq21Wu8ZSTXJ4RNUrMBAESABG7G527Xw43h5ODa337vibkGnTtagLsfu++e8/Z59srvvTaLdx6/SVRex8NzvDstI/nx2M8PhyhdxbKIlCi8fXxFx+uYsZedEQ3bJh1G5ooujPJmyf4RRDx/LNg/N7yqod604bFDdDSEUW5xFolaYKEsZJCTvNz03D9tRpuvBpA99mfkWI4yXGwX6B3XCIdGchGBrQwlyXlKYtceQYRpKQBHMbdAX7DQK3FeCdDAJ4s0jFnFOYoQXMZ6G5q8BlV2dCg10mGuUhmDsqwQhUWEvtMIiHhA9guYToM7FFl53SJhCMFOqh4McD1TXgBVaW8JlS0aF7yIMQHhiEPE8cr4Pq5HKJUxCa7sQjK8B7k98nQ6NIZFyCoO+Ik5NJNAogE3CWcVLp9BDi2rcXDkqokFUPMbYFxHATQVXcSD/AZSt7reiE9KnQ3OG1DlmzLualSCGaFOHolDpBOcYLE7PCWn4eAMSOv2AfCe4QHJwIFi8O77FULo75Ey6s+XF4w/MXDJwFjksZenSpF9psnEnnP+0NUz/KgIrAsHKH0HzIOlA58Onl9NxBQi39nPkswGbGfKxMhhTycOERYFZprLjpbvB80DHsUnBAcV3FYPMySsLX5PQwCpOy9McUBPOqn0q85Y4/ehN0+BJ3ZF3zeX8UHMIftXK5jRpD6gXLeSw87h1WqUDlg83UmjDVPpU/HXzXQ2DYlDYL9lbxoxoNCVnmSCAl86ZKDm68H2LxmoxfHOIsiDD+tMPq0xNduX8C//+ZtbGw6+PHdO/jVsyfY3lnD9vYaHhz08OHDA+zuRug9tZD2HXz7dxr4039dx4WXXsHK1TdxEo3w9p3v41effYQnT4AnTzX4lgPfduHUS1iNFAYdbkeWrN/7+hX83u9eQa5leHJ4ivv3e/j4F0McPk7w3b96A9/57hv45OkDfP8X72I0P8X2jobNdQ12aUkvC6Pj8krH87Mc7z2K8WA/ldSIcr4AM6AhGQDRSYW20cC/+aPX8W/++A0k/lxWXIVCOO3tDvHOj/bx4TsnYL0jXTt/8vs38N0/f1XIuP/l/7iH//T9J7j+moVrr1lYW7axLJ3imSgqJ9NYFF6OZmGr1sJ2rY3dozk+ejJAP07xu39wQdZPf3iCn/7wFE+fDHF6MgH9VJvbNra3PFzZWMeVjQ0MpgMc9I5g+yFu3gYuX6Oz0ZN1Oihw1MsQMkZd9na1v/PaNGsRjFqElFE4QjwCrcJFs3SR1UpktQKTpMJwTHeSBm1uQou5qSQLwF45OKO4wnQC0AzJaLF2i251E4OBiUbdxbUrAbptE8f7E5zsTWF6jqzTg1R6meJJiS9/aQlf/tIyDD+G4Sd4dhDj4zsxjk5SiacnSJDoJlKC+U4Gy01gGxVc2LAKE73TDP1T9lUp8QP7YUdnlcRpSrxYDXjzK3W88ZU65mMDzx6UOHjKbl3WW2TwG3SNxUgSxhQTRFZ9frxeJuNIYosJgElah6HBpTuzRkKAuJRyjhAoYFQpHeZZUgqJyJgk6ZgnqcvDBw+2VSkpAHydEiVH0VTGTlsl6BAHgKiUFVjNhIHz/nK6jhihqUBWzmQKjOMewr2EX0860BNGumlw6LLk7iVAJidjX8QBk+EM0+EUtlOi3mLagHIBUhw2n4aYT+huBdKYxLEt6lwvcAF9jkoPpXt2bYMOVIL6BLdItlMMkGMy4fVQSfyq9Ciy4zJm7CG71SoBdLjPmIwSYi0D/YR6IQkMXK1lG50VW4bx6ekc8z4TJJTbxzRdiZpVBCXV3BT1JQKcc0blIMZzvWmzH71SUeEEvisLGSypixj0IxFKWZYjc5hLVTGLExkRmTP1oUQSh0hjdg+GKBjZuYj74jBNYZvpWNA1xhbyM1V1AHzWsgvdq9uKALI0pfwuMxpbFp2dBnKSRSS3OBMVsfTZk0Tn9RMnhbgdVVezCdd34PkU0VXISgKGFCNB7juJWtRNqb+IQjpPcrSXSrSXK/hmB57ZRRpWCMecZXhwFfwUNTqlugXOjkMc7s4wH1LK7AHS06WuT3lPvABeoMGrJdJjKtG5sYVxn27GCM22g42LDUkH0awpNHv2opdtuB9jsDcXApiAJZWozU0fjU0PWitGVZ/LnMtUFD01MSIB/JSpHwqsdloQEZzbphtU9d0bgSnLtNiZ6Eh9yuQokRWPKPIoYFk6/IYlNQtOw4QZKNAjnM/lLELgx6J7uLJgVuyEpcuQme2cDQtYQQS/PYPhkgC2hASmAzmeF/CDAq0OlepM2aDrn04oRqFxJiklwjeNdKShhSyykEkHOOXFhcxRki5Ct4/FCFdGvhdY32zgwqW2zPu94QSzMJI0FxL/56lGw+MEp7sJommBlsQ32guxQ4q19Tquv7wMxzXx7NEAB3tj2M0KVoNiMDrWZWeAzhkpY6KTgWhkIByXCMf8WWxsXG5gaaMmvVy+4+FgdyrXxbjPz4/R2cDWVgdbW12M2GUbhiiNHBa7oT06HinsLBDUVSrEcFTg7IwO4AKpUSJjZHhmwcxN6dydjxmvqaG9xOQdA4ZfwvAUmZTS/UGxY6yLgI4iRibwNJds2RcadR2NABKV9urNN7G9dg0//OcP8YN//hCnwzHGYYicXaauBkO6yjmXsgKD+6iqLKIzKg8pCPNhlgGcgPduIRHQmU4HMDuZ6fDk+ahAHhOQ5FGXpL+J5qqLoGVjdKb6mOkk1unYlQYbKuJz2d+tgAJn/h2KfJkiNYGmJ7j5agM3X6tL/+8wmgiRG40spHPGNWYC6MUzTZypnJN5cHR8TXpzm0t0JitCZNwvMDzNMB+rvkeewZokWZuu9MAnZYRaw8DGpo9mw8L0LMW0l2B4amN4ZoNNUTodX24KJ2AtTY54xBQpC17NQXvVl94vdpGHTHKY6OIAXuoGWFuvwdQ0hOMM4YQpUDyXc8bXpFPYb+Xw27HEs+4+KrD3mMQoBQKcS1UNDmd+EmGbOwH2HsfYfxzL81NqC0rWMplIQhM1EsB1H6ZfwfDpTC3Qapdo1Ar0jkL0j5jCoFw9PA2xE4u9t7oRwDACTAc2ZgNHXh87bqX+wOB+mCOmi3pmydmIcL/jAu22I4k2q1s5VrZyjIaMEY0wHbNfzEaaEkAZA8YYHqstGqpPkO5fgjHnbkiKBij84VmV8zeFXPMxk6vChSjVRL3ZRmdpBY4XyJmBZyV5faR22OcWMtY4x+p2io2dDLXAkTUYjHBy0kOWUbzgScTx8QFk8TzHJaFqBMRNDX6NGIkpbt+Yqlb2+JFME2E5EQ/WLbhwLQ8nhyEOnk1FHPPKmzdx7dZlEeWneYLhZB+98XPkZQjGy3FPJQBKd5OqUCgloYziCT6P47mDeOYgGTqIh7bER195WUN7RcU3MwXk5DCV5TkNNOtteb5XhS3PS6al0Ekd81wei7VNnFJ8BggmRVLWmkG35ugsA0urJL0NHO6WONrlWZhgqahVlDPs8y5YVkCJA/iFdlwJtMVFoSKdBX8qVGQg3c2C+wj7rHoS+f4JKS0AIfGROSothKl1YGptpCkTX0aotAi1uoZmx8DVG3VcvdkQ4ffe04nMruwznQwN2L4S1itsaeGWFZJVEa0kdlVkNYll5b79l4CpijpVL3/x/wnx+y8J4POvcd6vSUKRJDABEuJSxMpIevBe5b3ALvFoDllMnoiiEGmaCqnJxfh3g/2+otsWWFcRwEzCkchiYkoLgJUTqXRzagjqLmp1V/ZmunhEcEPRdlVKeovvL4AzmlIifm8NUcwzO2csa9E/TQL4PIJZ7S2MmBVStiK+QHcywzlpMFGzsOWmsJ0MnVXGFs/FoTz7XAQ0Z3j1j1D/CwBP4Zicy1/E+snnQpJWVZzwd+nEziJJ9Ap8vj882ysziiKwmH7D9LpQovqJdfDMyEoyLnapZ9xj+DNoxFc4YxKLUJVwfE0kozj30mihmxFMJ8bSiovusoM0sWTvpJA/nwXIQxexPkeih/DcAjW3xGrbwM6qg8A28fBRiUePCsDOUTmqD1Uc7owP53lZ0tVoidPh+xXqzQJ0AtsUwVkV4nwqy22M4LeZKjRHMk+QRxkadgcNp435qY3RPn/+DLWlGdzGFKU2lXQZJVpgDDRTUzTUKNjUA1hGIAKdOOR9y3le4b3chymyu/fBTNb2JT5PO3KWePBgiKPDOW6/2cYrb7Tx9MEYH/+yJ+KbSxSfvFTDf/v1jqzpcI7pYIZikEMblxjspfinn49lDVJdFgPEJTacDrCFQ5XPGPZZNldttDdZARBgaX0JtWYDj947wKP3D8XwwPQsEZJo7Lq3cOXVNVx9bQ0vX1vB7esrOH04wN2f7+LBr44xoXmH4ZbEZsW1n6Gq6GznPMB7iHO7i6Dt4g+/ehv/9utvopYX+PnfvoV3vv8+Ph4DH08gZwfZN0Q0Ik2ucCsNXqUjMgrEJi08Cqfns0GExI6+SB7R4HcKNHcyXLio4QtXPLx22cfaVg2rTCssPTRjD7NncxzeO8PDj87w/eeQVdJkEDiy9/OcyzN1lKUSPa4bfBbbgmUL48KjzyLu+YXIQoxjigTmvsOvIRHyL4hWdd9IX/t5KoOKc1xU/P76TGzZrFaxFU8hOOyiZ/jcQcgpgWcSgnmfS0Rg3SMFYAtWQrk8FqY39b0Xr4e/i7v4PAJaEcDnFVN0fBNPFwJ6sfic5nwr1Qt8n9hBzL8uVXeJONuZ9MTkn1anhc5SB1lCTIM9sEMsry5habWL9c01bG6to96oyQwt1U183nJbOOdjztsKeLctxFnyPBC6hkIfinDo4CcOTRJaVV4wAZLRzDS8sF6CIrPdw2PsHh1jZWMNO5cvot1qiXHKZtoHn4nQMTzja+wjjmMRpvBZ5dUCeHUf4+lUoq+7nS4u7OwIXjrs99E77WH32aEsre7DXWpiabmLzfYSlvw6Pr2jCODS0mHViT0EaHgB6n4NdcZE1+o4ebqH42f7OB1NcDKPUFoWbly/guvXr+DRg8eyOssd3Hj1OtbWlmFSGMXnXJKiIEZC4bSeS+pizbRRt1xYXgDb9WGxPoe8AM/MYmYqYbDSRtKsDDlTFJIISVFDgSyeI49CBPxahoGnj/bx/vv38Gz/BBkxWNvC5sVtbF3YQrvRktefTyOMDk7QOzjG82KG3XKOjuVjw26gjDPpIx6HM9h1E3bDxGZ9WRbPmsPpHON5iMFsJkuZmnSYjTbs5RXUVrewtHEFrdUdss+oMlZzKIyIhifuERTTxDaj6XW4pYagYK4aZ2RyeymkOygc4eDJJ7KydCTJb6xppUGQS1J8HRNpkWNOUp1zrsbUrQYu3PoiLr70BRTwEJN4lkoM9VwRApgYvRDAnBd+Ter+2vm7cNkunsRCqp2zhp+LfZfIZcpM5HrUFgIX8h8SByD7HUV6FOWca0p4/4khj6Ix8jXkM5W8D4WeS2qXROQvNohzMlhYg4UAUF6nCEBUuqy4gKXXWKWQVFmEIp4gT2bInBZSt4mmW6DjZjBnB0gO7iAcHWLiNzH2W/Ab1+HXr8HQPOHV+MrrdoaazVrGU8ynZ+yjglVfhuGoWjAK0fi+0vmtUoSVQIavgmdfw3ZgOg5O7r2Fgw//adEBrKPiB9dZb6Cz3hTFdMYISLqAhPhixKxy/tIVSKCRThWCTfymBDHlRhfrswKMuMkuGGDVB+oQGFUxFNxoZKPnprdwsorqcAG+8lqju5FOVOXYZM7MYu5ayBsF2A1sOVifb74liaCEhx0LjY4rXVg53adFLJFdaVQgnVZI2NkXqiGYQNqLnoFFnAvjcbs7LrrbHpIUiNMK8x5dtDGSMTM11INm4fRWChvGycibrcjpF7Piwun8ouf3c852CVOpNNgWH1CefJ0oTxCJDVExxoxk4XOJjmYergg2J7xR6QqkNd+nIsZGe8NAc1VHNkmRTlIMD1P099k1VsHosEPNQuC6CBxXqvpYIMtBLqloxa+QzxLksxTpPEU2S+SA+kLuIHfJ4o2XTJ2Fi/n8MyHOyp2CXU5U9pO8z0hoqk1Rb6bQGynqbV8WFbFZTtI2E9cGFx2q+ZRKKaXy36zb+G+u1fBbL3XsDom7AAAgAElEQVRx9atfk/WTX36C//fvf4wPPnqK0+M5Tk/YS6jAcTUcMJKNIJcSG4ialyswAd9SRDp71/gZzYEqVH+WzojlDRdbVwK0OownofKywsHeFAf7U3lSimtKXF2aCASu3qzh2ks1AXfY1TgcZjg5ydE7zSV2OxyVcCvqfg0B27gpcE+QSMfMgBYU0GslmssWuuscAAyc7RUYHOaoIsam5li/pmP7tgF/WUfKzx06ZmcOpj0XFadD+bxyzCNFfjottQyCDpmGeFRi3iuRJpUQyEZTQxBYcggp4gLROJH/ryBQYlmouzZqLg/x7DyjajXDdEx3RCEOjDyEpAJYPntmLHRXPAGGphMDk6kBzQ5lSf2BOCBIaChHajFPkYe8sdVBj/uN1/Th1qkGVr0jcTgXJZhlF1hat9FetWAGGgwmYJUukLsIp5UiS/sJkrFaygmv4uSp5BcSRh6AfNv5GngI5jWhgm7OgYnzDh95ItBkzygrkg4BHXUuHFd1mE0mcxGSUKwht4Kp3LXSlWlBDqWev3hv3bo4fY4Z7XQ4FvJHDmqEJyyKXdhzRCVyieXtOtYvNUX1tPdshJPDGRzHhS1LPUiF2HUz2HYpAx4Pm0e7EY72IukgR67DqAx4gQ6vdg5e8N7mgMneT+XCpouIAg7pyCQJw7jGTB4J4rqigzoKU7hLGoJNAz774APGqpoY9UuM+iSAU1kXL9u4+ZqHrWsWTsIIp2GE0R0Nwzsafvv2Fv76mzdx8YKDD54/wP2TPXS6KwJq3Xvew6/uH2JvN8bwuYty5OPf/UkXf/nHXaxdvoza5lU875/hJ+/+CO9+/An29oG9PWBtpYv15Y4Akho7+aoY6Zkl64+/+QVZu0d7+C8/+Bk+/NUzjPYdVLM6/u1fvi7rvc/u4Xs/ewfD+TGuXGVcpA6ntOAwUgwuSs3B49McP7s3xd3nEfRYhxYpMQuH95yOhZ6GJbeFP/vTN/Dn334TA/TQRx8xga4UeP5oih/+51388keH6HZLdDslfu/r1/Anf3QbYWTgf/xfH+E//cMufvN3ffzm130E7ASVjrgEUTlDWqYwcwdm7qKmabLuPQ3x3r0ZBrGG7/zVTfy7v7qB//A/fYb/7X++L1F5lquh2TSwvmZic93B5dU2Lq904NQjGMEUXj1BZylHo1W8AN5Sup4ZHbbofyexxNh7rrNBH6fDHiZhBt6qdMisBS7Wax72Z6UsEsBMliAgnZ7qyIeAEYTQgznCuMAsZASxhoyR+pWB5WUDyysmTg8q7D2u0G008Jtf3MSlCzUcn5zi6OQE+4x57MWyZ7LLfKXh4y/+8hL+4i8u4a33n8jaPykxIXhRmgiCHI6bg+0PxGUYV52z566oYEYGdHa5ziHuLnbJloxbHgP9XRWTv3XFxPYVE9dfdnDtZQeP78Z45wdzPLqb4cbLLVmmN4fpznC0X+DhHQ39M+77vH8ZGRpjPIxhUrXrO0KqurVcOgxVIsYiZkpjnywkPp3kKbvAA8+WLs84TORwyaodPt9LqsMJnqZ05SiFv6RVMe2AJBWjW0w1DzAm3/N5byp1Necf5WRhF6hyvIiwsqKLtMB8HguRxL/nuqbsC0xOIYBaZkyTcJAxajpK4fkQRxXJGzqG+H2LMpbFn0GREHxNhsT+1VsEgCqsbwbY3K5JfG2j6cvrfir9rxPsH0yxfzgV0FbhfBTL0OXBdIEK0yEV/yb8ug3DViQpRQhKillhZaOOjZ2mjICD/TGGR/xaQBxVQvAxNYa/c0biTMf4bB6wCSQyqpOfD/sfSVpSvGTZOcYTU55ZE8ZbMpaYMcuBh4Bdvy57mF0U7Hdnl+s8wmBwhsl4COrnqIt5cciWwx+JVwOeSxHOQsjE7joRN1pCdnL21ZhK46pZmJ8tXeyMD2fHOsWVGh14RSYitGbbg2UzHSOT2ZqR3lw+FeNkvPQCUTqRdBWC36zWYFRhFFUIh5XMIFTPt7dStLcSbK1fwtb6RYxOYjy9e4ST/QFm87kA+RdvNXHxVks6gHefjhAOdBhpDVoaIC6mSPIZPK+GWtBCs+OgvVKh1qA4kykjhkRHnx6HqDctbO7UUW9qmKcnmCeniCY+4mmA0SHj0udC+NkOwSEXzQ0frU0fqTtFZA2EgLGZ/lNYGD3JZXHu5HmDBKazksGsF5JWUrLqzwN0nwIsD7YdyMzZezZH73kIreDcRQKSLmxHYtLZjcy45fE4FhEHr++AQlE+600mB7giOkWhI81yiS4znAUB7CWYTS3MJhYmvUJWqw1sXdTQ7GqoqLQlOEFBmEmil0kkmXzGZhUAOSNjI5ldiBpQqCepHAT4HYpjYgyGMdY2a7hwuQnb1zCPVGe5IiAYiUmHsYn+YYK9B6EIwJotC62miXCRfLJ9cQmvvrEtwoMH947w9OkpCitDYWciOiQJymvYY8V2BZw903D6jMRqhTICOiseLr7Swup2HUXClBkdu49GeP5wKLGGBOTpZLp8bR1Xrq5j76iH3cMzlEYKr1HBb0CIDSYC0OzMrvfBIMPJcYY5hS80XjIqkiRpSnKRMdWZ9K02u7oQwHZNk8XeY8Y8S1Q6O78jDRFFb8MC21d97FwN5GevOcBadwUvXX4d693L+Lu//QX+y/feQZ8deDw/0pnM2j1G5BeVuGK454pgpDBRRjbAbsIyEALYq+Xw6vx7MVJEIoa2XNXdS7dyTDcqAQ/dhBPYaK648Js2zvbZeT+Hntmw4QmYwKhUduw5rDni/sbnPr9dSvHLXGLt2f9747UWBrMx+rMRoqmObOaiiAypSigyOlrZlwxJoCFRxiSNlW0DSxsGLCY12A4GpwlOD0IhgMuUcx2TaGrodAKUeoKsCkWotLTEvlcds16BWS/HbORhNnJRMgrXS6DZKWDEqIwYZeiijDzYridpAbpTIsomiNIp5hNN1vJyDRubDak1yCkSmpcY9uey3DodsSbqnQq1DhnXDM8eZnj+kM9wA65rwA9ISAL1pomNrbasT9/r4857PTnzrmwGAuAOe5U8x+lg5WI9Q3vFFEGKacyAcoK9xxF2H4USPU4XO11ptLRojDzU2tC0NiY9R5akAWmSKy7JRlzxzEY0swWL4Htfa+i4dKWF7YsBvMYYfmOMg72ZxNrTWRzUVhAEHcTFEZLiCJbD5zNFKXwm8EFM8ob1MRR8EeOgwJn9zqnsERITnrJKgyRagmarg9WNLdQbben2pACi3ztBr38Cx6oh8LtY3TCxdTHD1iV2gSpBWL9HQWAPURKLyIMa25MjDSeHGrpLHjpLnhBHcRKhqDLUmrYspqgxUY3JHgouI6BFkozu8QC+66N3nMh5g9G5F6/uYOfShgjAgpqH494zPD+8L4kKjWYgc0masdObX5czhgKXCYYTIynzGqo8wOzMwvzMQns5x/a1BK0VKclEXpCsjXG4F8Oza2jUWvCZyOA0YZsBxsNIZi8K8LjIatcaTXE2q4QUC0k2kMUI841tH82WjcPdVFZEh/eMg4XCU0hQqEOdIrX43Dh3h8lxb5EqJ+Ae4YQFAUzMgQI5SWShkC8jVXPuP6MZYOH2wxilNoatr8HS1jCfzzAYHgH6FKsbNta3HFy/1ZD18O4Mv3p7iLNjAq41oAqgS3T8r7sxxaW3cMmJ45hd8ZJkcb4WEczyZ5Q7VJxtxEeIoxEG5GfxORL4HK/7NWkKVcuk1Cbyi9+DRACdmeIA3KopAjjUMOhPMeiPpOubPdIUqFEkqFL8FgyPPMJUZF4hM00mLh3ClBwK1feq0FlqoLvcUD4QmglKRSq4lo52x0C7vejyrSjco1s8xWDAiFmHLhap6yJuqXpFFySN9PJysV6D4BedfhSeK4EmhXK2l8J2E6xuVdi8QDezi9FpA+O+h9kkxYz90wuCXcBfEXMvzCwmYeJzVzk/H1ZEMHHLlTSwLI+Q56HMvJ70/ypimDN0q+2j1fFRFDGSbC6VRAmJRkZq8n6sTCQ8z0RMP6RbkiQvBYZKjK4I9koIxijhfRcBegjNjNHuWELW63oAVD7yyMW87yIcWojNGWJjCt8rUPNKrHcNXFl30XBsPHyo4+EDdkEyoIY4isimlAOekIMYV5R42PM5Cxbw/FKJ1c0SaTlHWpLUHS8I4BDRJJY6s7a/JAvzFvJxUxIeC+MEpXEGw57CsCYifGXyEcU0jTZkD6aYgKtMKQThdaXc3CJMSE15Dn30zlDWzuUmbr2xLImRjx+McXwc4vYbTdx+o4VHd0f44Oc9OAbw+mstvP5GHV/4gosvfsHDdBhjNkiQ9TNUwwJnewl+8N4UP3hvgkFsYBDzLMR4USWmIDbN81cFW5YVlLDqOdprNVx+5SJWd9Zw/+1dfPbOrjzvGYMsDkJHR3slwG/89mVZDVOX9eDdfXzwwyf49N19sPGCi17NXDqyFebM701XJs0BS1t1LG/W8Ye/fRvf/vqbCPIUb//tj/HO99/FRyMNH485x4qzQrAf1vLxA5RYWmaPmBpCRiMviE3u0cSyGOvKMxFr2DobwIWXdFy9YuL2uoNbGy5WtxtY226gkTioT22c3J/gzq+O8P67J/j52MVbE1ccmZ2AcxCxfFaMJZiEEcbzGIZtidiXolkK6LgfSdVLzrlsEbMu+4KKVCYBLCTwuduWJqR/sectBDCLyFb+PalFlHMzU+8cOXMIWSxGELW3nRPH/F1q4UgAvcjEP4/sXBDAki+t4qIF7xfh0K9j+aUSTirYVAS0yEQW+7SkEQrZqur+eCbns5HJX5xPOC/Iz5lS8KrIfREVLXQmrIBxPFt4Ct5DeZyj2amj1a5jZW0ZaxsraLcb0l3LhAHO577LRCnlrOG1cx6re15dLwJQpocanB/J5VBQnclzm1HCOSsgTAuuvG8q9TCMYxyenuLw7BSO74vAoVFvohXUUXN92afpAD49PMLp0bH8LBRmcxaSz9xhR2yKJEvFOby5sSm96kcHhzg8OMSTZ1xHcLtNtDZXsLaygo1mB8t+DXfu3sXdu3cQcy8XMTR/Rg91r4ZOq41Oq4PDp7s4fLqH/niOoQguTGysr0iCytHhqaz17XXcfvNlbG2vwebPX7FygfxQgpQ1KjTbWKaQv1wZ9ZwFxSYWXI81Tdz3lVOUpDcNU8S3+WgVDysTWvncycihpKibFuqmiQefPcNbb3+EJ88OULBWwjbRWOqiudTFzuY2Lm5dQDya4tmd+3j82QMMAgODmg4vrdCImOyZYZYmSMGUChu1lo2W1UCLqQizBEeDCcasSjh3uYsr2YC7tobg4kU01y9gpb2Ddn0D4ayQ6i2OPnS480bj5UZpUcg9wdDQgIU2bDiSZpKiKhOYZQizjHDw2QfY/+xXiMO+JFlR1CXPckbHe46I1OM8x5Rd0Ezn1SmQb2Lr+hvYvvE6Cs0XHoRuVZV4x7nznADmM0ZF0n9eyPYvRW0veN//KgHM/0j8n/HPFJFRAEbXvlSeWZbcC9ILLKkCSh1hskLC4j1DMyRn/3NBn4HcjJBbPB+oIvLzOU+MM0I2q6QbvgdCADPSfkF8kAA+j2IvM6bjTlFkMaylbVhLW7DzIez4ENXgMZLDO0hmPURrVxCvXoFj7MAxd1TPfBrCqFI0vBJNiqPjCTJ+LeKbFiPKnUU/MYkOzjfW4vsuqipZDcn+eYolHU8I4L0P/gGzs13hXyoSE/UuC5sDAaMJwgn4xP4ObpaM/MhpKbYlgo6bFEE2UdDRkcvNZgHYSRTzYhdUHSgLAlOiB9XQKi07i8hezn50FtPFx7gERouQ2FCqGfX9XwjvFvM61V2Ga6glbmKy94q0ZPQCo7bYqyrqOxLAdMKKW04Bb4wKknFdOgmUepJgTK3hwq0xIhCwa1SkFrKqRIeRmdJFSWULNwwqiMWhsNAKqFtpkRu+2PwlK1zUh+pPLW43pbniBSRuP0uUPnQRJOBGlKriaBLkizOItiiXlzfeUWp+v+MjWK7BCig3VB0raT9H2mN+u3Jq6wStm4Dm0QWmIm6N3BT1vXTIipOmRDFPUIYJch5KE+5m6vV93nCv/oU3tHLYvhBCmuxMtWTRVUginu8NHUYEQZ2GBrdJAmzR4xzniEk4x+zzo8VaE0Kaa7nj4sKWjxsXG3jjSgfXt9s4KGs4LALcuXeATz5+gv3nI+klnY8LJeqQRBbV0SMOKEtFi5ueC9N1JfqMihTRwHFjMHU0axaagQ3dokuMccQqFlM6VHN2i1BdSuUTiVAOe5W4SBrLNtrrFlbWSRqTTCQoDgz7JY4PC/RPcyRzrgIG+5MlzltdE1TYUUVkuibcriH9tuxo5YZHV8nsqEQ0qNBsMg7UQGutQmujlMiHMNMxYzTiGTA+I9ZRCPvB64LXAslPGU7oamA8ZUwHXymL/92tu/AaruqfFdVTLkAEH1s2r3f2YlMFx6iQJBe1JqMCOYjTjXb+jxXosOu6OLPYEc4BIqSLZGKiKhJxMPH9K+meYi+ObOWMzVOFQfz6VORJJInwviSDqRwypFcwy2JxAnRX2R3sYjZOMB8nKBkxUVgCltCBTze2xHgnBHHUUMY9jC5+uu+oOOTQQiWvJsw99ySlbFezND9rdYDiz0C1GwF3RmOTWKNTiq4w4e6ZcOuYorSnynWehJgnkRAgEtXsGwhIGtv6wiVeoH+WyCL4Q2BDZkVTufkZk0TXXr1todnl4YHXT4rxiDF36r71GFnZcAR01EluMXY9Zly3ivibT1Q0gWgxaDakaYnEAgEKdrmZ7AWlm51EsiX3HiOwVZ+ZijFUuWl8XwksZhJr6nYZzWnAa9MhoPZW9nGNBxWq0xzVWYYrV1zcejPA9nUbR9MQx7MIpx8VOPuowL96aR3f+eYVXLls4+HJU+wODlFrLiNoLOPu0zHeu3uKg90Ek30D2szBd799Ad/99g4aG22g1cSTo2P85O338dGdh5jMDFk7WxvY3twAtDnC6BRpNIGXN+HmLfzW117Bb33tVTx8/gzf++cf46NfPcb82IQeefjmt17Bn3zrFdw/foSf3f0Ak6SPzVUba0u2xE9yEV4gIPCsl+Kdx2N8th+jiGwBhUlucnkp0CiBC0t1/HffehV/8K1Xsds/wt7gCLM0kqGM3b+fvX2CvU8GuHbJxfWLLi5eX8OFGxs47Jf4D//3c/zTT4/x+99awTe+uQybDu0JnYohwmoue5QeetAiD4GVw7cK3H8e4oP7cwxiHX/2Z1fxZ392DX/zfz7A//N/PRAF2/bFOta3XCwtaVjuGug4Dtq0rBjs9plLp5WIObQc05GOyUjHPDIRipuVhGYJ12MsrifO3P4wEhIi5qGcR0+9QMPV0XR1RHoNkVHD2SjF4dEUvZME0xNNxFTrOxbWtk30jyPsP5urg01Lkwh11hJw1awGalYbLa+Bbs0XMcVnjw9w//EhxmEpq103sdG1cfWChy99uYYvfbmOn7zXx0/f66HPPvg8kKjgeRxKRLUTsMuc5GmBwlSdZOXEQjU34bCT1iqQsZOGyRohu5wL6DmweYHRg66QnRRu8F4anrE3UUO9YQgQ3e/NMejP0e+VGJwplwHFLwTApK9WaiXYMc79ooJLAMSj40NFwqgYQO6/QJYogUstMGTF4iBUUawkb2WdR0xRFU0lr82OcwKMBN8I/GRyqJVeD4s1FiqWj3scgQjep3T385mbc2CU2UopO8VRW2Xw2T/mu9L1PZ8m4qSpqOSXrltGLBdyIODP5XgGggYJbpJLdK0QZGc3phK6dLo+ul0PrY6FZpvdI0xEIeBLQlMXV++gF2PYSxBlhSwO4QRsuAeTsKWgJYnYp0lAzJBnAGeLKEtk/qRDyWWNQMdBs0NAUUM8KBANMgxPEwxOEiHRvCYBBaIy6rB7rmwVx7PP54uKzmNPo/rMgThkZKstAGY0p9tQPZ/5/OTBlwcFgvaMvSZIPmWkUzRXAElA8tuUP8fDA7vXOOg7NnujeAxUBwKC8HSBccaSbcaga89Ge8WRmVY6IadMcaikc9fhrERXKmP7GRm9wE75jIro3A1L1JsuWl0fhlUizmbyuRJw5RqNEozHKea9CjHTZTNg7UaFtZsVAk/FkA4PEuzfHUk8MoF6Votcf7Ml6+R4jqePhhiflMDcQRXaKK1MInl1WDDhwK8baK8CQYvXmIohZH/qfEq3hoPVzUDI4awaIS/HGJxREU6yKUd4lkrHaqPRRr3eQOWmKL0EZTBHWWMvbwVbeqdt9B8m6D+i5E0d9t0W4K4U0Os8vPL6LdBsG2i26VT3YWl1ZJGBoydjHD2lE8+DV2eii4Vmk+5wJhNEiOniznkApGMFcn3wGcC46zKlEkPkwQrsMUhE5gg6EWyfdTOsgDDQO8zQO8zRbJjY2uG1qSNnbY6ZwaVL22G0NwGdHCmFCjMd0UTHqJdj1MtU/UOdBCnj0tnva70g0dmfvH7Rg9+kGlX1SHIGY6+35zNhxMSkX+BkN8F8VMgewW7qJE6QRCm2d7p4+dVt6Yq+f18RwHALcfJYTFSRziblWdHSCmePdVncWxyXTjwbaxd91Fs2hkcFRod0kxuIIgNplCONUyGiL13r4vLVLp4+OcHTpycozQS1JaDWYl+1ioF3ggyOn4nIYtCvEPGMxzRLRhdGhiwhdPupCOlaK5Z0qBpeJe7OVBzAdNxCOuopQuQZjiLe7asOtq856HKGci2stVZwdfs2luo7+N733sX3vvdLTKJI3MaazZnbguGaiNhfmyRwfYoDmJXjoJg7KOiOCk3kEYUoTIDIURoJ4ioS9bfj83xYIZqWImJQFUhMijKlR9ttWJidJZj1EiAxYeQUkhIYYgxoLqp9q87+dL4vqsqIBDCfsddvt3H9lTZO2Qs1GolzvIwsIeCZ8MPFuS+LlWCEHc7sy167YmBphy4x1ak3PIvlGcx0HFH/M9ZXt6Uf2wxKmEEu7+/SsifxqqfPI1k5I5JjHxoFsn4CzSEBzINiCj2tyxKXvW9Cs+kTniEr5wjnuqzAN0SI5jJCmELN1MbgbIr+6QQmZ4wG0FjS0V2nA1rD7pNMluuqSoJO18LyqoN6g4Ij7n/sa81lUcnLmhnOrxSrcssyDE/IyO6yhuV1OleYJjFHPJvh9CDB2UEs3bgr6zXBADjLpIWGcOZjPgsQz+pIpnUhxQyTxCa7vJWYk3PSbGQgYb9bMkO9WeLGK3VcuOohSoaIkhFOD2Mc77HWwUONnbqNFnIMkGO46DulMIkirQCOQxekqhYIZ6xaYZJGiixWccamxooBRyK1w3kM1/XRaLUQ1JoSRW/aHibTU4xnJ/C9Ohr1LlbXLaxv51jdSDA4nWJwOsF0GmI2i6CbBYIWnVUaDnZL7O9VaLUCtNqBPHPo9iWuwzQhnjEYHUjySEhE0a1VsCg2tSvpL6wFHsIZpBaAs5fBxA3Xx86FTexc2EB/fICD04eIs7HMBuzHU5gHSW8Vkyn4gswivCbpFK9j3ncQ9l3UOwlWL8zQXKbjyRPg6vnjOZ49nomAwTZceHaARq2Nmt8UJ3BVWBiOZhj0J0LIeEEdjkthObElA7Owj3nYx9Kqic0LAdodF6dHGc6OWHNjIpwq5TorIzg3SZ8rn9kkgF9EQCss5/wXsQHpAl44zghce54vc5iAxwnTm1QFmuoZV6QNHf5cIKFb1iXaczbvwa+luPlqgMs3fDW7GTqePYzx4E6E6ZDxoQEsi+JUOk/4tc9jWs+TiQhEq5/3hdtgodlXYBOfaypOVcSBMnadx5+e43OLf190Ap9XZnFWXSSZLgQB5wQwxRK5eu52TBFX1RsuZtNY5mVGVyeRiTRSZ06SVKoGTrlQlEuW87G0lwqILi5fIgQEjPQKzVaARru2EFDRmVVKkpdnG9jY8LC+yfccsliTxfj1k5MIce4gKhTJs/D1LNzQwlYKwMzvSxewxDUzxphYD+fkqoIb8JmQYGk9xcoW52ILg+MaRmcOwjmfgewPPid91OcrYPAiRpszNLuqJVmWjih5310hwhn5TeemabLKjoAAa2OU6KDV4b3pS4qIG5Ti+B/0GQdNQtxhgZkClyWGlteTSt2jYIPPIBWLy5mfBH0uGEoh8VURgjqFnCqxh1+HSSSjIxOTM0Oif7k8ptB5OjaXDdzYMdAJ9IUDmAlLOhIRlvJzUuTjeeehxPPmTHGo0GzzTMD9s4JhsGqAosEJvNYEQWcMTY8QT0kA52i6HTTdNvSkAy1si9MxLXootD5sdwLbHUsf8mxWwg0q1DtArcn3UnVKm2A1C8Xs/Hn5s/IathBHOj76+QAf/nyI7UtN3Hp9SZ4Zjx9OcSIEcAO336jj0acTfPDWQPC/f/07q/jylxu4eCHFpZ0M8QSIJxXiXo6kn+FkL8ZPPpnjp5/M0Z8bGMxVrZrBhEdxnSrC77wfGVYG2Bk6m3Xc+sp17NzcxCc/foSPf/wQts/Ekho6K00srbSwvFaX9IOVDRODvQmGNJvc7+PwwQDHu2MwWT1lgpQQwAqrosFKsjc1Jn5Y8Fsm/JaBP/3Gb+Dff+urqFcFfvQ3/4y3/vFtPC4cPM6Js1E8IRZbSXvg/Mb0QK7M0mXxvCkcsJwvlTGLwvakzHDzRoDf+koLNy5YqFUhmmaOy9e2cOnqNuxBBv0wxMNP+3j7wzP85IMzPKocWRRy1nSmrPEcSpE8sdQYs1lCBhuQ1E/OAxTtLNI4Cwov1J6l3HSLqO1FusG5yEXI1gXncO4C5j3ygryVCOfzWHxGtKuo//N9SGGS6pciclUSKc+g/Ee4DEp4xPmuOAuJeT8PnV3E7X/emaiwRNXhLXvt54xeFAfx9fKcKMIa6T5W3InrKWJRjEyyH9GwkwkJqwRITBdWRDbP88Rtia+7vi1EW73hi/uXZ3vXIWFL3MCBz1Q1uoEloYDRxQrbpfCfP6u4e4l7LirriIGq10/XojKf8d4kKcz5gGdFimKlx5rVgCNT7/EAACAASURBVAWTqXKZc+pBgMD1Fh3AJoZnPYzO+pKyROGDVAkwnUxiuBkHXqLdamN9bQ22aaF3corTkzM83j/Go71j+N02OlurWG630XUDtEwHe3u72NvfFQew4XNfZc5wKfWZ9VoDjVoDh88PcPj8EDOJcybJaqHbbmGp05T+4v5gKATwy6+RAF6HqzNvqsJ4NMJ4NIRVc+G2WF1SQ9MLEJg2nu3u4/nzfdSbdSyvdtGoB3D4nhmLtNO8wmQyw3gylyhox+PZ3ITGyq8yR8O20bQdPHt2iPc/fIAnu4eYx5G44U3fgxH46NSb6DZaKELOcz0Me32U7RqKTg0V75fRXCoQUnZOa5WcOxs8u9g+DCfAbJ5i0J9hHp4nSBqw2i3YnTb8lXXUNrZQa63AM1tw9QbShDg1O57Jn7CWgRCQicIwEAEIUSGoTLQkFYuCCc4vCVw9haenOHn4CY4ffoz57EyEPjSxnDf3KmGHLec2CpJITPrtdQTtdbTWLqO1eonZMsgovCXuJKkprM5QOLZExS+4mnPO4b/mAH6h01j8oc/HRSuy+IVhXyX9sj6S30fu8QX2L9oORQDz+cp9h/etCE0W+4uYpqwSlUWBouKP1Gylfp3XRy4C/1Q0OD+ngj3cFN5kci9JF/d5OgFRe/ZK+3WY6SmsaB/a7ADl+BBZGiNqX5Zl6Suw9RUl4GA1WBnDL1J4ZYL5fIh5OEBOE65dE/HbgjGXVDzO6UzvY60mhZek6JlgaNiqr1p1AH9/0QHMSGxDg0PAr24hzVVOvDhZFyoUbhDcBF2LefUe0iTHnJElcSqknwyXns7G60W0sHLXMjJGdVeow4G8gYzIofspJYnDKCRFTIJl6VT2L9T78uc4LEqXyoJwXHxmyuOtVN106jmuo1wgVHWSABTVLzfaGGkRIx5ViAckfz/3dWSjlqtOrt9Gx8fyekOcKHGuunGm7BKaZXAdH+0muwINjEcTTMdTGU4LZrYvIr/PPwAh+qi8pDo0Z4+Zcr4IUSUl0mJ0f5HDT0LQqRGg0JBZCXKLMXmq74+kO98TEl15wojcHF6L3WRAkzEcO03QtDAazjE8DZEeFUgOSzRaHtqrAbyOAbNeojBy9E9jWU7lwYEn8ZUJI5cZERxFqKJYxQipa12G889TwPw8OUwrmz7jTBZJOJaGRtdDY8mTB0UURQJ68DOiCo99gAQuec0QzIrGGeY95caiqIL1xuSvWYL+6u0mfvtrXbz55gquXFpDu9PEf/zhffzHH9zHCdXtHM4mfE8sVARaUMCUvOpClPZ0DFF4TWDG7TbgsYd1OMF0NEFOYQG1+b6DC5dqskw7hGWzdycS5TFBOv45OoJIJvKaigj4Tyo0lmxs3Qyw/RLL4cdwgokcduIp1fc6TujgPVVxJ1wFRel0GotrmqSfjuYylT8mmhsuGusuprNUDjGM9cv6FTDXceFGgAs3anBqOQwnRpwC4ymj9BhjGmN0GqOg+3OmYn8bK3SgmUjnNjIC27MY8TwCrBJmDbB9Ux6QzXoTg2GI4WiuDqwEptiR2TVRa7EDjO4rCMjOITjndbFIGaIL16TbpmnCblkC1vLeZJxpNjKRjiwUswzlnC4RErJSliCxT1T9S1wy4xFdB66n4pcmBETiRGKw/SYHBCp5Gb9nobPURC0IcPjZGAefTeS18EKXgYwOXxFxq/2EZKdS9yiFD/87I0vYoUVnhEmkV/pJFeEtanQS5YynyEkIOAhqdPKZcIRwrQQg7x2EsNnZ06qhs1TDyloNft3E2WCAs+FAFODsn6gxyi5gXy9wdtLH2clACBBGE7GDk05BihIIKFYGAXtGedK1RiKEhwgSOQRjSKRnsmptG61VT8iloojk85r3gFmP87oHU/cUaGWqONxcL5AzSp3x5gLw+NLn4Xrs7VGdJePRXBaBQccyhYTjPswOdRlOsxJOWxfHudeiaED1MbF3ZzzUoPUK4KzEtWseXvliHds3HByOQxxM5jh4L8Xh+ym+fHMJf/EnF3DjmoWj0R7OZqew/GVY3hI+fTTHe58ORd0/P6xgRRb++jsv4a+/cwtmB5hbCe4/P8JPf/YZ7t49gE4XhWXjyqVLuHz5EpJwgN7JM8zHfazW1rFSX8etV1/CS6/exJ2Hj/Gf//EH+PiDB0iYjJHY+Mbvv4RvfOMW9qNd3Dm5i3k+QbcWoOn50En+5iryg4P33jDC+7tj3D+OkIQ+0tBHtKsj3tOwZlW40Kxw63KAr/7Ry/jqH97CZw93ce/hc4ySKRIzQTgNMXkwRn40x5df7eA3X20j9wOMTQ93dxP8zd8d4K1fDfHn37mEP//OZehRgtnhVBwBIQhgZKjGvizPS+B5MR7uh/joYYhhqOObf3xZ1t//wyP8/d8/QnvZwRe+soarN+to0YVZK6HHatHRESWREFeMZ5tNU/RPKUooMRqx394SpaDlJQI8LK80sLxax3ioYzRiRGYMwwmlS4rgqGlm8Dsb8Nsb2D+c4+6nh3j6eIzeKRDODLz2+hJef2MJu/fGuPOLM0RxjO5VoL1DokUS3PDqtR186fYV1Iw6+gcZ9p/N8IsPd/HLD3dR0hmim3jllo8vvRngC6+7WF6JsbQa40fvZrLYNVq3AqRxhWcHY5z0Z1jdBNY2aeKuhFggQBkPHBRTE0tLKZaXU8SahqlEKgNaXMHTDXEwbGzW0T9JZdXrDlbW2FXOjk92x0a499Ec9z4KMec+SxCE9RU2qxjo2LGQZxZ0u4Dh5uIspSOLRKMo78ABmO419hqqqEAKRWo11ZXFyFEVrc+OQv5saj7gucukGKfGPngPnS6dT8BsPkYUzhYyM+WkUbF8VMoTwKVaVzmJ2V84nzF9gwdvgWskmpWrVg9QrwcIpznGvRjTUfwiMtoleblwpvLvUkzDmFX2Cw/PUgxPU1Hjd9eAlTUHF6+0cOFiE92lGrrdGk6ORth9coonD2Z4eDfDwTOlOucYQMVq0HHke4kzg4E0AjaojozzqGY+LxhRFSYRkjxBe9lFe4mdnBS3UHWrw0hITJo4eDSRxXm1vuzI8yjLGZFGkRGJcweGnUo8OMlSEvckH0gycJWJhyp2JaUiZXdsSkdtIq7P8/4Oxvgzgpmx4EmcCtneaFkiEGAksktwv2DULzt9I9hmIb2RjsVYaheTSYFeP8FozK5XJXbavlbHztW6dOKNh1NMxwlCdo7PddQ9Kpp9AQvpjOAQRqCZ7uLRgCkjqRDhS4vnQppHqLQC9WYgIMDZ2QynZ3PMjitx5xuFgQtvmtj5AqM++TNqGDzPcHI3weRYVTVQ0PTyb7Vx+1+1cXg4w8P7Qwz2U+QjDflYh9XUYTVUnyn7Wtnp2VrTFAEsYDiFgnQ7eqi3PHRXXHFsaCa74yIc7Wc43E8RjQqUYQnXCLDa3USntYxBeIJBdAKtEcHsprB9AzajIwu6CkKc3g9h6ra4sSlI8ldLSU7pDRL0Bim21m1srjnwzTr0ooFkquP5oz52H/XR2m6gvdUUh2wjYMxVhsHJEKP+TIRRdAQYDu9fihYqzIa69KdSBEFUmOAKI+yCJlDrpuLwp6iC0ZVHzzIcPUtR911sbdWEhE6MKRJ9Jgr8gOCLAFiMnGctSIrBSYZJD5j02N9qICCA3rFRa/D72Dh6PsPR7hS1ZQ3dbV1mxICHfIvP3xSTcSpRiOyvjpiCcpKLI1QnQFy5yDPGk8cSzXzjpS0Bdh7cP8aTZ2dSU6L5jB0k6WyoziYeTsMCZ/cNnN43hTRqbRhor+hoL5kCfj37NMbzT2PU2yuyOC+xD4xnq0tX67h0la61Q1nsy22sa6h3GbnqSnqI6UUwfcZta5hOTCSFjoIR77qOfMbUHyDuZ4j6qaQBtNcc1Jdooc6hOYXsBSmBXorxZhXykIt1PMD2dQM71w0stx10PB9rzRXsrNxEy9vA337vffzt372HMEuhuQZMpjT4FIM6mIZTTOdTsPKls+zB0j3kUxfJxMJ8WGI2YMRuhqCZiWs2KhOJt/ZqlaxoUiKaqH2Nc6ZJB2vbglMzUcxKFFNWk5ioYtYPESRTbkizxooFXaKi621HgLDpKJR7/OrLHVlHvSGO+0OkUQaNZHlSYT5Wi8QUk1r4PkRDEsDAxksGli+ZCClkmdkY9xMMpQ6nkCQCJozGYw3JWEPQ1VFfM9BZdbC8wrhAE8/ujvHs7gQGAiHm6O41AhLATC9gJHIGu2zDrjpqnmfeHQVlVojKiEQUEMfcv1UXtkuyzmzBRkP1RR+NUFFc6+VC7m9cCETUuP8sw/5zVhIk0lW5vuHh4uWG7Muj0QSj4RRpGCANaygkpUVhCozxp7EhY2JF4mB5tcT6FgMyE0wGIUZnISaDVNbKaoDNCw2JoE6KBLOQLnQTp0fs3l1ClXVlbrbtELadSwqA77gY9ZkwBESzGZJwhGY7w+3f8HDplo2DvQH294dy743OCCh5qLXYo04FvnpPwjARQI5ugk63iWajvnge2RgNBhgOBpK+Q+yDjtPAa6LmNiWlYz5jLwedSxZ8v452dwONRgdhdoYoOxXRTLu1hNU1G6vs/+3G+OzjPdz7eF8Szihq5TlueduSvutnj3M8e5LJ32MfM0nYWOIlM4kiZ9SniPzpsGJMZ86Y3gKeV8EL2L/poNEgCUUSy5FO5YN9fj4p3njzNt5482VMwhOc9J9gGvWle5WJWKzcoauDpDLBNCZ/cPHR6ll1eHYd0chHNKSrOkRrY4DmUoZaQxHej+6N8PDeWERyTINzTBdL7SV0mkuoB13Ual0MBlOcnPYl4tRxazCp7loIeseTHri6K5aIJLvLHoY9dpwX0lk9GyunswjDxNHDxjy6LVWM4TmBKNJlqfTi3KfOjMK3VRR62ajX6vJ7HEXS4SdCvkXSV7noizvvrc0yOksY/R4hSadYXgO+8jtt3H6zjqeP5nj6MMTh8wKHu6z+oDhF7aE0L3BJRLMkuS5iCCnOZ3wiU18WPbAClEoZMNN3VGz6OSkiYKUQKurcLoJ5phNI3Pc5dqjinuXrErST/60cxwRl2TFbVClMO4Vlp7h8vSkrTUoRO58yuvugksUKEQqB6JaSlBqSlYUrUeyqCzgXUlHiNIUxyQWvY8IJneUklcfDUPZCipV918Tlyy1x49cDE/XAQu90hP3dHg72xxjNHVmmqZZ0dopLdBHFLCSXur4pWmNEIgUJJIP5Z/16LLUv7ZUQ3dUQ/LzODjyJxqeokek35+5E9f4qsPjcFMFUHBFTCj7Je5GklivCHP6McuVoM1TaVGa7aEZxIRYO4AArGzbWthy5P3efj3B2QiieSToegkBDrUac0xBnMQkdJWBXJL+KHVdOYHU/z1GUTIhi2gpnbSUCYGrT2XMN/SMNmc4qBtblmSIi21rVcfsKsNws8ehxgkePU8xLC7OKn6FyU0msLIkPEsMJq7FSeV3dJRP1OkUMdJfnSNhnmI3htyaodacyB7JiKgtz1O0manYTdtGFlTG+lMK8AbJiCD8YwwtGGI0KjIYFbBLAXSU2FCG/ZsGzG/CshojrWOVBvMNg8kRu4MOfDfDBz4bYvtjAS6+RADbx9OEMp0cRXn4jkPXokzk++NkI68s+/vs/3cJvf62Fut9Dw+8jFyGYjTnrKs5SHO5HePu+Wv2pif7EEszXoFi7JBlDoJQzGLvpXUnOTKsYSztNvPmN27j25gW894938P4/foruegcXXtrElRs7uH59B2vrDUTRAaLoEB/8eA8f/GQPo6NQZjI+9+kSzLmkiGBxWUm1Ga87Cm6Z2pdJPcV3vvVV/A9/9ftoahX+6X//e/z4736GYy/AiUdi0EYroBssRRiOpc5HJdiUkJJbRxc8zSBTqzG5hnVJBkovQ+nl+NqXlvAXv38Bt7Zt9PYPMB8O8fLtl3Hr9suo9kaI7h3g/Q9P8A8fD/B3nwwxrduY1CyYhQU3NWVkYDAuiZBwmspiyAKXaSsnM/E4MVosYlzVPrbw2okJSgkvzsleCp75zJI6wsVuzXtTCE5F77xw2wpZfN5MqfxLL7gE4SXEccz9Trl6Rby0IID5umgWelFjx11zETctZJC4fBUv8kI8c/49+HUWsdBKZMXzI800CzHU4s8Re+T5RlzKNNbR1zObyfNE8cgUfSjTnOz/jMqW5zS3eVULSV5FusgpHLcoElVfk0Qw721JM/SYRqC60omTBp4rMw//jPrenPmViJzvI/me6WSK0WiE+YLI5c++dWFH1nA0wuHRsTgp6TxmB7Fr2XBNC/PRBLPRGKPBULqDwzBcdK4u+pR1Da1mC6vLy3BMC+PhCIP+AA8Pz/Dw8BS15Q6WttbQqdVRowCw1DAaDzEiScvu9GZN9rpoPEMeZ/DcAJ7r42jvRLp2M8Yzs17Qs1HzPNR8D9PZFJP5DBvbm3jplZexubWBwLZAbcTR0RGOjg/RXu1idWcLK8tLaNdqcA0Lb//8Hfz8rV9I5PblqxexurKMJuOsLWLtMfIwweHRKY6OTmUfanQ68HxfiFODRLfnoeV6ODzq487DXTzdPcRZf4ABhZ5aBQaeWhWjljl7EOtVrtTG2goaq8vyXo5PekhC1howZEpDx9fRDgyEroO5S/FgpmqxQl4Xqqs9uLgN/+IO6ivraHTW4DgNFBFrdPicYvyzLbHORsnEGA2a66JyHUR5iSgv4JUm6nToSkR4zCI81K0CDatE/8k99J/ew2RyjFk6RJzPJZWClYMk+TXyXiXFmtzDm1i+eBOd7asw3A5Mp4MSDnJ5DXyOqftcqhQkCYBGDs4lynn/efL38/9+TvKezy7/fwJYVZMSc2HCr3o2StewuHYpciExKp5dNTMtEos5M0iKb5mre5YJXKwmI14uwpTPvyblNH4hFOEcQ1FQTk6UNTg0Z6Ty34grWCaTEWqwnbq4zVPiYPEBzHAXRjqAnpN6NxD6l2QZWhOm1hBeq9R58I1gTmYwJ3MMp2cYzs6QMYHOrVEFK/seITXbCWA7PgKXy5N5iBgrk+oYAW1YDnoPfonjT36EUDqAJcZcEyepHZhIy1wUHqKcWzgj+cNzc6CimEt6I3kDZIuOCFZCEEBk1POiW1a9WUqNoxytIiETpFM68FiOnqnDNBcNerIkuleB8wS4yBLyIpUOS5I97JPhULroohXnBgFFboL83hLVr0LuldqQOZGmdDOR8OHQwJ9PytmzUggnKnHYGczuYH4NOl64pHcnYQenLTGqfGDwoiAYyOGUwKB0AXMtrkpRH/AiA9XZqrNYwAIejKgkMkvpAVNj4cIZywexVNMwb1xF36l8djqv1YNAzuBOhXrLkKg03TWgMVaB0ZvDFPNBglL60UrUO77EjFCVSwcRCcnpNJelhmRXiHcOZey0Yq5nxb7ahVpTXdjnkRhKLaVKVUuUdADzxlJnBHGfBm0ehukwZd9hKocLDtv8LAzdhqnz0J6LgokRYdmMUX6LnuFSx8VtBxd3XNy47uOlWwGW1nyEmifRKz99dw8/eXcP0ThHxWhwdjhnjJk2wXYcxoycM8lyw4vbkg5xBfrESSjRV65nSicWD7bNpiPRUEnI/r8I40GK/hljT5R7mfsBCWA6iwh4Mdanu+Fg47qPzesuKn0iK48Zn+nJUL37KMXpfibdTgRhuMmIsouEI93PtorF8xqQ2O76qi3AHuO1CDw5lQVPt6T3t7vBa52HMw5OFUYD9pxoEvvHRecvo3kYK+TXlGo+mZMEZiS6ijySyHVfF9ex3LeGhXkYYxYx0pMOPxKQPOyzR4ndTYzPxItYbunTENCH16smn7fFyEKf/R3ESfmzFkhGGpIh/56KZhSz7QsFnro5hOSlA2Jxr3GniqTjKhfnOxd7yjJG4To6Wt1ABouzh3OcPgwFCJDNm4rbBQEsB3U576q+TRnmuFkzSl26JmMVMSGqHxXPzg2IwgZ+HXU9MzGAfbeW6lmkQ9vQxXUcThI5RFC9SUcNhyUCBtNshlmmwF4OFyQmeBbgtT0eTzEZzQRwp8qq4oAotjre2xlgsbOM8WsWDKqCpIdX9aWy00g9AAvU2zaay44IZ4SACBnXRwKYPR8WLImsIEHALuICmVnJUgpkKsgteB771agOpoIvU3vaLJZ+aKqDuEWSwBchi+zHFZymJi5gr60jaNL1yDggRWYbQw3mALhxo45Xf6OJnRsung+m2OX6ZYTdX8b4wrUWvv0HG7h53cQoPMY0GcAMVmAGy/jVJyHe+uUIh7sRqlGGWmXiu3/1RXz3u19EFozRK45w9+E+fv6TPTx6OMTSahPdtSZWlrtYXllCPBtgeLqPeDxAt9ZFN+jgyq2buPLSDdx58Bz/5Z/fwqP7u2jqAZbcGl5+pYuXb3cwtSY4LfsYR5FEoif/H11v+mxZelZ3rj3vfebxzpk356zMUpVKQlUaQFhoIMDYgOkwGNuo+dB2OKKju/8eR/Sn7i/GNNAYgc0oQCDVoFJBVVbO052HM5+zz56HjvW85yYioqmKN2rKunnvOfvs/b7PWuu3ZgVaDQ2tOg+2FiG7OJok+PBghocnEYJZBcHcQ3JYID4q8JntGr54p4l33urg0mf6sj65v4+P7x9I8qnZN2BkOfynCySHAa5sO9jdshFX65h5TTw5SvDf/+QIP/r7Ef7tb1zDv/v2Nelb3X86kIEhU6RMusUDhVXe3DKxsW3icOTj3t4UkzDFz/z0rqwPPx7gRx8PpD+SQ4NanQcDpi9JU2D/Ojde/FwlWPoZBucpxsMMkWC1eBpjJ7aNOKFzkWmQQrCjG1s1LH2mZJgMJgIzRrWewDNyVEwKLx3olQ5eHoT45OMhDl4upQeY9+Hbdzp47U4XZy9neH5vANPM8foXa7jx2RpyuMg1D15pogIdwQQ42c9weBDj2eEYzw5GMuDgeucLPXz1Kxv4zGs1HJ6c4OjkGPf3CjzYYxrflH5fDk0G0wDzIMb2FRfbV10xrPkBE3olUt7/Yh31BgeKCeJMwzJSw5NO30KvZ6Hfs2Ud78c43ouEaNJqVQSNT1QVU/LDMwo3qieXNAketvKS+DUKm9xHWNKrS/w/n+V02rtVDVFEZBs7gzn0pOpMuoEN2zXgedxrsLed/Y5MjlBcVF2tnF9aHs06DmweXngvsjhEyuQAFUeRfGbloCsCsCmGDX8eCr6dOEMeZIkH5cCKN0Ym9UhDIXKUBkERWtlBHxIJzuc0Hbz8/wTyJ+5FdhWTfsD9YK1notIxVJI4p9PfRLtrSU1Cr1dDu+0J/pz3jdG5j8EJ++tIPiil21cQW0UJq2bArtOF/Op0LP9epYFXPRLS+URzHM0sidwn+5vKdKNx0KGzH7eEFlkolgbOD0KcHYTiaDYrluyLOHyiQM8+WCbWKLIWINqPCW0dbuWiF0qHljjQEw7oOAwksrxAyB4gcTszfahwYXIgkG97heF1NXlWyjNDFPMCeUzqRSrJSi5+Ta4gYO9xgYBdzvy5tAJr2y762648e5naZFovCZjs04DYoO1fDvK87/Oa42vEQXoYpggCJQI229ynqsQ09xSyBzMhZjKfJJelAy3gIdRGdTNCdSuU5xGNZPHUQDQykcxJL4mhGRlufbaOm2/WMR4nOD4Ipcc0mVOg02GRiFHhmJGHQT5fS1iVBLqjko1clUoXVa8rr1WSs/MwFrKA65Vi9jk6CJET113qcDSKRE3YegV+PsUyn8HqJvA2ckXekQSwhfPHEc4eh7D0laO9Y6C2CWi1EufDCOejGFe267i6U4OWmvDHmghlRNfNZxnaWzW0t+tiajCYgQ8jzAYLLKZL+WzRjMfPLcU9ouKDGRDO+LoXsthv7dUqcNhtV42lA5h7Qs6GWNUx2M/QanjYvVKTNNSyXGAJXxLAHtF2kqTg+1pgcJJgRATyGCIyOxQC26Y847lnZgr47GiJ0yMfXqtAYwOS1KQAzM9vGGSIAvbqmmIeS5iyn7KHnYKkjmhO6gkpNjS91LBzqSP3iJfPpjIcd7uQRaw0q62leifRkQc6Bk8LDJ6qyo2tGw4qLW7cUkTLFCdPuDJUGm1UGh0xwnBvwj1jf1PD2paOg+cTHD6fyOe12uc5wBQzXaVuwW1EcOoxlj7EXBRnBgoiBw0d8QxyDSbTDMkslXsdO335/2tuBs1lUqBERkRbWCgBOCylHoaVMTvXDUH5rzUddCkAN9ZwuX8bTXcLv/+HH+D3v/MBwiKDQbIN0W0OaT8WlqEPP1i+EoAdy0MReUh9C7PzBNNBIh2rdQrAZoaY50edxgf2ROaIpkA4VSZZDt8s0l86RIxbKGiA9FMkC11MqkzscmjGn0NzC2hOgVrXEiNpofHeHcln/PrrTdx4vYnhzJcVLFLEi1x+XjEAr+hbyAzBX8/PMzFTbt110LtqyXPbXzClmcKfksJTCIbcMnhNUwQuUesZUhPU6juSjuXZ9OWDBfYeLOBaTbh2U9K6eiUCbKZPVPIQYVWWEHZcZSRyG4p2QaORv+QQhwOiSPVoF3XoaQ2zkY/ZcAmnXqLaoXnWkG5wnqeO9hIc76Vo93O01nKsb3rY3OJn1cDJ0RTHR1PYRkdWXvBcos7w3OfSzKNpFHh4hsvQbidI+bw+jjE6YW+sI6vdtcUkxwTlZO5jMosxm3iYTV2kUR1ZXINpUDxM4PJ98biXdzE8TTE4ZVVNAteN0VsrcO2uhc3LOp48GuPpwwnm40w+fxy0tHotNHst5FgiKwPBti+WkRhPu+0O6vW6pAxphgoDpqaXiJaRPLNJ+mnUOqjXuisEdII8TVDkNIDTVNpFtdaC04xgN2Pp9eYzp9e3sLWlo9Mt8Xc/OMRHPzgU8hCH5O0NC7u3XVQ7Bp4+ifH0cSxDJy4KVMSASr8x7xf6KhHJa1yMozSTlnKerNT1V2dkGeFnmswOjg6WmIwzvPHmHbzx5muAESDKJlgEQ0zmQyzDuTLj0o22GuKT5+IqCgAAIABJREFULsTnF4kansXvpY7FwJY6I6sSoLY2Q7NfoNNvolKrimjz4rGP5TSTzwEF4PXeGrqtjnweSIOiMMJFt7dueNA0WwnOWSGGuWUwQ6OtY23TQavDvlqSPjTMRhqmYyWY2WIo4PBP0HVSx8WlDq9q5sK0kgjAgk1e9e0WPHc7khSiALz0l2Lk5Ln7oh9Yhvac90iC00YY+giCBdwKE7Q0Lpq4/loVG9suHn4S4uHHIeasjgo4HuMew5TnO+cOfL4rcVtFfDkgVolaFaZQGEO+2EoMVJ16arak9i7q7Hxh55eZ2iqEIC2j8iOvRAxJ/3Kp+ZMk5CT5TOGCGGRlDtH0FL01C9111ooQr879qC6fncFZLOk2wShepOukk4vmSJVaFloZ00fEjRtMnK/IMxQjXEewy0R9c4/KMa1ra4Ku57W/3qtivV/DcjHF+ek5Tk8nOB26OBtR5KjJ4s+qBG4lAstMjgIl9/E5jamqh5giML/HZjdFq5ei3onQaEeyhz47oLGfOHhDfrYLAVjyxCuAlnqF+aawZ5wJ4NXcUZJEqn5KRg18H3Te7wMZcMeBIjow/ed5NjYuedi+4qHUMpyfzTEahvDnpiTWma6t0sjvKOIa9/oq6cyUohK+ZJ4hk1w+NyOUiEX8tRzuZ4ikLoWkMT/RwOpAzk4Z4iAZIUl1rPd1vHFLw0aXtUs5DvYLjGMTE+nLNqVb1FqhgvmCJqT0pIlUPXS4N6tRfGICWAnAcT6F11QJYF1nICFFGuaoEmNv1eEUXThFX4I/QThHls1Qrc1QqU4F6T0eZUIBqXaBSlulmHXDQtVpomo3haIwm82kb9yquHKuvf/BTNb6Vg1Xb7XkGtt/FmBwFuG1N1y89hkPzz5d4u9/MMfVnTr+3bev4utfb0PPT6Dlx8iXHjKf6O8U49MIB4chPtpL8KO9BKOJIYvzaovJOfncqJlowY75gtVKGdKSlSt1vPH1m7j2uW08/dEhnv7oAL21Di7f2MTO5T52dtpo1i2Mzw8wPj/EvfcG+OTdIZaTWBH9eDaSrlmBvMmSANGqxdfQHTFkkeyUIcG//5Wv4n/9zZ9HQwe+83/9Ef789/8ap66LM4/VKAaq3O8yZYNYRAkm2pcB/1n1E0rCTK4b1VmfZMC1Ow1cvdvAW9ddvH3Fwnotx2Q2k7nanSuv4c6V2xjeP8XBe8/x/r1z/PXeEn+1HyCrG8hqFH5NWJnJphrBoUq3bZQJfUoJwLx2dVgixKw608UIomZ6F3qDSubx1/AsrLp7c6KKU9ZwqFQ+r33O5+2LoIfcq1TogbN+Gp+4Vl9aZoUX9zWemcVQsRrfC7WLgTbpBaYATGIhZ4PMil4YcC40DTVrE7OJCs0qzucF4XRlSGLvuyRoSQRigpdJ59XzhF+bRC/XcYX+wXPxYjYXoyVpVLLvEt1AYaI5W+biPU1m60L6pTZCAViZXS5mARSD+bOp14a/z2qtUr98dsk5lv9s2XC4bM45laA7n80xHo/lrwz7cR/2+mfuivgfhKxFmsj5z6lSRGZaVJVIzMdTLCZTnJ+d4/T4FPPFXH4Wmqgq1SoqFc5aKqgSxZUXIhRTAN7nTGy8QHtzDZtXdtCuVuHlJZwkw3wxw2wxhdOoodppyTWR+ZHQKqlnWJaD/RdH2Ht5JOnyWq8Bt+qJcYVrSjF7scDa1jpu3rmJtfUudArpeYYoYcgqQqvXQW9rHd1OG61qDRXLxr17D/DpvQdoNOvY2Oyj3WqIeE6hG3GOMslwdHSKo6MzaKaJWrMl/cQV20LFsVfBuhAHx0M8eHmC4+FEaH9xThR2poKWUnMjIo9cOwwxtXo9tPo9zCYzjM7PxTTIjweNxQ2Gvhzi200EpoUooQmd15UG3WvA8Bpo715D+8o1VGpdOHadT1CZnTHcRpFYM2yYpFKQ2kkIJKsKLEvmwNwjOqUBl4lRqTSNYSBBw8jQ0DMM9x5htPcI8/kZ/HiCiI5ckimMUgTwZqcDfxnh/HyMQnexfv0u+ru3AZOJorqYOjMSQsV8xecj9yvKCMbPNPdRaoPzTwnAF7LvP/3Xi4S/MmqoTlCZL70yTq2ijYIA4eyLrIVU7pOcqfNsoGZipGmqmhW1zVJPfAI0WW+q/lndmfkLxMjCvc9qL8g9qaL98n5Co0UVlulJjU6UzeCkA1TScyD1kRC/TjWrdk0tjd2XFZlTwAhRst5hNAVGM4RFiJDVbJaF0q6gJFGVpiTZq5IoQLOUMrVyHlaSAsLZCo3vtovBo3dx+vF3sRxdCMC8mXh0S3Ncksuf7EelA13wN8K3pkuBXSl0M5JDrZB77MYzXR0Z0zHiAlsJLCuEg6BKViIpu2VlEStLPjhvzKsbperEVc5FHo6kl4VJXhIjKMw47HtzJPFLp4FK2VCpXyF4Xr0N/3CzlzSwqcHzPFQqVXmDgoDu5VjEzzTM0FmvyuJhnOIuhd1gSsSwSuYoIYzCE78HpgTppKHzmu72UKXoLoyUcnbga0StiYL3RSeLepDQfaO5aiAgzHg5cKyMhLyUJCauBrF8jcUVxXi8q8Olu75riXDZatuYTWKMzkME41Tc9HlQwqgz9VlKX1O9VZHXOTiLEM7EbyC5Yymx8yy58dDBUkQZEPCFWTmkKEwJlohimhrKyiCUgrrEdWlFEbKtCFsUGt2aA6/qyIXO91cTAZjiOA9xBuIFMXs5SkL1+d8vXp+cuDwDP/PNFn7mWy1s76ik1DhM8TdPArz/LMToIMCIHUSkX9OGWLAjRVGFeZNyV5sI/mgctrD3mF1fImzFBUo7B5wca1surlwjEspBEnKwVGJwqJBhgV+I+Cm9KqvdvVx7ZolWr0RnHVjftbF+1cXaroMoYT/bEkXqSqfR4LDEk48DHD+P5TXnElZ/2xHEn+GYIpTTVQ89FUd+tUNUZoGzwxRpZKDXraLT9qC7PgzHF6cXU/H+uMT0FBifqKRQ4uswqznsJjsN+Xao3ro4gPxMxKrI72mrxQuIwobgX3jY11L5uQxbfbYUHoqfaXZUQfomaISg+KfZ7GLkxoVCJE0BtvDyxexCTAKNINMU0YSOyFX5srg8+ELS2aES8u01F+11uprpvFZmBgJtiGFiTRQxmcswlgEKX3cORzns9A9yLPb5dZQBRYm96uwrvc/i2FGHdGUOsQQ3wkElb76qK+QfkPTyyODGseQwS4kugn6g4YEID6LuLN5A+e//oUOIKfl4wftDibKaoazlaDUqaDWriIksGsdYTHjwpZueN2xiFRTXQs6+7BqXLroSra4t6GcjMSTxHfsFZuNYDr3sV2a6o9420ejwYE18rS4YSQ6PlxRhVd2gPKiYIGYyMbM1ZERaOsrRxzeIIj8P7cp9SDeSMqNQbOSfvCfTpcWlKB+loO+J7+Whq941ZGgsw8WFBmdmwJ2buHOnhbfeaePS7QqenU/x/HyCF+8GePHeEm9ereEXv9XH3ZsmonSItFjArK/BbKzjB+8H+PPvznCyH8CLI/RdDb/2G/8M/+bf/zQW5iEO/E/xyYN9vPtXQxy8iHHr7iZuv74lA3ve/6P5BMvxAOlihrr0f7i4fPM1XL51Gw+eHONP/uJDnB8PcXt7Eze2emi0ItRbIfSOhbJrYzRN8en7Y7y4P8HVqyWuXivgmR7ssoajaYYfHszx8DiWjm2u7CxBeprg61/Yxr/61jV8/avbSLxM1kf3jvDRvUM0WwZeu91A2zaxeLyE/2IJTaMCFyHpdJH0NrA/zPGXf3aAB58M8O3fvIL/+Td3sX88wkcfHyKMCqz32qjbHnwmow9DvP5mF3ff7GIYzfD45AzjyMdPvLmNz392B0ejDEfjDKOpj9lsisnIl4QZ0aISuud1Jzi/HPNZiYM9oumJWixl+N+T9IgjydYnD4luy7F5uYKty6R6KORtrVGoe16nRMeELB8OlpqNZy9TfPJJgLOjBFapCUaH/axblxqYj+YYHo7R6xr4xs9v4Stf24Tu9KA5XTz8aB9//332m8xwfKThfAjpZwzyDOu9DBv9HD/15Uv4mZ++id1LXfzBH97Hf/vOp5ilJaasKRDjD4d/kGQYZ3Y7N9rYud6R9M/gaC5IXYWl4LOJbkSajYB4weSqg5s/UcPuHRdNdq/XChy8CLH/nIlv4pccwdxyAGrqpUIzsQOX5hlb9YgswyXCkP1ixDFZMug6O2bvSo5WTxf07YRGnZEmqFDeF7g5tKo2LO6tbLrVifPkENpRJ0YtlZRqvaeh0VPuPeIMKSAzjUwspODu0wKeo4woJoc+uhKQmfiaT5jUVgMS5WDM4HoGGk1XcM0XBrn5lN15kQyAKU7xgCvYKNdEvEwRETcq9QVUN0oxglR7Ojo9S8TzRsOTBLFDF6Fmich58HQqHaHBPBUxk4dhu0Iks+on5kY4JaHAzIUEQ6enSEwkR/D5zE0593t8XNBzyNe/Rmyohs1LTWzu0AEZIskX0kuU8/m3AGYj3jOJxqV4SxMd+0Yp3BGfzf2ZjShKEMUJKjUNTeLSajpiScgX0rdtZHRNqucJHatxmiNKOBzJ4Ae5DM1sCvOCKmPPpupV4iCCormYw8RFI08ywULZpr7qjCMilA45Iv4NpKs/mcKsNJRhS55nHLiy8y3UMDmJMTlmKt9Fs1uVPWe4ZJI/ks5fGur4/RBtLYSXXlP2XPNgjsVyJs8wXv6e1ULF6sLSK5gnNOGcSt0He7nZo+jZLcFdMhGQpT4uXXFx+Yonz5n5FAgWNAkQ+ctucB5cgGqlhlqtIcI10x1J6ksyKSsi9HuX0e9dwmg8xbMXL8St3Wx6aDQ9HB/4OD70oedMOBO9T+xviXhRoHAzFE6K6maB+k4Jr0EB2BY6w/nTGIMnMUzu71wLtY6JxrbB8yNOhxFOBzFuXO7i5m4HwTTF4fMp5tMUjleHU6mh1a+g2a+izInZ9hHO2Y0aIVzEqvLDpAmUAy/2c5dIFxrSAPDqrPoAvKonwwr2BhdGgEJjulxtZ+bHJWbHJbpdF9du1dHoGpilPqapD4tGWqKjiV8yTKmcGZ4wAczEriaLNRMuUfNtG422K8Sh4SDAkL3u1RyVNg1zuqSoHJcGH1VRI+kf25R6F6b0Q7/A8CDF8DAVoZr9rkxRtpquiIan+8SkJ2he0mVRwOMQXCss6KmHMnAxfBli8DLEzjUPN96oS1f2cDDH+CzE9LjE9JjkA6LGPFjsNHS5nwW82gJu3cf4NMXkjHtEmsdobtSlW7TaNFDvZKh1iTouMR4S7U7zK6s/DCEyxex89wtky1wES1Zi0CioV3JZHIJyJymdgETmRyUM7gNzHdtXmCg1sdZw0XM8EYB3126j4W7id/7gffzuH7yHiHSgmg3dMaERcUeEPPFrEVPNHLIwAeFBL6rIQwuj4xDjkwC1Vo56K5eS5IyCAZGeFD3MFOGYqWU1pFQobyKgVQdwwYEUMYfDEvMh6zo4mOfBm3i1GLkeo9430dy0ZS/o81o0Stz4TBU336hgFqSYhSlmwwTT0xTpshDkd7ViIo9Z7cIKmAzjI7ohNWzdqaB3lcnMVCgfJElES5rB1KCIxkTioiO/RKOvo7PJPSUrS5g00XD4KJAu6Xqlg3qlC9Mja5VRNxqdVNovHJOqoczJDrud24YIq0wxkxYyIzGkZJ99hIL3sYBiuoPQTxEtUnTWDaxdYsK8FNMIB/YnewlO9xJs39CxdUNHr++i1azIs5sI+hdPp2g119Fubsj5N4gDpOR/G4k801XCnImTBK4VYT6McfwixfCoxPVrfVy71hcB064UmPtLHByNMRhGyLImsrQp1JLQp9GzlO5Kdrc3KjYaVQcnhwFODwIRNjZ3aMQzsLHD80iBex+Nce+jCZbzTJ511XoD/c0+ehtdROlckp3LeAk/Wgq+t93qS38t9wxREL5KGQSLEIuxL8bPRnMNjdYaUmIfYxo9FoiWM+mVNTQipCvYuOlh86YnfWtpFqDdNnFpp4pe18X73z3B+39xLGQtDrY3Ltu4/fmq1BQ9fBjgwYMl9KIi/dbEwFIo5eucM7WRLaGb7HWl4K/OSTQ91xqsn7HQJoWoYwvGnOjoxTzF+SmT6xpu3b6Gm7euiZGiUtewCEZ4efQMw/GZDJ3lXsVaB85pEhoQ2StYwrGqssbHOiZHPF9GcDs+WmsaNnbaaHcbOHwR4eBFhAX7qccpHN3F1sY6eu02hscDWfVeF93tTTjVJoqC3yON+UwZs0M1QJyEsh9otDRB4TI1xzU8K8TYx5+V9Cu1X+Y9liciaV1VqdlVN7AkwjipkZoh7lVUlQWH5kxVc4DOpJS/mIuRjwbeC2SnaXnS5avlNcwXR5j5R9jY1nHr9To2LzH1pfB6n36Y4v6HmdwTmHpkLZSkC/USFY+Dck9Vpl345/j30uKjxHxVxaYS4DJQFcFECa2qt1aJxdLbKjoxRVGe/blf499zXqfQiKumJjXgZG5BzsH8uspALRhlQYXmQgqiqLm2XpfebnZuz6a+JPiZYB2e0RiyQmWLMVuJFrpWgaFXxChWaEsxdVRrRKZb0HX+OgqffG7wzEpTHSuaiCCOYOghru32cG23iyKfYTE7xWA4xt6hJ8t123Cdtvwsgt8X0VoNlhWNkClZ4sw5pF3VlEFDf6uQVa2zeiQV7PnJno3xGcU97nUtua5pbuBrz6+hsJJqPqevyD/K+K7mZTIEZgegDLKVOMolxK+IVJUVErvUsXnJw6VrFSGsLNmVOo1wcpjj+GCVyK/wvK/eC0WqVH3KFAsoINGYzj0pfz4R1g0i1bl/pcmFfeus4CqRTIB0rgR9rtEsx/k4R6ul4Y27BrbXDQxODQxPDZws1CIu2zEs6bxUSU3SVxNJfVWqJVptXQRgqZYwcyTFVJbbmKLSmkLTIxEo0rBAxaygalbhah04ZU+eGTTF5KmPWm0mazBMMRxk0CslKl0Nbpv7e1uwx3WnJSliGtmZLiRhw21UoFs2Xtzz8fzeEq2OK6ZmzlaP9kJJp994zcaN2zZePghw770Fbt9s4T/+p1v42Z/tIpztIZzuI/NJA/HEsHdyEuDlYYj7pzkenOYYDXWMRizl1eCw41k+P0rsZ+UOwxNiU9JyNDYruPXlHVx6cw2T4wCTk1AwtFubXXS6Huo1PptjnO2d4HTvGM/vR3jxKZ8RqnudwY4Ls4dUCa2w5heJU5lPGRYSCklZit/41z+N/+1/+XnUUOL3/s8/wv/47b/EiWPhhKIlRaOilHoy1pQ5HoNTpMUxTEOKIslzDDkpxCwnhKlW4Bd+8Tr++b+8jp1aCG92BC2aIaTIYDm42b6KG+0rePzuPj78s4d479EIH80zfLTIYVQ0tWhSJhad5zpWHa2Sr/KZY4hI9qEadApShSZmBIaKLkiffHbIc0T+qhDOcu/leTLJBCnN10gEM1OX+T6XdPxKx7hKCRM/rMSYFcJdBNoLdLsy9UjtnZzr2M9Laqh6/dVnSiWAeZ+/sAWp+6W6lymdSgnMXDTeyBySAYuVuCXib8bEPANjpHjS8EICIH+NEo6oaVQq7H0HphRQZwv5bFMv4PvNxf9PSFQRDWLq8y7f4wX5VEEXXxlzlYF59RpJwpKvpbpfcL7PPbH8O4NVdrakBauVKlqNJlrNBuZzdruPMBpNMJvOxBj/xS+9jS9+8W0R7UgroGBjV1kxp0vXM9d0NMJ0OMbR4TH2Xx5IipjnFs7xev0+ev2emNk5H4iWAUaDIUajMQZhhvMgwzrrJW5eEQHYjlOYYYQpBeD5FJV2A431nswg9IQBmgsTuYFnT/fw9MlLIf70d9ZRbVRRsKozjjGczDCYztDpd3Dt1i6azRqixQJpEKLOr9lqoN5uyt+T2tIk1pqo3LMhBmdD2c9Uqo7MS/g8cnQDVqHLOjw6ExG40HS4tZoIwO1GHZ1GA+f7+zg/2MfzwzM8PBxiHCWotqtwGy7SgAbwCGEQq7mSXHOWEKqIyG61OpJ6Ph8MhKrKzwklF88EPAOICg1RqTDxwnqzHJjtNRjtNWxcuoGNSzdh6TUUNKImiu6ZljoMx5a0sl3ksJlSRYmQgSyeGVINesYZM68Lhg0420hgIUEdMRplguHBEwwPHmO2OIcfz5AUkWhzDErs3riB3es3MRhO8On9J5iHObZufAZru7dR6DQ4VWQOkZJxz8+KmBsYlFSpW9Hafkz8/XER+OLvVznLf1L9vbh3KvQy9T9HiHBiGrzYN9GYy7R1HqPIaV5lMCqCZ2Woe0DV1eAxsMeaNz2Fzful3Iu5rwDijKtEWpCcaiArTbX491LDpsuv5RI9kPcZsMbMlvtiEB0jiE5QK+doaz7yLMaEgZLSRbV1A7XmDWSahUz2Q9Q2mNYMkZ4NZelVB3rNJlIVhc2QDWtLWaHJuZNAzGAbFjzWmZkuNMOFbqpKVEFAP/oxBLTG3QlvaEyhOiyyLtShlwKwvRKAubkUoYmEE7pw1OIfTAmIAEwEKTeUFzz+lfAr7ysddxd2Jn5oV4X03JRcpAXlklilsTkUlMwKU4zER69c+3Ry011Lh6Uk4+iiiOjYI75Y9Xv+OH9fXDA2e6k8SfDyLs4yc0nuinBboNlz0ex7gkZazkKEi0Rc08R98UZHh5IITnwj+CCtVwStykMRexUorFzEzMWZRxeXCOarYfQKFcGbuaSX2RNnKwi0OL1WG1R+3waTnfygUpjhVUZHDxMndROVvo1Kl1gHAxXHwPg0wPn+EvE8F9yf/NnMoTdyOB5TjUSalPBPY8SzVERIwzaR2QZyix869gnEKImj4rCCeABBDaneWOlVlhLtfywA8wzJ64SoZY0GAfY2OaYkTVlYTeM400REg9H9xdRXOKWdTYm/NFNw+MwO1WrVk56hr36jjp/6eh21Oh9yEZ6fBfjze3N8/+ESxaREOQEcjakmHka4cVdOTpawsxlEXFc6HfcUEwskxIuzxzbM4LVNuG0LvXULm1u29PhJh/A0l8Tu+UEiPYSlMOK1Vx0zHIYRPUnsZX9LQ3eHvbwmmuuGOLq4+UoiG2no4HSvwJO/C3DyPBFXG4f01ZVgz2tX2bV4uCNCLZV+aacG+LMSw2MOkU3pz+uvu8j1OQp9Lr3VyQxYDoD5WYnFGT9HTAQYMBoFzLZytJIjQQGPA/WELuuVGM80LDeKYnpYBoLMkQEgTRrcLFCv5YeOKCQO4nP1GXWrlgwlicgqKeJrHExoiJbcRKjuQ2YWKTQxPR5OEkRT9gmK20JQzhzUSCKLN/lSl2Fbq+fBtKWCXfH02cuhmQgjYoAgnQEB4y16Ieg2Ol7ziYZiyqShEgqEzrJyRMpm7xWmiz0TPCisUvY09nBgywcLheALXLm4ZBV6iv2h7BGVXicJ6dPx50jPOTswmRrMiMOPY0Q+r2MaM0rYXQ12RxPUSrXiIJilmA0oALPfR/1hOJosvudMpav3Xt3PGitxt/QNFEzGLAoZBoZBgmrLQLWtw1kl1ugsZWKQ6e7llMkfygkUcHLY0iecS7qvrJgoBGHNTQoRg6ncn5IkUsQCOiZ4exQkj9TWyz2LwhLvNUzV8BoSzHcdqHSIKzckreTz+/NLVH0b1aWNu3fa+Ow7XVy6VcHjkxEeHY/w/N2lrLuXXfzc19q4e5MDCB+GEcFsrcFsreOvv+fjj/5oirP9JfpWiMttHb/869/Ev/r1b2BUPMOzyQf45NM9fPBXFIlzvPn5S3jzJy5Lej9O2M1LZuQSehqh6tINbKK/ewVrl6/i8bNz/NX37mF0PsPdyxu4udNFrblEtemjbDjI6h5OBxl+9L0BHn88xt07payq7cFGBUfTAj888PHgMMbsxJZVLwo0ygLf/NIO/sU3buAr72zhLPBl3Xt0hk8fncsw7s7tBpqmicGnASZPQ5h2LL10Ub2FoNnD0ajA+987wvNHI/zrX9/Ar/76Op7tj/Hej45RlAZuXVvDZqeB8ChAeBzgtTtt3L7bho8lDmZDTJIlNrptbPbaGLKDMtQxnviYDMc4P5njaI9CZCxpSLoDZANV8poqcbhfYjAA1thbvkX8Lbu7TExHOR4/iCUdvMM+xRuO6pilucBhX2qBmlti0zGwSbOTbSC0DTx+luBHH4Y4P07RdDU0K4b0dXfXaiK0+OMZtjc9/MtfuoGv/cxVzEMPs9DFe997gu/9ycd49HCCwdjAfMn+c6ZCddy95eDuLRtvvr6G125vyEHut3/3AX77dx+ipPhqsdO7FBQoh1zsUGTiqr/TxNp2C5OTAGcvZggWfA1o1lK96vzTopOxNLB+2cWNd+rYuu3I4ZuLAjDXcqYj52E440FP9Yu12kxKOfBq7DDmhIedJoE878X9VFqYcFBxmsjhscnu7IaO8RAYjyAGsnDOAyU7L4k1pXmNQxn2f7koErrWOZRKJHFNs0W9R2KE6rpiQojDNKb25aObU6y14RInz0xEqYswMhuF8KcJNIPJbh4Y1WCzUtWl/5QmGrm3F5r0tLE3jfsZz2VfEGsqdJgkJvgkTaRizKJ4YHs6nC7gdTU0OwZa7Fp1XDhWBVppSXqBXcgvH43w4vEQBQ9jfK3Zidmy4UrPpdpkJ1qGhNg/YjxXzueMSXUapYihFwuq6iymi9mlkNRkD3wF3TUeGiiy+0KbyZmcCNjbrCFYMJXEJF0m/1+DXWS11b6FKcMolT7qKntrOyS8mJKKJ8pSo/mGz1FBi6oqC/bCMv274K9ZEpNJIVD1v1vsTrHYtVmIm51Iab7WQrhZDVgFUV0Swc3UYySYNorGfCbR25mUqXpdPeUSV38aInIS7zo6CjE6iuDwudKoyvfE3kjuhzjMY70331v2M9Lc1+23BVM8no0wmY1he6pTq+q1UXW7MHUXg8kxhtMjQeTlGYexNTQbLUGFJTGH1j76fRO9voE8IRHFUXuahAN1UxxhFFGr1Spq9aZsY6J4gSQl9inWmAu8AAAgAElEQVRAVoTY2LiCjY2rOB9M8PDRYwyHo1dGpPGQ9Ro8YOmouQ60RMPiPMZynAqWGJUCjW2guauJAKxeCxOjFynGLzI5iDqO6jqrbQBatcTZIMH5IMHNK+u4cXVNSB0HL0ZYzJhIqYswIwaOio0kirCc+QgXHELSaKcMF1zcJ4YxjYBCV0IR08gIEYCJDGZVBQ1bpUm8K9Em6mgxOwRmRxq6HQdXblYk3TjLAsyzpdrbkioi/Tu2dLdS/J2c5whmCh/Ms5JT01BtWqi3+F7bmIwjTCexCMBeK4dToZmLgxm1D3EdhdvhQY1DcT63uScZHmQYHHJoregy9H6xepFpn/FxgcW4ROeqjs5V7tMpLJQo2XcceMh9R3prl8MYG5cdXL7lCRr05GCO4UkoiWimi0tu+DVilD1U6p70CBvuFKY7QTinMUt1dxtuAatSCmaa98J6L0ejV2AxLzEZARH3GOw0pzA5LRBNShRMuUY07SuSDbuRWVti1qWDRkx0vPeTgMJ7jFkaMEsdaxsm1jYM9GsOeo6LTQrA67fR9DbxO995H7/znfcQagXMui0dwCoNV0qVBukYpNGI4FytwLXqcu8fHC4xOPRRqeWo1HPo3FdZuggzNG3SrBOOS4Qjhf4iuYM9zjURgC3ki1DWglULZzQtMZ2ljDkUf3MjQnPTQneHB3Hen5hoLUUIZaJ5ERVYxLlcK5PjTPb/jRqFJlOuoywmQaPEYqhEm86uicamicUilhWHhRhAWZXCezi39ry2+e/YwdvZ1FBrqs9TkWg4eZbIeaXqtuSewfevdALA5BhYiT38WfxzDiAgppx610R33ZPKn9nUwGzGkVQCk6JxxOvFRjSzEPs0EmVY27awfZUJaSK9WfkSSU8vF7HKV19nPRCHauwOLfDi6Rwvny7QblEAXpfneVYukSEUEwZ7ghotB422A4NpxCzG+DjB0bMUw4MSb761jTff2lHmryzEaOLj4HCG4ZhCZwuG0ZLe94g1maRH2YX4oZt1U3ohWTN0ehSg0zVw7ZaLtU0+0xIxMz++7+Pxp0vBWPJsTtRfZ62Ldq+DNF8gyXxEeYg4j+RZUfM6sMwKAiZE/UANaw0dUZDAn4YiANfqfdQafUXiSUkHmSNYjJAmsRhtbV7bNxvYvNFAWvhYhhO02wauXmlic62Gd//8DO/92RnCUNVkbew6eP2dGro7Nh49DvDoSYCSdQexB0OEN1f2D3E8lWXxXmgT4a3OPxzk0jzGipp2V6VnkzSU5HywzCQ9S9z49vY6trY3sL7VwtpWE2EywfP9RzgdHKqBF33mxE86pKWQPpPKPYv7Gz6XpicGpif8bCWw6gEafQrADbT7NZwf5bL8UYlgzJmIhU6jJobPyWCE8WCI1nof/cs7cKstEYDznLUcvC+WrwRg7rdemcJYy2C6ODtOZSkBWBHjSHmhIYJXsrQBi+DJ+95FD/AF4ZO/lomyDI5jiwBMIZji72Ixl7kJF2c8rP3h0DGPK8jjKuLsCHF6hMvXTbzxEy3p4Z5NCowHJV48Al4+AnS3gNdkLQENxNwvlag4dVQ5KBDfsuKXSlqX+6ZVtx3Fdc6zVMpNoaE5WOVZXXVTKgFYMPKSyOUMgMKAqg9SHZdMempsBlCvI4ebJAqtKqAoFPPZwEOk6osuZT9MQ836ZgW715rY2K4gy7knWOLsKJJFBLJjV4XIwq8hiWZ40DVPiDppGchMgFQ24mpFSEuBKAQiCSTQtEaaBs/ec1k3rnRx40oPru0jy4fw/Rme7dmybLMNy1ICMAfKSjRSYi1/byUAK5FHfkZWuJUl1nYKrO/k8KqcneXw5+whtzA5V8YBmicEjSo9lorKwq8rP48kqGnWptle5CD1WhEFrUbz8m/l9+dwj/tx0jBkT8bXXJPZ1Pq2jUqD5lXuWxO8eBLjxRP2ghsy81OVKRcBdVV7RjGHS1J/QmtUv4ekqnmOswvYFRJZIthGAbcw4OTsvixgljkOz3M8P85k3/PabRMbayamAxPTcwsHYwMHEyYvbTi8F9FluUo7kdaWlYkIwM2mhmqFvedKAM6KKdKSAjAx0FMxCQhxKFCGa89wUTF6qBh9MfUu5z6yZIF6fY5GfYHBIMVgwG6uAnYbUkvFzxP30g2nhYbTFpTxgMJIEsFr0qDmyrPs9EUs11G768q1fHoUYzpKsLMLbF8GTl7EePFJhNdfa+M//Keb+NY32/CH+1iM9hFPXSRTF8fHMQ6PA7w4jvBsBDwbA8OzEsPzUqoZPIqCsqVQ7y9rKhJ+9ujMt4H6uodLb3WxebuNPDJktWo1dFkX4DEpHSGLFjh4eI79h2c42y9xuq9mvjQm0pghgy6Sl1a93heRJpUQVKlv9mzGWYZv/9pX8b//h58TAfh3/vN/xx/+1l/h2NJxZHGvyHFbCdcy0GyQNmOisHNZWmTLotmYAhQRrkajhNko8au/8hp+7X+6g0o8wfDTRwjnMzjrHXi9NjbyBjaKOn70N4f43p8+w4cvZ3iSAU85jyUhaXW+kf0qYRqkUhJrfZGJEopkIa+lHrPaQkNuUHNYBTU4KmX6diX+XuCdlWmB9/hcEOCSdhPypy4CKudeArgXk44i6SkEtDLt/v/hZC86hy9+nernVV2+kqqVpT73qmdYJW6latLgPUZ9bd5L+HwT0qfJjmaatBUFgtQwfj/s9iX1ic9DGqMoKvL8y9sDK2m8SlV+X6Y+/QVNZBRrbWXyMPkczSX5ziAPz2+yJMGsqFG8hdOUoPp6Y0l0c4muIrOdFd6Zc1eamShkC5lVl/MKjUZM5SoBuAnf9zGZTDGdzDCbLuQZ887bn8PbX/icfG+crWoUn6vUFXS6YqClOUbnQ4zPBxhwnQ2xWPir/WSB7Z0d7FzaETE9WCyxmM0wHo4wYQo4AUZpic3dHezeuoJWxYPJ5KsfYL6cY7YkUaApaGTPcdlGIgIwn9/8uDylAPx0D3bNw8buppyh47kvazRfyGp2mrh0dRONegUpjSdJgt56H92NPupNVvzVhOpYcRy4pi0Bv8APlHmJCWudgiBTxTqc0qSkJ6njl3tHSEk7Y9CwVsPW+ho219dw8OQJ9h8/ln7jxycTLIoS/d01dDe70KMMephhNJnilGaWJJX3mWJ8rVpHvVbDzF9gPBnLDJp6EvcnzJFZQm9QFWsFaw89Bxqx1f1tuGvbWOvtot/dhZ47co7gc45d4hQKaYjVXRN2XsBh9R9Nlhqk/9dOdVmi/VjUvnIYZQwzD+FEC1n+6BCL0RGCcIIgWSAtOHdTJNjdGzdx+fpNnA0nuPfpE8yjHNs33sD67m1kpY28tIWmQdO+Vqr6ChGA+RmRm5XSzv6x2Ptj/d6vnn//oP9e1FwoXWCV5eethI9g3pYtBwbP4gwGCtJaGbNIMDV0zhgyOEYKx0zh2TmqdoEKzwUWZJllKos6nUiXFN4pADO4VpCYbCApLWSci1EALtiRTaIpRWBhtYvWwacuZ2ScscXxMaL4GNXCR6Nkuj6Vaz+Ah2brKlrNK0g1Uxaf5Sb7UZMQ4ekpgtNTuJ0WvE6LaQAUpi33Voq/rJfgfYj3I6o0NnuuDZJAXehWRYi4pufi7MH3cfR3fwJ/eMDkOidZPOwW0htKAjMPvfKmrlJFK/3klaAjheQrBr+khBnkVKHpFXJGYZ2ZhCQ2Q1DGjKjT9SObUZWOvbA1XrhrxNvG/8TBGisK2OVKu4N6HcXVJUIVHxqyCaMDS72hr+xpah+skrOCgOUgjihcul4U/oR/rdXY/emiRCrIq8hPsZykktwh1pCOVZ1u+ZLbJfH0yWtCPA+HgrzgJcnIBOLKiancSUxmEnelBNRXF6j8kCs0Iv8fYZTTjbfqERb3gxKOhUNOWjqxb0xDNmzY7FZwTSR+gpiOb2KfR6k4eGpNB9WWg6QIZRGDWRBdE0HSxOIIcA3YHoXzEuy348OBTlN+W1ZhwZKDFD+IdJOuQvQrQVuSzILMLWF4TDUZIkzLe29xUMOnTCmCc+Gr9120Nu53I/ZaqPiEDJh5A2XHYMvBa2/0cPuNHrrrpazFconj4wX2T0M8Pc3x8rxAMYcsjUkbEddXvTG8Rnix0PxMxLJlyqEojdR7oPPhVxZYu9SUxdeUaI04oBuZH5hSklrRgoX3qheGmK1en/1gFhrtHPVOLmmGWsOAU6fDjX1eiQjpFNTZF8XNIQcQe5/EmBwVaLXraLZrkvKGQ1E2lQE7r59av0Stz+tbbYKCOXvh1M2wt8mOLjp0UuhuivlJgfE+sCQhgEjGBVEnTDgBuQtkrnJ6lH6BkhssuhGZ3JJUF7s1eGjgB4duoViwE+pa45BIYcu5ASLi2PIo3q7Q2aJXyp0OeZIK2pjIojgk5pR9vURa0+XCzhAO8jJZF4XhRq2EWc9hNwDPVkg2dkxwJVGK5SKS90idsBV6mpt1miJoKqBYSgGHV2CVD0PbRuBnmM+IEWIHBr93CvYrVBU34hoFZ27alGFD0PJSnqI2bYqWRZS1ohpQnJV0F6ujLrAvUgavHHH8fHP4GsUZwiCV64UYeT6wiEXliokzJ+p1mSMKOHyjOq0QYkxPWy5vQEzNZ5KUt4hw4vDXI4pRQzIE4hNN8JjEbHNAy2QwF92LdGUSP5UnFaSRhWCaiNh8gWu1RaijkG3AqldgNarKIWxo8jCgcEo6Ar8WsVOSYJKggNoMylCBGwheQysMP8Vk02XvjoEW8V51HQufPegJGpGHRuTi7p0uPvuFLrauV/DpwTnuH5zj+XsBnr+3xI1NE1/7UgWv37QkZUlEsdXtw+r08ad/OsPv/T8DjI983OonuHvJwDd+6Vv45i99C6fxYzw8fxf3Pn2Jv//bOc4PC3zmc9t44/PbGAzGGAwm8MwS3aqNbo0iBzesFpxOC267hWcvR/jww5cYnMzQqzpYb7q49XoFt+56OPVjPB8wCRLh2YNIklFv3jZk0UjDXvejaY4f7od4sJdismdg+tLAF9708PYbFXz+bhd3rnexvdHE4TDB4TDG4YmPw1NfUIi9vo50mePJ+xGOHyV48zMVWbPCwnFo4PAsxoNP2H08x0/9rIuv/qyLl3tL/N3fzVGvu/jyV9Zx91YT+iyHPstQr5do1EtkdoGlUWCeFDK0Oj9KcbzQcDSnkFai5fFgleLkMMb5GYcp7FBVOF+9JBmjwIQIyETH3bfauPNWC2f7OV7cJ3Y+wWQUi0h6/bMmrn/WQLvloN2iGJHi+CiEP0xxte7I8rYdeDs27j8K8Nd/McXpQYiNnob1roZGx0Oj4yIhPnkRYGezhX/xc5/Fl9+5gXffP8YP3j/CwwcDPH48wGASi/xKtxwFM0Lyfv4bN2RZVoLReIiXh+f44ScjfPDJWJyi7Cvkz7IMFS6+s1VBe6MieFSiQ2cnMUZ7NGnQXMPkr+r94YZtd8fDjWsVrF/2UL/kwmwYIoJynRyyozREvOTexBLhiV5K3lX4dfn1iXaud2iKKWFIcjBXBzxxR6ouXu6/HQ5AHPb3UAAk2SGRftfpLMNkXiJKS7Q6FJb5fTlqibGKwgL3C6qrnPcUoqVpRuMGVTDKZO+XTClzS2cpo09MJzQpLCSF0Eyj8H9MABIRTASvbibQNPYOQegNJIZMx4kIU7VaBZ5tS41HRCdqmMvX6veJta0Lptjtsv9Vw5Jo4UUsqcOUiVv2ycqAjrgqH4v5UhJ8HFIp9KPqQ7twIpLAUUp/Mu+vF8Yyup/V4JH7M9X7xNeYqFqSGUiJYOIrkaEIX3cBG0rZs4VwaSBampiMQ4yHS3FJNinyVgw5SJF6oHrzClSrNuoNIrb48+YIloUMpJiYY7qbAjHvzTxI8nsOeU+PMhFb3Yo6PHN/QBH+IuFpEBPEznqNhwqFFCTGOV3y/qqGfaRESUrYpuWpkOXxcFn1EIe5ECNIj2kQmevZ6jnCFF9EoYrJHj7D1NCjWiNmz5AUP4VgMWnVPBk2z/wpZssZqnVXlm1WQOA634NFOMYinCBn/UnK6gDixigC8fmXw3HZd5vDrWbIUw9ZVEWReLLBKBITvj8R1CId+DxIKUMlhw3cnzIZu8Ta2i7W1i5jGUY4OzvDeDzDdJpgOo3lPZOmukKHTnxnyE7SEsmiQG7Gsho7OlpXTHnWULaiyc0/0bA84YGXKHQDZrWA2YqRW6kIZOPzHFevb8niPmE+W4qwwhMa9540X4RM6hE9Kp8nDmFWe4oWn288wJUImf6NuV9VKXR13qHxlfQUE06tRKWVwqlRQOLwp8TZMx3nT3XUaya2L9uodzSEZoLIZGJ5tb+VBLCDIjYwGxay5iN2lcakFcKguaDOfaUpOO8lsXx+JuaHWkd1svHa4F6kv1ZFv19FnEAoDdwXxNLxniOcGQhnPN/QuMhNDlNokXQP+yMmHXV0rpTo7nJvxT2ThnihYTnUEI50OLweuGoFnAYHTKkIaosx/dKKjFJkLsqcyV8KeUTUM8Xsw6oy2V2BkVfktaUZoNC5dy1gesQdl/KzhKEGf6Yj5v2KnwM6/6elCMA0Yhip6hw22aVOAbltwuuwb4Rd0vxM8j1S+z6Kv3xm1CpAraKh61lYdx1sNfvY3byFVmUTv/fHP8T/+8cfYEkTKnsoZVqrBD+5DrJM9mdMYtPM22y3pJ/pbG+O8/2FJMQNK4Pp8ddwn889HXGlmaTXgzGNwdwj2nBrFiotde2mswTpLIY/KkSkpUlGcKdMHzspSjfF+m4F29frqLdcEWh49HaaC1mzoMQsLLAYaVic8V6iw3N0uDbRk6zr4DbSgWVUFPrdW6K0Q8znmaw0ZDJc1ZEwocRV8DOXUYwv0Fpnx6YmQ0OeDUcHGkb7HACS6OBKn2BhB9Bs3hctSaksznPMB0o88Wqqj7HRs1BtWQiWDpZLF5bFhFkqOM9wxi5lA4F0mydiOmNNg1Ol2SKSe8SY9+xJhJuv13Hr9ZqIUKEfy/Py9DDByWECx2zDsToiiNQ6MUyPiTPSizI0eyaaXfYsl8iWJcYHCU6exhgf5Pjs21t48+1t+Mslzs7GGI4ijKclliHxg3V41boYYYrcFMGVdRk0UzIB125qmI5STIcJ+hs6btzhcyMXygqfMbORjulQl/QZKWJ83touiR00ipAsEMkeXmMNlm5CYwdoxueUSnlcpPT4nEmJMs9pOGvCtlqqGosJvWSJOJxC0xJUGkzX2iJweA1PjDd+MEF/zcDt2w1cuVzDB98d4Id/ORSCFb9uf8fB7Z+ooXvJwd5hjP3DBHngCt7UACusmCbVsVwOsAwGgiT2KqnC4luqO5WvMy+iVtdDu8vfN4C/XEiFSBq7Qr3iwJ1m08tXN3Dt5pZ0IB+fP8b56Ej6fsMol70tF2c8klKlyC0IaiCaVBGPa/J+am4It5mjvcF7qQ1/bGAxNpEuaFKpyHucLOfIw6V0GToVByY7vbmsCnRdCYq8jinU+cupiILcr7GGgFQQ9iCyEod75dNDpm10IZ/wPVH7FBpr1YBVqsperdXZcYWEpqDI8xTNeI1mTUSHcMnOxqUasguhSmGUmQJhLYE/A5pdH62OLwLwzTtVEe0e3Svw/BGf9Q7iyJXO8dKMYLgZqk31edMyD1pWEdGA2FPexTgkFsF2NeRacki95FmPxCclXvDXKNFV9cRK/50IwCsUMhGsphJElYioXHA56RKk7BDZmnIOpCZfChlN7KraT3LAyGcR9ykkBrV7nN8U6KyV6KxBUuI+DUSBgzRyZe8hNWLSsakG9kSK0kTPfWGt7ohpaz4LMZsFKEt3lRTms4HzERpK2A2+wOXNGi5t1tDrZKjXQmhGhKcHJZ4e0JxXRZ7VRIylKEpx46IvV2HniLQkHUulgHmt0uTd347R34rgyj6evesGTg8cTAc0xrowdE+EJi7p2l2J72yXEvwy9+iUVUVwlgSEohbyGaYcgq+q7kRcWl1iTBejsMQcyj70eqdAZ517xhxPHwZ49nAJ16rBsfgzqfSxDMk1EmEo4K/20yvyD28kr6r3aMDXU1juArY3R6tRYHethstdDzU9Q01P8fSoxL09gNvqnV1i3w3Mz0xZLwe6rCynsM7FZ5YiwLHvNkUstTb1BlDxSlh6LgnnHDMUmCkBuE0yTYRgwRlSAUez4eg2Gu46Wu6mCITz0RhpOEWzsUSzHmA4SjEYZcjsXIIORoOiotp/NO0uWk5X5niD4RnCJIRd92C4HpYjQ/Y8nC3SNMf983iQYj5ldUqAemMpYZTFqY4377bx6//2Er76k3WEk1ME41MsBgb8cxP7xwn2TiO8OEtwvDBwPNdxdpzJ+ZtiZZWzXTGOpCLscU9Dy5TD+3XLQa3voHPVRecSOxjrqLoNuAZ/bs7kiE+nIXGOxz8c4smHIwQzE8HMUv2yJkl6/IAV0PJcBZBkpqT2YqupqsLTc6JYlvj2v/kK/o//+C3QJvJ7//lP8Ie/9bc4NDUc8HvM6Gw1JL3NHm2LoQaK9KTHZS7sjJ9N4vkDmF6G9ddsrL1m4Re+sotf+PIVBMcT3Pvbp1guU1x95wYu3dlG8fwU5fMTvPv+BH/5gykenMUY6MDQoJDJBCNDIETCci4JFDPOuIDELJCyTm71eTAyA2bKLlIduZnJupg7X1RGCiZaEu4XqHMVu5VQh5yN1RITC++7q7m/Aneqs9OrROAKKSuBj1WX70XH+cU/K1MNkdivpIlXxk/uUbl4fREJze/rAvXKwBFnFBJaW5ECZEbAfQCT+fTSklZKEgbv46uk48W5nQl3BtuEeBIo6pMg53k+XvUgMwHM/Qo1BsE2S8CHxg/O/FQdI+9xgpKli2b1LBLthpfQBQiRI2CK1zRYck5CIwufnKYF12LljgfP8RBFsYSGOCOg+MvX/Mb1Xdy8tqteaxGANRhVS2bITBDXHCboT3F+ciqCtU3hOi8wmowwGo9x4+YNWfxvk9EYs8kEi8kM8/kc46TEOC2wtrOBS1cvoe5YIv6WiyWWSYBlHMJrN1Dvd+R+RAGVGOaEIZa0wN7eCfb2T+R+sHZ5TSgx/nCK5XACn5VoSYJaq4b1zS7aLYV4rnC+3G7IqtNk1qiJGVFCFNS4RM+hKUOd6fksogDMSZGV6zALDfcfPMWDB88QxIkIbLVmAzevX8PN69dx9OyZrBdH53h2OkZkmNi5s4vt6zvoai66cPD45Ut89PgRxrOZiHYMkAnxwLIQZ4mYXHh9cl6mGB4y1ZY9C/dSqFWhdVuw2220N66gs7ELV2/B01soMib8mQpX+xKa8EueLc0SVl7C5oyfhFAGKnUdDgkHiSbXbEm9rEygEaMXTBGfHyEeHME2mIhlAj8SMk+ax4jSGHEaod7to9HtY+rHODwdIdc9XLr5GWzs3pKqgVjmKGo+xP2G7E+oUahuWJEDVxmvVyLwjwu8F7LvqqXjHwnFPy4AS10kBWbu6IQ6ooggacaELHWQVMRt1jhxNaokAHE+wg7fEGVKsm8iqySJl5RMqShTgYWEyeuSIq+JVEqmTPI4wMgbxV8B3SoPz+reTau/KmFjfUBZTlFiAmM5hb6YiZFnYdhIrCpqtXXUqusi/mawxFDu0DiWhJieHWJ2doBadx3V7jo010NKOgK3ICWTIuxGp39IE2Iul1BVRAB2YXlcDk7v/w32f/Q/4J/vQbNtt+Qgi31YOd1HaoYnfxURWF5AtSQazgEfb6Ir9Kq6oVNX4r/nm6sOMyLCyIvHV0JUXZVSfVW+fPF2qv9fJEd+XT442PVjQxCGlRpTjArzKgg/4kQ4EFCGxNU3t/r7Fet/VYHCj6ks9p7wwcruRNMz4NVt9Dbq6K83pEuCiIPlJEEwZo/gqjOEN83chpY7q/6BTBDIMgiyNVTqLioN8rXV90aHD4dQ7DlgVypRiBf4RT6sxJWUUgxl/y0fkKt9oyil6mN98QTjAIjfKzHCjXVPBi9qA6hhdLjA+HAhziomKogZ7uxU0dpysZj60i8ZjguEE27U6UqjqMgDj3L3RrNU+nQlZM0kr0WkgSMuPwrAr7oTiPgVZod6bQX5LF3ROmz2tXkUgHmzUofGrMyRzArEE/YQ84tzVMNUjPqIqC4a1WXieSbWNiv4yW9u4Se/tY3xbCHrxd4Mj5+McXwSI4yIcbRBxHzGbhwKyREHU+w1YdhUuVS5KP5SHOf3KUhrPnzsUhIRl66t4/L1NYzPAzy+d4bB6eIfOiBW5eO8pbPDpVqzsbPrYeuyg/Z6js46hxvc1FjItRhxMUei+ajwUN6s4vgoxd6zCEdPEpw+yrAc6Fjf7mJ9u4Moj4TVzp7GxTBEXqboXjHQvcqO2gxBmIv4EC2Uu7O9VqDRp2NTkyHb+fMSx/dLBOca9MSAmbGXtRCcWqTrCEjmj0qU8xwlcexOgcIp4QgyicKWKiiXdJORIZObmxL7ZGMWqV5qr+3CazrQXJbBA0WQIV8Qt5kh5WDJZ38HUXzshWRBvQ7d1RQGIWKvoHrPL+4RdG3aayXcniHp7lq1gpwYikjDYkQs4VIJmeqer27ipM81LVTaLPgFlvwcJRnWNjysbVQwmyQYnIQI5kTXcKLAG5K6QYnAKn3THFSpr6WQxsQv84DEjaHCanH4yk5KdrfJgN4q5XDNa14l99Vnn6ITVxSyl4moLFN6MYgBkT7jho7hwJfFQ/DKAaF6vS8SdC57k4kypJBRwqkwocWdGj9MBcLjEv4enZCQvs16z5R+zWbHEVTraBggDvgQrqFILQTs+5yvUHIFO+kg14lbt+A1G/CazVeHEiZ/mZqlG1ChWJUJhCYrCaMTTb0aDjBNKP+NQxDWFZsc9JlobdB4okun2cIP0cmqaGcVvH6nhzc+38PGlQo+fnEi6/kHAV58EGK3C3zpcyY+c9PGZt/F2loFFpEv/R7+6Dtj/Nb/fYz5qY8v3sjwxdccvP2tb+Ltb30DB4uHuHf0fdy//1yICFMAACAASURBVBIP3vcxOS1x961N3P3sJl6+PMbLF8foNTzc2Onh6nZbngu1qoWIKBQD2GN/74NzDE/msIoMdRv40j/bxJd/ehP3X4zx/Y+O8HwvwPmJBn+q460bNt66bqPiKSHngAjolwkevszh72myfvmXOvjlX+7g6iXiYHhQsbB3VGKPCFA/xWzJex5TKSHOTyN8+L0Eew9y/MovbuFXfnETJ+MY95/PcXgc4uQ4wmwW4bW3U9x+O8XRQY5HnxZYX6/gmz/Xxxc+30Ql1uHF7PKeIlpOYdRs2J0G/NzC9757iu/95Rn2p6Wsta6H16/U0KoQH5piNMowD3LMeK3yfkvMO695khYqNj7/k2v4/FfW8MFfRPjT/zrHwbNIhtwcONx6B7j1NrC1WcHWVhXPHob48N0F9h9GeH2tgbtrDfRft2XduzfHH/+3cxzv+bh21cDlS7qYinhdS4tYXmJnvYevfeVzuHvzGv7rf/kAv/VfPpDXYh5ryOhUrxswmWorDLi5id/41S/j27/2Zbzc38effvc9fPf7n+DMB858DVXdRoWdxWmOeRTDrBnYutlC/3IN0SxEPAvFKDM7LJDFTKBlMF26FnVB3r31+Rq+9JUGOlsOAt3AJCjx9KmPZ0996YYantONzc0iB7Z05bOviGkchUuvNSEDrUYXqDWAKlN2NB54FjodD/0uaSD8TCvXP4fLRP8ykTWfhzgfxDg8SrHwc6xvmLKYIOazhm5jDp8EhxxXZE1nc+kRpwucyWOK0IKX0yzkNIOkBsJlKilTDuFoWOG6QPV1uq4IRpadCZKSOMSIdIWQyNECyzlR0hU0anW4FsX+GSbj+epwYeDGrSY+904Pl2/WYTUZ4wFePp1LMms6jDGfpAgpVIbE2FGoIvKQpgUmjvn8paOf4jCFIw5J2NHLLnpVxSEpI6IhaQqyHXE+U0iR/7YaSlJgpODrL8dYLEdynxbzGvFVugdTc1/1KI9GCwwHM3ntG03Wg5BYsITv00GtRDGXVATXE7oD949cfG9m81CMOM0u+9K5t+Jwj4kMvi+5pCcchwOBHMu5MvlUmEYVoZvDt0zQZcQwUXtkx+tyUqJWNUUcpDnEpNPezl91edVqTdRrTRECmbRMwxTdXgXttivpK93SMRmEOD8JRBAWXL9uotWypfrDq2iqy1i6f0mQKbCMlgjiJeqtKhotJrSJF2QCsUBShkjLEHnENBL3srw/cHBXokP0atdCTsSxESBPmVZqQEtq0HNXkqLjCQXdU6laoUmL71WjURVko24F0O0A7c4WOp1NGU79f3S96ZNk53nld+6+5b7UXtXVG7obDRAACVCUSI6GGkkxY+mDrdGMxpQ0Godsf3HY/oP8wY6xw0PZ0ljWLooUF5EiQRA70A2gu9FL7VW558275N0c53mzQIYirIg3mqFGd1dm3rz3fZ9zzu9QLJjNYzx5PMGTx1M0GuzqpAKuYzmTqhuUkRKCl1ggrSI0dwy0r1pwGjw/8AyjIb0wkQ5osqDLXYfmZCi8OZZaIkSU8ELD9vVtbF3bkucqqy2ICI8Gc0TDEBdPI1w8jcXYoBiN3GvTZAXpyexsWFguSUbhIJiPYzUMUc/BlTHTAPwW0NkiJYhpGqbGgMP7Oo7uG3AsHf01TcTkIihQ+gUs6V7lMMWW7spyaWG2EoAnFyHG5wtVBcFnt6999nmKuLvkfp9indrEcK/DZ/OVq21c2W9Jp7T0SkcL6dpM+YcKH1Xuy/2OZ6ssiZFQkAgzxDMm9U109gq09wrZ53NSFI5KjA8zzE4LrK/VZaV5hAXd3dMMC3bRL0ioYSKa+zYPReLC9my4LUuoKVYQww4S1N0WGl5bxAeKLqxGKawlreTw27pUSWSpqrFIOSQr2X2VIZ1w38hGFBtWYYtpgmYPgwPlno1an8ldfu5q4M49GveKdN5zSGIQY1+U6NgmNgMH2+0e9jdvolnfxJ9960382bffxJwmQp8dKRR1+JYqXDvJNbIfNErU2j7WtjtizDh7NhMR+BJvSQoLk72898jAHSXiaYFoQmMpDY0Uoyx4HFD7QDrNkU4yRKMCi1Eh30GpQ+K/X2c9T4XtazXs3WwIMYNpC5qGovIYcXmCyQKyFmMT8dBGvuBZWREZpNYhr9But7C+uS4p7PH8GOPwXKoeZjMaXw0xHHB7yUGGJT1WHGZZqPdyNDaWQjSwWBWwtDA9sjE5pqGI6SMmBGiw4HeaSNYAtaCG6QUFYIWKZY2EXwcCGqIaTDCzqsCH4/O/Z5eZhnjCPm4d82GE+TDG2paNnauemApDirxRgjkFxSTC7bsd3H6+g2Wa4PRgJKasyRCYDHhG4Z63LmLI5rUCtQ7TTkwrFELbaHQ1eX/SsYnxsxwXjxNMjzO88Oo6XnhtHaenEzz85ByDITveSJHwhJpQb3niiOfiOZ2dyRzkt9qFLOKymQ5e39Zw4w4xi0t88gEpF3MYqMFAHVGkBFGasArpMjPhBsSwZ4ICpwjAc0A8599XiklUukwlpcNhLTvY2FtLRHAAreJSza1FESPPZrDcDK01G40u71MW0tRGFM+xiCbY3NLxwucauHEjwFvfG+Kt7w+x4Oefauhsubj5Sh3dPQengwJnA57hHGRzB0blSyKZw8N5eIpZeAo/IFKblRG2VE9QLJuHkeAdW91AsL5Mes7DuSJumQ0YeiDVFETVXr+5izufuwGvlmM0/xTj2bHQDEajFO2Oh1abqWOeL5TgxgQU71vVooMq7IoJPddjmP5SjNG8l2axhzxyoSUdaHFXKobOnz3B9PwUG/tb2Ly6JUmORcquU5IWAtgUyewGHKuJ0eQc4/GFpLb5fKcpLKg7qNVcHB9EsjiApCDMITuFF95jJOgvGOXVkHU1QOfNg4N5EV1WBnl2HhIV6blM0MVI40hVRdiW7CFYQcVU9ugiwugixo3bGq7f1rFzhUhxU/qIX/9eifffBJqdGprdOpZFjCiby2ff3dTQ6tEs5Uiqnik9vm/87GTPJBhYiiIkAHC/E4losBTjIKuB1P5KJdwUMYY1UXK+lToOUkyUoYkdkawN4r2C8yJqBxR/uQRrXWXSpyvmIn5eIhITK6lMZboVwnSnqLUXuPqcjau3bFS5J2sxczAbOYjm5irdS6NCirxIxdDEReQz5y7sKz07m+DsbAzbbiDwO/I6pISMhuh5iHQeYr1rYaNrYW9bx/aWhnqzwsPjBA9PYizm/LdU+pr7PtNkepfEHtIzKDCx91rljGhKWCz4cyTobYbobi1kv0fiYDizcH7gYjpkh54v3X0Kv6yS13LN0LAoaUDuG5hi0lf7+URSO6zyYEXHJZKQNAbWdPEH4N6S+wl2M0o/YxYizSZo9nLs37ZRb2t49FGIRx+HsNCGqXXk/ClkROmKVCnfS4SsdHhzYM39ncwgOI/loHsJwxnCdC+wuV7hFz7XxSu3WuhoiawPnmh4/aGBWamhvamJWWJxbiI6N/H4TMOnZzqWuQ3LoPGIBCAPtuVhiRTLKoXjlWiwMsMllSyHQWFAm6HSpnCbc/jtuQjAxOaTWGLBhFmZ6NY20WvsSMXZ5PwUaThEu5Gi3UgwGOUYMIhDUdAvoJGWx57RwEXb7qPl9BGHCwyGJ4iWEfTAFQEYy0At6WZk8KJEOC2xmPP6vUBVDmBXDtyqjpeeb+E3/4seXv28i3Q6QjodYnhYYXRY4fFxhk/Pl3g8KDBKLIxiC6cHNI4nIgDXpIaH149C+15WHzbWfbQ366jxPNGF1Lyt9dekvxz8XsWcp8aotDnCyQz3fjjF/R9OUWY2qsxWvcxGpiramKbMCzVvF3MvaXmsTLu8B3EWzVAO8Af/7hfxP//3v4I6BeD/5e/x13/0IzzVgWcMZeYWtMyS9Bn3pRIO0EssWX9QeXCZxi+ZblsgaJd44VfquPu1On5pryvr6KMJfvCtZ1gsTfzCb34ed790HUff+7Gsf3wvwfc+BJ7MgNQBlkz/iknUEcphZS1RJhXKkSHVPYmTy7oM+pqFBSv3RKjhnrFgFcFKsOWvUrFMsU065S+7bO2VqZQiB9N8Kjn4WcpXRC6eh3+WIlT/S4lm/L5c9gP/fCr4s+TgSomgQYWoV6LeL5PEhl5J8psEFdZA8hmgKt8yMTfyXMl7CyvoKALTBMazmwTGPIU8ziTUkUnFA4V3nXhrGqBXRkEKz7yH04DD5ybP9hK+YththfrnfIIECt6zOTeWuQsDe6QN0pDM2jcx1pA4KqUGKyqcIp5SuC1oDhCDAEVOHnoq6cqV6hAml9mxy2eAmIqUPsNnSb/dRL/TkKpKqShkACyw4NRc9Nsd9NtdnB2f4PzkBPWghu2tLXm+PD14hqfPDnDrzm3cvn1bKunOT09FBI7moRg6xlmJcVagv7mG7b0t+OxmZnp4NkdcLpEUS3idBmq9jtAIqgXNbUtEq3VyOsDx6QBO3UNvpy8zmsnJAJPjAUqm4dlBXOeepIZuu4mNDn/eNszAkR5x1ls16oGIhSRHLRMOkdX9WkhfxPjTAHBpFMsq6FmFt9+5J2sexdAdC41WEy++cBcv3r2L84MDWU+PzvHpyRCZY+Pqy8/h2vPXccVu4orTwhsffoBvv/kTnJydMwcEk8lejrgVAEO0OPkeUDfTKDoqtDDnW6KvdFswttbh8V6zcRUbG9dQznWUc5pgmE7VUfI+wv0nP3OdOl8GgwZjBn/4d7L/l0ZgVkCmDGNpKDm/5v1qPsZyfIbxwSOMDx5KVWWvwz0Xrwr13JnM2NE8Q2XRSOogLnSEywp2rYPdG3exsXdTjO2s32J/m+KtXH4z1UxaAp4q2/UZxPezvZj0bK/Svavf/fnf+0xJvMRHS7hE3fdUYixDnnNvvRBxgMYoVhZsrXexud5Fp1VHq1mDxn3lfIZFOEcsFa8RlqtqTT7fKzGZsErVQKFReFW/FiLCUuXSRfilACx94ivyAF+cwmlTJs5g2wlsK8FyOER8PkSal0j8Ggqfe8o6PKch4i8x0Dar9vialzEGgycYDJ6i0d1Fs7fLwRiWNGlL2JXPYKL1V4Y/Vq3yh+F1wxQw780el42TD7+PZ2/+NeYUgA2qjSIAK9cOHaxEWZDoSleJDBdFpFkld5m+EzPfz1KiYu7jP0xl/9KGQ4QFXYR8N1ZizyoPoDpNVm4d+cvFvaJUZh4W2c3JNBqd7XTRqWCdwoERfci0HYc7RND+7EJSCWP5b1dqoypo5lLbPv7dboN9RkQ70XXoYDGjsJTI35nxgUUD7MoJWmV8il4K3qr3QUi3dNz77MjkMNOURVchD3sselfchRWReuU2oiNJrEX8ZhNpK72g6rVzmKcUNKWS2sQ+c0geWHADOjl1pNxE8VA5yxDPiSgkSs6EV2eKgL2vJmYXMWYXkQwfBLnN99hmwlDIujLoYrcUe7d4d5EEzsoZwkGFTA+IAOfDNVNDB3krqRX7pizpADZLZQ6ggErHnefIoot7OowEZ0JnkpTS831nJ6lgw0t0+rZ0Tva3HKzvOoLnPB+muBikuBguMRguMR0WSIdqSERDJRcNDnyAcZAjHTby/pnSKaaS05X08NE17/lML1Ww6SDkgCz3MRsnGJxNJIF6iTZqtizpU+70AnT7DQR1ojSJMybima6WFO2eg7V1XxIz7GCi6yV3dRSOjiE7fIl8O60QHlVYjnTpLOKSP59zA87PyRKxzmxmsJoZZuMlZiO+ICJHifdkfwDfR2IDVDp7clRi9LREOlUJGqY2gyYQNHgJ6UiIG1hWIoxXdJWteoNU7yx7u5RjlR8eXUzcQDBhReSlJHKJqdJXg28iCzhgYVKUiXEufv5LIksphqjBaHPDRnePHWYQMYAbe6a+KdJ3OwY6HRNWp0LVLFEFCm1d5ab0cKYhsFyUsmgO4caWr0kdUonUU1g9epJCJtOWS7RaRCL4MmwhgixhoidhIlf1a9K3Lb2MgjpRbmc+GLnhRk73KkUZoryJqtdE+OX3hF3eykGlMKXcSEpPELkRvFuwFyrnxpsmDhtBzUO3G8APLEQRcWghppNUUk68F6r+YUaHFLnA9R1ZBYhjiUWkZscRv9OXmK14UCI6L2HpOtZ2PHTWHeR0lRYZIiaC5kyrED1DFz3T06lsIC+d34Kp9pkKoxDOpzHdXhywpHJoVxgq5Qjmn+HAiyhFGjYsh/dVitxEW1mqhyJKlQBsEWdroN43YNc1QXNz9Ssfffh4/nYfd1/qY33Px7ufnuDdxyd48maEJ2/F2O0Ar33OwvM3bGz3PWys+bDX+7DW+/irPz/DH/3HZ0gHEX7tZQf//JUGbn7pNdz40qv4+PQTvPnJT/Do0RHOPk2l5/rGnQ3cfH4DTx8f4emTY6y1PNxk/9NuH/W6L0LE0WiG4zFF1ikODyciqGx0fWz0fVy5HuDKdR+fHs3x/icTPDuKcHKaSsL11oaD5zYc1IMKnlvgaJTh9U9SPD0tsRn42AoodFu4e8dGu+HBNjzeATGOgFEETMIY0zDGbBFjvohxfLDEh2/mOH2i4b/+7Sv4d799BR/cH+Pb/3CM84sIrUBHp63jxssGbrxkYpEaGI1pKtBwZRfoN4FqoKEasusvRp5EcFo+/LUGUtPGT948xRtvnWJM52RRYL3h43aviY1mB6bdR4E63vzwU7x577H0WjhGIWaC/Vt9bO63EC9TWfd+muK9fyAOlcg9Fxt7Jtau51i7nilXI4Ann2T4+L0U0zML/+yLV/HPfuEqUA+BRoh33x7gO395htFgiZdf6+Dm83WcHk5xcjjFzSttvHSH6MYAydLAdF7hpz8+xBs/PhKsZ33dlF8LQyUv14Ia1mo1vHJ3B6/c3cXDR+f4wY8e4o13DhDDQgQbATvpLNWhuigTVC5Q7ytD1Owwx/Qwk1RWMgUCz8D+TQt712y06y7aDRedTQo4FcIsx+OnSzw9SnE6WOJssBTkMckC7Fes2EVPvP5lGp5poyKXFEajxYODwu86boVGm5t8U5DCvqcwTnMmDqMKtbohaU3TolGMdBKi8hS5hM8aLknIcPg8z7EIC0wnJSYjA9ORKcjniN9Dk/2EKqUiGChT0S14z5IuoZTDHiY41D1eHQhtlZY0Vf9uEqsOXPYDJrz/y2GWGFULpuaI0xRE2+oprl7r4+q1HvprNpod3k4KjBYJRvMYw/MUg/MU4YS4ZSaOeaflnoSHV5UiIa6WPyvTdUyk8F5yOUx0Aw7IechVg1T+H7FW7PQKAh8+Haykh5R87lJ4VZ2+8qzNF8qUJjgZ7iVc6KUjKF3SMwShRSGUBsFSuTtLGWhkCHx2IHsiKNLIQ9PgJXGGuLOCG3GH9SB8HRzoqNStdC5RdRan5lIc10xnUvjmvVoGMvSC0mHO84Wri5s6T1RPp03aA0kxxDWzd9X6GSauXq+jXm8gDnMMzxZIiJo2dTiWiUbfQ7PnIVlUmI9zuT6JCk0WSxmkt9qeCIYcatNhT0NZyefVav9Mgc7xiHEmbniJdJFCc5nIzJFHJoqFiSIqUUQ5PFvH5l6A/rYHrRFBb8RIIgPxzEY0tBAPDSRDHZodA1YkqWg+k7jH53vDa59D6t4W9wUuitKVZyBJO3zWLBaVLIUkSgXbnc0NpFMgHi4RT5coDLVaeya61yx4bQ5uWEehY3pQYnJABzmx1RasWgGtEYuwWC5MlCFNT3V4rbqkIOhQX/J6Hy6RDlNkcyU2i9NYp+e2RFrEKJCivW5L2oyp7jTWJckkwxWeVVYeZP4xLlZ11DuVCBM0ZHCdPzZw9tgQGo3vM7VaArUKqJeo1Sj+G2jVG2g3uiLIHT6Z4uTpFOzgno8T2UP7DUsMXDLE1dlbqfDjpKsQs8sDUzhhmreSVH5/zYNl+bLYiTqZj6UXKs+YZLSg56xfoYmlgFYw+VxgOiolGdjYrNDY5B6IiVpDRK5wUCIelmg2bFmkDixiYoSBPLYkIcoEncFURuyiSjw4AStoTJhBJejOrFpgZ2MNuxtrsqc+OrjAPJrDqhdCgHHYw8pkbMrBN3vyeM0yKVygmOvI5zqqWBcMpMU+cu5/a5rgn61GKWdQLkF3yTQEUvtQcwwUTJDPS2wELq716rjS72NnfR/1oI+/+O47+PPvvY0JK1p4PbIrjcMbThRXSEQezPn3+m0bvb1ARLvZ+RKzc9IDVJeS5SrEM5Ncgn6niEUzJLvd+V5XTG0Y8JocUPP32CXNhHAuiHMO8HiekK7nDQ+NdRdOvYRVY+JSh6W7ktworAlKa4zFUpc1G5iYndCoy/0sRwo0JalE+P7+Ll586Y6cC+8/uIcHjx/IYIUVKsQ687wqxwDujqWs0pDnWnuzRPdKIanORq0lnbDHnxQ4fkBSCFN9rG+KkZtKAK7XW2jU25he5NI7zOSf4JJJJ+lq8FrE7xuYzXV4QYZakyZfQzqAl3MH07MZpudz9LdcbF+twbCJi84RxhkKM5R141YXN5/rYHoR4+EHQ5wfLYSkwIWyJqu9pmP9aomgnWNZpMhKmilX3s+lBSQO8rmJ5VRDHmrobRjobpg4P41x8DRCGPIc7on7nc8gj8YcEcdc5EsNKTuoM1JDIujWQgkdpoNOV8PaJglICR6+N8HTj+ernk9LhpdELPIHMc2apFDLYoainIl5obXJLkL21C8RsZ6JwzdNmVRoRDcsmn0C6IaPkkJZQVF2NaWoaPAkWWaJ9rqJWsvEZORgMnLFmFAixvauhudfsHH9mok3vjPAT78zwGLOe5iG/raP54gY3vdxOoxxMoyRDh0kIxt6ybQ2k5U0hA0RJwOp6TFMPgdJjXLl3h0uWG21lMqeZtdDxhRKkkifdaO2BtdprfCOF1jb6mD3+haaXZqCJ8jLKc7O5jg7C4VGUm/wjMl7ukrZXgqoxawNLu6FojSE7mXo7ulobhKZSuS5iWLWQj7tAokNsyxgcirv8MDM4E+GOFuKCY40OKKl68G6rMHgCIPhsZh7ScRoNNVqtigAL3B8GAnRiVhAEhbEpMGhI+dVJEhcbhOIS+Qgn4eilTOYFDGeF5kA496C5+hoMUcchbClK5JnMRtlyesEgofmev4lG8+/xN8vhSg1vACePfBwcuAICYKd8Fm1FHy47Wfo79B0VGF6YmFyakroQTCQNBfTOGc7qpLDcSV4wEG9Ij3xLExyBK9NDvAuE8Ar/qqQ5ZaE4SvyHbJVx6UKGNC8SNIJz/qc7wtGmaKpCKdML0KQzo5dg8ZaD31V9cRfzSVMO4bhxGg0PNQbyuCQJQ2EU34nE4wuUumn1fRstQdUIjzTujynTicLTKYLmCaNlfWVgMu5Yok0XGAZLtBraLJ2NgxssZKrpeFwnuJovsTgDILqZcKfAgnTqpIM52cir4OvQSEZuR9OOEvIl+huzdDbnAmOmvOIcGrh/NDFbLQSgM1A1VatsOCSGOTojlto0g9X8xFl6Exg2KVUPdWaliT9+fPE80oMmJyb+jTyeRwQOgD3szTxxXPpn9+9YaLd1zCdZJhOlphekCLCBwXvTa56TzRleF/JWrLfVzMMiso8yXGwqFLbME8B81DOmf/yq3v45c+vwR6ewxqe48cfafj2BxYGlYHWFYj5zEltOKmFw7GFw5GNKOVsk9eFIXMRFAaiLEGUp/I6Wi0TNc7biKrUGSxRCWC/tUCtHUEzOK+ksaZSFXE50A7W0atvCcI1npwjj0aoe7Gs0azAeJYjYvWYnaNg/UmNxjMbHWcDHWcTWRpLB2W0XCCnicMgjDWAWbFLnqYcilsUciqh7cTRKZLoFJvdLvbWt3D3uRpefUXHjf0C+TxEEc5x8iiR9eAkw4NBgcekfWQO4szB6WEs5ABJADs8P/HvplCXQatTpC7R3m6gu9OS0I4dkKpTot3gPrAu9A7+HNzXmW4l88zBJ8DgYw0nB0OcHo6QLFOUVID0coXoplinyEMrBVOu3ct7lnQAFxl+/7d/Ef/TH/4qGhrwF//rt/HNP/lHPK4qfMr7GFNwlQriKBJeJajlgnvbiuIC3zc+o1L0N2z8+r++il/7rauoLSayRmchnh0sBMt05wu3sLO/jbf+8l289Rfv4MPDHPcuTAxoHjMLFFKL48nSZIaaCI2nWlhCpEzNJVJW4Ck6OvSKfZiuiNsMSZCAcIlkVuGES9F2hTAWVL0i/AmlYZXy/fnOx8sE4ap98bKk9zMBk38/vyOXid/Lf0+lhNXun7/KLH+VLJW5fUXDL82dPNsxlbzCwUu4gmdrRTGUCIkQIBTlgItmXdZQyk8sJdorEyL7ClfEQKmCZIUhEder3mLWCPKzptBarsRfwc9za8z5LZOq/JcqGlFYw2hIcjMjbpoUz9UtXwRk3heEUq5mruoaUPMECso0PjElbhEPLT8iXz9N5JxRkxah6F41j0lfR4yUZUYTAm9hDJhZqPs+Gl4g5gwuBn/63Z48o2aLOeZhiG6vh26/J3OCcD7HbDLDeEDM9EwQxFzrW+vYubItAjDF33w2Q1QtsShTdLbWsb63A9/1oUcZltMYJ6cXOD25wHA8x2gyg9Pw0dnuSR3S5IgC8BCN9bYspoJJdmwEvtwLeq02KktDyV5d1xH0M8/3kh4nXZYmKCFvqOQ6jaom3w9+dMsSWlbhvfc/xvsffIxFuoThOgjqdVy9egVX9/dRxjGqOMazozPc//QA86LA9q19bF7dQTMBmjHwydEh3nv2GJPZDHapgS2JPO4sZbCsUrvqy6sqswrdRqlZcNotuK02vE4XfqcPt96G53Xgex2UqYkq5cyI327O1NV3XwKMrMbhIUFIoCTu6qt7qAF7WcHicnVYPmmzI8wOHiM6P4RWhLIMbQlT436ffw+voRzjeYhJGKI0qA04qOwAFYXM1jrWtq+ivba3ItHxbeR3gXnYSwF4lQykbYczohV95Z8mf/+pACxT7Z8n7K5UYPXf8W9XlDlwrlQtoZcJLotyjAAAIABJREFUtDKB72io+zZaNUcEf+LAFWElQxwz9Z7KvoCpac7tLusihD27ojBQbZA0sPyqRGFujuR/ryCrKtSqjBPcA5Mgxb4jrYrh6Ln0Ci+GE0wvxnLK01sdGLW6VAbppgp9UHvAMgeiGEW6QJgMZAWNLdTYnWX5yGiwlBbfSzooQ2MGDHZGS8COyHcuCwarJBwT5x//EMfvfhOL4YHcsVT0jRZIdugRH0j0HcN43M/yTV4JuHyQEY/882L86v4oDkMKL3zTRVRcOa5lJ3n5rvxcp4HcPPhso/Ao/5YpuC4v0FFrUAAVcIoM95gaEfwKD4h0DkYlokmKeMbY8wo7zRyLIDPkTisfj8rl8B9V/xh7P4NuKWg3YpgEj8iDe8iHwkqMFc1M4egUSnYlYPP/x8OCCMBEqqlFjBh58zwoiGtm5ZxR7hkKUOr1i77Ny5J9vdxQEXXL95yJF3Z8ScJW9b9I0rDGA4p6eKfzApPDCPNTipd8nQZqmzaau7aI0Dy4FGmFyfESk6Ol/IwU1AwemCx18FzO1YCC2BUwuFYYsKTfREPOhKjJbjSFgBVET6rEcPmi6ewudQRdlpd0GBGjpLqo6DLqdNvodNoYTkOcDsaCA3CcUjoV+dChe0WE+6TA7jUPL3yhgf62iVkcYhaFODmtcHrKQYaJkpz4uYbsIEV2kkmMnq4XQRiprLtcF7yh6Z4HzfNRpTmqKEPgGiLWttYcWGsFrH6B03slTu8V0u1cUkSgkrxStbf3XGxf8WQYcevuhiD5+EA5Ph7gyZMIT59G2NnzcfNOHc26Lp0BFOEmWiprvmR3l4lsYaCaGdJXG58XSM54HXC4kqOzW8fu3S7qGy6iYoa4mGN4nMpy3Qq9dU3+XQ7Vq4qdQpmsaFAgvmCyTSWvmQ7i96LWYNcxe4jVIabixr/Ixe1BTDb71elbIEJPHGDs9qGYOCtkWEXMYL3tot4NRABeXOQIL3L5PkVjCgurNLrYvtT7fJmo7+56WLsWyAbh7GAh3bf6alN//YYLLnYTJ16GWM8wG1WYj0pJRnFpuQlbJ06IXQcUodVGiqKFsmATEbhEGEeq32WFI+F3n/dybrijmA51fpbqOhWMMT/Skoz9y8VrxUBKLG2UwGbnHp2ZDaa5eei0Vujmn7kIOR2UmzTHxKybDQE/IBakgf5GA9u7DQSBgWePjmUtFqUMxSVBz3Svp/q9OfD3gpr8WeIxongmblwlAPMwTzQWk980cxQy4L5yrYH1LR/nZ2Ocn04kcV1kfIARE6gECsFLlTw8E+lgyrCff6cklWkKmVE4Vq4l4kqIoOb7S2c6H0DsCg2nqcIfBjQbsA+7Btv2MJnMZBNGJxYRNxzG+h0NVo1dE0zuFNg0PGyYPp6/1cfzL6yhvxPgnU9P8M6nx3j2doyn70TY7mj4/F0Ld6452F3zsLleg73Zh73Rx1//2RH+6H/7FOU0xb/+Shu/8Us9dO8+h97d5/DOwwf44Ttv4fDwHNmMbkQbV66t48r1NTx7coRnTw+x3vFxa7+PG/vraLZaaDTbeP+TQ1mn5xNMphF8x8Lztzdx83oPlpfBdDMcny/x5CjF8XmCw5MpBsMQOzUXu3UHrRpxywWOBxl+9EGC8wnwy691ZFn6EraRwuAhpQpQ6T5yW0PmAONwhkk4w9l5hOPjBAePl3h4r8LkzMS///pN/MHXb+K73zvC//mNTzAZL/ALnw/whZdruPq8WnbDh+Gzdz5BOhsgGUwRPtYQPtGAjO7fEkGvhsZWC2Vg470HJ3j3wSkKL0Pu5djwA9zw2rja3cXO1ZdQ6+zhj/7yu7KKLAaDT/vXW/jab9zCi1/cxt998wG+9c2HePrREqePKrSaPl58tYtrdwI4rQh2K8b4JMaYg9MHJQ4fsPKwhf/q376K3/qd13AxfYaL6QHe/vER/uFvTyUB+tV/dRUvfnEDr3/3MX783cf4l798Hf/+tz8nAt7/83f38Lffe4DRaYnRSYn9uw5uf9FFrUcUZCR4yhtbPdzY7Mmc36qA+x9N8dbbY9x7EMKs+TADHzUX0kVcWikSI0Zm5YwwSb/GxT3g/H6FnCJCoWNzy8FXvtbEL3y5if2dOq7sNBBWIYb5BPc/meIfvz/BB++FoPcppDtOMPh8vhOzTswmhywccPBYxeHYUnrigoAGL26QOOwq0d+00N8gfolDoByLeYlTuscHwNaujq0dA/11E701E40WCSamfE9FpHVtTMYhJpM5Ls4y6YA7PS4lEX78jEhKVT3B5O/ln5N0jkOKCQfAyiAiwx7ucXjbNHU06jXU6zWkUY6Q94F5ISkTCp+XRiTpN+a8iSjnBasTNLTXIeuf/+otfO1Xn5NO8eFwgMOjIT56MMKDx7wXcYhSKYEwpMGP951AUrU0pl3uR/hrlsdYRENEyXxVNVFJ8qYuVRvqcMvqEArXHGY0Ww00m03ZnzA9yCEdaw4EMyz9dKUkjZhyIWlBq1zp61wMlwhHTCk10dtikqjA8GKIMJyB51PPBTpEIrXagoA7P5ljPIxUR6pDagIk3ShY/lWvG53ESVpIt1+jURfcViw4riUWTFQu8s8IGvLMoc+PZsWWDoupdnpONQ78Mnkek6pIkx73YhTg5e9u1tBo1GRvtZgyGbFEMqeLvMT29Ta2r7fk/S1SQ9Jpx08GGJxO0G7X0O7U4Irhh1tZJikjFBp7DgP4dXYGkzih0nfj0xCL6QJeG/DalYhtrJFYjoF0UMKzLFy52cL29QDWZgJ7M8Z8mmNyUWLwpMTwUYHJswrdHXaW2vL6x6OliOA8A/DneO7FADdfDHB2FsmyXQonddSbAQK/IcjVs7MLnJ0OEE8r5KEjHarjoxlm5xwqqYE+u0x7N0x5PlMo4uHw5EGM008S6almipivwepksGsV3NKFU3qIOTzMgcWCuPVEnn85CT7DCoHjI3A4jHK5WZfn1zwaI8lmaK87aK3bMphltQK7U9mtReQZk+eCkF/tzQ1Xkz5eN+D3kRhZA+MTA+NTAxkHeuw/ImqxAehNSH1Iv2dL/9P2+q4Iqfffe4YH94/EbBKFGRptF91eIEY8iis0GXLYxOWzo71NU14lGHn+GxyyBoGGXn8NvX4fcRZjOLnAfBHKd5MCNiiGZSYcov5oRl2WGJwlmEwS+D0g6BM7rUhAeaphSYF8zmF+CcfivlsJ9kVODBZd8BQDIpR5BC32oEWeiKHBugnDrzAJ55jM53jh9g7u3trGeBDio/ePMJxMUVur5N9kVYzBypm0lPMa96rSPMEt/MIEIkPOXcs5BRULra4Pv2WhcGIUdizY+NLmfpCdSepI366zD9RCfFYiOa+w26zh7l4HN7bWsNHbhu+18Zc/eA9/+YP3MUgTxGISrWDrXGIEZ2WtiO3JsoTT0sV8UOtZYlBYstM4IfKOhAwmoIlSVSJ2zvMQUx5MfqZ8H005D/qtSjoUC0m2s6c3k3sTqQK9DZqsati61sHmtS7myQijGTtbU0nQ8VWZtQRWkEiPVFqxf9HAkBSSEScJPK8kCp2bAS+9fBe/8i++LPSp73z/h/jxG2/K+YhDQZqXVttXRW36jPQD9K4AGzeBjZ021vs7sLU2Hrw9x8O3Qxl8yNJiZEYoZ9pWs49ms4/ZeY7pRbbqPc9lqN1c0wUFPRgtpVvXr6dotFM4TCXmDVRpgPHxGKOjMXpbRF43oZs2RkNIjYPdmsNuzXDtWhfXrvdw8mmEd//hQqgiQpcKeEquQUeA1pqB9SsU6jMsy4WYOLjvDqMKdunC03y4RgDX8OEYLvJsjCybYHhe4fyY53tbkmM0xxhOCZNYf+kLpDhlidhIs/KMqPxkhG6niU6niVoN8LwU8TTGp++QhhJKtYaQPjhIA81gdfi1Ljy/hXB6jnByhvaWjf6+L4Pci5MI4SRDzQtQ8wM5C3AZNjFsDRiGjzxzkGccgnNeQeRnAkNfwAsoALMnXMfxM18WZzFMW+/tA7fvAvtXc7z+rQu8/u0LqTKiULC+W8PtV3tYuxrgmObI0QzRmY3onPQHGpsoyBLJPEGWTSUtRNGKfYQcgPI7xgEYz63NniOL53wOwRyHKPpdNGp9PH30KZ48egy/6aK10RShf33HgFsrcHAwwuHBSMxKfqBqH9TkQ3EomaTJxk1k45bc43j20N0lNm5b6F/jZwLBiSfDJpKLNjyti73NLax1uzgbHOKU/XNLVhoVcg5MYpa4G+i0rqDbvoKz86eyiIFttRro9JrSCdrpOjg+XODkkHUBnPeopBM7VmnkyFmrkTKlpwQAzjaUUY3nLwrBq8FwxU42YmbVexnOp0I/4D2MaE5d96FpTFObSJcjLLMhXvmiL2s8THDv3SmOnnCG1UWWtGC4qbx+Pssz0DiTY203Q7Of4fSRgbNHhojG7C8XupTF/SDNbYGc35TIy1DGz6Iz3JeJ2PFZB7ASAGiOy9jTW9BcF8viWZjXBVGBPENzBiF2BCH6rdDPYihW10m73Uen3YfthbC8UGGWS1f2iMfHp7J29l3s7nsI/BYsvYfZ2MLH70/x5GEoRnrSUeqNAM1WXQRozshoQGf3bZxk0p1u2q7qUJeeNQYXmMaJ0PYKWVt9E1tiWDQwrHJZB49THDxJsEy5r7Ngmhzo+2KiliRzSVMTz9Sk8HCWyPliju7WWBb3mzQaUgC+OPIwH3uwDE8E6cshqCIVKmwZzY8UgcVAI917S0k3W06B9rqORofnCk9qnObjQkz/nJfWmzSKmqgKG1VpIwwT2eN69QJbV1gHpsteneeOR/dDPLq/AAq+n034fNisbvSc7fAZIkKOdFBzWsiUpL1C7bJb9Rly7RFuXjPw9d+8jd/46i6WHz9A+slD/N3bGv7fN12cVAaaNzV0dnSpVNjwHJyHPs5CD7NYU/sD7pNCVl7lmMcJ5kkqr6HX9dCksYbGR6MUAbjABEErQb2TiBE2Cdl9rimU5rJAy+ujU9+ATZx2eAGkrHiKZJFiNVuUmJU5Qj1HYhVwWH8SGOi6u+i5O6gKmtIHWCwXWJSsONPgWAEcfk6V6m3me8FFc990dIzp8Ah3b+3hiy/dxnPXHOxsTNCtzyEO3SjF0/tTPL03wb3jHB9PgMdT/nlPru3T4xhnx5EIwD7RuxUN9Xxu5rDXCjj9Er29Nvr7PQRNmurZ4Z6LWFxjbV9aChZfM224jRocsw5t1II+auLdn34oaxYuUAkhQoNDU61Bs6+GNFml3zQm+00Eviff/0WiSBq/+1u/hP/xD34NTR34m//jW/jWn/4Qj7IKDxnekX5XNRFnIo3PJc7ZGODgDNqoiIcuYZslrlyp4z/8t6/iD/7wNXz607fw6U/fRETEX+Ci1m5jZ2sHda+Lv/rGx/jrb3yMwwVwoduImUSWKiPSoAIYZgBNS6FRzqPIlHOvrWOpp1hqqezBSLmmUabisJnp5opBinTVe2utBBM+M9R1zdmX0nyJ4qWIyTT+z8Ij0iWqM31XSMUIn1lKy10hoMWsoURMVU2oRCKFdVeipwQ/Vv89z6isfyO1Rip9SGIRAViT9LfCyl7+bIIhlfea902mM/n8UH9eVcdIfyxFWhK7eGZWbYqKJCCBHxJYWH2n6AL8OSwKsuxHJX2JNTZ8Lomywb+HP4cyxlColOd34EqwhXQMnneI2M9EnFbGJj4jiHgm+Yuk11z6yFX9JKmu/P9bui3p4UvxV6gTOuuCOL9gHaYyFlKQlp+L1xRnk/xvWCeo83pSr5OEGxqeOcOlQGzafK6sQrV83QVDLhHOTi6k4q2icd0ysLmzib0ru/BNXcTfbDpFWKWytq/vY//2c2KwNaIS8WiOjz96iE8+foiQ4l2cwmnW0NrqwHQsTA6Hsvae38eVu/tSA1UtM0E/KwG4haTKkJRLeU/581/SH6Vnm8SSWGkdEqZh5IhBIVKE0gJVWioE9EePEGc5DM+DWwuw1u+j3++hEwTo1mo4ODzBOx9+hCENTHtbaK/3UJ7NUJ1NcRbOcRzPJfntspqi0kT8pUWLA1kmxDlpEiM86Qamh8rwUb92BfWrV9Bsr6Hld+GYgVQGZhQAqCVcZpVX5AC+zqzKQLuhv0rU0gRb0HhgMMWqQ89KGEueOS2hfEUXxzh6/23Mj5+gs+ajsx5gPjnHfHwBvcjgqF5WjBcRRiErgEhKteC01hD0t1HrbaHR2UDQXBMcPfeoEtb7DGatgplK5yskYau6HBUe+p8me5W4e5kE/v8XgJVYS2OJBm21obS1JRw9Q6/hYqPbwmavpXRFXcfZ+QiHR2cYTWM+CpAWBkynBssJUOqFLLW9Wj1vReRVgrz8xmoPpowrijTAexQXTRycMVF0K6sQZRnCKSvxMk5G7LyfimheW1uD22zKZ5RxDmY4srJwgWQ0RhqFyC2adGN43iZcdxOa5SPnPeIz7GmmeoYrhRKnvYfvtaTG+XPZJAJrGD36Ec7vfQfx6HAlAHOQ6FAw1JX4y+eo3NhVHyw3YFLWvlTuJb5wbjIla8sbjJTuXepqq9/jd+YyD335uUnK9WeIaQq/DLhxsd+P2C+Xw08ZzDFdoPClyi3Ai0eljPOkEoxsPM/lYKw6ZxUGTVUMKMWab0zBB5zHXjxHXPcUBcCNBW8gTC+uDhyyaeYDQsQmlTKVZmPZBPMhoXjYOvs6TeIWpIVBhBR20/BhIu4icdVwmEJMIjvIyBJXr0GSjg7dOiq9KNhsPkh4czEruA0NbpOJHgpVNvK4QjotBIO0GHFYyD4ypoItSefRZc+3huJvFldqyLRgpyDRn+wp5uug87FAEZeyeIHoJceVhiBZ+HMt9QJLDrJM1Q3Dh4YkgOnU4gVs0M3uotZwxf2cMKUm6jATj7oMn2v1AOGCOAAeMJYwzVyGuMRCUrytMSHRqLC1F2D/ZlPQ3k+fTWQlqY44MZDEumBvlzMNxVBDMeZnoNyn8kWTjsufIRlYgE3XicI9ArW6hVbHl0EacYFLLcb4aYnRE/U5su/IDSD9w3QEE1tJp7IfsCOQSZZKOuzGkzmitESUlFjfsrCzz3+jkiQQB46FXwqeZhbqGE90cetT/M2nkIEWBXsmTblaGw56ey7smo7xIJK1iHJEUY56i05zlRrLePNOdHHdT4nuivldUw08VEg0a9VNaVEMV2KFcmtx46821mJWcHSAmEp+h/h95vUR5ygS9v1ZIlZyw8CEMK/TeMK+PKbpc7leDU0hfygsSArEUrhw/hx+x0RtTT2QmGIWrI9GNKeFfk9Dv8/ugBIJ+9L4gJ9x0M1OPuLzeO1xQ6r6MzhYo5OOKVZiVKXOmWmeLEe4iOVw32v56Db9lXjAz2OJeZggTnlIVAfzS3S6sO9FEOdXX7lgBLmelXCZzOkyzaErYYJ4TBoSpB975f5bMSCJSOFglTSA/nobm9s9ufbpuCVmcnA8xuBorAxUxO1JEpcJbxpYiJksxMHDoRfFbPb18d3zPU+c2+E4w3zCjaFy7THBy+QgEe3sGuMwle4lupelH2HVh87vNN8zwVBI6YcaqnBztxznWI644eQwmU5xleTlYIPdSnSmXxow6AKj0YTudvaO8pAdx+wC5WFNfSYWu5DqJYyAD2WSISpsWR42LR+3rvdx604PnU0f7zxaCcDvJnj2boKdro5XX3Rx+5qD7Z6D9Z4LZ2sN9uaaCMD/1398BCNc4ve+to7/8pfXUX9uF7VbO/jh2w/wN997B6enQwQWB70+9q9tY//6Dh49fIxHD56g37bw3NUubuz30e6so9XewHd/8EBWkuVotjxsbtVx67kOdnfrODm7wOnZBSaLHLO4xHCS4dlhhPOzGOt1E+s1E50A6NRUR+vRhJsuEy/faePl59s4eTLDyZMpWo06dnb66Kw3MalijKsE85laR2cxHh/HePokwcFHORbnGv67370m6617Y/zVd44QpSm+8JKLF+9yaKPLMJ8uLM02ZADH/rBwFOPifoGLjzjY8LC55sHreNDrHqi5vf/4FO8/OQP8StaG4eMqWrja3MTVm7fQ7G/iG3/3Y3zjmz9Gr2fguWs19NaYbKpBc1z89I1jvPHGCYaHOWZnwMZmHa99dQM37tYRV2MkGOPk0RKnny4xYPruHKg5Tfzu772Kr//ea7h/8ImsB5+c48G9qST6ru2vY2erh5SOuSjF7noD1/Y6ggz/zo8+xU/ePUK9VkcjqKG1UaG9yTRBiskglo32V7+0j6/84lV89P457r9/jtOzFLN5JcPdS7wVkY+kUUivZE31nIfTAvNJIa9jdgqsdQPsbDWwuelgf8/A3hUTaxsO+psOzuYRng3mePA4xL0PQzx7RmFBR0VBVxK/TEhxD6OWGL44OF8dwnjvFJe/BAkrwbZ11jRZRAUnCbs7Kxk4z6fA+oaG9U0dnY6FVsuRz5siMr+LPGbxe20QdWpxyMoDPhCFwHgETMaQ1D+RZezzo/mDf4YpRm6c2WvL9C8HVjyQ8F4QNFwRA+hqtR0D0XyJ+SSV+5e4P3NN7pmRDNVUKllhjJn8s9DftrC2ZWJ3r4vdvQ6iMMXx4RgnJ3Oc8ZocM2WokMhMTOZMlFVMlyi8nnKtqWoKDluWWYIkmQn1QJyMhuoU8l1X6AZJSkxhuuprJ87Yheu5ckDmnoyhFaIZidkiYo0DtcuEGoUu7td4O7V1S1ZQD1Br1uTvPTs9xXw2QS3QUAtoOvNl+Mf+sSmTtNFSnrM08ZC0wQQGD9vsNuRzX1CtvP9JvxOT2kRtLwUV+Flv3VLhPPk5CoyWz9eASF+FByOsRuzgFLl52JcksY6Yye5Fivaaj3bfl0MT07+LaYbZMBMz0sa1Gtav1QQty6RzErJ3bILR6VywrdLfGxiSYmNHHB3z5EXxYG06PPCZqDRThsUxf+7lEkEjg9/IUc5tVKGN8LwUkyCpSL0NB91tB53nSnRuci+cYzbKMT5i+rbC/ATob1nobZmSMBsPmSjNVQeVBxF/n3uxhtPTFGcnqTyrAnZWBo6knGv1ujI0nY8xvygQDTREgwrxOEMyzVHRmGjlaOxoaO7rqPVsuL4tw9njTyIcf7yQ65p7Or8NON0cDrsRiXc0HUQhBwiF9NXOLpZIZqQNEh3qSUVA4PP9II6pQko8dBzK9dnecNFep/lGDSVJxmA3F79f8oxlVy57kqwKhlsJ3pfdtPwes395du5iduYKbaIqWPqcQW8aMJo6mm1d+kS3NvrY296FpTl49miAwydDjEchxqM56g0HnZ4v3wGKzjHJHnQgFxQSTQQNfhkoEBTIqHBzkFdU6G02ZPF5zO47opQleZRrCk08LWBr5qquoMJ8RjNGqpD7DV31k1pqf8SKjColqppLR0gSwZSDM34vVCoriwqF0J4b4EPIa9B0asr1Po8izKIIL9zawt1bWxidLPDB20cYjWdo7upobOkAxXyb4kUhaXbeU6V2g7j32IGWOHItRKOlnJ0aFICbphKAnUT2kXAV5rDigdakyOOh2/Iwephg/CjBfqeBV2+t47nddfQ767DtOv78B+/hz//hPYzzDClR6ey74hmQ+x4KyRSX2FebVHDY/XpDR33dgLb0oKWuPMu4eL6jAZunYOI7iQKzKk1WFkFSTTyd+O1KjJVmZciy4MCGiwYJFD1WyThggMyoaRhOxjgbDMVQQdMRjbyNPtBgb2ZaYp7QLGlgcWGjjHmP9mSdHg5xdjjA7TvX8bVf+xK8hovvfv91/OTNd+WaFfrM5aCP9zLuilkbFXJoX6J/Bdi6FIB7uzCrFu69PsaHPxl9RtDR7Ayan8kcwLHrgtSNxsQ604yoFGUKN42+Br+pYThU1RNend2VqUqkZL6kxcPRAotRhPaaibUdW4aWfEYmaYnOXonuHpHLNtptGxeHCR6+M8fFcSL4RpZeke5CI0mjW6GxlsFwaQpNEUZ06APhAvAtBw3HRd1TzxfPsjGfjDEbTzAeEKXP6iim7Q247HlfdSAK5YNDT82GbXAcZmCRxbLqDZ4HOXjIkEWJiPnj4wqzCxI5bHgea5KI/lTPN8epw7JrSBYzJOFczLVBRxdhYHQWIZrmcG1XVlGmkuI1XZ4FGzDoRq94tgkk6c1l6BEMgyIZhXVWa5g4P3FxdsLZRQGvnmFvv8JzzxnY2wN+8u0x3vj2WIw5/H6t7Xm481oba9c8nE7nOJuGmB/ZmB9aYloQWzu77AyeP0gSIb4yE6qD57IjmF1mNIzzzFRJ4pvDYCXKuWg1NiRhMrgYYHA+kBkD0/O9TRtbV3jvKnF0NJZFWgqRumLe5VyGqDrOUjhAnrZRTjsIZxUm0wRwU/Sv5+js0WSlBtbZqIPlYA1O1cVGdw2dRgsX4xNcTE4EB76U8xdrjZZiWKn5W6j72zgfPMXF4Kkktogyb7XqUiO0thHg5CjEydFCTHJJTDHBFGNVveEr0hgDAazyIkWJ+D7BiSqzmuprVIMsRV2hQZfVGlOE84mIv5zbsDM9Z92CZqC1xmd+iu09TZLbp0cJPngrxNkh0a59GHobuR6h0CPoDve5nAHlaG0sETQznD40cfKAQiEDEBwkWpI0Zr+vCkUos5Ci8anho1hlPkvGrIaoglSlsKD24CUS5EWComSym/Md7lMYYNBlUEsssyTchfBGdLmqSyK5gOdYIvOJ9q2IjWfVR0Zj82p2Mp6i3TNk1eusgKpJNcrFaYrBGQ3RpNws0em0sLbWEUE7pvku5l4rF5M3h97sQZS4/6pWTlOsenQDoEtDVF1HOzDg1zUs/AKhX+DgcSZmXO4TZUbJCZdBo7svszyZYkhLE69F9nKqGef63lQWDR78/83HFgYnFIAVNt2yPLluVap2NYDmuVynCVN1W4vQIsOHQowQ3U2V4p4NXMyGfK6Q4kgxidUP6rxPwhff74hJ+MUSlltK+pfni+5GKevhBzkefZghi4n+5s9DtHcBjWERFU78LOkx6QnhAAAgAElEQVTI7xkTz9yb8n3k/tkJzuA2T3DruoXf/he38OuvbiN+7z6S9+7jb94y8Z/fCnBi2ui8qOrJ1uwKaxZwOLRxMLQR5bx/2ygqFYAolynmaYEwKWVP1KAxztPh8DlLU6w2R6XP4dYj+M2FpJWThSlzPbJN+d1u+n10axvwmWjNJjCyKbR8IitMKnkOUgCeaTkis4Dlc56poWvvouvsCW46L8eI8wUmfG5mNH16cg9jorpibR/n1TlNHakIFvPJBb7wuX189Ut3cOOKhU7tHHVnCisrYWYVntyb4OmHE3x0ATwILTxd2EJwKZcmjg/mOD6cyTyOgioTk5y5cv7W3DfQYH/ydh2t7brMs/RqCbNawjU0eCYFQYCk3YoIfrcFU2/ACQNZjz58ik/vPcN4Oke8wvdqeQ6Nz6CcGFc+zXmtkapIwhBJT5aQOjW7wr/5V6/iD//NV1CvSnzrG3+P7/7Fj/BRUuEjjp00ismKikkBkde8oieuWKulhit7Ndy928bzt5r48ud7st786Sd4841PxDS4td9Bu1mDFdtYjg188zvn+Nu/P8cwqxDaugqbqItQKBk0klDqs1YhHdYQcwbPHm+m1CR/k2nIdRMZ57ciIrESTtEIuCQxp6RaEX95L74UGCQBTPSxmI/V//6sy3cV+Lqsk/ws2UsqwqpHWJllVn29Mtsmvv1SKFa/8ru85DOIxCxSLCm4ivireoAlectnwSWyWpgr6nNm3ot7+csedQrj3EtSzKUAawqxUsUERd8gbfPnBODL+wvnpFycR1Jw5Rlhybl8CXi2Bc9mYEghnWkaIMWDM71UEsC5EpNXr0XImRSAaUCwaIhdYkkaguTvFF6Y52kGgih+U0inuJvxfaeQJTRJzp0FCyFVQpIC5mteYXGlXqgoUfcDWdxtULvhu2W5nL1ayPh3r/qbeRsl1WI2mUttE83LXN1+B2sbffjc00YxqijCNE8xzRPs3NzH9RdvYa3bQ72ykU1jvPPW+3j77fdF4KL47nfqaGy2YdomJocXsm5+/g5uvnJHntHLxUKSke0gQMP3WcEuS2Cs9EeskqU8g9F0JfoNyRlVIeI3iaZ0pcYTVhkucHB4imeHZ1iQsmaQxMoqtXVsbW3A1diyqUmo7OPHB5iTpLizhXa3i8XJAIuTIaZJjKkYh0rB/Zoi1qknDUkVvOBEieJ1QPNSuw+jvYbmxjaaGzsIvDY8oy4zgzzn3pOJ1JXrQNkg5Pt5SbeSM4yE0Xl9lCj4LNSZCufnq0JkNddA3TORnB3i5N23MDt5guZOHc2dBqLJANF4gIomWUGZF5ikmSzTrcPwagi6m2hs7MFtrUG369CtQAiVgn++dAFcCoafcbaVYYUHY6Utquf0ZfL35/HwlyLw5T7nUiz+7L+VxDPfBwoXq3sLa2yMCnXOvmoemoEv9xW+r5NZiOF4hiihyM7UNLUzknp4k1Xi/2cUmNXjVt5PqRu4/K1LlVKFPUUAlvsG6RjUWzJURgJoMapxhHLCXutKnl2VTaphG7bvC+0wrzLYNPuR/BvOsRiPhHrBCjwr4L6vC9PoodQdSQBTQ2T1n16p2ihqH7yO+FlzwyMFRtQ3WfnqaBg8/BHOPvx7RMOVAEwnM3tdKWLovgYSL4nJoytBEqwU3koKwCpRzU2ZOPPEfaYK2YnvE87wZaJbobdRcacuPGSmGHkg5w8COdxzw6vzcBxU6oHG1BqzkOwLFqwC3ad0ZbJTjm8qN86WDG2TOZ1lpfTp5oliX7MLS11gaqNesIPTLNHoemivBeLqZucQk4GSkmF/6so9zQOdYXlyE9UIR2e/nc2hJG/gJgriWiQFrLBtTIjwcCQpWGH+r0qehc1OtwxvNhRtExTy9FdOIIvJug7nRi40OSwU8jMR69fZcdDZJrKGBw+mMzOMn8VYDJUDiK+qvm6hvmYpLETElADR1bI3RsFOU5uoa6YN6VDlFyCHxjdPbtDsKXNF4BNnwgovsNSU40SStRy6r3rwRHtcPZTZd8PhEIet7EFieuHyS0lBUZI07LogikxipPx9drMRQazh2i3g6i2gv15Du91Gnpt4/50x3n93LIPDWt0WtOP4NEM0Ic7MAzK6GSPoGtntKqXNDQANFXxty0wtDg+bmy6CtgOXvSu6htHpTBZTz1xBjb13FbprJvavt2UxcUV3/+lRiqePFtIJyc+Uwn5vy0F300WjW6LRKUWYHAwzjKY5Gmsm6msGxhfAxREwPyuRDgpkM2U6KPUKPSJhtuvwm+zPSlFkS5w+yHD2IINGolANaPXZhWzB9XW5lqNZiclhgfGhTCiguxRzK1ROIcNS6b5darBKujvURlSEUyI7Ugq4BdyGBbdBU4IG21NdyfIAK3NYhi9Dj5QuzkmEeMFOCoXnplmABgDPrsFnn5KIhwksh4MLxbWv7AKVm4lAI300MODZHlzbY06dYGpJsqQphz0UUVVXJIeZywVFeNUxyw2LStPT5U5UEgvPFf6NQ6L5fClp8avbPq5uBeLEm4cppnMaDDLESQmHmGXvUqimIMPENfF9HDYqQcLQuKlRbqY6uwhRYnCxwGgYibmBAjhvlvLNJbefjmAO/FddcUyg3nx+Szb6B08ucHE0QRZmyOYchumSsmdKxKEhQwRgJu5LLPMcqRzAFDKMG+PAq8t7Pz4PMTmbo7nmCn6QidxwHosLmEP/OCzEqRbUXHkeyvdMq0Ts4RKqgQaFT4ty6fQuRyXKEV1KvP5W92D57rL/ikN5hZHnEIO9wMkykc0YEReXvcUCzaAoz8SwDF+JEM1heuxNB7YsX9aNq11cv9lFs+9J+vedR8c4eC/Fs/eW2OtZ+OJLAe5cd7De1tHv2LC31kUE/ps/P8L//b8/hBMX+MNf38a//ZUtODd6sG/08Lfff4A//rP3cHExwvaaid2tGq7duCbrow8/wf17H6PT1HDjagPXr/bR7e6i19vDH//JB/jj//wBgoaHV76whzsv9HFlnwkrHa+//gCvv/6QLRUwfV2ExadPcpyeFOg0KnQbQN/X0Pc4cLRgt23UOh42ew1s9Jp4/btneP0757h+tYev/LN93H65h8fzIZ7MB4gnmmCHn56n+PhkgcdPFzj7OEF2UeB/+N09WQfTDD99skCmF7h9y8DVXQ3zswVmZ6vUTZkpUrlhYBECB++kePZOgi++uobXXl2D1bAQVsBZlOK9gzO8/+wcum/A8E2s5T6uRHXs+11cu7GJ9loTf/Kj+7JeeqWNX/uVbbkf//AfL/DGG0Ocnqc4PUsQU+SeAVeutvDlX90RAfh0coLT8QkO7lWyFsNKnqebvRr+w++/gv/m91/BDz76AD+4/wFOx2MZBmZzHfrAhxvX8dqXt2QdHM1x//5AetwfPR3jdLDAC69s4YWXN7HMQ8xmQwxPQpx+msLVPPzO11/E73z9c/jGf/oQf/Sf7sn3cXu7iW7PRSxYvTku5hkuZkvYNQvtviup1dNHES6e0YAkM298/vMb+MqXt7HeY9fdHEW8gNOr4HZLPD1Z4sHTJY7OUgzGKRZpDq9pKKFhqZY8l7mB4qGHyHtJgZgoOZzJiB9VRifHVQjYeqdAo83vXoXZVPWIUsRlar/dBtodDT7T9S47erj3pqCbI02Im9Wwvadja9dAo02xhQc3AwXTSKUtPYiDiwjhlH+ngcVcx3wGzKeV9HOGUx5GVNePX3Okv7K33pBBHhdRrEz5c0/DewiHe7N5jrn0YHH4mmNjy8Pefg371wNsbHvY2HIxGiQYDxKcPItw8DjCeJJBI5XEpkiqUseXPcO8XxDvzGe98BgrJji4VyNVhUmVRDbWtUZdlm3SyegiSWOE0QxxEsKgUYZVElLOyV5lOpgpzlI8rMPzPMymRETNxaDCARw7W4cXC8zmS2xv9bC91ZVBIe/189kMp6dHmM9G0kfMoVQ45tKkC0zw/nqFZtNBo8nBvyHY2TCkiMH3Duj0PTQ6rtBLmJomnptob75eQUd5ROXHYpYhStN1aiIYk55ScaCuL2HqS9XiIftlvjeuXGPhdIHFNEJ/10F/l2ZBJgoLLKY5RqcZwnGBzhUb3SsWfD+AZwcolpqYJWaDRJDJ8TQT8TdoOXDrRDSVIgTzkM4De1Wxe9KRWgwepNnsEngRam4EbVGHvqhhdJzh+AkH4Ingqf1mhf1XbVz5gi3PKqZowyEQDXUkYx3dniZrMTMwGRhYLHgmiGF7Ba7f8XHt+UCwixdnFAoKQTtylhzUSMAIMB5FskZHKcbP2NFL9z+jryZKI0Ghp/A2SvjbkN7XWtOD57k4fhDi+JNQcGtM3bpEMPcKuK1SiBmuZyImIWVYqA7w4xLpzIJrduBaXTiC4CtEqGFlAxGmrGfhQKK9GaCzEUhnF4UAJjnY48VUPVPMtuuKWAqnkE5aKyhheRyy8JotEJ43EF7UUSRLVMVMMOpG04IuHc2sesiwudHF1d0t1Nw6psMME363js9wfHwuRIFWh5UCTN2mCBep7N94P6M5TwR+g/tfdR9mnyxXZ9tEZ8sUA6hh0VyhEFfcuwxOQlwcL2DQaOk44mbP8gRZmaLkoMimUVJdp0wb0pdJO4prONJXTNzkcJjK3iFocA9ABLGNeGqhIop6ksNtaqhvUUyGJPCIYL1zYwN3rm9gcLjAB2+cYjwJ0blhorVnoDItVAaJNhzyMMlawOM9lMi41Iee+phfJJieRjJI496dPdClm8rizF7zITgyh7Uuno1Ouy7r6J0pjt6e4Hqvha+8vIs7VzfQbnZgGB7+9Pvv4k//P6re+8uy677y2zeHd1+s9ypXV3VCN9AgQQgEwRlRpEBpLIqSPDMeW5LDmjVje63RH2X/IFuSJSuOZEpUoEgQlJgBdCMDnSvXq3r55uS1v+cVQEnrLAQCqKpXN5zz3Xt/9nfvYc5OdvmsWFUmjUpAAlkkWDA4aHWBzo0azU0TrhbARVPME+xZp1GFWFYmKdKwFipMw2ItgS3C6vycQ5sS/kqNRk9Dw2MlgIn1lQE2+xtYWeHzz4IXaDiZnOJkfIaT4RwnZ6EYFzhcpvC2vudgfdfF2TTCcBohC01ocQO+0cbVvSu4tnsFb/3wPVk7e2v40i/9nFQg/NP37+Kte+/Db9pippWBYk7gmzKjcFDFBCpR4oMdYOsm8XodDHrb0IoW7n5vKEsM90wdNXV4XVYw8b3HPlBi4x2UkaPqe4pMqg0aK4qgMGGX9AWx0DmCHutDdFSJhTK2pZqJ79Emu3X7hZhozo85xNSw+7yP3c/40ndbVREmwwzD/QKzC/boGfKe3Nr1sb3HRDj3bhGyKsXFqMR4zCQVzcIaWg2VBm83LQSeCc82cH4yx/nxHLORhdnYkbN50Cvgk3xEaoUXYDFbYD4NRZTttDrSfZtxX8x+aSeStbiIcfE0RjSm/zKAqQfor/Rkpekc8/BcnhmCaeOom3hzprQ1GgcSJGGK+QUJZYXMLCj0ywm7zmHyXdJqwfQDmGYbhtmCprHfNZP0r2nORZzVdT7PbYxHFiZjE04jQaMTYvsKcJ2EnU0LP/nHED/9x4WIZzRJr16xcPsLTaxet3G+iDBchJg8tjF5YiNjSrjI5P5n5yp7cWly4vPPNGmAboohi+Ye2+M5JgZM9h3HmC1i6Tt2rC4sq61MYawUYkrR1QTVvblnIGhXODmZ4vRkomowLCVaSA8tJW7pN8yhhQNoiz6i0MIsrFHZKTo7YzTXZwqqJyLxOqrRNsyii8AJ4Fke5tEI83gsHXmlpp6TjlQa2bC0Pkytj4vxU5yPn8jzhn2UQeBjc6cl6+RwgdOjBUYXCWZTft4Wtrb7WF1bEaw7VxiqzmMhuC1DUtIpKaKq6qujiYWmWlLm5vOJGM+433IdG2moI5yqLsU7L9t47mXuA1j+GmP/YYoP7qYYn3HesQrf70nvb5zP4bQr6df22iX8TgLTzXB638HJx/zvNoVM4nqsArBE/ODwnMYmIsx59r3EASsqy7LLePlHir/KGc33WCHUCjXx4fWgqH2csaVClODPyCCEJWY8n8YHWaYIfpUkWWiSgRioYtaxJaW8T/l+5dlZqBiGMrj3+obQM5jQ4z5x/3GIg8cRBv0V7GyvSxXVbByLoZbmRlZbSOKaCNBal85hng1cvYKj1VhtWVhrWQiYiCfO0qpQDCrk/QqHT7hofiIym33I3OcFIgJLuIhpp0pVivB75cfG+2Hr+kIWcZY0dc5GJi5OfCwmPmwRgJnoViKAwoGqBDDFHY7rOQvhjIDPUQrmvA8G2xla/QKHD00cPmCKmYK6EtVJ2eK1y8oRqbUjJSNloph7AIjxZfdWht1nMjx6z8Hj9xyEU9ZWUSzj1+C9pVJ0TADKwFk6ik0YGnuFTcRxiDiO0FufYXVnhudu+PjVV67jy7fWEf/kHUQ/fRt/86aDP32rjRPfx+rLFvrPaOjWEXqI8PGBgfsHOgotgNOgsOnB1BNZYWYgYtKMwhYR8gbrOvjeobgYQtMjWP4MVmMmZ44k5CyUFRW61PR1fJUAbtkWAj2GU82QzM+QCtaZ6OUK07rEjIQlmtUJcnE19KwdrFhXJLGqWzMkVYzhosAkqdBouPB94gs91DlpEER8sxs7RMwe0fkMX/z8Hn75K7dwbduAZxzD0yfwaBKCJQIw18djC4+yBp4mLgpWBCxK7D8Z4+njsTwrub/nz6AxJWZaWHvOxdqzHrw1G26fSUdAy1IYFN8ZEOI8hilTmur0JlKth7JswU8MNGID48MFJgdKgBgtFkJWScMEGRN1fLewakf6R2WML79/3kvd9QZ6awF+49Xn8Vtf+zk08hyv/dl38Po3f4R3ZsA7c5WZoclP+FXL6kYxAEk/sPKqfunLW/jN33oGL7/QQRANEYRn+M7bY7x2b4TeWgsv/dwGBp6Di3dGOHpngtc+LvDaxyXmrPOwaERlCo7XN2fvnMOXcGsLPs8iVo3ITZHbGXxWblBoJbQz15DqOiKen3jdsoOdSVZTmW8vEdCCY6bw9bMJ4CUC+mcCgp8kBRlGEpVWQJFLUZd/5H//Mokn2qtKCFOMVQngT9O//HPezzQ8MKAlyGeGJUT8VRhgqQASoUN9tpxL813BmVommoVCNfOszjBUUdEgZ8Bjf/tS1OU/oIhYFJ2kIEJmuZd1lzTUOUTBLpMmPMcmWYk0Z++2j1bAlB4N65dBLDULJhY84YNWPfCUviHViTQDWNKfm+SJkIQ4/ndY3cPnLc0jAvZVYR+5SPgM5jxbKpYkYSO/32VzpULsGsrgVySpnIn63Z4snpPPh2MheBlLYy0/FwVEVShYnsulw/kSWQ0NjZaPZjuAT8x1WcLMC1wkCS7iBDu3d3HjhZvY2dzEutcBohLf/+cf4fv/9CPYfDd6PhorLbTWu0KTmhycYnJwgjuvvIjnXnlRfo/RZIoqTuBqOhzOAZourMCFQZMUrzX2OnN2K9oX93Wc4eZCPuW+hF3JVZrj4vgc58dDCbxNZiHmDAPk/DhcXLu+g+vXdhBPp7LORhMcnk+lunF9cwO93goujk5xfnyKhDMT+XyZrmaVpXqTy4XA358IwCptrrse3KvX4O1dR6cxQLcxgIkGUND0QsMjZ0mmpKn5+xMGrnzfNVyK/HzP85r5xLhAEZ97KYrAyuzK2VLT0tCxNOQnBxjeexPzkydwd5twrwQoZlMUcy6i8yMxT89KyGp0B/B7q2itbqO9fgVmo4soA5Kc73/Ow+wlelrpTJc0V2NJPvgk5Lk0sV2m+C//eGkE4eWjSNHLfc4nT4DltbXENSt0tqoNZXKf17n0XC9JwZd7KFIDmIbm503jGYOgcodLXlXinwpYTUH6Z5PJSzOYfC9LU4g8A0HUNveAKvlPwinpQ4bL4FWG8OE5wkdD5E4DRdCB5gVL7ZEJ6gKllsOiIabi2XOG+XQsxtNmr41mr4OqDFCVTTJZuIOT35nJehn2DFMD5XuWFXESbiNenteRAdPVYXo6Tj/6Zxzd+9YSAa3pNdMPLlFrLVsEDOLZ5OArHRmfCsBVTiwyL0+q9NzUqzJ2+WXy37OISVruj5RhTlCLfKgLfoHGQoZIiAqhW4zIaTrTqa3yz02iKQCTX0OGjGpTqZzuvKapptNFwEOqEht52KRTnv88B8RKsF9Gjim0NYCg46Ld9eRCiGeJ4IDpxmMqTjpT6X5gao/TAj44jRy1ya6mUnAuktYVXAuTdwoszWQKUUkKkayQDryBKUJbRNjojtwcTEhJipmfF/uogloWB2FabslDmF1bFOvYsdpat6UvgxvsxSiTIUkW5dBYuM6EdNeC2yEmOUM6SiXVK98XRfmmBo2bbb706bzlnSLF73xD0bXDcnkKw8RL092pROmCmrrFFJTqzJaHnio1+OTFycQPNzy8aThQ40NSmTiYKli+ZJnBFnsZpWQii0pBMdHJfPN5pkY0GQinCx/TkY4HH0W4/2EoSJxW25AUw/lhjoj9V5qn+lsoACNaIn+Xsfplzx4dsHyBux12yJFxztQHnawVFudzLM4X8B1DUk/Nji5dRc0201mBlMErLF+Jg6chHn48w3BIhwb7pzVcezbA1dsNGA7BTEydMv1byeCoObAQrFo4P6hwfL9ANCwB/h44tHMqlE6NwUYbq5sdGHqOIuYGN8HF0woX+xWcNR2uIIIcdLuudAvOR4kMlRZntSwi9Oy2Ds2vUdsFKpNdfkARabBKHQ5/3+IWqiUkImaJsoLf4ZDYFFGZh3luSPmYF2Ewd4HMkY7A2ShEFhHxoQ5nTMfT8EKR0tYDGZBbVgLTSgVNw8XvobboZKEJgocYYq98Wex9iOYh0rBUwi/JXDy88XrKKkni0jWnwqsKzcf7gT05QdsWHDtFY27cmcTjVbS94WNn3cN8luL8IsZkmmERMunKIYULh3gRurd4/VYc1qWSNGPyiteGekYptzaRfNxwTMYxZjOxR6pDmwxoTCEJZGEhQ1cmiNhzuLHbxs61NqIwx0dvn+Hw8VQ8LuTr+00TfpOOL0M2G9zkKAsZkYqJ4HMEk65pS4d9Q8wXi3GIxXiB1sBFb8sXHA+Tv5MRkTlMchjSqem4fFjWMoiQl3JbpSIoLhPTEs4zQYgKBn9eQ9RC6RNfbiD4HLUoXpiy5BlsmZKsZs+oStapF58YOLjhWt6rfAgXSGVgzM50Dvy2XR87XgPX91awd2MFwYqHNx4e440Hxzi4l+DgboLdgY1XXmjg9nUbg16NlRUD3toGvLV1fPMbx/iT338ENy3xX35tC7/9bzag7TaBK0385d8+wu/90XuYjqd47oaFm9db2N69hu29a/jwg4/wwfsfodsCru22cG23i5WVdfRW1vD7v/8Bfu8PPsDmVhdf+/otfPZzffitHLqV4M039/HWm0+R1an02lEA3t8HTk+BNlGGjQp9jwKwhs1NHzu3u+iuBpiNNMxHwDs/HuHdH4/wwmc38N987QZefGUNH58f4uPzI8RTQ9b9gwT3Hi1weByhnuUI6hr/+d9ewX/6tzs4iTO8czIXAXh3x8JqT8dH9y7w8b0RbCtFs5nLdZPBxWJhYP+9GPvvx3j1q9fw1a9eR+1qOJ0v8ORiivf2L/De/rngj1mTwD7m7aKJNStAt+2JOPXW8VDWned7+Fdf3JRU4V/+xRN86+8P5b3Ka8MxTbgmiQZdPP/SBvqbDXzw4T4++OgAw0fA+WMmndThZmvDw//0m7fwP//WLbz+zof47jsfYjyP5CBhZja8sI1W1cbtz/dk3X37HK999xBP9+eIaKLRa9x+boDbz/YFdXJ0eIF0nsGpTKx2mvjyq3v48i9exe/+7vv43d99T2oPnv/smqCohidnGJ4MMckKjPNChtz9FR9aqeP0QYjRQQKHRpemhc98toeXXhoIhmxyssD0fIHCyVDYxH6XeHJQYjInFom9r6V85iQjiABMzDptXZo6XMthUwwbpgxTxGFbFzBNGojY+0v0XwbHU8OlPCdCctkxmzHlD/gULeT9z/0CjVm5pCYpOnBt7BjY3DHR7mrwGpDhGPGBHITNpylm0xQxBYdIR7TQEM6BxYwD9wLTC4payulquTZa/SYabR+LMJSOnYR7glkhuqrrMynKYTmH5qxjUOSRjS0X27s+NnY4MFHC69HTOY72Zzg5zHByqPqM3SaHzjwwqMEXB07sSJP6G5K8+HqXnhV+BkwzKwyeHGQkDRogaAXQiOYnjj+LkeRzZEWkSCMGh1800pWCu273bbQ6riCNbcfF6CwSQdxkns7yZMA+XSwQZxmukg5wdVP2p/NphNlshvlsjCSeS88e0bbhFLJIeOB7h8ajZtMRoxmvI+4VwzDHdMYkC9BndcSKizRl/zyTzFD4NU0X4gpJD+yaZTqISEFTp7tKRyXIYJIzMhhIVccVB4uVA6325BqLZurduLJjY2XbkZ+fA/SY1R7nFcIJxViVrJNBVsODwc81VR1m0yGFkhAWhQ6KSvLu0aSyg59BmpJJza/nQKcTnFhLootd4oJiGHFT1sVhhoMHc0wuIoB7Tr/CzVd8PPMFT3DmaZRLR2w8M5CGBpp+jcBn37KB+Zj7Kr5rK3hBLRUeTJCfHQJnRyopRgGYP5vlsB/V/gSbNDpKcXI/wuykgJay18ZEpeWyR3TXaiUAr1qyT3cbNk4ehjh+uBATC3FUrGxxOjnsZrl8RxnIRhWycYXFKTAn7nVuw7V7cO0VGZ5bboYsDxFGc8H6ctjK+5ECcHfdFwMVaxEognCIzsG1ZTuwiJ7kEM+pYfrsbC1EBDZJIXDYn+sjPPeRkwSTLFSPYs+G1aPLPYflZCJSrvdX0PKb0Ap2oGk4ODjF4cGpIPK5b+AeSN7lGTvBeY/W8lxiqs4mvYOnyoJngFqW22QCsES756Hbb0nyXw4dBnD8ZC6Ley3XJsGFO3CF7WQ/XqFbS5QVU0o0q3wAACAASURBVIbs6iMSWRNjBvvteR/MZkxxF5Li495vfuxiduKhptCdZLBbNfw1DVaTM0gO/ipc21zF1c01DJ+GePcnJzIIGdy00d2zFNJN0sUZZtNEkgqOTQydBiNrQCcW8zTD+IhmvAoOE4+BBvg0SBasbhURmIJ40LLRaNhoBr4Mv578eIKnP5ng5loPv/iFXdy5uY52qwXNsPFfv/M2/ut37iFiP3mbh3meQ9k9l0MvdOg0GbI3N6oF3d3crdFYN9CwGrK4fyUdiuccmh1ogs5CIGXq1HQkaVqwV3BGpaREZ11Hq6/Ds024NrGkm9hZv4Ig4OGzQlGnOLo4xPHFISbzBLNFLmm5ItHkTLyx28D6bgND1gJM5mJ8tdFF4PZk0LW9uYk3vv8O3vz+u+ivtfHiK7fgBjbu3vsYH378RHpWaW4UChjPmXUFXUyAfAayEqDA+hUNV26xmqCNdrCOIm7g7vfOcPefhvIMIWqUz3u/7SiMIGkPrEVImIJyUJKSkGcwzBKNnkJej88rjIcUgAs0VkplaklI55JiY4CCYSOG1wzlHTg9ZwrBwPUXW7Jm0wmm0wmiaYVkRgOshmhRI5oD12+1cP12C6abIimmmM1jDFkncc4BFa9lU7onV3oGgkCJgLymz/ZTnO7T3G0ijZmS5ECR9w2NVj4cx8d8Psd8PpOO0Ha7IylRh4bZpoM4niNOZhgdJxg+TpHMiX4P0AiaIha3m22U1QJ5MZF7iyIfxbiqIt6Ogg4NsCFyJglCfh48l3GOoSPJQqRZKDhEJwhgeQ2YZgum1UJVxagr1iZlaPi5GJzTxEaSWJjPKGjx/RCj1Q/FQHblio/1VQ9vvr7AW6/PZU5CQlV/y8buHR+9KxZmNN0VC1w8MDB6qAv2nWd7Tm8cIh09S9J48n5kMgN8ZvP9wu5rDZbHmUSJ6SzEaLQAaaBAAE1riFGGnx9pBHyON7s11nY0NDslZrO5vI/V0JhDfcgzjzOSJKHAVkCLVqDHK0giH2HooDYztDZOEKyey89umTXSi1UkZ5uo4xasmthVHXkVIa+YFqLJyZGfI+AexuF5L4ChBxhdnMki3YMkJr5LN7ab2Nhp4fDpBQ73z+We4LvddVxsbXWwOuAZz0AUMo2ZiHDG91nJPlyKe5JmUz2QFH9VbREfsjTxzBAtZgo5bNCYzzquShDYn30lwGe/GGB4MpV19KTEwUMN0dxFs9OGFwSYxwss4jlaNKdvavBaFNZj1FqO4SMXw8c0m1EAbgmlTJ1rNelploQSBWCanmUoqjoyPx2OXtYHckZEUZZGRp4vKSKmMO1Eqi1Inck5c9NteYZeCrDOsmtY9qekhhFLm8+QFTO5v2SJaKz2foJUZRCg5Dk8g+tXCNo8u+rSw+y6Jo6PuM+cohX0MOitShfo+CLEbBKLKVzGR0tSoLTICZGHe+pSKA6rbQerLQctw4BfcahbY9FOZU3HBqYjEzPpz03FcGmbTVjE0lK80SlAXAovarCvGzm2r8fYvh6JiTGOgPnIwujMQzhVvdlM3SoDJdeyIksG0IoUKMaGXJFRSPNq9Wp011L47QxPPtLx5EN2t3qCRRWBa9l/mDH8kSkhmtQfDua5gfRbJa7fKWSdPXFw9tTB5JxG8VrOEKQkuo4hwhKR00yK8drjmYMYVw6AZ7MRZtMRbjxb4/kXNdx5pokv3LqC59d7mH3/TVl/924Tf/HBGs4DHxsvaVi9WaCjLdDFAu89NPHeAws5mvAaHXiBB8cO4Ti8By2pLJBUqhgfc5jy5zk0I4HO5cxguFNUVSb1MVnM6jtHVsvviYDR8Qy0nRAu5oglWXYh6f60qDAuK4zKCjOKn14Fw6vRM7dl0RBmOhGSOsFwlmAcZwgCWxYKH1XekGBHGC7EAJhFnHUt8Auv7OJXv3oTVzd1WMUR7GoMX7fhGw7uvxPi43cjPJy5OKxbOC64x0uRRykOn0Y4ehoLXadaVvrxuqMhYv22g/VbDpyuDiPg9V9BL3IYRQ6LghHPnDRtSPIywCJuIY58YJpBm+ZIpwWySYFZGC4r8SJkMQMQTIIpfKd00HI4K5QPNX9f2fCFwvYbX30Ov/mrL8AvcnznT76H7/3NT/H+DHhvzuStMiRInnZZe0RBj1QVGmFbHRtffXUHv/0fbuEzzzQwuf8hpvc/wo8PcvzkoJCE/kvPbcEvDbz73X28+8MTvDMy8fbIRErjg8z7GTJSSX1BKFQ5HNYEwRUBOHYTFHaGRq3JuqRtZbqGhOloBnqWvap8nwoxQkSWywSweo8s5anLIN5SKf2Zujr+HRmmfyoAXzLwJaoixAQ+XJRIJH9vKQArzDSfkZ/SFCSZzMDZ8pmmAM+XAvDSu7wUoAQeyBlsyS5RPleWChU0pKRYFYpy49okOXGvoIwbkm5eIqA5x5XfzVJUojgtAvWyMZWY+Shl7UGFVuBJrRL3eZ9UQUkSkGJbhoTD1GV6VCgB4pZXxh6eK+V8myYSAOOelcIYr5Kl+iz/HfkciQamOL2sspS4CGe4y1ZAwXBz+MpeYRqmsgIr7R56nS7CRYzT03PM54slUZVG5WVdybKaQAxVS0FfRPiqhhe4UqtJYdrkLKYoMY5TWatX1rD9zLZU7KwFPRh5jbfevIe33nxb3qVcjU4TjR4rNnTMToeYnQzx3OdfwHMvf07wzvFsJlUCMnCmJmLT6G7AsUx4FkNsOcIwFDKffG8MJmUkpaSyx3Y5gyu59yVpZixESlLvwrQUsdN0HFy9dgXXru3g4uRU1phGvDiTQXV/ZUXe5aPhBcbnFyrgyOtOLswlwUP8RZy50zhCKhXDd67q/N29BX/v1idVSHK+5CLNToa/pqImSaapkOAXBUxXN+FoptIKeLFe9l4LgXbZpCr7uQoNQ0OTfbyjIWYPP0Z4foCymcvSkhB6EqEQkwrfsQVCAGwV66ztoLu+I+hnv7cJzW4h5PwprZTupDEFrMRfNVtT97XsGyT1r4KiP0N5/vRPf6aj+zJ1e2mW+Bn991NstIjZSy2S95BG3DP3bCq0yuc4DXQ85ynUtqrM5NyCexjZv8rNo3q2l5Hky1tE0TeXKWbRNcQYwn9WzRLlPmEIa0nVpCFftxjSyhDuj7F4OgadqVqnD83l/oTzfqZ1WfWWQS8S6EUqyV8Sd/m1gnYXzU4PRW6jZH1MbYh5lT+nyfMIqVVi5CDdUBwpy7oKudEkqEaT+cmHP8D+3W9hcc4EsEEBmL0+rnS6yKaiSmUwR4GU7l+F36X7TCEJ+dfigBEngerNFDwlyTAUcsVVrB6SfMgExAdzYMEHVq2EUw5gUqZtlk4kZVKkC0OTMLGcYUVgZP8lHRAc5C3xD3TSOUqpJx8/p9uPSQ/hAtUi0sjXXrNgrZmqh5aHtLiUxFweclilBCLdU4upxoKDjeXAkw9nHkTYbcFhIYVvwUTyexFnDx+My25fUcKXHVOF6o7hEjWfgxi6YC06konJKqXYWcTWskZnxcLatoNWj0hB9sppGB4mGB6l0r8pSFlxD9TyvzMpVLAnjp1n41R+Lnk4+K70AVs+0aKpJFko5Mr3zPCoJIUr2UDwr2kSIWWHLl69pUFrM50hSrA6xGTKmcMfTOm8vCmIiFAOGb7xeKHRcUARmsIZMczs2aMIxhyt5WvYueZi+7qHrWsatq5rGJ2W+PhuidP9SjaGxD5rTM4YOUImYIfEI6ruIDo2+QDjEhQmh8kimBM/A6yuNQTtRPEzTojRKRDNKEAWcOwcrp1je8fH9rYPL3Cg2xbSXMPJ0wIn+8TDEJWYI04zKXFnrxAfhkSh33wuwI3nGoIdG16E8hJt2Kb0DFcNU9bpgwxH7yUoQ7qy2FOiITYLRFaBNtGnfhP5LMf8eIFoyt9njZROmU0d/haHmz48vYEy1jE+WmB6Egqejx1IRN7YLR2GS6OE4tATQ8dhlF7w5WjINcTrkKiPinhgSxMcndeu4fqaoC4FG8yXSa0jmtWCYiber0iIRiA6x5SuPR7UKXSUuYE8pThC1z9/zwWcjgG7w5+vhkXkpaHS2LwC6DjlmoxCTCkqsycwWWIGeXijKWN5phOjxdI+JoK0US8H3q6kkokw5cuq17LR5dBPNvUWhmcxjg4XkgwWlA0dmDoTsrynmDziAT1HqRNjzkOYL5sIvrTTLJED5CWbX+gSxOCIQ25p/tDY6Ub8XoY8LLGz28P2bg9Oq4DZSDG5SPDk/RhnB6ncL+zWDgJPpXT5aJTNHJ9tCo8vIoKk+nlIUMKL6uPl70Il8ehwNmxT3IIz9nZGTMg48B13iaYoVBKfOFE2ojUCwWmF3GwsYiSLTIwh0kUoz+JlFYlsWtQmmgML2+FAXhPsNhMnRKmy95CHTz43afAh9pKLSUsOAvmMYxKGJhC/Q2cXcK3t43qrgWvXBti5PoDXb+BH94/xwwcnOLkX4vhuiN0VE1/4TAO3brADNUd/lf/uNoLeNr7510P88R/uwy1K/M6/W8dv/8oA2ZqDbM3Fn31jH7/7ew+QzEN88QUHn7ndFAdZZ/0KHj56iEePHqHXNLC31ZZu144Yelz8wR8eyLp5s4//8bdu49k7TQyn5ziXw28mn+t4PpfF5P7J0MDFyEBgVmiaFbp+hW6jwt61Dp57+Qqa3TZe+7tTvPZ3ZwBFlbTAF17exqtfvYHPfG6ARyf7eHzyFPOFhtkCeP/DGD95c47JJMXeFRO3rjr42s/v4Wv/ehf75xe49+hQni2rKwEarovXXx/i9e8NcXW3wosvMMXCYYWN6UjD8JhDzhiv/vLnZCVajqenp7h/eIKPn45x/+lEcKbcvPU8H1vNNrzKwvQ8xWKWwV/V4a9qgk9sBU1cnOX4p+8c462fnmGwAaxu1ti40sDWlRZ6ax00ez2kmYXvf3sf3//2ASr2NEbLDYNOUoONr//6Or7+a+t46/1jvPXeCSZnOcqpgRW/gxee38PNGxs4WpzhcDHEhx/M8d7bIRZRhdaqJch1X9PhaRrGFynOThNsb3l49Sur+OzzHTFckCby1397gr/55gna/TY+87kNbG43cf/DQ9z/6ABWV4PdgzwDOr4No6Q4n4pw1l9ror/eRLPF/YXq6eGQnoP9WRhjyiRHWGOxUM5cItOYlJyNgemE03LVEfXpIZGIVGWIcgKaHjQRunxWFzQ1dIiHbBio+UwsckF8drq+bF4jCmc0oclhhrejwt1wgEhDC8Unue/SGo7HIRxpC0opNM0KgWcg4LOaphoZ5oj5Vg4g3MnzvzO+oAgMhImBKDWQEP1a1oiyUrqouao5oIea6urh1xDsK0kL/H02MVhrodVmJzGpJaUkYUajRATElO/PSEe4oADA/53YR25m1cFCJxHF4ea0QpZRIOBQS6GxkrhEGHHvZCijCTfRgvk3UbB6IlEbX1gZNKab5HPSkc5K6cBtcpi/bSFY4R6IezEDoxMNo2OeaGsYmUKgaV4Oq1lja2sTW9tbGF3McHx0plK5NL1pFG5ipEms0hY69wzKxcsNPVM7XKxXoAGQf682aPIDGhRAGnSyq30ZUWZcNN8UWib7uHI56M9i4oOJ4teEYENEuUFnNA/0iVpkdJg6D+k8cEcigLcGNpqrtohndP5SiJLKi1gHy8zqsJJ+XeI/uVF3fQqSFsZjhQ8WsyKHf77qkCOlI48q2dvpBe8PS5ksnQq6R2x6AbNZQs88GLmH8UGG4wcLuYdYV2AHwDMv+rj5IhMyHGLyvUWTmyFLp+O7ZKUFEM84MHfQXw3Q6tqoLZ52cxw9zHH4SA2gvQZFaaZs1J5kfaeN9SttTM4zPHl/jvMnMdJxiXyqnjNcwYaO1o6BxpoBt23AbGg4O4hxehDDNmz4YvSqZSiu2xzYKpJFHWvSZ52xgmOko1iYMKqGLO4l5eepEmQFF3HiJF5AKjm4+A5cTFkFUwihp8jo2lXGD56HeAgUAbhN9DTTWQb8noHFCJKSjkcFkhEHgjW8VRqdeCbhPcI0jAVHdxE4Hrp8b9suTo4nOD2eCJECQukBHDpybQ3nZzkuzvj3NZikijg6Aks5ttOUy0S+UAdu4kz3bvbQXXNRGAlyI8bJ4wTHjxOkGSflqmZHJ86Lgy0i7nTeU+oYxxSDaZSy1yMak5h0uUeqHLZVIPA4vKwwvO/i/GMHcEtobgmzWcBql7L/I8LS83QMgoGssycLfHD3GPNFiMF1F70rDmqXanQpeEsm7WkAFL2aJtnchZE5mJ/VmB2TElTB5PXKVHuTX6tStUAOELQddFd82Quq542OwzcWOHgjxDPbfbz6pT3ceXYNrXYDmmniG996B9/4x3eRsTKlw3uN+50cGftnTSIUaUZR9S41n8UDmmoNNFzu7U0UCdMMfL7RuJOiIPadQl7CbSPxfSr5xyK7RhNY37HQX7eAlKqdIQJrr7OFIjcwmsxxMZ4grUZI65HcczQR8FhFBC1/KStrvqzpIpQeQF1vwXc34Fht1UdmmHjwwT4efHiAVsvDtevrQo148uQUx8cXaDIBGyjak6BNeS6laM2hFXsbkxrbV01ce9ZGr9+Era8gmbt45wcXeOeHI9iNAlZAYwUFQPZmO9A1W6g1eaIhj0n+YsUMO0Ap9hEPXOLipMDFaS7vyeaKJnQtGrKlg6xsoC75+5hDs8dyjkhj7n8t7H22gaufJTlggvPTqQjheumiIgp1kSJepHjm2TU88+wq8jLB6ZBmsDlGhxWmRDHTJNJx0embki60HT7bFfL+dF/D2dMlnYImKYPPSIXNlWGlpiOvI1kGkb1uQ6g6Gzs2NndsHC0H/fzZJmc8A2tipiVGuiZaryCCvxRRmXUCnk90sqnMlHyGiPCVShWVozeg1+4ysaxjODrDcDSUbTqpSTSD6prqiyUhhavTtLDW5/DTwZhi1oT0hRThLEFrkGJlK8X6toX1zSa6Kx7u/WiMt388EiwoUeGdvo/OegP+ioHcnSB3Jri4X8gqIw8GBdzak8+KCXdWQTBZT5z9YhyJIMYkuNsysLrexOpGC5NxiLPTmWDii8JBWblodn00O+w1zhFnKRy/RG+tQrPD5NEc0BaIuRcLORCtpDuatIo5k/M0qiZtIOkgX7SRzjmsLdFaO0RrcArb1YWuNDnsYvh4BcnEEXQsBQw+/6WWiP3uji8JVe6hift3eF72dYxOEoxOmVI1YDgOvKYr91dv3cfjB49lMenb8FfQaTXQXzGEGHJ0SHw1f4eKUcizbVXZMvMoazWUk6oph/szvido8GNqNpSkIa8NDmH9Rolmi2efGldvNHH1RoCP3x3ho/fGGJ2ZiBYU/F35nC0PsledhREGm5AZiR/wc2aPbY7RkY/RsTLCOxbrejizUoNSWRoH1jTrqzSN2n/yOaAGkpcDSiZrmXplEqXdbKDVJE0qhN+McPx0gscfT+W+7a4N0BmsKBqY1AWQ7mLLfSBmvZzXDU18c+g06Os+6soUgwM/C+6daeyTvl3OvZZJOxqa+QxvM7hQj2VpRQCt6CALSRdZYD5JYHkeTJdpW76P6FZgsoVndJrcEzHTrDRtrAQO1lwfa6YP3zDwtJzgaTmGZfuwLQ/TcYmTI56T2XPfhM0eh6Uhir+jkktw2HPo5gIbeyk293jeNSWtuphQcHUQzUmfUWK/oqgxUcWfVVWfqACCiTCaIgwnkvxd3dTR6dfwGupa3X+oiejv2m00g66IyZLFYHVTXol5kiQuvgs4W8uyGKaT4+otHVdvGchCzmtqDE9qnB5rmIx0NF1P0Pcp5kjruQj3pt6EpbsgAJppyvPzI1lf+lKAX/36Cu7c7mGrP0DfbeDstR/J+vbjAb55cA3Thovt52Js7kXoOhF6ToS3P2zIihKaVAIxxznOFI47FRMLa4xsm927FOeZhI6k91U3MmgG95dzwJqjqhNJh1OQNcs2jLKNwG3JavkFOv4YrjFDOg2RTCKZOXC+eJ5qOE11jJh4bnIfW6BnbKBnbgpqnWmqtE5wPpthGoVoBryP6UJqospayBIDs0Ukif4yI755hlf/1Q5+/Zdu4PqaBiM6hpmNBctLY/Tb92rcu1vh6SLAhdHGSPOQ5zQFRDg/cXF+4iDiXptIQySw3UgMTv1toL9dw/YY0JFxuuQo1VIkDnZs26aLLLYxGzmYnGm42J9jtL8QY1XFtCFyVDqN0zyrMoFvImR9T0phjTNj8oWZPHaELum3KnitGv/+1+/gf/kfXkKjqvAP/88P8N2/fAsPQ+DhQkPG2Z9jwGICMCtlX8foA9cLL63ghZd6+MJnBvjXd1ax0dLw9MFH2H/wMU4rE2eViY7fxdXWOsJz4Fvfforvff8Y48zAODOls5Zno8tEnPRhShiMYrUuFYPc8BUMjRiV4EyJNRWTCtUDCqEUGSlSM6F32bCp3CsK/7oUay9TizxXKCFGpfFUAlCY7st//tMk72XKl3Nk7o1knsyk6yf/nnpWck9A4zdFTiUAc5+8ZAGLJrqsWlsKlKrfUwlW8hSW/32Jq+W/L/+dSglKuo6YZCVSxEQLUQYdSb2y2mpJJViyN2XuRiS0es4sqyqIgqbOwYyRkAIqeLYOTwJh6ozP2SLTxXwvxXEmXeoi1+isiFP4Rp5TCtZncobPeqWc5A9d9kd8xqnP8hK0rTQOQUgLDVQRTuRMZKogjZgNeZZgAIc0RyGfch8doOEFSGMaP0lyixVFjDN8vll5mVzqj1JJsRSfmTAuSwScX7WbstcvxOREchvvgwweK5+6LbSaAVqCmdZwfHSM4+MTeL4Pt8E9AVHwnsx7w8kUi+kUt+7cxjN3bsNxbSGUZcsZAd/b3HdP5gt0u02srnYlMTsejzGZTCSF7FsWIu6PFolca4HPdzHnqGrPx9obVkbyWc5JLUNJaj6xgZPDYxwfHSFMU8Jw5XziOx4ciyG/CDFT/ksB+JMkIdHFnOfz07JM1LaFZq+L1a0N9NZ34Kxch7NyQ4KMySwGQ5mk0PCz53xdDInU2S4rXAkAFiQxtRO+x2g0YupemgDlHcszEp87UvnKqhemozmoTxPk0xGS6SnGo/uy7JohDr4rSZMk1luT+tDUKDDYvoHB9nU4rTXoThe10RA9QWolljRqqVaV743ncXW/EUEuwcFProtlsHB5q1+KryqF+y/l3ksz1acYAPWFJP0sOd7LXl5SepdfQ+6tJYJdMOUqxKlCbar24xJlnNMAcfn7kJQv9WKlTUm6WJ5b3G/xt78UgJcVtBSOaZyjgY5RPe7r8ixGwXd6WEGzG9D91lIb5D1IXZG0Hf5eSY1NZF9A3VBnqMQhMbQhJNg6p3nGRGHRaE/NM5bqAanGZIJ5uS9UzyNeA7VUWXIdffBjPHnrNcyGFIAtreaNLX1ybSYgYtmE5HT1UciRkKtiSXPTS2yO+j8l/LK7Rq4mXwM8TYaogiBnhxZFJUdDu+2h1fFQs0suy5CEhQxfOMiVVCPDb0QHZ0zx8ppcChqf+ICUmq9+KYzZG3ACF7Znq6g+EW7EN/JFWfIFTJemDmfLgbtti0CZTwtBt+bEb2UcvhD3ZkNzdWjEXuk5MqIUpatA/b9w7Sns5CrdyaE1N2+CfJD+dDXwpbOQOjj/u0Rc0EVtMo3qVILNpcOETHHBRU0KwarpZiGOgLUdF1dvtdDp2wjjAmGc4+wgwdlhIkM8uu6dDochpQhm0cJGOKcAXKBmospgh6gnPTY8nNDFS/zLIiTGiEKzLklMus6JMpNhF/FNNL7YTBIBZq+WpRFLnbmopOuZ/alKfOVLKSdfnht94cmriLups0uYQ17+HivYZikJHLrKdU9Hc2Di2ZcCPPf5QERJorgevh/jjdcWOHpUiEueKyamLwylT5FpONksGirSzgcMNXPp3dOZJOewgcliIkNb2NxqCfby4jTGYkzXtnIUEPfc69e4drOJazeIa3QRxhbOhzXu/miGez/i5pRYrkyGT3YTMDzG5dkTreHmnSZuPBdIZ+ijRwvZpGz2bWz0HUyhYQodZw9SnL6fwCiY+LURrOhYmCkWVga39OBVPsLjAqMHsXRWm11+zkCwZSDY5ifnAVGAZKRhvD/D9ITYQxoIiALS4ATqJS890YQvRRQ5iFFhkoEHTr7U2dPKjjETJpefw/LpRtUk+ape2Kq7cULk3pAPFrU55TAsEFypBZNOS429lkAYMR1PPDY3DhX8gS6r0WayyxBHF4ce0qFT2EBJVFmMySgRcVkYXbwXpDqMYoISCsShJwq+6hjn9ezYLhzLRc4eoHkK39ZwZcvDJsVBdl8S+3oU4Wg/lCSuShDTRWeLGUKn6EuhQggENSwifTsBWu0A82iORTiT75X3AMWaBjufm6ovg90W3IyIoYPuuhk7bmpcv7WKG7dXJX0wjc5xfhrj9DEwvahhBJAEf8Pz0GCHBLs5EjVgFHNFTvyiGrDwPnCZGvSISqthS6cg/5ooeqb8laM3oiCRsrvSE2GZzzT2A3LzJWYbjTgYH47BNDQRsRFyulEFV0tiA0BC/eXLji8oih8U6jVNfT4UZjgIkyFdws0VD5/q2ckhtMHDXMuA3VLif3hRoIgLwZJRAL610pB17cYqtq+vwekH+Of7x/jn+yc4uzvH2b0ZdnsmPn/HxzPXDfQ3U/TXazRbO2g2d/C337zAH//REby6xu/892v47a/3MW8D83aNP/2rU/xf//cBqjjFV1/x8LnnAuitVejtNZwcH+D4+BD9joW9zQ6ubDYRBMTYVfjDPznHH/3xOT7z/Br+t/90Czduunjrg8f48PGRbOi6nabgV54en+NkmOLo1MTw3EBgVAiMGu2gRKdVYe9GD595+Socr40/+D8e4Pf/z4d45qor6wtf2MTnP7+Dazc6eHp4gKcHh8u+vhoPHuR49y430xVefNnGiz/n4fm9Tdy5uoH7j4/x5ruPEEYZ1gcr8J0A3/j7U/x/f3+Kl18y/YcpygAAIABJREFU8Gu/4mAlMHH6RMfFcY0wTmV9+ZdfwZd/6RXM8wU+evIYHz56gicHCzw5mAsKnYvXXq/TlE3A4cOpYMWf/1xbVhhaOD/TJc15//0RjvanuPGshpvParj6bAtXn23DDZqYRw0cHQCv/dWJLN8uZElPpKGhO7DwlV9q4ctfbeGD96b44P0pkqEJKwyws9rHl/7NHp79uQH+4cfv4B9+9C4OnuYYHrMiwcLqHgduDuYHCywOQ+kCj0Lg86/08b//l2v44he7+NHrx7Luvhvj7nsRVrf6eO6FbRk63nvrEd6++xj9PQuDqzaavi59UUSaUGykU391jR1iHUHSZUWoDFmFhSwzcHIYSdeboiPRBEPRVR1Oz080nJ8u+3x4RlUsANnQUXzh88PrkKRQot0HugOg09PQbjIRaaDk149L9HoeBquBGGwWC9VrRlydrILDHEM6czlsYgqIDl7pFWLPWV5IEp/uQyKHWi7QcjVx9UpKNeCzgOYYYqfpSiSa0EAUcShgIExNzKJSOnrZ1bt/EGN/P0E51aDPiVpTIiDNQ0zzcG3s9LC53ZPnJ4eL02mCx4+mePxwptLBcgike4tpUG5uGflJmReCptnQzAyalci7n91URGQzdWSZFSKKaQs+7ClaerDZSbscQEoqmcYei0lKPp/pICbFxUQ6KUQQZIJu9aqFRp8ozgppVWF05GJ85IrRrZ6nsOwCzQ2guW6g319Df2Udp8fnePz4SBKc7XYgiSD2CVGI6nQ9dLueHFZ5IFZIQNX3GzPlGtYw7RoeCQe+Mq7xczBqE0ZNAgNxmK4cihbxAnEaQjcUxkj2KbNSUPw2+19dDRoHNCRdxIUsipfEjFIEz5EgRwyvbcHrsO6APa4FUjFZ0cRoIDkokByWYhCgiYuY8na/Iam8OYfEEdOIhZgZaCRqEe3vmCgpZMesFDGgFxxIcnhLAa1E3axRNSvopSVrfpLj/BG7LQvpgrEbBq496+LqbaZeVTdgVlaIcwNxZqCICuSsGZhVYhxrtxq4en2A3sDHaDbHaD7H0YNUlhyO2xSRmHZjUjrDMy+s4tbn1iTZt38/xNmjEFM+E44jRbuoTTQ3THR2TDGvWG1WwlS4OMtwMcxg6w58ilI0lWoRoBNbKQ4uSXGT+lOEOrKpjjLkgZXpYiJPWAPBBCxxSsRKliDmiQfj9pqF9pqNLGZCskIaVvLu5/tQphMUjmwbNgcqXg0tSEX4bG9YaK1bso+Lmaw8LbE44L6hRrCly57O4ECGAh/NHmEFz3Sws9rBWreJ87MFLoj/zTPETEkEOjorxF5bONnPcHyQouT72mVyW0eH1BJiAysesi3MDmPMDiJsbQe489IAqzsOYm2GSJ/h9HGOkyc5Ir7TTbq4BWIkRlpWici6NHJwQGkWYqIkZYeLRlDLqeX5H9gp9KTE0T0Lx29b0PuAvlJDDwpobiZ9yCsrLlZ6LtyyDado4/TpAg/fP0UYRRjs+ehecaD5KbRGKtg6ppv5OTFxyAoTpCa0xEJ0YSAa8plZKXHHzWEsCUlihrU1tFc8MR2wyqIqFI7+6M1E1q3dAX7xF6/izp1VNDue1Av97bfewzf/4T2pwvG6tvRpEV1Og53rsXvRlJQR7z8GVY2WDlt6DCGrTA2UCbv/WAeiEj/c1/Ecpbw/muzj3KBCp69jc9vFYNVBOgaSMXvAV2BbA0wnJY6ORjg6PYfTTOA2YzT5HukpXFREo2TJv26IkSiKmVaPYDs9NFpXJB0akqoThtIBfHJ4Adfms4/DMR2jizlm0wiBr/quaRziPUhDH3td6W5fztRw5bqNG7eZeA1QF20sLmy8/5MxPvjJRJL1bpd7RJqWlNhEkYJd5NyjkvbAc2CdUwDLpf7AC3KMhyUmQ6bVbKE3kDZBoxM/n7pqoy7byCl8V6eopHRaoWS3b3vYvu3i9HAuOF4OsByTFTLcExMpF+L6jU3cuLEpe93HD09wejDHYlgjnWlob/iyKDq3OvQm5ZJoIUr97KmN0ydE5PLsw98F+wh9GMTj14UszWGELhGalmaROGHh2nUL16+b+Pi9HPffzTA510UI4muw0S3gNjPMx2q1e6Z03nZ7ypxKIw4FC1bPKNMAjQYOmo0OHPYDZybizMTx8BjH50dirLY1nreI7XZkcf+SlQusdBrYWR/A0tlXW+LshDOShazeRoG1vQKr2w66gyaCto/3377AB/cu0PAaGPTa0rtu+Q3pCjM6I+jdMYYfRzj7iLzeNmyjD61sYjaZYTaZotNroNttIFlEGJ+QoBHBIDmiaeDK7hqu7K1Ken94RvNtiSShYdUWUg5XnKaYLiJoZiJ980E7Q7Mdy5rQsHbB/VSJoMt3f4HxpMZ4yv7xQFY576KY9TiCQmeVAvCZUEfYo3n6NMDBxy3Mz03UdE3nNEcBLqlWrgvT47DXRss3Zb/kt9l3n2N0bGB0RDmBz28XTuDIu7TRNnB48AQHB4/hOUxQb6HbbsCzYqkuevSoxOPHqvKBCHwxf4FiJPtPKT4mkvhzXZ4buX9xRAwUMT1L5bzMtbpeYmuvwPYu0G356LQbeOenY7z90zHCBQ03feikTHgJ4CSYhYmkiLb2gKvPsB+WxqQMi0mJ2UUDs1FDvo4yA6pOPIq/tqXuUcGPM4iwFCEUrVoNI7l3kRwQ5zdVJQjMdjNAt+VhZS1Cfy3Cww/P8O4bp8gyE9s39rC+uyVnaZ4DmMoPZ7rUpUWLRIb5eREiLyMxT7guU9fcM3LASecZgxVLBIpeiuGRJgAOnjtdB+2uifZgitZginTuIBw3sBgDE1bjjFPYfht2o6VScRUTLQxgcO5YISzniHiPtBz0mg52G21ccdtoaDbunZ/g3sUJ1jY6WN9oYzapsP8kwnTMBLoL01gaxUnvq20R4Jngr7QRdGuMtZ0Ma9vcv7tCp1tMXcxGNuIFTYxqHqMSS6oepmZpZE0iHtPBLqazU0xmp+gOMuxc09Ht87NXyeyjfQ3HT5na7aHVXIFleHIe4LuEuhCDaJdCFgV2JlZZK7GzZ2N7z4Lv5vDcHKfHFZ48AobHBlpMhLstpPoEiT7hZh+G1pFnncOBepFjMnqK8fgpfvVX1vDbv7mHZ2+twGMfcqbj6Xd+iP1v/wDfO97CP46fRdhwsXNtgs2tGfpBjJUgwr33unj7/S5m8ybq2hdjnONN4LgT1cnr8Z3J7m2i4SkAL6BpTPuxLoai3wK1MZd7h2l1zmeNcgVmwbNwAw2K2H6KVmMIz5gIuSibcn6bSR/saWTgMLQwzHVYnQxWO0PPWEPPWJeaDhLy0jrFxewC03CCdqDLQtFClXXEcDSd896KYGAOHXN89Yub+PVf3MO1Ps9JpzDiidzrJKD9+A0TP37DwlHcwsLpYGF5BFCjqENMhj2Mhz2ZjWUljf0h3OYEfmuKZjdBqxPL3E7Mu0SNUhTn7bAUGC3SFWAjHus43y8xfJph/+EUBw8nYsSV/RjPayRZkPzHpLjvI0wSWQy0MLyElD8fSVi2pPcNO8Z/+O/u4D//x5fQ1Gr84x/8FK//5bt4tAAeLTSkTDS6pgjAjbSAVZRCRolN4Gtf38avfH0Hz24H2PFMOGWKB08f4/6TR6hbPuq2DztvwZ93cPCoxje+d4Rv//RMxA8KmwoV/GkK7l/07n6S21OCiRJNNBFF5d+nOLqsBpCeTFSyVM5uiVamCCMdoEqUvOym/SQjK8aQZUf7J0lcEi0oLF2mhvl7UD2/8vVlqe/hEyGY0gwTrqx9E0GK3yxnk4L6k/mgAmhePmcpAKv9lqBkZQ5+KQgr0iYpLJepRkJG+fpaStfyqVEApiDK2YGQJPisFvS0opCJIL0UXjm3o0hLEgUJiUlGMb2EozMcRjQ6tQxL7icaT2WukNCwvEwUc4Yoe1l+H5oszhUZ7uLnwu5gnlHl46YQKElLVfHAagHuzSUMRJIr62Vszl05a6GoxJCcMpOaS+qppTtSMcn7PU0YJORzlXTGbDlsEfuk6CfS0y6pVaZqVVVlq0U6Z0eumSiOZU8s514+KLlL5D0mtEISXnRJR5LwxLmD1/Cky9iSNDpnRTHiJMbu3hXs7u3CDzwRq4lzDuMF5uEcR8dnsja2Brh2fVtmphfnFxiPRtIX23JtCR5NxpGohK1mQ2qKLnG2w+EYw/ORfKactZPS0R+sYjAY4OjoWBY7mXVbCXNiGuDPzqrBTJkFaDgXE4MabquaP95dRNu4rKJcx+7NG1i/ch2GuwvT28NoOMbF+UiEfdIfFI1GAWyVkEvTvRJbZZzDGhIRWanh0CREQ46afV0SeSliSThJLIwUleUbRba4wPFHP8DxRz+Eb5TwTRq8HSQVO2stlGaKysywvvcsNq4+C8NbQV43UNWuVGFx1iPmEAqRpGTy9cn5kKonlnmLWUu7sjwFPsG3Lxt21TPkstriZ1Vg9d+4/L9PTQzq/Uvjm+oTVkaRy5T7JxSPJSj4X0SOL1PDS6G5oAYl+stSnb58PvH3tRSAL8kA3K9IhQlTzfLntczVbAYh+G6nxhVG0AyG11z5I3Up1jlJlzmfDQVNUJGY7Yo8hWG6cJymIKKlEoDln0S6k+xrmChtV7QUrYigUQQW0rIKcfEZUgs+OZdkcrPpo9nycPjBG3j01uuYDY/ke6hFMHBMWA4PM7zpVfqM4q9QSfgyM4ksdOD5HGox5as2e+zE5QaNiiIvYLoLmJSQYmIpnFcRbwqyTKtli0KGLzxYFjwXkiTMTVChWMQy3pFuDbVx5fBGPSP4m1GXCB+63IRT7b58Q+SyyS3l+7RcblaYZtPhBrpg3hZzHtCIyFJJG9dyQMRNkuay6L7jBcPvs9tpy5qNp5iNJxJzl5SlAqaL21GRvpe4Hen6W97IdQ0rsGEHtsID6tx0UrRjekhDzUFTWmFlgwdJE52BLehBvhxPD2NZjmfK4NfhcLJdC5KbA0wOU7LYEjwUD0V1Vsj9LUgifv5i+zGk25XdW3SpKKwzLwZ1QYhAL5taJRZT+CHmmAMY4rtyGX5QzFY/j3odyP0rmKvlX8nG2HbMJaqWL4MCJQXmeYVWx8DmTQc7t1xce97H1TseDg4yWYePEhw9SLCYVGhSuG56GJ+GsgQBXPPgxc0U4+yVdPwSs0nhsdklkkuHy65oDhxCOiRNJBETlCkaDQObmx76fRu2W8JxCrhE4AamYF3P9ykAFDg+SnB0nKC2WbxGtKXCVNl0U3EAG2jYvdXE7q0WTk9jPCaOUKuwuWZhddXCEYc70xLJqEY2gqSw2QFGo2nupcj8BDXRVqGN6LTC/LAQTLk7qGT5AxP+wJLPO+QQ7KJGPEyRjokX5YBJdStRQBSxk+7Qij8rE0McpKmydnmYEufks+vKRNA1kOaZDIAEjW3zxcADC12rBmbsPrpIRDjmi1CQ6sSccCMjrHw+5kwpQdfYj8DUqKVD89gHm4qY6Te4GakQLXLEUYEqM1BmhhoWcaPB5Akfl3TDpexLWHaDXKZUeX/zecCDNBOxkoS/7J/VpcNxc1PHyoqGs6NS1nScYz4h7oquMxUnZiKdVg8vYMcQ+fYUMWk8UQkhKh3sn+ADl88I3h8G3byCDyJCyZLF3t1wmso7hEm0oMOOPhOdrindfaeHPEjmiGIVCmU/uunzYGrJ4jOSmx0RyzksE9NOKckyua48PjcpnrOP11BpXIfDLibgK6QUgEMaNJbmF34WkjLmIJriFVMnOuJFhXhOJy2/FqPfS0QCn0t0FS6d34I75cZOOqp4wKSQnItrlhtFwdUUCrciKBpi2oiBITeSZ3kOsClUUeDIKjhBBbtR4/aggWcHAW7cXMOVZ9bh9gO8/tERXv/oEOdvz3Hxzhw7HRMv3vZw87qJ1e1ckqdBsIEg2MTf/+05/vT/PYCnGfid37qO3/y1LQydKYb2FN/45gh/8scX0PIKr74S4LnbPha1gwXYfXSOaHaBrTUHN691sLfTlmuam54///NT/MWfn+D5zw7wH//Xm9jasfHaPz3AW/cOcPt2D7du9TCJFzikCHwQ4+03S9z/sES7WaPdgvRb9gcG+gMf/UEXRWbju389xHf/+hy/8PNd/MLP93Dtpo/BugW3oeHh46ksQX1TlNBb0PQ+goaLtbUUq/1U6guMDLh7b4If/PhCumQ+99IGrl7r4h9eO8S3vnOIL77s4dd/pYPA1PHRWxmOHhNbTtMS8MqX7uALX7qDcTTGB48f4P1HT3B4nuDonEMo1RWZzk0kE4odOgKvRLNRods3RbQ9OQaePK4xnfGdFcMwMzxz28XN2y6aTH/yfZgZIoQf7td47ycx3v1xDM/OZQmenTiXFQtfebWDr7zaxd2fjnH3jTG6jVXcuX4D25ttOO0panuCux+e4e6HQ6RM/nC4olkoDRN5rWN6GGJ6GKHta+j3DLz8+T5+47/dw9W9Nv7yz5/gr/7sKVKtkLW5u45rz+yis9LC++/flzXYDDDYagrikQhPHoRnsxKLBZ+BJurCwtqWi6091V0XLxJByT38IMXDD+i2U7AY3odus5L7kB3n7G9t+DV8IphdDR6NGpKS5/CPRhGibDP4TSzfObWqg2D3llx7JsIFMWtMLZVYMJXPLk+arcSwRLMU90HqGcVrgB2p7Ae6PMBGMXH27AvMYecG7IJDPX599l1qgpL2KQS3dLXaFItsEUU4nOM7mTQLVhIcHVHwjjA8rQSVqZIojvSNekEFP+B734RuGYJCn05LTIgdm9Glm0In/i/nvpyYIFsOphXJEzSw8Tlbs3+MgkIqgzCFfqapTRn+mKhLYmVW4cCOwxD6BNk/n0SlYFVpEhR6AvcfPBSws4bJsrRAu69hsGtKz2icl4iSGuMTE5NTC+WiYOkoLLtGc82U+gXHaUjtwPic3adjOaw6HkU7vre4V6yxvr6CtfUV2XvFUSLC8Jhu3fFM9qcU5g060y12rjPVyMObIQkg7pMM05EBHw+/0SREErKXjyhoIkjprubeVheKA7fuJDJQ7ObBk2klHgT9RiA99YUeo9AT2A2my+XtKGKJGpDyuV4jPy2RnTEtxQoHdsrrgsGlKU2zbXGJhjT/jBcw9QrtniMpNI3Ow5pDA2U2cAxiajkcNpGaERIz/sQYlE6A8BTIQ6a3HXGm9jZL9DaZvkyhO+yBpYHBQpHzXaF6nyanGUbHORqeg6vXu+j2PZyez3ByMcdkWIgQxHc4E4s8hLE+hmirrRttbF1vw9I9FBETnxmOPjzD2aORiK18r3l9HY11/lGD3a5hNoHFtMR8WooYb0saUeF1OFjUl9cxLdU0ZfJniodANqcgbEErmMziBpYKKPcD/FI1cpJkNJoNLLQGFvJIQzLRkDLVQeGGA4YlcajVa6E76AJuhUU5RmaECPh9rhjQMxN6ZmFBY99D1rMUCPZ0NHcvqyAMpFGJxTiXBO+V9RbWVxqYTUJMpxGmUY5pVMAJTPTXPOk2H59lGA8zMT8UJnGuQLDEQC/mGhYc5p0XSM9z7Ow28dznB+hvOZimI0yyMYaHJYaHFRIiXWng4RaJZCvuV3jPuUoA5rNI/HdGIam7quaBkt2OdK5raLhA066gJxUO3wYO365h9nVZml+isjM4DR072x3sbLcRDStZ5wcRjp/QaJeju+OgvWVCDyjm5kK9yTJSh0h34q+xRszU9phEJguImc6kqMMhSYFcK5BppVz/JBrx8xmse2g0eU0qXPfhTxMcvpHg5pU+vvLlXTz33KoYjCkA/923P8Dffft9lFYFp8NEPIVJheLlHofPeJKVYrqDbCa8dVgBcdi8fnkfV7LonGaKR0hJvFeY3CqIhWW/tCYd7uz4JWKW58holCIaJUgWFpLQFcFsPo8RxhFaA8jyWzxbqEoWitIk2fQHTawMmlgslFnRcroIWjuw7LYM0LhODs9k8Qjc5BBLZ+85kZSpIPxI8KGgwDO17L9Z0cLuRDFj11I5cOUqu3IbqOI25ucOPvrJBB/9dILWKmTRzBLHyrwkiQKilsGhg6dQhWUM20nR6uWSgC0zJgMddHoBVlabclbg/pzVAKib0NDCIjrGNHqCoiTOneQCE711DysbLkYXOUYjplVUZx4HVrYVw7YSrLQ76Le7GJ+mePLhRMQhz3dk/hAMXDQGLkwzlc5cGgL47zNRffzIwsljnnlojnEEiWpUlkpu66y7yaG5C2juXMxepuvI99Rta+i2gf1HFfYfkpRF0SiAafMaXMBwQswpyI0LOZfzWuQZlHMQ7glo2nG9GtGISHpSzUhLsuH4LrymBy/wkVULZPVCUrNCbaJJS0ghPEdQnKuF8NNq9ZAnFh5/OMfBwwUy1uos/n+23vzJrvM8D3zOvtz93r69N7qxEQBJkBQpypYtS5FtxWO57LJjZyZTqYpTMz/M/zSTn6dqaqomGbsmKSXaKJmSI5EiRQIgsQO9993Xsy9Tz/vdJqXEQH0FkAC67z33nO973/fZFujuFdi+oWFtm4oQV67Fi8cBXj4K4Jgu6lTAuFWYXLR6W1vCXlvg7NEUp4+myMOqqL+1rIL5aIz5cCwEIy7ihLT/5z5YMr/VzNFeq6KzRnctXeyfk5jEcgdp6qKx5slaRAtMZjPE2UxUv7YbYn2LZGgqFlMBsHm/tzY0ufeH4wzDMecWPpD4yBfMlKvD0ku0NwZodMfivsU1PK3g4kUV0cwRZwuTZ4EQ1XQVR0SXFCuH7WTwvEwIc7UqbcJtjAc2ytKDbfMMN5EXS1lGRYfh87P2sd6oSw76aDjBaEiAm4NeKn4v810pI+Cgl6rnVLJpSZKhoxLnLVTJ052Fzimcs8RRgDgO5Dl75Y6LvQMHES175yWOnyc4fk5VPu/bmsSNFSYJP8xSXyJMlti5WuDabeYZA/1jYHhGW/QqokVNRTRRdMqdQ4hNhdSgnH+Jw5u4bF2qgrnXr/JCNZJ8lJo5Zw3He45Z92aGa69ouHZLQ+98hJfPepL53d3ZR2d9V/p/ng2zMfPrEwF/RbmSqSx3Dlc5mGR9RACYpBGeL6JwoXWhZMGyjtKRklDDpgWh2E5vHRTY2metyKxw9ndA/yjG6JwxZz40cSHgPk3LRqUso331MhtjkY2xs+5jZ8PDFb+ObasOOzXxs2en+PmzUxxcX8fBjQ3ESYaLixnGwwDBjO4DOSq1Gir1+ipWjFY/PBxn0O0ZWusLtDeWSCIP4bwq1s/zsYM4oOBA9eCccXJPlQG6WN7SdtwTa+dFcIHF8gKt9Rh714FaIxdbbWYR98409E/pvFERK2+Dg1/YssRVT6j4CvhiDUIwA1qM9nohIoZu18R618BokOP4ZYbeKWmWVVhaDYW1RGkuRe1e5goYNDK6HRZw7QtZ3/zGFv7kj6/i+k5VqUBnIZ68/xGevv8r/Gy0i58ubmNR8bG1O8Pm5hzd+kLW5w87sggA58zVJYTpLGG7C6SM2ypTVH0d7SajGUig5PlABbDKf861pawsJwCsrEK1pAYkddQrFSFfVL0EvjWAWU4Rr+yQLeY66wV6gY7juYFeogv4azVTNPU1tPQuHAKkVRtJmWAw6WGyGKFetVCv0cGwiiKpIQ40TKYcuC+F6N2oZfi9tzr49rsb2GuW0OdD6OFcOcoYBn7+Xw387Bcm+mkdSb2J2K+I5XxWhBic1dE/qyuw3kglj72xtkCtPYdmjqGbY1H1uTZrARPEh3g+CEioMxZBRxYY6J8kePH5AqfPFOFhPo6lhq/W6DKQiXUvZ9i0jJYsSj4Dtuq98jQU4nEyt5EtrVU/muOv/+oG/u2/eRUdu8QH/+99/Oo/P8bHQw0fD4GEM2HeuxxXJPwEc3idDF47x3e/cx1/9p3r2GgU0JMJspARFBP0xxOUjo/S9TE+NXD+EHj+JMOnzwI8PAq/cBkgQMXsWiUIWkG3K0XfbwIql6q9L0BgAYK/BGLl/9OxitN0ziEvQVq+djqarAAhKnR5bSQ/VoJSV6DOb4YBrySmvwkgKbBZ1b2/ZY2/yhkVu2kBmUkCV3N0/mW6CeZaLoRh7pu0diZxW9wEBYzSZW7KGSr/DYFmvgcCLqwdv9CrcZgnwdDK0loBvQoAVmNKzjIvwWd1HeV9rxTAMis1DHF/ixjLmWVMV4bLvZ3KH1Faq8xXRfYksqcsbin0kT6L9sDELCTiiiRilQFN4Z+K52R9pFSQygFVAbwqX54AsJr/k9htOWo+z/khC3pdo6MX54j8HgQ4DenbRJyUKRdRqR8F/FOOiwKq08lR3q66loQ9OX8mANxo1OWOEgB4SRU+BWg8dxT4J+pqXm+d9arCq2hR71V8uddFGEOsZEXMazYbaDSb6Ky10F3vwPUotqNb3RwXFz2cX/Swf7CL23duwq+4CIJAYiA85jYbOqbTpbiN8TPxfbq3WCLWCMIYvd4IFxcjeR281xjlVavXUa/XMR5NMBqNBcficyhxiytb6YKiQr4nkUOv7ikhNDB3WdXjhufA9D201rvYvnJFFMCluY3C2hEXyGBJ5STvD9orr8R5coOqJbEHvL8kE5vXfXW/sA8UBbCKx1IAMNWrnCXQMppW4SRS8x5iTzPE5PgTjI8+EQDY03NEqYZZZCKkuN1UbmDb11/DzvXXobttxIWHrLDFbQWM3Fpl48pxJ7PTS5t3OgCpxUf7ywnZl+Dul88tX796PuTEvMz5Xp2gl/9f/phvUByHV6erXITLf6d+vRRMfblfXVpx83urV0KlvWep7yuK+LxAnJK8r5TVl64rfPwsQ5PMdcfSUXFIyuDzoFTB8zDEYLHEYBnAsBTwW9KueyVBEXiTmGlBZ1YS2DlToVDTVH9ft5DTDZDSVDocE5szLOQWAVz+dwBdBKzEi1S/T+EYxbQqt7sQxxySJk8f/QrPf/0PmA3OoDmVldPy6iIqheulF4Aye9ddBXw0Oi6aHU9AMjbrVGJKnhv3u15NAAAgAElEQVQ/UNoHJxZSAYN0ye5go0uwiOAlWSnhJEc0yZHHfIEqN+DyltQLF3rhyeFvkr6upYhz2vJSPUJwhxsFHxa+wJLzIGlcmENKdlqqFyJD1yu0kiPr04HLQoi2j0GCEQe0uiZ5bi6tjwxHMp1GF3NRUBHE4Wuh5dzBwS6uHuzh8MURjl4cY8HMW26O3HxWg6tVIoC6p4RlsQo9pqqx6cBpOKI4YONAC8RslovN5mWC+s27Fdx8oyLgJAG6xTzH00/neHpvgRt3m7j5RhP1NsEqHjyp2GhOxgmKjEx4qrDVBkz7H2VTRrWGJiuYQVRXtAbkJiM7lzCaSlh1A1bDhOmRRUZFC/MhQmgZh9iF2JwQyKLMXEkJOFFd3Q9ipatYpQS2aBfr1U3YtIerZlielpi/4PDVwTt/WMXrX69g+7qD7Rsufvi9BX70vQUGZwnyWPnS15nl0nBw+mSJsyfMFgHMii3g1+WBkMQGkkjH2hawuQ+0u4ZktHLA+fijWBYPZlJarr5Sxe9/ex13Xm8I84gN7Zg2sLMUJw8jvPwolBy8jHagPChruiyxyi1JCqBisUC9BWzdqGPreh0X5xFePuUAI8f2Dq1tDTw+jPH4ZQSrtFGxXNhs5Hm9+ADXQ+j1CMsBgV0D4UBDNFQ5DNXNDNWtDC7zKxu2DDr7xynmvRygcxbJ6TW1yG0gIUgsqDIHWeogoYqb91DOAWcsA2KracJrM99LR3fTwLAXi3pGMrg4xGb+GzdXsU+lSjqSTdZwuBMrG8Ui5s6rAhpMz4FNNlWVtuQ+Kg0LcTZFnCm2JG000kRl6c6nzDdWCn7JQKLVmk3Cghr454GOIiChgAoCFka0SFGFB7++7VmIAmZexqh3PLQ2q2h1DXS3ySRP8eijGA8/ipHQs4a3naoXfmu1uhyi0v7DlIEN/3y+ILhCxk2CkOABN+QKrUl1MYKidWed9mGeg8lFhMHxQtjdB2/UsXvLR57NkKUznD4qcXSfChLapEPsPjlQFWBeBjgEU1lYqY8kC0rkgWLlcb+Uv2sDXs1Ap8u90xUAhIO5NMrlsySgH8wNyT5bTmIsxxGqLQuNTVfsD11fJtg4P57h/JhMVrKz2PyvVNUysNeQ8ZCVAEqq8NmEcEABLOeBXGN+HS5aFEnmqRTR6tEmm9yyHBm+xmCzQZRRmTxoNgezOV5dr+LVjSpeubWJg9vbcLtVvPfZEd77/Aij+3OMHyywUzfwxis+blwzsbmXY32HmZbrsn7wvT7+/f99BF938L/967v4mz+/hqPiGEfFEX7wgxn+498tYZUmvvW7Ddy84eJkGuJ0GsFIFzCyJW4c+Hj1ThNXD1pIYx9ZXMF//PsT/Ke/P8Frb7XxP/8vN9HeMPH3/+Ehfvb+Ib71rQ1885vrWCLGeTDHkycB3vuPAT74hwidLaC9CWzs2mK/7/C+CIBZv8Dzj2I8/zjBX//NDv7mX+6gsRYjyEYYTqd49KTAoyfcI9S6efsq3njnTWxvt1GmfcTLHp7eP8OT+2d4/x8ivPdeJlZ13/2rfXztG128//NDWb//bgN/8acbMBINv3xvhhefR2i3HFFVvfnVfbz57gF60wvcf/YYD56/QG+Rob+k0l8X66SzZyWeflRCi3V89as+Xn3NEatp2uQ8epzhwYMMSVFi/xVg/xUdt241cOuVBqIwEZv2i/MYh4cpjo8K9I5t9I9pa8NhciKMQG4FrZaFb32rjW/9sw5+8Q9D/OL9EV599RX81V9/Ezt7Lj55+FPcf/QBTs+B0zOg3vKwRjv+0sTRWY6T0xzjkwjj4xB3bhh4+66Fr769hq+9uw/freLf/e9P8O/+jyc4eF2XtX9jF9s7B6jUm3j89HM8efY5ut0Out01YZpGMYd0MYaDAoN+gfPDBGcvY8lm/sZ3dtDp6pjQLvJ0iPsfpLj/SzJhFT+MVnt+C2iv27h5cx2vvLKBVqtEuw20WxoadU3Y45KLqZOoFiKlrbBNEJZNeI6kDJFrMSp12kZW8PmDFB9/GOH0JMZCrMaooFRknSSTlAf5byqimSPLxo0RA9z7SESZLxNMJqEM2YqxiXJsqbiDMpfvS/t+Wow2OiXaXQ3XX/Vw/Q5tHnOxWvR8ZgpVxX6/f75E73yJz5/HePCM8Q82us2m5EP7foZKJcPFaIneaInTM1pGAyMSlwgy2TqySYF8WkqmWsOgQ4GBomUirxsr9jPEcYC5p6y9ePZy4F/YOnKb+w8zgQnw0AZZ5YERkBdQntnHPGO43UgpQaDOESuzSyCq0aWNGoftJebLArNZgVlfw7SvieK6jDMZ/ta7HiotR4hGHLqGkwTLEdUFrIi5L+to0Gqw4+PK/i729/fk82ezNBpN8PLFCQ5fnkAnoMrah/lceQzHLFGjorZiYZkkWCYEum0AruznQS9CPEnEIUFWW5fML1EKZRbySJNcXea4C6Ndpy15FdVGA37dQ25EKMwIhsP9QDUOZU6gsMB0GGM+jJFNSmTjUljK1WZF7G9DLJEaCZrddTS7Xcwuphi86EEvU7TXHdTatLmk00SMqNBlVcwGGmYbvuFjno6wSMdKCkrAL7JQLB1osQ+7rMDSPBi1GYzqDFY9gVVXxDHkzBpxJPOZQ/aLlxGOnwSSk3T1Rh3Nto2jsxmOz+YrcEDFVjDrVlxyxDKJmUAOmhsuOq0Ous1NZAvg0Ucv8fLBySWXE3YTcNqA0wGcBuBwRhjRWpMtgFL58ua5zLqyfAu2byFnk8/cpUGB+WkhQDABFWYKlnkiCmDD0mVowVYj4RBfy8SavtY2kS9NpGNLhsNiE03bmdWPzSt0udhBZmc4HZ9iHA1FKc5VM+qomXXMjxP0Pmf+Y4TaDR31G3yuec0ccTca9wLOYbC/XcVW10NINnoYYDjJ0B+TVGVjc7eC9Z0KwlmCYEZlcA5WZ4y0cPmPswKjXi6L9SEWwJVrdbz6bhetLRu9aR/92QDDHmTx2GbfLq01CesJxOabxAMBgKm8F6cXDm7yVR4UFQSGAFu0oq87uoDHx58msuyuKatwCmQGBy0mbr2ygVu3NnH8cIDjR0OMTiLM+hxqlahvm6hu6jDrOcw6SUisTSSQCgYfxrTE5KzE+JQDSQe+ReBKh+NngJVJrzYLqOaj9a6F9oaD9W0HlbouQ2Tarh3/MsLxBxFu7LXxB9+4gjt3uqg3fRmYfv+9h/gv730u9T2fVZI2xM7dsFZKK00GiXGRinU77zlL4npJpjAwG5NEFMkwjyUUsxarfhW1CgfhtJaNhZDT7qpcrjSuiLXjfDjFbDBF/5TuTaxppVmS3rW756K76wiRjhbhHBYxd5mDtI1NqtaamM0mmM0nsJwmavVd2E5DBl/s785OznB+eiZDPdrPMR+M/TQdnjh4ZIZbMC+ENMEHiwC15N5WAatKtwwNW1sGPNNHNm9ifuHgya8mePKrKdbY0+xaiPMM42mEJS3RV3a2utOG7nSE0FiUS1huiEY7Qb3NvPsmfJcuHB1sbnQEBFeZlqwvmRVbxXDyAr3h50jysdi480zzPZ5JHmZLDfNAx3QZY7qk0oo1UIJ2O4ERO2IR3n+R4egB3cg07N6pY/tmDV7Lgdu0kQRjhLM+0igVq94ktnH61MTpU16PGjyXwCIzIZWjmGHFMBhB4I6hexO5Nm6VPQFtQyVLB/0zKuxIBGig2VyDV2Eg7QClNsZsAomPoGsBrSQJShHw4v3AnpBregj0HzLCiJNC3lsGtq80sLPfQK2lod7WpL6eMCImTVfpfgaaFRetqguLNlRmA+NhiUe/6uP5vQGyxULW5lUdu7dI2DGln7BcA70joHdUwmCvxwxQ04dh1WExR34jQWUjwcuHfRw+GiALfFhaG1rqYdEfYjEYot71UV9npi/nLq4MCZMkEBtrOmzJItnKqaMsmJvuI0k81Ns2ai0b02CC0WyE6XyI5WIgIPCV6w72rzs4OQpwchSi2jCkzq63DfRHMQajGGVCW2cX2dJDNvNgGyXWNudodpfKHcoAJj3aH1fkdXt6DS7Vi7TC00wkVBUWAXKdf38Oy4rQ8HTJFB3NXIxnLpD7cKm0yIDx8AyT4RmufuUarr59DZskfHoQC8VPP+3h0eMxHKcpSznJJMomkRFDGhXAtMMkUTaD5fCZ4+Cf4L0hBF6eVVE8RByPcPNOBW99tYsr+zUBe148XGIxsbCccnCuzgcyOeIyEQArxUzW3rUc1++oWK3DhxZOnzooUqoZ61L7UNGuaYkAUnQuU2oX9vXcW5XZrKhwZeTIZpkWoxRnsPAiZOAjjnLMRn0k0Rhf+VpVVhBNMRgOhAjUbO6jVt9BklQQJxUMLwL0zmYIlzx8lvL9VZamKeCl2CDrzCWm5aaBgBna4QI61ZAmB7qW2EhHYYzp5Fyu0fVXK7JcjwCqKbOq06c5Lg5z5AJRMYpD5UBauokiUSrrRdqXdX2/gusHVez5dWzoVZQLHf/lo2N8/+Nj3HljD3fe3AMM7mUjDPpDnL8cYtRbYH3rCrpbe5Lpy/uIYC6VnIazQLU1QbU1Rhww97eO5dTHcsKYCKp8Wetyn2BdriwllWUz3zsV3RUE8QXCuIf2Zogr13O4fob+WYr+eYZRX8Owz3qPKmk6KJKcV4Vl+uIoQ2tHNchW50JC54aSZPsIXjXGwdUKrl4lKJ3j9DgUQnwSM+O2KnWfyViWQhOgnU4yZUJnOeDq3gQHexO889Y2fuer17BTd+BNxtB7PTz44AEe/PI+fjHfxT/GtzCvVNDdWKLbXWCjOcVGa4anj7t4+qSL2ayGNHfFbc20Y1hOgul8Jqta1bHJ+q6jo04HgCqJs7kAwFlJ8HQptRXdzGLu05GLInLQblbRXauh6lI/RuL3FNGEebiMbdPE4ra31HE003ARAVYjhd3MUNdaqGtt+JUanLoPPj294RnGs4HYmtdrrFt95IkvcxWSPYPFArvbNna3bLx9u4p3X61jq5LDWEyhRYHq2WDgJ+9r+On7OsZoAGtNFM0qUmYw5jHODj2cH9INgM58OeqtFN2dCK31AMvwDIvwVFwFal4LFd9BrQZxb7K4JxsmFpMSs2GBF4/m+PSDHl4+poegiupS5PMKwijBaByIavkS3Gy2WWvXoZmMZZwKCXXeMxAOmVmqy/rrv9zD3/6ba9iqlHj8/af4/KeHeO8UsqjlE0CzUM5UdGzauRpj91qMP//WHfzFt+7AMmY47z3BZD4QdSgd97hXAD4++yTEz388wcPPYkxjG4vk0v2ThMpUbOUp0FJgzBc8hi/q6N/6zRcA7MpudWWlqoBSJcW7zOnlr3zulA20UvQKAExwdZW7+Zv5n5dAEK+oIAorpwQZF9L+mejMZV7nF+rkS+W9AqNFDEO1reMIUBmXGRJa2YtQgiTGVHAMng+X71VEJbpS+LE3klfLs4NiMlHZMoqvCtcniYf7pQLMCf4SEJWiWJSQSvnLHwqQ5de6VC4qsCopM4RFInWrR58uXrKIDlB0tAGWfL2seRuA29RQhEo1rhGUJUmHP/NI+t1YnBXpEKius6ixV2N+fp50/BQAmITHjIKQSwCYJBBmfyvQVoayrIlZC3H+SdfHVSLob1zmL1Xg8n106RMkkkexreT9SeSwzj68IuAplcgEf8XCXex6VQyoIgBc2oB/8bEKyc6v8dnPxNEkpQ32l0ay8j12d7dx685NtDtNhFGAZTBHnzOjfg83bl7H3TfvotPpKJEbz3uRQ5UC5PIsoRracTypkwbDEQbDMc7Ohzg/HwpGI0RW05B7iA5iQUDXDNaIaj5BYoFYhvO+phhAiFGX8YQK/OXijI8zaqviw6lU0Oi00d3cQK29gRhdxNq6cqJlW68x6ookaRUhQHU5SV+X4C9dLgW8JBeA306pOaEXJQxhhBFIVItAJQf0dKdh7UzCaxwuBACOhk9kuVoGT8uwCDP0KcYglmNQwJJi9+Zd7L3yhgDAYe4gTmlFTPLvSijJjsdU9up8xugMwtctWB4ddlfyiEtCyX+7kVzWPJf/X+6Ff+KHWGGLmFqByJcRsqtEitW/WMVlrIggahtSAjblIKAcA7ueiXXOzZkFzQjPNBfXllnATCD1eYnFPOdmlooSqnk21ho+OnRSkBzfAP3FEofzJQ4XISzHFTW9Ehuo76NwUEZeqBSnVVKmmpdx7kuvZZVwK/ojvp6Cn5HY7Wowigh6wcjLUgQZJPhbli/22qJIxsqO2tJx8ugjPL/3PubDc2iGx7ky2bBslrnpKvCGeSccjFu0FXYNsfwQBZ2lbjRaDRB44yYnDz0baEojKOfnCxaWh2J6sHFPyJRkViyz4giWEbamtc0KPzV5I2ts0vk1qEIieEorA1XsKgoPL4N6aL78MFUWSslhpGOItR0BGAIvZqzBioEoyRDQzosEGVG70RqKIvdVttY8FJb+9f021jpVkVBzPX5+gUfPeoiyRABPNvO03+Lr4VAzjNjgU1XIQRzteguxgLscUhU5LVYTaBkHjSrPxKw4MHwHjU6BeodKEz5zOpIIGJ5mGJ1lMhja2GUuW44oZJYJB/eZ2AIVVBWx6Jd7Xx0ocsOycYmoQGQTp4lylp+BKD35cJuZqLYtgqcVDqU53NWFmV+ECcowkRucTCMChoq1wYPIVkwCxNDZAKxudmb10AqGKyNopCXwCqBSlLh+s4Lf+fYart2tYpwksj76SYCPfhpK9haVzRw+67EGPdIwmxay+ODzc5MNK2bmEnMYlcqz2qRCU5EN8kTZEy8nmax600GbAFvbRr3JZkmTa0WANYrUmg5yDM8yLOfM1C1RUimx+pWbBd9XpQqsbWvobOpwqrYMCPonKc6eK/Xr3is2tq7ZeHmc4PAkQR7pYr0odoQkXhH8b+VwmzkmJyXGJ1TraWIrx4aoswe0d5XlMNd8mGN4kiKc0BaTwB7znJndS1BRqbbzlJ8RWbRsWhQhg8QLWmLSotCuKgUwh84sYubjFItRKvZnVZ+NvYlwmSFc8l5UX1PlWK/C52XAqsHhwMKjvaQH02ZzotT1YgdShJKnJyppj4B0KQxXqruEGSEbvNrM5TWaKpcXzM1i4WkqSxx+dhwocz9xKx4s1xHGaxxF6KxXsbnbkPefJUuxIzt+nuHoBZloSp1M0MGtEBSlwptgtKEslX1+X8XiS7MCM1r/zNl0qAw0XlfHVAPAmMVKkcOhQpr5GkYKy6C1nYntm3V0djxcnM5wcTJFEXjQ45rKvqjlX2TaBREZvokssTZkvUB1P68l87WZWcg9iGxxh9mIVK/bqNbtlTVHIfd3ERmIF7SWzjEf0+aEZA9aplmor9lwKyzQaFFTYtQLMexFkpHOfVYUoyTG8MQgK1kKX1VLXxa93BsSsV8iS09Z1ghriWxmbqnKcWSVZURPeIL3K3VwqJwDNEt5hby+WZV159UtXL2zDX+9hh8/OMSPHhyif2+Owb0Fdhom3rhVwSvXLexcybG5QwVwF9XqGt77fh//378/hqt7+Nt/9Tb+/Ls38TR+gmfxE7z3gxm+/3dL+FYF3/mjHdy+08DTsyGenI1gJws46QK3b6zhjbsk5nTR70Xo9yPc+/hC1sGtFr75Z1flef3R957j1x+e49vf3pB1sVzg8fkIn30e4OffT/DJLxKsXynR3SuxueNiY5s2JQYm5yWWg8u9MMVrr1fx+t2aqEAL2nmVzHLhWUL1cFVWFLsYT2xRn9jlAla5lEERi+hP7wf48MNA8hfffLeDa7dr+Ox+Dw/u9fGtr6/hL/90B1pU4v3vX+DFwwWuX+/gxrU21jZNrG0aGC0XOB5M8bI3xfEkwskkwjLWEMQaJufA8KWGqmXj3XfqePVOBeeDOS4GC5wNCpwNVJ7t1jUNG7uaEFXMgnZiQMWDqG8efh7i8HmKcO7IEtZPEWOtY2Fzy8HBVRuvvm7gtbs6Tp5VcPLMR15U4VS4eScI85cIs1PEkSl5S1EMBDEBPKDPoQddDcYJwlGMb/1eB9/95+u4fauKWsNAEKX4/o96+MGPeti75mH3mgdoHoKlh4AqJKOPVO/Dc314jodgQWVHjNk0E7v0ONYkA6bm+fCrtrgSsAmZT2dYLhYqDwWGWCozG48Ag7KB5mdnotEwxBaYoDlt7BWJg2oDPlsaqn6Kip9ia9vB3kEN1aaOZRQgiEOEMV+/jqfPMzx8lGIwzORrEZhwHBe240ndw+KO1vNsHBV7dcVfXTUCbIAIZHJQQSViNOYDyTgNEutYpxC8UnbxzFbtrBvobNCCqBALdM8hM9GFZ5HQlsJ12RwaCAlIaszgdVFoBuZhgHkU4Pg4wtFJjPlUQxKqz0yUjwmt3pl7SfBbHIfEoaBw6QjAAQIdBUpkcuaKN4c0OBZzbKJM8oPVvqXUJoyAoCpKziONlmkKDFcsV7IRNfl+eWDAazKzXkN9jWAhIwJKDC6UvWi81CTTmTsbAWWSeOyKI4COqIoJDMvZswo3lf2M9YIFr2Kj0aih0WTeHuvPVEDgQX+MwWAMr+KKokwnKa6kZE3lN/MH30/CDF86PFi2NFliYx2l8Oo2PKqwaZHIASKdaMRuShdCD/8d6xLeC7SpY0NKJVhuJKL2IRDHdcnwpgMOYx2SJVCSzBuwxiRIpCJUdJO2cASTm5IfRyLPcrpAoSUC7BgeGz0iHFQhUaXFZ92Bp7kSzRFnS0TZUln2VZhzryGeAdnCAEIHRmahtpmjtqEy1qjapIKPCs14zigFG7WmjekgwvAshOca2L9WQb1l4cXREi+PlquG1kAW8ixb5SvntIoMJQKktmaiVq2j7rah0br8bIHZ+QLzMckPAbw2FcAWfCqA6wXseimZq6yHi0hHSQcRMRgqhGwqNymdQ8igTgosezmmxySWshwm41WRnLiklRAGdCnKO+YCVdeYNW0jnQPRkLWZyoHWmMVdraBSrcDkcNozJWNuEk8QlLT8U+ptX/PhaxUEZylGT5fituPuAc4V1ka2kNqSMMdiEgv40GKt7zswrUyGyNNFhuEslRgbWuc22jaiORAvSpnjFzZfLxtxpSYvYxclAbHUlFqz2TGwvmfArReYLeeYBXNMphomExWVQrVzwTqPUTchrexN+E2qw0nSUE2uAMA6Bz2qoRSbS+aI2Rpq7GNi4OJhjvOHOdyuCWfdhOYVyK1M7Fn3r7Swf6WN3vM5es8XmJwnmPY4ECxRWdfgdzWpg50Wz0IqwpkLu4r2EQWwhmDM+90UO2jfd9HZZL4XVT2pqIviPEScR6g0daxtONIDKAA4xfnHGc4/SnF9t43f/z0y97totCqSO/6DnzwSEJim67pPC1o6nyi3J2WNzPfgwK95Uj+XtASmhZmQE0vJuaeqncM8z4MQbdodF+02Q4lVXcuhCmtR1uTzqYnFlPtniCwOkSccethSezKPjeqnWsdAjaQRiQPh9cgxm8Uy2Nrarkmm63w+x2xORZIP11uDaVdF08d+eNgbYNAfqJgRySFX7i2ccFUqPqoVX3pEul9weGc5umSpGiQsVjRsbOnY3TFg6zbCkYfpmYGXnwZ4eS9ApVWi0iSWVYpVIclKrufBoR82WerCMC9QaowKyVBl/m2NvSyVyC5qFV+GduyfODAUlQwJsbAQpSOESZ96Zxg2M+dKUVPTJjCIHQSJg4izhCJCoUXwvQCeGyKbGcjmBvIFCSuWKC6amxaqXRMhlVJFBkdP4NFqJSsRRwaCpYGLIx29IxJOWc+4UiuLz2qRwVgRGSutBJVWDK9uwKtR0cKHTmWd988JAlO9Q5C6IdeQCq9Sn2EhpGoqX9SoRvptSmPKFN1NB+ubLuYXBUYvMgTLTLIPaedeq7uS3Vxt0MVDR2kVSAios1e0OMg3UHMsVF3eTy6C2MN8yno0w7RP0CRCHsVobiTo7CaodehSZUpPcvhZgqPPE5SJylxkRJdueXBqDtZvmFi/YeD8cIKzoynimYsybaCMK8hXX9NwExhOAt9nFFMbpu4ookpEEJhrCb9SR63WhoYKAtaKoQOnwvx45sbFIGWUdorT0Rh5EWD/ho39G4xaCjHsh3AqGppdgtY6xtNEVpnYsuKJi3DIs6pEZ2uO9kYgey/nUKNzF71DF8nShUf1pO5LliZXlCcI0xApFADseAl2Nn3sbvkY9Fh/lgimKmeNRCES+Ei+2n+1i/3XutKTzs9iTHoxRsMEkymBKw+64ansQ7q5ybNHKE25gjB6wasAlRrnKbTq4zlPFydIlE+1nqDSSLC9y97HQa1q4un9SBYzsTXJpqeag4M7IKJVe0FL8pms7f0Ee9dp16fjxf0KTp5UYGp1mBrBA46/xDdESChU4IoKimfbKs/uUkn1ZajJStkmqhVlNaxU9pHUtrde93D7dQ/z+QQX/aGQ//OsjaJswfVa8Pw2emdjnBxeCMmi4rmiHqFLEc8L1st0u5F5VEHFF/e1SByn1CiXsylaP3KQnCNKpijKBfauu7hyncpqKv8zpLGOaOoimtoYz0JMZqHMIDyvIvejTgURa7hyghRjXLvCOV0FG7aFZmEgneb44b0RfnRvhN2rDewe1FGp8zzjfDLBqBdjNs5RrZKIvCH1IO1ICbJeAsD1zgT1tSmiRQXLSRPLaQXBTAHA7Jtl/mUE0PRQWTXKfcHoDuVOR5cAp7JEZzPC5n4sZPLxhY9Jz8VibmA5437BmSivFQcVBH056FJfW4FZKpOQ/UKWJ9BNKoVCHFyv4uq1CvIkwWS4wKgXYdizMOpbkufn1wjA8+tqSKICwSRGHsd4+26Er9wN8ebrB3jztVtYZ7zJy2fIX7zAg0fHePDwBB9GG/ggPcDUYYRchFZzie3uBNvrU7x81sXhsy6m0wri1BHrd8n7NEuEUYwwigQA7q5ZaDZzeN4CrhesLI3pfKj29KJIBLyjS08eWshC5pWTFOii5jEmI4BRhFgMI1meVcI1SyrlnPsAACAASURBVJzNSjwfFTgPCqkj3HaOut5CXW+iWm3Aa9ZFpakA4L6QBri0wgUyF1FA8H2McLHAq7caeO1WE7f3LdzeM9DhWUBnuChGUhAM0/Hjnxp476c6JqhA71aht30RMPE+Pntp4+yQ9z5jO0jkiYU04DcmSNMxknSCqldDvdoWNw7bjmCZCY3aZS0432Qu9UmCl08inB0zBrEQkli9aaLeMIWAuAhIEiT5TOWieh5rAV/ii2w3EnXpfAIEM4KlCjT7iz/Zwb/+F1ex7Wk4fP8ET//xDD84TPGDQ+aWs6ZT1qrMoiVx7Zt/UMMffKOKm1s1vLJdRVlMMV6cYhHNEGQmgsxAsDAQzg08vJ/gw//KCDzOPmxEdOnkNZHZvHLn5DW6BPvE0vU3MZnL369sVS+BO5lBCfL124Gev2XRvMrLlb6ZNe1K7SfKQYVpfaGopSqPgKtSECtFvYDCks3JGdcKgBIYQVlB/+a3Vq+HDmxUxNri7MT3xqgeNVNTrkYJ4yZ5NqzelwDHGgFgBQJL7voq31ccEMUNkXNHS76G7NWrCEXO7IWATbTnN9BSUStLBulldqnCG3gnZiBJhlnOxBOoNmYUE/t9DaleImePZBcyH2a0hkTSsV7kXKMs4WgJXC1GkpuyVHDA5QxwdV1W1/cSVOdzyxkBF2PzdJKfxH2C894VaMh9i31vzFmKisoUpe7qIovYhN9NcpjVPFOUxcIKV2CyvZoR016Z9Sc/UwKoS6pcv1B8qtn5pQKcL//SytvzPZkpc9YZzJYy9/wiSXT1ebVaDWxurYtrD+vyKI6wWCzEfYfg8NVrBzIzkK9JRSfxIpSYzxeYTJUC2HMrqianc8hoLBnAXKx9L23GJYfVoCsPZz8k9V+C1qvcanYX8vnx/lSzc7FwXv27SwWwWEbbllwPEsr9egd2+6Yskn54rrPyo1uPYGByb64UwHz6RWG+un8ECJWHQeBA3g8SE6GtdjlN5ZYzCpJ4AAVjok5m45YFKBZHKOfHCKd9RLO+KJzMShelbmE+PcdicoGNq7excXAbutdBovnIGJMhkQlKvCmxuax9qRhfKaGpYifJm72yElOqOf4/Cez+N/vF5XP+3wHFKzW7Ild8wS/5jb3pEpBWz5iqVehayntypVgXfCTHTs2R5Tu2uA7zktBZdLEMvrCTVw7HdA9QOAwJghXXRsWzkZLsGQYYUy0e5ejFjEh1YDqKWMizUYgQv7kkxnalFifIzPOdzziJGQSLlZYTBRXAhi3PlVnGMEkopBiDIyGNxGdGQ3CPUvGedLgiDnP6+CMc3vsZ5sMziXgr2dD6TQde0xGWLBetKWocePmWFH6eZyEMM7F9pW3geEQb31SGV1QmXsrJbCpDK+qhZu4mmUcciIkdMTcHmToo8gt17qtMaPXiZFjDjDTaT/EhjKHrZLgp9oJ8l9VNwiJaSdtVsrjOgV6VqAsPC7JwEmhLA9qSNjncNlUQOwOV+bAosZwGu0hh5yneeW0L3/nmTVzZa+DwvI/DiwE+eTrGp08nHP9L88ZBLJtrMhwnE1rTUglrw6u5sGsGTJ8KVoJcCigv4gQ5lURaLvZqHFQ7nTqcdgNRPEEYTURtx0EmN3Oy94qEmU5cNpazCIPzBcb9WFhkwVQS6r9845cEGrHcURnE3HypFCvI7nEIkBliKaybZGkksFw2vVTRME9YqRCZJ5wzO1dFm6hNgsV7aUNnLlRJv/05dH0h6kIOU9g403KXigNm2DCDaXe9xPVdDW99pYGvf3sHm1dreP/jAd7/9RDPPojx/IMEuqeheV1ZHC6PUgSHzOKyUVCVQ/W3lqJMSkQzWiRb2DwwsXHAHERlV7CcpVIET4YRmq0SjRZw9WYLN2+tyYFy+GKE45dzjM5oo0RVEofOtJbWwZKMKnA2YbSvJMOFuWIcPBMwqXUUy3rjiinXJuCw7rjE8EUhypH9tzzs3fVwcZ7i4pzWwQXCWSkKWvIIaSHd6BiodwxcPE3Re0pGJ7OmaEduYvvAxNZV2lHHosSd9TJMzjIkAfMnbTWsYharTWtCKkMLpOElwYIKGQ12k8prZSVH0NYi6q4VmA81zIYc8GaI57lsWK16BZZhYjIKRKFkOQROaWXHfJ5I2CdsQnhI1LsFGmssSiowtKrkMFMtOJ8EXxQtYl9McLoskYQE4uk6QgYSSQmKaSPG6AIwKqt2DrEqNRM+1eK1Am6NFjrMOSGD1UOSBpI5vrVdx5X9tuwJh0/GkpEymtA2jM84B2+52Jq2OnU0W1UBU2sNG1mZIGNOAW0ZqAgKU8ynIWazECnZwwToMxNmbsqzEaSR2GTzvqAwamcPuHJdw/q2jc5OHX7Tx4OPJ3jw0QTrrTVc29tGa82BVaNlV4KLixi9iwQXZ3Ocn85l2Cs5veWl5Q8tzLjJl2IZxsxLKh/oPEBrdw6NyGTUEgd64iKalRiehjKM0BwdmqOJDXWtZcFy+N6V6mU+ZfGff2GZT+CXf87P5NLmhtavMiAU25oViwkcGjKbEgLyyA+xBuGeoAT+lxQ9i58LbUX5KTJbMiFJQgHAd7eqeGOritde38aN17ZR2azhh/de4kf3D3H+yRznnyyw07Tw5u0abl23sLefY2eXjL4OqrUOfvajPv7z3x3DNar4H//l7+A7f3Ibny/u4+HyPt7//hTv/f0SrUobf/bnt/Dq3S7uPTvBvafH8JI5vHiOu7ev4J23b2F/fxtPnpzi8ZNTTIdDTIcDdPcbuP72FRS6hV/+hArcIf7ojzfxx3+0gae9CT58dIF795f48Cc5PvuowNb1AlvXCmxse9jc8pAuTVF7h8MCV/ZzXNlnFABBID7TLizLQ6XqobulobutoVXbRKu2hV/+YoT/8P88w2efDlAzczQ9DXt3Orjy6hoOTxZ4+GiCMCVb2EV9zcT54QLnh3P80e9v4V989wBFkOKH/+kFXj6e4d139vDuO1cQpWeIsnOVM0wVzFLH88EczwcLDMaQRXAmn+tYb/j4nXc6ePVWHY+eD2UtyVIjK7Wmoburo9YBjj7LZO1sOrh53Zf80o9/NcfzJ7EwxchKj4MY8TLGK7d9fOXtOt5628X69hwb2zMguAWEt/DxJzN8/x+e4aQ/wM61Elt7Guqug5rr4OXLAI8ez9HrsT4wsZjryjM9TvE3f3kN/+vf3sH2jo7jizMcng/w7DjEs6MIW5tNbG018OJphF//aorDwxl2bxXYva2IPgQe+2e00SsxGak8dMc18dW3d/HVt3dw9HyJB5+M0DunbY/K/bz7tQreeNcXtfj+bhtV11I5n1GEJJoijiZ49nyJp8+XODnJMegrRawwXVMNu3ulrNfu1vGVd7vobrqYzJcYTQMcHSU4Oorx8rTAy/McMwI3rGlKoNFoollvyO85IAyZ3TqdSXaaNIkmIzJUsalsozjcMjFjLTGhTTMHkanEWNC6VIp6FZguDEvTzOA7JapUJlsafFNHwzNw8zbwyh1ga7eGjZ0mdIf2sEB/kePJ8QRPjqd4+jjFs8eZDF4rtgsbJqYrEC4raNltQnNKGD7tilR2MhvPqsvahXuJIVmkmk7lW0Wyz+b9APMB9+9UzhK6PxAo456kia20Rm4QKy8ps2UUkZaIpgWiSYHGroXGri15jtWWstk6e5agd0R1lGoiaa3psa7i0JHxBKWJcM5sRFo3e6hUmMNMRcqKRU7LPsl2V8xKsbpnyZmyoWRWc4xmw0WTlrFWgUxLkGSJWLIKSYr7XsRGj8CUspQmSEEqYrXuodJwkcUpkiAUBq9YgEn2lymKldl0ZattkjTJM91EbqSyXIIOdVp7qLNSGqOcVku2kHpIRGG+XlosZMhc9RxUXAeeWYVrViWbu9ALJEaCyAiRIBIyFpvubK4WbZFZ7xDdoz0qGcGVto1Kx5HoANrOheMc6YSerwY2rtvYuOZAr1G1lol6dXSUY3ZWYH23jvWdOlLmk09CyVrcveqjUjfx7EWI5y9C6QvYIyRLG8vRyvYyGSFKRvDagNfW4BKU0CpwSh9u4cBMDJw8H+LkxQD+moXWnofKug67nsOq8zklCFwiWzKHWNlVsbZixm6ml0jZ/aQqCmN5kWN8mCEcSUckpEXa8NlU9mm0zM9WzGiVi1Rds1FZsxFPCR6nUrdI7nfNxMbWOtY31zFdzNEbDrBIlAK7oPqnwsxkDU7pwCkcRL0M85eRxI/oG4C+wVxYgkochrNuo+K6FNCWmVStNQPtjoFFnGKyTORzdFfkNcaYpIEpwIdVMVFoJNiGMiBoeW00XWYHEjgjwBNBs2YodT53Ku5jHmpYhDq3WrkfSLSNRgnSRYZ610G9awsrOGBkhwwqcgGBL3tOIfOT72FqqDBGIwGGz4DR8xLeuglvw4TuFyjtDLavYb1bxcZ6FZPjFJOTBNML2oAroovXKeF2SvhratGSKk3JAmeZSlVzKRm7eajLZxb0WSPUceWVLWzstWB6GUw3xdmgj/NBD5bLrF0HrqeL4pUA8OBeicGnBa7ttvG7v7uN27e7UhMyn4wA8A9+8hCLLJEcYMe3UK358H0HsznrwgCd9Ta29tbhVPhsj5AUdHzhHpZhdFpgdKKy65g5SjBhc8fAxg7BG5KgqUjTES51UYUSNCRhhVnoXM1mE+1WW4hFo9Ec49EUplvAcnNxGCA5hfvceBzJfbm1W8H2ro/ZPMB8thSrTcOsquwnyxYb2+l4iul4omJXloXYx5PgwEFDp91Cp9MSF4rxeLpSIrBHNaCRGOnr2NoxcOUKKSE6pufA6Bg4fZTh7FEKnf2+nUgEFN1/3KqL9kYD7c2GWCAyA4vgMNk8BAAYT+BSYJlo0t9LBp70iyQUJMhzqhRVph6BN9OlS1gCGMyUz5RTWErFcRVxUeXjCjg885g3P4MGlfe77JWoe3Vsr62h0fBguBlKM8HpcIazwQxrdQs7HUeILssF5LMYXmgYnmsI5rTP5T2WoaREs4gVqcYF1rYMiV4iydKvsY8lCZ3TBgLAsaw8U2paxvNp5hzQmcUMyTPN2asXJFQowIaDjI3tKja3KpKtPjnjWZKA8CRVOzLgKhhdROcqAxZJnVVd9pwaiaEVEy6JSwakZhoODISBA9OowdQqMrugxYZbm8FvjuFUSCTheafj8YdLPP5gKc5DJFYJ+d4w4bccXH2rhmtfqWHUX2LYX2A5cRHPq8jCquyPVCyF8QWiuIdarYb1tT2JxlgsQsznS0ymfUxnfdQbtE5cl55wPrGwmJEoGsry6wZ8OkTFCYYXc+njDm5a2H+F9R+/Tih9EMF2Xv/ZMsV8kaKMLRQxM8BtzM+p2iuxtr0QBSUdM7y6i/6pjdNnJuK5LeAviaOO7YrNakhFKG1liyUKYwG/luH27RZu3W7j4iiU1T+eYXw+R7RMsH7QxsbVNvZuuAJAnr2M8Ov3Zzg/zKSG4NflEJ3Qv9hb/gZSIarotJRFsKbVYU1AkD8QC/ZwQcV3uVI+k4BewHZTpHGKx79O8fiTDFW/iWqlKW4rmsUxfsFUC8Q5yfAzOLUZ1ndDbF2JkMUmnn3SxMmjBny3jopTk16OOdM8ywvJS2OfrhxIlGvMKr7gMudO5XxJPZtnFCvECMMlbCdXAPWejf2rDvavORiPxzg7G6Dfj9E7tzAZO1jf2sTG1gbOTy/w4ukLlKmOboeZyR3YTiGL4DdJfyonXP1eDW4J7HIvpW8oDxaqqDnL4z6TYXPHwsauiTgJMedDVRio2GtiaXx03MfhcU+sty2qZAn6k8xGYMdcCmB77YqPa3s+2rSijGME4wg/+ZwrFrecRhtY37KwuUuSn43l3ES4YH3VhFY2EQS0/pwiy5aAuYBhL9Bcn8mK5nUsRi0sp1WEC/ZEjJNYPe+YIC8n0i+bZHWXBhazCItphO5uifUd3sMxOluBCEzm/S3Mh+vIEkuWiGFWUWwxRRpi16/UxIqwrWrCy7zLrFgIAePgRhVXb/JaBIiDKWajOV4+KfHyaYlWZx3tdldc2fjv4yCSSJRoPsUf/kGJP/wm8Nqtm7h1/XU0sxzFp79CfP8e7l8scP98gV+nHXxcbmIsquQE1UqIve0J9nbGOH3RxelLZtn7CGPWD/wedNIgoM/BdYFqRUO7o6NajWFZQ5jWBCZjcizavXJPZ+7nyrqNJVtoIA0M1HwTzbqFekUTENgsM0x7zNoN4Bok5+c4GaV40ktxMs/grwEVxigYDdT1Bmr1FqrtlpBo+sNTjKY9ISw5nqtA14IxDAmG50OE8zm+/u4Wvv7VLeyvF9huRqjStpa9YpgjyDQEqYYf/tjEj35sYqo5sDYcmGt0KCLRxsTpCx0nLxh/Zsr92+hEMJ0z6M6FCGOACPVKC83amgB6ZTlBUcyBzBEwer5gT5xiOtbFnn40MMWlb9RPZIbneqzF6EITIs+SlRhE2YxTgFOrami1SQousAg44+Lf5y6S47t/sI3/6U/2setaOP9ggMNfDfG9Zwt87xkV+waqDiNrCsyLBJ0NC//2Xx3IyuZj5PMJ4mSCqJggzGPMUxuzzFoJkVI8/rzAp58WODlhnBEtSAmHrQAcgX6/tH9WYMyXYMvlf6su7guh53+H6wjUswoKvsR31H6xAssulcNfWEMrC2ABhWXGtcqrTTgjJGHrEgBWtsoKLFxlEK/ESxRxUaxyqSa+BM7EbpmgG+eZl690BVAKiUGyey+zir+0f6ULiwKAeRFW4MYKsGYtTrIyxTckE0ubKtmstAmn847KQ75UN14SkRUadmmVreyO1WXiXCSVRYJ3YVCsZkDn2UIuckoHv0TcJrgo6KIVMlV6VTNFzWIsi4U0t5XbBTcmkkLp2sD3LwI5XgMqD7UvbOkpRFNnI3vxlSsCAXDZ8ksl8KPT6WpmwxkiQWL1ftTMQz5TckFJqBIFsMIaqKKk8l9iuKhItiypkYOl6tfFNY2q2C9+qhuKX0+plxkLSeCYLjQJFrOFOOQoisAqOZTcYcaleHyuDSEqsl/hLJx1XKfTRHe9jWrVlz+ncl/iX3QgYBY3s1t1A75HYZ6JyXgq9TaBQKVSptuGEthc4lXq3lvdZasbSn2qClwVsQ7BX3HVUMpvEs8J8vHrCRltxTYgwdKtNNC58S7Wrr8rmdAi1CMBnQCwkEbUPclanPehivtZKY7l+VQ20KwdJZ5VMp+/jFpdcavFDZd4HZ8RiQ5k1EkygJUOcPryEc5ePkSttY69G3fhVuo4efoAJ88+Q2vnmizDX0Nu1VHovuxh1FEr50lCf6nM6wUUp5susTsKQSk4vHT3/G1eyG/tGV88H/+EBbTaSlaEChGRrgCylfXzl3/+JQFE7k4BfZUqX2YmlyBwkeOg5clq1Ui0rQj5N1wuEQZLJYakeJbEEfZbdOMUQFfdC3xmSZTi/TFPCsxyC7PCgulYMBzup8SlOKdR+eKitk8KZDGxE0LAhghRSQSgIpwuZnReoHqbq9RNZIYjz4Ejaczcn/gaLqdt3JN4Z3BORfIt544lzp/8CkcPfo6FAMAeSrK/62tVNLoVFAhRIpBmj/ZXAviJGkIpLyKy2xfM1GU2CLNN+YJLUfWZVNowQ4/uo2QdRlzKQoBvTlS7orL5EvG+DEsWCwDxPjeQCe+CF5A34aV17EpBwxucjBjKu02CYARXdDgNC06DOXfKY592WeXMRjEn2y5DqXFTVINaDura1QralQoc0FM/k3zJr7yxhc6ag+dnF7KOB5ks2k+32iYsF1jmkVgEjoc5RsMMls1C04PhcUfPUDq0klbAV0HbkzCBZZSSPyjKW8lX8JDES6QcMCWZAGlk6yhNsqWGgbmB5TTDpEegPUMkQPulYQIPNLLAlMf75cD4kjHOA59sIGb98nMhUEQATdfZkFIlYQrAx9w+fj4l8/u4LF4cMrzUIE0e3oKWYwYsL4TtBnAclXUhJs0cdKW5WPgGiwRvv23j97/h4s7dCnau1lFaFr7/3gg/+PEI0wtgel7KIK2+RYZmiclhhslRBsOxobtkyxXif64IAmS12Gh2qZTggaxYt1Rp8fPjA+dWaG0bo97w0WzWxEb7+ZMJTo6WmI9zzCYFrFKDSUaLaSAnG042RDUsphqVBSsHA7qno96xsHudmWM2zl4scfZiITnDRWKjvmlh87aFtZsG+qcp+qcJZqMC85GycnAc5v5RNcBDwsTgKEP/iLlzzBiz4TdMbO5a2NozMThMMDxKsRyniBZKiWH6agCoCBFqAKpA1pVMg/YzTV0AYL9JwoYCsqm+59+dDzLMhwykVT4BtmFKFiCBSTYpixkVSMylsmWjo60SDwACs37VhFNjLh3BQgd56qn7YxmKlQbzEfmeHGbf+txEePmYLaIMiSV/QNURynNe8hx4wNF2kDmJKtNWsxk0SStMAqMuTNtWB11ewDYcuJaLJChwfkSr8CViWmzR8FisHDVheNYbdbHJlEbDLmSDJSM1TsgyVao7aczDWKzDU4KezHvka2FWWELrvFQ2Qj4/125ZuHXXkeLYZkYudDy6F+DRvSXazQZ2dtbQbFtwmWlnZZgvdFnHh7zPpqKEJlBFBi5JEcyhFMY5762VApiv3fFVXrZqkYF0piMeG4jnBRaTBOEigV01YVct2WcE/GUmYEoSAYtIlf+siDMlbFFjU+nBckL9yFaAt6hZFDNG2ULz15Ua+7LplAOYn5NGoJr7ti57GPMCWZzktLNmhqpBxXyBt3aqeHOniruvb+Hm3W1UCQDfP5R19us5zj5ZYKtu4fWbCgC+epBjf485qw1U/AY++WCKX/y4D8eq4Z9/9x187Q9ewf3xfdyfPMCHP57gl99bYL21gb/4m6/gzpvb+PD+M1nWfAprMcGbr23ja797A/sH6/jwl0ey1jrMiua+ayK0TFHHzi9SZIscb321irfereDjz0Z47+fnuHcvwONPSxy/KHHwmo6rr+lotAzUaibKyETQYx6hju56jPX1BLM5ra4SdNY62NndxPZuE35tikptCs/egO9s4P2fDPF//Z+P8fjBGAfrHvY3fWzeaWHr1TaevZjg3r0+FmGE5hYVQBoWvRjzfoJv/84m/uI7V6ClGf7xp4c4Pw7w7ju38LV3bmMwfojB5BGG8xTjpYvBwsJFkOIiSHB8luL4lBa7PL9cdGou1qo+6p6NwWyKwXwK3bdg1V3oLqvXTBh38chANDJFIXF1n9mpMf7xp0N8/mC+smExUa2wkddw84aDO7c93Lpto7ORob2RY97vYtHr4sNfj/DDf3yOk+EYm3s21rds+JoJX7cwmsToDclgVqxXMhNrho6aqeGffWsH/8OfXhHm389/cYhPHvQwXmaYLHOst2pYb9cxHaU4PQkwmUfoHmjoXtUwOI/QP4sxOAWGJySU0R7ekH30tdfX8frddZweLvDoPi0aU1imI/EOe9d07F7TUee+6zEyQcdykmM5ixEFBGSnODqNcHQaYjQFlqGJMCERRqlIN2gPvgnsXfFwcK0uGU2TWYDJJMLZRYLziwS9YYH+sMSSgKHsexrqNWb4VeT3fIY4GA0WS6RxIqAkzyzJ9lgBwJdWT8slc4QL5dJB9wSxyGH9o0BgVsa02KXFkkmb/rJAxS7RbRbYXNPwlXc8vPUOczId2A5LQQ2LWNnzzKIEM+ZInhe4uCiQMcOUuXapgV5viV4/QEqbVm7pnBtSPFVSkciBTQnHYc4es2qYIcfsMkvs4mmBGM5iWcqNhecR9y2l1GRNyGaQeX1CRSUbmrZHtAlllv2iQHvfkeW3lAMFG8iL5zmGx5myMCLYzwFJlWpYsplNyVkO5jmCuRreUrHJgZvsd4pQLE0YzzfFAlZNAJsfOkkQqGbsBBeJXyQGir3Yyh1DxXvT6YWNLrfaHMuYiqNMlM8EZHi+lWIPxrNLNR2ew9xJW+ri5SKWop2ELssxkZP1SmU3AXYCERJUxHPegFnSippFvMpxiqKlWFPxorq2D9fx4DkVYR7T0VR3qB7LkWupANc8O6g2tcmiFhcOtSSsg0PjLINVK0F3UZ4l0SJFwpqDBI1IR2PHQHPbgF4h4gXMRzkGz1MBgVtrvizfN2RYUa2T4EaCQI6Xh4msSs2GX7WQzJnx6yBa8Nyao9Tn4oTiNFnDMx7GhQsfbQ61DQ+nL4ayNF/VNcwAJnjod0rksVrhUENAZ1Eyr33A8kvk/EyYipAUogIOhsoCOpoSCDdRpioT1bEtGZIlAoKr7DDeU05Dh1MnOZNKaGXJZXuGnM+1ag3VahXT6VyU4kEaoqADBofeJN81lJuCXdqI+zkWxzHiIIPeBfQ1ZrwSEGHdzOcsQ0awbkIylS5D7/VdSyIowrQQcI12iRyQhjMT0ZT1H7NDSaykJZfKlGqYLVk8h9qdNSTZFNPFIRbLkRAWGHNB6++w0MWKnaAca6iAtSWJgC0blRYHKgWiOJUam7WqbXFwz3pJ5TFxv+EAplYBzAy4eJyj9zhHZdNAZdOEXQcMn30eBzWMmDCRjHQkYx3zfo5xT6lradVot3JUeD26osGQLHTCbLSjIgiZR4wNKTE9zzA5TeHYHjYPuuhs1+DVc1mTxQyTxVQcVKoNxotoXxA4xg+A8YMSN/bW8PXf2xEAuNFkZquFH/7kMX7400dY5jFyIeLx3iWQamFOZ5hFjPWtNnb3NyXKKIiHiBLF4OcwKFmQzEAGfwnbzeD6BBV01Ft0TOD1Wlm+RjqWixLTSSaEKjq1kF3d7tTRXWsJGXUyXmAynqs8XiOX7DGSGFl7BQEV6QXWNmx0N2whLM6m7L2Z7+cLyMBznsOhgBEDiyXCRYogYO3OMxYwdR1UNXAxL206mwtAzk1Q1CmML6ga2NolIc8Wcsj5iwT9wxyTc4LBVCQXYmvJCBWXmbVVulNV0OyQwZ+CP1V0GIdGEhojbjwlbaJZU0quHJ8v2jMSjOKvShlk8vp7yn2qnDIbywAAIABJREFUAPfiXDK6udLCQVoqO1yqVkqdFotzJPEMZmFK5muj4mOtVZU4E/aZdPKazFkjhGhWDXR5X2gm4pDXSBcSFZVWSUDysK1s4pMliixavaJCrPMZBcG4AGKmHNAZYpVbYDpOMZsk0EpbMuZFrVIskWWBOAmJLb0M7JRqT/KWtQKtNVdU4tGixGLMuAqq2GO5fjyvqP4T8izJvUIGNYUMWiU5wadNNUOqaQMPTMcGsoQRPC3YbkN6sCgIUW+HaK2HcKt08uKQBzj5rMTxZwXSRSFkzTQmcSSTGv7grRr236xhOY+xmEcCAIfTKpKgKrnRjm0gjM5l+Z6PdnMDllkV8JpxFnGykFWpVdFotqCVLuYTWvbSgSFAaQfw6+xDmf1aYjJQKqHt/UJWkhLQiIQURgcKOiaLc1JEZwJT3I+WAwfTU1f6MgXCBfAbLvymi8GphdMXJqKZCVdzYROkIgnGdMTpICbRpYiRlgs4foobt2q4fquKRT/Boh9jeLbA8GIhg8wDuha9tikqOscNcfIyx+cfFxheGEKy8kiKFp8fCUdSbBjWDCIwICjH91Og1XHR/f/Zes8nyc4zy+9cb9JnVVZWVVdVewfTMCRBA7rhDjnD3SF3J2LNRGzsTuiT/iF90heFpFhJISlCM9rRiLMUQYIAQRIAARAN04323eXTu+uN4jxvZjdmYol4o4NAd3VV5s173/c55/xOl32oiQins+lMUpc8p1+70cT1FxvQDb7eM4z6AQ7vGyJi87lSr9LwzH2dogkFTL7mJartBSprc7Q6c+miTUIdjz9r4ehuUz33HV8ZcpdJXyVAkIS2xCzT4FuqXmCZaogIo1I+FH95/elGJEJnrVFie7uK7qYH24ph2aQQKIPUaJzh/r0YRwcldvZ2sLO3i5OjQzy8f18E4I21HTRrbaBkwpcVGUxg8L3nM0fR/hhV5rMkS5lE4eddcnUyIKXQQcNTrVmg1qRxMsRgFMh/X2+3UK/VMRxNZIWBJp/pMqVN0VMzBiOUdelsBZf2qmiZGdw0xHwc4Ne3A7x1m8YeG2sdG50tC91tJqcshAsbwZxhCgeLmaN61ZMApUai2QKWt0C9M0FjfYxo3sRiuI5gSgHYRsyOepmDMYEzQaFPlEhCtDiR19LDGKCzk2BjJ0FjPUStTcOJjdHRGcx62/DcqnT/clZGA5OY1BecUSgBREiw3OvKMF79fwozFAPTNBTjEfcOtQpNpHNk8QL37+S4f6dA1d9C1duUIT2pOySnjU77yKIJfvJndfz0zxo4v3sG250dOOzD/e27GH/4MW4HOm6HGj4vqvgMdYw4aytyeE6Mvb2xrJP9Dk721zGdkMpkIqIArPnQmezKlOhWqxlYXzNRrSbQjT50Y6gIbzbrikIUWoBSV8k4ESYSR+gMVZfGF372AJXZyTEdhJj2Q7hmDs/IsT9McPc4xsEsRWVdE0JMzaipVW+j2loT7WMwPsJ41lvWutgqkEBMPAXgowHi2QI/+M4ufvDtPXTrERrWFE6RQItITCwxTw3MEx2/etPGL39lYabbcLjfWTefipD9IwODYwaiLGzvWqg1Q2TlPnIcw7aU8atRa6JVX5eEfBKPkHBPETmyaLxbBAmC0EEYNDCfVTDolbJI1RA6hU4DFFO+EeIgQRIkyBMdRWoIuatRV2eruGAdUS7UP/aZ/7OXN/GT185gDToe/P4Ud/7Qx7tHkSxO4lyT9EQLjW0X5y/7+On327J6/VP0ez2k2Ry6Fsm9b5y7GGUuHt8J8fhuiIf3Sty/R1OSup+oe+JSACZ18ktJvVUq9p+KwE911C+pwOr3fCnltxSAn/lulvbf5WBLLDlLQUXOxBQKVP5X4ZOZJmUCeNnnzAOg6tVVtFA+41fpYn5+pa+XX2eJhVambM7HlRi7Oj+JIiVitKKecqm52bP0suzDlqZjQ9Kcy7TrMuXMgEhM6in1jyWaWriKJcMFqoKJf16d9dXnRJ1X1TxVCUk0GPNMShoWxVNuGShwScRTzOK6zXM2e8RJNWOV1yp5TC+w4gXzKedSgtMsZAzaUYDK+PwoZPYhnesiqCrxlmKXohJwZsognhImBR3N+yDn8DSdFbxfZ4hZQxnTFKRQ+TS58/tfIZWl+1n2Lvw+Kbap8wF/jwq98XtWoi1JXKzvo6lfAnVUY7nnkvf82Vuwui7YTcw9Pve/wYKd9aR6rUR6laaU62t57SnzgJoZ8Osx4FGvVcRMs0KC8zLj6ELu2zIvN+C5nrwf89kCs/lCZslcInAvHQyqN1qZSMVcqzTyp0Hvp5lvoTXyNVJ7SpUcJpl1KQAvv0e5jgvWBjWwee3r6F77uup9p7RHM+KSSiNfR3ojuVlQdjbVfb1MTVI3k9mUhpIzCHb/Sk2ruh45/bZorJD7u+rEpt5jkdyTDGCmPLPfxsGj22hvbOHS868KnezJ7ZvYv/0J3PVteGvbMCvr0Oj+tqpCAhKBWhLA8rdJoFJMF8sQKPf6QlKThPBSuJX3eHWPeHojeDrrVv95dS18OTGsSMHqXvJMAP6ycLz6umpmtJrIr2pcl+/b8mtsVgx0fQN13xG8P023GcNzSajQystks7rOSbujoM6fU9lKpZovjBFmxMo7SEpX9UFbhoi/TPWuBGBFoaJDQr1H8gVpouDcUFsJwBkMfl75s/MzLAlgGtMTWCWR/DoyUlnYLyzGAGVKYaWqbdMEwbP9B9j/9B3MhxSAKyg5pFrbbGJtq4komiGMZjI4Umhn3lf4BjHSvjyrUPgT1ZrfPLPbOfwmRS5b6RMZBSwO+tTiZpEoAkmVlCp+LgNB4gyk85cDRvVeyL/V1IsngiZ/Zam6FKuLrwQF3ZpU+C1IJ87atoXKWolKuxDhRN79XEc2cZFPHHoSFZKkTFBmGXzLwvW9LVl0nzFzTLQPO9Xo0DyiK3I4RFqyyJp9JB7W1lwZvD0ZDnDA6H8/x4jisM7+RF9wwokeI9Fi9brRdBMXtJirTpSqCdiGOPUXER9ChQjD3EjRPcMHmFSoazrShY5krskQlghhdqDSQcQbpiAD+LGyS3FiUgRkRJyOb7q46QpNkSAuQ3lYE9kgA+WlOJcSsRlwOKgQPrzQpB6Yrz/FdhGM+F5R/CX+SGEX/EYKr5HCJd/e9qXHOZikCMYpsjiTXt8f/osa/vKvWti5aGKRZjg8SfCrnwd48+cBdNeC5rJDgINNdWIYnRYYnRTL+DyH48RHMHmnSQcY0xQKk6PL68Sb+sZGBZcvr+PixRaCcIIgHEsSezzQ5D0ZnCZykE+JnilSWIUuqzQMZAbTFeypU8nfSluTZdOhXDVRbzlyQGo1XNz5cIC7Hw3hVV20ujU0zpionsnhbeboPYnQexJj0i8wHagbBoejRMbpgjPQMRmw36+Axt7cpoVK00Sna2Cja+LoVoHj26U8NGXoT9yjzUMyUXK5dEYz/aFOBM8KNsyqAaumw28Zsvj+BCMT4QSIpyHiWaCwoS5jVzQgEHGoHmBMkQqym1Zzcc+xq0ZD9wwHIhayIkFasjNXRzhnap54Er5XJTobHjodDz7RoxUO3plStiRdLM7zZS+2fFb54JPIFQ/OJtKERfEZoixFmEYI2DFFnBxFR4euJRta6WB0XKB/oJDeMXHkCbGUDkyKODUHVSK5PQ+2XRGXexjPEEVTGehx8SDKe4vcQ3hfKjIRGbh4P+CAjq8lBwJMg3lVdqUBl57zce2lGmpN/tyxiESHj3IcPKY5gIkNF76voVop4PsUs6swnBqePBph/9EIkxGHwPwcU6ygSE4HWwbdoghcyuCDwx/XUz17pkWUko0p+4EeqyGtPKw1OuVJE2APUiauvYT3hiVaRXBbGQfWShih0cCTdD8/G5l8PugsjkMldigHn8jCgvXne8UNmyIycFjMAyNFjAyVuiWrIF6daEgKJQsO4Ze4dAN4daeCV3erePHFLVy+sYXaFgXgJ7KYAKYA3KlYuHahiqsXbFy5kOP8XgHXrcB1fDy6FeGLP5IgUMdr330RV189j497t3GzfxufvjPCp7+aYnvjDP7lv/smrr68i9998AV++8EXKAcDlIMhXr7Rxuvf3cHeuSbe/P8O8KufH+Crr53BV75+BqfTEO9/dozRNMHZTgt7G3Vsns+xeb7Ab37Tx9//P6f4/NMAJ4cqKXLtqw6ufZVDYW78aQCyUNMr8IgzKBjzCNAbZDjtp7h0bRdfee0yrj7XwWx2TxbQAsoW3v/9DD/7uyP0DxJ85foaXrzShnvGgbPj4JNP+nj398eYckCwp0vncCbJuxzfeXUDP/7uGdh6jk9vHmE8TPHyiy/jlRdfxlH/Yxz1b2L/ZI7DUx3HYwMhr3fTxL0HAe49DNBq2rhyuYaKbePkXi6fG6cRwmlEqK5XUFtv8F3HyekCk0mE3c0W9raa6LZ9dNoeDh7N8etfHODjDwZPh9pXr1Vx5VoFu2cMbLRLbHZNrG/X0Nmu4c7HIe7cDHD74RS3D8cYBpFgzTnMLOY6yjnNCCWcOjtMdTTqFlp1G9s1F9s1D2eJMbtaw6P9EP/33x7ind8NpQ+Xa73qYb3modGw5Rr0Gga0SgG9UuDO5zPc+WyO6YmGZGyjUbXx3FdsXLvBIQ8T2b58ZifDQARndo02aw0xV8XxAqNhgP4wwKCXymF7Mua1zXsFeyYzzHj/5cGh6gg2kb2JXl1HtUK0ptos8aDDDRqR8iLuhbms6aTEbMJ+W2Vw42dO0pDsnFweBFR/0NIRSBqCdBo942Sp/w/5nEuCQtw/PMgStabuWUwy8iDFJEw8c5AHRKllqHoZzu2luHi+wKtfbeMrX20LleTgMMF8zsMaRecC6zIUc2RgGmUlZqGOaWiI8H1wGuLgJBRnIRcHeNz00zgzOSVVokDB4T2FqtyExgQwqz6Wp3r+fDw8EMvIvnkegIkoYPUFBVMuYlm5OLUtuE/g822ZCGzvOVg7y9QZkce5JBdHBxSG+BothXKPzy3uY/iXUoQmniwT8yFxXcRu8/WR1M5TAZiO5ARJpJIxMjCgSUnOUZqksWh8km9XDmqaGBxp3vFcIlApWqWCM4yiFJOJeu+leiM3BAXs1tnTU4rhgcPPimeJ2YCYMD67+DMzkUC3p0Ie0UHOgWssm3fu9Uwa6woHBjeytN9amqCqZ5OFJI40TWEp/UZVluXQhKQMhY5OY1qJk/0JTvenaLZJx3Dg+RVYDl3MjgwDiJbLjQC5uZBuKjGIMZ0dm9AyA0YthcHuNo8JcAvzQYn+wwyDh3zO01mtY2uXaMUWKk0+D4YI05l0fO8fFiL+VirEGPOZZiNZkJSTwa3wnpTAaRCva0hC2IaPTrWOplNB74h9qcTORYgQw26WaGwpc2CZaEK6mBwUGD9S5KAqu63qFKl1lKSQJLkIPERaBwMgmbNSwUQRm+LGZ+JeBGCK4DK0UIMN3c2gu7mkaYmiJV6We2aptqGDnd3STPAtWInC5HYOjQi+dQ3OOo+zHEo7iAc5FgcxkiCDuabJqiz3eRSFMg5NZjkWxxrSMYT8snnehOaaUguQC0Yvlp65WV8XgosY3Yh8rxkK3exZsBMfdlLBxcsXcPHKBczDPp4c3EKvTwJGhMkgRMpUqsnrW1Vu0ChKwwvR+ZavUsWC7MtpYoAMXyu+jsUsx3zK+w1FZ2UCajU1MZg8+STB/qcxajQvbRvw2sROqyQf95IUm6zIgxl7WAwKDE8UUt+oJTDrqaR2uKQvVaOJ2IZnM83OZFWKaJFieBBj8JjXh47Kmido7mqboogaTnBxf8MUL/es40mI8STA9FaJyS3g6tkNfPvbe7jKDuBGRUwXv3r7Dn751h2EYIyfzkreAvjaMAnHOpgMHVIndtdloBqwSzaaK5NyDviOD9/1YTncv0XQTYW+40Bs1E8k6cyeJaKtadxkkoED+1VnW73hotWiSFSKEWQxZ/KVe1DuhbiHdWSwJqMvs0S9RVGEaeIIE3YPC2GhJvdURQlgjUkse2Ji6DlQpADMsyAVqmqtglq1giiJBZdH5JxkDDQNTtMUU/TWjoMzu64kUR7cCnD0KEEaukgDF601A822IZ9jPr9oUpS9qm/KPZBDTzHQc3DH70WMlRxCONBL0oRSudYp+q5SBdLxZVL4TaFZiZjQOOzg3pxmF5peWH/GpYIufC1pLOdQbY6tLV+WT1O5XgiVYzGh8YfDWN4XCxm8uzSB8pmQM5VmixmCS8t9GGVVzlBFRpO1ooOweqJWd1BruHImmsxCEWuJppYEHe8nMXuWPVQrVRmm0elPLLJKPJI+oohoYr6VnzlXz5MKO6oNRAFFMe65ef5OZQijFkURfm0dnmNICtdzXFmrRIGYruacj/hwam2Ybg3D/hjD/ggbZ0gqMlBpLE1LrLo5qmJ6XEEyL5FRZBiHGPWncvbdvO5j63rl6YAynHgIJzXEC/aWKoNTmvaQZKewTQue02ABEUKp2KD5gfciniVVnx1RfouJgWiuQ3ND6E4Eu5rBqjJFo4vARqPd2mYoKGdwDiKpT5IbNDGjxyk71EgU1GUt+i6mR+ztI2FrjGp7Bq/hwKs7GJyYOHlsIJqZcDQ+O0gj41PTQilOKJoIMoTxQlLsZ86bOHPOhE7qQlhKFdJoGMvn9MqNLVx5aRP9kxP0T0/QP7HQO2kinPlsuZCUj8rT8TlNoYMIFCUAC3g5pdkqw9o6k951uW+fnBxjPBqpBFFW4KVXN3DjK12EAbuPBzh8PMNiWMV8WJXnI4V+ngdh5JLKWvCslgGNjVBWpTGFV5/IvfvwTgu9Rw1Yhg3btIXSI6lTMd2rpOjTAadC2Yl8rVL4arDOPavM3Uod9XaC9a0A6x0N7VYTtUoFp8cnODk+QaPlY2OzKRUun382xaOHEXb3zmF37yx6p0d4/PCeVAqsN7qouDXp+A2DuXTp2pYnqEGeu3mjXZkWSbniHntlvmNvJO+LtZoDzQqgWwEGgwQnp6x307G5WZUuVDWkYt1LhNPjSF1ruQedBqKSe/wQV87XcfVcA2tuDpdhjNkCb94a4Ve3x9jda2Nnr43WuiVJbBoSSQNgsr53TFqDMmtK5Z3FPUoIr7aQ/t9qe4h40UY47ooAHNAIFC7744lTNOfQrbnCeOsUgHmWjgR73eyO0NwYw6sFsP0YaWij93gTk+NNdDobsjgrjWIa0xmeYSUJE0ecVXAor8wz6r6tkJncR1JYqLYS1Jop1tYjtNdiOHaM+/cKPLhfwMy7MPKudMA7Dofqc4SzPgzM8W9/uod/+5M9dFsVVFlLczxA/413cfL7T3DfqOKeWcVd2LgLC2PWjEUkgGTYOz/B7vkJ+kdrGBytYzJxEYSs+LFZqgMDdfU8ihPU6xa6Gx5qNd7v+tD0oYi/rCdLyymSYoKC1XEMqpCUU9RglDX4jomKq8FnPRbnJAXvXTQypvCtQtbhMMa9kwiHkwTemg6fSWPDR9VkTUcLfnNd1JnJ7ATTRV+Ih9xX8SzgmEwaJxgejpHOAvz5D87iz/7kHFrOHE4+hEFMeQLBj88SA9PUxJtvOnjz1y4Cw4S7ZcBZ53xUdWqyv3sxsdFompKg92sBwmgfcXoCjz+Hq6HZaKDVIEafRrUxwmCKmCnyhSPGJQkeZETbriOKWxgPbYxHxA0vq/msVFLYRLUNTwcYnQ6E2MZKP4u0GFa+WTlKuwBIgdp0UO06eP1iBz+43IUbFPjj2we4+d4xHswKWXy+8im1e76OV1/fxkuvNPHimQQvnolxOBrJKosYvikfCoxyH8Oigs8/nuHzm3PsPwJOj0h9kDiTPHcLEkFoaGWN3VJfXWoxSpRdajFPRbqn+b2lCeBpSngVUlDjZnU/W4mgz0J/cg9ZntGUNqqSnwqb/kxck3Mc9/iC7ViJw+ovUyhoNRNTYu2y95YIYzH5qLOmJEqf9tsu44jLMzqvA+kgFiPp6i9Xqt6qck0E1OV/EsGZiUCaWZcBEfV3cZ/JpB4/M/xaKi24Qj9L56f0jK/OpktEMg2J3A9TMygtpAVTdtRT1HyfwS3qE0wI8vvkuJPFjSpHyN9HPYKVMqUEoWTx/Vwa0pe6s7wW/HfcozL9zu9RhF/RelQKeqmwyDyRtSJGwUotzm0pAis9gz+H+pmeJTIVKpdiOkXlTNUR0iSkcWak6rp4VmM6l7VaPHvz61IApvAmhqynyc+lQKj0ckVBpGDNagbOGHKe+ZSxVdK8vD8w8Sy1pcve6qWYzLkATTQuk5nLBPnyy8p7oX5upjJJ3VACseo1Z5WAEk9XF76I+8t071MBeDnK/6+RjeX9pvC7nL2oeijVH63UafX68bpz2Ht/7avoXv2q2gNpNrJCVy0nJX9Odo7zulAmTZnDSyCLH61lNatQJwjnKMSUruxk6oOk833ndclwl1SKUFfiniuDFvWAsIf+0X30ju5jrbuFi8+9jFqtgaMvPsPhnc+gVdrQWCVS7cCqdaC7jaUArNDxvH8Icpq/8nMpgidkb2dxj7zcgy2tbMv49upqW4r+y1vDUwFY3XW+TFFf3kuUACznspWr4KlpRBlHVqKj+CgkyctqH84CVDc2jSK+nqKiJ3BNDS7NGvxyRQqtyKCXXM9Ic5yFpaU612SsDoGOiAFJXuussoCLEq6AUZjopfgrWGcx0aqALKs7TZ3EEBWMo/DL0CJvtSQrcc/LaZecIHUTBd9vsLkxhlHwelSUvFKnudZZ6iE0KKTqXOfqOL1LAfhtlQDWqroIwOvdFtY3m5jNp5jPpzJYZeKXLinpWUtVEoW2KyZOZQ9u8qbJoVSOattFdY0R/BJRUCBiOnhBRDRvGKqTTzplpaeL3zJV6WzZGcGbgUIwyvtl8WvzkEKRyYKjF7JUr5xqK5dovAVsXrCxecFBbY2ou0SSpUweMuEy66lUArGKlkPcZQqjzNHwbNy4sIsbF/dko0rsxiJdYJbNMUsCjOZz6WCs+S1Uvaa4y1ttH2y8uXN8jPunp9LJOxll0HMHpubKpj7MIxlo5RGRq4XQT3R2dvKUUTWR6jr6JwX6JzmqFTrnVM8qXSs5ba2cKGQlgjEHOOxAMwE6pjl0XbpJ5CGjc+CeyxIBeMmPZ/8YBaikDKT7LZeo/fI6l45S9q0UiIktZm/tqsTe0GBLwkZF4VU/M3nnPPRTPM9RXQMqaxyU2tLNkkxLzE7ptk1Rd4ly0fAv/k0L/+a/WYfXKvDhpwN89NEUH76V48O3C9TOuqiedUVwxyxEtkgxngHjWSmJG0uQBqqvhqnu9V0TzU1T+tGYKqGziAmevb0WXnl1Gzde6uL0ZIjT0wHu31ng3u0Ag1N2A/IBAxhuCp0dR0xWE9tFRyyxSLwVcSiaxmhsG2hsm3BbJqyaJX1NTKPVbBefvNPDJ785xcY5HxduNNHYM4FagsKL0XsY4vRBgNmoxGJCJy7QWCMeDYhHQDIqEcaqI5qiLZGDdEo365qsg5s6Dm7yRlzAaeQwK6oknsiCeJ4hXqTit+PNhs8jMRCwp40CJNM4TbXSyML4wMGiz7LFOZDMRGjmSqMCiyFRlbzxKhF9lUBijws35ezj3DnvonvGUkLqIsJ8VmI+FSkX9ZqOZtMQUXxru4JKhV0v7JvkzVAJwII1YXWl/KNwjZpgKVmxYspiqm88Z3F6KJ2UFJqJRmbSlf1IZV7Bg89DfPHHmRzc2QPM7rVax0eVq+6gUnVhWuwUcGUAN54MMJr0Jak5mxHlSPOEwlFLjyLr5aYZIqLN+e4TIc73nmSQAmhuamh2dZy9QnGqDssCeo/H6B/MMJsamE7ZDVMgoTNKLwWNWK/YaG+uyTp4MsXh/kTSlByk0gnuVJngUZgvpnvk4COdSbqkqOlIZoKM1ID+owhHXywQL9ipxgGc8VSIDeIEs0UoaQ8S7NgztELCiBtLUHwctNPwoSEKEkFRMqEQhfIoF5SKbICW6QYOrShQUPxVCCp+bX4OEukn5iKcLCKimrhcJoDZ6bG8Lr9ytoqv7lVx40YXl1/cRG27ijc+3ccbnz3B8c0Fjm/O0XRMnN/xceWchRevlLh2nt3PqrdrdFii95jpI+KaL6F7ZRsf7N/FH/bv4NFHEzx5f45zO2fxk7/6Hi7dOIdfvn0Tv3z7Y2A8hDYa4qWXqvjmdzews1fBz//zEX7+d8f45//qhqxP7vbwv/yff0Svt8Cff/cSvvv1XWSVETJ/hDd+NsB//t+HeHCHwwYK5hauvGrj8quOJBTm0wUqpoEz7QaaROf2F5j05hjPed2auH7jLF57/SIuXW/h8cObePToE2h6DdDquPlRhDd/PkQy1fCj13fwra9tYuEXsv7wh1O889YRpvMFNi8AnTMlLKLeA+AbL7bx/dc6qDrAk4MxotDA9Suv4PqVV3F//w94sP8BHuxPsH9U4nioIeMB3vGwfxhi/ygQQsH152vybPngrTluf7TAmUvAzkVi7KuoNhuIEg2PHxNBGeEbr3Xxja93pTPX1hzcuzXFGz97iI/eP1Xu2bzE17/ZwmvfbKHTYvVrCt/RUO+so77RwbtvPZJ1PIow1zUwVC/tSOx3HWmSAlvf1LF5zsBax8B6y8TmmoUXdht4fq/Bel/EVo53/zDDf/qfevjVLyfSv8r9w3bLxVbLVQmO63V093ycTmL0JjFufjjBJx9NUcw11A0P5/d8fPMHNbz6rQpgpdDsBOUS3eLZHjbaW6j7bTy8O8DDewN88UUft+/0sL8fot8HplPeR2m0YbyTBrICjY6D9paHtS0XlZaGant5SiuB2ZSYrkhSQSE/i5Hc6JTTNlTdrUzlcu/CvTYTo9Q6V/gq5SRdbbxVt/azPptVF7vqmeLgSxBLJQ+x/Frs0oWgkTjgCcc+onFFDnD8C1vNHNeuJ7h2rcSlS21cvrSGO7fZOz0R7KOtx2jWSjx3vYHnrzXgt3Tp05ymJfqzEscK0xtaAAAgAElEQVSTAkeDBEfDFFEaIkwDMYUxdRHONPQPc4xOcsR6iYTfW8aJsSG0Egqr0glkET/FQbaHilORXR7vJ3QgB3mKIE9gESllmyL88plPkU16aXQd63su1s66Cu2bJ4gXBWYnKvWpXK8lNOJBXQ5JeFhXOGzWkHBvaug82DHR/CUBeOncZG9dxveL+yY6pDnhlygbO9tUbzzvqRwEWZqJWs1FlatloNombjYSXCBFnMmQtA9+f6WkvNgjW9+yZf85X7AbqlACsE+kt3KT86DIHmDWLnBkz4NPFC6kX5EmKeZ+mXQzmMjma0sHt00MaIzZmCkVHtJcaKaHRreOZrcOi6hWPYSja/AZ1w2BJ/dH2L8/QmvTRrtro9Ksw/EbIgKnTEgVMeJijLiYSA+MzecjB7YZiRgaEn2BWAtgsNfZ9RCMdAwfK3OSInlkuPTcJp57ZQduPcVo9gTDaQ8nfeC0x357mqQsRBML02N2vNFIZ6LeNGDXQzg1JsE4iCUK2UO33sRapSYdwFyD6Qz96VT6h5tndDTPKAMd723DBxl6X9BcWKDSArwGYNYoWvM6zGVlCw3JjAM/XbqNswXxZArJpARgDleZtKARgUPCSLor2QPFZBb3s4LkyktMelOMezMUsaKGyFDELqATU9jJYbIiYykcx8Mc84MEaZDBbuuw28SY27IoCvFMEY0zTB6XCHslNi8a2LpowKm7sCqeHIKZRKK4NDktMe6p/QmH1qx/WNv2UK87KCamrFe+9hJefe0GpotT3PriQ+zvP8bwOMDgOEDh6yhIIOKwgBSQgPcuVrzwyMXeUX7eVNqYvX3tpolGzcKolwm+mJ9hy7Xkfet22RVb4v6HC1n1bUNWY4MoaRoadIxHASajBey0Aich+pbff7oUgGMxFTDN7bVLMUIIlpY9gx6H0T4Ws1CE0eFBhMETmiwySVkbPgQFX20C9baLRssV8Zd0Ep73hqMFhsMA09slphSAz2/gu985h2vXu6jWfTnP/OotCsBfIDUpRHP/UiyF3/zpGbPVqaKz2RDM+mI+lY4m1fVoYGOzLotD7LxcyH0pWPCeo+P0IMLpPtHNTPKrMzDfL6nfkeoNTUyC7NrjnpOCK382FQohTcFWaWTilh1N6C1+tYRXY/IzxnisKhkqfl0GOTJkiiMx5InQlKouReljpyE4I0aQAp0ynlCA5+BAdoC6hsqaiUrbQHfbxeaOJ6aZLz6b4+hJCsuoyep0HVlM+duWQpGukMikJXBgpnr4KBgy7Rwj4PmkdGFwmCEJeyYC+QyTUjZJoyjRL4FmM32bI05VGpEoc9vkYEINJVTShWJKiXnAKqEIl67VcOlaVWo4WKMQTHPM+g7CCXGYNCoQgUwjVyhzBUP3oGuu1MkwNWcbNXhWS8zURRkgS4kjTjGf8uziwHVc6WA+PZlLfZHcn+nZl0oUDb7niqjOze9osJCqBHU2pQnURrXGezvJWxSZiOPl+YLnUwtJwtRgDtuMYBg8O9ty7syYpeYQxtRQtQ24MmDyYJk+RuMpxuOZ1A8YiQVLd2HXGzA8H6fHI1nbezYuXPNRaUAEXgr9+aKDbNFBwb06q7kGc5wejLAI5qifNVA/t8QClkA49TAf+ginxKSyB5wphRHKUjp2oBUUcJmgsVAUFlqdOtrrdZn18Fpmf3hEatFCg1VhBz3P1yE0h/hDG1nUkt7lanOCanMM02HdVCw1C8sWC2ScJzChsNCQLXQEAxez04oMyb36EJ7gkC04NROzkYNxz0YaWmLQtDj0jjQhU+kG9ww052tCesrB9GUsq8nqI9sWo2sQUhSwsHdpHXsXO7h7+xHu3X6M2ZQpxm2UWQ1ankEnHleSbaq3VhZHbLJdYP8ve0wTrHfq6G61kWURDo/2MRoNYBqFkKRefHkTL768JbjtLz7v4dHdGfS8Lct1aBzgmZRDu1IJwCEF4BLt7QRrWyksbwzdGglOuvewgdFhTc6zXDZJILYvYiuNwPyIi7lQGJKcHXCQnwiCnUZuznDykgQJ4gOJr09x9kqI9Q0djtECMg+ff/wYn918hHMXO3jhlT3pA/r0kwHu359jc/Mstjb3MByc4vjwMYokRb3SgGPYmE3ngtiksVd6ek0XhmYt8cAKVygY+FwZAYuC53kLG9022us1hKw+i8c4Oc1wdKgGnJtbltCEmi1XjGy94wX2H08wGeRIQwdlbMDSEthagmvnm7h2voGWm8Nhd+xijt/cG+Gd+2Ps7HWxu9dFtUbCnPpc86wbLDTsP4zw5FEk9wnXZbcqUGlQeF/Abw5RaQ4Rz1sIxpsIZzWEcwtpzJ+Lgi9JLsT+spKO80tXdffqETQjQm39WBY7e1lmGExcnDzYwOhoA9tbG9je7sjwlvdnihqrBDBNSdLluHzfFDZVUXYYtuFnTren0OwZNrdjnNnL0GhlODgosb9fIB53kIw7QsWjeGgZc+gYoF4J8Fc/fUFWzWal2gzzB4d48g8f4PE7t/G4voHHjQ72DQ37WoYpaSgzsdLgzIUJds5PMeq1MeqvYTq1EQQUPCj0NKEXzWVPeIRm3cbWJqlHfOYQ1TKETQHYyRFlNAr2kZXsTabBRoOjteHoLbg2u2mZTqWgxWcJK104MybZSNGNjkcxHpxEOJrGcJs6XJ5fTA9Vy4NXacGrd2Q4tgh6CKIhorJEzFSlqcO1DOQ0bh5NUSwi/MWfnpflY4JifooiDoVewYDCJLFlvfWWh7ff9sRoXdnW4K4zwBCIeShPSExy0GyyJoSmmADT6aH83TQ7czXrNTTrqj90MZ/LHmc25H3MkPee9/9Sr7ArBFmxhsm4gsnEf2qaImnJc+juCHDy5BCn+0fISNcMSbqh4MCUNY2aGexaie6lBjYv1/HSRgNfWW8gH8Z459eP8f67R5jkBibc38vjuMTzL6/jL/7yMr75jTaq8SFq8SEOwwUOwkBEoqp0jJsYljVZf3h3gg9+P8bJoYb51BZDMKv5DC1bCkfP0utfDvL+U/F3JeMu5aUlnnZFKVgKwPxDTwOKKm37LCGpzsyqi3QpAD3jRD89ZytFcomNluqkVUJ3KQzx+SbpWj7fKe7Q0LcSa58lACkEKWSu0jnUTkiJyRQ+ibZ/2mW7TLbKvuFLiGl15ldiM8Vk6eFlKGgpQPPPE4+/QvrTsKMEZCW4qXgX7wtqPrBSsyj8emYO1yqRaRVZxjK8Jfd/M5fwBud37Jb3aBowCtQ9B81KFVZpCoFufhIjruqIKsRH87tRP6H6H6/5GElC7DLFMCWUrzqUaWzj971Cb5PM4OiuhANDmjqXKWDOSVYIaOkzFqGdxE0lsFFMjeNU9YKLSYEkmyqazYqYrdiDzfskU8AkOvLP8T1beryVeLhaS3F0FXKVsYFo1JzLUxRWYh4X99CcC/DXFSlMVUQtE+LLa2tVHfV0VrPUd/kerpDK0mGcq9S46mxWoqL6vpba5dIMsEpzf8kL8czhIEEdNZ9fpVTZD0zxj68LryW5JkqSVGpYv3RDluFUYNpVpIUuxros52ukzGJUO5gl4ICOhB4hji+vL9GDaF6lIV1f0n149uE/rMPMFGGQ5w8+62gM4YytDE5RBKcYnT6StdbdxMXrN1CrN3B697as1Kogtaswa+twW1swvabgn1X515JESQMnrzt+H0zFUwCmwU9neLRY4qG/5Cx5inV+9pLJlfqlG88/ogmsBOGlgi8x0pW7Qf4c0drK+EDFlQbblXlAIcIZKlgtC6V03C6glylM9iSzS5fUzJUQTMoPz0n8bPCMwLAidKSko4AaApDIPYx0X56ZmMOnQMx94BJDvmTDc87XqNbQqNUkgEsctbxfNAUw00cjBrubWa8pCDmayWkEAKw8EgE4L4kQtxBnOkKawcWgqPZhnNOwhvbkzvt48gkF4ENolu2XHMh5VUtcwFESIk7obFPORjFLMPlAJWD5qaFAK2IS8bl0cJmF4Le4KBhTdKKTnlFyKWcXFAxtlkRGUVxclTAvEaXcfDOWXnAwB/iNApWGLjhmJm87bQudNRM14nUtDTaFDcagdaDWtFFld7GngaJ3nCeYhyEG4wi3Py9w67MCnaaJs1sGttZdbDQ9NCouCmGTWzgZzXE8miPMEmS6cvkQmTubhtAyD3qqhni2b6GwSszyAPM8VF0djP7ztcnY7WmIE4PDLuI7koB4YnaLMbWpQasylKljuG/Lst0Ejiyq8nRRapgPQswG0RKdzatVuUMExyCYAPXwolNBs9nZS3f10kbNDlL2NAkrnxgwhWzgB4yDAh6c0lg5krJYHmMscJWbF8vOGRYXkZ4Ja7LIiZig6M5O4wr7zWy4VUvcuuw3S6eZpNnouP3aV2p47atVXHnZw6WXXZyMIrzxiwH+8P4Mc/ZBji2VkljXkExzBIcpokmOmJs2fiexfLsKwenoMoTd2nOkl9VkdzE3iTIy9VBmNoqUA2Ui2BJxU3JoMA/4ntCNoT4wjM1zIJQEFEFTQQOiULx00wth+hHspg6Lg0qfiGGFoWjWfLiWjXs3p7j38RTb501cetFFtWsjsXUEpYaTOwucfkE0GF3CKoXJBDl1hcVJgfkxMY2lYLjdloXahgOX14GewdIy9O9o6N1RyQT2+jJVwYQG++r4eRGcCWfXmRL6iHCptU3YtQJ2nSxoTVYSGFj0DCQT4ucyWEa67NrlQCWTDmkOi0ydfVYVVejOIbDD/sRMUm7s0WU3VcxBcc6hCs0TdBHRbKGY8RXPhE88tdAVFN4znBN9pZBFvMbUZ1wY7mIuoLOVQnxWlIIlowuSAxPTy+FU+bk14VUNjDk8HBbonaTSv0UxpVq3pOOXQ1rfZ5qCCYJEruEkIPINiNJARAv6Jvi5Y2KIlz0ffOzX4iLClKhB3qD5EOPFwZQakcy7V23sXOU1rdDbFGJPHoQYPInkZstOqFJSKLTsAWXIw7OFzfMVdM9VMB7msqZEAM4y2fxwCMT+X2JcJTkiST7IwK9S8ST9QVQ1NzVEH44fJ5LYabQd1Fu2pH+4YqbnYgq6xDQyWaCQLzRAEBvjECfHoZPFTUIhKWIeoGga41qhbFb3Cm66iM+u8L4nrxdRqLx/se+M/W8kCmhIiYfhQ4YvVaSLWJ7QkZcX+Nq5Kl47W8OLL67j0gvr8Lse3vj0AL/4dB+9z0Oc3gpAMDyxfJf2THzrJROvXlcDDK54YiMaObC8GjaubsI708Bbn9/FW5/fky7F5HGOyxcu4Ed/+T3sXNrF3/z9b/G3f/8ONqsRupUQz19v4rkXN7C+XsW7b5/g3beP8fqfXsPrP7yO9z/s4X/4Hz/BqBfir356BX/2Jzt4HBzh0eIQv39jgbf/PkA0NXD9uRYuUuxvZ7BaKabzGUajKbQsR9Ny4JX8LCWyzpw/hzPnz8L0DPIUECTE5fbROx1g52wbO+fW8NlHc/zsb4+lT/KnP9zB977VxUGU4TBO8emnY9z8cIBFGKCzm2NtM0etNFArdLx8xcNrL1ZQ82wMxyayooK9s7uyPvj4E1m9cYCIB9TAwOFpicMe0Nxw0dpwxVjAzQHTLuxDn08T6aBjamY6LdHvq35HpovaHQPXrvi4etWT1M9i5OL2p3P85s1D3PtihM1N1YN86byNixcstGqWDCe5KZrlOaZ5js8/GuPzPxKJqkGrO7CIjK+wuwioGBVUjKqkXXItQp5kSEY5rETDD7/dwg+/3ca0LLA/T/EeX6+/G+KD96YiMtDR+spLbbzyclsG1BQ+WGvy8c0xbn48xskxkwAxNtd1PH/FxovPN/HyK7u4er2LOO0jyvoYDmP0e0xpUphwMB7bGI0CjMYhBv0A/T77OohuYu+7AW+jCq9TlU4yTUsFLVup0qDBnSYNbfx8quflbJZjPMoQLHFtSsBVQ0E5mMoecrnhl022QgatEE4iMErfi3oGk4wiZi05YCrAg2xIdeWMRMkEuiPkBYdpT27SmfbiwH9hIVvY2OUg+JKN3bMWLlwycWZHx/A0xegkxb07Oe7cYt9UAtOI4Lk5NtYdbKy52DnrYPecg2qzhOFl0B0mXsg+MTCZh5jMA0xnOabTAnP22rG7iOE1nb2/FoIIMlDla0LKxmhAYY6DFrruiWgl3UB1EZF6ADlcpIo+YmpIA+JVMxGAOTznWtutYX2vKnuuyWSB2TAR8TcaqS4gmv9yI5PudQ5oV4dUcUYKDYWHZg7c1YFZpXmVAL86RPG1lj5M9iUte1aI2XV8JWYzdcXEqWMqLKbfZhqR+66Ed1aFhaXYz599wn75VIbUlRZ5Orw/sh04F9SaQ8cWDzWkudC8aDtCkSAClj3qSc5UKTdfOvTSlntsOimQTYn0Uc8ubtjjjAliHbUWcaw+dnfXsbu7pjopuU9IONgsEMxzDPsJhv1U0n9MD9M1ZnoWTHZN1gqYdSK8M1hOBscw4egOGPaeTonDjZDpCVIthe/7qNbYEalj2ksx62WwHTqjgZ2zazIohpHg6GQfvcEA4wUwWahnGw9O8dzAvGciC0m6MGRfa1cT2DUOg3k9cY/poFNto+U3JVXEZ/ZwPkNvNkFuB3BbGbx2LgB5rvF+geFDRRGybKZZC9mzsQZDy1XXMTuCk7mJdK4jHheIJxw00MW7xLTKkJwDYeupAFwaMXzfRbXqSd0K06jRlHUcarF+hS5oio+VtgW7AUT2ApGzgGOxqsJBNMgx20+lZ9dpA06rRKXpyeJ5iOIWvybF9PlpjvUdDWs7NGF48BocBLIePQS7tQRPT3Qtn7cU9SjSblmoVE0kAx3pQMNr334Jr71+A0Eywv0Hn+L46BCTXohpL0LOxLpHqg8DJIUYFRYziAAsRzepiaEAUYgA3GoYqFcM9PdJj2AJsi7Xy1qX9wiVvLzz4RR3P5yi3jFQ39DROVNDd68lNBbiz5i8mhzkGB/kCIYlQppKUcKjEXKthN1MYTUUVYADAMd0UbEr8ExPrlOuiEPf2RIHp7MXeZku0IDWhiPLr2vS1asZBeZE5c8zDD7JMbiZ48q5DXxnKQDXahSATfz8F7fwX964BbMGNLYdqa+YzyMRnFfEL2KOK3VX7hnBlM+sFNWGiVrDRGezgk63Kvsj9gUz+T8dkR5RKuPJQhGdaLSVXnJJAEiZhjxjiFT2fDXACRaFmKEtkhzoIGcC2HVUelTLBJHMepHGmonJJMFkzMITpkLrUtMzmc4xnc6WJKBVM6lKM/NeJmm2Jf2J+G2mJvgeSL+8baC2DllrG4YsGgmP9wtMhuyjr8MxG6jWDFRrHLpS7FXDjIKCs9BnuJZ1ShwCLRFl3NtHgXpGkJLh+WqIRhpCGOXQ5BnARDzT3Bzq5BhPCgRRKfhhCgBEZYp5WQrR1RDN8fj68WygodZQ6TgKjmloyhCeCFHbpMmKBnBiOAPZ0xMxT9EkLwIURQjL8EUE5n3JJmKTZJvUksVnChf31MG8lO73wWiOwXgurwNfDxqvODhnrdHh4wVODwOZWwjKWczSkDMf64ysqvq+Zd8eUGjl8K2QZy/FwUUMWTQ4wMlRqwJtopNdnrXZ8+JgMk0xmSYoYw1mZojhi725Ns9lPO8EppgiJPTmMl3HlA/Rz3Wk8waYzbNpik9yqaSJ0ghlbSqL2GRbdzHtmxge6Zj2mcxZmovNOUxrJrOaOGDFBns+iVKvoblWlUUTDQVQGlxJmkoWpGZBDDmwF8jNOUruW7IN6FoFfnUGvzaD5S9gVxaU4J4mHXimYiVSGZJOpSOZugiHFXke2ZWp/Bniq1nHZGp1GFoTtlaBZ3iwSkcoA8PTWNHnhKBgIC95pmHKqo8iHWBrsyJ74VqVQj9pLBZmU0uErEU8RRBPkUQGssgXHC3DAjIJXw7BaVLgGZgjNmVUIy4xlgqxRrOCVqsur0e/30MYTtFqWfIZ7m5W0N2qyBn24d0ZDh8ncPQmbKMBQ6cZIF7uhXSkOTvbaYoosLGXYWOXtR8zFMVEOoWHBxVMTiqwDFeWSp0uax2eho34fKPJSSWQ0pwzu1C6RG2PneOFnO2ZeG912P8ZwrJyzAYOJj0TBw8DHDxa4NL1Jm68ti73s0eP5jg6imBoazC1NUmmz6cTlGks+3XiDgUfyd4+MTaqjBkfZvyVz1x2GJJqQQR0HM0Qh2P4voXzl85ie6+LyXSEyXSIPitU+so8SRNMtVYKrWZ9gyaKAuEiFwF4cJwjmgKduo/1uofLu1wuPBq5ohlmiwC3xhpujSgu6PLs5zCJiGeaTEmIoYB7uB/i8EkEWucssy57G68+g1+fodqeoNaeYDGuY9pbEwE4jT01B1liYrl/4lJmFXYD8zOvENLtrT7aWwNoGhNwBhbjKkYHXUxP18DTo6nFKIjGFhGKorIPQ+Ncg32M3LtSsKcZZplYKmmst4RsUGpTwU+3NyN0d1M011MEswKLWYHRcRujozVJiuplDN8J0GmNsbsZ459//wZ+/P0bsIsB0tkTjB7s4/6v7+DB+wd40tzCk8YWxk6BiZmAdZn51IJRFGifGaG9PcZ40sJk0sZibiEMIDhsLWsCaVPSv0mcotGwsNn1Ua9xANSHpg2FqkHKX5SOESQDZEWoko4a6zMasNCAYzFAUIoA7Jg5oxlifCBJrWqXqDgl+pMET/opTqYprBpkMclcY9envwa3uiHGtTgZIk5HWGQx5hlFcMDldJ7Pw+EcVpzix98/jx9/7zyMZIRodIQkDMWMFOcWJomHSerjnXe4PKSWhdoZHV4nR5pNkaZT2Y3S5FCtAs0W+xRDjEcDMY91u768BrzGPUfhwpNIQzjnszbB8ZME9AowvKGZPnKtgSSrYjAyMRyacBxPFmfaJPuQp74YTbEYT1EmmYi/aUwjGPuBA2gaKX8prr7YlXWupuGsm2PeX+Cd947xh48HmCY6ZrGGZtsVet9LN5r4Z9/v4KXrLorxIfLRERaOgbljyvuYz0LEPO/qTUy1Ft57Z4R3fzNC75SzO0UDtHWaRylkq+e5UIWfBR+fqjP/NRFYJoOCo1NS8AoBrRC8qif1ma67/D3LYN9TPedLAtnq6zz9ek/VYfW1niZyV926Yqx+ljiW63F5vxfP2rIPVebnSzy01NdRZpH760oAJg2FZgZFE1rmjJfp4uXcbSn0qgSwMgXy9RM8r4jTKlmu+kZXSeAlsU8oVWovJYQ+mVsqwY77Ds/mtc2Htw8YFVic5WqKvFIQslWUmM5jTOcJWjWgVddkj/zStbNo2y4e//Yhnvz2IY7rFo4anGevuoXV38/XjoZD6j989tFEy/vpqmeX36/qOFW1Hzw7GYUl9XKqr5f3BbVvFFl3ie1WSWcGV9TXExx+TGrhqgdYQ61Ow6snwjBNXRR/V2hc9b4olvJKXFXNuopOqrqel0HP1SXFtC6pXvayHmp19cmc+ukoYZm2VV3SopesWM2EddAoILVdKiSxqplSAFuVjFbGgmcC8D/iPH/p73mGrV4m4VfCtSDNlQD89HqmAJyxOom7Y4Wv5t9juj68zXPwt86j3u6isdZFoTkIaRZioE/FxiQEZfH95JyED1jRytTcSRKlJInQpGzQ9KZqTfgMNzIGGvn7+UIzPc0zjiN7YS0aQosH6B3cQ+/wLtY6HVy4/jxq9Tp69+/h9P5d5E4NmVOFVd+A19qE4dZVBYp4+VVNDM9OpNLKe6fgwVL3wn/42RJa2j+JSv9jfPNyCvRl58nq7Vz+uxUanvsihdhWn7tV7/dToV6uY6Uj8uUXAteyA3v1a5lE4CIxlhoCXz2er/iZEIFdQpOKAqVeNokTSwpYIK6rOw2Ds4KjIhFOeAryWeLi6+uaOpo1D5cv7OLKhV2Z/T2zn6zyX+obFUFeiH0mStNRz9Y8hikdwTaSwsK9x6e4ffcQw8lcvZqEp/m2UJ4Ov3gPD//4JmYUgD2s8RYnvSbc5HKYRSVeJV3UH3zai7KsR2GvC4UOCh6WCMFAFusiMNLFmgd8x5eCHkW9ZRc7v2finCj0KteEQj/x4lB/mYF6u8TaVoHOlo7zl3xcuFzBhQsVXLxQwUbTRIsucZZSM5kn5hWW1rHs3JIH+mAe4HjUx4PDHt74dYBf/DrA1Z0Kvvl8Ay9dXsO18100aj4+utvHR/f6+OTxEJ8+HiFiDynxjdAQj1LEowyLgcLLSTiXZghfR6VtwmvQwU2MLZO7alhccFOYenJQjRYBwvkCta6B1q4pQxG9qvjc4wcNjB82AGsMzRqj2XLQ6TQlTXl0f4yj+5On9xBxmPsKlUt3Bw+uxOkI6564aSNSCV1266UqPcxlM1DC8wEvQCaUEsgmjkO4pyj6JelILnyml/h+aR4M3VcDxjCSJGOlq8PvcKDgw7J8LEYBpsRMTVIYIdA0DfyHv+7iP/zHLvSqhlmZ4933Z/g//lMf7/1uga29Crb3KkidRNb4sEDvVoHFoIRe4wKKWYFizl5YDW7bkDTL7lkfZ3YdNNcCWb7ThG+v4+EXGd77dR/v/Xoo7zuX12D6O4ZT5XtCUwIH7OTPVyWpMB0tpHPISH05XPubC1S2AmSWjnwZ62fCnBtHJiWJBTx4GOPgQYy9CyWuvQC4LQezvIJR4OH4s5ks2yWK2YJHQYSdmzlUr/Fj4oszGb5WOzbqWx5sn4PKEMkixPQJZNFF6tSJRdIQJzw0peJC54axjMQMKJidjR0HXaIyWxncVoqkLBFmJeIFBC9IfI8kSGvs8TKlY0qSC+FCHlyOuQbXXJNeOgo0npeg0YjhOsSrcTCuA06M0o4FNWUTaZ7rkiyNiUIk1iNktxYd4IakRo4eE1VDA4RCQC/VDDFC5AWHMbwRpoDBD706RzXW2OFpy1rvemLeePhwKisidpjACNdAc91Ho+VxFAYHHqazKQbjAaajGIuhGtoLpUsSGKYMd4u4QL6gulnAqfN1tcR5x5WFmSCB6IZyfA2VhoHnXqvImswyHBq27AcAACAASURBVJ3E6B2k0ns3eJxLgt1tFrA81cVLbPrshAk4E7vXDOxd58bZlcWDGAVgdrxIzziFJWJ9TPbCsR9EDf4q1Zo4j4fDKQbDKYJeAVI1mD5b71bR6njSrUgkOJ0+xKOkgms2kMTaU4cduxg9Do80uoNiMaFEYyCaCBFEkRmkw0M5+NhbyVVliX3VlxSQdLUVRGPGcp3Q1SfdIUsQFY06WmahTA2E7OKIc3z9fBXfOF/FCy+0ceF6E96Gg198QgH4AP07MQZ3Y2hRDs8scemMgR9908e3X3ZVn3nBwVYdRtaCxd71nQqylol/ePce/uH392BOgWZs4YWrV/G9H38P7TNb+J//t5/LunFVw0vXNFy+uIadna6g+W5/cirrhW9ewAvfvIi33urjv//vPpNh+H/719fwr/5iF797eB+/e3AfN99J8embJZpeDX/5r/fwgx9uYn8ylnUyGKE3GCKaRTDCAgYTGNRQIuBHP/kWfvTT13H/4Ai/fOdD/Pa9W5jNbcznDr7xnQ184ztdfP7xBH/zvz5BOEzw7/7lDv70+118dhTLundvjod3ZrKZbm0maHdSdBwLHcfEtXManr8IcXvF6QY0g6lyplA9vPGrL/DGm18gTFir4CIrLHz4QYCPPgjw7R9uyWIX7R8/OEWvP0V9LRf6QKfekfX5zQne/11PjBvf+pM2Xnu9jo2NVNbpoYMn9zx8djPE+78/xelxgK98dQ1f/do6mn6Mpp+g5rFzlJg7A5/vH+Lzg0M8uZdj/14Bw/XR3KqjuWmj1cnR3tCw0+3I6p3O8ejxAIf3F3j0hwjTxyn++t938B///TqezDN8uB/j/Y/neO+dCe5+voCvFfD1En/+0x38+Kc7qLYsBHGG/YMF/svfqYS3gjcBX/majh//2MQ3v76By2dvYHfrAibTe7Lu3Qtx+3aC218kePcPAT7+NJbDkMz0lNVOyAytti7fd/NKB82rHRhFoFYZQ+fGRDr41JrPgPkcmM2BKekTKR32TOwsC10E38n9D0kKoi/JWv1v1e3FwaQ6yC0NWAkdxiq1ShFQnX9LFOzZNgpBV2p5Ba5dwPdCwXNNBxlmY34BZXD51g9q+OFPWnjuRhU7Z2uoNRz87G/28bP/6wke3dVx9MRFGHBPFopjXFU/AC/dqOKlGzVculJgZy/Bzl6B9loV7bUaTgeBrEMi145JaiAmF5JSc4waHL0qnc29aYKTXooH9xPsP0wR9w3EfZXOY7LFrFhweN9ucBiSwXfZ9sIdZS4Gm2hKxG4Bvw5U6sDaTgvrOy0RIg/3RxiehIhI0JhqqLgVwbHyrhTyPkVMnnRr5LBXSeslrpHbRx6W1WZeEVLUwZ73QeKViLIyBFvLvY2g+iscrEOQx8lM7Z34WrFrjPs1t8Lfx/4hDaag4TmwiTAchoLLtT0buluidDjgyWT/RMJjSX03JjGV77MlzmPNzqW7Vw5cXDwEkGQx1zA7jBCcxHLPMdgxyecae09bBnbOOdg77+G5S9t47uK2DKGKhIJ9guPhHH12Wic24sTG7Y+PZS2iAHBTGPUctV0d9V0Kfg7aTQpwPjzdRxTm2D/u42gwVmYnQu0bVaw3G9JLTOGDRIlK3ZTVYfKp00AYRHj48BCHJ0NEBRDLIFihvoh+Dsc0XSkjIZHsViWDXVHvP5O4fB3XvHW0vLUl/tTBOJyjNxshwgxwA8GL0oBCQX1+UmLEpMuUZlKaCXIlMK7Tu6jB4jAlMlVv64zJ8QRhPxGjB98jqUYRgYwHWVMS6zAYIYvFDVutOkiCHOOTAJOTQG3yMx6UOfAzUV/z0Dlbhb9uoB/10Y/78F0HFZcCcInJoxQJu6hbBbw2r+sKKvUKSGXSDdW33H8cY3KcgIEVLvar1ts12fPRaS8Dl3kqS+43M4o8NPuQggIEpyXCU+Bbf3IDr//gBtJijsdP7qDfO0UwjBGMEmSOhszl18vl6zBJwxpp7vkzJjeZfCDO3gZqVVJodNQ8HSf3C5zcJ3IHMOoaNnZ9XL7WlOTxrQ9HuP3hSExE7L89c24N565uo7leQRQsEIcL3PlwiDsfjTAfstvblL7r5paN+qYBvRZBr0ZyCCamjOI/hRxHc7GgYXPOwTCNrXR+8/ogtj9GMIGstTMW1s7YqLVLVEjJcdiLaCBNDRx9kOL4wxSXdjv49nfP4dq1rupe10z8v//wKf7+Hz5FdcPB1uUmNLvAZDyVXmc56AsRQJV78dwWjtVZdXPXwtauhbUNV/amM+4L9yP0T2IMTjKhC9Eox3sih72VGj/b3JupHmVud7mNNu0UtsN9GYf0QDgHfI+CHysCiGh3JbGXZkShZlJjwDWdxJhOiS924Rh1FJmBXm8ki88WzhvFFGNZQj542mXGO2JJ2k6KMEoVzt5hKt9Eo5Oj0WFqrEC9xScpO1w9pBFNrk24dktS0NwrhKTzTOYI2f8aEPVMkpciLeRxgiKOOb6QLnLbcjEYLGQ1WibWNxw5ZwyHCYZDYp8Vzn5920T3rCGDyaOjBJNJDt8DfB+SChSUMh+gJVHzBrZ3fVlMsAbBHHFgIQ2qQM4EpKuSw7zP03GPBVKNww1FrKIBFRoTeIFK6Ru+fP1q3UCFFQ8UvK2GomkRccfu9dKTZ+WdBz3cfdBDZ4M1PbwBM4EyQ/9khnu3Znh8j/eGZfk43aZpps6qPPu1WdvCuiJSOlLM+9xPFIJZ595/ME4xmKSSRrfqQLsDbHaBakVDmlrIMhvTmY7pnJQ11hUZcIhBrQfwqxlcc0sWzxaZtkCmxU+NmsncQzzzUPdsNKvsLZaSeKRlhnH6COPsEXyrjorFRClw+DDB4JDVCbog8j03gudFYoDhPiNL2OfeQaW2hnq7gnqrImJewEqNgHVPJdKglPN5q2ujMGdIwIOHCxNbsPQGHH8B1w/gVMdwamPEeYBFFCGkWd5QODst0aEnOvLARTbnWZMm6AC6HUoNDdf6+ga6G1toVluomDXYpY+Hd6ay5uEcUcqeeWKVOyLsDx49lHXuuSbOP9/C3l4Nmx0fJmz89s0Av3szkPtSfYudhRmyWSw1Vrnm07Yig1ZeQzRJUAwhUpFiJqkRhh1Dt5VpyPcrS3PIWMTWvXNVWWIB0XKcshrhEYVL7mGqgk3O8ymKYipVFLpJdLWGGYlNaYqt88DWOQ6TF4gjInwLTE4czAYuHKsmS6GdFeJZ+iolGeTCMNwlgr4UmkSczlFqAeptoL4GdLc8dLc9VOspHE/RTB58luPxF8B85GE2dHHtpQpeeb2KWkvHcJxhOMwx6jmyaNCSfEEWIE/H0IoIvl8XQoEEIKQ3XfUVcmDMSg6uOI1kLWY9zMaHqFQNvPDKC7h49SJ6vQF6vT5GY2A80RHy3J7HYsjcOmNg84wyK7uui8kgw4Pbc8z6BS6e2cSlM1s4v6njwhbPp1MEFJODED1tHT19Hf3eEP3+UO4ffD1oau5062g0fZwcsgIoQFkwpdmCZUOuUa82RmN9jvr6HNN+Bf3DugjAyKsoC1fSzEzo2g4r15jKVZh3mjn9xhSV5hQbe2N09yZSdTEf+ZgPm5j3u5j3mxie3Mfg+B5Kmmp9H65fR6u5iXp9fcm+5ZiXw3GVrBN0t9yjKtBRRZqNkeUT1DsB2mcStLo0FuRwjAL7D5qy+LzMowRNP8T1izO8cDnF66++gm+9+goQPMCi/0f0Hj7BF78/wd1PJthv7WC/uYPEz1C6obzPxcSBlpZw1wfw1geYBk3MwhbChSlmHxrvy7iBMmmqCog0l+Rrt+uiXmNaoScIaL5GXFE6wSIeCiJ7heg0iIDOq3DMUu5xjsVEYwGTwlMISWtXnQI1p8RonuNomKM/y6F5BXS/QM13UfdppF+D5XdhWHzujJAVE0ziuSx2pFJgNpg+WITwixw/ev08fvSt8ygWA0yODwTTnpY6osLCJK1jmtXxu9/5sgrHQmNHR3WDxpcBsnwoxlAuz+XsjPPWEKMeTXARzp1v4Oy5hph2NVBJN1FkdSSBj3u3Jrh36//n602cJLnv686Xd2Zl3VVdfc70nJgBCJAEQRCgSFCiRFmSRcqx6w0pvGF7N8L7l3nXG/JasrUW11pSF0FJJEUcBAbEDDCYu6fPuqsyK+/Mjff9Vc+ACseO4kdAA6Cnuyor8/f7vvc+bwaLXe89F4brIoOLVWphOCoxHJeo+100/K7sjXUGo6Q+kAEQIlz5LCE2PMQiIHp9iSqZwtEivPG1S3jj9UtoG0vU8iFGwyl+8ssZ3vt0wR9b1uUrbdx8qYfXXvHx9S85uL5bYHp4jOnRMYzNDsytLhbLBOOnEywWGSKzL+unb0/ws7cnGE94flMCVM2s4BoVUuJ7BVmqgJX/Pazts2pNORCrYIhKONLwsBbuxDit1tom/Ssi8rP2z7Vwc/7f/9OOXJWSVedohXIuJAh1LuCcn094PlRYVSKAOf96njIUQ9Sa1EfjHEWjc3z+M4NNzlo2RQCTeibucda/1uATdRYiafFzfb7SucpnCcNbPIPQELnuJ2aqmKKqOquq14b3U36vRCRznb/OlqGLec5zbJh2DQapEGaOmsFkOI2eptQrjM4ijM5ibG8Z2N428OtvXsP3vvMaLjbquPV//BS3/sNPcbvj4XbXw8pV51MuqYrUWJMSKUoVg2EkKa2N3RRuRbQW4VqRQiV0k9BMxbqTWPb1NO9kRF6vKTTKkE1RHurrkQZG8xopg+cCMDi/dlDzbRGAGWxgJdb5L0lrK431GWJciJnPBGD1bz7DWIsIb0hdJRdTxVycu3AWKpVR5yKuBB1zVfPA11uqSVVvLrHQ3Evz+1XXjwpFCq7387Wza5eCuraVmYGzByVOP/+MKBSzep1VD/R5t7Uiop0HBzinFgF4XYPK60muKRIw+WBv9rF94Sq2L16FZvmISDNg4Gpd6+mYFriY7i8z1m0qoVo0t7XayXBazrmTDK74vCGiv4BBUZJp1owzbFbC+PK+GekcZrbA8aM7OHn8CTp9zoFvotloYvjoIYaPH6H0mrJsCsDtLegUhDMivVXVHqsORFSnQEUR9JweSj2QhyehrtOw/XyWpt7Xzw3XfvUf/cr/9/zewj0JzRW8FygB+Dli/bkZRMRbSbiqG5nMzaV6TSXOudTZR10/XMQ8Gyb3nbbqTl6TWAQDLgnxde/1OmXMeyd/T1L9a0GY5zAh0krYKpfnVatmYm+zjW++8Qq++eYXxRzlsUJyjWBXX5uBSBt5zuAWK1Z443Ll57OLFCZrLwsHSWHj7Z/ewg/+9uc4OBqpEKm8l7asg0/+Efc/+BEWo0NqBjUJrAsiTKNIqeRgQTGvqc/n/GGl3tNNTvGZFgmFT5CLmUISV1JKPxd/Wl5rPLiuqYnCn+ZhmOm+ZpsbU1uSGOyaMWzijEu0fWBA90pDF8GI7mh18FZ4Jm7UmU6NlnTCFVgtLURLWxjb4giliK0HckBcEnu0cNGsW+h1LHHd8sDJm9STwxCPjwKcTkKcTEIRPwyKeLq25tgz6aoJdkhC0HopF2/dduHxTQDRQ+yYYR+U+vmrlDYcE5WRozRy6WhobHvQnQpptBK0bzTxEI1d1FsZ/BZTFgrXSvzi5CTG9IRYGfLrlSBq11U/mfR78YOyxieyU4mJUUFQrAcbEtem9UCC1Zy8EOmoRDAiwygqnQ/VBTNJTBcdrrEaWurk2/MQSXctH/12AbfF74Ffh4KQKQleonWbtoGdnoNrF1389u96+O3f83DvSYp3Pljh/V+s8OH7IU6OC1y82cLFm22MR0tZi2GBYAgRL00mJtnjJMjvCpt7Di6+4GGw46LuM4bPsvUFlosFyswFMh/jkxJPHoQ4eLCSDyKRB5bHAzkHD2Q/8zrm582RlVDEXCUyaPKcGhzPhNdPUeulWCxyLOeF9E9u7xI1bMpDnqLX8DjB2XGC/QsmXnjBgeVbmMQGhgumd1cY3ltJByZxy8Ti8ZNAZG40LBGdFXCagN2q0BjYaG07IgCvZgkiuvwTHUbKrkH2ZrswHKbHmT6nE1hFgQwmcIn24UGlpsH2K1RmjsrKkZaFJDOZ5C5DA1VC56suh1W+z0yh8x0s9Uxuaq5NUcHHapFhNc9hVtx4F7Lx5vBEtmBGhsrkwJsJtJo4XNMoQxalKm3Ahx6xMoUhn7vpSCUPBb0iXeWqR4uDtUpn5TgRO6qvzHQqOXARdcyUX82nM1+5q1ZRKs4xcc6sUZ06cY28kSYG9JiHxAirOJDPZRaz54FuyvUgT3YY7AQsUSaFbKL9loN6i91amSziWpkYd12gf6FE/0KlROgdG5NJhZOjElN2ep/lCKYFPPYs17kh4wE3E9MKDR40XuxcNbBzxcRiDsxnwJLpnXUCmEN+w1GJA7mm5Xay3vwJUsOQIWecxChXOsoVcZwmbNeGJV2RmXQ58cHA1BR/LhGL6COOK0kES69DyWFDrq51vs+JLosuJApOHDQwQcbNliACHWIpabrRYNn8fbq3+aBXAjCNB3zoV0alyDdUBZjuS3XERPqnFd684uPrV+t45eUurr7URm3Twd98fIy/uX2M4d0Yw88SwdDZWoWr2wZ+7xsefuNVV94PDhEcowfP2IDp+9A2DYR+ie+//RB//uNH6Ok+rtS7uHn9Mr7wxstwWk388X98W9abr1t446s29vd66LUH8OymOuifTaBx6Nuo4+5nId75yUj6t7/7nQt48yt9/PDdx/jhO4+QLkzpKdxo+3j5lS6uXK3j8ckEj0/GmDPJtArhuyYuDhrY7NTh6XSXuyhQR6HV8fhohM8eP8Xh2Rl8puXbNvYvd3DxcgeffhTib/7rGbS0wr/5o138s+9s4MfvL/D2+wucnoaYjHmPyrC5k2Nrp8SlQQP7G3VstTIMmhE8pwEY+8jKDibBHNNggbv3h7j7YCjvg897g2Xi6DDG8VGMKy/0cOWFLk5PUtz6xQzTOdPFJbqbFaqVjyqsSQ9LHKVotgy8+HIdN276GAxsbG44+OgXK/zs70Lc/TSQ74+b3a9+tY+vvt4DbYTaKkXNZed9Axl0vPfJU7z36YEMYzyPeD92NPJexs8g3WsVtJxTEUfMGezcLaMKfuWi57r49m/4+I1fr+MXdxf4y5+PcfvTACdHCdKwwvX9Nq5fbGPnivo8hXGGk2GCx49WuPOLhayXv9TGy19u4wsv1vGFGx4GfRtJTNwQEWgjPD0c4eQkw9lZibNhjqfHKY7PmETWUOhEpBOtzvQMsbRM89mwOjVZabhEGhD3SodUgYo42bVZahXnkmTiNoaYQaZ2HRGAWWGhqsoKPVcIHaaG195N4noUWkp1qJC+QFymDNGVxgx93dsjyFFJUWgorVK6nSzdlKVJuWQm+6gsUgSV6zdauH6jjUvXLexf4z0DmHKIcJrh7qcL3L27wHSiY7EwZX9DQx8VY4PPEr3C7o6DvW0HvU6FZj2Xv25tutgauLBdDrfoACOFIkNc5FhmXCU4ZM4CT+4rPKyymzZYVQjCCsswxyLIMZ2VMtBbBaQVWJKS8JwSNaaM2aFs6Oq6DDJxpLY2gfYmceUNNHsNzKYpDp8sMTtNkHPWHkGG2Q4fGoRR8PVhSno9BD3vtSG2TNdseTZxIMnNtDosrnFgIsyvE9fcN67JJiqtzIMoO+GZdlujE8Qxql4v1ppwf8I9kkWx12YPWoIoSWDbOhxHOVZjfg5KbtY1eMTt8rVPeZ9mOsaWhBHHKBTCwf0J0d4OU2NMoukwCXIpNLS1GtqaB89iFxE73Sg0VZKy58/AfWuw0kQkZHd1mDJVQvT6ABtbAwxP5xiezTGezzFbLbHMltDaBfR2Do+YbrqhidIsHGR5hXkcY5HEyIQ8UqDT9LDR8mEbpgz3eHATc4PBYXwTWxtE/6V4+OgMp8M5dM+A7vJagwhgybJCNFfEDamMKXQ0N0w0B+yjIe44k8S4EflyP6aZgkk+Ip31lonUiBDmM0TFDE0Z9DmSBl8cMf3Ozw0PZxWsdgqrw1QNCSU69NwF0hrK2Ea6UAlgGt/E/HZeMspnsG1CdwxYbiWmVfYwawX390y/5SJ6EWurwxEjQZnlaPQdbF9rorHNnrwhZtkIBrHdpYl4qCM4YPNGCaOey2r2arI8X5fPFMXY43sRxk8TtAasnNDgd1zU2p6crdgxnaSp1C3wdYsSDatU7W3cBpPMlaTDs0WJay/t4vpLO/K9xykFWCIGYwSTGKsqkyX4Xw5XVuzArLBaVmIg5VoHyFDzNLTqGhquhslxgckRE/YkyhjobrnYv9ZAs23j4F6Ap/cC6Ufl6mzUsLHXQrPjwaaAZOr45N0xPn1vjHBC4x0FYENMr/5Ah9lIYTS5P+SA25SzURnpsqQjssgkQWYYqvspL2PVOcsZagIMdn0Mdutw6jyHREITSGmGywwMPy4w+mWByztdvPHGLq5f30Cj0ZCv98O/uoMf/vVtOB0D/X1PxHTVWZioY+y5X5HEdcOC73jwbAu2q1JzQj0zK+l259kgCArMZ5mQXij61htMm/JeQmM9hwWm7K3SKkdSqZQY6Tq89ujFoMmEyX0uSaQyJUQMbKH6UQe7JB0RSZxiuSCpyIFZ1lEmBkbjBcbjxdrw8ryfTg1Dz13rirwVJzR88jUkktiQ96K9UaI9KNHuMA1EMcdGPPeQhT5M1GFWdelr49AtXBJrGSCKWavAYYU608jig1BiBhwk0V2lY7kkQSBBvaWj3WcSk1QBvl4l6q0a/HYNvS0D/R0ahDSMRpUYq1ymWIjP5v6YAw6LtINUsKGNholmw8T4iEJlgmTJ4aIDjfg03i9dLhKX2EWdwLAjqTjh8Irfk5xBeE6nMKjZco+lAEwiAc8uNLqqpBWfzhaMipUoGo7HEU5GK0lLDQYeyNaP4hmCRYT5UMN8rEmqK400oSoF81DuaU6TSHdD/RwmzUQpFiepDOu6Gy5sz8RwFGE0jOE0DLgNE62ehW6fwxgDwRxSIRQFTMCprAA/axSb3Bo7o2mlaUoa1m3wLJ6jMhPEBQXVFKuZK6vh1tBteHAsF5Vmixkrd0co3BFc04VruVgODYyPgMVIg+swhc39zEoWTdJMOccrkqw24Nd7qJHA1LCR5nzmrYT6VPG9yGzBP7P/lxVLukOBzEASedLDTJQp+0ibG0u0NgJk1QphEiPmoVSMAQZ0Ph9JNQptpEtPMAU2zVYeaRS5mL5a7Qa63Y4YwVy4MAuVXJ0NLQSrJYJoLjUneVaX2YBFdGGe48J1AxdeYJKDyfVEKoU++UjDnY80qfro7LgSPUmXEbKYQ1gPVeWJSY5G1Txnpx6H3aoDWJJLbgbby6UPmSZe7pujaAndSHFh38fefg2zSYjZNMRsrGExY42GC8f04MpZmilpirOqt42PpRURmFWOvasl9q4RsR1jtYyxWgDzM4qITAa6kg7koJL3S8Gsn0+6hcbHNJXCLUNXiFjWgnU2DHQ2TNSbpGmRDJEjpMFoUmF8rGN6SuIVgwqct2i49oqGZo94bs4hDExOXUzPHNmnE0FrVDTHM73P8yMR9g6WywBBEKiUmhxVNUkqc7FWTRnQmZI8lrP0jZeu4cKlCzg9meD0ZIoVaQFSn0IjpBo01uukkuXo9nx0NxqCQOZ1uRglcPJK1msv9fDVl/qwjRCrcILJMsT9eUfWihSUMF6n2BJ5Vm5sOWh3baGlEL28WvLvSYIrUe9EaHRW0j3d6CwxH9UwPmwhnPvIU08SuNxz8DPJNDGvBVbLEQ3NC6a1sUB7Y4HWxkRWHFmYnTWxmvZQRNvIVx0s58cI5keSfKcDy7RINWvBc1kjpEQxJaxQfFCpN157qHxoZQ1FEciqdVI0BwXaGxna9RiteozjgwaODhqYnpDYEmCjmeM3v+niW2/6uH7hMq7vXUKxuI/w7EPBCn/84QJ37kZ45GzIMhsVao0MDtNysSuVdaV7hsI7Q1S2sSo7kvxlpUQamshXDWRRUwQermZTx4B7vFYC0xrDsmbKGMvnZxoiSoI1Npc/D/ucXei5h4bPejENHkV1UtYqVjEUsuqsE7QLzMMSZ9MK46BEYWaymnUHDd+F4/VgOlvQpUpgKsn5oFhhmUd8Mstcy9Eq1FGh55h469VtfOvVbaSzMcZHh1itVkgpdlU2pmkb06SNd9+pySodE60dHY0BwwtjQB/BddjbTlEgg67FyJIYs1GCOMzxws2+LHbJpMkKWWIij3tIghYe3gvw6F4Ap16h2ddlJBkVFaJUw2LpYBE4sI2mJNKFeUPhX8QQTVUHCtJFER3CJIKBGNu1DDv1Ajcv1nDjogejGiNPT3AyWeLdzxJ8+DDFPC4xjwt88ZUO3nhjA69cs/HCRo6Bn2A+m2I+m8HtNuD2mpiFGY7OlpgtWXfWRYYO3nl7ip//eIrJPEcuZjnVXumQxcd5t6QlOeI/F2aU4fbz6V8lyJ6nLVWCUQnAItcq4/NaBKbIoXYbz7wCyhy9lo8l3Xne5Sli7+eTxCoWqlJuiqT1vJOX4rUS3M5JLUqEW38/Mp/jF+d9lbO0al3XwUtyXamyxhcXgo4l/UVRBjhDeyYA87tbf4/nac11Wa3MNbnOEdQqfvpsZ6UaWJ/hoUkJU2lTJVar15CL1ZfmerEuiNANpgSJ5SYJiS5PkjuFDlLmeO3lTbz2hS28PGjjZr0BP8zx8Y8/w8dvf4ZPez4+6fkImSYWcX7dq0zrmySAibpXwpWcp9eLSVhlQFor/7xOhcZJMlgkxByeqc9DpDIbXu9TRc8QQZmEUYrESpAXGpbG8xJnGqZKAK9IolGdzGrPrq6j8+T4M8Q39/JrAe58b3/+yvJaUz2uPOdTuFViIGe4nMM+v/ZUMlQJwIqaKlcbz5drIVCSyGIwf37dPuNRry8CdV2r5/Oz7+VcAH6W7T2fS5yLw0o0PBeF1w93SRwziawkYYEYq+vUgmaXAwAAIABJREFUtFC5dVQeaUzXsLl/DWatjVzzQG4Wt1j0J/JcQ9qXXBcUkknJ4fxXumS5r+F8rJQUML9j1tdIyl+YuAplLcYKCoe2K1RZKw9g5wFOH3+Cs8d31PlisCF03GA8lmW3B7A7A1iNPmy/B92qy/UgfcY0Z9AkJ0S4ddqZ1zYDQrzXcWYg4q8wwdevo/obEcx/RXFX18V/79e5qeT8Oj2/76i/nveQn99rzhPfKiWhkurnc/v1Z0IIp/w+VeJ73SiuNIdnv6cOlup6Xd9vJNi67vcWxDcv4DUiXNJrpvrvi1LID0z3b/Z8fO3VG/jaV27AJi2WQbJn/w3n9zZ0g/QRppEZFjRhkCBhWWyYhatXGC8STOYp3rl1D//w7m0cndGgSTShJechak6Hn76LR7d+jOX4kP+IoxU16OEBal1Dq2jPfLPOF8VcQayIvUHeJH5W6DrnsIgOWS0nLoLccSZPeAGfQ4VVhpj9gIMtE1t7Nezut7B1oYH2hot234Htx7BrCbomsKUZqMtFWgir/HAU4GjMXsYKQWxiMitxfJzg9DjF6MSUxcQiPyqNZonuRo7NnQovXdnDi5d3sSpKjFepfJ2HB1M8PV4imORYTjn0pfNViR9CZDJZo8XeO+XW4OSEBypG083SQD314TL5xw07+5mY6GC3C9O3gjLW4Kw7wQQ3udkUxNL86QyrsxVK9tFmunSecHPKzd9yyV6lAiv2djEBQDGcmF5fR61J9Z4HUCIZ+QDmjIcbUYpe6uZsEUflEDWhmO8cJnGVqfqzxJq+nlyrvkEOl+hwUc2tSVBJhaxeMyTlrHuAQdedw+409Xan8wrJrEIVmcDKwuU9H69+uYk3v9bAK69lsv7bXyzw7//9HB/disU1SLTula/0cfUrfTz8cIRHH4wQzHLh1nPIYBUFrLKAM4Csm1+s4/Wvd7C7RyGDh+0Kt29NcOfWBIsJ8VrE9QFJQgcih6O2xNq5c+X7Q8cHRVS+PnwiswB+/YKJw6jZ81FrWXBbJdxWhdP7EU7vx9jereNlpuA2bZxOljibLFUn1zTBxe0aXthnYsPA6TLFEV3ujxNMHxHxraHeVs6VKFLo8zJgormC19LhNnW0Ni20d21BEi9HOZajDH2i5ihKtF00OjUZFNAlL0kq1a4p7w3xzzwUEInB4c4qLhAyzVqpxX4JnZ1TfAhLl4yO8SjFeEi3NR2uylxxnhqdnWaYUSAJK+gJN5jrmxxNABrxJjRhOHJT4YO5iFIUSb6+F1CMZLceXeuFpIH4wFT3DSLR1CLOWrM1SUQEgSYpCK/JjqdKsGmC5GB3U1iJqFlncrnODYAa8HBTKYdDYuS5AZ3x/RQ4sbynxDnR0SKDOoMHdgqZClvHz6Cp6Wh3iOryMeWhfBwIQq7Kamh1TVx5NcWFl3gDVSir0YmB06fs/K2wSjNxN9ZcW1YaxljNV/I8cutE1DoYXDCwecEUPO3pSSQu5RUHz9IBXEk/ixJZ10hsdsNx0Cw9buV6oMoeAY7j2WlMUZjpnUoOSyJk0PHNPhtbh1+nIGAiS03kiYE4iCWxSgGXGH7+OexsoHC0WuayxKXocFCmOg34mkdxIsO9Ws0R9CUdj3Tn0uEvryFRFEJ2UJ3hZaQJWiqhIz7T8WtXfXz9Wl0OFddeaqO+5eBvb5/ib++c4fTTCCd3Y8FhMv1wZcvA977h4bdeowBMM0OFuruJhr8Lo15D1skwtWL8lx88wX/+wRNc7g7w1csXce3qHraubyPVdPzn//QzWb/xbQ/f/k0P2xsbcPUNScdU2hLQFrj9JMTHjwPMl3QU6ug1PHzlxR72t+r4k784wJ/8xRNcZnfxl3vY3qQJgklADQ8eDvHg4UiG7/x87V9o483X9/DySztoNtpoNdr4/p/fx//z/Xs4OJ5LPQDRe1dftnH1ZQuWVYdl+fjsowQ//5s56paBf/e/7uL3frePP/3+EH/6/TPpcC6RwG/kuHixxP6+jpeubuDFaxtwqgBaMoGpN2F7LyDkAfSDu3jng7sI0xyrLIPDhFrTEQGzLBPp+HLsOhyngYNHOX75YYhFmGLvhQobe7yXQdbuno2rL3jY3rGxtemIwLfZ72Jzo4O/+sEx/uQ/PsLDBwvp3+Yg8vWv9fH6633MDzLMD1IZOtW7dTkg/927T/B37z3GF7/axSuvddHfoqDKZHqJ08MCx08LoSSwX4vYUTpBB90a3vjyJr76pT6uXDNk/eWPjvHH/+UJHjwKZJi9uVHDb3zjCr79jcsYrYYYRUzgzPHZZys8uBcJMpXrX/3bS/hX/8tlXN3vo241sZjGeP/Wp/jgo/u4cyfDJ3dSSeoqDZfbS2IBiaji0NlAZ9vBxgUXLXYcdlzYdbVJJmZ1PpxiPpwhXaYoaIDis1Tj4cBGXHDIyiQh5P4pnyOLrkr2terQMw0RseCggEYci0rZijAi4ogtfWlJVGI+jqR7UNFPVCKZpix+ZiVhYpso3QKVW8JlD5RdIgsrrMaliKG8n7Gv8/f/5T7++b/cl0Fkksc4eBTg7R9O8PO/nyHXNWSG6gkhipSCJA80dFzSmU58LrsHiZnRKdpngGcAF3cNXNwxceWKg6tXHGxta+htsBs5x5NJjINxhsmRhfGRBd8AWl4lHZde04JFhGwRYJiHePy4xMP7wPFDDZPHTGJq0iHtORoKy0ZpOXKwoxGLeL6NfWDjEo1NnqzJMMfhg0h6RMUBTyyQUAxofDKlE5D3e35W6djkfpNIfD4LDCKNC6KrFMlA0Q/OK0bk+LDu0FmjUynoE8fDjR69NZbCU8nhrSyRznNkc+761e/TFGi3LVhNqjgZNDMTEYOCL8WqGfdFMfvhDUl9USyhCFzkTAKwi9CQ5wrT7QYFJqdAvQW0exo6PRN9Yto6Hi7U+tjzeujYHto04pVAHERYLla4+2CMzx6OcDjKcDItsUpZM1AKHvrVr72AV792Y218THF4OsKjp2c4OB1ipa8QGhE0dtqmmiSvkCgkb+noQkAhwjotEnR9GxstFzUKVOsOrSTOpMO032tge9BBFOV4+HCC4SRAvefA79tYzAtZNJYly0xQ30hUt/Jgv47Bvi+CphIsSoSHOlanfE84TEsxuNbHzkvbKJwMp7MTjBdD9Ns++p06kgkQnFQoIyKtiNPWoTcD6C123VHE4disDkdjN10NRWRIB/HpyZGsJIxRpusxkmNCdxUlhVU3/NwzQUuTBveJRInbRh2WUUcSrxBHSzT6FvZe6qBzwUZYDhGUI2RLDVmgIT41sTqigKGhchKUTorOloeukE1M+A0daZjjye1QqiU62yQQ6PBaFuwGO3R4H6XTPZOOQ5r4sspEWrGnmAcyGhnpUFBUE6mJ6NqCIaU4wuHGYhJjPokwWwWYr0K5hh1SbRINcxotZ+W6B5aOY3VecyygSQqKCyzlDMSBkYFcM9DsOdi5VJM6ClYLTM8SpKscWURhQUOta6LestHvttHrtnD750Pc/seh4Kv1QgnAtT4R0IDZIgKaNRi8pzqISVUgqnyUq/ogoSfQAKOG6awQ4M97LpZu7XawvduFbqWIi5nc8yj+ck3vVpjdrXBxs4VXv7yJK5d7IgDzPfzrtz/FX/3oExj1UhJ/jn8+RFhj4ngL5v2xLNFu+bi010e37Uvlz2K5wpyi3yKSQQo30ezcDGlSjDL0eh56vZqgKidDVUlSb3qSXAjzCGEWS72K51GUrFRlCZ8t604vmqd5lqNeSQMv08RbexY292xJ4DB1XEQ29FRdy+w85h7Wc0mRUREIDlR4ShDzt0mjoge/XhNjShCGgtMXt7ipUuSdAdDt6uh22DnuIJnVkC9qqBIPSF3MxjFmvI7mIRbLQIQ6qXNyLFg0Z9dM6FkFLSzE4Ec0H+8JTEvw7z2KTB317GFFQJLq2NzpYnOnh87AQGdA3JmOxdREFBI9TYSyjoxJVi2F7gaw/IUQKzgzoPnp6e0Kh3dKqQLg50Lu4XUNRl1Ho19Do+fBbxbw6hksGtEpLpREJzuwTCLrFJrWcUkwoBgOrEjlClfwHEgam89Vmi85gFqmOoKUYkYDA7rPKwrAI5kLmBVTww0E8wLLRYGz0wVOjqdI8hR2jeYgEsJo3s0wP8kwPUxlv72x34LXtHF2HMiq1VUFS71TQ71bE6FsfJxjcsLzWII8iGHYOUxfpYtty4Jl0tzEHkED3W0d/QvEIycIkwDLiMKYg8XQQdNtoNtgwpnitS34bW8jgrcRr5HVpDNYWI5tJAt1tvH5EOM+FEucnczw5OEUwaJEvbGBep0JO02MfklGATiS+YpXtWFXPlJtIclft64Jqpq1BdNJijAkncOUNbiwklXokSSA4yyDznuwY0LjmZJn+MBEsvBQFSZqPB/6JaIiQcSkqU98MUVUC0auw8gsaKTlZJtYhpwFTcUwwYopZB52N7ewN9jC9qUAO5dCTGenePrkFI8fznDytI6Twzo2dlro7zQZaUW0XCKNC1R5DWXBQ8/5FoD7bZ6nKU6qLl2vXsDzuY9yYNl8jfk5jERk3r3oYveih4f3Rnhwb4woJJWsBa2icO8oeghR5QhlIEgKHGuREgq6Ro79F0pcvFGKCYn34mBmYDFkr7oyq/Ma5lyDeHb53Mt0eW3w5n63jGQRPV+ra2i2DWxskWLgQuOz34gxPi3x9IGG6ZmJInKRJ+w0JSHLRm83wtblFUNF8Jv8M2siAE9OHITca8wyOLqNfruJZp2YfQ5wWTMzksVecCUgnA8M1cyCe0/ieaPkFK5f4fLVC9je2cTx4QxHT2diOpOKJXH48T2pocxDlEWI7d0GLlzuilmGnePzcYDh/UMM7x/hO9+4ht/+5jXUaylW8QhnsyU+eNzEB49azxD/NLDx/mS7BfpbmpCKSIEhOWF8VuL0SCFYuzTIbOSotRey5kMlADMdHa9sFLkyq3Nx3ympovW+jvOzjb05NnYXsOtDOHXOthyMDruIZgPY2g5M9AVPnKYzJerwJgmanohapwjNYTGNKSoJKIlASS7xDa4BpSdI+6qI4DRKeG0SRHJsbSyxPVji5LiG02MPJ49CnN6fYLur41//4R7+h9/fRcvuoO10kIzvIjz5AMdHZ/jwswy3Hpa4VzZwr2ii0dKw0QPajgW/8sBb6bI4xqI4QWq3kFpt5ImNfKXLZzVe1hEHvpAes1RHg9jujRKtdgyvNoHjztWHSCufmSVpHKWCKKlmUhRyFcbZ6Fvwa7wPK3FGKhDmKWpmBt/MEKyA8VzDJCiRVLGsRsNGs+HAcnrQ7W3ofA0xA6qZOo8xxVJy9pzDN3Vs1l3stT28fqMrKxyPMDw4wnIVIjM1rGBjHHVl/eJ9Hx+8X0PlGGhtAc3NFKY7guWM4HHv4/I9SZCzeiyIsZioapiXv7Qt3d9ZGmExnyEOSaTZRjTv48njCAePYrjNFK1BClgxgjSS/XuatpFmbZQ5jQYeUNpC39FpdqpMGKwoJNkxL5GWGaIqQatW4iu7Fr64ZWDLDrBtBwjSY0yTQzydhbj1xMDHRzrGSSbr177ew+/81gA3dzV08gXcbIkgjbHMEpkBsTZjHBd4NE0wDvnSsZqlhfd/PMX7P55hEmS8tYoAbBcVrLUqKyKb1Bsp2fafCivnQt1zzWYtvvwKAnotMlU0bFHMVIqvJDMlKfcc93sumcpfRRBdB4//aQpTAijrfZ7isT7H/a7xtzTU08Qi5MB1ZSINNKzUylMuNUtcX8bPatzkjEgNzjYUhZMb6fWv8/q7ZzV4/P4olvIhQrHLIKpfJUgpronIJIYZRUJ91iPL2b5Ue0h+9leS06ylIZ2Ioa7MXiF3VqoTlP9uXEIPS5hFhVpPre/9+sv4g2+9gq1lBvOXx1jdH+PThxN8+nCKz3oNfNZvYMn5qaS516nsikbqFCk7p9epZNGB1g9HNZ1+Ttni9WrwfpjwHBzKHlIh7Z+bB7m3VyIyCTYKK83XhQlT/rmqxklpHNSXuKeMIkVDEPQ0Z9Pyej5P3T4ThTnvEDPCuvpJaLXqnCMn/7URXLDO9LfrSrzn7wtpgZLP2tDEcxhNos+xzufiM/1iSgA+91+tD8jnYIPPpeA/jzI/T/8+v0jlapQX9jyx/rkL+Jmi+VzZXLeN/eo1bNqoDBsb+9fR378OpzWAzq5dw5U5WJJWQpW0dVMJvyV33zwr0JxFoybnZNSzWKOhtBImh4ljdnQN7vo14/dZMSnN85umwS0jeEWE4ZM7GD6+IwYfVgtRrShoYk4zNLcuyLLqPehOC5rB+9p55Sul52JtgjtXyVXyWAzjUqe5TlesKwPOk7///wLw55XgNQ1gbbA4f3X/aVr72dc9v7GIAWS9AeRPJP+BEnspi2sazxQKl85f/Bw/R6Hz86woYwoxrW5cyjDCe9saoS6/vxZ01/hSdV3zcihg6Rk6TRuvvnwZX375MnTEMFiQKgIwvyRT4irUyJZhvpYU37lf8z0XvZoJ39Lx5Hgs65efHeLW3ac4m4YyCy01GmEt0ctO7r2PJ7/8B9UBLBVNvLHJ4ZT9J8qBwhSZDFyIBlgzsuVF4o1aZf5U4FS6KemcYQ+FBs/VBVHKYVijbqJZZ38o5ODV7pho98z1MMOTpJ7h0J2vI6JjLA3hFSXahQG35HCKhysNx9MFTiZzLBIeEAwsVpUkfth1uFoYWM1NtH1XBlg9duW0UnQ7JdqNLlrNLuZRgVEQ42Qc4OnRHKcj4qXozlZpD4pYgk7lQ56DPQ5UJbYsEQh5M9nRoaeAG7qwVjaSgnHrXKV3uOgOIBcvL9HYclDfdqDXbaBmIwlzLA8DpNNY0gHsBvZ99oJa0gm6JMovYuyfYhG7a9WAzyTq0FJubyYpJcW77rFjqpcfGkn5cUhaI5Y2VYNQCsCsR+IHizxMRvyZVJKeQTXo5E2ZOGQ+ZpiCIcrMblpwWiY0ooGtHJVOzj8nJpWIhmVIF7CJKrZw84UGvvXrXXzrN1vwW0vUW0v84P8N8Z/+rxCPn/AwYqHRsbFxyZN18Ms5Dj6eIVry9qMi9m3fQKduon8N6F/XsHXBkSQuHSzDoxJnTws8/GyOh/cWWM5LwalxvsHLjw8U1ydSTZWHc+PMDyX7TZn0OceQuD5RempoXWuze5n4B+VymZ+lWJyl2LvSxBe/PkC9a8mA8+kT4nwoppfY2HCxs+0jqyqcThIcD2MsT3IEx7lgl5tdogX5/jDlpbDkDPo0mHDveNIn6PfVwCucAuGkQqdpoNNkioifL8UPXYc31psCdhApMUMGLUykRZn0nwVhhjxbbyaYrqzo9DEEM8rXhj1bFFApkjK5JN0JZNeXuQgRwTyDnpuwKxdawcSWSoAyGWPSHF0xSa96P5iCYeLUZb9Jjf4gdgAxncoBEHEIZPrTKETXOoUS9hQwrc8/v8KKab3IgOEVMvw2bHWP4cOYYhE7GD3i6pjOEZeMSlasVoV0AOXLHHmgeje4sSPam/cK6XTkQZQPUrmcFb6T/5qp6+ISJS5ouSAFIIRf87DRa6O7ZaF9IURtwPRMgcW0wGxoYDoyBJnDBEemsc+RDioLyZxDYiKMALfJ9KONrYvE2lk4Yz/pKQewFF3Ze1GBpl6vwd5EokYodOvIUyYHiOtmj1YmXdF0RNvEZZEkkGqSNAmXNC/w800Xo0hZMrjifcJ2DEnfEwtIigC/Ft1KNGewz7jGJLlrYT5JMZ8k8lDnUNtkUs3jZpVJ3kxSIrZpSSKADzOK6kwc899j0k1fX7y8jrOwRMp7pHQQG3jzag1fv8Y+mQ5eeLmD+paLH90Zyjq8s8LhnQhpUMj+mwLwH3zTxW+95kinBFertYdu7zIM30PghTgrF/i/f3iIP/vLQ1zpb+H1a5exs9OF3bWxTBL87Q8/xY/+8i5+/3tdfPe7XXSbdeQrlmUz3c3BK/DDvzvBD398Ast1cPVaH7vbdbQp2KHET94b4ifvnuHmiz28+fUd1DwLj+8v8eTBApPhHJOzBbpdCztbHq5e6+ELL+9iZ7eHyazCZF7h7//hIf7+J48wWxL5qkkX4d4VXVaWukgzF8cPczz4KMKgZeHf/NsBfvs7LfzJnw3xp382lB4Wok87HR0v3XBw8wUPl/d7uHKphzQcI5gcIc/ZB3gJi7CBn/38vqxGz0Gjx/TI2pRlVbBNOid16XRcLTVMJiVGw0LSe53tHI1eiXSqI5no2L/s49qLDbluiDNmmurG9W3ceGEbP/xvT/HH//tdTGcprt5sYW+fiDqKATrquo264YgPNkGJeZrjcBjJ2rlkY+eyA8PMkcUJggWRmBXGJxWODhIcH8SoMm42K1y62MDv/s4lvPXWNgotQKkH+MlPxvjrvxrKgPjy5QYuXmhgs6fWIptgno3x8HGA+5/FGJ6UuLDZwsXNNr7xLbVc28Ny5uDpQYAPP7qHj24/wsHjCk+eKCyo9LjxUGWXYmKwXBOmRwSmjc6Wg1rLhMVBtkHjSYEoyDEbBpiNQkETizDL/ka6UD0LqbhoiZzloYSmF0PuB9KhauiwdR2lViGjMYyb6XX/rGURg8fn6rpnMC4wn8byfGfSimlDPrfFlMWNL92CPP06BTSHm0C1OMfI2bXnWLi4X8PlKz6+/LUevvxGF8NhjEcPAty7G+C9f5zj41sLWA0TVoNGNZVaUSYv3oNVRQfTvTQLcT/Aig5S2YgsHnTUurBjy9rdMbCzbUhPcKJlcj8MFjaCBVNYFOy4IeWBgcQVA6WXoPJoTjIRBg6mZ5Bn9ug4l370OYcklYkMphizOFDlkHtwScPGJabnLBHBp6cFDu8r3LXsI0k+4PvInrA68ZqWvHcqmcp7LZ+LPNhwqGfL68/nGDfmso+11Nf4/OFRmXPXSJu1E5RfUyg3mkJvyZIKk3N8NO+JHLpXsuz1YoKN6SymwpgO477E4efUZq+tGiCUmY6ShkgekkmvsSG41FbbQL9roN8z0GubaNcttNjNkvmo5b5gQGkSoLGSfU7TZYQnx1M8Pp5iNM8wWRaIeb2C5qAabry4ixde3BXkY6tbYbQIxLRycDrDeBVgvArhaDZs3UHOTtI5XycmaR0YDRNZlQjNpu2b2GgSlUrKBwfcFLD4Olfod5vY2uwgDHJ8dneEs1GA7gUXvT1XzGajkUIYFxENQBoajo+660sCuDGwECUpxpOV7LfCpzqiU77mLMZMsH1zgItf3EVVKzBanGGyHKLTqEkfTjQClkc0QujKMMVk9CCBu5HKoZyvs1Z40PM69JIDTA8mmMYaS0dbSnoJySA01/GzSlOcR/yshmiaCq6VnwvT4dd2YOo1mJovAjD7HTlwHVz1RQC2WgnsVorpcSwrPNIRHZvIljpKK0NpZ+juuOjuemIK9JuVdBcffBzh7EGKFpNIW7Z02Zk+9/frHjCarzhgDXkMNJDTcCrHUfFmw9B4iCzRaFIQsdDuNNHpdAQFxcT38GwhPYiLgLQJ4u7Jg9OwHBUI56V0WnsddVYjDYz6fsPTUHeJJy4RB+ycJkLMgN+xsLXvotE1sZylWE5TxEsSfwpoNJL4TAxZ2N7qYXuri7vvj2QF41zQ5Nzbub0KbpeVKSWcDu9DHH5ZSBas02FfMDtiWdPC1CQ/16pnkecrTSdisRL09YWLA1y4uImsijBdDAX7muUk9JiY369kXdnt4fXXdnHpYkeGOvzM/OTnT/CTdx7DZOpmUwnAqoOQeyuVOqADnnvuRp3mqAbqno3pJBEhlGIVzZYygjP4+dUQxTlWUY5et4Ze15fE5vCESSBWtLD31EXM1GgVwzRz2BbPDpUkDLN4fS8RMzEJRaQZMAnIuhMNvS1TFpPGyyBHFlioQleuB6Yqlot4fVbk90J0tEqJqXSiJnjjWoP7kQyrOFYpFZ7dbQ3tDQ2tvoZW00C7aci5bXlsIxzZKFcmihXf50Te6zhNkdFopvM+58Cq2bLv0WksplC2zJGFSvzleYQiFu8R9a6JZt8WE7KaW+podetiwnR4v3RLeQ0WEx1RsCYV0bToK7HT9FewajT0xWIQWU1LTB+ZmD5S1wypPvKM5dnc19HZqaGzy5R9DtdjtypRmcrkXMYWiohpbheu7ypMo87zA11XqkLAsVI4VibPcJtmUhhYVQai0sBgoIxy7GvNsgmqIhessVHVZd9Ak/ZovMRwxPRpJBVJMIiGVJi75bjC8ox7b0MQ5DRJzccxFmOicx3Zp9PwZNU8lLAwPyV+vkQ2D5EvQhistmIHMTvcacQ1KACzD65Efw/Y5DPTTxDlKwTxCpNjG9NjC07loM6KKJ1nNBuma6C5m6G5m6NWMwUHHkx0wUCvpgZaLR/tpk98FCom5+YJJkOmwJmIJQHMgsMzis++2lyuDaZ0naIJK/ewysYI0zG8li2CNjshp7MlwiCFXrnSY71zJcL21QianYhYnnLCyLMf5xlJBo0dnTMD4YSd9CZqLU0MtClSJEjELMzkNoV6jdUZFOPMffjmPoIwxjwgGYymIh4NHVy9uoerV3ZRbyxRb7Bm5xhPj49wcDjBZFjHeOSj2W6g1WIuUBnGpLortlGmvA7Ox4U0QBH7yGE4CUkZag1Nzm0UDuR94ZnXSGA7TCrraHU0PLg7w4PPZshSD5bVhm2xTsGUpDmHeZrGcxk/v/Tz8HSXQbMz7N/IsX+Tc6wSk7MSwcRCOKkjmtdgClFKJWw51JY0kAgG3MoQJ0NiF40DFMwrOVc2muz0dsQ8yt5QVtCMTzWcHtgIZx4szVf9s2uiXL2/RHNzhkaXBAsb7EefnHiYnnpS6RDPNRiFgbprKQOtdFCaCEMmcEMxgZ93Q3IGIVQgdmqKqSdAqU3h1Sts7fTR6bZx9GSBwwPisFm5xnssEy1NVGUdRcbndYZW10J34IhZi0m7Ik0wvP8Yw3uP8dZXLuGt1/bRaORIqzmGixV+druOn972hZbFyg9ykRpqAAAgAElEQVS+XpxjmlaOeoeUghye78hncHSa4eRpInvFzgZ7tSv4nZms+bCByWEXwcxHGjsocyZm1HUoHZFS6aJMOIaVY/PiAlv7Cxj2HIYzx2LiYXTQw2rGDuU+DLRQViFKUBjh3IP5KnF3yVIUIJWKVIlIDpaZqOdQw0VV8n3KJF3KmYpZI10hx872Ers7S8ymNmZTC8cPFzj49Aw7HRP/7l/fwB/+iytwCwtuaSE6u4/w+LbUdnxwANw60nEv9vFZwp5sHYM20PMtdBwXtlZiEp5gHJ4grzWQ+w0UqYsq5D7HQTD3sZzXUGSqJ7tRL9Dt52h3Vqj5M3i1uar0K3nPyGXmwFkc+7oqGi5zmjW49yU6mkRGXtiZ1FjN5qmspk0EdIEoZtWJgXnI1GyEVRGp5yCJiDYdZjvQDRemNoOhLUQgXVXsakxRZimaroHLm01c22rglYs+Xr5YQzAa4+zgBEEUIbU1hLBxMu/J+vijOj6+VWeMCq3tEs1BDMM9gekcw/csWSQKxFJNQKocz3AWrt/o4vrNDmiWXMwjrHhemmxiOe7iREICMbx2hNZgBd2JEeU0w9AY1kWWdFHkJCdQ7FdnExKi9IppYEuoCznNnjpNcxn2ehq+ddXBGxdM+PlY1nB1jMPVMR6NV/jgkYFPjkyYXRdW18UXX7bx1Vct7DRTOIsl9ChEapRITc64bJlzjeIKj4ICk1BDEdRQBj7uvLuUNQsLJPTG0IjLuaakfjkDVIlbEQ44QV4nPc8F0XP07edTeyrFub7LrtHPSuhkaIPBjrVZV8wtaxFYwk5roXj9xZX4rD5C5wKfYGUNdXbn3kUMbGvDBwUYSXz+irisvn9BT0tnsJolitWMorEEgtUsX1HySO2jKSyWz+k5Nvn85xXyl2B6DUnq0poqegDFXIP1IHyufl4APq8pUsL4MwFYuooZTFmTq+TesBZAc+6FODOtkJkRMjOWeR1ngL5poms46HHOeaGDjYtt/Np+H792qQ/v0RjRT+9jeG+I9xaZrNO2hxMSEjkD5DnqHKNNZpig/UkYVILps0j0WhA714Dkn1c0FZoyxyX9YjoL1xzm5/c00ZbWwcFfTQCr6kqpC+J9cH0WlxqbmAIwdRnVtSzpSw6mnqVrnydAVZL3XPF9niB/ZhpQVc2ypB5KCKprZhtrhGi0s6x1jyvN/OcNtOuvuxby+TrJH7O+jmUDLu/XOeJZ7R+UjrveS3ye/6z+qfrv10L1uYL8Tztvz+Otz/P1504Dmkcl+YTW9j5a25dQ6+7A7SjcMhHgFIFN4pxhqGlHVQkpi3oLPydCjqWoyOez6CYUNDmr0ODogH1eRcwtNUOYoh1paOqFrNGT2xg9voPlcoQwWcm+TjNpOrTR2d5He2cfhttCqdeUWCl1K1SZGE1QBbP8X57BSGxiLy51CO4v6fzn7Pu8M/45+lm9iYo08sx2sf77XxWA5SVfC8hSX7tOYZ8/Y9dX0TPMtxLlFYZepnkiuCqjBgVcir/yc5z3WfM7WXd4r50J6/d03c/7rMFYJa3V+816EUVSMSRFbKGSri+1D6CMzqFfzdVx5eIGrlwcSK8nK+DWMHU5R6t8tq0E4KoQE4pbq6HdrGGvV5f5zfFwjuPRDHcenuDje0c4m4cqHAjqjqzdsXB67308pQA8OYYm34t8SE0ZdhYyZFOsbqJJxTGxfs2zVLHSmZxjVJabSEHliLsilzXo17C11cCFCzXs7rnYv+gpB3KX3UQcpppSVRslFYIox3iSYDSN8fjxQlZOFyk7YUretF1ZUbFElC9RsCPT05BpGsKVhjjS4BqmrBv7bbxyrYNBU4NVrlAlK9x+UOHjBxXCiMk6FfHnzYUF5AlTIzyT0IXmabBqOmyPfHKFr5UkjfSZrvG8WYwyzmEsdegrhTLS2ClmVYJvFHwLk8RFie5eHd1dHzEHqGkiuOp0mkHPSvS3LfS2TUE+RRzIMe0Yqc0lkcfE/4kL6Fxc5wBLcLDK9sQNVU6zvBiS2CtlwW86snFfBnSxRyjiUnphZVMhhWSmFEpT62eHEh9sxB3pEjVgDw6T1iUafVcW8ZZRFiHjUJW9wbGqXLUqdq6pZODLrzTwW7/Xx7f/WQeHRxMcHY3x7jsZfvazAkFkob/to9Xjnx0BeozxYYrRYSJ4Oi2no87Cpct1XL7SwLXXNFz7CgX/EmcnBQ4fFXj0cY4nn3LwEmElaVNiZ9TmQNCEpgbHc2Sph6vaOEtnAsVQ/rtphfaOifaOAYcOcppNS2BxWmB5xqFWJW7WCzeauPl6X8ThO++P8OjODO2mhQ7TIh1TeonDpMDZMMHZSYJkUiGdlKi3HUmwu7zXGYzsFzJY42r3uuh0u+LcNPyVdOEmgeqrExKWXiGOYiznTJvwQKKQKja7lh0P83mC8SSSjhxhxle6dCNwqfeXNyoOsFUJJa87Lrdhw206a3ckD9caVrMQqykx5zlyjd2MNbT9jtyYZ6M5gsUCft9ErWeIKWK1LFUyZu3eYldkp+cjjhMsA3a1peI+40aPzi2+F7xP8B5CsYHOaOIzi8pmY6N8DhIZAKjBHz82xGVyCJMTLUTXJBPUkeqI5Cp43bNLgsle7g45OODlJNg4Hi7V01a6NXQW33MDpnoBLd2ArROHHSHLYly51sRXXt9Cf9fGNJ5iEs5w+jSVtVqy61iXVGCiKUlUGgwrHcmsRDzhgYa9fDpqbeJqbexetTAZ55hOckEDEl2UpDQ9sMuC4oALz3UFoZzwPsVk7pQCaYLWholWn73FTLUptDOTb/MpcbJ06nCDwhNmpgZCFM25aZEuXV0lCZlWVMZCEXebTRutpi39H+OzSNLIIoob/IyQEEBXHt+PSpKOVUzRjAxEVoZpaHdcMeXwz2THGIXqaF4gXjLZzISyjjeuuHjjioNXv9TBjS920dyprQXgER7/coXHvwyRBSqBfW3HxPe+6eA3v2JD4/Qvi9EbXMLm7g1ofg3jaoKj1QT/7Ucn+IsfneJCZxNf3L8oP0eIJcaLBW5/MMGdD6b4oz+6IKvmANOzUPrKBjsdbGx38B/++JGs7Qtt/M53r+HS5QaGJxOMTqeYLUPMFwGuvLCNl760j+Wiwg/+60P8/V8fwCpTWGWG117t4Rtf38SVa320el3EuYW//Yen+Ju/P0BUrOTgyWvNcdXrWKsx3cN7ko0osqQTbTUqcHHHwv/0hy289S0f3//+BH/+51OMp6UgPfs9F2++2sNXvthDd6Muazo5wtnxQ7lu8mIDs7mHDz88w60PznD1pS6uvtiVLullsJDPnOoCa+LkcImTI6LngHqbSA8eMBLoZo7tnidrY6uBje0mlosS7/10hPufBPjWW/t4661LePuvjvCn/+c9cav95j+/jCvXO/jgZ8f48GcnePONTXz9a1uYxyE+ezrEySzE5s4Am9ubmIULzFcLnB4ucfQgwHRIxx87FHUEy0oGhybYS5Xh2rUm/uB/vIa3vr2L2/cPcPveEzy8m+LR3QL9bgvffGsPFy408NH7p7j1/in8foZaP8N4lOPwCXtlHHz3uy/gu79/HSjmqMoFjo4j3H2Q4dHjFY4OZzg5XgghgIuDVG6miJ2vzBKaXaEzsNEeWHB9QyompGaQOPcsR7TI5fO4mPKzq0gSYiiyNNTakEFkvjbfEDVfsNah4BjPhKOb0qHJwYlr1+DY7J3kHoH3CA7e154xOvvZi5rmCMMEQRALMjNYxpL4p8lLofrVodAQs1ch9zsux9DgWTouX/bx69/ZwOu/1pFBJI06t95b4Z1/CPD4cYLZIsFilcHgHsbnYY5IRHncyzOJ1QEkg0iPObt6EuLrOFTgfbWCx05Vs0TNYMeThkHHxPaWjQu7Bi5dAnYvcm/kwfA8jIIAp7MZTk8zPP7UwOmBgd1NHbubGnZ3m9jZbcl9+mxBwTLCez9f4b13KKSxX5ICHOeqJCRo6F/Q0d9TnXtcs5MCJw9yLCeykZRDn1Mv4fjFeoDNlCD7iQoxyinD2jk+SqF0KAzz0E0zCwkMNLgRXcQDneos4vOMLk1DCVDs5eWfz8NPxg4y9TUNdmzKc0wZb3SNw32VwKfhi4l8DsY53Jfrf6QjnPHPZ+9nooRJHhaJDSJWyTKk2oLr0p4v5JSdroutlou2bcCk2zwucPY0x+nTTHCkR5MVplGKRVEiINWEWExdHcylVoGmnMhCVTBFYaFes3DpionLVwwkFTAJKpzOMhyeLnF4GqjEZqeNaJFgdDiTNLa/4Uh/ZWHGKA0iBS30mq4YA8RkFNBpR/OgiX6vja1BF4tZio9vneBkuMDWNRdb112h8JweJ8jjQg43TJZd2tvBpQu7KNdf++R0gUcPpxg9TZANDRRT7lk41U8xuNrFzs0N6I0Si2SKIJuhZlmo2SaWxyWmT0p5rjDxy/15+5KBziXunzmMS5GEGtKAw0UHDa+NhttW/VRMGEmXEoe2BaI0QcrINoVnPUU0zxCN+TAlesyDQ9Z2ZUMrbaRJhDhdwaxl8LeA9q6FvetN7F5r4clnIzy+O8L8IEd8rCNbKkQ5eN/Zc9Ddc+G3SQPJJQF8dLvA6FGF5qCOxqAOw0+g11bQrFT6fXiIXM00RDMiOElOUactXpv8W2KJac7rdevodRtoNRqo1xuC6D04PMPB0zPpa+biXoGdzTw4R9NCxF2zrskSTHdMPBgTwBSBacLTZS8fk2iQafDaBjYv2mj0dITShZ5KH3e6oF+lFJMKDRm7Ox1Zj29P8PjjKRZD9g6rJjeKv0wA19jV3FMI/TSBEriXGvKlIjtxH0qEo2nWZB+Zcp+AFI1WhWarwpVru7hydRdRHOLp8SGm8wUy3jcLE8tHFRaPgJuXt/HWN65ib6+JxXyByWSOW3fGuHVnAqelobNtwa5xz89UFdPsmWDMWbfBcwMTCSatlhTvJMlOk2IhS4yNRKaRVrMqsQpLNJseWs0a4pAVKDwfscu1Dq9WQ2EnKGyF3dcqiksqIcQfq1az4ftE85Jkk0jyjRUhTHo2ugYaPQoqBQJ2784NZFOeE3i+TaXXl6knitX07lOUYk0NMe4c3vAZ59ZUn5SqkKEBkYd9fl1N+kB9z5BkfzzTcPqgwuQQyJaVLCJes7gU46bTpOjHZ6YLu+ZJ8ohGqCzMkM4TpBSo5RzGARLRhhraAx/93QaaHQeOdPtysKPMxknELvFUEOHzs1IIV5qrSb98d1dHb5cI5QymEwu9YfSkkoXAhxb6cvZM4xQZseZ8LxwD/UsuevsuTOKfNZIAlGmIVA3i4rkavSY6220R2hfzuSBhW50aWkSvYwm9CoSGUbPZo2oiLCusKmBrMMDWYFMQxgDVZ/ansXfYUefuvEK4WiFYBYiyEGkZyWIqkLOCJLAQLy1Fc7IzlHoutUBc7JAUAU1n1QvJECaiKZO5BuLxAtFkIYKv4zdgeez4s8UgoagXOXq7BTYvFbAbqZh2oizF8MDA2RMDFck7KybfOHCyJbndvliic7FEa6OG9oaPyUmKo3srzE4LDAYdDDa77MWRpZVEILcQRzqGo5mIubW2JbQsnhloqmbFlR450CITy4iGjDPU2j4a/Q5Ko0QYzpVxIvFRxj72bkSyiItm2iTXWColbafQUprpc4RjHbMTS/Ym3HfRQEvjOZeY8jnr5PGXj4rCQrd2DZ3aNURxiUUYSaVEHnDfaeLqiwNce3GALAiQBSHmqyFm0RnGwQzTKat+bEnjcnGIlmum4HzLgFU8KqGkugrX71HFNHuErEhEUPUbNiwKCzbNvaSPEfeeoqpoiktw8DDG04cc2rHntSGkHklIgXsOVnHkIkqSqJRJ+pUJwwT7N1NcvJkK4Wz4VMNy4iCeN5EuayjNAJUZyDWja44kWBXKEbDsGKaToNHKUW/n8Llf4meYhg2KbRVrilIs5zR921jNfZRZHTW3Ac/21x2EJezGFG5rBLe5kr51vgfTkxomJz7ywEO58sTYlccLEWh1x4dusxdQ9ZGzFmO1ChGGKzGHxFGuEKkk4XgpXD9CrQE0Wz5cz8Xh4xBPn4TSE1tvcjBNMyHTvzVJPVL8qrQYhbZCg/vRPRKZDKyOnyI6OcQXLnXxhf0uGi3WpsSYrDK8/b6HH7/nSfJeIT6VcKLprAWjQBvKZ5+1c9NxirPjSPYErQ4N/LxfTNDoTbEYtTA+HCBatOT7qUomdYk0pvqghrXcC6Y0f5ghti8tsXUpgM4zmEEDo4/RYQ/BhB3u7LZmypeUNGLhidLk/YeJbjU7ETytzC1ohKJIygADMapUe4g3dmVwLINm4iD1DE4twc7eCtu7K6RM4iYajh9P8fDOCbZaFv63//kV/OH3rsNOMtgkz5weYHn0EEejJW4NDXw0NnE/9HE/rAmlh5V7/YaBTQYkrALDyRnOpmcoGh5ybhQyDxoNScsappMaJlO+LtxXG4Ls7nZTtNor+I05av5CzihZziBKgVgwrzxecfCmBGDSDGiA3ByYcGw+TzivSDBfZFgsc3Ro8vF15JmFMLKxjAyssgirPJbzrlPjfaGHSt+BrntwjAUsIxCBOCo4J4yRJ7EES75wuYuXWDU0MHF9w8ByNMXwcIggiZG6GoLKxsFZH09Oe7j7SQt3P2lCr2lo01Q9YEfdE2jWEzRqNVm5VCUsUaSF0BZc18PWto3NHQtJrCNcalhOPUxOupictjCdxZjMY/idAO3BElaNtYF8TpuIll1Eyx6q0pel5Mh1H2VB3BH3uJWQ8ny3QK9T4MUd4HduOPjmZRp5xyiiEQ4WZ3i4OMNnpyu8+2mFT44M3HxtDze+uoutzSU2umO45RKYRSxmhu7r0OskAtGIo2EYAwcJRADORybykYWDT2McfJpgHpVYmaR76HA4V+OseN2FKqFKfsbO0aqSZldCgTIzKFHuXAQ+T22e45pFmBHhkXhjJaCqe5uhTMw0cVCsWlfjPaMmn2t3nDsyEEJTqNScOWi0m2h12/DrDXjc0zusK+F9wZXzIe+/q1WEIAgRx2rPwXM1yRw135MkHauubAajcpoaM8znU8zmU+ktPxuOEEWxpBa55zj/RWGT5zyGOhzuabm5W6dOc2Tyf4KkFQWRBhklAIuphAnNZylgZQKQokueUxmIIX5YOnO5l6CJnDM67p8LNNoVWl1gb1DHjZ0+ru/tYP/aDexfvYH+6BT98Sn+P77e68my7LzyW8efc++53qSpzCzbXdXeoRtoAqAZDug5okKiQoxhTMzD8EWhv4nSkyIoKWI0MwoaEGYIQxLohmlTXaarsqrSZ17vjjcT69s3qxtUhNCxAz1DdFfmvcfs/a21fiu7e4DFB/s4Opzg73VLVurqSDydPlGZh3PffinQ8zNiCOWS6vBc0JTgn0pG8neReUepwSwt2SaRVjMer9aivOoz5vfLf56GfJ6lpQKF1Us8x8ax3EdSQcjPkocdBu/kfEuChMIWS0UlRVn5mdT/+8udsJd9ypcpT/lW1pSMS/FPIaPXSXX57NV1Jt2s68Srehar71RmpSLgs0aCCenLbva1ACwXqFr/suN3fQf8C8z3Wvy9FIG/1I98iSz+FRH4/6P8rv/cS1w0+42bfTjNDdT6e2hsXYdT6yBOSWtUZE/um0RepZme7xiTczBd3VPiJrvUlPgsp5bHnQrLegpFU2U0iOcynkOho+easkbPPsPo6V1MxqeYLMdCyrPrLdiNFlqbe2hu7UEzfcTsQs9NyF9S8UATZo6M4QqaMXnNGZba2xSm4O/V80/QS6rG60uc50t0vEKW/0sR+PK5o5438vULBU6ho5VJQAXFLgXgS8y3EFXk413brnmfyvtZicCcLXLGqC4pxTxQi+ZsXj6XWHD1TpfktKT7Ldm/i1FWAmoFrJIUBbG8yCfN31+995XRRNdzMb43a650/PL/TwRk1ZEqyoT8c+wNz1kfa8KtuOi1a7i918G1zQYWnBuFCe4/PcWnjw5xMVmK3spPllqh65q4ePRzHH/6I6yYACb4mx8UxV8OhhVGmANJOmpUYba4UHOmASii0qnNgnDlnFCLwm4qHQn9XhVbG3XsEPO87WJnx0WtRrSQQjXluYHlKhdO9XAU4+Q8wMlZgP3HS1ns0+TQhuKlafkwTR+lvkKpBdAc9s4UMBymR9hVaqNRZZJUx62duojATUdDEQQIJkv88OchfvTzQNxoupbBNHgQU4jABOw8KGF4urz0hUHv0EFIJzMfznwY0enGFB8x0TFysViQt8/uZSJrVd8O00CMr/MvJh9b/YocjJerEJPZQoYz/GeIv+rv2OjtWpgMMkwG5N0rnCH/U6uagsRl1xDTd0oUYzqFFzWdEcqFUuZrTrkkGpjOdAX1SnTZfEHsXaFQinyJMEbMm583Bh/KFNQkObFGIfJF5GYoiSasV+A32PeXIQwC6c8tVqojmMkBh6zyioZKVcdLr/v42q+38OZ7dfzsJ0P87J+H2H9a4NmRKivf3PNRa1pYjOeYj+aSRuDiYa1ZIQbGxvXbPm686GPjeonN6yXOBxnu303w+d0Ezz5LcPwogW5yGMMXAmnOYjuSxC3FMRoUuCSSn6kONA5d+WZTOBUD/raG2jY3CqqInIOZ6UmJ2UmB+oaGxqaO3l4VW9cb8p0/+PkEhw/ma3yqDa9jwOkQ45hjPEwxukiQzoFszjQEEc6eDNtNK5bBQc0nDhKoNdqo11vS05qWCxlAFcQuJbYSp2P2xy4xHs0QrkLlThJcgAfdrGA4jnA2WClHj8UuGgvRKhEBjN8HIoWC4t6aZhKaq00mAtjT2eJWzUGWONLfshgtsRwypqSSZvU6h4ltcaqNzkeYTWeS1KkzrcNB1ISf0xozZ+lotaugCLwKQkxnC8QJvw/1oFs/myQtIaYRixjCDLZN4Za4CgtxUSKiqWHt8DGNAlWLuAkdwdhAOCHamIlTmijUIF/FCdaPa8uExuEJBUs7h2by9aTJ9WAx6WxYMuwX2gr/Ed5PvN+cAo6d47W36/jGv+6hvWHi4f4Yj/anODtOcX7MRANRjKW87AjZ4quJ7yDSF9Mlv2eFiiapwONB6ZqBjesm5tNCBobE9nF4R+cah1+cIzu2C5ebTiKbF+xH5BA7RR5lkshgHwzfHjSZxHGB+ZiHdIq+UkCnrnmLghI3PWukjbDfuT1U3i5JuHFzZbE7yZLFBMtkpGgC7LXkX0T9sj9dWZ448OMwdu0oZw+zRyx/VRYRp5kWIQ5ThFOFtg5WTLhpeO+6hfduWHjrzTZeeqOD5pUKvn9viO/fG+Hpxys8/SSQziiK7ze3Lfzx1x381tsW9CyAlgXobF5Hf/cOSs/DRTzE4WyI7/3zQFbXa+N6d1NwfrNkiNF8htOnOU6f5Pjzf3sTf/5vb8AzQ1ycXmAxX6Kz0Ud7s4///S+f4X/7ywPcfqWPf/cXr+DarSp+9otnuHf/BFs9G5vETLWb8FptHB5E+M//5yP8w98dYK9nY7dr4Te+sY1v/fYuOt0aRnMNT05CfPefnuB7//QUbr2EW2eiWxeCANPtJfugmYgIDUSRgSLS6G3B9T0bf/wndXztfQ/f/tsp/u5vJhiOWVdAxFYVv/7uJt57vQ/Td2HVXJycHOLZk305IKaZj+XSkqHI8UGA2692cfvVDpIswmAwxmwawLGZgm1iPFpgPJ6jWgP6WxSjIMYmXhg39qq4ebUKy6tCs6o4PkrwX799jo9/NsWvvb+Lr7+/i4d3x/jpj0/FDf+1X7+KK7tNfPTTAT766QW+8m4T777bwmA5xadPznA2XeLFW1dx+9ZV7D8b4vHTAQ4ez3H0eIXZkAMtdWDLUg5FdLR8Hb2GhpsvVPHNb23jtXdb+OePnsqKpzaw9HGl38Hrr2/B9x38/bc/x7f/7hFuveLi5qseyszEfEThs4rf+b2r+N3fu4rH90/w+MEJHuzPcf9JiMPTCAtelwsOCFUyzvM9VPyqMm7p7JnL0eqbaPZVeoCpAAoAKUWdFdM4maww0BDQyMVnLodVFSbgSvjNLzbbFEiSgFhfJlEUVqdSLWS5tg/XqsPgIJHiMpNXHHyvUVFymMlpDFEdi0FA8SFFmhIdrMnfs/+cooR0ENOYJYfGAt22jZ0rHu687OP93+jg1TdreHh/gs/vT/DRByF+8ZMIg2EOzaUoUyqMsUXTmBKBKQR5NQ2kX/B3kwoJEezZS6xMZIK5ShVeVhJeYYG6Z6LbdLB3xcJrd3TcecFArefKmucrjKO5kFf271o43Tex29Ox29OwvVnD1lYDlq8hNAMMVxE+/mWKj3+ZSNp8MkkRkM7BfZID1LoG6l0i4QroOUkcBYbPuD/g70Gihg63lsH1+R6xpAtYJfEUkphGMAoRajamLONq3sBqC4XfJ/mCS5DRMrSgc5vvCRu6m0J3mVblcFmXOTjNeKzYkPSVR4HIhMOeWx6E4hBFylSSQjLymclFvHM0VRUaRR7LorDgMDXMxzYNWY6GrT0X23sOrm3XcO1KHd2KiwYTW6mGaJ1EfXIY4MnBCgejAAeTECNu5IscK+RiQmM6c72VQxppWM10hBQfidJKMly7auLangHDdRHDxSIycHg0x9HhHBtbTWxstgRdd3E8kYFbteOi0rJQ2DFKK0K9RsMbOx5LScfG0xSeXxHEbN330fBrGA0i3P34AhR0N150sPGCg9kEmE/4u9K4UKBWcXBtdxPX9rawiNjVuMDpyQwHT2YYH8fIJiaKGXtuKVblqF+poH21DrtZorADWYYcYDVMDgsM93MkiwLcMxA52rzuoHndFXFJjEqsbpixN5Z9rjX4bl3INja7WVXxjhzmmf6U66AMkJchgmmC5Yh7MtZS2LBIxSiJ4XNkiBhFoQyYzXqC+raBl965gpe/cgWP759i//4pJgdMAReI57z/FDmosWWjvmWh2irg1TNkYY7zzwuMDyhuVOH4Pgw/hLsn3dgAACAASURBVOYvJdEhoVCicydqSSUWD3w8n+ccDJM8osl76MpmD1c2u4K5ZdKKz4/Ti5EsGlq4HE9HrUPqiyZGFxHxXQ0ae3ATGg7ZuVeiVgHqLrUf9tWZkkgJaQhp6rK3oXBI8Xe5TJDOdCQzXc45uksBWMeV7aask8+nOHk4xfQiE7oNtyjuWvj1uzqqPV3+XBpcic0ulwbKlYHcLEQ0Ugdbmny5B2MiPEGtXkqNz42b20oAjlc4Pj3BhEJeaiDODCyelbIoAH/9125ia7OKwQWvyxEeH4R49CwUXHV7y4Zd4QCAePhExN8gYDckk5iODJbiZSSfE83EHOK6Pt8pHPqrehSeCSj+yiC24qJScaXqZT5JkCckXlXheR60KoerqRza05gmOgrApOgY2NhsYnOziThfYhVNRAQmFYDEXrduCEaX4u+KpqaxhuhCR7Lga0EZhGo1D3Uq9jQo5rEyM7PvjZUnUtPDeAMEwyy9t74tCUCvRkGngG1S+GdHt4bhAUU37gHXdB0GzFINDuuGmhSATUnEm7YjWOkoiRHMY3kmpKESQmh6EuSZxWulimbPR71toeozhZiLEYZrRoz4WYz5gAbIQsyOVlOD2dTR27FkmTYTzTHiIMfoUMPoUEfVaMLXiR/lwDZAnLKLUH4JNK7YYsjQDKbq5upcz/hOruHicYbB4xzNfgP9qzTRlRgNZ1JX02hXJJWsUwDGgscmOBw+6QZY6ZmYNFl00G11pHvdtkMhJ0ULHfFq3QdYMhEbIc5DZFqIQo+Q6+yXNhFHFtLIQRq6gkRmQUSuxYK75uKPT+Mr0akhDacRcbw28sBGNJ0hnM5haBU4bgeWzcohVXVDYxGv3dZmgu5egkqLexw1pBse6RgeGojHATIOekIOKi3pOm/taWjtAZ3dmqzRGYf6M4xPYvQuBWC6xUh/0utwrR6S2MT5YITxdAqvYcJrqG5npla5B9JDG2XAa3Ugy23U4HeIYy2QENPO5+bMRzytYvflELsvB3Dryvhb6Pzf5JIYMUgCSXOsRpokmOOQ/cg0fdGDk6MQAwbvwULVwqU6jMxG1biKin5VhpxhnMpZr2bpaFRtdLd8WZOTBSbHCySYo6yskJgBRmMNowkxajbKjDVDZATZIgDzfMcZBx9FJFk9x/LyLJgzUZ+iUq0IbYOzHab4vUqBehNw3EzOI6RMDU91jM4oErpwKhWpUpGfnWHdNcWBsySaaTmEhRnCrITYux1h706MyYWOs6cmFiMX2aqOLKwgN+corDlMg3O4qhIKeXQ0mZ4NYHshWl1WnhFRzbOgQkSHSwPhysR4kMtKIj7sqzB1HxXPh+fQdMMzfA7dGUP3RnBrAVqbmby7hscOBseOJALLoIKEZqvlWDpOS4t/UBWNegP1Rl0CIavVUiWCg0wW9118fvr1Eo0OjdGqcoyH0Mtzt20Dfk1RYHJBHbuwNA8WPATxAotwKiSNnetM5TuwoyGcaIi9to29tiVnH80rMImA7//Uwvd/asN12a1N0VaJJzzRZ8UcJQI02i6abVdE8fEwlHmm3zBQI8K+O4DfucBi2Mb4ZAvRvIkip9DpyNyNwRZF0WN/fYA0X0C3Z9i8usTm1YWqGIG2FoBbWIwrqgs24edAKg1XBabhS83M5XCZ1xqFB6agSbLhADzPA5kVSclnwacUxSYathMUZQTLCdHfjrFxJVE1GmCt1wRnBwNsNl382b95HX/8Wy/ADueylmdnmB2diKnwk5mJu3MLz1Z1PF3WYOolPDNDpwZc6RqoeRkGgxEuLsbImzayJs/vPoyVj2zu42JYwcWoIr8rZQG/lqPdogAcotaYw6sukCSxPAd47okoWnHOqFnQSku63ImBbhNT3iUFjXt5JcZRAJ7N+bMY6NQoHjgIIi5TKpiCLIblZrBYl6O3UGhXYOgVVKwlbHOFVRqIUBxHIZIoRKdu4e2Xu3jzhTb2Gjn26jmWozmGpxOsWL3haViUNh4ddvD4oIMnj1t4+rgNowI0tmLU+jPAfIrSfCL7yqrjIyUJZLGSOWqzWZMKiWo9g1/PEYcuVnMP83EV54d1DE6qqqs9i1BpLFDrzKRLnMapInMQzDsI5x2UJUkMFRVo0DmB4vyLFB6aq3OhbV3paHj5moG3d4FvbCd4uxdjniwwjxfYH4/xaDTC/iDCZ0clDqcW3vvmNbz7zWuwrAvk2TMU4RT5IoOWFnCbDtwmU8qZrGlmYqLbcl4InqWyLo5zXBxnWMUaYs0UAZhhDUtn5Rr3ODTUcV+lxMPn6TgRqL4QgJX4++Vk5OVE71cFGVY2SKGL1PfQWKb+KalzYj92yfuHyGYVUiNpRrcN6DT6ukQys5fcRr1eR6PRRMWrygzOtmgwpPHCeU6PWjIYMJvLvkJVsCSo1aqo1avw/Qr8akWMWjqH7EWGxWIuazgaYziaIGKNkfSCktKkQmU8iNIozCCKY7kyjxSSFUNk0mhPteESM3vZQayExksBmM8shZD9Yq/B+4xnFoqiTPxx5sF7ljUvJDV1+ja6Gzau7rZw5+oWXtjZwl57F3vtHaSfPpA1uH+A4/uneDJa4Qeehx9WKvJMUqaWy95mznLUny+jV9nmrQW452LbF0lpmmspAnNzQNMZ92njSYDJhBQilTQV6hIPKtxnedSSTBGAHdsSI34csn6H5jY1XyUggQQzJm3FzC0VTHSNC+dZicnrmdNzJLBk4pRB5nnaXEQ5VVEqyWEKyYKgloi5wvqKfmXCZPJ33eoqQSKLQSueFxWtTLQwGgHY/bsmTV5ie8UAcLm+gDR/iU1++X1fEnPXidC1Uq0Ezi9Q0L/ScXuZwv0V3VilSdXcV4NeacKoNtHYuoHetdvwmpuyL6KZV7Qd1mhpGmxtjSBeC+yXNWnr/JRUYSnDmAWjzKBzloVMQoGkniY8i2s6NiuOrOH+Jxg++QTTySnmq4lQ4sxWF1a7h+bGLpobOyh1T3rOSay0SkrATGAoCk92WV8pEXKe0ZXpiz8HJ+IyuF/3Yv9LBLQSd78wXnz5758/WdafrxKAL59Fl/3R6w9UHknqc7zsl77s5v7CUHDZd60qsy5j5BSBlWEF68Xrl/oo74nLLnI+xzjHV2YvmiqETkrDBPO+rBYi6YEELJo8hVjCOkISAJktvXzO0rCu/nf8rCRDTfMJjb6Fot1Rs9zo+Hjt1gZuX+1J1y+xAJ/tH+EX957gbDRTIjRKRQplAvjzn+H40x9iOTzhGVzy0muB4DLJR1QTD2fkX+uIw0iGRgU7efUCVaLIOtxQeWh3eLDy4DLVx7SUDF+YwFPuA+6Zl/NAFmfVjCPz8BqldOUXWMUFVkmBxSqVxZQHRTrp821UBbGVpeoAT8xfEsXSjbnZr6HXrcAjXpr7WzqTo1IeRgUxAkGG0zMu1SPMwTAd127NgOmybyuVw4hCLFw2ipny4FZF7Os0KQVFfoEUTflRcaDiqP5RLvlz4xKarcOumYJRprOcLqJgEWE1C5EVGcwKYFcp0FmoNiys5oV03HJQwAceNxV0alcrdAYD4ZRDWt6YRORwaMsukEg21uwuUGLYunuFT086kAXPxfwyDwLqZ5QbQTj66wRxWorALoXoHGbSMVrJUFaJZXKhpR4KHiTDRJDW0nnIz0BuzBR33nLw5vserr3ood2nc8rCj787wY+/w2RlgRV7xnxTXk7snh0fZZgcK/wlE57Xr1bw5utNXLvuodFlB0uJw+MIR8cxzs80DAcGpsMSy3GA1SxSbA55NFCY5+CQBgAihRmBV93HdKQz9cjvQpB+RCQ0iXyqIDFTJBbTwSly9iKyPzChqK9j65qGrau85olbsSUleH4aiIjW6ulod3Vs7XrY3qtIWnO+zDGb5yLoxQt+xhYMcbFwYhfCMBK4dAdTlNV47yhBlS7cOMyFFc+XT74ykbP/KCJaZAVNS+HXTHieiTDioFvDMsqwjOme5oCHIoUhSMEkyKGlJszMkm690k1heiVqVQ5qFQouJc4t0pCGhiQQMuKuIiJNVainUnXEDcvrYz5fibBbbRDDxUOLQqMzsCsvSwZFbUNQ4zzsCdZHECwUK3XBkDAlyRud/36bOGi9ZEAehSAkKJ45sB1HjA4c3KZhhjLKUDDxG+qCQFyb4xSOQYbDHBAqaifd8IbjKCSdCMAc6DKhz+H/2o1HXANdO5cYzxDobziy7rzh4I2vWTLc+/SXCzy4G2C5srBcmQjiVNJBFGvEacYXPQ24YljiMJYbXwsVh32sFqr9HNWNHEuKv7NSxF8+s5jMuuxRpyhEoTYP2RfI28aQjaFL7LNHIYEYoAIBk2wpE2q66v2RjYvqb+PASK4rbh3FAZjLPSTPVm6A6VgTrUr1rAvKPSllUeChiVg6ozjU4PtXtqBEwa7fxXyl8Rlm6ehvVNDbqIhJAiaTkry+2bldYDrOBOX6lWsG3uUh5O02Xnmzh9ZuFd+7O8T37g7w7G6IZ3cDxEt+XRZubFkqAfwO+2wCmGWIWncHjc2byB0HF8EYx7MJfvLJCD/5eAQtdlCFLz0wmRkiShOMTzkc0vFnf3oNf/anV+FXVphNzrFYTFBavgwh/uNfzfAf/2qK19/p49//Ly9g67qNv/vePj78xSm++dYevvnWVeyfLvDzz4d48HCGz34xw/GjAF99s42vvtnBW6/28carm5jNE/zgn07w8YMBEidG6iQYjkOMxpF8fhx6M00pKEJen0Trc+MaAPkC2N3y8Ht/2MW7X23g+98e4vt/P8RklSIscvQ6Dr72Whdv3m4jsWzEloMn++d4eO8Y02mIkm4WipDsG9VK9PoVdHsVrFYJhoMAs2m0NrpY0mHdbFuwbHa0hDCZ4CRC3THR8GmGsjCc6Di90HB8nOL+Zws8exKi32zIqjKh4/LQQQGBKUkXN252cP1mF9PRBSbDCwyJjWVPUJbDKyvw4OHsPMDpeSgIWGJh2cHKG4WII0l3xRpuX2/ijZc62N6xUNtMYLdj7J/N8Phsjo7Twq7fByIPg/MCp6cxnhwNsH80wDd+q4dv/GYPG506HFRkw5ikHCTM8fhBgEcPAgymGSZJgXmo8M1MGfAAQ5PE3vUmbr7Qle4zymViFFvj4V3XFkcvT2xJssRyGeDkMMPJEbtPeNjR4bhqqC8dfRSB2XsoBAFOazUUDHXxGUD8n0kEaYAkZ/+OgYxINzHCKOc2D2gUgS8RzJduQw7MLdOFZXqSCCYqcbVkciIWPPRsUMiqtxJZL71ax1fe28De1ap8ziSWfPrLKT79xQzTKbBaUVzmJUgnsBqsxlkuyQtSLIj/JIGB166qbdLkECMHO/lRmU4VspwM/+ks5p6JrBd2iROfttkkHk5Do22g0VLvyp2bGrwq35U+0phGsRWybImzQ+DwCQ/uBbrbmXSu+X4dNb+Bg8EKB4MABxcBTocRLqaxYAQ1k47THDyCBZMSs7MSEQexjiUIS9NjLQFTTYwv0xHJ3zmSFOclvlA951RHyiVGiqZeQ3rpOVxUXT/SN8S0nKOSnjoTRsR38pvi+4L+vFh1dlLw4aGUaC3uLUyhMKhhNJ/VPO/L4YEYcB5+Uw54NXRbGnpNDTv9CnY3KqhweJ2ncqgigYG4Q/75NAYRHR0wcTjOMDzLMBqmGOcpJkWKBBYyzUaY5pgul1jGgVQPcLEXkT0uvAcnoxAB+53Wf9l6AUdnMsmDU60y0o7zsxkuTqfS7UoaC/dAwTIUUcm2HRF6CkslF7n/aDA9yqToKEU+K7B1tYntq+wF0xAH7P0O8fmDOQbDAPUdE/UdAxWvBc9twTUMOIIw54BCmR3nyxCzRYhgyURxjmhaIByWiCYcYvOMoUGvadAbGvw+BVSg3ue+JZcu4cGjEmcPgCzI4ddSVBoFzL4Os7+mflAgiQxETKmuO+tJqNFomKRZigZvi589E5g1VCoVQI9R6jGmwwDD80BSZGqQAVSsOjyrLuedkH2qYHwzhr+h49X3d/Dqr+3g5GiA06MhRocrTA5jBFOetE2UJBE1NbgNDbWujlaPBssSw8MME2KsY3bzGjAbGaxOKvvXy7Ms61qIHRfzItM1QungKEiD3zPg90zcun4VL1zbw2IaYv/xqWBo5YBeFlhchJifh3B99p67guMNZvyuU5QWEdXszl33IlKk90pUHQiNRqg09LVm7AvWsEnTRx+YzYg0TJFMNVmsMHEbJfy6iY2NOjb6dZw9muH00RyzCw4TlX/F60F6gPkzV3sGIp7vuEealkgnGrKpDrdhwm0Y4vUmPpcpQ5pb+fy0KW5YJbavtKWSgd/VMhojiLlng6zFU64Se1tNvPFGH90uE35TjEZzHJ0XOL7IUSVGdHudABb8L7vNOHDOZF9K2gpJCMkiFyQ+ndjSzWgnMBy5yWUQyz0m9+7c4zG94NiX15wh5zPVIWbBamawGiQURAiWgTxPKDZZuoeXX7kuazw/xfHZPoJ4KqQKdiHba9TugsbLVY7VoERwwoSuOl9qJskjtiy+ktZN9zKkkpSCtq7qIfre1mSQ2eo00O7UURq81lkXEkLTA+lfLJMmyoSGK56FUuRyXfJsResj+TfsZFSYUxIsOORcsZ94wn0h60v4rmR3OxO/pMYwtc65QwrLIRY3EeMLH7iTwxSjJxmiuUqUkLJV37PRuGoL6YpudIrL4/OldIhTEC1CBzW3jbrbFsF+PJ0jThNYVXYSmzCqmlC7mMDTjIUYTbkHsg0TZ/uFrHq7gt52DYZtCmErijnQSwSvWnUKWSU76efKNGx3LFgdS4aq/I59mnjr/P4KDI4LjM84oVH9lYWWSK+tUycxS0e1ZWA20TAd66r/MWD1C0kUSrCoNjVUW5rQdbiYgp4N2e9OUzYReTYKpv6yFYyS+58ODI3qFt+MBsJlINdTrRejdSVCvZdLHQkRzauRieXQREy60Hgpz6IFDRuZgeaWhQZpYzc8dG9WMJvGOH+6wuQ8Rq3iwa8QAUDiSo48tpFGFeQZDe0qicPaHtMrZF8RSReXCTf3YWcugmQqi0llx6/L+VO358iLGNNTD9MzD7svL7H78gpOLUZh8J7LhPCVlgVsfuZFjmhmYD60kIRqJkMaUWpkyIwMTqWAV1XDbrtwYKQOZmc1zM/89d6nwNZGBa+93MXORh3TUSbr/HCAs8MhKi2gc9WB17FwfpHLMswqDKOq7nueQwNWZdnII85s6JNX2EeKG9zL0GTOe8p1qnCcKuJ0gTCawK3mkvqr+jpGFwGGFzS/1pAEdY671xVFnGCla5FOpUYoamXs/OTfm3MY3hy7L8bYvR1hfGrh+LGL5dhFGfuSvNQrCYxKIilZ01C1PSJImqQ9LGA5CzS7BVqdQpK/knxlwGJqqz7asxKDM75XLDisOWA6TdLE1nNDFBPGMOfw2xn2XjDQu6LhcD/D0eMUwZgULBOIC5gkZ2gZIpKxSh3NRhONZlOoW3wWER3KswCrkJiqY00U/e+9TQNutUAcBwhJEBt7WExcmeiYBk1QfHhUoLF+QeWlBRkeJpE8H/2GhVZDx24rwV4zQa+SoF9RiPDSNjEKTPzg58APfs4KFwuuYyvMp+A5OcxX3fJ8b1VrFiJWaS1oNioEMU0zrds8hts8wnLYweR0G+GsgTR2UOQ03VEs4D5SCV6aEUA3l3D9OXq7S/R3FiIUM+07G1YwPPExH7uKrkHjAs8EBueZ/J0rQqFRnZhr4YyiS8m9JBNQdJ4TF85DOlOzfJYwTcgHP8vkVzCtAM1+ieYGzVwLWQa7vPMVdrpV/Po7L+Grr1yHFw7gBheYnwwxPhjgeBzh7lLDvaWJ06SH07iLhPOlJEDTT7G3BTT9DOPBQlbW1JG1aLyowwoayGdNnAwrOB1W1uhcPiMLdDoFmsRs1xfwqkuFHScuN47EQMTnqwz5YcHSKrKY6G4S+W7zvRwJ/WNMo+g0QbuioSU0IxtBSBMSK3nWZDY7lXdzqbWRY1vu5aodwLVWWEQBlvFKBOA4DNBrWfjq6328/XILW16E7UqE1XiF6WCFIMuQVTXMCgv3HrXx2aM2jg96OD7ow6zkqG0EqPUn0J1nMJwDeS4bRUUoN3EQw7Y0bGzW0etXYVgBdDtEuPCxmjUwHfo4fepjcOrC8COY1QiWN4ftzQTlzAAUsdpZtIEs3JA6HXnuSmqNqDlF9uNMejYPMJ8HeOemiz/6ahNfvZJhc/kErfAYA8vEwLKwP5jj8ekEgzDDkuZA18Wd203cvtNAFI0wmZ4hiZbQS5oodfh1H36jhoMDVvUtkZpVOK028tzGxSdjDLgmhRjYs4yGE+JPSR7guI/3gKp+IxWCiz+r6mpdo6Cf95tedmmuYdHr+tPLpOZlDZ8YeClACW1IyXFqciWHOjFWGraBWqMmi0ldmr5Nhyh6yTipijgKM4UOM9eFbsVKPlny93z2qsX9H+eufF4pukYuphE+OxhmIyqXxnE+X2zWia3FZRF0mBrlrIYTtwLSgT4ajDCbzDEbz0XQJAKapAZFJORhlOcDom3XSf51ElXVEylxnLN4/tnUWiQBm6i0MuelKn1aSpiqv+Vha6eCqy1XVqfXRavfR6PFsFETNc1A/eAE9WcnWD4dYvl0gLujFX4yi/F5kmNouxjZruwJuReRTnoOc+U7VPh8NUnkAEUJbZL5leGsCgUy7KfCSjQ3ch7NUFKMyYzhoFClsV1HzpgUeXmtUGewKNRLAtgSYTgJaZTk56/OPZxFcu9xidpXYcr1TFQEWJUIvhRy+blcop8VvlfpG5dJc/6zFKEpynF2zSX1VRyMci9KmgcF37WOq57HFOd43fM+pQGAQTnhPoseJRUA3C/xfLk2/VA54nyHf7ak3p8Xzq5/JqnjUuEu/of/m+c/96WWeSkcXqqYly0BzxNQ6wDPJRmKP7RHXH0NrZ2b2Lz1GqqdLYQxEMQ0n+tioLY0zrF0mU9wXy93F/9+jTsXti/NRTLHYgo3kaov0p5o0M00UqlUGr3vWug7Fs4e/hznD3+OOJig1FKUDBfUGkhrDdS726h3r6DUXERrAdiBCUvuF37R3Aeye5gGRnUGo7gq4i9F4LUArNDsXySALwX/XxHJ17PvX00JXxoB+Htemk8uP+TLD3UdB18TdJ+nzJ5XgFz+c+v/luAkP7nnVpY1L57fuyJ4PMdIi8bG31NpEQrtfHlN0EBGugkDIxw5CJNcLaVUyx8gHkO56ZTpQRmDFG1J7kJeSwyuPu/lztFpOHj9Zh8vXe+j0e6i2e7hl/f28Y8/u4uj87ESgEvWSbrwKy7OHn6Ig49/gAUTwCYtJXKTqz47t2rDq9IBzNQhXWlMRxC9GcCo6nIAa/Ud9Ldd9Ler2Nj20ev7qJoGqpaBlEmXZYrlOMFilGF8HuNgnwmAqYh0mepXX9PlKKaa0HkzSn+oKiXngJefS5fD8D5fvIVglIJpjNU4gmtouHm9gau7NUnLcRi8/2SBew/Y/cJ+It6sOuxSh0XRkD0GRKnVDLgtE6Z021D0iZGFmgg17LAqEyJKKLYqXKRw/Au+WDTYdOQ7OrSODp0HOvmic6QrDhFK6Uyqbnqo9F2kywzZQh0w43kCzcphdyHuZ7oC+KDlEJCLpfN5xoMC8XnsmjCxZBfMgFeJA9skHoQosTmydCUuf4eHpbUQTRd4ErBjlP971Qssbta1o5UDaYpqlz0y0tucQxw5Xt0WdCTF37KaIL6wEQ0clEsm2wqYGQPi7F8jJjoS5/q/+u99/Jt/10Rvx8ZonOP4MMcP/3qOH/z1HLlXwu1rcvjiIdoodYyfmBg9ZSdiAcso8fY7dfz2t3p44Y6HQl8g15f4zl+rNThnz4bCoVjGCoYRoCjY8WcJi54Qaw5OTOKXKuy/4dBbJXfYw8e9Pv9M17HQ326gf6WBwXyFwYIuw1iQHhzK2VVL1vVbwPUXiEgGTh6VGJ0XCIlpKpm6KWXduuHjzgsNEf+CuMSKHbuLAsGSYqYuXSAZBynEjpcxLOlt1mTIHywTTC4Uci1YQFz/RK1lMxv5jLFMIksTOeh2OhZqNRPjSYLRNEHO74wDUpsCqEo9c1DIRK8FG47mSd8lB5R2tUS7WUOnVZNuU66ACZBAGRSEdCHPGfVy58bGrdFZUiKUNAE3QUQh8kWm7h0RQtebJr4QxRG17v2gkE2eNof4HKTz+qYoy42OTXwnsRO8FClcFgWadXYv1ZGGJZajWJ4NqzGHp3zhKMcS0Z3EhPDQx6QJl2bR6MAhvAOLuDZ2ktuZcMGSdfKQYiXTroWkM1PBsPNzygKmEeu4+UID114qce3lGEUZ46N/jHDvFwkK3Udh+AjSCMuEQkYqKSaevaTLiPcRh9S2jorjoulW4VdsaI0IeoNJRCUAM23L/i9u3OQZSjwKE96cKwdSswXbcNHuttFo1VHkHJTMsVgmmLLjmPRI4ghdQtbVhvAyvSYbG7rRiK6loLjMJFHmsgeZwwAhFZRIiS+NKFKsO5B4RFtjL1TXg3K1cck7R3ov1Z9Gg0i356HbZ+8sBRh+7xpSJn/nJUYXMUYXEd6+quMdrrfbeO3tPjq7VXz30yG+++kAB5+FOPgsEgwkX+Y3tm380ddd/Kt3bDh6IMtrbcHr7iExbJyvpjiZTfDx51N89HAivdhMGvFFyp5BbvwXQxPLkYX/6b/bwZ/+yRW0GkSlX2CxHGEw1zBcAD/42wI//NsCb3+th3//v15De0fHX/2nh/jhP5/hf/6dd2T97Q8f4S//7w/x6b0h0rnqvv6Db13BH3xrB3vbbfTbTXx2b4j/4//6CB9+eohX3m/IuvvRFHc/mklfRbVhwK3rKAyml/heKQXnUS5LpFMN290qfvt3t/HWOx38+Ptn+NH3z7EgPs5M5L7+yu02XrrewDgzME4NfP5ggnufDGTDbLokCejY3SEtgwMa5bQlopjCEBPmCodb4KXXW7jzTUPfzQAAIABJREFUWksOzZPhSJ5n7EZuVOlWp1NSx72HCT66S0NNtsaU5/J7J3MTb7xVw9e+3kAUZPjnH4yxmGn48794G3/+F2/hb/7zh/ib//QhxlEIve2isE1Mn4WYHoSYz4H5nChhUwYy7J1mzxKfezG7swPg6+/t4Hd+4wbaPeBo+gTH8yMsCx2LUset3iZe3d7B2X6Jv/kv5/jwZ2OY9QxGPcMf/vEO/vCPdvHCtS661TrysMB3v/sRvvvdX+LpvoEn+xw4mdBrPPCte2AzIuZVP9prb/Txznvb6PZYnTBBms6kT5u93Exm+bWKDGDilPdcgKfPSjx7SmOEur+Z7Kj5PupVH65hwaPZw2DaxIbB7zjnPaNLz7RuGRjPZ7LmUYoFTRkFk8h0mZaSUmQq+ZLWwfuYWCji4H2/hVq1hemURgZ2kwdYBewQj3H+rMDZswI7txLs3Ezx3jc6+M1/vSPGuo9+OsJHH4zx0YdLfPyzBap1G91tT57hkqjJMqxC1VHpkiDStGVwycMt3dOql41bANXBIm8ASRkSfUwRw5D9Dp9/FECTUAlQNvtCS6Dul2jUCnz1/Qq++Zs13HqB+70W6i0fp6MRTkZD/MN3Avz9/8uEdYoXXizwyqsuvvb+Lt5/fw9PRks8GS3w2f4MD/YXeHSwwjLQsQx16FkOg2mpRSkJSA7MrAoTuNwTptCtVHq/k2VFqBm5HiBHBEOz1RAzzqRbWZ6ZRP+xG57dx9q6C5gCMB3UCRHQFKWrqFaraiCn83mdizlPMFvEfbObKyhEfBQcpMWkDdHgunSJLmYZ5jPid3QZNsg71QKqvoZbew5uXbXx8rWG3Os1CvBERycRlqsEy1WKVWRiGZo4PU9xcBTg8DDG4WGG04sCRR/Ie0C92USr0ZFN8mQ8Evd5rWWj1mL3uYdasyJGrNFwguU8hKNVYOue7LUXw1T67tsddoDbmI5mmI1nsGo5bD9THdns5+PDn0OnzETBBJ6dyTOISEadA9xxBm0J3HljA7ff2MT4fIXD/SmOiG88jDGepnB7GtwusLOzJ4sdgRbFqDTCbDLGbDLCdMZuNya1DPg0kya61G8QCWsxAU2qiREj0AI0rxjYveNh5wUPwSwR0ensPnD0Kbs9M7Q7Kv2W1AokfomaX0WNQndmIVnpiJYlZuMIs1GInCQRniG4TXGZRKpiY2MLvW73ufg/HKxwdrrAgtUYYYwiTFH3Wqh5bcQ0acxWYvRIrViEzNe/uSNrMp1gOp1gcLTA+ZOV0DtKnY5QJssLGF6JZt9Aj+KjrWE2zDC7SDE7TTE/S2C1NHhbRLarMRc35hpn1LLY/2ygCIFsyYMnBCvdvOLg1RdfxCsv3sbRswv8048/xsHROSoNH9VmDePDBUaHHEobaO96sCs6ggXrQlLkOnuFiajl0C6FbeSo8p1jAdHMQjinsa8UzK7fAzZv66htANNphtk0RTwFkonCyTMZTCxnt1NDt+Pj7PFc1vwilz00z3VeF6j0mKqy4fcs6c9dLol7zRENgGRMbLCLRt8VfBhxjByO0dTLwThNRSRQsWuX1BmnSupTSAsPJtMcUxrvnkBWr+Xg5gsV1Ju6pPBm8wijqYHh1EC1Y6G1ZcOV4xMfgGrYJ4OplKIgEcVMwvJeYLegEjZLPRQTkVTAEe2bEmGdSaLJ0nUZohaxg3TlokwVeYbIebeTw20zxRtiPg0kHWxqPHDX8dWvvYGvvv86Ts4e4f7nv8B0eSHnGN0hgUqTa5T9v7LOcqwOiWdWZzTptVvj6ClG8FzHZ1NBoC7d9DmNzKkMLFl30Go30O130emSIsL0bICs5D5mIqmYenULFbclplMiRSn+CqkmiBEQjRhG8hxnz6HqRWcKSfW556WJVtdHo1OVIaznu1iuYsxmAdJsBd1kAiRU6Dk5+xUYPKQxV4PfMdHYtNC77aJ320O21CUVPjgMcfz5HItxCt+twHeYdu6iXutgGcS4GIwRZbE8A726hThhBzrPBisY7hKVKt9RLiqug5P9AidPCkk/d6Sax4WmeULdGA7GGA7HaNVstOs2olmI4fFcEjzNvQoaex4y7tnSELWahl7fEnPU0wcJjh/TdOuKQZqUHFghWlsmtq5X0N+r4OykxPlJiXChIV7RnFLCp5DQKFDfKtHYLJEbETI9wnyYY3REagH75xTFjKKGTuNBXoURN6FlvgzkeA6bj5dYjJeodELUNyO0tkgYM9DoGEhXtnRGx9MI8WQlRozBMbBa6qh1K6j3PHRetNB50RZ6BsXfxYimJJ6TOfMoUCZEc7OjmbMqF81OC/VmHaWVAHaMMM4QRHznWfC1BiqoIsxXiLIldMsRHDD3ppWmMjKfPbVw/tTG7p0ldl5awqkzKU3RnB3TAhyBi0JWujQQzCxJQzNOwRqPWGMjfYYqPzuewV0DHntrEw+PP82x/ymH6ZDarpde6uJbv30Dt6628dE/DvHLfxrh5PgMJ0fn2Lhaxc03+ti41sTxaYyTkwim14Dp1pFHKeLZUpDmSeghizlnYfJCDX/5nOQ9Rtw9e9OY3GQCd7G8wHRxDM9PsHONqTELZ0chTg8j2PombG1DetrWAEVoZQgN4Zq2yDMZefQ1+flzk8nbCXZuxbhyK5LE7dFDD8GUXfY+TKZhawC9rpJ8EzQ100up3GOWM4flztFo8XNiAk0lblL2fI8qsgZnOoanFBsNebfTME9jMwfYNM2TWlVoDHZE0hd++w0XOzdt7D+YyZqdZVgOChi5jrrP95mORcL0YYRmo4VmsynDfkmvsWeT4lZGE3uAIAzQ7GjY3rXheBnG4wmmTKlHbWQhu08T5BxmcFZg+zAsTzryWL7GgaVg1PmMozm+kuONGzbeuGmhac3QtKcye8h0D8OVjR/9MsePf0kCFxGHthKVRQAmXlQy2IrOVSGBUFEMuV8nyY7itOUfwPKfYTnqYnp2BcGUJjCiSon7Vqli6cbkO8AL4NWIp16gvbVAZ2uBPK6JKXI+rmB05mE5oaGCaX9+9hQuaJYlqY6JYj7PKSqvhRQRfdi9qcw9NNJQNBbnO4fzRNAzCVzwOlrANANUWqQVGfDsITx7gH4nwZWNUhCQL2zfxI3eNirhsazx4QQXz2Y4Hsf4LCzwMDIwzrdlSS3NfIFaJcLVnQzteorpMMJsGCFrlsiaBcy8CTvooFi0cXxRwdGAIjb3xwWajRLdXolWK0W1toJXIQY8QESxP14hiFYyz2XuSddsMdd5ZgN+VRdKHju0icemMWc0iqQOsOUVaFZYU2NhFXDmZiFnaIJGd4ddyAxFNJGXmzCMCnw3gmNFmAcrzFdLEYDTOEC/Y+Prb/fxlVdb6FpL9CwaZEiAihGxMs7XMM1sfHSviV9+1sLgdBODky2Y1RS1/hzV3giWdwSrcoQsdJCT7sC9cZxLSOfatQauXKkizefI8gUW0zpmow4mgypODzwML2z4/UiWZrLjfq5oRLGBPKb5ZgtltoU0MZFy9sy5jCkxMZkjUSAIWTUQLPGtN2r4D7+7ga/0QgSffIDlo7s4a3Vx2upi/3yFRwdTRFqJ1rU6Ons+ttvAdlvDYDTF4elIAg7cv9G8W6s2Ufcb+Pj+VJZVaWJ7b1fOEM9+coyDnx5jHEIWzbeu5gn9qtSV0YyYciLypKuVlYeiTyicrpoxKurOc+TxOgWssg1fiJ6CZpWeTT4XTRQ0O6z/3VLJRJGRZNEKZ7U2Or0OOr229Lj7DV8EYMUUzJCsk7zpLEI6Id0nwHymyAysXWIFk+BR1r2tz7WetWgoRlHuPdfoaiFQNWx4LRf9jT76/R66va6cH3h+ZI0lf8vjoyNZp4cXOD0cYDUPFNaaOj6Te0IXK2VJmOVLWTuJb1Dgln5WpmNp+GDNEUNByTqEps7rXJu7Pm680sKd1zt4a6uGt7Z9dDp7qLdvAGYTq8REdD5B+Z3voPjO32M4ymX9Y2nib2wHD00LDcNG06DBOBY6iSLMCHZICJNEV6sksCmmcSX+XnbslmJ05PNQhGDTREok+myJ5Wwl5NH5MoZXrYjRNiVFdMXQH42Buhi8aK5j8pbaCqs9eC9J2IZSivB0lYn0C5zz2sgjwRw+R9fYZj4piWYulIn2Uj9TVnd17ShNS6WAHY8Cv6qKjFlhyrf0WgAW7DO/+/V0W+ak/FwyfvZKjBNKA99vGWt0UtFslDjNWQqfbUpcVqL0F1KhhCQukd8cwosRX/3cl7PeLwTIL/3d/58AzKMMPy/HQ+F46OzdwpU7b8LvXsGKZLCYE37116UALCyMnPMg9vWyb1lka9kDiuFY6lwp0nJoLSXCos8V8txlr7WOtqmjY+o4vvcBju99CC1bCWnIqNhYeFVZfmsTtdaG7O5InCPFwKFaQaFXag0yvtLUv5uaErUGiX5TAFYJYGbmvxCAldn+uT76XFxfRyu+lAb+cgL4sr+XTweleVwaVFRUSv6dl9fZuiP4+fexvp4uryutIClOXs7y0wnBQagIfGYTV69qOXgO5OfMz1DjICmPUWacVdE8x1uM7zEXme6ouZwYbkVukZ9RusNJ7KUGkZeqnmydLFfCvQof8e/VjJh7GZqaVd3Bazf7ePnGBnb2rmJn7xo++OgBvvejn+PZ8QCp0Fc11KoVCQqePPgQTz/+B8yHxwwlSgMySp4KiPmtsOPMEJQUbxqJ7QvWzkBnw0d3owbbpXyuOulWS2KM6Xy59PAoHJ9E+bnJjOkEUQlNOlqEOpQpHBsfQIJbLin88rBJMYf4Um4EIX1Wfs1CvW4Joo6pHGJ9RVjPExF8KIDSiTSaxBiMYgSRwsPybURRy6HAbCqlnv/NBz2//Zh9wOxsWydipR+OaU7pOeBQkO44dt+U4uShc4WJ28LJUTIpJy5nPtxVzS4/M9e34FQsRPNcEGzsDFJKP92kHL5xDqHLouueB1NJGjPObWlodx20eg6mw0QwmxQXtYwvBn4/sXSmqQc1o/P8NVS/nQhQdOmu7SySDpSyciYblJPluR/CZgeeCds34dSI0aBrk51VCbK5iXxuSIpWXgpM8+YlXK1Ar5+j28vw/u838Rt/0kUMDb/4cIWf/niJp/djPLsXw+Uhf5dJzRIJ8XGrDMXSQLHS8dKrG7JavQJuNUCphRgOI4yGET6/l+HR/Rzhgthmfgd8YdKWHyt3GCPzxI/Q/cBOU+ng01DGGUq6u2URNWSht1lFve0gWR8i5lMOKGKYTiHCNLGYpmdISmJrQ5Nl5hbSGV15JlLpKypQcohulmi2DHQ7dMkUWMwTTCcppgsDM6LBiLZjWprY4kxt3Bs9G42eg/FFgPGAKPIS8UyZDNSIjJtIbgJNGdjXupYIbyXFyzxVjvWQPWSmbH5443PIwxepmJIyIoYteHRacUBE44Sl0lx8TglqNEhU94ocfuim4ZCcQ3FDNhuX5gAO3tgHwCSB/EuISxU3quplUOYVhfKgq5cvVrr9JJG9/r+ppG4p7lreq1WvhOfk0ocsPTBxvh7YOyIULacZwiXTrPwc1lgPfq9r04IkiqWjsRDHss2bix8bf3emueRnofuQOCaiRtZl7bS48H4kFdumu1THtdsVXLvDFxM7zhLMZzEefRTi2YMUuulCN1xBk9GdzntQEJHEsdKNK9gl5SjiEKJdZ2rahNWlmYPJAA5beChkb+Wa9bV2rMXTHMksEzMJ70I+RxtdOhgriFd0iyssPZc0PIvzkO67df+fYD744uLGRyFRKABzMCeob6JyuEGW/aPqr1LuNYWvz/JSieJio1MIaemmzJUZgINWQ8wFGkx2CLdM1FsU89UmjIdX6SWc0VjBfr8Ur+yZeHXXxLtvNfHWWy30dz18/+4I//XuCI8/iWWx844H25tXHPz+1+r4rbcq8I0ZqsYMXvMK3PZ1hIaFZ8EAT+dD/PKTOT76ZA67tNGwPTgWu1wNQVKenIQytPkf/6CHP/2DHrY22ZdQSJ/7x/cn+OT+BINnOobPdLz2The/+z9sw2sBf/ftffz0g3O89+YreO+tl/GjHx/g//kvd3F+usCVdh1XN+r4ylfbePe9NpaLAmfnGU4GcxwMB5hGCzS6vH8tfPazFT77+RKer2H7miX90ZlhINVNLMd0sifQghJ2rGN3o4Zf++YVvPxqBx9+cIQPPjhEnNP4U6DXq+L1l3dw81oPj46m+PxogvPzBYbnS0nr8/Jmjx9pFlwcHlo0OEQpghVNCwU2tirY2Kqi2WG3OCShNhkEkspJ2KFN/GnbFkzs589SfHI/xukphzcZommOdt1Di7j6uiHYtQq7biwffpX9fQ56Ow4++NEhPvjRAVZM8W040HwTi7MYy7MYyHTpbhKskcBCeNXSIJUhWtEgBvz6N3fwB79/A50u8PT4Kc4GJ6i3Gqi36liODExOgIPHCe7fW2K+yPH2+z28/X4XV6+auCqdnpqkFY6exbj/8AwPHp4hQiErZj93ohyBlSoPsipRyX1Ip11Hr9eUofN8NMNiskSSMA3PPnVd+hAFJcgkFIcxFl3bVURxhCgOJU1KMVErTKRMEYaArdtwDEc5/7hp1igYK3pDRNE7SUBJItSII6PBQ4NraqhaGXwzR83joL2CStWF6xODb2A4VPsTooYD6ZSMEYYx4igRaxOPs2+828Yb73XgN9m7lGAyivDo0wiPP4twcZbi4jQRcadS1+W64ZCMiRq+w6UGwNQFHyMHlTATU4r0JDEFSLczMVI876xdoerppLBd0oG3dp6LaZXdRCUFbQ60dWw2TWx3LGy0LFzpOoJY7/Y1dPvAyXmG/YMEZ8MQU4oIaY5GrYlGvYl+V0O/qyMzMyyKFOM0w/mykPXskwTPPk2wGqXyDueziiY9s6aMXlxMeKbExnIgaKUoiNNLXVl5mCILQ+X+pgDM35NDCj2Hw24ohz29qiua5w/icWttR9DPNGSTmMKUmRqErhFLa78vN+XihpZeQKZVMiF7uHaJjbaPrV4dDd+EZ2fw3EJ6oX2fAh5vDSZmeQCmCJcgSHME3KMRIagbgnqlkDweZDh/lmF8UcDZNuFu03nuwjY92a/xGiVST52NS/nZ611PrmMKTeEyQTzWkYx5UDNR6ByAGqhUuPfVkBXsi0yR8rCvMUlUwqWjnrkkMR/qUoHCfnumnG07h13msNMCVd3Aa6/dxKuv38C9jwf4yQ8OcPBsilWUIdNK1Lcd1Ik8bjQEuyYNZvx5mfJZqM7rFdHncSZikMcUCPGn0wwxE4Hc5xWmfKeZFaO2Sfywi81rTDqpoenZ5xkO72aIZ0QVkiRSIm0myFopPMtBheXWGbutaXTjcJtDaFP2nWlAWkEiKFpe7+zNpQGA3c2Wb8gei4YqmgguEexFrEk1B1F/CXsPWduhJai2Dbz6tU28+v4mwmSGKJ3j9GCFp/dDjM74z5MWYMFt6/DaugipjT4rSvg8sRAvdFw8CTB4GsBu66huW7DqqtePCQESUNJAh7bSZBUBTZ2FvKc3rvvYuFHD1St7ssbDER48eICLwUAJMJaN2Yj9gxEDQ7Ap4vPIwH0Mz1cULA0aZ3jmUYdRj9exxTOqSiWz+5p7Na+poXdVh9/V5BoNwgLZskC+5LVholKzUfUtNFoemk0Xh5/PcfhojnjFExd7zzXoQucpUW97qLddhFGC1SqS81A615AtufcwhWqjekG5F+MwWKHKJAGRFtJX5Hm2IPlrHe6HC8wX3IMXWD7hKmU/tnnTlp9b8M5Md80MLGc6HNJaWpYM/dXWlnsZipyxpNS41B5ZJbHciidVOrk82fnW4ZmJh2yioSkWF/A9F1XPQxEr7DsThHms9sn+RonqBkUVhZlm0q5a9dFqNXH79g28+OJ1HJ08xYPP7yKM52LU8WoUvtgnRIyqEsqnpzlGByWiOUk9NGOzB3adZOAzrUohCPK58j0k1UNajmbTQafjwrPZ5+pCRi/VFFaF7z325QYoaHKJfOSJ99xhz3OnJPFpKFzXp6knH4kkCnO2ChIR18OE6UOiiS3ExEPGkC7t1ZTG1xyNDveSfK7yvRZjMigwPlcEo+6eg+YmKTzKfLo8LbE4pSE0E2MNz2+eY6DikoSkqAKJkMECEUb8BgkIJubzCPNZBK0SwqwH8Bsm6jT2uBUcPQxw9CCQc2Cr56Lqe7CIrC1NTKdLzKYreU7XaoYMawdncyEaNTeraGxVkeXsfCUu2sDGFXZwAk8fBDh5EsPRfbgau1NjMivgt4HuloNW38bpSYGzE3Yp0xinCaWn4uuyd3TqMZw6vwMO+DUE81xMMKxXyVkxldJkasJi3zxTgjm/P1sGQtxcRIsE4SJBrZOguZWg3ktRaWXwGjmSlYUksJHOU6SLGItBhsFJiWBpotmro9lroLaborbLwZ+m/ryYHe+ZkKTSMEHGWorARBa6yClya44gaYkmp+mRQMA451lGh5G40BNb0vhBRPGOFCh1j3a2UjhejtOn7CTVsHE1w8ZehkorgFVZQbf5LiOJwBSjkM00HEWygD3kJCCpVRAfaRLFnsGrZaqnmx3FsYPzI+D8qES1UUWzX8OVrTZuXenBN2x89JOnsvizJnmG/q6P3VsNNPseTk+XOD1dIM1tpJnqafQddjvrmAxzMfM6HMLzcLTGBnJIqmgqJvKcYiAJM3Pk5QSen6LdY2WYjtPDGGcHCSpOHxWnB0262lSHHJ3AWkmKCffOatDKPjnpc3XnMP0FejuRrItDHQcP+T1U0G62Zf8kuEZWlQnZjaJ0Lp9xtZah1UvQ7sVCA7KtFPNJIfuIycBEFnSQhh05b0chwwAa7CqvMzX45IXN/QnTsDxvEyPf6Bq4fsfF5p6F46OprNk5r1Waom34nhI+FvEMy3gO1/XhOL6EGWT/qHG2QNyqi5QY/CxBs5tga49G/RSnBykGp3zvV4Ccid8EGuc7ItZWUZYV9c7KeK3SGM+ZGEklJFbkuNYqcLVZYKOZY6OVSUA2MoCzuYYff2Dixx8aqPp8P9FUQSGD+GSeiZVoRfMMn3NqP8f9fAzbm0s60+R/u3PMBh2MTzYRLX0xQXOiyRkEjRoRn7dxikp9hUZ3iWZvgWpzAb+1wGJck5WsWsjjDpLQwWoZiqnmcl7HeQLnKuqMv6514iaUcEaZNXAAzDmAJfuVgs+ZkvMvGsOJiWRaluSnTN7fHpPp3ik87xS3rxl456U6bu800HPb6NpVuMk5nPgMR0dLPH66wuEswX6W41muYYkeVmVP6m1YNedaCTrNJRwvwHgRYbTg87UAqiXsvA4nbqFcdXBx4eNi4IvwxtXsBNjYXqDZjuCQmGNyHxFJAjhKl7I4qwGfaYUH36vIc7pW0VHjGY6VZKZC3E8uUqnFa1cztP0cYQRM5sCU50vWv5Q6Gg0Ljab6jPjdMJnK5ybv1clshfGM7womqCNs9xy8/1of79xuo2GEaBgRltMFpsOlCMDwTcxSFx9+2sbPPm1hRvF/2IFbC1HfGMHvDqGbY2jWWIR8MYJJYw4NsS5evd7GiztNGGECM0xweGpg/8jCcGphEdlYJQZQiYBqBL1MYXIOy/2YdMnbSNI+knRDdSynvB8YpFAnXhpGSQC7s+3hznYF7+4BX7+WopuPsf+zfRw8OEFyaxvxrS08Hoxx/+BEyG13Xmzj1o06KmaCihnjeLjE07M5Mr2Q0FatwZSpEhru3Y9kWV4bG7s7sO0aTh6scPpwKdVVS9kbcr5KUgjrbRjGYWc86WcMiLAblc8klWDl3k0WiQA0G0rCVvVi8i+arbmf5Uyc6VbOqVSrphIamXDz6q4smrK5XJpLeN8SKyximxJpaRJM2SPL8EpKHDW1hEyMojwTknbIdHtM416s7tvLs64IRV/CGn/pb9W/W2bPDKMxKGPJjKRaqcp/c9EMwlAIK6dKM5IlJmt2u/M5TXrQIsRkoNLml6IkRVBqKzyfG3EGg7NRjYhtiX4LOY//SUqmKnPs7VWwu1dFv+mgV3fQZs1Gv4Y26zWrLq5UHNTtLny7h+QixfDeOUb3jzF59BDjRw9xAh0nmoHHmoEHmoGhZqCqmfCZQJS3uvp+JNxLEw4rPTjfotFFasXWAqdJ0dYWwfQSgyvfKQ2STFPzDBpwz5tgFSaqTschtVTVMkpXMLcJfO2xps+kGEgdSOlDUkfFyk9RbtdIZEkIrvekFIUla3fZnaxQziK2rjuGL7Hj/JnWp3aF95VkuiHfFfegRIpzli4imqDElTbE35vXjyKFrUVcHs+4/5WPRwnRnJ9Sz1IEvHWAhgFDkVO/uK4ECUz1WQT/LxDQkqh+Lqj/C+lXZX/Wyub63/UF7fj5NauTeMl9EtPLtoX2lWvYfuEV1HpXEGUu4pykCUUf5WfA8x6F1cv3oOo6VrM8hbFep7zlQ1XkHhHFnyPA5RQEixVYWYzzx3dxvv8ZjP/G2Hs9SXbnV37n+nvT+yzX1d4CDTsGgyE5NMOdjd3hRkjkPnB3pQhF6I/ah9XqUVJQIT5QERucJceRg8EAGNhB++7qri5fWWlvXm8U5/vLAjB60AoTv2hg2lVl5r339/uecz4HgQTWrJqDuNGVVal2ZJWsn0yp0xmwdFtqAeUsSvGCgST9XG5X2h8FdJqEVsLeN7K2X3eMf/PVOk97f/1iqX87Twirq/j3WpXVeySamMKDn4urX3Uwn1dOrl5zFc6lUy8TDU0E/vP7lbhZVphB3k9XiXj1slG75Ocjgya4TdJ9+Ynj5491R44g7XkFivYpAjeJAYoawGcFMdxK7Fn1qKsvWEiDPO9ZQtOgE5iDrBTdjofXbm/hzo0NdPt9WR988hg//adP8WLvVGaE1CEbXgUNz8P+ow+x88XPMT/bl9dDsPNMyXJRWLPoFqqxZ8NGveZh2GvKunZtDdeuriGJOZAc4fnTEb745AQPvzxTqnaewWDcv0LUKfG85L/raLZU/w6j/gq/w+F+tTjfAAAgAElEQVRYhHhJpHMhaOAlD5KzFGVcwKDbQ/ClvHGUuHy1iktXquj1m9I9wgP5o4cHePbsBItFiYWvItUic66wsRQzvLYNlxsGzYaRWyhjDekq4UEcTRQS9UU6NgUiA1aVjlYOkpQYl0clciZhbUs+6JqlI814w09Wg76V231dDaWZlCXnmwcKf1Ki4OakqvAAJXuAgwKlD1nnFXyre50Mdtcue1i7xP5X4kdDRLMc2UINGMx6CaPGByDjzA60uIAWqiEPP078QKnpPNUegxZT1e9HlxZ5kasbrN10YHE1DFh1/voCwWEiS+OQnVhIunGZMiT+N05RQ45XXwFefRV4/Qd9vPHDIXZe5vjb/2OEv/3fTyH71KhEd7uC/vWaCP1HTxbwTyI0PKBZAf7i374uaxZO8NFn9/Dg0SGefJni8T0e/m0RMdj9ZqmxC3IiKrgpUv4NZHTncoBfJWabww0HyVkmiz14VD+HWx5uvt1Hd9PD890JdnbHiCY5onGB5tDA8IaN5hofCDy3lgo3w+XW0HZbqDie6lI0CyzCEvOQn44YpRbJwGByHGJ0GOJ0YeN0bktXahYmKDi8TijMmli/XsPajRoOXyxw+GKOjL2oPDxnGvIol88T9XV6gFrDGtYuN0WMPjmaCXpHBlKlLuJBtVERk8RiEWCxCM+fbvBojGgSa8iDbEUcuif7c5zsLURs4OLGmAIxEZZFEUs6mYYIpqPFOcdug5WDis+euCRqxxZXjlx9X7nl+OBjwjmVZLNt8bDCQykTgHx/1D/DYQ2DQR2tVoFaLYFjE3WaiUEk8IHAZyq6xHJBtBwPYixBV32P3ByeJ4gFgyP9T0BFr8LTq8iDBCkPVD6HISQEULg2BE8hN0E9h1FyE2XCtQxJ4BDhvX3HwfYdW1DzR4cJDndjHD6NcLKbiKFDFl8n8us1YuljSdRJZw1scfzS5eZ5pXTWtAc63DUD3rqBvUcxXj6KZQNjVzR5D4Xpb1hYHsZYHpDfz/sp3YSWDO+ZuA/OUizPFO+fQoVUIYjrTg0JvmKSiDtLuQlpjKGYwA5oEWeoNzMQaShMKbH2HCayby8mppRoaYoasmlStwUxMXHebDB5oNDpxMg5dQ5LS9W/xbsh8cALYH5aCoaeDz+9KHB9y8b1Cza++0YD336jjo0tB7/4coxf3JvgwacpHn5G9Dhd1cC1Cx5+9O0+fvBaAy1zhKZ5Cq+5Bbd1HQvDwuPoAA9mR/j0oyU++XCJtXYN1zZbqHoVxKmN6aLAw51TPNw5wV/+eQN/9S+auHyph1qzhyBx8JOfPsPf/+Mz9CsOBhUbN++2cff7fehOgV//8gU+//gE/c2r6G1cwcfvH+GXP3mKMkrx/TeHeOeNPi7edGV98PEI//VnB1iWMS6+ZqO7ZWAxUbjD+x/EuPdhjMG6idtvuLh020WimYg1Cy+eLrH71IcRlegYJi6uNfDmt7Zw7UYXn9/bwef3nsnQ0nV0SUveuXsdWxc38ZuPnuL93z6RQzLTEipIz4OwJSlULsvIYFMYIH60iEBq6Y2bA9y4MUQUTxDHE8zGiQxXT/ZyvHiS4+SwxOBGBcMbFTw7zPDlkxgnhxmS4wzavJAu2dt36jg9ifB8Z4mtzS7+1b+8g+s3+vjt50/w28+eYud+jJ17CfKaAYfdfF0D4ThFOElRty3UbaLyaGxKFOpIUpSFfFZ4ff/pD7fwF//9FXS7Gp493sHx/hFuX93CnWub+Kd/OsPf/d0BHj/x5fM5XK/hf/qf78pazEdYzE/xwQdj/POv5vjgQx9+CLn/tq/GaF3hwD7H9LAEN7/rW0Qhsfdeh8sUbGAjXDiYn+Y4fLrE6CXNRTQS8LBL0woPJQU8l+koF1dvD3Ht9hDj8VgWEczSez7PMT5RopyhO7KkOaNMpDv+fLOpUvYWMqdA6uVioiD9pGYZ6Nkpek6K9XYXG70B2t0GPIogZY4PfvtCVp45sogUjeNYvr6t7RIXLgJ/+qM7+NMfvYKX+xP8wz/exycfHOPgqY6TXdVhIwca4vFNJiNUbznFnXrPRKNvSfd5TlzpIsdySpdtKf2SvD9IByrdjHJgV5h5RQqhQ9aE6xGTxCEZByolci1Vw9/QRsyewuMS8UGGSlbgUifH9TUNf/LHffzJD/qoDDRorRwPX/r4yS9P8esP59h/oWPvhY5/8/0W/uIPmrh8x0F924Te1/F0muLZLMHP/ybEz/4mwPQ4EsQgsbhmm4ZmbjxoVCOmtRD0GokYmVei5PUS1OAEVRTLCNnSl3Sz4bAjngjJHJlOlz4FGEuZjmYK39zcIGaYKVcDWmxKynQ6iSUddV6p4VVNeBXViVPktvz9aRBIsnV7w5B199YAr72yjgtDFy0ngUsBJ86wTHLcfzDH/fsL7B3EQqMZz2gUKEGZmvs3g+QNHhhKDcmsxORFDv+4QGfbQXubnzn2essYAhrdPhoQz2JZTNG11h0xG3KvSyzz6HGCs0cJvEED7qAOy+EBJJKhq90yYDdNzIMQs2XIlxRNl+UE7AksEEUk/jhwq64MqjmRr1gZWh4waNp48+5dvPnqXfziJy/wf/1vX+D57gh2Dah0KOjU0LtYU60FOgU44szZA5hIwnvJwb4gyjOYBTGeBvREk3SudFWGJorIgsYUiJeh1tfR3uA92BEBptExcPQswu79AIsjDXrA9JSJvBeg6AWwSwM2XcM8J6XcGpmo1FqoVpsicHDAvWTSfjSTRK9UJRgG3I4Ht1uBZdiw5OClDA48io2PpxifTMU8Rfeyev7mqDYM3PlWF7e/1QVsH5rlY/d5hPufcfifAUtDVnPLRmPLQqWXw2lH0qvqaHUZ8L18MMPegzmcjonalgOnzQRoAlgJgrmJYGYC7FKeFCh8Gmd57jCwfbONCzfb6LaG6LQHCMMJRmfPsViciQgXJUAQ0RiVIywy6WTivoJDYnZRM+5H13USs1pEDTL4/3OtjkpKDA9yMSK21wxUW4ZgVjnwVO4bor1tOI4aytUaluAznz2a4+mjmRzYG00OxmjUYUccBckaWs26JHL8pY8kTFGmFCA16dPl4tnO8LiHUWZdmnOZGA65n15N6lo9A8MLhpheln4hK9jhymE3NNQu67Da7CmlKbBENteRzjmgI3aOAjBTfMT66ZiyUuF0iSSksUSd4W1W88hZ1YXtuEjLCFkZoVxVkFAEpNYVL4FOq4lukwjlHMFsiWAWyx6JQ/TGZonmJj8yCodK8bHba2Iw7KA/6GPQ72H35R4ePXoig9ThRhOtLocBS+mlDpY8E2c4PaSIVmI5A+p1R1z27IrndcV+8jovTkPDbBaKyeLcOLmxVsXFzQa01MD4KMP0NEV7o0R7s4RNUpKRiehIpPHsTD4FghmlkFlr02xNSkVN6hBqVVNSTp6jywrTELNggVlAY0eB+TzHyQH3GDEinsEmGVpNB5uXali7WMF4OsN4NsMsZG0DU+EWtm556KzTaJvKOn2UY/SIxl3WyPCcQrMWSUSkAzRlURThcJco/3qDJA0Dp0cLjI4W0Jsx7H6CesdGs95E1a5h994Yu19O4FWYkHVRa1RQ9eowTQoyqXRaCzmvypnBEscnc0RRima3jma3BsmeajFaAxPrlzwxdu48muPgRYCG20DTa6Lg+T/14VZyNGjmaOg43C9EBKauwKEhcZJMSNsVnsV8FIYPxyL+3xNjx3KaIJzTrKCqZDh8d5yGnIc4CBfiCIfQzENw5h5B6pI66zkqnRBmbQm9slw9my0UQYEiYMdljhGTyL6JTr+LTr8Hpz+H06NYRWRxVcSsKY1aZxGiBfuvI2iZC7NsIosczKc5giURszW0B4zpcY/B4WiBZKEh8ZkwpkhBUYCfdw2tro4LV4F6C9jfzbD/IhOBtNO30OguUW3P4FT59TqymPpjXZKgSTgEJnkkovnDhOm6sgxWG7mxnF3KxEGR2PAXOnzfwHCrjwvX1tFwW9B9T0yKn33wBT778AvU+y00Bi0MNmvor3vy/hwdTnB0OJbvbT4rRGC9cGEDtuFh78UMx4c+HNODa7mKokTBgYm2lemPdJUgyOFUYlTqEbxqJtQumjMpbB6+yCS13qx3RRAV84gIPopmIKZ27ickG5xBIx68FsBuBGj0iPWOcLybY/chBdIqLl3awMbGQEg2y0WGyWSByXgOTWNFCNDta9i+qmH7CoUpdilG2H0a49n9FHvPDJjlJkxQ1FnVVxA25iohmNVMPOELIcLnTMCQWV+rZ2PjsovehoXReIKzyQST4xzTY77+FVTsDkzdxjI6xjI6EdR1WboyJ5CeRV1HpcL7R22Fcs3RGbAjlw+1BC/uu9h/6oigb5kaLFLcPJ6RDaQJZ0YVEVCIBbW9FG49lU5xCoVNp0CrDNAqAmxvedjedFF4GRZ6jP1Zhl+95+FX71XQbNGk7cJxPOnc5b6E91Z25yp1gaK+OjcYjg/N2YVuH64wzzomxx2c7vURh/z9qqbCIGlN82R/wy7xRs9Hf9NHd30O013AdOY4edmQpRdrqHkXiBvEdDqGv5jBMimcV1bELZ7JVV0UZyclh0ZaIt3OPG8waW4ZLRGv83KMrJyIYMeBPQl4nHeQ9GSnJZyEXfW7st55rYZ//QcXcHe7BVaXW2EBOxvBykZ4sBfh8+cxni9S7BspjvQSmdZGqrWBpA4trsMEkeJnKPQpTpJIFmsY2CntFDU4WQta2MHkpIHJSVOEFH7228Mx1i8dotkJYJQUeR0xLCbsAM59JEzHcjSXNIRq0KjZsupVHfWKEoBLiwJwitlBgdlhjl4jRbeRYhGkOBknOJ5lmGUaprmGzWELm2steE4CQ5tBM/j7G8i0Kk7OQqkmMZ0EXiXB1sDBO7eHeOtKFxUtQQUpZtMpzkZnQvgzai5maRW/+awjK5g3ES6aqDZnaA2PpRda7MdlpCgbeYpYAxLDQK9dwXevDvHmZg/VmYbqXMfvnsX48FGIo6AA6jryqga/iOCXEUxWRaQ2dMHtso5Oh5/24Cd92FkTdtqEwYCPNUNazDA68UFCzV//4SX89R9dwo3GDJ3kOeZ7B3jvvSk+ux+g9t1LqH7nIp6MD/C7F0/gOgl+cHeAb99oIQkWiIMFXpyGeHLMB7CJzSs1tPs2gmUg/bdPHkKW6fbQ39yC7bVwemJidGKKUSeNWWmwQDA/Q7wcI4umyKMFtNSRZWgMdvA+vqpzYbiENBRTFxMcjc1MgSqcPk1miqYX02wY8fPDg4P0nCkTnJ6he6GH7lYPvTWmbbtC+REBLi+UuftsihmpRvz3KQlaymB7TrNTmEsluNGsLdhUEeNUYlOELdGdV+LcyvBGAZKzsq+SwSsnnMzm+D+GoVYCNAVp1ibaNQNr16tYu1ZDpz9Ep7MmaUqfVSRHYzz58hBPf3eoEq4pib02Gm0PHs/Y8wjmPMRM0zDjM56iXqqgrrmTwW4Af/SDNfzRD4a4c7mJmxfq8lqkmosUHuzMgMNKhsSFF7vwPzvC3t99jJfvP8KzNJL1vO/hec+Db7ASQgm2DumYNKJI0vlrgYyvDVO9FL5938fSXyg6oE5ygifm2Uq1uhLTYxHUZZ8f5zL7z/meUgwmWeG8p1fOharaRfDXOk34NAio2TINNnxEigi8qtc8VyP5tcprT41tZWiX0KzSytUvW4Voz8+f5/V9fGuZbGVq1WI1C4Xr1RlIKrNohGe9gzzfOXtW4RsaBWjY4edFDPIMO7HGVDYgSt3lrJf7IH69YspchaA4k5XvjTMaJltXCWKZvYqo/Q0S8DdF3t9XNVcq5jcNCr//72LWLxUymRIPs3HtjU2sX7kp+OVUayHTmoJg5lKiNGf0TDMrJDFthpJVlZAXdwKcQ2dSJcPnI58vPBnqpSnpVYO/v+BecYp4McXZ/o4sy4jQaGhwGx6K7ibKziYcuwaXyBI4YsammmOSpGdwlrLCaiuQ8dedzZLYXpErVwn8b6Ke+Xoq0fprJPTXou03iNvfeC3V27UymHwzkb1KE3+Nl1bXvJAIzqPnXwnAfP+V0UW6oL9KCvMPV9hmFbQkde5rmvPX9Q4rUpNg5kknZbDSlhoQ7g+5E8xL1sgp4xd7w8UcghCmFqFg1RmTxIoBregJfI/0TCiWXGLedQoM1hp4/fUruH3nIior88xvPnqCn/7yC5UAll7nAg27gobjYf/xB3j2OwrAe9BIeeYAcHixIcuoZLLEm5YqHKyeGtBTE2vDFtYGbSlOn80WOBstcHK8wNlpIDcLKrZS0m7z4MMNMsXV8+4kugBUlwYTk9zocWWR6u6NA/Yr5CDVjUPkWp3CDB03FVhmBtOiG5QfKE8SHQcHUxwdzREy4cHeW25u2dnmqC4kLu52KWQSrUb8HG9W/PvoNlZOl+yrBC+FX/b48rlUEC/Aw0nOBK46CLB0nj8nG252uxHnaxN1ZqI+oBtUlZWzYzaJiFLkjZ31wXSJF8jlkEbRlvZtXYa3/DmiD3iT42Gxe8FCb8uCH6SCDCTWLlmom51ZLRU+ODXENUzBFZFKIku/p2TaFVaOF7dE+4XWoRjk4lrig4tJ6gYLb6RdVIZd6VmOdKQuTEkdrtAU4oHMctRtDX/+Zx388M/acNeAvF3g/qMAv/qHOd77h4VcCHxAtjZtdLcduB6JNZlgUgcdF/2Oh63tLja3uzg4nuKzL15i5/kEJwcFTg55cDZlMZlDkjAZ53xoqLXiuds6wDSXQ1euJZ+zaJ4hmmWC8qk1DTTaDhpdV75XHu5PjufixmZ6nX1NrQ0d1Y4mgy4aFDo1W5BgWmwgnTKFsbrJ02GmSQUk4CaylosEk/0UZ/spwtJAWOhiXEgCOnw5UDOkw7c6YE+sjbNDJRYXPmDJ9UMBuBBTwfl74NZtuHW6OwtMz5ayqbFtSxK+PITSLcVEBA8fdOvaTOdXLHh1HV5dg8XPJbFLMTCfBJhPQsGmcKDCDZC6CfLzkIqI4Xp8oCvHruDNVxgEcXNJW9HX/ANx5q3S+dzIcahH4ZCuZ/VQWyFFKcpzsNx00Gy6sC1+hpgOTBGz+23Jngm+riuXXMxD63nC+BsOQPnk8smvHvocktu8KeoWCmI3KAKHFDV47fIzymuVmzreQPnwVb257PRZ37awftFCrcv328B4kuPl8wSnBykWI+IKC8HsKmyD6tPlDV4wGTwcEA9is2uRAkgKzyHqSAeHke5AhzPQMdpPMDpgwogbFeWqOkfZROMY0SQW+kCNwm/NEnw8B5zLSSwDIHGHWXztdHH/8GtgmphLMDLsH155JPnfcr9MmKymK5l9dXyNVMevtUpDpjkfKPoq3cSvjSLdqrKAScdSbVI4UGMvJZMYDj9HVYUIpfEvjtj9q2E51qQHmBsHHj8vr5uyKAC/81YDmxfOBeAxHn2R49HnPNxyUGfg8rqNP7hdxXevu9hoLLFR91FpbsBpXsLcMPAgOMKD6Qk++SDEx78JcWWrhTfu9FBxPUzODBwdp7j/7AgPdo7xVz9q4S9/1MKVqx3U2i3MAwt/83/uyHrzVg1v3apj+6qDwVWy0oEXTyLsPk8xDSqYBh52Ho7x9MsT1B0df/ruBt59ewCrnsKupfj0/hS/+fhMNt3XvuWis2nh4FmCg50UL+8n2L2f4sr1Ct76fgPXX6tiHBSYBCUe3Vvg8b057KTEwDVxdauFt7+zjeu3+nj/o6ci9PL6oAC8vtHB29+9gys3t/GLf/4SP//ne8gyJmaU5Y/PeL7KnuMKKnhzSy0eYqXn10xlcOjZlRXSaClozygo4c8LTEZEkQMV3nf6NnK67zIXOVMV7NXzc2R2jtxmb7bqPh90arhzpYNW1cZHnx7ht58ewvdVB2FZ0WC2TcDTsZzkCCY5Gp6BhmciD4jqJXKcWGQ+jwu0WlW0mhW88loLr3+rjXoDmJyNMZ/wsFiDntbxxecTfPjhsfRc8328dbuLb3+vh+98r4fHj0/w6NExHj7x8fRFjP2jRD2/ublpJLDq7JHh51L177CPlji7czx9MDWwnJhYTgpMT+ny5pCXYhDvoaQyMCGhwRUMs4feeh29tQZOT6aylotY0l2RJN5yGfSJI1EnFkcRNuSwJD2VmqQMmMzKLfZVs9+LRhUTFZ0iVyqr06qh12miWvVgWDSg5Hj07AiPnh2jyFwUKdNmOWq1GIMhBfo6br/SQKvbQrvXxuMnY/zqvV08fjhFMDcEKymHFcOQtJfkQuii5GGIYg47AfmacFi8JNaUfbqqq4bmFJrL5Lgnhyp1GBfTDXHV0lFGsVE5HtW+mW1kPCwVyJgwD0xE7G49zaW/r9/IsdYG7lxv4JXrTWxeMrBxSUeCAnvHGfaOUrzYC7H7MsJb12t463oVXt1ArJesEoTm6dA9HU8fAE/va9h9GWDveI6zKckIJRIicFymU3koVq899zc5TaU8YIYW9MAWCkyZR9JZQ3MeU06qw5DXk4GKw+TOqpeuKGFVM5i1HI5mS8o7CjgQjiU5qAYVJSqeStD2OhUMuhXUPAOOlsDVM/TqOrp1A92mi17Tg20Rw50izjL4UYFFXGJvP8DLgxAnoxQTDq+YPralzQMGazFqSszXeRBfAsFJhmRaynOCi+nHKGLaQyFC2f/HigQ9Y09SIiQY3rvZxUnD0NFTH0dPl3Cbniw+n4kiZ6rHbGiwGnyuZ0j5vCYBItNQRESkp4ijHPWOK38v+wqpNDSrOgZtB5v9KrbWNrC5voEPPjjAP/7DU5yOA9R7DmptR6UTKU5xkLxQNB0ZlGUZokxDJMk2ngXY7Mc0OTGqBYqIiGMKgQYy9pC7PG+w45N7XNUP2x266K05ONuPxNSxOC5QLPh+sxcmBvoJXM2Sxf1URNJMxmoE1dWocPia9FPFi1BqIYR8Qqe3WSAz6cel596EaXBwRRevjmDOXuVAdWWzC1pIRQlsB7hwo4rtmzXU2jlqnQKnJymePU5wsp8hPi0RjwrUN03Ut0zYrRwG05cOO5jqMHIPk6OFLI2J1KYFt8UkP5NZGsbHGcZHOTAvYcxL2dszccIEwuVbbVy+zURYF416B1E4x3i8B385Q7qqwWBfNBf7gIVgQ9QWUV5MnvCc4pAKwnMDJSVDDppcJQdDKRPymTxTHH7uN5iSNwRtT+dwxpoKP5fhv+tWhGYi5puqgdFJjNFJBIP0g7pClPqLUPaqTVYTNGrw/SWmk7l8VmuVGjynirPTJcajpQxm+PXxXs8/g2551pHweuI9mMY4pgvbA1YglIgCDVGoY/40w/wJ04U2ercqcLo6gjBEGNIQYiBf8n6nesV4SGanG0WHkILtLJb9J9OwMnt0cvUaCRLORq4z9Z1+ldikwEWzBMkNrSrrFmrQaWRm2mORCQmE1xJRv/X1Uu6jPLRTBCRWut6sYm1tgLW1IV6+PMSTxzuI0xBtInqJNfYyERP9BXvhE0nxUaQNl8SueqjXXSwWsYiXNEQ7NVP+DppW4pR7eiZmTXSajiCxE78Ug+P4KMXGDQPr1zkwUoSk+VmGk12Kw3wWEBthozVUhknWO/CbJuJvOPCwNvTEGGFqJBaEGM/mWASh4LPjjHhKICCqPEyQh4l0+lJ8YUXB6cjHKc2sRFdXHVRpXGEXaAXwX8bw9xKMX+ayNM0W9DYN2By2c9mVFuwKBWAK+yQXAK1GFVXPxelhgNHBEkYzhDMIxKzAPluKd4dPfRw+WaBer6Dbq6HRqKHiVsQcMjpdYHQ6l7ocfpb42i2DWM7g/JordQeRUMEStNdsbFyvynn78OUcJ4dLWCXRvBUUTBylCao1oNO30eqaODtLMDqLkTP1xa5g4Xlyvl3AqkQwWdNj2rJIUyFlgElc+VwteA6ryKIALIg+qWhg77AyKmRhiWZXQ2eoodpLYDcoAodY+hqCBWcBrA4t4U+YAKaRvkS1VkO1Vkd9i33toeCzHdcTY+tsnGJ+RupXjCxiutlD1W6hTB2MWTsyz1Dhe9lyYFYMIWbRFIvQRcF0m68SaiKKhTGqzQwbl4Bas8DhXorDfSJhdVndtRidtRD1doJwaSJccuCawLKIgitQEKsakiJDvCKgE+HrMkWUw2INEG/FrOZKWRnQgm22UOs00ew1oeU2wpMSi+MIR3tHONo/gluvwGlU0OxaaHZMEWpnMx9zIuLHBeaTEp5bQafblF7S08NQvmfHcOGYFIB5Tlud6SQRzHsLBeAUlWoh36PlkNevhKvpiJh/JX7SbMBzt8Kf0jxLlB8njHyG2ytcewjNSuC1SCTL0VlL0VlP5RlAITmPXbSbfdQrHcyJrJ0QCbpEki5RqRVifuyvmeh0NbR7wPjUl3V6kOPsSIM/cdGobaJR3ZL7KRcHgBFnAFohncq89zP8QMy74pXy+zKxccXDYIvXAROcgXyWjl+yK9mBa7SF5LUMTxFEp9B11acs/Yey5eJsQImviraToNmfo795Js+hlw+rONypCIXEMks4FXUd0uSx9C0E7M4WwbyU5He1lcHzCniWhqpBAThCu4hw6ZKNyxdt5F6OGVLsTTP8+n0b779vod6oo95oSApNXyWTKbIyOSsduzkpFhrqTVLg5ijNFyjNfdX9rlsYH7VxstdBGrliSlKoV0f6e4k1jiP27/robwXorvnSB6yZAY5f1HC0W4NeDFDzNmAaFcSJj5hILPYDc61mofLjatAtIZM8UQNwMZ16MPSaDIQLzFFoc9XHST6QoCdV5VPup8gXGYaDE1nvvFrDD7+1iTsbVZhxDDMKoSUjaPEIX+wl+Ggnx0tSZyrAwmGitoqwqCJZNpH4bZhErlcnMOwpJslSFu/7RP/aqMMuG0DSxPi0jvGIeHqK1xk6gynWL52i2Q6FXMCNbpww6R8hyZdICl8FmeI6kFXRqDto1pgm11DzSrnGS5N90TmWxxr8E87kiLSM4AcJTqepCMBnUYmzuMTasI71QRTxpt8AACAASURBVAP1KgkwvphXM6OBpKzi6Hgpq9YopIZoe83B21ebePVCFRYxtBlneMQCzxGRJGfZGIdVfPhFHx9+MVDG3NSB15yi1jtBpTlWafmCvZoBlqRFsQKwZmOtV8d3tnp4fdCBN9ZkffYsxHtPQhxwJtjQkVZVlzX7620iyLnXFF2CaSwDftSFH3dh5TWYeV1MYVmxQFn6sPUCjlHgx2/38Rdv9bFRjmCPHuPo+Qn+6bMUHz8HBu9sy3oxeokHzx7AMgN859U2Xr1aw3zO2qYAkzDGJIrhVi1cWCcBx8b+6Rz7ozkO9nUcHnBe3kOrtwnDbuP0xMHJKYl7XJYYS9JwjixaoIiXKGhczyxorI7JI6m9U+ESlU5nFRKBojwzqx5V0gWVSCMduqwiEcRuIbUWnIt5nGdWeZ5w4NRdOA32+/LcQ9OMLhRO7rWU4c5HOGffcohwyftiKmelFZZMkbpE3F11x0piWKWQlTC5QgOvBCiVCPxG8FBET/VrVJxMBTCkQURB2dU8zVTkvPZGBZ31Cuotzj26Yp4uigApa39micwiknmMdM5gSS77aYrNZpjJyrwCaaUUos6wX0On5cnZs9kwcet2C7futLDedzFsO3CJ/C15tqlA90voPmC8CKA/W+Lg3iE+/eQJ7u0cYN/WsWdrmFdtzGuOoMFTidACnsF6K0uQsEyynwttIl4KGljDcukjCJYrAZimPBeuR+OnJ4Z1IqqThAjwVLQDcJabQhESIs6sVsnhlclcVW2peY5KiLOqS1UQqJWLCCxhCEn7KpQyX3D+PiG2rmiUq4Gomsuwf5q/TAiIX9MqOYunjkA9guIvF7Wokmj1lfDGvZmYvKTv2ZbnBSmoIgDTsCVzEIX05edJdbzq8neSxqEqpVb9yTIuUaY9niP5+RABmDe+laPgXAD+PYPBN8Vf9YH7//5nlVoVnD7NZKyw0gvU+wN0ti6h1lmHWVmD6a0hZ5CLBi1lKRBkvyrQ5LmX39cKhczrS6RBlQiXJCi/29WsmP5h0gi1gmecMwSLMcaHzzE53IFWLFGhYbPmwt64BnvjKmyrBocH+YKCL+fhFIG5dySBjq8Jw1W8XFcdvyu94TwApZDw6vkousV5D7TcN78Zh14Jv9/AhZ9HpNXnTwn2/MvOxeJvvrhfzbm+SmRTzFd01nPj8TntlAqFypyv/jnXTL7STtT3InKLvHznrF0VLP0qScx5T6ZoMpLkJXm04JnHlPeDZy1WwG6tNbC13pB5iSSJ5f65ooboiv9tlgYsCvS8rmyg0aS+NsBwrQ0GW7k+/d0efvPb5zg44S5p9VmhAGx7OHjyAXa+/Dnm431olRpKOlPe+N423nj3IjQvgF4JMZ8lODnOcHaUyKHq8LEPx7bhWCysp3iZQTeJ3WX61YDr1OC4NaVUM78UEWsVYTFnN1wsuDpx2ZzfVFcP1zzloIVLXfwbFw1cv2tg/YKLRn0Njdoanu+c4MXOibhW2b/Kw4IMChNuQ1LkJYcXq6+DeGCmHGwNy7CUxV5BOmRZDq86mhVSix8OHqidmiEDVXk40TFEfGpawjLYyeiqB8IKtyxo6DKH04WsOl2HTU/efDpgiJ7gg46JvniaIhxzCEXcEp2umjw8KaarMS4HBuw5ZdeBjsYAaAyUcMx7IPeP7HFlAIldt0RZ0q3PYXURM90rYHIBEEgfqBTGr1DQ8kUr9wAHjkz6sSOM6W4OhZOIqWsiRAvooSbCdGnlKG2FtpZOMnGDaLJx+x/+/TX8j//hOh6dHOGfH+zgd78bY+9Bhv0H7GNSWOk6O+yGPKQY2NqysbnhYXOti81hB48fTPDk/hjPni7xfCfE+IxDV6bceTNXnwERvTLegBSfnt8TEz0psaSeKXhtinY0FPF95AYgjFP0L1SxcaUhNxp2ThOJFwdE0kYYbHsYbruoNCl6ZbCkc5OJSQPdTl16xs72Ijz9fIKjnVCwt0wNqaE6YHcLQf6GQYnxSw2TPbq/CthV1bvK7mUKsc22IynMRM+Qahn8SS6r8DmwNqBRkIm5GWavWwWdrYo4KX3i8Yilo8AZ5zLY5TCC2F9in5hCPX/Y1bsVcPHwZLvKRcoUkwxASyIFCjXssumqJQ56hQZfdSjIdcoD/TkKXVxNyolFdwlL3dXhVyFZeLmSzhHHpazznl6iDQXBKoMz5TJmOpiDmojXnM8+LB7see2VIjyzt1o493QZZZDvVYwYMcVNfgaEtiCfWU0nvoI7Alrqed0Wsrh5khs6NweCXqcLx1Xba6bHvFhwgVduOrh8y0FAwSoAjg5S7O4kIpbpNLTwc8ZNIY8xNKAEqheJzjDe7YlHt6vsuKAphehPDZ2u6t2y24DTKVViI8iV0YMGgpi93vyRrz1d2TEadRf9QQNexRbcKN9PoqHooJeNEYf1pqnwK5ohWNilHyskympfq/DO6jrhfatWqaBarYg7SZxUsjslyWDVRajR5ckUayji9cqsJA4jIvRlEyYbWArAGpw6hZFUum/4GV8u+N7pSOaGoCkp5hMEtz3QsT3Q8M6bDbzzdhsXth38/B4R0CM8vQc8+ZLPPgPttoULfQOvb5Z4fRO4vg7cWAMqrSHsxjpmmo4H/inuT87w8fsxPn4/wSu3Ovj+d4dwLQ8vdwrs7IR4+OwID3eO8Ff/qou/+tc9XLpWR6Xt4mxW4j//p5f4X//TS/z4h138+M966G/kKD1fxKEs7mK5aOCDT8b48NMx5mdLRIsQG30X/+IHW/jetwY4mY5xOh3j+WGIZ+wGawKXX3NQ6xl4/HmCx5+lmB7kmB5kuPtWC9//8x5uv93A7lGIF0ch7n82x73P53DSAhs1EzcutfHOH1zGzdtD/OPPn+Aff/ZEEvbsa75wsYc//LO7eOX1S/jJzz7Df/3pZyIqEFFOGgaHdexwV854A9/+3gDf/t4Q7R7ROQGS2MfLnQh7zyLMp6UMsPiMYhJUDAAU7zSNXnLwcXB1s4fbl9fQZp9hwvtWivcenOK9+6cYrDVx9coAQqodzTA79HH/cYYHj1N4vQyVbg7NVQagNNewGJdYTEpxa3PlIVPBplwvWpkIDve1N4Z4/c2h9H1VGwUc9mBaRDSV+ITv72/YIe1jPl3g+rUWfvzjm/j2d4bINB8ZFnjvvVP86r1TSQvpRNrXmNQt0O4WksRmIhsWqQ9MhXBIzY1/oYaYkxTBWEM4YRc7n9+8BnL0hyZ6Qw6zmaLLJOnPjSnNYxx58TbDoe7Joa/unXzec1jHXkYhx6nXlPdGJRaorSEvuXbXRafriCDJ3kzu9zz2qpckHBDjmcKtMhmkunSypY44IE1iKatIPFkXLuS4ei3GK3cNvPXWBbz19gV88eUYv7s3xoOHc0lLsw+e92tifc8359KPRtMX7wuuBs3VBIucGzmKQEfumxCU7crRKCm78zQDTUU201bq8HP+zGCVB4U7qeDgcETqOIjqguwN9GAlLnNAS8BPhe9zCQ8W3NLEnWsW3rhj4ca1GrYutSWVtT8eY/9sjIplwTMtHLxM8fRJjOlZhrs3q7h7owKr3ZD1xc4CP/vgGJ/9bobTnRzj/VyRaKpEyhJVr8xMkjjKiNriUIDl6Tl0r0BpFihWpjWFHCLCW4MtrlwlevPeHiURojRCvabMAESRLZex3MspBvPPrTgKr/fq7Qbefr2FixsOhkRcMr2bculYnIWYnvo4GifYneU4ZCox0WTFWYEoK+AHORaBQj+bdRJcAI1BEC4+23hA4vu0zFAGhaTUTMNRWOogRZnTuFYRUbNRr6Fer2E6HuPk+Eies0MmITwHB3tj7L+cqPuHweesI2YHiofwMqBClKba7/A+44+YDk8RLohrTtDecGSZOj/kMfpNFxfWm9heZxJFVac8fD7B5w9PEeZAb60lnbrZknjgEqM9XxaxRha/N6LJVUMpqhyKV2vQhObiS/oFoYcyokGFejP7TxOYVSbvMoTEZJfAcKuOtc0G5qMQZ3s+lqME6XyV9O0XMHoFqpaLmuki8jPZ7/FHupZZEWOzHoNCQsmeaXbmkIbiyjBgPJ/K4jXPfQCvUQ6n5Bksbn9l2RbTVZogithRm6A1NEUsW7vgYW3bRRCWODpMcXacYrqbYLaboLquobqhQedgm/cSistlFWbhCkIv51C05EiauDsHnUEFzY6L/Wc+DnYYrStgMqxE5H5hyGDs6u0Ort5hf3hT+tuCJY23xzKoKdmbBgsxq0OIwOPh1zSQZCnms7n8WiJ3Pd7wdRuloGVNmEwzgPelTEx6FHOYkPSqunxvrEAQdHiZIjzLEYzYf0scsSevK82uNNsSaclubdkXusQlZ5iOffhzusNraNSrmIxpEp7KAGtzYwODwQD7L0+wt3ciJ6BzI4oM6lbDCP5oWa4sp5LBrQcwrAxJbEln3vhhirOHCdrDOrZf76PSNzGZjTGfz8RUwOcUB268pwl+UPQ4xnd4qKI4w44zYoBUlRGRrJLsYDxOCDQ01nGfZMr3R4GX93Yixyu2A1tzwNE497e8D/izANVhicpQDTY5vOQAgYILv78LFzaxvb2B/f1TPHm8i2W4lL5ePiMGazYGQ1uwxhR82LU7O6Mp2hC0cb1eFZPKYhav0oOFouWsAjSNuodGwwMfjY5ZwB+lOH6e4Owww5U3HVx+w0ESFvDHOcaHKU53U8xo9lX4B8EYdzccMT8Sr8xz7NWrDVkFuwlTA7NxKOLpMgylr5j9q27dk8WaHiKRpd+QmMxIw/FhhJPDCL21KrYuNVBv0p1J3HCCs4cxxg9j2VcsJgUcz0OjS3KBiUWwkOW12/DaLenJiqKFvH8dDlkrdYwP+L0lMJsLOP0FvAb354bge88OUlmdZgtrwy6a9Tpcm4arErs7R9h9fgiG8bhIHuL1yfedZ0LLo6EukzNxe8PF1u0avKaG8XiB6XiJaG4gnBsoEk0Gns2WjbWtCgYbDhbBEovlEunSQbasiOl1GQTIihC1XoFat5DaFg55bMOBo/PMwg57CsE8S5gIA8VJpBGBbwJNdpkYjAtZJCJ0Bhbq/QJeJ4XdTCTROpvkQu7ic2k5SXF6EAgh5rxTbHAzB5ekkUsO9U34M1bxcLidyHCv7lXQrreglw7OThPMJqnQ4Pjs9RoVVFpVuHYNTtmGlTfkeRksc0ymU4wnE1heiMFmDq+e4/gwkboK0+beK8dwq8DGxQLdIbBcMMWvw7FTuA6JACWygL3JgL9QKVvQuO/wfkIThbpuiapnB/GwfwnDwSWhu9CszK746QFrliiiKQypGrsx2c+EZAGnogaPXPMJO5VVCMHQVSUZcfE879i6A8tg/YAyxakGCDXVY8CAQgON5jS4QudzYSEDcaam2SFM7DD7DTkuFjNZwedOCZMG9oxVBY6YCwJGqM0UdVbN9CysXSwxvFjAZyXEMZ/LJGM0kAW8d/piDLccijgJeusGtq9U5J6hwmwldh5P8OzRBJGvC/rds5tYW1vH+tqGXIsU1efLCBOficxUTHHq7MHzd4YwCuWzyq70zatM8FOAoWmoxOFuiJdPfQQzA7bWkNqGIJxgGY7hui1ZrC8SoongNpXIY1gBdCtAvTNFZ3gmZvCDpw2c7LJLORd6EA1ENGnSHD6mMD9jPZFKXtdaTNdnQu7h89spSnSZENQzXL1CEymQuyWmZYGXkxIffFjiNx+WqFZ6qFX7SszgfoZdtat5cJ5ZyDMbzQ47tAvBP2f6C+TagWDPKfKOj+o42WsijTy47io9VhJnaiHNFkgzH63BEoOtCJ1hKIhmPs2Pdz0c7RJt3REUOJNQnNexsijme8BnEp/PxEJq5VfzF84KKaTIUJ8zjxW6U+pHdN6LOTBSXcA0V1HZyIsMc6kginDzso9bl31860YN797q4+rAhpX7sJi8DU6QBaf45GWOX+8AR7EOtEwUdROzjPhjC7NxC7OzNiy9RK8zQ7U6xzKZYRnPoOcV6AX7X+swdSKx6zg782TJaVOL0en72Nieo9Fimt9CmZmI00iE7yQPkBbc8/A2UwXyKpo1VuO4qLoFKpzXcNbIs0teIhpbiM4sNL0lGpWl4GQnJE3MMxwvc1n9rier1SjRqKVidiSfkOjTg4MF9vcXYo7Yuujg4oaFuxds3FgzgIDDMM4DmV6MEaYllrmB40UFH3+5gY/vbQgpj8tpTGA3R3BqM1i5CzN3MPXnmC4WMBsmqsMqtgZ1vNXv4NVGE9ZpAXtU4uMXEd7bCfEiKOBXDSxpmiFGhSYtC3KusFdVhEVpIwjaWIZtaKUHvXARh7EIbyQh3bhcwc0rFXxn28R3LlpozI9QvniCvedj/OKZjU9OPFx8ZxPb393E4dFzPHt8D7o+x42bHrYvuhjNMoymREqnkrJn0GWrXoejWfj8xRRfPJ9ivtSxYB2H3UOlvgFobRwfOTg5ovjqwjI8JYARO87BHBPrKU2kmizWWATRFFE8Q0KDSky0ZaqQ96uuW/G+yIyXM1sLKHgQ5cy7QLNDI4uNjlRfddHr9RBShEtSTOdLoR7MZxR7U8Q0PJACRST1ajamzqmkjnIvpIy/hsF7iLrmBd4jlUZKSDpHVMu8+auu1hVi9hvViSISC6FRzVQFkaz0SJHNVuqwCEw27xEuz9OudJhzr13tsKrHRKfXRafXQXg8Q3g0w/HRHHtHc6kjNAodBimP3RxeN8ON2y288fY6bl1tY6NWwVrNFdGei9UlfB5Rh7DQgF3UoY1TaGcZ8l+/RPqL57i3c4KfhDP8Jg8xqduY1Bw4hSGLxt+AJzIDqLuuLJ6zeEaViriV6M37LgXgKAqFULcKvcpe1hQjMms/WJcUSyiJgSBWRWoUtFIIHYFL/YEUfdlzrkzA7GYn4Yf7aYaaSHQLA4rJqegQEmwR1LcSWRnM43vIP4Nm9a8Tm+c6zAofvRJr+ew5D3oKFVe2xyrVTAMyP3N0X6i6FNXHzPMez4OOo87LaUJDNGevwsRWb7OgfxkIoHBtqiq+gPUmNBQpAVgUEqFLUQDmHHclADP5SZ2Jpqb/lrj7/1cAptAIi9Mm5NS9tBROs41qfx0V9u92LqHRvYQkN5HwfrwynNB0wjSvqnVRpExVMcgZvzII0CQmgql0A6ujEZ9IDp/rBc8/Zwj8ESbHOxgfPUMRzWDSrOm5qF95FY0rd2FbVVm8zhkeFW1BktJcqvuYe3llBFC9vFy8svidyfmv5HWnxNivkM6r10/9t4pFfX0dKrFXCcQqOLZiPCu0/Ern+6aGqxK7X/eRf4X9XgnA6ufV1yZUA9nbqM8hf4kYWxhkZWCMQdHz3ml29FL8L7jfJOkhlUCf57FahRQ+7j35h1O04/eoYtxCGECJTqOKd751SxZfd4f8bmqBgjtXRj2GNqSajYb6Feac8zwajnn97u4eYfflIR48OcO9RxOczkKpAGAmtO54qDs0yn6E51/+AotzAbjdreDdP7+Gd394FWExQ5jPpZ/1aC/F6DDG8c4CR8/nMjzgkk0uRw+OhnqLjjoKwDxskSNKJAwHz4kUsPMm7k/VkmTbOYVhFaHmcIY3H2L3Kp6F4UUdF24a6AwduGZP1qMHR3h0/xCjkwCLGdn+RJuqlA6HS0RIyIFhJTTRvUeRg7gqf6EOUkw9yMPj/J8VEtmpm3DrLHUuZGAg/QRMXpPOZrKPzZWHAIvLBdvKd8Qs4A4gi0O4CvtkGMhNUukI5EGAqNzoNEF4GEvnGTt/KXbrhRpSkYOubkxis5AethoF5S6N2Ar3GNMZSyGN4hvfeEJJQoW3UyK1Ekv5AeKiACzi0Xnah0If8Vouu6OIejVkU8pDDnFj/jhFuixgZYaswi5Q2sJ1Ek1J+lSJzuw6+Pf/7jb+3V/fwvtfvsTf/vQ+7v1uDP+4xHJEhBiTjpZ0n9X6BfrrBja2bHGRt+odtOptfPSrfXz0qwMRM0anPPSq2lmL6ZiVAUCue24wKACvXqfUSJHw/RWnOwdYmlIlOazm5tHMZBDU32wiiYHDnQCTkwiuUwhSbO1yBcNLHgybD60YusGuKmIGbcFbcABx8MzHw49H2H+yRDgBkiXQXidu0YTVLaB3OJQFZgcGFkdMoBWoNdizSJSSeo2667bgNudBhDkfbnPIKpcGtMCQBLoUr0NHY81DY0hXaSrDhdAn7lXdoL06E6OOpCj8Raz6sDnXIwatU0GjWxHR1TDZN8HDOjEoXwu37GClAMyOMw6taJJQva8Kx04h9rz/gAiIlFh0DkP1BLoRq4G5kFk0Gaozz6t6tin2KnQwrzWmkORHdr+wc05u3ESaMY2sw59QMFIIdSLZuHgjZR8gNUv2dKR8+DPRSxe4dMQrvw3duBzO0B3KwRHTOLJEhVFOm1VlsfRm6fDgNYhHS9AcZpIA3rhoY3RAJFohA4mjo1TeK8dg+suSbk8qzuzCithzR1VoNVSzqqZ0BRJxwp/3XB29ldvfbWtwWrzWE9mwhr6GaGHISkIObnht8+JJJL3R69Zhm5YMK5bzBGESIYxj6aWgqUEGz1R5OdDwlQAs9ynquuJUU0sdZDVBwXBJ56/0N6fI0gR5GkNjb6nhiIDgzzjgVx0tXExTO6vBJN9bhhGY/hX8c72AXWcKJZcBZMSuvoDJayUAs3doswts9SAC8Pe+3cb2JQ+/uDeStfNAl8XNSbttY6MNXG/HuNlN8foVG69dtlBp9mDWBphBx0N/ggfjKT79KManH0Z45VYb7353CKO08OCLBE8eLbF3fIaXRyP81Y/X8Jd/McTWJRdmTcPhWYL//B8P8b/8x0P89X+3Lqs9iODnJ8g1DpcuIUuH+C8/eY7/8pMXIuYMuhYubXl4624Tt65VxRV1SCfsWYiDsxhGo8T6TVuQ2Pd/m+DeRwmE2RoBb3ynje//eR/XX2/g4bM5HnB9scD9zxcipF7pWbh1pYU3v72Ni1cG+Puf7EgPMYcP9bqG7UtdvPuDV3Dr7jZ++svP8dNffib3aZeuQ5pKjlJEiwz1Ou8rGt79wSbe/cEWXI8JlTnOTmd48mCBp/eJ5uEAjWlQolvZpc6eQAoeGhZ+Lt26t7b7eOPaOta7VXguh1EF/u9fH+Dv3tvHhYsdvHZ3DVaa4+DLQxw+neJ4YuNkYqG1UaC9qYbwIZGgS3VvI7rdoyjmcFhnIJpaSNlVWbD3DPjDP9nCH/3JBRhOhCRbiLONPaZpbuHnfz/Fz/5+Bo+Ykp6Gt97s4kf/8jJu3Wnj8bMDPNo5xPsfTPGbD2bQHQP9TSYQbLS7GTqdTF2/+4UIwG7Hll+TJOxAZt9ZgvFpgogC+lzZ8ShAOVWgP9DRGzAxzOc1kc4WbJPOehfLRPWSjk5CnJ0EYuLhvYWbKd7TONw+77oRTA6f1auOF16H7Y4j6E7xsVGtIp2Dh44MGM8SjOfsXQTcujqEsPOSQkGSE4mVSFKJRocb1w3ceZW1Cg62toay/vlXe/jVe3t49nyJ41GGJAOaXRONlro/cEnvL599vB0ybGRR+M8R834WmdBCU56h5ztkwRGWFCaIu7flACb7C+LxpLaD6NRUlvSr88+WXh4OunW5/ZJOJoIlXw8mj2kU0zMkMyCdATe3TLx21cbd2w3cfbWP7csVJPoMiTFHIdgbGztPQjy8P8fxXohLgyouDyoYXm9ieK2J3WmGjx/5ePB4ib3HAY6eh1jSoBblQmUh9UOQXoSycBZBox0PiS5rMdThju+0dBlpDiwunQAYJr8poCu3pDqkMn1vyB6Nm3B5blFZTpnYARquibpn4pUbNbz5Sh0bAxMNt0DVLBDONEQzDUf7CxzsTvFyFOG5n+Mw5CHKRFIa4gynsYcYW589e2kOp2nAaRkonFz2WBSVipRl6xrMrJQhp0o5mUIVoQjMfkJLr8A1qxhs9jDY6OHk4Bgvn7yUZ9dg0BTX/Gg2w2g6E/eHlpSSMnNsD5Zro3BTWcQ7cticBBpmxyXmZymC+RJxFKGzZaOzxeG1QAaF1rK93saF9RaCKJWk4YujBXYO5kigo0WsuechZafrIsPZXoiz/UCZUigaWHRbF1KjQQRwq9FAaSaIy7kMDorAQ8kk2WqPTfKE20hFxJwu+JqVGG7WMdxsIPZj+KMlwikR2CuneJuzKk1QRkQaBXMOzkOpjylU6BUeTXQ1V4RfnrVc20Gr3RI80ulkhNF4hJDJ/2W6qkXg54PPR0f2+9z1SAZeEs0JijKFVS1gVgpsXalg63IVhaZLJ+18nOPkSShLzgMDQK9w48zLlWZPF3puywCfVAd+pudBAbfmYLBekyTowc4C+88WnPnCpkGNbC8QRe5g+2oV29eqqFWasvzFEqOTU/jzJfKCAqWJpMikO4yilulacgCdzeeCczunIql6CiadKAArIx5FcwrAPKsRMUzjSn+DgpwpndGZliI4ybE8VeSRKhMaLodS6nxFMZj/TTMbB9RRzGqCJRazCM1mFY1GBeORj6PDKWrVOi5d2cLWhXU83znA8+cH4pKXexFNPbTlaDQ9FfIZsi0Ptk0xgkQIxh2YOLCQpTZGDxKcUgAeNHHp9SGqXQvj6Smms4mgx9hXH8WZnMf4rCUOTrLPyk8oILQMdGJTHmbal8No7okUMlsZ4VdUl5IDfJr3cpiFIVUjFlzYcEUMpPgbBiHcXg63x3QgO9Mo4tHEqwgsmxtr2Nxcw9HRGC+eH2AZBrA8oFI3sbbuYm3dw2wSYjphAr1AtGRfq6GoII6LxTwRQzaHkrpJhGyh9o+ODhGA6x50Ysoo/B8rkXd6kuPGd13c+K4nf+YZzQr7vF5zMXYZTMlZFgZbfOZWkGQxJrOF9HRtrDewuV5XAmUELKaRvI8UsMRIXDfkLEIzqlnJBNXLZ9vSz6XPd3pGEbtAf1jB1oWaJMZ59gqmMU6+UCsiCjzUUKlX0e43BW89W84xX87htGqwWzVkZYoo9KXLrN1oo+Y2EptQIQAAIABJREFUMDlKMDlMYDR9uP253DtcVk1ZGoKJCRJBqi6T2g1UXQ+OzWRXgb3nR3j54gj0cxue6iUmIpA/Uiy0vVx6VBeTHM2hg42bVVTa3G8t4fvBSrDmfVqZd0g8Gqy7IqDztYuzGMnCQTr3VM/vYoEkD9EcaLKkAy3PYRs2PH62mfjjPAUmFgsNPklfTN0xiU3LJZ8pPF+SUEH8f4uYXgfNITvGC3hd7tUzEWt5zkIMBFMmyHkvXAmiOmuPcgxusOIKyDJdRMFgoWE558wgh1ZkKwG4AUNzsJgTO5wj19VyalV4jTocsybir5XXkSakFVFAWGA2n8Fwlmj2E9hegtFpirNTpk1TEceGWyW2rmjorVHkpUlOg2czMZ7KjCUNDJlxLIjEXvKZDjG1WVKNQgyfIfVdtuZh0Lsoi9h7ImJpmFichkiWRK5XUK17gtdlupvpQoq/fF9pnOd9ZXKiYXKqSYKJnU1MHkVLVlywU03tGzgf0Hnu5DBPKnH461lbVMoZtlLjXixFGC5kGK4VrqQ8+XVySKiEBxUyUANXVpe4sqIkxpJYJWMlAPeJGtdkLeeqw9ef6lieOfAnFvx5IKvZydEZFljborhVQatjYU5z5DTD88c+dh4v5L5HghCpC2vrXayv9xAuidvXMPcTTFmXkdOUZYsInKUp8iTFfOFjOvMFJbh20cVw20O9ZaHetrH/wsezBzMsJ4Q5MpXC7lIfSeajwp7uSguW7chAl0N4EftywPJ8WK6PanOCemcsZtijnSZGezUhB+l6jkqVNQK2DERHowzTKQVfXd73ertQve9aIeEJIy6wWdGx4VH8zXD5So7MLTHJNOzNgM8+L/DpF0w3daFr3ZVxjTMRmmRXZs7URpZaaHZLdIQosUBh7KHQj4XcRZF3fFzH6X4TWVyFyxS6zb0raUPMT82kA7o9CNDfTKSDmQZ8DoCPX7o43nNRpk04Vgeey/Q9TWc6lotClkoYqaQbxRDuQaWqKeZgXCE5xfy+Uqz5GvG5pBWmiGec2XHmk+WJEBZGZ0t8+06C79xJ8calCl670MKFlg6rnMDIJ4Lu5frtnob3dk2c8vPRN2G1DcxTLh2jkxZGhx0ZQQ76CzQac6kYSpIptKIGvaxD1+rQ9QqyrILpxJHF3l7Oitr9EGsbIWp1ziO5p+VchAJwhLQIZfH9LbMKtLwiRItmlc+0HJ6TwuQ+kaRIEp4mNuKJhQYFYM+XfSf3g6N5jsNFhsNFjm7HRrfjoN3S0KqzLsBEyjRz5uCAe/IDH4M1Cxcuu7i8aeG1SwZuretIpyHSWSCmBz4LaNScRhoOJh4+ub+BT+9vwKsnqNQT2PUJzNoEpuvDSCvQkyrmrD9Y+qi0SWhsYKtbxS3XwxV2Xp9pMMYaPj3M8P5+ihdRiallYMFKg7yEnRVwXVI+EqGRMG1OdPrSp5mvBU135VzKSkR/toSrJ/jeW028+1YLNzsJbnQSOKfHiJ/s4fnOAj/dq+CjSQ23vjfAzXeGmJy+wMGz+yiKKfrbNCmaOJuXGC1I5cvR7eXoexYGehUIDbz/ZIrfPJ1JCjkHzRo92M4G8ryNk2MHx8eO1BVw/yXzOoNig0qCsG5FUiH0cSYLBPEMQTRHHPmIowVZwCiZcJHKJJ6t1DOPc13BnGu2nLG5KAD3WKHTdtGutdCqN6Xqbr4IMRrPcHIywXSyROQz4ELhWZ2xRcASd45CtzJEIwIw9YSVAMy9lwjPq1E4fxDBiUJhoTqIlRZx3guqwkZfiTy896/mmefpTYWDXuGHC0VHFAavmDOUQZmBikZPQ2voYn1rDRtbawhPpwhGM4zPFjid+AiiDB4pOg7nCCXavQI37jTw+tt93LjSwqbnYug5yFbvD8+5fF5pqQU7r8KKKsBBAByEGP36OY5+8RRfnEzwSzfHZx4QVGwErAZMNdTZXV1mCEi1MWjk91CruFjGuSyVjF7hi0mTNDjrTcX4qsRDhYGmqYc/Eu0tyV/qDNLtrQipvO4DBpmWRJGoUYUIwKswEgMwXGK4MwwVhGGCOySlkPMGBohM2Awu8ftlZ/PKKCOzaumXpoFNiYm85yaxMqzzPeXPfyWyrj6jQi/l76Up63xPz9nFKjQhyV9HCcDcI8pMIYrle/uKvSgiLp9XJEWZcn4N/AhRSFS0SirzvT9HW0sCWHrn1UxBREIRlL/+5/eIxL/3M/+N/5BAq/CbhBAhAjBSmJUa7GYXXnOA3sZNdDduIE5NxEzpy3uoKCBqiqUEYCZOVfqdXysv7VUiXM5DFBh5DCphcZ5qWDAKzgNPlQB88gzTk2dIlxNu3mDaLprXXkPr2mtwmAC2qzKUyjMKwCTWkkSngkq8H6j3kvRNtV/iIrFL5RXOY5Hnr9nXIq2ila7w7t8UgZXjYCUCr1L+X6WFvw56fvUBWb2OX/+Sb/ya/7cALMI+v1YaxVf3ByGjqlSukFEpjFARFfGcwjDfd87TEjnzOA6ra1yh+3AvycVDqJgM5ZnPszhf7wL9Vg1//P038Md/8AZcU4fLIRbprEzF8y9dCcc6z5Vyj+V9T/9/GHvvJ0vP+7rzvDndfG/nMBkzABEoIpAAkwIp2ZJccsnesqskSy7tln/Yv2m9ZfmX1e5aslUrrUqU7JWZMzEAAcxgpmemp3PfnN4cts73uQ1Q1pZrgXpIiRj09Nx+w/N8zzmfI0FK3rckYD0+OMLBwXMcnoQ4PE0wDXMUBucxFQLLQc1ycPbkx3j+4FtYjE6hWRaqVtfD21+7hrd/7RqePr/E0+d9jPox5qNS8MyuuDE5CFYHUqZiJC0WZQijpbgIjZIXCrFSCqXHYSKdHbyZFeqZmIhfSFlzbmfqaLQsNFsm9m/UZRmejrhiWqMSp/JsUAoubDxcyKGerh9eLFedeIZZwLB4gVEQWbkAJMbOlCH7MFcuDEnGrm4y1RQuiwNf4oAF/bxigXOQxPcYX9ZkmFOQKeXQUMLwDRi+Lh1eDodR/D0zItYqGcTScUPXAAW7YlBKD2POhKHIt3SyqheoDJuZ3iE1it+9paHeNaXPTz24dESzAlMOuefksCukUEEkRsIrUAX6pQ+U/4xOB262KKBKRzXxjwa8piXCL78+BzUxsXjsXmbihUnirIJdarD49Qwmiz5tBfc8oLuuYWvHwhe/tI93vnwNP/zxEH/1Nyc4eDyXYSU7bu68aOPOPRvtHQu1LQ7qiV0k/rfCfGTKOn/Gwe4SiymxHRRjV+4jOSwxSaD67viDk5dxYYlQnpsZCjNVn6k4R/jYUqmmoAcEa0CROshCpkF0LKcKbXx1sOKgza3ZiBI67GfycN7eb2J7r4H+IMGA6yTC4DjCvE/UMBMYGnZuB9i5XUPqJFhq7JvIEY01JBMdNcdA3SG6qMJ0QuFBQ3efndMVxsMUYwrrc01WFRpAzAGUIUaJWoubVtXfmHBIFXLAyM0shROa8g1xLhFzTgGX16zjQHprpM9s1SnNgxa7NJjcSPhzkEOEekhx8UWW0Z2ilYKL9usqMUvhVCVsLeS5IWg7fh1iuYiblQce0Rsc8hHhKEh31demUHl0UK36I/gsY8rFNASHJQ+hqYFoaiOcmILHZt+34BSkblrhOSqaLIhZXxkWeHCUyttfRJTKYZB4PqorRCDxG1eDRtmMKRrCqrfAQGdHw/oNTf57BZDA5ZMcFwfcbBRIxEVDJ7MPS3NFMC1y4or4jFKYVzoemMiX7idLV/caMZk1Duo8rG0Sl2kh6FgYL+eYcAAyLLAccvhEXI2BMqF4TNRoDscx4HIYmBGpzN64XHoRM3L8mWgPOJRlylB1Sygs/lX/neq7EAFYcM/q5caONjqKeGGIA4kbpmWGNMyhrZR+bnD5tXjoFLQKHW/sFROhWb0wKfKz/84JNNS67IKzMB0nGF7ECAVDaaFKuUFWAvBWG9hsV3I4+eLn27h+08N/fTDANx8M8PyRiaNHlgwIWk0LvQDYdUNcryd46zM23nqJ2PIONLeHWWXi8TLE40mED96f4ec/n+PmXh2vfqYl6OmffG+BRw+WyBGhQIzf/Sf7+N3f3kN7g82WEZ6dzvEn/26A/+2PB/hX//wafv9/uI7OWoh5diLd2rZ7E2m6hT/9syf40z87wMuf6eFXf2UP+zu8AwfQqymilJgzB0eXMzw9GyE1iXBkr4aGBz9N8OAnCdbbFtbaNl57s4VferuN7Vse3v1ghHd/PsKThxGePoyx2TLw6h0Hd282sLvfQ7PVxF9/4wzf+MYpgnqF7V0DO/tN3PvMTezsb+DH9x/gx+8+lD4wz6mB/YFnT5lQTnDrninr5c9uyro4C/HhewM8+GAkJo/phBh3ShN8DmgImpD7WhL9tiYDlMk4Q8v2sObVsN5iytRFq2Xh734ywN/9uI/umofrN+ooowpHD2YYnSdwOz6cjod6TUetpknSaNCPMR4xU7xqieQhi3hRdiHOaOzgvZfDd3V87Td28Wu/sYfKXGCRjET4iuIA04mLd78/kfW5z7XxK1/bwN0XA3TWeCjJ8N0fXOC7P7jEyVkmq9W1sXfNwzbFKDuF5aQYDoHhkEQMigLqHZ/GFM5NzCZMdOQyxKpourIhh8pmm0YhTUwbxPYToVfkhhxoifisLGXgWrDHbhErjNHKZa+2ycQ4qd4g9kayI41Oc96HPMALssqzYdK1J8+ySsTIOM0xXSaYLJnWMGVg67q85/jcY+oyESzU9WsOru87uHe3jTt3Olhfq+HZkwiHT2McPBvhydMxJsTqUtAzdDTblnwtPre5SCnhII9J0zDhMIObd9XXafPa4LvzCt9fVEjSQhafGRTu+ORmhQUPUXwHiXC3MoVJulp2txQmLRjS46JSv0zMlZUjG9GUw50iQhZW0nHfsg30WCPStLHZcbG37eDeizruvmgg8NuyZuEM/ekFjk5HePi+gYfvGdjctLC5aWJjt4P1axuSAD8ZXuD5+SV++sMFfvKDBbKcyTwa/dQejQc4dTin4EWEKys0Vns3eSrSoMh7gt2ikKFTo0aUswuNQ4ycg9YQo/5S3rnExXW6Onq831s2Ntp1bLYbaHkGmjRQxExVTaV7sj8EBkNgOiMmM8OizLGwCyROBcO1YfJAGfAdbWG5ZOcY8dKF9OQQbZZoERJt9c7h0D7XBcnlwEC8YHczUcZqgkx3dRVTHnCwf28X+y/uYnA6wPHjE8TzEA6NfUzyuAUKt0Q2zpGNOVTn/kgVv1dMR3slOhsmOpsWytySd/NyUmA+niNahGhs62hu06VNEaUSvPVGN8B6N0AUG7LOz0NJV3APJO8hdqcS5WgxncYebh3hIhcUNA9FhlvB9Cp0uh66Xabuc8wlaUTR2EK2YNpWuYwbXQ3NNU3waMNxIf3vnTVfnlUUKCo6zom8nxAxViD3dRSejpbro+V5iKZEX9JgynMGaRyAT0x7jc5CEj4yeC6fhbvY2FzHIplgHk8xOBvj4ngsZCLBfWkGLLrsddJ8cmg6B3aKekLkbpwliPMEW9dtbF6z5d0NzZJ+2OOHS5w8WApJwmyRIAIh+nA4QCRxlRrSidldM+Te7g9jWK6BtU0PnTUXw7MEw7MYdmnD5/egWWJu5fOH3Z+NXom610bNb2E+jXBxOpCkLc9gIZPYK4iXTfJAU5d9GkVgnsGYquOvoThsuEQhUwBWwhNT9DThUQwglYJicdBiLQnfhRwaZYiHJZIRBVkalDjUNgUHq0ki2JIUF5+VdPMTY0wMP026NBVzTYcRLk8XqNV97N/exPa1Hp4enOPpk3MZDlx1fTENZNmkC/CdpvDntsWDM02AS0nqUgAmRqv/cY7+xxnqrRq273ThtkxMZiPMl1NJKjDRzWdeSBpTqcM1LFk0Wuh8buYFljQjrM4RfFYorLUu5hrun3g+4faZrz6pzOA2flEhWXBvZEJPLWhEkksBWAWznctSRA6F2Of5loJwq9lAs9nAaDzDxcUQeZEINStomGKYa7VtjIakIoXKJMwkWKXLu4nPg3BRiLgqZzqPePcVNtvmmZx7CUtqhrIwl4T/9LyUvcW9L7m49yVPSBmXxymGpyUm5xqiGdG47P52sLEXYHMvgG4RV0lRK0MWcu/OzzpFlSvUInuI+exnmoOLtQJctTbFYJppMoRxLIuJOh1MjXB4IidzQbvGpCXcT3B6PxXBhYn0oNFAe60NJ7AR5XNExRxwDWhMd5VqfkBcfs2twzV8TC5DTC55r8Ww12L4rRy1oEJA8lfVgllyH0m6FY2UmlDL+EScjheYjOeS7mYCSYxM/PlbpHgZqLV16YedTyv4LQu9PQduQ0OaKSw0u1iXM7pUFb6fVCP2yzLFzXuB5gre6+yfZjd7yGEicsGp8/NZzpZi2uAm1QTNJuzDrAvdgaSmZagQhUzEyfVTOPLcGF1MMTqfyPOm1vbR2rLQ3tLR3NQxnyrBfTmOZUWzVEwd9IIRhUskbmM7QnM7gmaTuMV+6lKZVpeazDg46yD+2LcD6cRl7oMJ+QyprIqHecOX+y6bscpKh2014FjsLOa7l9djAjtgsjWUfepkymRjgjRL0N3MsXWtFNFtycqDpQbXTOBZqZh1eK2FC2AyYUdzDruuy+K1zuEGP6eW35a+XwN1GFUdS+JsaV5hDRY3/fzYVKBdUhYM3vEs7QWAW1PIZpJgzp6rxXMynzHSuDa3kCxNGJUDs3JW6GkK2EzH5kjYc1jR4E8EtTI78/1QVUQLq3M394+USHnfXp09pWeR929Ks6cvokpWpAjjJSojhtfOEXQKrO+x01jHdGihf2JiNtAwHzIRrPbcdL1t7evYv6Wjt2mg0RTGPA4fhzh8FGIyMDAdCt9AUVl8DY2GjXqDfcsqfZoVnDk4kuSiWaTmkUgVIomWmE5DTKahDCVb60B7w8D6ToCNnQDHz2Z49OEIixH/dE3Yhi9ncsuhqNWQ3molACtUNt/PJNT5jRm8xhxOMIXjT+R/v3jaEAFYI15fy6UyoN7knlLHaJhjOi1gu6xNSAX7X2tpcoYdnSWolgXubXq4t+lj/3osKzErjFIdZ3MdT56beHJoYjp0ZXGoKkQyuSZowmHaW9Ejak2g1ang1iKYXh+GM1wl2nJMLlsYnXWRpzVJhfFdQnM8RQrdHsvqrMfobeUiykesJAg19E9s9E9tFBk7fBvw3ACtNgVuC/MJzTv8M/N9wO9LvUNZD1VwSJ9bki6n4Z89iRR9KfZezXF4XcrS2YWeiah6OhzjbDjG198Avv5Ghc9sObhed9F1CujVEMiHGAiGf4Gfnjv4/qmHsWaisV2itlYhKQ0khYn+aQsXz9syl+l1F6jV5ijyEYpsBNNqwrBagqYvSgdZ4sjeMZpaMIIERpCi2cnQ6dEgT3MeZxcZ4iRCnMRIS+L1KZTw/uBejuKvj2bALvQMjq3CGKSWMAASj01EYwOtIELbj8S8NVsoAfiUa1qg27XR7TloNYBmnQEPJhwDxIWLy/MQl+dL6SPf2DJwc9/C2y/5eO2mheXlVBZbMSjmLyIDw4WO476Dnz5Yx88erKG1HqK9HsGtz6C7M2hGhGzpIws9pFUqq9vzsLfTxJZvoTeN0Z6l0EJP1kczC+/OTBzFGkYFMC8r1DUNNZpSvQV0bypzNMPwUFUBwlkDy1kdplOTlZAMN5miZsb49bdb+PV32thypth0JtDO5wgfzfHoaY6/OPHwvYmH17/UwhtfbiGfH2N+foAknaDwS+RuiWViYJno2N7UcW1PR9c04E4NLPsVvn2wkOXXXempN4w1aNhGmrYw7DsYDPic41nZleedJPZ5LhRhTRwxMvNVbeaZYO3zlEJejLKIUOYR0nQhieA8XaLIQuhahhqfSU1Vn8TqGIeUIpvhDR35LEY+V4nQKMkRRomQESVpyT0Y922k+fDMvepmFUhzxR7NQsRfgV2KCXg1m/yFSt+rhB5Tj0pAVJ24co9Jqex/85fg++lmkTeyqhNZnT0VGmI1FykYJKE5g8JWLs9G260kiBYEgSyKQFmeSN1LmxShroP1Xh0baw30aha6gYV2x0B7XUOjBtS1EgH/LNKJ4wORBiwqlFOgnBko+hXKj0eyfnTYx7ee9/EoTjBwTUxt9oTzLPVpZzFRwaQrcd/DuhDu3ebLHPMFDVpQyduVIZqzXpl98IctFLSVuCYVeRSZWBO3QvTy8+UZNSWhg5Ug7EhPVuTdqwQwz+G60BRoFL1qGKSOw+5mzl1VgpZp4ZUphiG6iGQFzqRVmEmJw6RFKIFNENTUgrLiHwjAVzUCEiVaYZ6vkr/cp0uoxqIpnJQoUrdUDZDqAI4lacn/je80nqFoYFDJZdJTuA9nxQ2NDiuTF4XMq0TrCiku+HC+/1ffrygd6gJVidS/rwn//5OBPxGAmd4lQVZhmzW+f90avEYPWzdekRVnBmLihleGIhGBV8RLnisU3Prq71W9B8+DJVOrPA+rMBrnxQ676alVLC6RLPqYDp5iOnyKeDFCHjHFZ6Nx/TOoX/+MUIA519SJj2FPMfdiNElRJBUhmt3LSlQVasgqVcufI89d8rkJwp3jCyUQX82rrwRgJVwrVLX6PH9RAFZf86r6UtVfrsTT1c5MXW8rd4PqTF3VjCnku/pHyoglhr6Sz6D0EwGYYS3LsmVdXY/q91BBC5U45j5bBT6kT1pqXWg45myKsyw1c5N/L6cmQo5XiW7Dx1uv38XnX7/HZjeZHfKCZVBP2cdWP3MJfPLxREFZl/7t+XyJ2YwUjEucnl5gNAPGC0NaYksjR2UWcNnprRu4ePYzHD/6LpaTM/ksqmbHwZtf3cYbX93G/ftnePf+GabDFFWsDpjX7tVw/R47TnzUXF/6icbDEpcXIY6O+zg7G0kPDTt2V4qk+oGvnslXwx71Q1f+Cv5TOjw3tm2sb9t48ZU2Xny1g1mo4fHTDM+PIhx+PMLhI3aIrL6sDPwoRq1KlylsrFKkSUL8LLuZVAqA7tLVp7YSFhU69hPzgJjsNRG2iH2U9wD/OY0tKwFY9VBZCj/LgygxWx0bTsuC5VfSy5suCkRMQ7AcnG42dqJSGOMHOwKqAZNCxCvTiUJkgoqxSP9mzUBBNCFdIgYTng7qXR5C2KdiYDFKJV2xHPGktGJXilGed8gqGsjPho4AaSQ3oLFUWvC4Fbymgfq6DbdJgY4DjQqzQYxZP5JkJpNCEvXXKiEvfaLPrz6nZlvD7Rd03LxtYWOvg/XdNn72/Qjf/MYM5+cxDLeA3yrwhbcdfOEdB41tD+6aJ713h09DPHsc4fEHCR59mEBPTGjxqljcyqCzCyNbpT6ZsqKbiokcOtw5HCwcwT6VZipL41OTrloKWvyZexp6+zp6+wbGJzrOH+mI53yY26i1Ldz6rIlbn6XbSC3ilPqXY0lM3rzTw60Xevj5+wNZ00GGIlxdvzw8mjpuvdzCrVfamGYhLuYzLJbEPUF6FmuVgwAOFrzJJiXMWonuzRJuqxCn/eA0lx6yYkEuOFEwFCAM9LYNdLfZR8UUtBoES3LNBoI24Dc/Zdszcbxk8IGiX8DOvxXihIeZlP3DuiSexUWa0hhAxPQq1k4JgEqrTnc+B4i6ONPUw5U/ZV78dD1RxOZBhu7bAo7NXk8enNRBRURKrhoPTES7Kic1BwkJxVEShjXiqGx5gRKvk8wsZHNP/psOLy4RUlP2zXEXcWXNK8WZtHricpYq+C/ejxzcE0HlupBF0H1J2L0gKZURgs8bpjSlx1KvsH3HxrWXHLR3TZweJTg9TnH5cYqLhzyoV3CaRFZbMKsGjNJHnobIslBtYJns5/OKSRaDWAw6uYl7K2S1mjb2r9WxtRug0XXQ6Lg4G49wNhpidJ5idlkhHNC0YIpxwe2UcNvqkU1UO3vZwmEpaUV47MDURCjg0Is/DyZwmDIR1Iw4hFZp5BWOW700ldNNudZUb7SI7kkmhIFkrrCA3KhePeMkKc1NPB8VqzYhwfJwf2fQhAJwaNzZqKGzWcOoH+H8eI5wWgCrAScP67yO1hvAWrPC26838OUvdHDjtodvfdzHtx4OcPrExcmBIwIwxfKWXaJbhdhyYnzlDRtfeZPD4iYqs4NJYeFgnuHxJMWTJ1McPJ1gvUNkky/Ywu/93RQHD5ciFNJ88ju/fRP/9LduSWdvfz7CwydD/F//5xR/8R9m+Nf/4g7+9b98AZ3eErP0EAmfg9Z1LKJN/Ol/eIY//dNn+PrXbuAP//Az2NkGnj15HyfHB9D0DVnPL0Z4fHKGRR7BahpIcuDjnyWy7r7g4d4LHl5+vYF7n22gs2Xjhz/t4wc/6ePkaYbjJzlu7th453Ufd2768PwaytLB3/ztCH/7tyOsbWq4ddfE1k6AtfVN1JpNPD48xKPDQxiVD89qYzEscfJogiyM8MaXXbzxJQd717rY3e/g/o9m+M9/dYEffnsouG4O52W5FH/5rtDkUEGUJDfZTMMS35fPIb3j7Db/zIsN7O35ePfDOd79YC5Dr3ZHR7SocHyQS6L4xmt13PxsXXBBdmXi8jTE0SGxnZEYTih4ckBBkwlRhDQNVUklQSn2o/76b+3i139zF7k+xTi8lN7T89Mazk88nD1Zyvrt39nFv/qj2zLIOh2c4+HBJf7qrwf4q28MxYnMHozdXQ+3bnrY2bGQ0piRE1tnyEqSDEUSivEpDQOkoSsIQnbo0YluWjGCmoaNLRfdnvuJEeriJMbpIQddHI45sF3eczRGAVnBzlI+GwQWJCmALLGRxSpBx42/F5BwosuzV55JNFHRDauZcEodDp8TRYl5mmCRpVhIwiOBX7elD5GCSa3GA0WO2XmC2UWCN990Zd2+tY3tzV1URRN//h+f4M//0xMZGi+JnKVL1WJVA01Djhye+b1w5UUuRhuKacNRjtGEjkNu3k34VoWASH6h2DJ1BUnV0EhEbDwXRSEa9kghkKpxGoxWz1n+ED68AAAgAElEQVQhDXBPBQNOQYyUBY2COVOdukuor3QmEv+VJEtFbkhKlEysLXQYcSXp8q22gd/8Whu/+fU2tja3sLmxBbMxQekd4/ngHP/+jwv8+39XoGWnaFspvvLlm/in/+xzeOGzTYz05zgJj/DnfzLCn//vI0wn3C6x+1hDaVeATUQjxZB8hV2iSUV12nPomtGPx1eGR3NfhVa9jk69gS4TYaYh69nDAQ4/HqLRLHH9tokbt2zcvObh5r6PnV4XO90OojEHgjFODud496fneO+9AU4GFY4HFZJcR84OlloFez2H2+PA0pHORAqPHHDQfDAeRiIcuLUGnKCOZTHHMme6IV252mkm8+CbDhajCItxpNygPMRkFdI5BWsDt1+/KWt0PsLJozNM+zOkYSLvrGDPRW3XRXiayMqW7KikgaFCRZy7B3S2SChhz5wr6Raa9afDGZazBWqbUPhaXxfTBJ8bnaaNdsPFUu4zF8PzWNCis1GEMIwFb9ToUbxlOD+AadYwH2boHy1EBHZq7CoFumsWuusW0rLEeJEJpYAJ6mxBgY/7LA3dDQtrOzbSssLloMBglKPBWpW2DZ9DfLuSvfdyEiNkGsAwZHV8Hx3fQzxlujEWXDxxi2nCvZIpCZycaf9ZiMAN8MLdO7h+4xpKI0Rhhjh8fI6DD08wGRKlzJci5QBfns2GlcKwYkEi11skrpgYjpeyNq4Z2LhuoM7KjxrNsBqeP1ji6MFSPm++30nWoBDLs044ZRWGht39mqzhOMLJ2QKaWaG3bqPds7CclFIX4uo+ApNCjCPIKB4SDWcB3VmgEXTRDLqC4z05HGBwOceUw+VJooZThjIEqfcCTUKWGPj65ykG5xRRK7knZNAimHRLBAqa8YjoZIcbjxSkkpBGBDOXpD8T/lyOXcnw3HG4NyIVyUG9pYZ63PtNxyEmI9avMEFYorvmirhNhP/4Iobf8LB7u4ONa008Pejj2UFfBvwisFqA4zO5rQlitU4R23BgUJllklCLFFQ8Uz1Kw4MCo4MSru+hu9OEGWiYLZlGmcMNmLZ2kNCtH2UwKhOB6aJmuHL2ogA8SxKMo0hQ5bZlSpKIz/la0xAUPAkYfN9JvxyARsOSNb5MMb7MkArZhxg/dkpaIphrjRxag19R4cG4f2aCm4QohYelKYQJlzk0vUCtYaHWMCUJxzW4XGLQ57CUphlXEoXLWYTljIkDUi9k1iLvAMdTBj4aek0ZiOpI5BxaIhpWiEZAGWl48ZddvPhVT0ypp89ijM4qzPskARCF6qPVZvq3JiKw62fQzIW4yA8fVjj8mIPeBapygZL1MBzamAY82xV6iSQ8NaawPfS22JdbIBbEeYhmq4FGu45wlmA6WorJgKJpOtNw9l6G0/dpNOXw2UVQb6DZbsEJHBTmErkZfpI+Z1ddnlLgM+FoPszKxpyI8fECRjOD3VMiWqNRoMlUmL+NdrCDk6cTPHl4gXCeyKCPg0QOLlmnI0QMjq/Ziyw1VhVaa0zXMokLzOY0IfC8xHOPwnhz2E2jLsk6Mn6iYYTnfDGf855oySpDSF82k6V8T/K+DBqWJL2HlxMM2ccV59ByXahA670O1tY6iGmWTvg9pSj1RJ4bDrvDSwcXR31cHvdh2Bbsuo82U8e7Fjo7liR1eX6jID65XAgqk2cIy7TR2+iht74GpzmF05iJOFsgEfOXEgYhRJc8NKWf1qhIO2MHIdOPHtIyRlJyH2YjyR1EywLzyxnCEfHuG2jWN6Tfut70YXus6ZihwEL2JcuQ+5MYy2WEZi/F+k6OZi9HFFWyXCORVWU0E1pCmRlN1PvBa+lwWzTiqXOm7/jY6W5hrbEmgYDJoMCcpIglz1c0+5EUwPFZhKJiLyWTFjy3KvS9T8JRkMLxEzz9OMazj2OhILQ7ngzxwpmJaMGUsSOft+3l8uvLKsWcRrwl++NZH1JTZ2qN+w7iYvme5oBxlYYq+XwhAkP1P8teJKJBimhiD7WA+6ccSRaiMkPYjSXcVoT2uiHCwOjMw8WzAJM+MB+HCOexiKS1uokbd2zceYn3rBpQ0WDz/o9n+PlPZkDeBIoWGIQw7RiWE8E0+T2zjozvQ16rdVhuB37QkC7teuAgDueIIiJJY0wmidSouY0UQbvA/u0mrt1q4vjZFI8+HGI+YnN0SxI+9YYp+1rbDmBZRB3bQs/gfpN7ngX70HszNHszmA6FtLn0XF8cNjA8ISGQu7NMzC+NNjGVGibEwc9z2P4CtkdxisYKSwwXxwchsmmON+608MadJnZ2l9jeWyDS2Qtr4GJh4mLk4HLs4vgJcPyUqSNirmkkJdWB7zVWaZlIU0NhvJs0iaXweG/UpkjY75uEmA7amF6so8iaIk4ZhiW9ljx/2MEQTm2A9nqK7kYlX2MxocBrY3hhYnhuokg96JoP3/Pk/ddo2pgS6z9J5JqzWR9gU4RhPQ2ZFAF0BFgsiPgPkReshlLC6NVcxarYHss+9hymkSIrFzie9GX9sy9b+OdfNnGHePhKR8ChSNFHlg7w/DTF4WmGn/YD/KjfxMw0sHYtQXuLnz8H0Rb6Ry2cPmkL6afZWqJeW8CoRmp5TZhuCymT64mFJLJQzg0UMwNWJ4PZSWU/0KBhwyK1hsQxnitWAnCRyvOVpmWNJTmah6ZPAZhmiBS2Fcl7kFID91A00IcjdgAnsmhEYoXKaFbgZFLgeFKi17PRXXPQrFeos4aNiUEESAsXo0EioSW/XqLZLnHrmo1fe6OBt17yMTsdYHo6RE6Dfm5jHpq4HBt4fmHjpw/bsjb251jfY2XGAoYZisF0PnUxn3qyb2L1wc5agNs7TazTOPTkEvrRGEXRQlm08Dir4aM8wFlqYhwVmMcVOpaGDg9j3hCFdyGVNaZZR1XUEE5rCCd1WH4dpldHEUdIZ2O0nRi/89U2fucrHdSKc1nJUYrpQ+CDZyb+05mLb89dfOWrPr78VQ92eoZizFqJCS7SBP2Mwh6fhxZu7du4d8tBg2GooxyXhxm+9TTCt57G6G7W0Nuow9DWkSdbiKMWxmMb4xFFMV77NEDQIMVKQzWzU34UlerVSa5b1RVc9bYWeSgCcLgcYbkYII1HKNIxDCNEb9NBb9OW+ph63UdVekgiR2ZN/YNj9A9OVPUhx+MrigIPdqy1YfCHCTwmf/l4JUZWZmtSe6eMfAIJXCGnr0KBVxysKyGTog7H5CRcSSqZiVTd/IXO0RV2lnPmkgk9JQnJ2VN8PsKSlvM/h+yV0K0smHoC04xBIDnFcc7iOVUQantdk3XzxTpee7OL23ebuL7Xwo39Fnqmh57JzyJFXJCssGSqhw8wmHYDhtOEMdFgDoDsPEd4kWLxPEb6/jmS98/xF/ESf1JGODZ1tLwANdNGtcyBZYHchiyGuji/E6OWR0IQjW6siCEdUJP9PGtLOFO8Iteo2riVwMZPmsGzUlVD0Rwp4hiFKY4sY55vSkRRKkulhhkiUsEgIpz5rKOeoTpeS9lXcy9FTcISxDR/byX0smOYRB3+uisBmClK7uNoWr9KCPOZ/A8FYEVF5M+AZzoJMZFMIfUyiuNN/YABKwZpaPK56oEm/jkOIxFBbBH4OAdS1xcNpdwrcP+4mCsB+EosoThMgU/I4Urp/UTQlRSw6DJKpFRIdCVK/oO/PoW2/X8LwqrSVtK7XKVG8wwFUw6JLbi1NvbufQ57d19HlJuIM1PMVSu1UwRgVU+rwpEqa0uzoS24d1P3kOUh0jySdBX3OpZuwtVdmCVnEZfIFheYj55hNnqKaDFGHC5RGhZqey/K8py60C9MnedXmiNooOTPicZxps1XdWQiAH/6x7x6x4ouLnUSKnHNz13hnT9NeF8ZBtSwW+klVx+7pLEl1a9+DvL3JwjoT9Onf79PePVrRCxcyc0rAZi/LktDpCnFIQrYvJ547fiyT1ai9Kedz7z2VhXYIgBzPv8JXlqeGSR00iyqBGDixoXwWlJ/q9CuuXjlxX288tI1wTwr2Zc/az7PVXAmp7BZmVK3SLpGlmtC7xqPJhiNpvLf4/FE3omsRyj4QVs0gGQc44EjtMvn93F68AMsp+fQTF2rvMDE9RebuPFiC3ERIS65iTTgM/Hr8ZDPw76LaM6hayEDhYuTBMNBhHm8xCIOBY1Ftv3VX8q5Q4GPn5Jiw7Q7Lnprnmz8uMnjIvqZvz9vFK7xuMTlJftliCTlJjyDKdxwPlioXEg57arg+kqt5wCQTnS6lnVBEnC4Icl/Xux0CklyZpU6lAGhAdMzBVnJX8iDnmArRJVX+1SVDJDdvPwguQmordnwOspxzcUO3WSpho8aVVRiGTkUJXKaIhUXbzqL6E5d9cLwz8NUpaNEaQnDsrMuMKSTWA37dYTTTJBX0ZhxT3ZYcVTNv5mIrEQ8lmg45xRi2lHuBnbRBsQO1gyYgUowhPMc0SJHPC+QLNipSh8Fe2P476meTw6RxFzB76cE9rc9/MavruELb7XxcT/Ew/4Szz+IcXSf0XYN+y85uPWqi5s3LVnnkwxPzhKMpnSCapjPSpyfRLLqToCaOGHpKsvk8HTFs5eOWfY584Ep7T78Jzzwu4LX4s1ERyFdeLpTwq5RQCPymm7nDFpqQU8cQWs0eg6Cjgm9lsMIcgyOSwxPSkRxjEyLYAWVHG6u32rhg59N8OHPppgPc+lN5Aub7nq3pmHrpovNmy4WdKHOE0RRjjKloxcwlhaMkC8Ild6mY7m2yZcrMDyKMTxKVl1RmhzGiQDgoImbKdNSPZF0O6uXFEUd5VTm0FQwMSYP6ArfRIwCXy7qBaOcPETPUeyVnsZVFwHdNkx/MznOl64YG2QDx9SALkt6f1LiO4WPKZ2pwpcHHfRA4FNsZvccX3hqyKQuf+WiUY4mDmUoOitssqlZMHRbhi3EF2cUvmMLZcJDvHrR0a3FIZB0gDOtzvmio5B7/H7lviAWiUVmZqUGIcgYBIBD4lpFpydFDjL0FcYHYSUC8N4dB3t3XKztOWhuUrDQ8NG7M3z07hzRlKIr3bSV9HwRuVbGPqrURVFwkM1+P4q/ZANyoMZvjJ8JxRMdJTEjSY5e18XtFzrYuV6ToRAHvIenYzw/HWPSzyRtwT83++E8y5VeSi5iruOZwqwLnpLJf/YLM5G/ck1zUxUtVa/E1aCQGyh+P7KBYDdnqVBWXBSxiBy/SgALskQqgOl8LwURy+4TAdByI7ZyTBKdLv/Wqo+BDnsmtUjsWN+ty2KS6vTpEosxr3V+8ExcMw1VoFuv0K0BX6AA/HYLt+54+M7jAb7zeIiTA1sE4DLVBcVX0yu0kWHLy/H1L7r42pc46GtBs9u4WAA/fDrBu0dTEQZSfv90eGYVBie5GEbYq7i9p2FnT8M/+vo1/OOvX8c8CvHgoI+fvd/Hj78T40ffSfBHv3cXf/R799DpJlhEp7gcLfH02MGzYxsn5yWOzwrsbjq4fY0o7gpeLYRhRnj0EHj0ABgyxc1prp+hts6EoY4n72mybt3QZb30S3Xce62B3q6L9x9M8POHEzx/nOPocYFrWza+8EsBru85opxxX/jNb0/wzW+Psb5p4NYLFAKJfPJQlBZm8QSzeIwstJEtPRRxhTKO4LslXnqtLmu1e8HD90O8+4MFnjyKsb5NDCwxjew1LGDYHEik8OmE7tjyvO+fJeifx/L+4wbRYS+5byJwTMzmxJUy9UHkJ0WRHAt2BOkGbr3axc1XuwiTCMskwug8xvA0wWzAjiUeEOhyL2VR7OP+wzY0tJs21tdcfP5LXbz1xR5KLcEiXuD8IsEH7+U4fAy8cG0Dd/c30dtIJaWtOTHCIsHFKML3fjLG934ykYQn77X1dbqrfayv2Ui46coiLGIHy8QRlHmehArXvrQRh3RjqrR8vVmg2S7QaHKI4aBed4QIwXV6PMfzp1N5xrUo2ASmGC14AOE9VVQ0vHAwozb4PMxxH6EOMXwWMz3CIa/aEEsHV6G6TeR9HNMwUsFsFTCbNMeYgjnyPB2+S3QRN5ercvNEOIL4/OfX8PkvrKEsbfT7wOFhhnffG+H+eyMxvViOqoZQ6TQm/m3UiIvdDLC2EWA5j4SGMhrEODtN0L9kz4gNy+H3X8j7kAdboo3oYKSTermMlXHEtmUPRAct3bxXhjiVlrhyZaqDtl1asAVpTFwoN6zqmcUnupAH5OsQi2SKiMSXYSEJzxTUwV7Yb+DutQbu3FBrey9De3MBzY1x/yMT9z808eH7Q3z48yF6zSZeubeLF19s4M5LObavZfjocYSPHoX4+UdLvP/RApd9DjRVt7T8BuxtlG5nW0wzBckJFF7YHUzkqJaj0IhtNUU48E0ba10daz0dgVGhZgLdpinXW6fJ+0Qhd5hGIiLzcpDj/DLD5TDGKft+2SWe64iYVghp2qmgsWaiU8LvQvYdzR4HwOoW5r1G8Ze4ctOmqc9BXCVIKnZmrrqDCh1VslryLOC7lYlM4lxVF6ypW9i9t4vduzsYX05wdniB2WCOdMkethL16y7q1z1ElzGifgxL6ALcb9iIy1xWrc2aDl7PTObVkCe6pNF40PY6FXyalWj0qVI0G+xa9NFt+7g8znFxXIjoNSaJhnsgHhpN9j0CXoPmQSZWXUTsozyPkXBg7pFuo0sSlot7EOUq1mGU7L90EHgGfCI1G4pmMAszHJ/GOL2IJVXnNww0664sIj4vj2cYj0Kklo6UgzXfkZVMK4zPM+lSz3IigplKJfGEXdHEzoawDBu7uzvY2tlA0NERtHWcHg7x7MEFRv35J5QirQqgVwEsN4PjR3I+qTU96eUcjiIMxzGuveBh/64Py+O7S+0Lx6eVrFTPkOqp7DH556J5LyEFJjHE1LO718Z8mWIwDmV/Iwk1Xw1QpKaGRtGc1RMGsojIcw1enWbRHFsbG7IGF3M8+ugEF6dMVik0MY0iNAIJtpTkAgr5G6SV2JjPE1lRTEQzD+EmXGKpbA6w1H3Ld0K8SMVcW+sZYhjl3pDvw4Lpg0UlSRDiVPm84zCdq7vuo7cRiIHtkoL0OBKkPokmtZqFoGYJQYoIP6/uob1VR2M9wMXZDBenU8QkxCQUVKA6IQOmjCvUGorswk0QO910i0NrvoOYrtRRjBzkI+JabVi+Kb7o2ZyddMsVzcRGnOWCYGfK0c6JzzPhGkwD64iqHPMyQ0o8YaoSvt1NE90tSxKVTPenvBfZLqTr6DB51LUFX39xHIuJoQptfnfwarwPKuhNtSRlmat+JlXHot4JgkiVBEUuSFoK3kFgoiVC7OozOWcCi2I704QUb5TBLyOKmecOUluEwqM6N7m/E94DMdUL7nVzxLMK2VztB1/4YoA7X/QxGWU4P4ykW312weQn0bN1bF9vwK2Z8GqqSqnSYnk3Xjw3cPmcyf4F0mgh17rXpqBGfHENts4O7CmW0VS6xXmdEQ1tuCUMSSgzhW7IdcVUKlOaNlOyqY3lhYHlJVH3kEXjasXnIEc9Tg7dUc8PPsNTdjUueL0xr+7DhKs6AMoCZiOH2crhNmN4vFdrKeruBuruOk4eT3HwQV+uxWa7AcdzsJgvBInOoQtnEuxI94g09w3YQQnbrzAZp7LY5ddipU+TyZ9MBHCaboUwwNd5ptIKNCGJm1/3ZVVxhSqi2M1uRfbPkV5BXHcp9S6kDcgzXbq4WYlzRU/iuYb3Gw8IHDhqgiNmUph0mGQeoyQFiUn2tob6eiUYaO7JorCAltkw2DPLmgbupTVel4HgtWENZVVGKII9RUiKghnfO6mFkishuciQn4Ugb4nkM4iOo0BOQ0xdOt3CUYh4En9ilHF81qZYYjhhapPXtJxBChJWEiwWTHPGaG8kqHV4ximRJCUcLYXDyiGiNFl7EBuYzYFlqAFuCfC96rKyCKi5HrrBJhpWBydPQ1l5zjSRDcNirYUlZ0mKfFxxwh5DZZZkot+v81mcImimOHgQ4cmDlQDcJebUFhQ2O4CZ/jVLDuiIfuMAukDCn3emw/N8uJ4v+zkxnxHrLANdvq9puOL1YaNIbSE30HjDpIhgcUlRklwEhegMfiuB14zhtigCx2J+pGA9ZIr00MZySlS3HOiwvm1gfUuXXtPeOgeiRIUXIoI/P8hxdJDD1ANYRk1wurqZwjCZNmWyqkRGOgxNPiC2l2ItCX4GXFItZM7CdzoQhiz6KWC4Iexagj3WDtzyMbxI5PMOpyaMsiECd17OZBkmRSImBWlwYd+BgeU8E5PW+l6Ejf1QuouZlI7mBoYnxLfXROxgooZmHyboOdhgHVgcs4poDLc2ll5Bx6lJP/P50wTFosRbLzp4856LNSKY10NEuoZxZuJiaeL0QsfJpYHF2MF84iJa6IgjNbNjqphd1DQR5oWqA5G6uVqGencGvzVFnLDPeY7ZoIdZfxN50oBBExZ0SbMmcYSgM0StM0B7LUerQxKQienAw3RIyoWJ2YjYS0fST3y/MgFMgw/fz0yRM+3GmQkFNJm36RV8rwfP68m+lnurokygU0jic2VlrNfYs5lzCEOzVIqsCjGrRphVQ/zLrzj4F191cKthoJFpcJIYeURU5wgfPM/x4WGB98Z13J+2EdkGtvYjrG3F4ggnkvLytImz5y3pm/edGE0vxk4jxG4jBP3kCyZZMxth6mIZ2UgmOZJJAX+jUqbBwIRP8o3OazaSJZ8XV876DBrLKNqxkoX9vzU0/QCOncKxIxEWlQDMsAuwHGElABPPrpDwI5oAxiVOJhU6aza66zbqdSBwc3m/FloNWemJyC5Cu5nDdnJc37HxtbdaePuVGrLpDNlshmTJfbuG6dzEYGLheODgvSeBrPbWFJ3NCVw/FqGd+6jpxMJ0ykCJh6DtY6fj4kbbRZci68EA5fMZwryNZdHBQebjQeZhxD2oIMUNNMwUdQZY/CGy4BIVf66VhzKvIV60kSw6QizICx1NL0U3SHFrs8Kvfa6FX/1cG/biGM7iGGcf05Su4/6hje8mHj7UPHzlHQNffsdEEV1gMTjBdDFHnxSqvETHt2Rtr/nYXud7qUT/2QInxxHeu8zx/mUu4u/aJsXoDsJ5F3HIbncXYegBJY0anEVwOMxzBkVl7sFomCZZjmdMPn89ec4pmKwKPRF5n+dz5PkERT5Enl9C1+dotF00Ox5MUgTMAFEEoXjR9Do7usTsqC/nohWAapXAU7NQoT6KenYl0Fx1eyqjq0zupR5OqWRCwFx1pH8yzF5pc4KG5hySlCsmOw0KZav0nihKKvWrkLSr4Jli5ql5ufRzq9+HQRGmLOXspFN0oGFXzSw3NnRZ69c9bFz3sbfXxo2dHjY6Ptp+LstGzhiOOPtK20epeTKDoElBj3XosYbs8QTpRwPMj0nXKDAY5nh2OZX1UZ7iQ+5lLUsCCDSOVssMYGeyWSKnyESThcw3Octg6E7HYlHI/JmUGhr8+UzkDIFzkCuRlvNeJhpl7isCsOpO5rmfP3OhPnDmTBN4TAGYyV2+e5QOwX2viMrSs6tMltKNyvAQk94hBTKe4Zk4Z62M6gfmnD5cslJI7YP4PVIApsmLAvCV8MszMr8v/jsUYK/EOEVxVTNtqaqRJK/Sf66yoldBGu4dxFSg8T1PYi11CdbIOVKXdYUYv/rzcu++XDBQwPezuur59aWukHP4nMGBXyDNqhe/umilj/qqz/W/IwD/fQ35U5X0qjpVWRCVTsMK2RVZ1vGb2L79CrZvv4pcc5HzWoISgVXIgd+KoqVwsQuZACOGHMkgs9grzAQwySYM4sm+lsYvEzrPLZMLZNNzTFYJYL4vSWIzSLvYfxWta69J+I7GXWm0XYUjsiwRIdS2VV0kO625jyK+U/Uok1JF00jIAwA03YPJKiaLdWWcxfH98enP91MBeIVi5sd9da+u6KefCsBXidxfRA9/KvJeifWS3P0F4V506FU6uSTFoqAhicjyRDRKEsVokuT8id/jlQjM/SCvLcFBr+4f6hUMXUjylzQdqRm5SgArfZRPUFvT0PBt3Nhfw81rPTX3L1hnUkpnfUqcODPf1Ct4fYseoxLAJJTQvBBHkRixuF+hcZMiMGs8NSuHbhXwNUvW+dN38fzhd7GYnENzDL3iQaXWMVHrUgh2cP0lBxu7daytN+AHLpJQ9VsePZnKQPXo8QzPHy8wmcTQg4qEIOWkpq2fKFp+Y6lUAiDnoWgVo75+q4E799rYveFLGrLRoTOXGwAd7/6sj/s/vcTwkhgj3ig67MCFFTiCwHW4x6QCnscoqKyTiy1FzOrwRBeDRWQC+514SOMwkOlKOjGzDElOfr3iy/OhZtcdWXRCfFo+zU2Wwl0IImL1ThE8NHs0azqaWwqXGl4UCM8L2VRwyMGXAlHSPPym0wzZlAdqFbakyHeFBHM5aHR0VTIvLw4OkYk80q4qBVYdq+z/LTHrF4gnFRDq0GIWQztwiZvSMmRQvS48aLAzjoIfncmtNQfdTQeWz64rDn4KTC9iTC+JxTJQZXSRqD5nfotErdIdTPFaFp+VKfDqnTb+5z94Ef/kN/bwb//6If7XbzzE4jCBcV7h7t0A7/xWB1/87Q5qNQO1wMA3vzPEX/71BS76HMoHgn1QHUpLbKy1sdnrwGcHhJEJUs0xfVmLJd2/xGimksjkA8Q1GnDgS6KEfW2LYolFNYdWKxB0dTgNDRcfL3H+aIlew8X2RoDtaz627njwujqeny7w/GyBw/uJrNIoEGxWaKwb0uHG9dGPlnjwwyUWIyq5PLRraiDardDc1NDYhPRUzacAE+biLOLNODCQ9dmrDLg8+DbpznYEPTl6usToKR9mSkwPmh6a3Ya4rIhdXEw45OF1C+h8KBITymSGV8LyiA/RBSFC924SakiWHJSovmH+3ipFy1ktY0+VcnhdvWQYoiWePNDkOuQLn9cVHxRE8cTzDAkxk2YF+IDOQQtFQE8TVCzxvTRnNFrKhECWfZEXWMzYY8MYpzwAACAASURBVFPJfUmstwzHiMbKiSmgA47O/ERwq9wMiHAIJhUsSRBzY6BwLirxy8/ZadBhb4joy8XUhhu4YsRYxkvEcQinrDgLQMqhe8bDWCVDzzQuRACuwgrv/EYbb/+jFlobnIyZmEwKfO9vBvj+3/ZF9OZnSSejSTQMv8bcQbqg85gv8XTVOcchIx+UJjRJC/ChSvxnjjLKsL7u46XX1rF3sw44ZKaleHwwxeODiWBolWnKQKvho93wFZJRK6WTix1VRPNx42W7OvxVUky6TGP156EAzOeSF3jwA1+h1XTqRRmiJd3J/F5VspfXBwe+atirADWuwfvFECRsFHOzw4Ea721dNjhK/FVYmEo2QyvUlFvIgH5bhoF19I8THD9aiiGiSHndKNwZHcmtALK+8HodX6EA/IKL7z0d4vtPRjh+bOHkwEK6oEZWwkGJFoBNX8dv/ZqP3/pVH/VWC4bTwvNBhv/7R8f4zocX2NirYWO3hv5JhJODBfpH7K5TWJmbt9X6la/u4le+sovDozm+/d1TfPd7lzh+WuHoKfA//eFL+B//4CX0OjQLXeLgyQD/+dsj/Oj+Enu3drB7axezyyEuD09QC0q8/vYGrr/Qxl/+2QX+4j9eICHms1GgvlGhs8d7wcDzDzxZ+3uZrBdfDXD31SbW9z08OQ5xcLTE4ceFrL0NB2++FmBnw0KUpoL3/MGPp/jBT6ZY3zRx8zaHIxouzjMMhxm8ZimLmLfRmS6Yj431ElvbJq7f6OL6zS6Oj8aynn2c4OhxhfnExN1Xu7j7Wg/jSSIrq4heWUjv9fq2LyLwOYfTJ6Fcw1aNvXfAXDpyS6y1W1hrtQXD/+zBXPCIpk7R1MKtVzZlncz7sqb9BFEfSMfcXJewTJq+eO8zLbbCttYtXLtWw/UbAV54uYa7LwfyrkuyCkeHIf7rfx7g4c8j/Js/eAf/5g/fwcGTB/juD7+H/mQEq1ZDrBl48HSGj54ROclnKwVlD+trAVpNR9KlSbxEWgbIiprqC4+WiClez5UxRr6ZKsPmto6dfaKS2YFmyUEmi+vIojqOnk/w9ElfDmhbu668p/onCS5P4k+2exzk1IiMDWyhfVAg4eGFiy7wouQ7ligzkgIUdlCeQ6uOd9sDei9o6N3UBfPJzlPHqODoNL2wp44iR4aGl6HhZ3j7nZt4552bePDxHH/7X47wre+cY7IoZTENycXhELvs+E26tiWJsJu31nDr9joG5zMcPx3g7GiBw4MQ58cpGk2mDVwswhSTWSzDnWarpt6/S6ZyFoq8Ir3hfPfwQKfcsLKunJOy6VXPDFZCWBqrPyrYDjt66F5XiFPWBxA4neQ+ktyDZuYwLDpoY0wuIoSjAkYcwEgCfO4lE69/xsSrL1t44a6Fa7cdoBagqgf4t3/8DP/LHx/i4iiDl1t45WYdv/+7G/idf9xF2ahQNCr85X+5wP/x52f48MMFlkN2IlZAXUdFI47rwbN96JmBbJFJuq+xZqLZoxkjQcg1yRGP2SFVYv+WJijFz7/awedf6WKzFaBuOZKyXYzZX5rg/s/HuP/zEQ7Oczztl5gwzeVWYNWfDLxqJqJphgUJOWC/LxB0NHQ2bVk8CHMx/cPEOs2ICqelIdcrWXwn+r4l+2TWTrAewNMduJqNaElzGA8dxO7ycO6iu7uG3u46xsMpLk76koLLKCZoJZq3PFnROJLhfMuvYa3TRT2oY7ZIMJ3HsDhs8Ign4146kE1pFCVI0gxOUMiKkyWWS/bAmdhhB+9aDQfvT/Hk/Skm/RLziUgesr9g5YVJzDMNC0RjlhZydpeO+C5kpJMVCgYSg4JoJuayXpO9bS7qfgP1gEhcS8Rm3S6kI/hyGOLp4QLPni/gSoK4QrfTxFq3K4aVpw8HODubgjoHV8cz0fFNqdlgr3E4YzKVRhtXDf3rpBXEWIyWQsxpd1vorLWwea2BrWvs+pvj6NEIg/OpJDPZ7SSDr7IGt5bBb1KIpiDpCoJ8SBrPKMMLr7Vw99UWcm2Jy9El5rMQ+dxDtvCxzEMs8qUIYRTI2R2UL9mTRQF6Hbt762LgmYeKcFCBA/JE+n/MqpR98Iym1wmJIuwBNaSPt9ExcevWDm7f2sX5yRj3f3yAk+eDKwqW7Nn4DmCdB1OqnMRt3Qqwdo3YUfbxscO1xOCCQx0D9cBGjQhriVuUci1PL1OhxXSv66ivsx/ORVE5QFRC4/mGjliDB2DuV+g6Bnb2W9jeb8n1yncWcaLmVeUERSwOcHQiyyiyOXCaHuyaI6nl2TSWdCtNg7w3JAnLc0SdeFD2e1GA5YCI94va+yzG7KMlgaeNAG3BJbPTnWnD2ZRI7BDNHRutbQtRlmO2zEQYxUKDFmpoejaanoXMBmKrVMnLKTHRFbZuOti6aWM0yCQxS9GVVAieazc2HGxsOjh6ssTxkwXCiY4q8mQg6NeZnKMYqcNs60hzdcbkoOAT1BhfV0RBEgktqQgaMwvBTq9vtrGx0cLJ8QSnx+MVFk8NbHgIJflI/NN8966M0FeYaalGEeMn97XFymxYoYgV8eXmW3XcfKsmPbEXz2OMTlLMz9gnp+PWqx3cfq0j9QW8JkmWYDqUVKHppY3ppYNwssByPEfQAdaumWh2PbhmS8y5g8E5hsMzIUQwIRV0bNR6jix23yZFhCIqUTK5XFkILP67HsyqBgM1TPskUcUYX4QYny0QLVOFlQ50IezU2x7ihIQlXm90+/siPNaJjq1bMOsF9HoOy2d/6RSOO4dnd+HbXam3OLg/kF7U9Z11SZ8PBwMMhgMx2dB41+zUsbHXQ9D2pG4kRyy1AKP+QgwQvV0aiTVUBs+OTPZ4klqShHioPisma7hI4CDOVUtpxiwEz88+Wp49eO8R20oyF/s8OWwT1HKhYz5biDDNQzdHbYJpp+GKyW72AbODjZ3uBrtXNUSJBs1NYbdJrIlEOCIBqhNsYL25LX3xInBzKCapJQ1pfokkv0CpLZXIrxPJZ6LI2C1qQy8dMOAQE5s9y6VXl8Itzekk+dG4WWt2pXsunaVIp6kgtkk94waWncqNnofNnSbavUDM5lzzGbF0maB2670QfoNoUIWQtJHB0XKp0WAynJ9dGNkIY1NMUlyNto5210DD81E31mAXLXx8f4yH741hWQHqjRZsz4ZGrKrNMywNKiXm8woLkmFMYp7Zs01SRYpGJ8Ojj0I8/jCSZ1Kn68v7lRQvJpDtygb/zogwzReyRyI+Q9c81JuuLKa9DZ63OUPNVXVPGqXSHZiEpnQJG6YDi/2xNODRTFiacoaLlhFa6yl2buXo7abw2hHMWoLLMwuXZyYGzw0MabqI1CyA768bd4EbL2hS/0RMJc/gl6c5BhckeFiYDm34rPYQXDGN1RQXabRW8y8OyTl8LFilVam0LY3+hlYg8HX4HpGfLvLcQ8E6EGMGzQmxe9PG3k2K48D4gvhHB1pWQxppGAwP0R8dflIDQFS/ZTNJxSR1LgLwtbsZ9u9mMrfjMzqaO5icNzHr14QeUuaJ/Ly8GgV1IM2YZgG8Vh9esw/DZO9sD8uxg/4hC0dLvPUy8PmXgWYrRqsZIdZ1THIbl6GJw5MCh8fsem/Kmo2Ay3MmyTJJdNsuB6YK1c3Esm058OsFWhszEYHjdIIkYRBgDfP+DrKoIRcxZ4CRzCIWaG8N0dkcoNktpcqLX2N03pAVzi1ZJQlgGs8gBmrEw9euOkZ1eTeOh0uEywhZshARvN3ZQ6e7i6pkPzGnjaQwhCLk83nARfpJwbQbjUBZhoypkvoEVWOC3/9lH7/3yz5u0jwVVtDnMaLpALPRGD94UuIHTyp8OGvhQdhF7urY3VtgazuEzvQx6SCXDZydNhEvDJhljo6T4/W9UtbxfIKT2QSD2MIsrWEa2bKXWo5CtHdMtHdZBeBKN7ekASuaJiIkRL9zWE6UK+t5KLTRqEX8uF9H02/AdVI4TijnHM7MKADPhqWgz7u1TFaepVguUyFKHY8rHFMc3lB77CCo4NnsEGY3cx1F5UunKCl9pCMVeYq9DRtf/0IXX/ose8sjWHkk9XOc14ynBoYzF6dDFx8cW/jwyEK9O0a9N4LrprD4fRXAaKJjPNbR2+7I2mnY2Pc0NJcxiscjpM/mGOY9DPMuDjIXD1MHS5obTZJcXHjGDJ4xRxYMkNb6MrMtUxtl6iOLNpDF65L8nk9C3Nyp8ModA2/S6HC7hbfuNIHBM2iDp/jg3RTf/o6Bnx45eOQHuGh5+NKbJb78ZoFwPsDF+TlG8xCjpEJYAC/0bFnNoIaa35DKmsdPhnjCPe8SeB4CaxsNEYBpdpgOm4iWAYqcy0eetVGkLanAKMSwSipVCOhMRvPcw0Q75+0kI9jKsETMNN/xNp9FNDEsUWl95OUpoI0lNef5JO8FglifjCP0LyeYDWdILsZILiYrtZUiykr45VmT+0nxP6jksbzbVklfJgyv/m8+rmmK0xm0kjOt6j5Vw3x1lmb4QS11JpM6FJPnfGKNVyIwhTHK3RrzvBoEgCWtUSas0pSQEP+DoZGcNEYilmkEooREs0ZqoO4ZePlVHS+/auDlNzr4zOtdbLV6aOvrCPhOCM9lJcUIaT6C5rVhNW5Ac3eQo4e8aEG7WIJpifn3n2DyzYcYPOO9CBxFwHe1FN/VOf9fhdyI0vbr0EwHFc+F80TMzxR+aYQWBLRO2o0uQlwoJA5WrhgIaOrjnNZh57mp9oG8h1ZVU9zHqkosJQDz/2cKksIXjW40UDIIpwRgRe/kvle6T30aeYj7JpGDAi73SpyhMC3MAA4TwCS02EKX4c8viiLRC/jrBNdsXOGhieNnJQOfDVQwlQRr2qoy8QoRzLSvwoLzOlLpXH4tzrEV8kx9fwxJcZG0Q9FXBLuCcw5L3qdElK+gxCtRW5d5LIVKfv9X4UCF6uczjH+uROGOV4KkEqBXhLJV+lc+S16s/+1fVwng/44ArIRkteTzsvh9c07LgFMNGzdelAW7Ds1uoNAo6iqapRgY+POSClKSajWUJsVvE1ahrm3uHQQ0TMrnSlcg/lnjM314hmx0Lh3A4/4T5FUMwzHg1FvoXX8Ta9ffWJkm+HuooBh1uiyPUZYpXFbscB9j8vphsjqTPvsspUF5rshIYHq4I/s7Bhg4y+NnqwRgda+L4VUdrJT546opQyq9ed5kJQsB4LyLf1EA/vsf+CcdwL+QFP7FX3GFgBazlkbDxByj0VgS6le90SoJ7Mu1oJK+KvkupoArvLWYfmko4saY+yTWGqmaBzEFlNzrs2vZQOAwpODLkvdnkmLOmd6SlXA5Cl2J9hSlaRaToBe/LgV+OSsS18+AKeeHrEEidpqEY9bZVWgYHuqGj9PHP8OzD76D2YjnNz2o/LqBO68GshrrFZrrFBJNcVrSKbrkQGJSYTyKMB7HGA8ijAcxojgjSVaSr3RRiPKdcinRgXowN4GNpoFGQ0edAyD2oXnsFaVWqxIddFo/eTzF04OppCY4nOSHSkQqXabSYclEHF0aMbug+EBi5ykdq5ocjomhIUqAgqo4eugOYaKTAdkyR8bk4AoTKIXxrgHd5c2xEoAZ95cyUpVQlBDeKnVnOLqIZUQoMAFIFFd4VmJ5xt+Hv1gVqPP75CE9X1TinKeYStwrXfP8AUmse1W+Tbcvl2AKLFUkzzQnV9A2BWNMIygRGew5S8clshmb+EzYZMBzwMxeLBkQqAeB9Ap7TD8Ygg+ikEQXKLt6w5lKflnEGaycTypmr0NfdbzSEZ8VuQxJNusOXtiv4523enjxbg3/z/0j/N17RwhgYMPzsLXtYe2mg941F/MRZNN9eBrh4CTEaMoNKw+nhRyO0iRBpxmg3QoE+6exEVnwHo4svjjYt0PHA8V4DqAdCvpwEIYZwjCH08vgbeaob2gyECNCaHiQYfD/svamT5Jk15Xf8X0Jjz1yz9qX3qp3oImdC8AZEhLJGTPNJ33UPyeTDUUZKZISOZrhiAAbaKBX9FJVXVvumZGxh7uH7y4790U2SMpkNh/UsAd0N6oqM8Pdn9937zm/8zRHKzDRH9gI+jrsLlAYJZ49jfH8WYTxYY7xYQGvZaB/w0Z7izkwCu359JMUTz9NkSwVssN2NfgbJvy+Dq9L1XuNcFlhNuFnuN5MGGw+0VFM6SQx0NrSxUleVAayBIjOEkTniXJTExnetKXJQLViMk8ly44bN4e/4rBldSGbrXKYcfDK4a2oOwrm4DDXjm4WKkE5nKcLXDk7RYh2hVUXxAJpEHT+qlwycbUL2nstF5Ic3Ao6FdM+EZm6DKBtunHoWvOJNyFWgi8pXrsSOZ3uIrQgZloTJFtKB9SSSFhJW4RZm1itHeaCUiatWRQ/zPHVvyneeN8R5WG7lnIxWCpIXVwRPJg5jmzqMZUsq4RRnfL8UuRB929OEx3d9SVVOJpkfX73J31ZNIadnSY4fB7j+VdLWcSs87rzpc/GdB5rkm2Wx3yhUOzBHMkaBo1bJps9/AB1VfiKA4vsnBL9ro0bt1vY3OcUoAT8AkcviMqNENNNT4GdpqMZeGg2fCQxs50LpBQ1RCqLl/hdouVcz4bDDCY+k/wM6Y7m5l5SrcxcCiIilMJL8i5SOuCpCFaCAkFy+6po5YGQ14kvEEszkDGPlHnlYkNTCEqL2dkc/sgtRnUmMS7KyUOnktvUsHWNDuAAo+MEJ1+HWE5yle9BFA4bfFaFtge0fOA77zTxw+92cfclF786nOCDwwmOHhk4esTBCIfsBayqRpvDzYaBP/lJE3/6h000Wi40y8EoBj47yfHwIkdapUirDGeHMY6fxJicF0hmOmxdx4MHDl573cZ77/Xx7ff6+OKLBf7+/7zAz382+UbE8h/+3R38D392G+2gwnIxxdHJEr/+IsGXz3I0ewGCXoB0ESEazeX+vvvqAIPtJv72L4/xt391DLtdo39DR3dPR3tLfWaPfqXh0QfA3bvA3Ts1Xn7dx51XA3GYn4yZvxTj4ac5vvqswI3tAD/4Vh87mxYuJyEuLpf48kmIr54sJYt2d1e9u5gJvpgzz1oTikSxMpGFfOY0bG4Rlbp+NzZdjEchxqMIx89znL4g7s3Arfst3Hqpvc4sz6CZGfx2jkanQrNrSnF1cVji/LCA39bQ3mSjWUcZmahWFlzTlzU8pwqYytxcvY8DC5YTwHYaGKdLjLOl7MUF80kzoGHr8Pnuy3xoOZuWLJJTdHsmXn6jgzsvNVHpMWojkiY/BUVpZODyjLnvFm7v93Fnv4/jixd4fPAV4ipCMPCheTbOLhOcXXLQxcaJJYNO32PDnQ7LRBRtq5hDDVs5ofJEiuuyZNNKg0tRmFtLnldvUIl7jA5XKpMXU0sU+ZfDGMOLhbyvt/c8aRwvxxkWI2ZVqBwfEk44fGA+jioa6fZVpxg2LIk14h5FxaIikCgppgEXpubKZ9/aKRBslMpJTKVqTOx7CbMmwrBApwns7zu4tk+RSwC30cTXTyJ88skUDx8tUdsmaptqR+W2ZzQAnT1sMtIN5rk2NjZa2NhoIpwlmBL5OEowOk8wG2XyufEQl1YF4jwTZG2zqQbAxD0nK+LlfruPX6mbVZ6ryo4XSonGOoTFKw/ezNepYNN1RtUm39l1KSpS8jlY3JTMkacTh66vBt3pdGLSBVrCqlwQX7fXBnY7wLVNEzubJq5fd3HrlSZuvdrEzz5M8I8fJnjyZIHTgyncusJ797t4+14bGzeAwY0ah5cuHh+6khN9fnyB85MxLmcFLqcFDLqafQcmi/51vrxghug2dQtZzYaFtu+g33Kw29ew29Owt+Njf8dDvgKmwxKzcYnFjO/5EodHIQ6PlriYFRjNS8Q8YbCG8zXYTR54TDDDiBm/FBISM8h9neJJZsPzoEmVNLuwOpH068Afntv4SuE8mGIwz1fO5XjGIVQlDi4zd7AKU3F587p0By20+03YPtGUtihll+FSDqB0b0om/MCG37fX6s8YtkaXngdbcyRPi44+irwsl01xhYtSuTKSHSJZiVxZHiFJQzSbNra3u9jod3ByuBKEOjMjc+5ZzActIiXCzCg85GdNHySZAyw5ePj4bf4VnW900Xt+hSCo4TGD1vBhao7sQVxZWSCrckwXOYajHKOpEsr4bTZaPbTbDRHAMUeWZ4+MhxujRtPU0DSAdK5hcUGxJN3pHG434AbEblPElCJZrOT75KGNCPRbL2/g5ksbOD+c4dmXQ8xG4Tovl7UOMfAWLLeA3WDGrIXuIIDt2hheRri8jHHn1TZuv8aw3wTzaCqY02hiIZqaKI0MpakGWcS+8jCaLjlw0rCx0cHGZkdqPWKcYjYsibVerFSGaUC0eoXlisP2CssRkMVEIltotmzcurWN27e2MTyb4zcfv5BBMF37FBgREc9Ft/liQgxxjeaWhWDTgtuo4DR4b1e4vKC7nHuKEqHyvK+VNcJxgcVFLoOH/i0drW123cg99JCMcyQj5fwwHB602EDjgVfH5m4TW7tNIQycns4RhYkg5fg9URRLRPxVlpPTcOF2XDgtV8hOUZgh5BB4vpLDfCNw0KCbtE2qA4d+atAm8SiMQzNJsOCQwYQeO9AiV/78VV6K25eNBMa7NDYMWQmV5XRILyoUc6CeAx7Rb6Q0NHWgxVMIM0j5jNbobjOjTcdsXMji8JCobLojBhvKgXfyIsbJiwjxzEQRE5vGAX2FoFuh9tWSATBRw9w3/nnkEOFQjFWx2TzjY1jAZYzNprovTo9mODmey5mJn5mckuhyKMpvhMgUFDCzTepDkf//9pzA9026LCWGyajZ6DOx94aN3TccjE5THD+ic7mSRgOFUt0tD91tDn4KWXznJEmFJAIWQwOLIZudCjhHQUXQo4CEZxFTziNJvsSqWAhlyWoy8sSC13HhthwkaSxLY1QEM8lXBqqQU3fmhSrEJAW3vP+iGcUHK8RhtsbalWhveOhseEjLGrNFjiTh99GEoTfkvnVdRiqlKM0V/HaGTr9AZ0BBKv9cFydPQhx8OQdKG9v7m4Iqns2nmM0nAIkVOXM4bTTajogpiTrnYYM0gOlwCTuoJWs36Gkw/RyGQ9cKny9b4nZ4jegQU0U1iWHc9y3Yeg2XZzgRfBsyCCUqu2KzdqUhSzQ51wbE5GkG4jBGHEUwLbqifHFelBpz9CqV083mHLNDWYvkGpKMfYgcbi+B02VjTV3/htlB0+pDr2w5s8m5m2d5ihD0ELpBtC7JACQu0fHJZ4uxPLyeuuRkk+BGwstivhJqiDznZg0/6KDZ7qs9O6pRRhXiZSXidKGn2ZU4bYMO85xNRZtyNal3Fws6/3N0NnMEXb751vVVlkLLUznH2nRgFSai2EQYGwhzxmmkEh2wu+fAZwOJz/rCxuGjBIePEzh2gKDdEdy7RHF5zGpX2bSLhVokS3kUlLQ1tPo52oMcTx5GePoVxXBXA2BGNZBQwFGbI4vDq1USy3lXgytOV9JXNnd8qQEpiua+I6aIRDVU6bpmZBOfHfFz0GHJw33Fe5yu8RBFEaG/nWHvboHeTgGzwQF6ibNjB2dHNmYXNRZD1dju9E30Ngzs386wf4sZmxbihY3ZSMfwtMJ0RCIAhcqmPMvco1gLKNcJSw+euXlvrM/t0vdWaDc2M1kf0VDBj5b5rFXpyxAjwxy1FeH6HRfX7tBNm+HyNEESWjDKDurcRhhOEEZjqRP5M7JPyIYnPy2KOJgDef2+WqTmxAsgmjuIJ13Es0CQilwmRYWuohnQyc0+gd+Zwm9PsYo9hIsmVgsf2dyFr5t495VEVjNI0WqmiGBglts4Xeh49DjBo68TdLoDdDp9GegPL0gky8VxJLh2uqDBWAHWtnSHp2hvThD0ZtKgpvtpOe5jMdxGGtMBaUovIiuWyPIl+rtj9HcnaLRKOCRw1Q7Gpx2Mz9rIuS8ktrg+OdG2bZ7nKAJRMQ5s9pJewtgGOt+kUavznddHI+gBlSNnIN5fusFnjxl0qqcnsQUl9+ZMcthp1hjQyXs9xp++6+FP3/Wxx2vJTM9ZjGg0wng4xS+Odbx/pOHpqo2DrIfKNbC3u8LmJh3A6tmezToYj3sSncYmf88u8bv3HfzefQefn5zg89MTjDITK72FVeUhC1NkyxR2p4LToUCY2HRf6hzTSmEYmWSmE/sZJxkifr+lculxyMMBcMsjJrSA5yYipmAuImuScFrL6niprCpXA6X5ssDRuMbRGOhsWbIY9+M7SiBZE3NZ+whZG0eM9VKih37LwDt3Xbxxy8VWx8JW10QSUXhGkkuNi4mF05GFJ0NTVqOzQNBewLYLuTbs6URLDdES6G120d3qou9oGOgZmqsc1kUB7bLGRdLHMOnjRWriWWIgYVq246JF96Mxg2nOkDkjrLyRmDUsOmvzFsJZB8tZFyXPZqsYb9438N23bHz3dRe3Bp6s+uQY1ckxPvg4xV//QsNXMxfmSx2495p4aS/C/b0Qo+kMR2czzFcJct7nNvBg4OHBhoc8s7GMSGbMcDha4HgeY5RBVrfXkZVEAcYXDcRLF7pBapSDsmyiKgPlHuSphX1qcZGxD8V3Ct9PyvjB3pOi03EH4ACQv4bPPrMYieRfSSYm32+m0ZA9K88txGL6iZGEK1TzUK2Kg0eSEddIS7qN2afj/9JNTied7HFrwp0CLX8zBJYYRzFPqLMNKQhXS8VIXmGsxeOnHMDrAbB8HZkqsgMAZLqGXKMwSA2BTZI7Cl1e+SpnmCYPAj1qtDcM9LYN9HsO+k0PGx0X+3s69vZ0XL/h4Np1F13XQaNyYXNekcSokkiJbrhhmw3oVhvIfeQjHflIQ3hGsV6KFw9P8eTLY5xfhghLDRPGlBkVHnN+wO+P5g6DxhVXYiFLYmVJthFiwHoIxs9Bq0WQyRqSrsIkr+Qc2mgwpsSWMw7rU3l+M0ZFKMqXIIzXWatXbmBL3MKOfBbFqkC+RpL6DQAAIABJREFU4mCWNRKvv3JH89m8Gipzb2dMmRAN+WfSFUmBu1wD9mxI01xHC0qUYCLXWZnmFCWFeGgOf2mGkRxill/sg9PwYJvSP2VfWIa2Bu9R/n+WzDpU7i4duqRHKgel9MrZHzU5D7FUL523j1BZODhmkU70pnpvCmhVhryJ9GNlMLlGAvP30D2c8BnM1uZE5rraKruYX1/lxXJutSZh/otp4/97HvyvDKnfiH1/OwBWcyPlPqWg1EVn54Yst7UFt72Jmlhn9suIDBZJKO9fFaFIwlPF4TRpNYw/Yv9k7d5mXcfPkFWDwWcvCbG8OMLy/Bjx8gLx4gJVnUrv3A4CDG69IYt9JDWUZO9YDUVFTFCSJmjIknx7zhjWebm8FwT7TXwiRU8aBSTMB1fROZwD8vsWR7qy+at/t8a5i6DjygEs14N1iSSE/zcMgNUg/goV/c/x3d/kAEvfr5IeGglC7IFIbrRJV7sL1+FQd91P4f0oA2DWY2oQzB59ltJZze+ZkUaqz0fhKIfvJLxxME/jVODZuHd3H/fv7iGMYiyjCKcXE7w4HmIyD1EzTsDiLETNyii6437NDgz3OdWfI2WC50+SKBwZANeMlTFytK0G2mYD508/xYsv38eSA2Adg5ps/j/89xv4N/9+gGUSIkyWOD5K8PxxiuFxLvleXBoVAxyUyAaovLN85Ckq4EMhGTsrDVXMYZKGzkDDYEfHzduBLCoKx5clxpcFRqMcszmbaCqPh8rBmFhcmVhzgLQ+MFPlwMxbbjaJQi5zEEWsDWpbFeDEiMqhmopCDr/44VQyVxPVg2QESLiaZOkI5pXF/PomkW2DwzEOfNYYYDaNZfNh7mZgwmkbRHir3M0kR3xeIz6jWtOG21SFZc3NheoU4m8zA5qnQw/4VBHhnKJMqRZdO4blXuDBRTUFeMOlKTeYAv19H709YqXYSOEAuMCcg8XLDEapw+BLhGoAIh7W2b3C828ZcFs8fKyHeEQARUC5Wh8ESjaauOmTyU/spWpYu4EjK6LTNkxwa9PHu3c72N+wUeiJOI3n0VLW7TttvPpqH7pt4myc4eAkxaNPKjz6uJRmZP+mI1mGLx5PcHG0QEVcVlHBdTj8M8Ssyg2LTXzV6GBYOBE9qlCmktXixkyUEnTEeYUor3DtdQt337Owe9tBt2ej3XQQn5qITkw5TDgBPcwZJkmEywnzo1McPMrWqO4a/R0Pe/cCtPqWqFK4jh4VOH5UilvHMhWGrrHhSkPVbFQw/FLU85NhLhg7+Yu93VBDveSgxUZ3X2XTLmYl4mmJYpGjXOTKzU3FMN0yATEVOhAaQGTIdaIDtjaoHlOseB7aaeWX+3jtAOUAXznqifZSDRke1tkEIWaUqjtpwHKzocvVUvgo+fO48XCwWPHloF4WzLTjUi4eYpeZH8phLF+AtWC5Z7MYk3GEaJFjtWTmJtG5zGfj/8+txpCD7uyykOw64ok0YlElhxjQG4DRZu4F35/rwoM4VQNoBT66nTZ8lxly5N+XmIyXmIyoiOUL1RbnIhEbGXEi6xwNtRnzQLtG4RnMfzawcV3Hu9/fwLd+sIGTgxgf/mKELz6eosxU8DyHv1wcWIeXFRJGJjErmYuKQsHpKlwl88BZLvIqy8uJSjdFdEfQ0NHvM/dPh97RoLWBy9NckMVEbEmuhKBKOMB1EQ0zeVapEGd+iEEcGR1rvBf4H6qllxyWUAF1xbXhdedLgzQANvm4b/F7YRGnRCk8w7u+DXetplN4qkyKIcGx8EUkCByFkCYykM1e3tt8BvkssnlB5wDvLbfFQ7eJ3lZD1vg4xtkTuj7Iq1azLnEkODVaVPq7wHscAH+HA2APH59O8dHpBAdf6njxpY5oUqFcFTDKmiY9bAY6/uwPO7J4/xArl5kuImcbs7qNz748wqdfHUlj9fwgFQUwY1AC18R73w7w3rcCvPKGj1fe8PDBL5b4yz8f4/1/XGB328Heto0f/2gXP/nhDlw2fmZLjGZUC3s4m9uYhRFmy1Cc0Q2TqCpmdNJdbeIf/q8jWYMbOm6/4WBwzYLfZv5IjY/+c4yP/nMkA+gHD2zcf+Dhxj268EyM4xjjeIWP3k/x0S8y3Nrt4cff38f2hoMXByO8OJrgZBzjZBTL80k3Hd8fktPNzz1ngU2lrC2NrVbLQGdAlwJzUeiSJ/qKCM0KFycFTg7YjK6xtedga9fBxUWOi4tC8KZb+yRo0LVOlXWJixemrP52id2bObpdG4HVhWe0sWTG1gyYxszpncL2S2zvEAdn4ehxicOvi/VghRnsPO1wmFmj57uymvoWWsamOMbyfIHeloZ3vreBu68H+Ozz5/jNF89EgNAirq/dw43dO+g3d/DLnz/HBz97jrieoHAX8PoVursOvLaFOK4F/WZqDRjEJ/LZ5ruVrvdljlWYYzEiAaNWzhFxoNHpweYtHa4m2m3i0DNYdiJNddtiMWbj7LjA2YmqJzhEYB7mxnZDMrkquvoT7i1KYU/RCdWpPKTkJRt1oRKlFHRiVpjPK0FR8vMgfpMuNWLyO70Oev2+/L1pRdCNGKsswSpLMb0oMT6p0fZqvHynxqv3Lbz2xgZee2OAj7+Y46PPFzg+LjAdA1FkINjw0Rj4Co16tsB8kmG54GGFCG5bhsCyz/P5zonNVNm7aZQhi3OF3qJ+wa4EoUi8JYddLKDVgU7he4mr5buXBbMcn9buPAqNKHjhANjggNCsUdkpajsVb5JwQtIKIN0hJ46LG4oh7huWYWZLh9XW5d7JuIGjRKthotWwUEwrFJMKpLjatY7tvoXf/4MWfv8P2si8DeTeJn7z9RD/+MuHePrVGBg5sEIbr75W45XXauzdfoCdW+8iq3U8evIpHj7+Ep//OsLnH8YifuTXtgNL9kXWE8uLFIthhu5eje5+jVcfdPHgwQZevdNFv9TRLzWEzPJJCzx6vMBHH07x7HmCMGITmrmxxDkSL76mxUioIgBHAyeOdctAxgMBgTwSr0QVLaM2DJgBD45X+24Ox8xgmXw+lWo9K4CMswbSchz1/bI2I0EiX9ooljYSZgwtI/l59u9tY+tGX9xDCbFYPPQTQcmYCCqYWZ+KN4uNpxgpV5QjC7mP8pClShYevCj0YpOXwzKe0Sh4YD1m8wDMg6RkKIZoBD4G/Q10uxtYxBXm/HPWTrF4GWJ0forZcIQVM+3HFBLRLKPBo1u2p0t+71Z/gO3eAF3myzcMWBwcOsSPVshXBlYRcHYywdnJFMsoR5RUiDMOlUw5sAb9Uhbfl6ST8BumM4pRIatSLacs4RQlVtNasLbJkgcr5jQ2BY/PzHiKVcqEdbciWpi6iZfe3MPLb+7j6OkIDz85RjhfyX5CNTwFWXTBcf9j1AidiFt7PfiBg7PTKc7PZrh2r4nr91uwfA5YYslzHp0VuDwt4bYo+ON+7iBo+nJ9oyldqCWaLWaCc5DPgUUpxJThc8aFrNDfAfrbFAgYWNGNvqyxGFM8Vsl7i5jFa9f6uH5tIAjoR1+cYjScy/WTrEueQTwLZa5QkhS7VszK9mps7NrYINp4UWF0qZDRIkZlTVGpepKO/WhIN2WN3k0KWoh+92G6DYyfxxi/iOUdQ1c260bXVV+vO3DRHTiIV0TRh/IOo4iQeykdPfMJmy2sAzU4HPD2fXhdT1zuzC0KZyr3mn/RMcncR8H5dwrMZ4qeIMrlFgU/jPZxURUulqc5lmd8XyowYS3NHg4TaljEkrcgw6+UkQncvyc18gln76rR4Q5MuFsmTE85aFn72j6x3zkWkwqLKZ0VCqXuy88JdPvA2WGCs6ME0cxEHnuS49rf0dHZ1JDqCRJDifXYoJJonrVojz0k1lJqAEyXIIV1dKYBvX4LvV5L4gpOjxci2KW7gvc8EdmMLHDk3cZazoBDtLA0tRTajdst3xOMR+Bzb9Y6PIv7v43e/VrW6dcJnn28kszi63cD9Lc8pJkSGlGkQTcyax82u4lSn5/X4qrv9/ro93tweC/pMbIkxnQSYbFIYMvnrMHpMwM9h9U2YLgOdNdGEq1kz7LzGi5zqkY6pi90RMM1tpr1ez/AYNCUKCI+c6uokIYHGx+dbU8WSTqLmK4uA6behmk0xRXNezHLQ6TZHJ0NDdfv+ti75SGaFwgXBc6fJzh5GlPehe3dDaFRxXEoS6erE544EbMyEgoXMcZ2w8Z0uMBkOJfnszHQwNlM0K2FSDCn0GTGeBgViSPvz3WGAgfPdeki8IFOoCKVVhStlRweq1ihxbTEgqQHy5dMes+xUZB4lWVwvSZcr4WiyhDnC6mDDAqrQEx7jqpg01OXz8EKSvgbFDpkQiyR93Vqo+YQKuLQguIS5b4jlSZgrnZTk305aLuwHBPTWYzplEN3VSP5roUes3yJGCYNIU5Q1BXyuoLXaKPR7MHSPWgrE+CQY6UhWTGhrBBHca1zeJ8Iqp3ic9ZIizlr8gqNDtDf0tDZBGybrqMKaRgjCyMhjLhCjbuKKQHmSYbZKsXOvodbdwKJMpmfZpid5pgcEyXMeItAsqP9lqP23IbKY9bNAvM5z7AUUlPobaHZNWT42+oXePZ4iWePFzIA7nYb8iyuSLVasYxx4cATUhUHbTQmyGnNsnDzbgs377SRFyniOEa04LCKYkcOeSyYhiV7GhcpOBQrU0QsAwsKdK0lTDtEfyfFzu0CrYFy4OSljvMjD2dHnrgTiQl3bQ27+74Mvzf2Qgx2Q8yGLoaHAS5PbYzOSUFQtSjjQhjTQroU9wuS8Dj4ZYxJXdLByiYs48LYk+UzrNwhXJqWQ2cjsuK925DrnZQLVGaEG/d83LjnYTxc4ORwLANCGwOYaEmjkc04cdtRPCggMtW8p3srSVbYvxtj/04k/cDxkO86G0XYQx41kSRLQS6LUM/i+92QLPmAMRydEI12hIszHccHFvKoBd8YYKPp4c37M7x5b4rAL9DwcoSViUlm4Wis4eNPFvj4kyWu39zCtVubyHMDkxHziFnvqma0oQUw9EBQrRxOWV6IYDBEozOWIQSv4WLcw+yijyTieUThUMtqgbJeYrA/wWBvDNslXttAnjoYnXQwOumiKh3UhaNcxqy3bAOtNmsAC7pBrHOK8WWIi/NQzt/MrXYdZqArwSqHyRwCszmm6RSAKAcem7y8tDbbRnQCLenETPDamyVee6PED+96+NFdDxsoYC5WKMZLzM9HuDyb4f1LC/90aeE0b+KyagOuia2NHP1ehlLLUOh0s/UQLTeRhhbKOEbPqvDTN9r46est/OzxE/zjoycYc4DQ6KCygzXhoEKqr5BpKyFkoPTlGfD9Eq6nomUoglpy2BomIjano5O1auC10HSbaKyvId1gbGwwAojo82iuoWnHaNoMKKfQosQyKnF4CRyOSO8z0dyguNVA4FMsTAUDB5UeFnGIebyU55ZnGd+ssBuUuNap8dq9gayChJZojtE4x/G5huOhjqOFgaM59yzGCDD6kM8GBfMaylj1TpvdJoJuC75WwMtDNLIK7TSAl7RwuuzibNnDcazhKFL98G7DQsejfXECzZwiNkcIrUvpwbXtTRhlD0Nmfp958JHI+t5bNn78XQ/ff8tFQ2eMlo7i2RDlsyH+4dME//OvShzCw5v/dguv/aCLoLyUdTSM8PRshbAgtaZCuw28PQjw9qCJo7MKD5/lOJylGJYJRlWGqKpBKEoz6CNo9BHOfFwcu4iW1pqYx7rC5YFHIn/YJ+JZg7hc7qky4LCMb8xVfAtIh73OsUpHSNIRyjJFXXIAyX2ohbokappZtw0ZKkp9KlFl3EpK6GkKI02QcWUr5Pl68e/lnxPUBemVVyQ8DpxVfi9r+qvIQu5xdMnJCFeGIRTTsf7kXq7oZSrHWCnzOHhkLcXh778YAGtAbgA05XMAzHMrI8p0Qpdo8FwLbUqNhE0d999w8OA9nlmbeOlOD9d3mvJu43DWM1L4egoXCeyaUZkcBHqoKJwwBjD0DUV4yRKUwyWKzy+RfDXBybkm61fTEP80XeCEJAAOnDUNMSBL9foU2pf3K3/K3NFR2IySoVOplBkISRsSh7mOEuR7PedQ3uFzywEwTTl0ABuyf1M0ThGFxERJq0CZ+9SwjD0JRoN6MjNJlhR8p9LHzDn7kGxWJYATRC572TTAyXVRtZtyz7LXqd6dFBER/cx1hcwV569NmoIlPVEuDn85LBTDjESLKtQ0z9NCu+DZlp8HfYBSa/Nn4jlbGRTZW8qSRM73vIb8iWgaILJf5UGvf8Z1bqxEeom7WNEWuZfxa3BeIb9eFn8GRuIQa00qC/vvap7heo4QvPh7hd7A3/v/5wB4jb6WGEDGg3QGcDsb6GzdkKVZAbKSw3WSKcQ2JiJtror9dDkFUitRSm41e0zfZOhSRM/IzTpBnswwPHqOy+PnqHKV811LvmkKi+L62/fRu31/LVriwJYRNnyvke6rBt+8H3gN1wWDMhvI1+PwXhGOZCLHsylnbmLmUM+2uJwFF63yp9XvVY7gK7S2HLdkAKzOGP/fA2B1LvuXhut19ve/mrqrr8U9hF9bXT81eFXPA89pvPZXzwb/V1zn68UhMQfG7OtyDiOiQLrNkQlJgf1Kx/KUkCJZodVw8f3vvoXvfe9tTGdzzGYzPPz6BT767BFOzodC7tBdS2pLLua0OxaFNayheQ0ZR7JCma2gEc1jNERUW1YRKqzQsQJ07AAXzz7D0cNfYjk5p/F0UHcHFn70x1387h/1MJ4tMZkvcfwixfOvmfWbIZwmiKYJnAZRrcTDcqCkdhP1zTCnhwOnHL5tocksVsmFqdHqA4OBh/7Aw2TETLEMl8MC4wmLdR6WFdpEORk5oAUoEBZ3JBWLvFklS5hI1ho5sz24O5MXDg6AqZpcuyhNNqRY6KoBMIe/ckjjfUfFBxthniX4Ex7OcqJQJeeAzRDFRpdXAzcsDtTkZafLcCDoW/LvwkkqA5J0CcFAek0bfscVLRIz8AoOCqUwMsVpSQcwcZU1+eFUpAvycq185Oe4DsSWBiHdgGmJ/rUG+tcCadqxuE6XOcZHsQyBDSXIUqH3/MxkgMXMJKwHi2tViES6adBSXZBfV7mGdKzIgYHKZXE7EzHkCa4hXKQIlynevtvGH39nB3tbJp5fXuJ4OoZjFXCsEpvXmti51cYiAr5+tMKXX8R49qTE8ycFBrsert1tyA3/9Isxzg6WkvMjMcvMSqQZkzc7H3bBd/CzYdGsUGfcH+g44qyUGzb/2WgaMAID1x84uPu2g+6GxW1MFMtVZKOKbaVEtgosVwmGkxCX4xVmdPZcluJIoGK8u+Fic78hji0OOOmyGx1VGB2pFHE6NF06p7s23LYlw37NqbGY55hMOJBgRptCQJvSSAKaPQfNDVcc7LMzYiELGAz1zolF02H4OiqnQmkqqYEe2dAiR/Ky7BZxXxU0S6m06G6lIlsUR3w58nNg45l73NrlTqUxBQbM5fQ4TGSBVlNBwudBDVvFRaap50nuLRZwNoUGzCDSZRApzy6nBkQrMGC8YkOL4ooS02mE8WQpTQTmDPO5a3Y1BB21ufI+Z2NyNioQMV+X2d/8+mQTcLEB0qqABhHtVO6Vgvtmc6Hp+4JIdS3mxTIjt8D0MhTlPQ+ufG5kyJsqpdYawq5e4Er7I0WM19Rx7TUL+6/Z2NlvY3e/hWcPQ3zy/ghPvpgJDpaL7yBewzTSsJoACVHedAIL0lBt+nQhE4HPJiJrCirypGCUnCcWT7U0dno9Os91oGMCXROz8wzTC+YZsdigm5vPKht3xMNnWA0lRBxmg41GDtsrGaQSV6rlpqDx6UqWjPS1iOMqv0IZeFXOG4UDahisXOJ09wmqpaDqjg1H5m7wc1H3DZXZon1a7210I3CJeooqbw4j+fNzAMwc9raJ7qaH7qaPyfEKZ19HgncT3CDvQZciFw2BXSNwanz7zSa+/14Hd1/28NnFTNazz2o8/QwIxxwAVzDLGi2rxlZLx5/9pIM/+0lbsJolD41eA1rnFlb2Nv7TP3yN//RfnmA0TBAyr3lRI1tqaDkmfvj9Nn70/RZ27xrYvWfg/X9c4i//lxk++FmEV16y8epLNn7n3Q38zrc24FpAuEiwTHQsqjYmqYcvvjjHF1+cod+zJVuWA5cwNDCdAQ+/usTDr0bYuqXh1gNLsLHcnMJ5jc9/HuHzn0V45x0H77zt4t6rHvZuuejtGpgmK0yTGL96P8Wv309x78YGfvoHt9HvOPjwwxP85osLxMixQiaCAJt0B14WXg/mKc0NaSJuDDxxITY7zKEvZTC+nKcIF5kUoVyXZwVODjNMR4W4iTs9E8OLQhYJCFTodwYs4tggzXDxzMLFcwvXb5S4/2qO3V0Pm/0dBP4AD38T4avPYoTlHKkxh9Os0B+4cG0b0yMNkyNmkDfhNQJppDErztAyNOjm03S0zD6aRl+cBpZbilvq+gMbvRvAL371GO//+mv0Wl3c2NnDVrePQbsP1/Dx93/7CH/3t4/g9Er0bumC2nbalSBSV0TvLahw98WFwDwYDl1TDiujAglzakYFwpE6MNYylCHWz4TXsFTsQECMD7HEmbxbrrLILs5SnJ8xe0QVj16DnxVxLWxEZYLPFeWcQeEWDxA86FLEFqpFFGZJ9yRRSWJ8hutxadLUaTQticfY3G6LsxxVjKpcYR5GWIQxLk9qXB5p2Nuw8aPvuXjrDWIEfbTaPj75aoZPvmRxx4EGm0YOdN+QdXq0kBWFFLAo8oHKWNKRJxRvVOLop3CL70g+6VQO0nGbxgVMDsxaJIFQeMDm8G/zb+gE5XCINfPVgerq8CIlFPcxHsxY0Fo1SpcD4FzetRb396RCTbwvtzVSTzg8ckrJwdUbJvTAEsETm0t8p7UpbmjpWJ4Ay5NaqCh8d7Z8HW+/4eCdN9ng3MNgbx/jOMKT01McHE5w8iTB+DBFLyjQbZS4//IDvPL6t9DqOUiKJ1jEL/Dphyk+/SjFkLmsy5WI+7wGD3KmvJup2N68rmHruoY7d5u4dauNvY0AxbBGcVFjtEoxWmV48iLEl18ucHSSIFwRsUnktgmXGX48lbOJITgpZbjTmza0poXKWr/TuSVnhjhu2CygO1UasnTVWhksI5UBMGk4rG1lAFwQ2aSGN2xMUhtI2kK6NJGGJkoSbrJUHJF793Yw2O9hdj7F7GIiSE6KyShY4jtL9vyQbFwNlZej9HPB6oajFMmcmD02yxUii41s5rKFSSKDWCq/fY/5bcph1qRTqkuHId0ovjQp0kqTub9y7TmoigRpPEYeMSjZAiJLDhgkhhhELTZLGUi2vC7aXge9BmTx3VfTRVcot/V0lMvw9+x4ipguZVKAauKKqLpkPV3A69J1QEGc5BCI6ID44rzWkLP4ZQYyHUeTGtGlhixiM6cN02pDd1fQ3UQyDjXivyisDFl0anjw7m28/u4tHDw9x+cfPsdiFikqh2sjl6EYRZV0tzE70kFvowm3YWE65TO7QGfDRXvTFTy022DlWmN0kckyv4nxIFGABzsD0UzFbjBrlKvd58BQRzjJcfSQ79sVBtsUymrQHBOVbUru6eQiRzhjA5jOQgs3bvZw/WYPs3GEp48vMJ0sBSFMAYoIOU26l2usQrpQK1R8Nv0ag20H/S062xQalQJT5utRJEc8qV4ZSBd0oRdCAmpsAl7fgO27sqYHK0wPqMivBM9L8SAH2VxeQEGhIQKd5UIp8znPYbNndlljNlIkJpHrCgnHh9/1BG/Pw3TMd95sJc1ANqD4Z3V6Fbr9aj0AZs5fLZl/HH4Kh71yMX6xwuQFcZO1qKI1S8Wd8FxqNmoaKlAzR10DskWNZFgiobtubcH3t0w0922YrM/5i4iscwtZHIBGM55BLBm+07XuE0sdlLg4zTA84VnAQpFSpW5jsGOgzQEwEqTyLqYDSZFWVJ4az5Gqlr/KK2PfmtnyPIsQ1d9pN3FytMTJ0UKGOI6r8idDfj7zFJ5DxxObIoZcZ+4lKqfut2p7CqPpADYqHZ44Oyz07lXo3asxOsxx+lUubstrdwN0BjbGl8SCJ3IPuw0lxuI1E5R6YqNa2eh02uh0WkLeShjls1jKcxDGS0Ftc3kbFdyNAnqDudEWSlgS2cNlJBUsxpwMa0yfaQgvvinpsbHZwMZmIOwAEXckHBqsEMYx+td8OQMXIMabTWEKgjswESiiFEUd9QolYvS3bVy/28L+rUCGLONhiNFJJnEipA1wANzpBigK4vkS5MzXTukmYV7lEiWzuNuuuJdnwyVmw4Ug0zxm7fY1GTAHHQ3zOTCfqaQwKbV503AfLygwNWX/abcN9PpsQKnvO8lzEZ9x/5hcJJicp7ANG+2gKfcWBbesD/1GC16jiVW2wiwcS44m844NjQ10mfAjpzA2I4WC7v4CrS06ExQeLw81ZAvSJCrZV+IlqQol0qpCs0nSi4HuwEN3w4cXWJjOQkxmEWKKUMMcDddBr9OAZ5siHCayLikyJDnRfS1xKVp6QzKckVpIE2as6uK4L2sOumOkxUKGwKQmMFpkTgfwjChjGgF4/mYdxoFyjdUiQryIpU3ILHKieYluXka1EmflJTZ3POxfD8QBPTtJMTvNsLi0sRhSrBfA85vwWyb8Tg3HL2V4zu+HA+DFnP/OltzJzsBCe8A+VCXxZQfPZ/JsBQERppYgz0nZ0jIHek4yhXp2BRHKWsCzsHutgd3rPlZxgvksEoFIOLPkmjMv0LGcNe2sUtQNvkeKAhbzSM0CbiOE11gi6GVoDUo5g9c683QdXJ6rxeYxY098HxKvsrfvyu9zgyWGRy6OnwQYn7lYTtXn7zZyWYznsB1FZWDOLZ3oFGzVJR2prDHUAJg9EhoDhI6yljpT7sxfV5WukOeSaonKWOH63YaIKhbTJS7OJojnQJU0oRUNwWMyA0/oYoy0KBnLxnuASEJGpWTYvb2xwkXzAAAgAElEQVTC3q1Y7q2zgwKLsQ2tGEDL21itFkiSubhy2Vuj6L6zYaDd00WA43gZTg6A51+zf9XBVm8X+xtNvHJjiFduXMJzuB9miGsHs8LH8djEL381lbV/Y4C9GwOpYSV7N+F5l3019i3a0OuWDFChL2F6czS65/DbY7heAM9tYjZsYXTcQhxSoG6qvpS5hGYu0N+dYbA7E3wj3der0MHktIvJWU+cxbrmrp2JCmHLiA/fJ62LAlTGCkQYXkQiBHYdIi4ZV7dOT61taDJ0479Seat0QtIRSWKDY+iIVglmUQzLTfCD72v4wQ90vL7h4HXWI0UGfR4iG80xOp7g/HSODxYOfrVwcVn4mFUN6Xl2OgVaLcY/KZFbvGhhOemiSkhxK7Dp1/i9ex5+/56L//LoBf7h0QGmPBO0WzAaASxmuRcawiJFxP20MIGctSGjG0r4pABJpEAhw9/5gkaLUvpNNCs0vabQDxpehcAnwplGFTrkKQLiGb5G00rQsldSt1VZiSiucTAEDi4h0RTBpqnOYCShMTutZq60h0WyxDJZylmR/WirLtFGJkPt+7e7eOlWDx5pFU6CySzDsxcZDk4rDBNLludl8Hx1jlROOZ0qMlmu78HxPdhlBitZolEY6BubaGCAw2kLR9MWRomGaUrqHtB1KjSdEoU5RWFMsbImiM2JDAya5gBG3sXw1JV1Y2DgxoaB7zww8J03dbx1X/UW2UOZfnyB6cfn+PmzEn99bGLW8fH7/30Xv/OjBtKLIbKLSzw/z/H4jDjiGrvXNOzvaLjjOrKeHuX49FmCg0WGiVZgrhVItAqJViLwNhH4mwinAS5OHEShAddnj1Ap/9l/4sCCgnmKFEyL2ZyunJV5ntDLDFqRQK/ZK2KNniNajRDF47WInX3LJlAOgKonZ4q68pGXmYpPYPtRELRELJMaRwoJHZQc0JH2xb9n/BmjA2IZAPP8Ibhmnntl/LCONROyoeqx8r9V0CmZB5XQ7ziElHxeYox5DGCEHnu4kj1LFznPMCrbXZETa4lwK2iKkf61xh9PqGiebaDJzO02ZyG2CHXvvWbjlTcd3H/Jw50bDewM3G+MR3paQGO2bJXC0FZChSICvM59mPVAVjFLBYM9P7zExZcXOP96hJOJiZOpgd+kOT4pMow4IFhHNF2hgPl9snxV2cP86QlAMWSpwQwFgZqc39lFUEpkzg5KlJoSSXmkDq7PP3zf/YsBsGAQryiTgkWTAo7od+K8q7xENIuwCldrSqT6XNlzIVaZQz8VPcU5gxIgKazz2nXL+0ts25ogoTkAFjIV+64mHaO25AivZ9DrATDrQQ66lJubQ2J+3xwKcwYl53TOVSiWvHJornvHHM6SLMdfpyQANFNdDYDXgiYZ9qp8WumFUCAgw0f1764oscrhSRG2GmJfOYCJgVZmSJIi1ACYZyeK8NmzvcJp/4tZozJNq8t6RYf+15Tof4WIllkZBVjrXGH28g0/gOk3Mbh2VxYj97LKRcX3C2X8NS11/IhYx3Ioxg4SkdkcSBaw6OrXTCEwUrxQZYxmGSIKh5hPLzGbDoUsyB5UniywCifSN+vfvY/+3ZcUjbfkM01DGd9pHO4qTLOKGfttbi9FVCpyjYPiNc1IJJ/szSmiL+8hhXlWA3g1AF67fJXNV67iFf5b5QWvkdvK9qnEGlcPjPqIv/ms1/+o8n/X84D1VVDvZvnM+TUVZ/obp/D6zxRDHBGP67/UEFqZ1eS+MC2Vm83Bv+gV1CySw1/+nDbjXJkhV1AYH0sG8A++97YsNRfN8PDRM/zyw8/w4vAEJZHzgul2UYP7MWtYT56hiphpicZdC2V0T8gCNLoWdYSqjtGyPLQsHxfPP8Pxw18inF5AM61GzabN9jUbO9dtyWFNUqoZDESRg0TQNiGSmFk7CuvKg4dkZLCJJReYDwbdhgVu323i5Vc7skFKplCWixKci3hnaW7yhmB+Q63J0DFapOssUGs9TFGgc7owqNZYC3rE/cJhMAdimqDsGL69DgSgvIeDW+H+q2zMb54ZRXuUjcFqmNAcDq5LKU7kcL7OwSNyiX9Jg6IgllZl9wZswG/yuAJMjlLMz3NUnPXYdEZa8JuWOGOyWYl0phpWgtmTu00Y1IBkpvLFYoDKITYr6ezh50YVsGwO8lnWaG37aO/4UhzTiUw35Pggxvx0JSomFgjEczDbhUOc5oYmaGQ2gEluowKD+T7EAfqGA1enj0cNtKj8JsJwEa0wW8SSzypYaWJ814eX331nA//jH9/E3ZsuHl2e4fl0KE5CrlkKjOMa52cVLl4UOD/MUXglcq8Q164DU1BjoxM6+gqFK5YGqHL48poXEl5NXIBqYoh9XQ4mdIRdPXjM9tGx95KH3Zd8dJnt1zMkg+nyOMPoNBM3AhFe1KDxzyR2l4OULGH2EA+cPLzbaLaZc8DPnMLCCscvVjg+oKiBSl7IoD3oGfBbzIxldi3dVGTsm4jSWpwwVEpnyxx5VCBoEt/D3+fAsF1kS2B+nGE1ZsHO3CZmCdvwe45k4IWCVyxQLSxUSxu6TQwz1dEGmgNL7iFumFxiqSKqiK5SSynrCsEIpPKipbLeIGaMbneWOAXznHQRDtBF3CLeuqWjv+Fjc6stP7tuJtDMVJDjdBClWYWYw42EL15dMrYWpxUWJwwcT5DWK1BpQNQRuf28v/2Ag2KlguIggepaDhIdy4bD7hYPTJWJwipR2AUygwpO/ppCqc+ojNUsybMioq7OalQZ8VvM/OaDvbZLyKOvnPjiUOOQWuI+lQuv0SSuT8edt33cfsfDdKRjMtJx+nSFs2cRFpcpdq672L7mYplmWCQpqtSAltnihqfzJl5kgk/k/aXYlerL8zHlsIfDOzo366wUx2CnpeHaNQuDXQtl20XRcjEfLjG/WMoLjvdJBQNRSGSQhmJeopxRYWfA7xCRqqHQUhTcwBKq6E04uiN53jyaXqnekiyVoa68kCSngkUMMzIMFILHUXhHEU6uixLud2ooxtc6i1lThCRJpJRu6oXPn1WJWXK+bKiAIxKG93qgo7/torftYHqc4/zrRBqJCt+twW5osBo6fKMSVe07rzfwnXdbkgH81XiBL8dLPP6oxKMPC8norFMNDpGKbo2dDvAnP27hT/6gBS/IBBdcWi5y/zrm1Sb+9795jr/62xeyD9ssXFd0iWho6BZ+/LtN/Pj3mmjsAo094P2fhfg//mKOz34R4fVXDbzxmoE339yQ5btsItJ9aGBlNTHNHPzd3xzh7//mCHs3gAdv27KPP3lU4eBpJZh7Dvk6OxU2rpWCLA9DDbMxcP6Yn0GBb3/LxLe/beHuSz52rvvi9h9HdADH+PjDFB9/lOK1+9v4d398F03Pxl//1XP8w389RmODGPn1HsahGqFwdO3VzGDUMDrXcOdOgAevtQTXPEsSLJmRvdJkyWDP0DC+yHB6tJJMQjYSuMajApMxcYemZKl2N6mU4bsjw/lTDWdPNbz6koZvvQPcvhNg9/o1NFqb+Ju/uMTf/K+XSOsQZjMWpCHVs2zmXBv0cW3Qw87GPnY29kTlnc2XSGdcIbJ5KO8GqzaxsdPB7u1NNLYNxO4QC/0CXzw7kfXSvVfx7bffk8Hv11+8wNOHRzg6jHB8GGHzjocbbzRht3Ms0wnmyyXGJ6U46NlMj5cc/lDMxEYVM8ZV1kse1siXVDfW0CVzlE1wSwYeKvOCKkui4NW9SvQoX73M0VwsMqlTmN/JZmAjcGUvoZBqfLxSildy8NZqQXmecoWlrUjQILqNBAeLzXqi15k5qxDudMD1Ojr6PYWi1nmArErJWuLXng11zIcm7t9u40//ZAsvvxzgo1+P8NGvx6iJPDT4nPKHtZGmOi7GS1yMQiznmby/mE1DhCxpK8mqlFxvQapyv/VIE6DrT0NAN7SpYXyWiwvR9A24bWL5iOon8kjVRFRgKRygyv1xXUvw0KSA0FGmhEOKPCGCE9Y2rnITW/wPC3pi44mipzNGtCjcoCQcCaVuoTAcyUEqeErWCzQamuTMZWMT2ZgYJPVrNT1nuDkLEWy327Ju3mvj9oM2nG6Bw9EJXpyd4/GvUzz+VYam28Ogv4Xbt3x87/vAg7c0PL0w8XRo4oP3L/H+/32G0VkMjweRroU33u3izXd62NjUsMnnkBj9KMf0MsejrzI8epgj92pkrLu555ea1ERLIseTFL7ksLMAuKprlSOfA/Kg2UAjaIjowNBTdYgsFcKOrqXZKhMaCQeeLFapWOcgWYZIrinD35xuh4hodzYo+dZQyvSs4IBYCQJtg/hKF72tLoJ2A+ODCUaHE8HH2y1TRH+MyhAM81iTZQ1M2ANi7jKEoxWyMEeTDqj2lYfbxCqn2zYW3BajGCgAIS6ITZy79/t49cGmCBS/fjzH14/mItZjjaYQjay/LGzvmtje8jBoD7DRHgh6t8hTRPES83AmOGAOkaI577MErpOqwWHTkj/79DjBxWkiKERikDnk5eBR43mAAw+q+n3ey4U0c9jMY+WqUMKMjrHk+0nHCdLRCsmkRjplDhWHuD3YXheVEaI0loK75H7K93iyIDYbeOu9+3jrvZfw/OkxPvvoMSaXcxlCsfZ3A1uWNJLYVOHZQJoJvEiZON1YI3C1uy42dxuCjw+XuTgPV3mMOFvJ+5kuM7obGS+SxcRdKjTq7i0H1+55Iig8+CrC4cMYnZaBNgfKHQNOT0ccVTg7yDE7L8VhbjCz9eU+7rw8QBjGOHh+ifk8hN/Q4FHQtxaAxTMISpQxVN6mAXfAph7zt7iXKHoTawI6S5mnzianVhqKmML6lPsYj1UOYJMS1DCQTkpk4uRVkR2saYI2HVtU1/EFx2eD7jMOH/i1mQGYiZsnnKvGG2t7/nluy4XbZrNcNRhVpjtdkKoxYlg1+psa+psQzGwcUmlPx5RCQMuworAwfZFh8oKNRED3dYkg4kPEZoQdqJqFdBuLdcGyQniWIzpV50iuBgfAexY0V0OSUHUOGd51OiSzMN5E0W44SOU7hVhO1s/jsxKjc9I82JRyhRzR3qAQlLPAUg7oVP7ThSQYXta/bAR5HDCrmBEhNXkaGjxDNE20mswzDXB0sJBFrFej5cm9PruMMR2u0PAsBB4bItxxpA0h0T8UKnCIxaEwc1lJICLunKg/vhd3XjGw/Yqqq1YTimZ1NBoKkXZ5vsLwYiV5lhR3hrMaw2OKiSxs9jexMdj8BrvImnl6nkheYVouUeoxNu+Y2Lhtwhuo2J2a+MDCRJobElsUU9zNKKBZhmxcIb3UkM/X01M23nzGL0hbUqn/yxoZo5qqAtt3m9i520ReFyJIJXHILFsygFotllgtQhE6UajA2nVzp4H+pofzUw4/JpgPCywuibkNZABMlzWtOxx4TYYxxhdEhWaome9lAR5Fvx0Hi0ueHyLoZi05wM2+gcG2LqINEkuimA0eovS5MVIcy5xuHfPzSp7VVs9Cb8eGZlZYks5RcADqodH0MT5dYnIaSlyTY6tsvECyuG14QUPWMmIdcIkojgW5TMQmryXFs0Qsxgld+BXa20B7W+XxsVmZhUC+oMiVpKMSyZJHSCKtWCvlgjXtbVryWTEyhO86Dtt5fuMy17EBzBtWCD0NcbpElC5lAOwHfRkAc0hKt/FqVUtfiII9fo5ZGSMrFqgNYnhddHqOQkDPWW/UaLRqBO0aQacUxDvFAfEyXbvVVRRCGBWIViUqS0NJvH/LRbvji2s9mQCrqYbFSMNyzF5CA6YTCM2q0c5hu6kgYJkFHi6ZPwx5hij6o9u93eeA0cDZ2URIDhK3Q+wjxbJ0yeY60rmFdK7EgDz3ej7fnRS6MCKE+ywwn6YYD2OEcwgWuUg5ALbgEFVIzCLFvwlFVqkMRLu9Cr1eBb8VodEKZfDGQSvfcZbTgm4GWMwpLqC7aSmOdt+vcO2aj+1tRmOR8JTg7NDCyTMHywmb7hx42bC9GLbHOraA47FRTyEacdoUDZCUQCEX92VlupFCQwa+4qYQdCsbrNy36cAsqlLyZWsjw94tH/u3GpLDysH0YpzJ3reaE23cQitg7irfhRnSjLj3lWQnc6bpejV2buTYvVFgPslx8CTHfOTAM7Zg6z0Z/ibJQmpq4sI9ZjQPSjQ73JyVEvrsEDh6VsPSuri5fw0391q4vXWOW1vnsM0Qjhki05uItQHO5g380wdj/PyDMdrdAO1OA37Aa6ZcQkSd0+FdZR2UWRswYmjmDKY7g9c+h9eeohm00Wx2cHni4/Q5SQJ84bOOJhliCcdfoLu1RG9bZUMnEcXC7AF0MR/2pBErWPs1sUsc0uIQAnoDE90NA8s5z3LstzFvlAX2GhPJhjURM7WjiF9EtwoqXf2vEMP4DBQxoixEsx3jp//GxH/3hwb2HQd7rgt/lUBfLBFfznB+NMHxyQKfZj4+zRqYEgOcWdRryiDaa5TwSH/xTMzPLYyPLJilhUHfwl5Xx8udRNbPDyf42dEUS8uA1fFgBx7c3ICXG4hKA6GIDZQAxjRIFqTYhQJe0gcyLMIUiyVRstwD1Lmt6QXfDIB9Tw2A2amlYIr7BaMvOm4myxQnQI04rvDiQsOLoYbmtoXmtgmftQTdgYYLrQpQ1x7iLEKUh8iqVGhR/P1BWSOogU7DQLth4PpNFzfveohWOT7/coGnBwnmlSfLc3N4/LocVPDaSGa0NJvXTlgDNgU9SYKgstFz9uCb23g6cmWlNC8Q6alVCLQVPD3GypgjMRbInQUyhxmXOqy8iXoVYHHZwGLUwPff2sD339rEq7dy3NxcYq8fi+jF0g08+rsDPPr7A3wZWvgi6EO71cCPfqThnbcqjJ/MMX46x/Mz4MkF6RumUMtevmPBW2ayDsYZHo9ynEYlJmWNBUVBeobUyNBq7KLZ2MVq2cT4wkMcGeJuZ1QAkaFid5VNgyJlT4a3qInEV7m8VbZEmcxhaImg9y2L59RUYXATB3lKsgAFXh1oaELTmJXpr+laSjTK2pFmC3O9xDXMDUs2LaJyKSpUw2DGzsgq6RJdyf+nMMcZyjwV0awyBKqBI4UuFFjZHCTSKUkaH2szkrNWrNNIjWFfiJFrqnYUVLwYz/hupbmDTlMVB8f7nLEg2zuOmB9eed3H/r6HPYrVeha6bROtoELgpvAsBuOqfVarfYZoCJlMXJgkJs5z6PNcojG02MDqWYjl51O8eL7AP01ifDhdYZay105DQ4klr5uQTOlWZq+xlgGuMFglv1ga6Wq4S7OIuUb90lQl5DAlIr9COHMYy0O8EGkc9gEYI8B+CHNDVQ+SCGhSCNRZRg3WlJWB/RY1AC6yUjKc42WsZh3i1FRickZa8v0iJhaKfYSMRePgGr1tKLzvVSSdIufQvKTE0lfuX+4bCh3NnhDx0IyUpECeQ3/Srfj9M5pD0eMYu8g5j+mQ+ufB8yg8ICWWtU4i/fMyLxT+21AzGH4NETysI1sUnlhNkHj2lK/Pz0JyXlVvWgbbfE7pcjZJc1EIaH6PjCzj96hQ2bb8nqv8Y+UmVtfqm7/+WwbAatZ5NcJUdEwZgtLIpwRrGrHcloONm/exees+TH+ASgtQcWDIeAIRAnxjq4JemSjZsalT5Fom8yJbt9EybbRNG6v5ECfHX2I8PoTm6tAcHQ2/gYYfYDkZ4uLgieC6B/ffxMa9N5R4jqIZDpqJOl47jPlNi4lLvl2F41bfhXSmv4mzkTMchQLre4A/k9BhKfDgeYdnSRl8s2f12yxg5chfU3n+2fxI3ZP/fACsPnT5GH8bArz+vb91AV8N4a8872oYcfVb+OuUuPcKBS3A6XU/niJoqS+vMOlrhLVodaUC489HFyeNAYx4oWuiRJWuEDgG3nztFt58cAv9bgeDbhcHhyf48JPP8fzgALNwJsux+7DtPnS6fGsOmWsRbnBGxPcXe0iV5qHgkliZFWpjBd+w0DBoFPoExw9/geXsnPcLPW5KIchNWX1oHD74sJ3mOguYaMTlNx8mlfgsYlhAM7OPiFFapfmDvfRaG6+/S7WVgcU0w/giwdPHEZ4+YnaYUoHw8MfBnKDCJinmk1Tl/TYcOSTLTV3S1ZLLUpxj1UxQ3Ig1kkDdUeqhXGfzyRX+JuTuCuyuJlD8vMyAzpX1RkV1Np1DkjHMBpMKE2egOdGRzP6l24JOLR4ieN3Gz3JMT3MYPUDv8zCvw3NNcGaWTEokEzaP2RwlEpqOUaU815l5xAdizfNyDUsGZ0XKIpu4HOUY5M3v9YkhduG3DXE7csMaHcSYna24v8lQVfAVBnNvTXSIIdvlxq/wnWyUMAvJ0V3Bcvp8ya2t//NlivkiU5mVoznCxQpGqsFM6ApVqIZ/+8M9/E//4R7u3fXw2ckRHg0p3eZDZ+Lr4wRfvFjh9LBASAz2pEbnXoX2/QrZtEZ0WmM11pAueDimclstpQBis0UNf9VSAzeFClYDYJbD4lylOjQwcPtNH3fe9OXGZuD88DjDi0cxDp7G8LY0+JtEO2hII13w4HlYCOJo546BnTumqICbXRcWM3Lp6goLHD7NcfCUqNFSHBNsdNHhTYwhnc4sZgyiIywLcakhKjXJT15NM2SLTLLCOtvcnOgasZFOa6zOchTzQrB8bGz4XRd+z8WqSjGLl4KVKkITBZ0qkqtao0Vk9o6HoOMqHJBO5b8nalAOgJmRQpxKRrU6GfTLEOEikkwMNjeV+ue3A2C6xDa3TWxuW9i/3saNm310+wyzj2UxlyXmUHRZCCZrSeRbTOWlhsmzCpNntRwA4eWSg9XqEs/EBiKbq0Rnq5dwkqnMBw4VPIcuCUchk0oTTKnJtBxJSbXVutG4brxJhjGVdJKvq5pxnImyMXv1bhPssBRjfMmySDBlUFyllQzdN/c0bN8ycfMNT9anHyT47IMUk9MCeUjsu4admy52b7oYzWKMmDFXGvAMH+VKw/QixmK8EuEAs8jpHlunBaBkAUPBAnMgDOI5OYTKsTkw8dqDAPu3G1j5Nla+g+n5GNOziUKFGcQymJiMKkwvK2hJLflnbL4yy5sYuChbgQNeotqQWGg3mui2mvJ1rgobZh9zSbHBF4zFbE9XBl7SWBX1pEJDca9gESLDooD7hMp6qHlYjAuslizE2eRViBhT3JsU5ajsYO71gtn3NHQ3mQlnYX5S4PJJjiyiI4diCOJVmXupw9UqeHqJN1/18O23G7h918GTRYyvFzG+/GUmKxrx3GDANzRsNGtcGwB/9CMff/RDHsozeQkVhouVuYtR2sOf/8UR/vx/O5KGLYfrdWZieqjBqyz89A+b+OlPWkjbBbJWgV/+U4j/+tchHn+8wrfeMvCtNw3cf62Hlx70EHjMfjORlSamhYmzeY2/+o9H+Mv/eIybL1d4+4dsBtT46Bc5Hn5WoLfhoDdwEPRzNPps1JUYj+hYAuKhhtUQ+J1vG3jv27oMgLf3A7QGDi6X/w9l7/1s2XVf+a2T7zn33Pxy6PQ6IScSBkDOUBQlUSIlURqqVOVR2f63/IN/kP2DNWNJHGvkkkYaiSLFHEGg0Wigc7/83s33nntycK3vvg+ANGW7DNYuMDTYr2/YZ+/vWuuzIpzPInxwN8EHd1O8cGsd3/jaHriX/x9/9gh//3cHWLtmYm3PkrtjspBCLkkCELc2HeqYDg08f7uF199ow/TYcTrD6ShCHFqSJHE4gLJ1jAcxTo9DjPqJOmgYNBgUIh61V9gPxmQDD0G8pOQ4eVzi9FGJN1+x8ZUv1sSI1dxYB+wW/sOfnuI//OkJTCfHyjoTAxryzIBfc/H6S+uyNlcvY2v1MkpiFE9mmB2OMDkZYnI6hCWHwxQ7e5u4+dp1EZoejj7Co/Ej9OMI/SjC7Zuv4LWX30IcVPiH/+sH+OF330XN8+B4dezebuHqyy1otQTngzOcnY1x9izD2dMMo2GJEdHhfKY77E/jfq46YvQl7YICDM3eYsjiwZJJQArESQbfd9Bs1YTyYJAAoueIZAiRifhLzJHJZVlCWDh5FOL0YSjYR6duyfeARjX5TqkTmghtPCtw6FcnPa1OaoZaTEiqPqsULT8WKgbPQTyfTMcKe1gmDpC5uH27h6/+zja2tl38+f/+SNalKx3sXumIO7WsDASLAo8eDfDo8WA5CAcaLWLZ+XMTPclBCmsnoDoEmdgiZrauo+mb4kg+eZrj5GkmIotHUonOjjrlQhWiCgUSuc6Uso+zL5gdtJ/2sqj++At8Mc9gHMRSPbNgiwhMIVNnZzqFdzqieYeh+KNT8LCQZEy00JGcAgZFD3U2qgILVWCrn8MneirD/v1A1oppyHrnnR187fevC459pD3GcbiPf/hWKmtyxm7LEtevuviTf7+B3/u9NQS1OoKaj+/+11P83V/u4/DBBGaeY61n4stf38SXv7YBvwY0apAaiqcPJrh3d4af381kWasmzBUL7VUHKyuedEmH4RxxGorA6zWIzlEiC80pFPD4DOr4TVmOwe9DrJI0Jd2/QH8eY8CzVK2AWVMJxzTKxSVdr5mouwbygv3yunQjsmc0pjDIyzHDBkYl2DE6nlklwEutTUygbqL/dILBk7FcbO0GXckkqLCru0BKwe+sgr/lyaKYFk5i5FGGFtNYHdYq0CFqSCKNmHIKB5Zhi2FPZ5cPErz19hV8+TduYx5k+N4/P8H3/vmpDE4sJgBsRfxZ3/bkfL93s4ft7S3sbG9/YpoY9kc4OjwXTPLB0wgHTymaBdCsAK4QdOpIMh3PHi1wdEATm3Iws1/Ua9JsoaOoDFkwc1QWU0U0Y6oUP8/m8jxkZ5VvY34cIjgOkRAxTmEpo5CyAtfvIammSKuZnJ9IYaBiG01jMZ299PpNvPzGTZycnuPRg2fon47lTMj3qrVKo48nVQxiVGQqgckDnX3ArIAwMB6nmIxSNNqukEe496h+pwKDyQzDyUxEP8G6CbVIQ3PBOo8AACAASURBVCmV48qMceW2h5uvNKQe4tn9EAcPQmb9ZDXWgca2hjippNN9fFwin5co5hVuvNjFjZd6SNIYx0cjzANiwjnU5X2HCDhg1ocQbTjQb12y4W9ZS0CfEtwoOPLyza5GEYBJbJEeUTqH+XqzT1da34QoZHnsb1VLqkh4gzGVOYWLQxcmBnlOsyyVgIrCECEHIQsNSagIRtx3TKbRfVsWTShMs1Ik5VklidjzmsodcnVDx+oGMeHso+W+pHCnPBPyc8yh8+RJgfGTQq6FZpM8c5pJ1TmO2HDuO7UGz/MW8kWFOfvUjjM1BMwq+GsGGtvkKgNhxAoioNN20O3UlNEm4n2Q6QBi4ZioXiDNQ4z7kJUXFnRT9cfW2+yrZv0KvyeWDEC470ahwlzTYOvWIYtDRl5jmdwmoYZJyXqdphIP+09nOHg6l2Fzs1MXIW54usDwNETDc+C7rDzisFwZrUtB79LIoQxJ7BKfD3LkMZ9HNApV2Hnewe4LxJsygWcKEYqpKj4bRsME42Eq93TXN6V+42yf1B8HN25ewfVbVzEZDDFhp+RxjP4hkaEpdDeG3UiweVPHxg0dTssUKkGh6dJRG8W6JFFZD5PPdRRMFLMblQSImGdRUotoVlR0BQ5SSPES3KpOSkyO7VtNbN1qyWdrcB5gMSmgJT4Q1bAYT7EYTdHecbGy10R73YPPCgDXwPHhACdHfaGLpAuabhpY2+yh023IfYlJpeNnIxw9pQhIgyY7aw04vON0TASDGPNBLAK5UzfQ6BpY3zbQXecZneQuGg3Y08nhLokWSgCeHOcYH+VC4PJWLKn/Yf80jSJ1moYaHmbnC8zPQ+Qph0mqQ6zZdNBsOKjVXbh1F9MgwGm/LyYPikJEQBP/XidWO8kR0qztl3L3bK3zs8C0CXs5S6QkqgwrBCdAMtfhtD3YLQ8VOJxdiAi1um2jucLnQCJL9cTqKCkQJTTmEu1INLKDRTxCkIxR84hb7sDUPRF/+etiCsBRJaQv3l3ykhSOELqVqs7yFk0xRIozRaMSqq5foCVdvDT9MUWfS1rd0ZUATPM5k4MGzSqeIlawY1QrLFShgyKwMBuXmI84MPBgmL4k1vxmBMMi0nqB0ZidyjTQcGbjobtWR2+jLnhh/kzT2QST6VT2LZ7P+WXkIJEDy3BoYzF04Ps2Wm1H+oybbe5z3MNoUMkx7CfonzCwwBoO4rm57ynSj6m7sPSaVCwskhilkWB7t8L2DlN1IWoe0do0NLDShMmxFqyajyhmapiCyAKaFqBeL7G+XkO3Q9xzLsa+syMDZwesXqrDZBKe5BqbgYyFiN+2y9QM/xxM/zooUht5RgFYaSky0rvoxctphOKMhP2dtjI05eylpwDMs1uOjR0P67sebJ7ZtAKTQYxn94lHT9Fpd9BpdYQ8VIBhkQWiOEBeRPBbkLW6WWBls8C4X+DxvQLzYQ0NdxOe01MCcDSVXnq3qUn9TaNHfC1nfbwDWTg/BE73K9SdDm7euITrl5vY7Zxit3sGA2MY2hiF2UZqbuI8aON7Px3iez8bCRLYsh20Oxa6q5xbMBRAwzqrrFpIohY0fQHdIuZ9Ard5LgJws9lGq9nG2UEN+w9sBFNlmqMB32vNUG/N0FqJ0FoNJS0+n1iYj2oIRl0E4w4syxWcI4cY/Jwo4YgG1Qprm44sPt/ms0jmivLzsIp32T+pysJ5d1eoS3lmCrK7kM+/zhkPQuT6DCtrIb75NQP/7msGGrkty1ooATjoT/Hs2QRPjwPcRwMfaw3MYg0LoRjxGcwEbAG/4cL3axg+K3DycQbfruG5Wz1c3XbQzU7Ry87wo7MEPzpNEPDM2THlvuRlNrzcRpT7CIu6mCf48DSNDJ6fyGeRIiAr4GZEQM8TMdLxTEvTqV+ro1Fj2pqmyGzZAUzTWInJOMNkkqPnFljxCtg0peZKvH98Ajw+1dDYtNHcYt0LxV+KrQ70siFUkKhYIC4WyLUImUZzSYl6YcLNdKRRhDSM8PxLTbz+Zk9w5x98MMKjZxEW8GTVnByuk8muS6IdyXbE27MigAN23m2ctEAjydGAh7a7C8faxEfnOj4648yStU62dMB75RxOFWBhLhCaAYraAqWjesVJLSwWLsp5C9W8ha99+TK+9uuXcXkthm8NUDfHEoIhQvjH33qEn3zrEU68BhYvX0brJR+fe3GO5y7PsX8nxP4HCzw7N7E/dIRW89+97uPl2w4WhzMsSJOKUhykOc7iEsNQw5TVQXaCzI7Rqu+g6W8jWTQwGZJAQHMl09oUgCNUWigpeCZ3y5x9wq7sKTSz60zBJ2Nk8RC6noi5jWe0LGYvuo48qSNPGoJ81jWa2Vzohit96hRI+H6L2XDZJ8z7jySvlyldzoD5GlDho9DLugaaTfKChBWat6glLFDksSBP84TfS9aUKHWHsx6e2zgHdoTExvsP73CKfkcBmKlz6Z81bWUwX4q/vAPzHFoRHUAM15KbzD2XRo9r1z288jkPn3vbx/U9B3t7Dsik1BJDMM5ZPEaZsWde0RagdaDpbUmqa6UHLdFgDObQ+zMkwxDpKMTowznOfzHF3f0YfwcN36MhWFYFpwJcypA8p1PsIa2RqT7OLaQ+U+GMPysoCtR0KVgJ1UsCe6wA4r1RGTJFIF927FJEFUO4zRlvhjQnTYOJV/XwENy/oGuVAMxUKxHQDPhMhzMs5uEy6atq+tQ/puaT0sUr4i/Dgwy0KYqN1JwwbJfSJMnvmDJPXnTwfioAszN6aTRbUmZ5x6XAyvmzuidb6r69FIA5v+HZjmKl59aFQllkFP4TSQDTCKCqtexPqDwq3akQsBevnYTUZPGcqmayfG1llvIZDDBFYKY845DiOWs+2VVMgwvrWvjnXHb/yt6+FICXOtvF4Pv/MwH8qXKpdCKh2yqtTnGoeIzhEEfHytWbWL16E05jHZpFoaouZCGaD6UuTK6jOozSEOxyrMVItRSOZst5rKUZsub9Izx8+AucD56isdlFY6OHZqONRoPki2Psf3QXi8UCazffkMV7D9eF40yhvi9eT0XWVKncZT3VssZGicCqS1wqpfjnW1pdVbezMjkIsVOS5co8pd4nvj+fRTh/Niq9PPt8JlZ98TpfYJuVRqxeyIvf4yKF/hmJfilKKz2RnwfeXdTzW+WpeZ/gZ1B1VOdqhiMYa5UQ5w9LOwUXZ5SyBM1OE3ZBDA18W8eta+u4tbeOvcuXsHd5F4PhCPc+eoD9w0OcD0/RH57Bc9fheetiQiYlMElZdReJOUJhzx0EsY5JqCGuMjmLVmYC16AOYuDs8bs4+PiHCMZEQFtGJY6Zmup6VIFaDjrpXqD4QDVfDbDZkUVnNjcBDoUoDm1f9rC+48AyiHpVnRv8sIUBENAFOiownsayOHB06+YSH60crOxW5SGNXXyW4yzLuhnx50OmFJSClB0zcUzHKzdlKZZSaAKFFVDF8Bdda0rgVwNM9mmq0QC70yrorgaDbnyLBd1MLXKIp1BlYj7K+ZCgy7uE23ZEyGPXimlmyOMcwXklvWNGR4PRVs8HfhFLdrkFlQwchGrM35/phawSn4MM0kz25qlVJRS12JtKNwvdTEw6qZ/XcBnn11HvGmis8htRYXQSY9bn4NGArelY22xgkwOoHnvFNJiuJgiFOCE2jGiGElmoQ88tGfTw48dOhCTjkKcQQZK9ItxIObPVEw3r3QrrXeDLX9rCH/7hTaxtO/jRB8/w83tHGJwDg7MKk6TCJKsQcEAzL5BGBVp0SW/qCIhd3s8RT+iOpgjCPzkx3nzY0AWkirzVwOxiJM0Xi/+Bf34OSeiMt7C+5WN1w4NeS2C47DokcpsDJsiALKHZp2XCalpYjBLMTiNBZXOjp+t47bqO1T0mORWTveEZ6PoGLPb1DjVMRxpOT0KcnYYyaGRC0qpp8NwCrsfDMruFTSwyYJYu0XrzAkVYor1OwcxEEhFjqt57mr4s9vstkbspu69yHQkfDFmCTBibVDVNtDt1WUSDMRXC4xDTMDQeED3HXgvZAFkeT7RFnCOjGLnsz+CFlKopkeQ0KTA9WfcU9o3Jp5U1XdIMjQYv0TqikAOpQrpPhkNeRPj7sduSkz7lrwiJf+tz71ZJLab9mUzmYZuuOL53dAkrsUShVJgKUeIUh+B0/zA5oxAgdAPxgZuEqk9WCMZLIVj+/YWjRtn2lEtreYDjfimaCrHQZGtKoJ84QxvXX6hjZ89BrVPC7Zb48OcxPvwZU99MHBG5YcGkk7NGEYhiUCFuTrqbOIyd9nPMx/mSZrA0vnB/kP2Epz/2winHWEmRO86xd7WJL/3aDm6/1JMelX6Z4fjZGY6fnctljhhXYuWIxeaih0U6QOhyFtJTJcObOCqhFQ70nBf8JlZX2WumISBeb2kCIUKJbjc68PiXYLd1miVy6UpXcIFlN6hDNA+TZQnSnPgU7nUCypZfpxA5ylShDjYU/vigUpI3k68UZtwW+4CB4KTA9FkheGp+F7ivEIteY2e1VooI/OJNB2+8TIHRxrMow36c4YMfJrjzwwThADAyC62agUsbOq5t6/jCqwa+8Co/m8RXE53qYmGs4jxu4S/+04GsWgvYuGJKN/P5wwq13MS/+90Ovvn1Dg7TWNa7Pwvxq+9FOHuc49++5ePfvl3HpVseLt1y4dcbsNHCeb/CD949x09+dY4H92a4f2+GjT0Ne6+Y8hH8+H2aR/j9pgBmod6u4HdpfCrEaRzNKiQDQ9YbrwKvv6rh+u0ati/X0V5zcDbOcD7JcP9xivtPElzZ6eCLn99CzTTw3e8c4xe/PEdzS0dzW0ccaAiGmuDMeUni86PTrKPTquPSVhfXdlcQVykenJ7gyekY58cVzo9LtFsu2k3i+FNJG4yHibhV6eZXKTJVrUCsHR333GM5lBgc5Bjs5/j1t1fwh7+9gV7PxoPjEB8/XeDnPwpkXdpu4aXnethea6Fd86WqgSk9txYjqExZk36G2WmC2UmEdB4imUVYXymx3iuxdamLnaub0Os6ng6OcRIMsHFtQ9Z8rGN0UuFkf46P7uzj4MkZrj7XldXoqJ5jXqz4evCZQdzXYlbifBLKGs4KTMMK86ASo0YZaaCu71GM5XODffccViWaIJx4wTP0Ap2Oh16vIelcIuiYTFjw2Raxl045SWhYk57ECEusNHv/1FCDyGvVC8a6AA02SRd1LmJQmVJQ+Hy5JPKcJMYrE66RwRX0NIec7N/WMD2vZF2+0sat2z2sbXhC6IiTAu/+bIR3fzrE5noTm2sNeeZMgxSTGQ05Cabz+BOhn8N7Yg05fAgiYtB4sDZkyYOBvTo8MlO5yCsEQ+LXAa8HNDaUSEyyAPcO1j0wtae64ZmKXiKgmX6RfXeJ2VGeEhGCef6LBZ2nyffZIOpNunsukFDcXLgUUaKUXnVD9mzLLUQ8MuoWTN9GRXR0XMFzDTQb7L61EE6JfCP6jZ9tJoEdXFtvYG/XwN7NEJu7CR4fWnh0aOHnv5jhxz+dyJ708s0GXrzl48YLddx40cN0mOH0IMZ8QpMUh6AVNrYcbG7VMByr6ob+KMZwwsUBeg1R6MLo2DDbtghFJEzRgS59fRRGiZO1KURmauhA0xMT2CmrAOpo1NlZTZxXKJitMjaQZzoiViPQJudxsRKFQgvFY4qBpL+I91MeZUx+i8lLo8BawjQLFFaJ0qK5R6EcOX9YLNhJW2B6nmB2Fks9gRgZl5dpbmpRP0M0yNFYc6VLmngYvs900zM5xvNOsiDFR2BG8tkRw7gYE0t4To66k+MrX72N3/+Dl8UM84MfPsSPf/IEK6sdrKx1BDVOnjqNLK7H7lJ2j9dluY0G3GYDiyDBoD9B/4yC+wxPHk6hWTE0K0Fz1UB325HvyMHDBKcHKWxJoBOnXsJvqgtsFOqI+N3n4M2gSUndJeX8r9fEUe3SFNnSMTsMMTtcIB2VKAMNWk6SSm8pAM+FdsAhDA2qfJ8iEcVz7FxZx87Vdak84fBgMpzj4OkZDp+eyZ5Q85nArMFvuZKwXESBdF2urPlYWfcRBAkWC6Iu+b1XqXmih7lvjKYLjKahDNQl18OzOocdvEwvUllb12q4+jz7/zSMzwuMTjLE/QpxvxT8cvMSKdgG8tBEPNMwPokxOUlw9VYT12415XM5HtNQGMtQhcKoCDmZhmDM/Yd0i2UCuKdgn1zcAxxBw6vBmhAUxBymiAukuvB8J0IB7+O8O3ERnxlzeKDOddKow548k2dA4o6XVAGPwzRDodJomuAwIFHpeZ4FOUSiAY0VPDZpDTakN0zuWkvDD5MCqxuWGBjZ/8vFbcb1DDlX8zvIs8v0CTB9WkmqyexU0LxlxE3wYNyjaSqgOGsKXj0al9JZzYoTosA9VpqsKbKJDE04VOCdlugujX3rpoi/pCzQRBBGgazpmBhgfm1oVCLJR5cuaD6HW80W2q229CAH8wghe3Aj3sdiIVQQ98zEC89dTC62OkTlkkzEYVoNRwcBjvbn8l5RvObwZDZKJX3nsauNSYKykss+h6dCGuC9dEnECIcF5ueqpsaqVag1NGzfdLB1o4YiBeJ5JQZZ3qlZO3IxhONzmEbQgL3zg0TST1f2dnF5bxf9ozOcH51jzgqomXxY4JM2taahvQV0tipJBfCzwu82RXjeDUg3CCY5VhpXsdm9iZreREYzTJrDorm84nufC2lLsHxJLOabIBlgHg+wesnH6q6PMMxwdhzImZ396PncQDwLkMzm2LjRxu5LK0LYEWRxnGBwPsOwP4NWObB1H37dR6frSx9ymi6QpoHQIrj4QWdHm+2aMFu8SwKLcS6Ln18Kxkytbl0xsLpFAdhAEhufpF75zbJ1TXB5Zl6DWdSkv3YcJ4ho0lTRGdkbmES3UIPNXkUiecV4wVkL7/2pGH1sxxODZyiCWix3BRqLWJvT8NidSOGwgFWv0Fip4Pc4SExlEfdPc/L8vMLsVNUJ1Lt1+F0PeTmX5Xc0ubOSdCXpTVCAURjDcKpjcq5JrzVFOsdqIMzHiLIRvKYlBmWaCLLQRB4Rt6iL6TqOUjGTmFYJv2UISpxiMMVAYnJJplJdfho8v0J7NUVnjUNYDkuZ8ONVk4YAdW+peDixNVRMAVdKnK4yC4hrKCNHzHXzCU1tddhuA65bou6R9LDAYBBh0GcCh1hn9TMLrr/HfUnVHhlWJiI1EzqLIJXXUxqXiCNMutCSLhoNF62OA8PKkeRDpPlUEdU0UwTNwWmGOOR+Yct/R4KGnI0KzpIMoXOwPsptATuXC+xcKWU4x+TRbFJgzCqilKQ2QwxdNBBTEFlZtbBOgathwmXfpm7g5Blw8kxDMNGFLpWnNIjXmSOERiqBkcC0Q5hOKEZgnk3paokCUr0obi/nZpyw0JG0bP0jcQQMCRQcTBJ5KjwR+fwRic66LK66z3kI+6tjPPt4JrUEgoVvtZVxhNQpLUNeEGkYwbDnMJw5anWi5ROMzzUcPqI5xUfTW4fndLBYDLFYjFBrJmj0cjF/+R0aZDTMRhRWLYz7GkbnGlp+C7dvbOLGlQau9Ma40uPm2weKARK9gUTfwFnQwvd/McEPfjGFbfmyiBmvN5kMV0waDojjoI5oUVd1MbbqAPbaI3gtpq5JfalhcFzH6RMfixmJNaThFPA7E7XaNIHR1G5iNrIxHXmIZ21E8xYs01nWz/A7zaQYD1iqLkuS701Bxag6t4SUulRoiCIcsy9E0n1LQwKfRMsUo8w1U34HaFaP4DYC7Owu8PVfy/H1L+WwiG6OTRhBBiOIMO2HuP9sjofHMQ7tDg6tNoK4kNkS05KOQzEWMFn94Vo4exzj6F6IrZUufuPLt/Hq7R7008eyvncU4/vHESY0uHJ/5J2ocOGULoq8h6LoiYmP4q9lUfxdyGeRHeLzIMJsed7hmZUGJde1RQD2ax4cm2j0RJ6tvKLxDDEcJRiNEqz5GtZ88XTB4PsWAg8PKzw4pDnORmPLhkMBWDdhkJaX1yXxnhZzJOUMmpNBc3MhI7V0G25hon88x/nxHNduOHjxVdIDNJycZDgblpikFqapDdfO4TL8wesV56WlhtSskJmq25RG0GamYTVnprUB196Cpq3i7lmGu2fsc9TQcnXULaCpFfCMHLGTIq6lKKw5SnMmQlY8Z51ODT19FSv6Cr7w5hq++OYq1rsFHHMBCwGwiFEtInz/bw/wvb/dR77TQe839rD+ch07rXN0nSEevB/jwZ0IA9ZapbaYiV6/Wcft3RomRwHGhwEGWoaBleEsLnA6AMZhBd0voPs5fHcddXcdSUxaA0mAFFJ4J2RtkEq08XVlipdVRUoP5Qw3kQVtLkuFJmvQqxoKIvRJiSgdeQbLcPEi5UfBRqcJlmlKdd7ndi9zKRFEeEdSgSkljFzg0RXx5GI2zGem7DdFjDIn9pSiK0VgYogzhVct+VxNoLHDFAUoc/H9JMqZz96qUGlIIn5pLE0pLBfs11Znep6JeVYxyhIbOxY2ty3s7nSwu72CS5c8bG8b2NnR4bshfI9VBuxE5n7Ku1ciz3bTaMI0WnJn57MQ80JSv/osAxhKmcQ43g9wvD/Hw5MYH50leLCo8Mx2cMx9nAPuOJPKR0N6zFVYKhOEM1N9vJUsU8CfQQdzb2fAV9JU8uYosVDOZ7L45+PZn/OMixCJSgJT6+H+papLlmlXeX/UDPJCALYtZVLmHXc+DRBHDCmwtpAajZopKDFtSWJdajR8RnFJZQ2pGZxBLKmnFIFp6L8QgClGC+2NonRGUY1GAIUB5tkxikieKuTX/OsEsAjANVPE37rriaZDPYmBmJQ9TxTVpYfdUSQd0i9IBaS2xOq/JQmNnxGaFS+oO2qXVmTZCyGRQjbnQRSAWRHBs4WcbUlfXIrvF+KyEj7/2/TvZ4XG/0cE9L8WgPl5FrSHSqyLMMm7IFsKt6+gvXMFXmcHjr8J3WqJcZZzRCESSnUY/3mljZFeVOoFbHWyQDmdIR+PEIyOMRg8EzNgY60Df70Ly3ZlzccTDI6PkGUV1vZekcW7HvdyfgaktHEp5Kq0gBJNPyHzyjNPdbOS7iVnKfmsfaJqL8Vylby+EMpVGl2hxS9m2nzeSgr6s6nqC238sy/uZ963zwrA/1r8vRCAVU/0Mpa4/A7QXHIhAMvnhPfHzySAFSqceqFCQC/p0mqzUwMDOTORPsTvpapIJWo+R8u18PJzu3jpuR3srK9hZ2NVvhOj0Riz+RyLaIYF6SlWHZZdl3eSeispGyphTn2A3ysLHz06x/v3jnE+maHgLMXM0bBraNgOTh7/EvsffR/z0QmtNnpF94vTrEQEEDxvwZg+HdAckOnSi8ZDaf9YORI5OWCP4MZlB6++3cXzrzdRswvUrBx33w3w8x/OcPA4QzTTEXE442ZALUOrW5MuGn4gZjM6Ijmo4oZBZrzqGSNWIGNRd5IrAUiweDzE09FIZ12MqqQzRw3DuFfStcPPiIhSy3QwNy12aonYKv8cp8alEHaZ6m36LpoNT34fdoTxi0snuqSPSHDIgNZmA+2thjxUomCOhP2BCx1FYsBqaTBbmqB3OVQo2atJQY3r4i9+3ilUWkQKEduzRFxbmoiW4ZguXJV8leGrpZCV7D7igby+YqBzyZJOZApLvFQT51zTLDz3cg+vvLmGdo+pD+JDgckwwHgY4PwowOnhAtN+hsWE6Vh+M7i58XVbkj2WrHI5fC5/7pevAlxf+PIWvvR7N2B3HPzD9x7hOz/Yx707OT68k8HyLfhrjhgGiKXlY6jJFJZvY3yUof84EfGD7xeTkRSz6OBgNxiHPkRlMtEs3c3qqa7cRtwcqL/ZQG/Dw4uvrOHq9TYO9s9xsH+GyXmJeZ8XahvtzRramyw9rqGyaxjtTzF4OEA8pcUcsNg9t0c2PVN4aq11HFwlrqNdExFOK2v4+MEI9x+MMZ3SsaPcKk3iqhqV4IkouMzTCpOIJgWgCFkqpqO97shaTDNMmNArK/R8C01PPSy4LfdPMlnsZZNNmiJqW4fZ1rGzs4Hd3Q05QDMlO50EODsdYNAfy0Caiw5ldljmdG/y92Z1Tc2G7hApwRRACqtWotaBdJju7NSxs+ujt1LJ0rUEWRohidiza2AyMHHwLMPhPvvaVA8uf6b6irqsMqXC30O5dyggsmuWHZlMkfBiSMSK6t+QBD5dO3w4Lvsgo4hDmEySBkZZg84htuBg4k83ZnUekPeI6DUiBaUCgvMQScyoDhUmZvmzlSEkPcBfw+84+6Vff2cVl2/WMV3MMVvMcf8XMR78MoHj1rGy3UKjV8NoMsJ4Mlp2NND1RD+vjjzWMBsST8nPp3KnS6E2nbYG07R0OFqCXBfywLID5tVXNvFHf/QC3nh7G09nIzybjfHo/hEe3T+W3tgiqyENLUwHamAnfdLeRSJRmRJCdoaH3G49GJqLtfU2Nrba8ucaTyaYTqefGFh4UbjojOD3Rx2k1OvGQS7RrcSRNhq+OOXP+yP0++NPth12k/htT/YcQdzTqJso8Y2HeD605aDB+z+ncXYuiz150TFxFKqHnQkgl6mGlgmCMQmpev66iVeft3B1z8JpCZyVGn71zxHe+16EcKDDzi30GjZu7Zm4fc3Ey3sFXrpWoFHnAJr9mS7megdnkYe/+NYh/vxbh/BWS+n55dn5+F4OOzXxJ99clfXLoznePQpw970YT97jsFzDb//6Cn7n11ewuges7mloNHrwjE08+DjF//K/vYs//z/vqcGOBnR3Taxcs+XwfPgwFWy9bDSVcvfXOxxQ8WCWiUM0H9myXnq+xMsvlLj5nIPdax666w5OhxXORhWenqR4eppipePh+attwb5/fH+CJ/tTOD3A6VWYEU1+RCGY35kQlp3itddW8NqrPaw01tB21jCah/jg+BE+fHaMBx8meHgvwQYFwo2mDOWnoxCTMbE1FaKwwtq2DzNxhwAAIABJREFUjbUdBzWffY1EjRIL7CFZOJieJiIUfOM3ruF/+uZzMgT/j399F//5vz7AZKhhPATeevUafvOdW3j95i721tbQckw8PvgYTw7v45enZ3j37AwHxylGp8C8L0FOofzevqHjOSZ+Nuro9JpykTjszzCNc/zm772N3/zdt/FP/+VD/Mf/9Qf48Fcn0hnG1P07v7OJd357E0Uyw6w/gJFpaNodeLavOshNHcezEY5nYzw+ivDkIMPxUQkELHW20O5p6PS4WagLOHGdFMSYnPTrkLW62sT6BhO1OtIsRJJFCj8WJEhypvhYG8BuwxJpQMFUnSkc3xCxh53GHPbZbi44TCb9mG5jAoSDAuIeZUBGA0bJwTAPqxz6FjCYfuN+b6ttcHoETA6BL//WJn7/j3eljuGn7/bx4ccTzJleGVdYaXiyxpMIR+cz9MehiGGkLHieg7pHoSxBXgZi7OA2FGd8FnDQzf439axnD/tikiKa5tAyC1pqorlZoHMpE3SldLzWHUG9MfEbxQvEMd3Tym3LTkGp96CxKma6SZl0+AxkOmE2oChAVc6QJSY67pV832icI/aFOGdBOgMa+3MdKLGf/etNF2h6qPIIVRGhW3ew3qxjtdVEzW3CdZs4mk9wRGzw0RzZkwB7DeC//3oTX/9KC9huA1tt/NlfneF//tNnuPNeAMwM+DDwx99w8ce/7+Lq1SY2NprSATpeJJjMYkGmTs5j/PLuAu/eDTGMC6TcA30HVzbWcHVzDbrvwPBrkpzPwhhaVqBmOFJRIJgRcZtHyMpQ+rUp4KdZJaltLo0OeSxQJJlKuaUGjKYHs1mH6WuwfA7IOXRkz1qO+SRCMInV+dNgp2kT3c4KGnUPtskBWg44OSqH4pFKkY8HKQ735zg+XEiii2Ig8YF8xvI86Tc5PDQwH8UIxrEMvBsdV84+hsvnWYFiUcqaj3IE40LOZG7Dk4spOxj5Z++1gG6rwh9882X8+//h89CsEj/+6X38/N3H2Lt1CdduXYLBz8x8gflwjP7pGc76IxyPc5xMCqxeviyrKPUl5nCBhx/28ejeALBy6YPubWvYvEHjJ3D8sED/oITb4M/iyFmr0eSZu8J0RMwmTxk8ATPBr/Dr0tWt+zBtknEqeCsVJs8WsrJxgWqhQS9suI0uvEYXcblAUobQJAFMI1mBeBIiXaSCBvWaNTz/0k28+sbzmM9C/PKn9/Duzz5UkxO9wOpWExuXOiJ0TmZTSQLv7K5iZ3dNOsmYwh2NApyfzmQQwZR1s+Moo+ssEfOYbTCBaKHdqqHuWTg+CXF8vMDKjontG0RUmigSHWmg4/TDBCcfJnBXgdZVoLXioOXVJfmz/2CGg4dzXLri4tJVTwwrETFo8j1WDvUsYerCkM8az6Q0CppNdlYr7xwXxVmebRShRlfGmmUXJDtD51MazCoxb1DE4L6ZsyOY52IOoaW2RaF6E2JfxWQg93o47CJumpIyFrQau8eLRBZ7GJVJjndK9sfx/FIJNlClZZlYVuc/EqHWNhysb9YwOI+kp5ZCed3nIIgYXIVWmz3RMHuqo6IBkmfdukrgcIjA95qr3tLR7BFDZyCLSQfSsRimCIYJao0S9W4pyXS36aiql2mOcFag7tFQxsU9lLjDArPZXC7g0lMa0HPD39tcVlcpysLOxja217exCCKMhjPMg7mk49hfR+GdXdxKAKaJQhdMLutZJIng2Dg5DHB6tJDuVsNRQns0p8m2gkNUnUnSTylJUD6PvAZQ83k2Zn+9gbBfYn7CN4R9y0C9q2HzqouNK0SaZhifMrnIpDuNUwa2t1uyHn2c4fF9Cp8RiiiEbWrYvryJnStbOHx8jKPHJ2Lk5F9uy8LaFQ8rl4nyLlBrUujUkGWK8GQKDSPHbKrE+xdu/RrefO1r6HZ2ROQtshROldO3jnDBgVkhaVe+VrPFCGeThzifPEJrReF7Z5MUx88WGB2nCCmcjSrkYYhsEeLqK2u49da2GLr7ZxPpKp1NY8wmMXy/hU57Bc2mD98jIpvzhgHm86EY0rkMjc9aT/DoaOTQmsRWQ9LDWZigSCJ49Ry71w1sXqIAbCOJbRFT+B6bOnsUiRfVsbGyIuvRwQx3Hg4wXqRCHqFJXoY9eo6NtU1srm3C1h15xGQUi8dDTMa8pxAh6yrSgsPEOU0ekfRqtxotEcL4beX3z/IquG2a02kVIKYzRTiOsOgvMD0rMD4xBE/cWfVlJdkEST5BjUJb10S9zXOX2peZmub5YHha4uAhk5qkhW2jZq4gqcZIqpFgm5sryugS8zm0YO0WB70GwoCd8+yrt7F9qYVm20J/eIrB8ExeXyb0OOhlSoICX28jRm+TWGNlqio4i6X5nFKOQ6O9I72LGXsqkxJhyJoDE1paB5Ia5jN+F4kp9eE2mvDcHJ49gVbOcXaa4PyUhi2mImpCmGv2TNRbhlQ8sNt9dYM1JibiJMWwvxAjD4UHfh+a1iU0rEtotnzB+2fFDEcnH+Gs/wSm3oSpN4QQNDjjs4rzMCbC+JxfdlYuwwp1/r5rrqStd6/luLRX4PhpjJNnMQbnpQjA7L2vnAiVwwu3uhLfur2Cl1/dQKddFwJBNNNw8MDCwX3OUBR2VWGemfKlqVEhgtlPq5szRWyq2TL8Y93abMyZiyPJVBozWHkjewOH7xRiEgt5TAMkq7ZoTisQC2UqQ71py2p3dHQ6BhbTBE8/nkktTbvVRLvVQo+GqLWGmOhkaKtHSMtjZNUJspxdrHOMzx2c7TeRztto+avwnCZmsz5ms3N43QCt9RD1Dg1gJIzZGBzZ6B9ZWMxIO9LRazdw+8YKbl/xsbcaycqTE+TJKaLSQ6Sv4XTexA9/FciyjQ5sswPTTmE4UxHGaaSk8TicOVjMeL9Xz56al6DemaHeDpb98axPaGFw2JZfyzMyxeLmygjNlbGgkz2/xGLuYNp3MR3yfaKxpfmJaCEEa4m/cTpii5FI1W/FcD2aIGjELOSzNx3FcJwGHLuxREpmqt9QJwmOdEX1nctjNZdpd2OsbUS4cT3AVz6/wFfeDJHPNRRzHViUMBY5RoMUHzyLcO84w9hbxdhbEaJYFMykU7fusHPbQGbryCwNxw8D7H84xfPXdvE//sm/wZc+dxnTu3cwu3sH/7Qf4jsHIQZ6gqqZAh57dRuw0ICRb8EstsT0ViMRQgwIM2j6DNNZgMksUAJwyPkgTQQOXFIsai7qNReWkcLQ+Wxn4o/z5gr9QYj+MMJG08Bm00Sd/ZoVZyYVPnpa4uNnFXwKwDuOzBEYlNBLB1XmospsZNUUWTmF3SjhdCDEna7jwq0sPPhwggd3x9jaBW4+r8NvWUhTB2FioR9oGAQaXDOHRwGYw3jOQ0sgtDVEDs8dKnG4Upq4XLnooglN20BWdnHnbI73T+fw7AJdv0Db0dG2bDQpXPlAVmc9xASlNhJjz3xWQU8dPNfZwvPdbbz4fB0vveCj2eKcWxzOSE9HyM7G+PY/neDb3zlF5+UVvPYnt3DpZQ/m/ADF+AR33k9w570EEY0yjoVO08ZLmz6u9WroH0U4Pwoxq6cI2hnOogL7hyWGU8Dt0iiswbG7qDldpCnx+5lg/ZPYRRIT7UtqkI0q94G8KXswUa+cJ1r2AqYVwHQTWQw/FHELedQGCv5h66q/lZUjOsWSZbWIiFSkKrEPk25jRdzkkIb3XbnzyiyeKSyKU0p8o7hGodauObLEFCqVS5whZ9J9mRNZzJ+PyeAsQJYvkKcqJazun7HiaRC5SvKRWZPvGEUZfufm4QxBNJOfTeaRPOcm9CJpeO3zLl77fA1vvrGDNz93CdvrddhaBrOKsZgeIZgeSgLYMVwJqbGaEZoH27oMx76CxbLvXjsZwTzoQx8EKBYFyrDE+x9OcefeFD+Jc/zI0rBPmku9gVrNgz2LYM9CVNSTMwrnip7Ff6nXoELBDnYKf0u8LB8k0h9NDLOC+6g531Ibq0glZTqFUWCupWAmJlamcy3Vn6pQyAp7q3Q8UeY+mS/yPeE5nwJsuFCdvBSFKcYq96gygnJ2qTDSakmtoZiXKTYrgUw+A2RQxYmcMwX/LJVDSwGY9EPeN9Jkmbo1JOm7CNgPzXoL/jpbjITUcHiFN10ioA14ricpYGpKFIALajuJEmZJ3mGXMQNzPJtGpGwmsbyuNODKohmU9DMJGn4KmV3adZaGefUZJcE1CmlEZ2UjjbEUPJcO5qVwrGbn//KvCyHyU9Fx+b//KzHzYv67dEwoQwMFRMEr872qFO6XOP7VLdTXttBYuYzmyjVYtZ6c0SXQTvGXhrXlxfDiOSPvDWt4ygLD/Sc4e3RfEqJ5weqKDP5qB43VDnKSsUDdIkVIUo3uYO3KC1i78qKg/LmXX9Q5XiCUJcjGCkP2hovR9qLuUf1dPe9oslM/1IVQ/i9MBMvE9YVpQX0m1XuiqBkXKeDP6sD/bRr44vX+1wKwnMMknf0v/7+UgYVGEWWCUL9uefYipUK+Fuqfu/hLIaxVZRU/B0L3JVmClY8WJ+l8LnLORHKXLlRfqizdRg2fe2UPn39lD6utBlbbjeU5U30GlX6n9FepKBNj31JSWep5JKjx7v6P372Dv/7bn+Hh/ilymmvMCh2vgbbn4+Txz/Hkw3/GfHS8FIBNDfUO+yrZ46O6cfn/LOo0mJZVGIVWq4ZWk7gJHW5TXTRtr4JZ05DONSQcZpyEODxcYDaj6KpQv7rDDj9e8BWSkYcrDk7kC3vxLzoAyLhnd13MYTyTE5o4uC+cjEoh4Qug0jjy4i/LxWU4sRSAJR4ucZRKcEyK8b90EbGHiWhDnWlQQ6X8RBi5+NJy6MSfkzhFRzC+3Jjmw4UkMSlAmrYprnYWkfOARtRxyR/ggiFJ58BS7OKPTO49XcDcYCVZSPMrccUhnRgKx8AvcanpKHQNXtuF166huWmgva2B8/KU2JioglGYMAoOAImkowNVQxRUiKbsrkpl8VIWzhJEdLwTHSn3dxW/54ZLxJ3gNcpcDsStliW4oy+84uGLr7io+TXMCwen0xwfPxrj4bMJhvMCoxnxhuwgNFD3dUHyujUdi5GGYKSL0549VMRsEOkp5G6iI4h05uvAn0HSMNmSA69SBexYplu/1mYPmgabSYHchpEZGE/nmEzm0NhF4tqw6P5zVb8Xu2vjgIOdEMFgIQ+YxirRy8SSZTB95Trnxt9umlhfd+DX2c1mykOVTnV2j4yZjO2nMlRjus5r8uem8EA0lYYw0mXz5OeP/3WDw5uuLd2C0TSRh7me6dAlaa08cRSziO2k24lOc/7celeD3lW/ju9hzvTDgm7oFMEiQBhGnyAalCCq0pvSY8HBWX3ZcSb9rIYMA6xmId/DZoPfzRrMJfokJoJnEgtqi5d2upbH4wKTiRpmS5iID2N2vLoq9SUmmuVGyk1MsHbEpwgOZIka4cvA7SEjTo7mAU3Qckx0c9tg2lxnR3dOl3+memjl/PDJN13+/fIDIZ2f7KP9xFvFX6vOZigXFcqQqGwdnU0DG5c87O610eg4ONmf4uRghtk4x2ySw+bQruvDJp55HGAyCgQBwyXPRyLHY0j6LJmrVKFaFKEv+gToXGPCkN3jGWrscjZ1vPTCGr76Wzfw4murOE1GOE2HuPdhX9b4jMKShWRuCFqPJhKHyFj20DE1yKt1xu8nkAT8aDjSB9LbaGJtuyU/w2g0wXQyW7qAP+0TEDcR07pE1du6LCaX3HpNDjF8v/iACSPivTmwqsvBhvsTUbri7mLKLlMoaB6sVepG2kOkO48YaNMtYbgl0qGG+FRHQXMAey4d4g1V4ko1UwO3rup46baBq1dNDA0TI8PEu98N8avvhtLfa6YWOr6JvWvAjT0dL16yZDHNyQtObhpYWC76qY3//DdD/PXfjNDZruHqS750toyehXCrEn/4W6v4w6+u4tvvT/DtO2Pcv5vg/EEOfaHhd3+rhd/9rTa613z0rvICbYD9hx9+EOAv/vIEf/+PZ+itVeiuldCIxvZNRHGFwUGK8Qldhhf4UQt+k8IE+2EyFBSLhjqyoY5XX1TrxnMOdq6yb9fE2SjH2TjHw8MMDw9zOLqFjaaLuqsjQ4K0SjFJCkyJgJwZSCZ0KWtoNQt0uxVu3vZw61YdydjB9KiGyaLEWAtxHi7wRFJzczTqrghDfHYqwYfOxFTciUQR9taJmlSONx7qotBCtDCQTlMkswxfefsyfv83b8oB/6/+6mN89zv7uLy2gcvrG9jba2HvBjvdOARjZ22Mp4/6ePq4j9NigZNigemM9AgNeQj4boGGV6LT0IWecOmywr+ye/3pwTlOh1NcuX4VV69fxZ1fnuGH33mC0XkkvYatlouVHR29HR5wUmh8UPLMk/BiaUE31IqLCFFO4ZZpCAtxZGI+yRCM+YpmSLRUkmRM7/LZaVns12Diir2ZpiByeW5Q2y6TvDlgcVJKwZLJYe5tunLhEgXPRBm7IgWJrgZgPFTJIJB9pCbxmQqJxO8IsfcUVIR6IKjKpXmCLuKcg7QKwTSRs8GV3Tau7LRx5bqNyzdNjMYJfvTDGe7dW3yCmWftAwf6NJqRwpEQx87UC+uIKzqpHUnWSfcRD810Z8qBT7kHa44tAxUmO5kA5oWvVWvJajZtwYpSiKGbl2lWMYAQGSz4eA5IeRBXfTtiBiFef4k6uui44evNagSaDjImzHMdoYjRMRKilFJewtjfEyErIiyWHah8D5h4Nl2D8h0yjQPLDGWZwdcdtEwXTQ665QxiYaEnsvQiE7zall/hjT0Tr+zZWLncwcrlNr737hB/888neHqwkDSEa5r46js9fPXtHtZaQNOm2MkEroXhAvjgwRQf3J/h4eMID55EiHm+conxNtHxfXR9Hzk7i3VToYMYlySurzDkucXDGYd4NBmWgn5U5jR+FogS57mQaRrpY09LVCG9dfxQmbL0hgbD12SvtnjZLtXng0PUnM98Yi8dWwR632dvFJPFfE6QVEFcIekclRL1Mg5iLDFc8Dx1YVLkoKHmChgMR2cjHJ+PgEQHmMJm16jPZF6Fgml6Jv+Iig5z9FYb2L3WQ7tdE9MjH9grLR2rLR0vvtjDK6+vyXPk/Q8OcOfeMeq9Durdjko6JymCaYjheYDRKMQsBKYhz1st+KttGA6ReTQXFYKtH/eJw+IlPYTf1bC67cgl6vyANBtFg+FqNjW023zmABMm6PuV9Fw6Dd4riGnluZxGUgcFHLR2LVnTZ4EIwMkoRzHjUIMCZAtOvYVcz5BpmYh3fAZrNB0ygUjazZKE8cZbL+GLX/684Ap//pM7+NmP7yjzZ5Jj/bKPnetNOefGdHRLN5Xq0TJsCvA8cyQYnLLLuBCxgUPFQmOyjmkb3lt4v6ALnR2RBs4HsazupoP1yy5qLkXbXMyjg/sl+g8quCslGruVdIk2656c9Y8eBzh8HODyVSUAs19U9g2Sg+j+5TmL2L2YZ+FSak3YM2k0+DmgmMuqB+4fKhJA0YJpFcfWULMM1CymxYhr5T9XQLMpDvFMZqLSLRQLoAjUmU8G3NI/u+zE4nWMngab+ylNdUxY0LnHaYlylbIfm59l3skcdo5z37VzmLaqEaGZh/sPnf+1moneqo3emoWTgxAnB5H8M721GhzPkPNxyJ7PJyaCpyZKq4S2kkOr8wfhRs+uNx6K2DeqSUUCz7B5ZiKLDATnCebnsWD9m2uanGvMunSNYDpgbyzxmA4aXE0impVRkGbl2SwSOsWcOGODZ2+aMXVJjXBr9kwfddMX5PMiYE8dnylMEyzRNxqFW2WgpBjAPm3ZqwWnd5EADqSmuMb+dwpuAXG5uaRMud8zLcH3m2dn0ilIHWXYjEOAhAbDCUTgJ+63s6YIFrwjMG3JTl5SFPgMJD6z16vLenQ/xuOPIzGx1B0HNYd0FH6XTAyOpugfzYQ+xDfaJ/Hrdh3rezVBSRZOLHc8/sxCx1h275WJhSK2sLV+G1e2X4Je1YUOMBsvYGUlzKXwn8rf+VkmuSMG7ACVHYiBRfdIG2LiGdIFzTQ0zwRSHVhUgvZd221K4qB/HKB/shD8HZ+Rjs10h6fQozbP9gXm8wnms8my45nGEIr8vqTJqkYONJjOYn+uMoRXKRNzJXrrNKGRkuHI0g0moEK0GhpW2g5WWy6QMrFj4WAQ49H5AuMwUykqaq08tzs6/Fobdbctzwr2sxOfeNGfzuQVq1vkLM4qUb0QHDLP//VaE36tIbZinj94V6u1aNangWIhQ+9sHks10WIITM8cpAHFT0fWbE4zwgxuE2itWWisGCL+aqwlkY9+hflEw+hERzTzYGEVBtrIMEOOKdxmiXpbbR80sKbEwUsJlYmcZ4BEl07RlXULnk9qxQzBYqoGp6QuZSrhrxsZ1nYSrO/EcqZgBQk77CsOxzi0ZqJet7DgUJn//XLgx70tHBmIxuwnpJhLcksNbovvX4FmLYBRLHC8n8hyvC4ct4tmj+lfCsCsvTGR5yYanRB+h9/lOU6PZ4Jpp7mkXq/Bt1dRt1ZF3KXJLopDzBbHCKMBarU6XKeOYMoKF+5nHA7Tza4jiWiyDuEwLGHraJO+RSLaGuddNHdlON9P0d9PEQQGktxGRRGyNYPVDGU24LgOtraa2Nlpi7A1PM2kc3d84mJ04qmqtdrFAFLVlwl9gcZ6m8/IXDCsNKxzoMt0KfdzVOztrKtUKh16oGFR0WE0KlM53WKZ9JuTNpPyXEi04fKuubpmYWPTko7kwRGNZJwDOrDNmiSpdfZL15Z1QV4Bt8HPy0Ql06sUgxMTh49czAas4HLAm0CSTGV1t2KsXorhtUgbVP2iZwc8H3C4zPOlidWuj+du9HDzioer3QjXuiHKbIgqGyIsawjRxvHMxw9/leNH72Ui7LCKgJ813YhgOilqdZo7CySRIUvOdshg1RI0VxZodFnsrQSPeLqKaLyJeOGIAZsmP7/XR6PXV6Zul8Y5D9NBHbNRA0Xio0h9NRxeJoGU2qIS4vzz5mWIolyg0+NzjZjoEkPuEaMYKFn35S7r0ZZnk2Xa/CLpFM+niIIJdrZL3LhhiCn5recXeOuFAOkcyAKgmJWoZiXOzgr87HGG949KJM0ekmZXBvh5OobGwABnnoaJwjJk6QGgs15iZwNf+sILuLXbxfmduzh//0P8YBjh+4MYMzuH0SxgegbsogW7bGM+aiAY+nBdoNPL4TdUAlg3A0znIaazBQI+B2N5Moj4S3Or77rwXQ+mxmRmJEh+7is8r4zGqdyXJAFc1+HzbKIR3wzcfZjjg0cZPPb/btKc68F3G7CJNk14ljWRFUNZhseft0S9rmPVt9G0DBw+TnH4OEGjWaoKpBpTU6oyKsgtLAqiTxmuyaGTBMSZIWtDTBMxU5EibADtXMdmbqCee0jTDqK0haMgx+GiQN2O0XFj1B0GOFxJSPLrB49jlzFKDCVpGicmPLOOd3Z28PbOLlbXKqyu8pnPs7slxL/JvUNM7h3h45NSVutmHTe+3MbKboV82Ed4NsS7H2b41d0cBo1qqwbWWg6ea/u4UvcwOk0wPEtwqsU4tSOcxgXOxhrmiY5G10KjZ0Ir12Sx1mBBUokY9TzEMZHPlhhNmAc0xN1MWscURTaXs69lEitqojRslFUNVe4COXFkDNeQbGTKUhRDNRdXFYAUgogXXiYtRX26gL0Sq6/mbiRyisDFsTWDXDQDcO5OAVjOn1Q4l4dPwYIVco+T5C+Nh3mIgiJwFqDgSucCmZWrPlOZnESLcU1RSJIilsWKlO5qDasrLrbWHGyv1XBp28Mu15aGnU0NTW6ZS6plls7BZWsuHKMBvayhSkxZeeygiGxow0BWxv7v/kLuDY8nKR5NMhwMUxwMUjzNCzzWS0wYtnP52anBzUnCK8UsxToJziDUBJ+bv1pC5FmKQKK7LTVbTlrVTFWpiMug6PLvFJ2WqvHSfiThRKaBBb/7aTJbDU4vunGV2qbSr4oyyCS3MpTznkVRWIllYsQUkuwyAbyslhTM9tLYoiqAFAqamkQYkJrD6otlB7CkhFXtD2cWXIpKSyN8gWBOQ3v6SZpY6miSVOqubE/V3bESgJhnpZDzTsZZLLUWEptsEZpZy8fzJw2tYmrlZ5WENQGTkgSg8NfSfb18LUS2XHYGK6GPAvanCWCValbvzycvvsJYftp1eEGpvdB7l9Hf/9cEsISAlGhKg4TB57hoEoosVHC+yt76Zgd2q4vW+jX0tp5DrbGBjHUlTACzl1p65peBIp1YYBuOpmE+OMd8cIbZ8AjT4RGSaCrPSn53ax6JaQ5yYclyjO3BcBuwvDb87hb87van+O9liOzTPyyT2zwT50tqhKK+qK+wAN+Vxido7U9xzMq98Gn/rhJtL5RxJXqr/6xmcp/W+qq0+r94sZev8/8fAViJ8tzHeJblM57fBf5eytDA31+J1uqvz/7+/EyoehFVYbU8ZKhzPDIxm/CcQJOLegVYMebi1Rev4LUXr6Dh2mi6NmwmzAV3rQRgmklVXYSaeQqxVe6VvG/z7yrj/eOfP8Y/ff8e9o+HYhThlbzpuGjYHk6fMgH8A8zHSwGYAiWTc40VR9ztTNFQnMx42SWuhkNEQ8Nrb65IhwKTSPVWhTCN8eDhCI8fzdDfd9Dft5EyPUE8DfsEbCUOU5AwbPZYqn4rihDc6Cma0gHGJeITv6Q8/MdEnxAXrAYMF19gQZoukagU+9TrqwZ07DJRfScqvcgvZmkQJVcIztQiVtlS6R2+IcQ5sy9JIQpVoTg3TEFbr9TQ6LkwKY7VNUnajI9C2Tya2y7qPQfhaYHFSY4ipmhtyoYLKwNZwFpRyZKEOz80UkyuDpl5UIr4qxGPnLMEuoTNQ7hWgvj0pATWr6xg42oPnR0Tra1cEppMHjGyX8RMIOsYj+YYDmeY9CMEwxKLQYmSZ8qE8wFucgrjkIvWw0RtAAAgAElEQVT7gkIr8Q46LHYZ6ExTU5wLYTsFLt1wsXvdxe/8mx5++4s9fPhRgD/71hl+8u4MNH/HeQWzW6pFPLBWodcxsbVpY7Xr4MG7BR78irhu/t5MDxSI6Nqh04SuVPZXJZVgr2WCQSYZFU75clTYvFbHxlUfnV0TzS1eMgs8+VmIg/ci6Tng6l2tYe2mB7vBYX4peMXJQY7JPvsRiZ0r0VhzsHW7jdamKw8TPlTYcUentFdntyLTB7y0ViLQ1u06fKeOwVmKZ49nkhojRtNpqe45riwm9oqKJAddJUy3gtewxfXMy2sRJojYv3VWiQi1JOyL0Ez3eavtod1tiqAPdnau6Dh9PMDpoyHCUSqfBV6EZZLPjVwRpeTvFICJvyMurtWzUG/l0pVDPGGjWRdBGF4i6SG9tKSPkOhvdnDRrXt+TDwmt2z1wM5K9l3y8q8G1Oxzk75qHsI4rGZ5uCCMOGXie81DAc0NFMgopFKV1eTtyygORBRoicDm3IUPcj5s+dlmep+HaOUI4t7Bvgl1qVFWKnYsykOLn1OZ6lCIXf4s3A+4rdMptyixfdPElZdsdLdoTmDi3cCjX03x6L0p3G4Ft1PBbjgw2aupE+uYYTpin0sGk4PInD8/JAGcM8ERqYSxuJ8tYpT55aSbm6KIevG5ybd9A72mheduruCdty7j+nNtTLQhJtoA7703xnvvT3C+XyIc6ognCrNOdJzsG77qNTHZ65MA0YQYPr6qBHCYaG/4WNltyPs+Gk4wGc/+xUNEKlD4+qV83Yl1VXhKv+Gj0fSlb2IyDiRBwSEjk4qra2tYXV+X1zeMY4Qhe6NniBYLWOzp03gB59A1lUM0USkcONm+EqzziYm0T1Q235MEmsVuJl0u6YSP8VW6cVnD89c1XLlqYF6rYVar4d1vL/DLf1ogOCVK3kSrruHytQJXr1V4YauJ57ebssdVVSxIpbCmYVgAf/ftCH//jzE2rnVw64011OsVwuEYvpHgt99ZxVffWcW3vtPHX35ngMcfxVgcl/ArDd/4Wh1/8LU62lc20Lmyick0wP6jI7z3ywn+4e8L/PQnBfZe4MoxyXWcLgxMZyXm56QupCIgss/V823pQuLdPU9T5BTwByWSYYk3XnLw+ss2btyysH3VQmtNx/k4kfXR0xwfPWM3KWBnGtpNHbu3TBE7HzxNcf9piiKyYOY2mnUTly6ZuLRrYveyjp1LGh69l+LO9xPMQgveThtV3cL+0z72nw3kO6yVthw65EMqJpoQlRGi2dXQ7Cl0ShKbiCIdwVwTwUjPeHnN8ObLu/jSW9dkcP93/+kR3v3+Gb7xa6/iG7/2Cvx14rwCHMz6+MWjQ9x50MezjwpZWpd1Nfz+8xkjkipW1zKsrbIH25C1d6OHz72ziWZHw4NHB3jy7AR5VpPUxclBjsOn7D1xcOu5VVy62sJw3MdoPEDdBVq+hSKpMBpkgn9m4sU0anDtEq5TyrBnrdeWBNZxf4aT/gz7ozn2RwEC1hnMdBmEr6wDvTWg12Vno4PpOEX/jOgd1W3MQQ2Rs61VHaZXwuDeaHGg7sKxbHS9Cl0i/olyNm1Fp+dFpiiQpEx7ppIm437G7wqRr0weiyeOVR0UhNkpU7ooqzqCSYWzRzPE4xjf+KOr+MY3r6AyZ5gu+vjo7gw/+McEH93NZI+i+zpNiXKsYBk6XItuWA0xcWFmjjSoqRUxkUsHaS44e6tGZD0kkby+4WN7q4Fuy0HT1dHxbeyubWJndRNNs4V61YQJSx1QBTmk6gLEMLfslGdvIFFVF30sF4YIip3qspWLsSTNS4S6hlDXMQoDDEhdmGcyCAzGQBTNEYVznA0jnAxiRESE1XgW0qUqhJUhTBXyomiz9y6uwaY4QJwTL3QdDVZHR3OFF28LHaJU8wRdvcBz1zu4fb2DJ8MpPjgaYLCIUBK56Vh468aurHo+h7kYyOG48rroJw7+y88Gss5OYkkFUcDxpTOZqQx1aQrZixYrVJUYaagBR0Tfc7DAD4Tac8X+yD4p8/+m681/Lcvu67515uHOw5uHmqur2RO7KbIpSpQlURKtGA4SAwHyn9lCEiMIDP8QBBDiGEZsw6RszmRT7OqpuuZ679Wb3x3PPAfru+/rpgSEwgbF6uqq++4995y9v2utz1LdWDTMcBUV0+a62htnaq9XEYlLQaqjAW1I+qg/5HDZQLTMES9JyHAEuabMBjna7RprIwPDvg4rq2GljSRhKcrbto+18RZGozUYTHOSzsNDbsK9E1G+LfD/fXz8Gl++PkZAssdhiZpGAg7sfaZDNNR8rHDoWZW4+8YI7393B/s3+oJYY03BRs/GOoUoJ4VtJbi4muHZyys8eTlFyAEZ++fojG1qRCGTycR+Ef9roqoMGC3iAQFvQLyoI73aaBQCbjGZYTmZyfC6N/RkoDQ7Zw0D6yIS6e/q9yhGWahoUDtusDirMdzUMNjiQb6Q6591FZcUKDIT4zfaGJMAchDKIv46X7CuwZBkmOW1WYUoiwhoDhkV8ornJKayU1l//IPv4If/w59K4ulXv/wYv/z5x0gWBdJFia07Hm681RIBhQfTLK1x8nomqztoZMVBg8kp96GA37UFler1+Lwkgk5DHjONyoGrctXPFgWmixy9tRbWdjqSQirSGGmYYP7SxPyVCXdQobVTCoWg6/swahOnryKcHsTYv+Xhxm1fjKwR6yRWqXQm+YtEl35w1qTkEQdkUvsEvdXAblewW0xdNCKorWZqsifrtVx0fXW/icNG3ouaiR+jhGHb4lZO5zXSmarIkX60Fc5NDHrXQycO90yF6M9jXQRfYs2ZCK1Lmi0V8o2p5xYrgGxiY3PpxAwC3p+YlnZkT90bGrIOn8Y4fBbJM3r7RkeSfMtliCAIEb+0Eb1yULFzZS1D41eqJkE0Z00qbTpDDb11ZSatKxtlbmF5kkq1QWeoY7hlwO2RTqX6/aYnFaYnNbrsC+1b0tHbEzoI06MZlgsivBssI4p0FvwBO4BVCpjjl4zGSoqsPFsUkGSC33aFwpAVEdI8Wg0NarieJn82e0lbLR9+y5f+38NXdNvraA+JO2fnJ2lKxM0rTD0HBjIw4UCKRg+LAikNnTxD6NKRPOjb2N61sbljIQhjLEP24ykTIq8nW7fhWjTC8v128PxxgOePQzgWSRqbaPku4nCGOJphKaI4z7hE3Nbyudx8t42tBy4WdYhFQ7QlzYLqCGE0jXRaeXoPntaFZ/XhOz2h4rx8eoHzozk0mgtp5pKzH69GBSmnqXdjt4313TbiZoGonsOi0Xjoixl3Mo2wWCRwLFcG7Aq/DETTAlevU0xOC3THHXRHXRkMKAwdceDKzMPrJliGsvenF821fXTbNIzYaDoFmk6OLOLKZPZAAyvJOZ5PXCDnDsQgu+gOE/RHkZx9dzd62Bp1cf4qwdnLBGdhLX2Ls6QQ3DvN9DRr+m1PMJpN4YjAHBFHn1VCVnNsCxlNmURfWiRPKUMuybAUKlyzJUtEP85LXMDtakJgS2J+TnM0KRnfFTJ2k176KGImYHW0BzouLwNcXQbw+zqG2w76mxY0k3VYNPqrZ30eG8hCB0VMUbAvya9KC1HpIRy/UUlzCsCpwlJfJzYMeNAbH66ro9Ut4Xoq5cHZAp+23EWGyxSLWYS8iLB9M5dVNx5qQcnSoJ3IWVF6oWsDs7ASY6TUGrVMMVFfvKowOVHdv3RzuT0LHvvtOxWGXgKrSnH0PJN6gcH6Dgbruxis++iODLR73OO10DQtmN4pTO8MV1cTHL6aCfZ+baOD0biDltWGb3dwflzi6FWGMMjQ6JGIozRXEw2dRSaiJV8T72mWzBCSkL3DMYYjG8OxhfFuhcFOCb+fyxmca3pUyqoaB7rbkflCa32G9looswEuitAtz5HnyqvHEY6e58iDLvKwK2ZE3julikRQwkSnU1jnvcReichMtqp+alJCSP7K044sXsy6RacaiXM8mzcwmwEsDEQYrvUQtZiXeFRWAgv3xFs7jpAn+F3JFi1koSuCPytnFuEZ5uGpPMf8Nmk9OjZ2C2zsqZQP92Tnr3W8fGTg8oQmNCa0mOIipS3D5s0cO/cLIUfURQd50sLJQYPTA84GaSKysLHWxoN7A9y/4eFGP8LNfgytCqCVAeLKRtD4OF74+MVDHb94yICFMojKHIWYfLuE3ymEmMRwCEPQHPYzbWY6GQYbKTojokQVuhLZLpDdRJG6cnaumgVaw1NZ0pPJ+pJlB8urHoJpF03po6n8VWKOx+4V7U0kdoV7Zz9ymgbY3KWBqwPT0nB1EWF6ReMAaWM0oZKewD0674mqg4GzFF2zEMwOsJwe4I17Bv7ggx6++y0Pb98I8M6NQAxfGfu/ScaeAUcnDX7ytMFHRxqM4QA6l7mAjkv57BWm3ERDHJ9pYa/bwu1eB7fWR7ixs4WubePo4SMcffwlfp1k+HWcIfZqOF2eq2y45QhOMcLrlw2OXlBkbbCz32A4LuH4KSw7UQJwGKtua861NEPEX5pWaWxuc1/D18KhEa84phirGougxHzJDuAGhER2LRMtk981DQ+/zPDx4wzuugaH9QOjHkaDdXhWD2VsSw97Xp6jKM4Bj2llprUbbA0NDFsGJqcGrk54oi1gmMQVcTbKURaFcB81kZpNAZuGz5xpUkVYyXQbGcki0ulnoFM0GGYNLJqUwzbCqIVYsxDrNtp2hL69hE1ztu2jsX2p5TM9jjmnqHAhZJtKdzFq9/DXb9zAX7+xj0oL5F6rMyDSbsls/ORnT3H882cIOmME3TV0bwLb9zN4rRjh6QKz4xAfPa7x0eMG3U0dW7cM7Awd3Lc72NNbUo1DYuSLNMKzPMJpXmFG84xmYTDyMBiRWLeNItpCkmKVfuRcqIUkaYnAwEVyhm1zpsU07QWqaio0B+5ps7qPpByiaph85anKkLmFmkOy152bcBVBlU5eVt0Y/KxpbOY9gLQQ1kLxvbUlXsAZTFXw2lB1hRJh4JyQpE+HhjtLGd4EIa3CaSLn0nAhYopKNzY18dCRCNZFNpclfyaHgFL3qJCpYZTIknopg/e7Nm7fH+Dttwb4zgc9vP9WD77egkdqX3MGHYfQ6PitKaAz3a9mlo7eg2MMYJBUEdooFw3CiwmCiynaZ0u0zwJE8xJXAXAYVPjRZYofXaUIdAOBZiJGhaQpJL0pJknbRst2ZAVpgmkUyV6C+oeYd7JKLe5xKprTaKIgW4beS02FrmS+rqoyRf3mf1QLgPqsVr+oRGK+n0pQV6G66+TvCtEtwcfrFKwyIMmMWlQ3JdAp3DHPOhTLmOZUgjGFUlW/wGeC6jZXSGTV52rbJL9aCGkaWYSrPlaGRRQtiKIy5xIUmYltZsCF5oxlQPR0qnp2DVNSwVys3HDbrFZUeG+KZ+a1IUFCTvw5lcjM15gXNOFzHkrmqvo/mhaESpqrkJ9JAwLprPLvrKr1GGpb/RkqwVwgDjmHWtVkCQ1C1S2p/yihUKWrV6nqr6TD6x7a6z3x/w+/WJ3e5A8xGoZLKJoSma7Mpbx+KABrjierv30fG7e/ifZgT0z8NONqdSE0iHolCnqmg77hSV/60dPPcfjkM8QpzSpzSakyrMXnEpPBXCS0UD5mwri/fw/+aAO6RTKVr35emujlfnnNIOdrpiCuBGAaBZgWFwPBaqYmxl3+PLxeJNj7daevMiQo4Vdm4hLAWHUCf8W3Us9e1cusPldljvg6tf61SKv2Jv/wPyujxO8lgK+TwBwkaDRziclLVc7KXE2+TMrQK6YGMQT8/p+r/jepW5bJSgma9jhXU+JvKSliCuHqveA3stty8c6b+7JsmnzFUKtmVOqjV+jopvLQ0DzGn5eYRu7hGp4vEwm+8nz42aMzfPS7I5xdheq+oAEt04FvOLg4+BhHT36JcHHK+YbZUIB1u0SosQScPPxMUFAtdm45pvT2+r6BPbrQb3pySKFra75I8fLFHAevQsyuLFmNWUF3CkkGO54hzm3BMRN3m9TSZ8cNF50LIu6vStvVgZBdbCvxV2lQcg+jC0N9aZmqUy5HZWgXP5C4YlY+o9WFpzAEjUn+Mh2ACnXEi4O9NDygs5OIQz9BEbN8nPUzFnsvDbQ3XLQ3PcHkUuSiIElUr6CvB6Z0RyVnlYjADcVfPux4Ycjfl6vbq9xn2GemTCB0ivPBww7ZKqnR9kxZnZaJbkulddKaS1PJ45ENt08xkgI23wf+PepAVGTA7CzE5GSB5VUmwlIS8L1TeyqmHvnwFrQuL2oesRtehHR08YZoSPJCcMEjHfs3POzfcPEH7w7w7XcH+OkvJvib/+0lfvqLuQhqum1h4z6wfq9Bp80+Kg4S+HYQ41Ti4IsaB19U0lPJa4mfRsZBOS9xx5J/X5LdVLcFkUMnSAPfN+Vgs3Hbx8YdCu68UFksn+Hw4xinj1PpfPP7Job7LsY3mXohnjLH/JxufnYyE+3dQLcbDHc87L85QG/dxeQkxOQ0QqdTo9NtxHVPXBGvsdllIavX9iWtFoUlLi4iRCxuJ53UVw9UXhoU95la48OXXUc8YFzH+5kurtMCZdwgCw0ZdPEhxcXBEffZrmfBbTEBbKLpNWi6wNmTKU4fz5AtCkF8SIOZ3QgWWQ2A6eTXBRnUpfg7pABMATCH02ZnFHsPHEFfVmaFgt0yAZCGDaIZu6zY21NiOcuRiTBC4duQwx2/t/JgFgPFqsCaGzSLeHJLUmLEbfChu8Lsq5vPqpODAj8HbRyWizjJhD6dUoJqsZSAzc+aJg8RS9h1Q5fvquRdXBsKJ8iXwsEyv8F8PVJhxEQB0YZMjAsiqMGNBw5uv8ueHgrcBhYXNY6ehjh6FmF008T4Jg9R7E2kI1sJYjEDAU0Oo+GhVyUniHb/yiQh4jY7bFjSTqw2k/Iq7UNXM79zvs17oIG7t/r48Ns7uHO/h1BfyPr447msy9cV4ild/Zp0wTF1oTFxw+QNb+1iatFkMMsBbdMQAWELVrk14H2D6YRIsHKKarFy3MkDTz0QmdqhAOzQ2UaXs+EgjdgjxOFejtbQQ3tA56APx/UESy8ddNJDFyFLE9kEsVs6J7I+5cNHmXNsoqlW37GcXTCXOnLeo3haNku4Q8AbabA4xC1N3N8H3n4DuHNHR9FxZf3yP4b4xX8MsDhroBVMkmjY2qywsw28ebOHN2/14Ht08KUojQILrcZFVuLnPy3xs58U2LzTxb0PBugQmTQP0bcb/OCPN/EXf7SJf/PvTvBv/m+iCBM0QYM1T8c/+8s2/tlfdjDc28Jwfxuvj6f4+ONn+PvfTvDrX5t49KWO++9quP+ejstFhYMz9tBXyKJC7vvSy0YcFrv16Czl9V3wu1yqvsBZjfffN/H++4b0Bm3uOugODZzPIpzPYnz5tMaXT5kW09C2dAyGGjZvG+htaPji0xKff1Jgve/j5k4Lm+sONrYtjDcM1FqKGilefpbj8UcZarjYejCCN3JxcDjF4eEUJKZzUXhgpwrFuUansyZbDcfVcDNhn+0SgpSLAg0bfRMbPRNv3d3Ee2/soog0/PLvjvHF76b44P4u3r+/i+52AW8zxuF8ip99eoqHj2a4OAAuDwFrpMEc65IgctlxSzeqm8N1yQo2oCUm7jwY4P0/2pDOrsfPjvD8xSnCORAuNMRLujhN+K6L2ze62N3xZXNNfE+WKbxPFBWC8ONrN3QPOg9WdSEJ0FHXw9qwg17HlT7ApEgQlDlCOjNpbIpJQiBGsMFgXUO378hazEpcXfDvqOSfU9z3e40s4mx5DTOxxQMmDwSeUQnuK09NSXIQfUwiAs0xTLxz1RVrIwyEixLzSSYJJOWw1VAbdNNRqLPF5UsCglGWaDsafvjP9/HDf76H49MLfP7oAF98ssDnv6tw+KoWnDr7YXOmmkqi+NhvzAMQkNYVspruZw4VaaRherRBq21gbWxjNHLUgNB3MOo5GPccdDwDvt2gZQPdVgtdImMzF0jUkC5jvyJ7aJnAoTt6NWq/RvFIjYZGBz5RgTzgcH9Fqgo3lEwjKDR+TYylpSEtC8RMa2XskiTeX0NexiiqCPOwwDQokZD4wsNYrSMMKZ4zVcLfp0tStgk1VEyY834XxLC7JuyegcGmg7Ud9g8CxYTR0hR74zb2xi3oFK/8DIbXwGsT62Sjjx56TRfJdIHgciKEld7GCGi18PQix5OLHK8OQxwcBNL117Byoqlkj8DFhAn7ZrmXkKHbqlua32ehWlDYNRrOyOSZbzvsOa2Rsy+1ZsqVfcwcdGisLBSRuEAJjlCZ/jXaNM0Y6HTY/al6wJn4ShMbScKOFg5rSyGojCgU9wzUy0JWwfRvTISwi7XRGoaDIYyWDr1liGjOIQn3sew94nbvaH6Jo8UVqsBCFZhicPM6bMfQpEu7SnShtPiOjs3tFvZudeH7FiYT4jsL7G7Z2Nm0UJcJUor5lwEOTyIcHIcIi0YWRS4OOyg2RtzrCLlSJWJ1RxNRgtgt7otNx5SUEJ9TNQ1yTN3SoGSrfc3inH3VTAsW0LVCcMQt35Q0y+KUPaY1hts6Rts0cJQwXBJtalwe0XBgYO2+j/EbLekADo5jEYCzGZ/r/Lt9mLYvr4mGSyaMxXUu2xwVVYznMeJ5hG9//x38k7/+DkzXxLMXx3jy9ACT46msjV0Xe/c68NqWGFZ5HV+cBbL6Y6ZeIOaIxYKdfkTFEatpwe4UsLs8oGmoYpVI5feeSOUF731RgeGog82NnvTgyn0ujDF9DkyfEe2qobMNqSXgvpiv+fwwxflRir19H/v7LTG5sAqHWMLplPQaHv7VeYfnGgoDFOzZzSrJ924lyGP+8DzUUqDkmYZmzRZFV9cWt7xum9K9nDexwm8zkWfaiKe1LKmq4efIylfWmZhM0ShRWVzIuqIjSHI9515ZUeKZOKUITKGrxX7lNo2ofPZlSJJKMK+8nn2fZiwL3QH3vDoOnyU4eEqqiY3t/bYQj4JFhGAZITq2EL+2UDP9Pyyg+aQK6bJ4xqDRiJ2kvTETBKo7nX3meVDIknTwmgGnzU4Nkid4nmL1QY7B0MaA99uOBo9JeqNGGFL8LZDmOlKSfix1rjVdYr2YB9GwPCmwPM3VOZUpa88U6gD3bGrIxNMQ6VVM67EXUkOna6I3aKPXb+PwcImjg0AGX70+8e6mpMPTiElv9mxS3eY9mkMtCuxqb8hnUxzWYrygCWE4NjEmMWdE00GK6SKRGhq+JzQAtpnylS4eJTQcH7GLLkW708Pu/qY8Z2aTS8yvLsVYHF5xaAc4HMqPdazfsTHYM7DIElk0EDIpz9fCR0qdaTCLFqy8Jb3cNDkHiwznl3MsZjGc2oJdUfTMkeaq49kyNLknre10sb7dxTyYYxHM4fRNDHZa0F0dV9MQQZRhvDHA2sYAWZAiugoRXuWISJ5a8Jnvw++2ZNBF1LXq4uMQoRRkIBfpTySQcK/cbrdg+zbQLtC0CqQULqJYkiK8uxEfLwIw98jsCfU9dHoluv0c3Y6OjufKkPbqJMHkJEFELLJuIcxLBFGMJM+lRse0HZQJhQoKwA1S0tH4eXCYLhhhVfnCTmm7bcLr0IRgwm/TrMznx+pzN1gjRRKUBsvndXmFkAaokn2FNMFYKCOKuJ5UWNA0cXa6xNnpAk5bJYBpTGJin2ctGkHZ48t0PHHATcFBdxda00LeJHIv0GnkZ980KWYm8Zm2Iuhw0ES3UcXIMs+UTFJmMMR0U8NjatbzJQ0/nxGHHmC4kWG4Sdwn6Sq26lITwZhGEc5ldIQxECXqHsN7HZ+FV69LLM45T+rK4kyAtDCKExY7H7Mcs/MK04sKw/EmBqMtdPrEaTawHdLTbOSpLZ2v3mCCOFlgNl0IAWQ47KPXI8pXF5Lb1UWF85NKyA+GQ/NdIabEVstDEpoIZwaySJP7J7GSHJI2yLC+ZWF9m9U7FRyP56sCZ8cVznk+nGmI5xzWmTA5SxvWGO0kGG5n6A9bsiqp8Wowv6xx+KTE8UuSK9rQmraklRz2SLPnl4YL7jdYlVZQ8OWvMWVJQyvfM9L1UllZ3EKWtATLbjnENRbKKFIa8jmb6KHh69eSVZJE3csYAsnzFOvcG9xwxaRS5VweCgpusYPZ8gKzxQVqLRRDD41P27cq7NwisYBIVFNQyeeHLUwvDUkZErOpmQE0Y4nRVoG1PWLIuY8eII96uDw2cHmsC7GOpvP1sY1vvNHBvZsOdtoJdjoJjIYrRsL7SuHiZObg55/o+PmnhuylLUdlfzg/IAHE9nM4Ho2pqn+S1R55GcGwEvj9GF4nUc+GjN0nu9Dzm0JeyfIFaszhDy7g9y8loc6u32TZQTDrIJ4TE0cEg7dKBPE+o4bfND5wOM+5JauxkjiXHvGdG0TZ8txWI1xWCJeanOH4XOX+UkYjHFzLn0ETsI04eIUofIV33tTx3e908L1vubi/HuP+RiT3kYwVI1MNyysDL44N/OyZib8/smANOrCGxMku4boTGFr6VdUCq/b487y5NcI3d9exP+5hyGqQvMTjXz/F418/wcd6iY+NArkHtHyio23oeQ9G3sPB0wKHz3K0Ozr2bhGrThNcBtfL5B5N88sy4OK+G2iL0dpGt91Gr9ORblbWwmhMlxELXJGyUcpiTqLnNug4JlrEKGcaPnmU4JNHKdwx4I6AwVoPa+N1eG4PRerI/SvLT2U1rFOxG/htDRsjHaOujnBqIJjw/qKwtJxP8vFXGToqw0VlejCqCgZdAkyTkvhU1kiZ8Gev94pY1C2AtbyCk5qI4xbi1EfQNAhqCqURfGcp6FhYY8Duw3QLmDTFlBOU2QXaLQ2bmyPc2h7jw/0NfOfGBrJoKkvj/M3vSr3P0S8f4/CXj1He2kF1cwf+Ron+aAa9CTA/ieV58+i4waNjYLjO68rCetvGOloY1T4yGgPCGs+WIR4tljhlbUZtIIG1OD8AACAASURBVDdYVdJFZ9BBFqwhC9fkHMxzIt/nnAbVhGKHImwaluoYZ1S8LBcoqwiW0YWld1FUHWQl6xFZvaEEQEmz1Uo8vhaAr7Nv3Idz5qsSwKQR8Oyp9hZ82jKgxFk85/9iwOUXeMU0JlmI1E7OO2VmyJka90IrQZTyCefanDyTpCRpj1VPcFMFqOtA9q/8TEkc4XyzKFNUNetdFlhbs7G+buPG3hB3bq7j3u0WHtxtcOdGAy3ndc9n1RXq+nTVLcy9OYXLDgyjDavuwi670Gi4vUyRn0dYnMywPJ4incZIp4nQMy+iBsdxjY+WBT4KcmSOKaukIWGlzvLszz7dTquFjt9ClCdYJiGynNRMplhVNZfB94lHdaF3URRXkpTq+aXQ+Xvdqatk70qzWonu1+KYEttU2lFpBl+LlP8wRKnCp0pEFSIQ//FK65PPX0Qwhuy4H1RCnBKA1b1XCWUr2qMIwJqIY5yns4onXETyTOY9QZ5rnM/yc1+hfknLYUKaZh2a+SQBbCqctNTD5Ox312XfLWcajaItX4t6PXJ/ljpZNfvle11W3F+vhN9VxlreCc7UkwJ5ujI08eeQefHXQrAkoldRWs5UGcphiEh1Jq+6ahnikE5lfn4UDK/F3us572q8vjJEXqOglSrwe33BinisAo6S/FXmh1UGXLQpCsCcTTU8fBk2+pu3sH7zHXRGe4IlbzTS5Tjbrb4inLqaQag/3LzEwZOHOHj6UOiPVocpUxItSb5NVSqfQzDHlI7K7sYeRvv34Q82UDU0ifM7r+jE0snLCgUer2TPQrGXIU3OlSjMU4vid5lnWSXWyrlJXV6rn1MJvkqAVkYSiYxRmOc9XBLWKvksyezV77sW5a/T8Sq1/nUaeOVlWL1vggYVXY5/Hpcgy5nHk8+ZlDi1xHRLM7doagpjL+lfoRGzwnb1ea6crXLtr4xw6tpTgTfOoUrSG8XEwtwvD8k00HAeaOMGe8Z3RmQhw+CfLTKnEtOFIEUne2WjoclGQnNKGEYdXifx5Et5dBLg+cEC8yD9qrjTM9Vs9/LgIU6f/QrR4gyaSdsclWpxaTCWTadiifUNB/s32tjY9DAcuRiOXekByLMUM0ndFJhcsb80w3JZIOPDki9UerRq2bB6ng3P5c1TPeTpuIwjIgGZjqOyzZsX3/SvOy6vLx65wayi+195feRLqFzo1x8+Hw4KJ6sSjOrCUhcXDy+8mF2H6EQ+YNhhozr0KEjWFCT5eo0arq2h7erwWgbcTVvW8qjB4kjdFO0Oh0pM1K7SMUQdizOeNzymtXgx0dFWikOKhzuFQVjdnEsOUZhEVEX3mxuGrPWxLz2GfstTG47GQFiHiKoApfx5fH80ZKmFPDVkWE23cH6VI7tIkYdML3GIwRszXw87bXgBK1eDGF7EDUFcB7E0dEnVuH3XxTe/1cHtWz62+pasja02Nrda+G8/vcL//n+8wK8+mqNiN7Pn4N4HOu5/S8P6egejQQfBpMDLJzM8fzTF/LzB/IxfTvWF5feZuVP+N/vA+MVhoojYIiGX63T46ljf8LG+6UvPMRc7j9j5dHWcYnlWIJnXWLvhYG3fEewve2niRS2O6/NXKvVFd7vZqgWFPNp2sX+3h07PxemLAKfPA2zvWeKI91uGpB7YSfbqaYxXHC516NK3UOu1DOBJZl/tXyRpwU2L/AJx1DUzeTXMhtcx5BpiUpLueD5g2GHDg9Jo3MNorS99Alwsl+cXniXrtaPW/CVTHynqhMNJdU2bxKRbtUKxpOxBtrC5Z2O4zrS9iXbfgG5nMBymtyDD2KIykFfEFPIAUGB5WUjXWR4aklaXzkqjEaQchwrEqXFgSVa/GMQaXisU43kA8WBZnog1URKjLJjQV64xDn8VAkP5esSYQccsQ+8rlxaf7o2ho84NVKmBggIBO4gzdsRAkIPikFlhH2jE4KGf9wbeAyRZbqmnIA9j/Bm9MeCPgb37Pm49aEPLdZw+ynHxIsdklmE6zbB138fW/Zbg7ZYX7Hjj+61Qm3pNNyG76Brkam8vfdeyieJhnNfmtY+qbmQTwQ1Be2gIEp/JYXaS3Njt4A+/vYl7b/QQI0GsJXj48QwPfzfD5KxCumQPpI7WUIc/NFRXBzEbkjriYJKpaaYw+Ewn9kl1+RmWGgrSuUahXAHExea0ohFocFu6dOyx95euNvZ5U0jmvYvYGzrkRvsjjPZGCBYxgmWCJEhVX3nKNJJCmfIhws0isa9iwOHDmX+uz648IuMslWS/5CCMeDkO/hs46w3sDXYMeTBiF2/cAN77Ro0HDzQYA1fW3/0/S/zdv1ties7NtwbH1DBsA2t9DQ/e7OLBmx0MBhU63VwK6S/SAqeLAg9/VeLhryqs37Rx6z0XnZaOel5h6Nr4wZ/t4gd/vod//W9f4V//2wNcHsfw6ga7AwN/8Sd9/MU/6WNte0PWk+dX+G8/e4Lf/P0Vvnii4/DYwN23Xdx928H5RYZX/L5RYBGrASkPNDuYcIg/IayL1zEdonkjHZxh0OC9bzd499sNbtx2sb7RkoHa2TTA6XSJJ583ePo5DR4GNjct9Nc0uIMamlPh0W9qfPGbWtyjf/rHQ9y4SZy/LqaSFwcLPD+YS6Lh6oACn4tbb/fQ27Dx6jDCywPVnUShgOYhbpq5ebreoIzGNoYjSzZBHCos5xUuz3REcxNv3+vg7btd3Nke4dbmmiBBP/9iiqdPFnKPori9eUfD7jc0TJMMHz0M8OhxgnjaIJ6RI6xWr2di2HXkAB4GheB9e5YpjuxbD7p48ztD2P0Gj58d48XLC0GbpyQfSGrZBTcZ45aGcdvExtYIm1tjHBxO8OWTE0zZM8gnEON5GnFoLsJZjHAewWEvi8PEtIV+l7UENQZjDuPpoKN4Qwx6I51hrSHgtNmFbCNJNfm8aJwR8gUfQiKY54Kz40YrL+n05LNTpSiLjA5pSDcyex1j9mwBGO0yxU1caCNJocVlgatjClDEMHOfpkFngo1dXsSvzRt0fQv33/DxxoM23v5gDe+8P8Ynn57ipz95gcePFrg4BaYT3s9UcrRadfOImcim8YyiCYkUFBtUPQXRo6Oxhu1tH/duruP2/jqGnT5GnT48ekvYP8xu8CpHU65Qu2ksPZ6sNQjDGmHSrBYQppr0CKdSycF7rLqxc0BmGKUSOm0NjkOTFIeIjUIL2pX0hrVcTQZ6Ns0yFCAMZU7QSDuxM+nEzGtD9i4ZDCSVhiCvEbLHLzeQcAU50oB9tTEmlwEmFwF0m880A31it3Z8EYzmJxHCiwRubcJtLNy55+D+Wy62d2xsjF1Jkh8/zvH6SY6joxCHJwEsz8TNO33s3OiivdZBZ72NT76Y4OGjKQ5fBLKfmM8y2CRFDPhemyK0q52+MsPUpcItl7Eu4p1gFX0iDjmkVJ9VmNQISMbJ2N/K98EQgZcdcxTIuWyi8iStowRImpgkiUrEIDG9iSLR0JBI5Fivr1LC4SRCdBUjm9XI5g30kmINRXEPGif2Jr/3xG3xkMsOUAp8hBRmiLQUnV4fnd4AQ6KunQZdmsl4vVUaRn0Pw74npgI+C66uEnz62RwvXoa4ddfC7bvsF1W9nFeTHKcXBU4ucyGv8DukCDo0ea3SQRy/rCoyWOnCWhSmOFKi8+RZTqOSgV67I4vSeFgECMIEwVmNZNrIz9xuczPP1wQkvG4vKsSTCr1NHf0t/nwKSZwsG8yOmG7VMbrjyCLONzzPkExqZFOefXivdGFaHkwauDwOsCjG8XCoOmw5F6IAnCwivPn+DXzwR2+gO+4hIg4/zHDw5AUOnr7AaOhKPyoPXReTGLN5hizmQKBGb8SOXojxLm4KldwLDFmlXaFySjHF6Sn3mzrskQGzpyFICwRJgc1BF/vrQ8FCJ2WGMEpx8SjF5aNMjI69LRv+kLUvpKNUuDzOcfG6wN52G7vbbXS5H2B6Lyvx6kWKgxcprLYNu23LQS8v6DBWAzPSjFjV43d5SCVinJ2yihYUXa0EKMtAf8vFaNeD7teIiwhZxaSWQriG0xrRpJEqCrlnkFjESiDLQCoGE+JFVbe1mPekRkSTvRXPQRSAee5ybFM+b5/m2TxTPcYk+TCZqlMA5j9j6naVAH6e4ugFh8p8jrDLy0AcpFJtE15oCC+5galh9iuVhuUzhfegpJQqjlbHRm+gyC5EICeJSqBw0SBBDDRx7ixwp2A4n8SYX8VYW/OwtubD9nimLAXXFSUlopTPZIXFvk5NcIhEcYbD/tlBhekhqVea9MubPrvhef1yH85ONAMNo8kaRcFK+oVZPzHieWq9g9evl7JMTceg44FVAVmkakPCLJEl5ymi8YigbjQYFat3aPpsMNhxsH7bQX8NYrZznQJzUpIivh+kedFRzu+kDdc0EQVqr8Pe7fm0QX/Ywe7NgSBxJxczTC+mCC8rhJesV9HR2TTQXtfhj2o4vUZ6A8OI+E9TDKrc26cxE/YNipkhq6bJhueAqkKiERvZoGe30LN9zIJAFs8Tns2KEAvtAc95LmbngRicXZqDbvjQfQ3TeSLJ9ztvbeD2NzYxP13g9Oklohk7t7lHotFcsD7yviWBOru4nGtoTMsyqZko5Cp82MQstlxJccMroXnsXw8RBYEib9AU75IaBXQEU99Cb9CC6yiTGc+yNIUT050zbZnQ+O5A9zy5Z4ZJiJi9x7UiJVQ0ZiUOqpjPGD4/eF7nM7xEVbAfORN6ht310Ro4GI5twZDPJhFmVxFsx4ff7sL1HUH9UpQNwgsE0YWiDvHa1i2Y7B80fNlbMoF+ejLF6fEUul2KIMxFtCINBtdVUSQA8MzGCgomwS2rJXUPCV8XRUOjECPzaDDAoNdbGXNpJtEEP8+9aBQGctaj6Zn+gtFoiOFoIGebIAiQpAHcdiKLNVc0xquZCQd6PJdS+FPiJFctQkyBPK4QXLFCR0O3O0C324fX1eF2aWamebZERFJUxrMnf88Qvc5QXoOhU1zOEUzYb1xhtJtjtEv8b4xGi8VE0fIHcKwOLk9SXJ6miCPin8mMIO0rEwHYtj04to9gZmBxyS5knvvpJi5WXdg1NvdNbOxxCNpIKpPfyatzDZdn/JwdNBWN9BUML0N7VGDzBrCxB3R7NrpdS6hVfA2T0wZnr1QfruW6sB0aJVWayTLV5yYDVaZJKlUVwtBGu2NgMHTENBCGgawsId3BhUkjr5fKXlOIPQVjiR60moxaxgM4mOU9W2Gak4Td9ksMOJ/accQIxe9V07io4x7qpCd/Pru7k+ISaXUJzZli61aB7Zsl2qaFtmmjigeI5xuIQh8BextJnTHPUBvnaHULdHvcK7io0zHKeIT5pYf5hSemBJqW18ca3nrTxb2bFta9DGs+McaprDQzEGU2jq8s/Owz4Oef0qRiSo0AB6AyWOasS0SsAu2OJfcqmBEaPYBmhtITrFmRpHA5X6vTbTTZvhhAq2YKzZzC683h9+bQNVcYWGnYRjRvIQ3a0FnnBPYFc9/DAT9rZpgYFflXDFzETnPP1x/nGG+ncDymyhwxEM6nJeZT7sNr2S+qObeaYTLswRR0XhyjKF7jvbcb/OF3XHzvfRO3+ilu9VJkixz5PMfVxMDphY2nxw5+9dzFJ689WD21Op0Qvc4ChkHhmzUwFXzdga+7eOfGJv7gzg72Ry10bKAIInz8k+f4+Ccv8Hm3wme9GrWroUODAWtTMppLPRw/K3D8rBSCxd4dD+s7BjrDHH6XVA9l6uIe8+I8kcE/qRq9no1+tyf90RzCVGUCHSVMod5VUuPF82zba9DxGrRcU+oI+Gz+/FGMzx9RsAf8AdBf62C8MZTKjyLzUOQm4uQESXoiNSTsjPV8HWs0QvV0JYjyO5srOkfFubPFPRwFXlMWZz2cywrwkyIWq/WKWpYQoUwLw0rDVtGgU/Ce3kFeujhLIpwnERo7gu5GMG0XlrkPy9qE7oXQXVInrpAHl9hbd/Dd9/bw3hub2B50sd3voppdopxdQeNs1uoKZv/w4WMcPHyC5s0d4M0d2L0cnnmFMl1icpbh6jzD8QI4mQPDgYWtDZ7Xbdi5C7twpCaSIuHzSYAvSNNKcoQ8o5k2nM4QTneIPCJdoIcqddHkjoRXODOgeViEXysTswasBSowgcoZFc1aW7D0LREgqpIXLBXDVXBhlfzTKAZJwnQ10VqFvFSCT9XqXJeQcu8oggrvQUwPswuJiUAelPknGJXMyoSwSZOhzPa/Tvap0ITCOouhmeZlnuukR7iGYWYwjFQRHXNNVYhEIcoqgNu6gtua4L1vdPHeW13c3lrD/mgL6zTvtk7Rci+ko75mT72ZQ7PYW03pmQYPB0azAbNZh5H4MGMX9WWI4vAU6eElAs6wjzM8Two8iwucRSUugxLTtMJpVeO0alCQJmVzJqDqIoS0JKRFDd1OG91OR+7tqVTpkKCwmndTJKbysxLaFL306yWy2KqySr2HKyF3RSHmRlJhaVU6U6VUV/SCawFY1N2vfstXyGCF9f46PynduKueYJXAvE5hqpQr/xlnlDLLWom6X/8+JRDzP8EyFVoIBVAlAKswGZ/R3PPyz+C+hRhoiqw8SzJ1y/03F2e3/N80ttGcaTmqm5dn9Gtt+yui8Ep45jmVASTJJK9mrpJmptAHTcyA3DNK9Vetgl8k+/C1iAjOpQqZ5TVlCRPspDEaqrfacmBbDBeRQJFKuOq6Skz91NdvsPrv6xDkV7/+e722gukWwZmLQTal7QiGWJTTlUDK7wlRTbqJ7ngXazv30BntwvSGMJweslJDRu8/RXGDWP8STpnBiAMcH3yK44PP0Bp0MdjekBDQ7OQ1gulUfj+JhFavDbPbRne8g+HaTXitEYpal9mWSH98XWWOKlf7DYa2XNeSOVxRUXzmbF51ZZNmJMSL1dWr87OXz1+ZEFTfrxLTqfdJWIw6Es+4SsBQSfJVGpvnSP5MkgBWH8sqEazE/9W7vLqAr+9Bqt6Sz3Ah3zEswDOJ48NzfeSrCjS+yTT78nVJNVvFmgl1jV4ngBkpoP4mJAL+flZ3kYQqFVIMFPDeylkZUPC7KzIvRWB1vXFm0m9xxuUKZp4CsNIDrgXgVQ2TfI/lDRLMqBhfatJRUjmj0lAzj1jZWiBhxe1KAuZxl+ehq8OHOH/2a8Tzc1ar2pw1qy+xJBMUlnD3po/7b3aws+evsBEeXj2f4NWLCQ6exzh4kWF6xQ9hdSl3GmjsnKJQpHNIwfSwA9cm9o5OikJt7JikJfSBQ3gKg9K9S6FT3SxkGLdKA6sS2RWyQNwcykFC5f36h2I6QXRn6fZVPwgvLHqBdGL7rAoOD3M6RRoNEZOSpOGwp5Qv36wAq0KnrWPIAxK7GIYG9IGJyZMG0yccJhno7djQvQZLDqwXifS+UsATxwtZr0JSoABSySadCC++N9IZqGYnct4RcVbXsLOrYXeXgmobo/EAXstH1phIGwOnk1OcTs4QpUxjq8NRHJlIYgMpO/g4dJrVMKY1NHax8ibHteqZ4rBxlZpXuAZ+0djloFGkrOH7Dd56u40PvzfAvds+BpqOoWbAanuwOh5+9stL/J//10s8/HQBw2/B73l49w91vPtdHaNhD932AEfPEvz6p6f49U/OZHhNR7PcwMTMoRKhdPZLNoE3BQqg13cIA/DaJvZv97B/uwt72MAeAicvIzz5aIGLw1T0fDqAdx+0sPdGSzolkOuYHhc4fZbg5BltwtKeDX+tgb9RY7TpYHO7Dd8xcfRlgNePA9x908e9b7TguRxyagjmNb78NMSXn4SC6WW/MsV9LjJumVgqKAjJEJw3JBYoWjBKDRZTEHmFcFHLqgs+tdnbYKM/9jEYt7G23pM1W4SywoRO8BQZk/V1gbLJkR43SE+4X+F3zZDDKntYTfbdEcHaaNi+7eLmG650jxL9SQRoQbx6kyEKC0ml8HrIMgdxaGB2lmJ6lkoinallpm6J72IqVQTgLq8f9oqyB1aJgJyImmYO06jgGm04ZhtRnGAZhvJAFUc/E+XSY7Vy6Kwo87xnULjmAIVpB268ef6hk5xudzqqpQMwjySNxMGJuP3EoMcUMQ/5Cr8peEGdYibdN40k/mh6GNw20L9tYHPPx9ZeG8lFjRc/D3DyKEFu1LI273YlQZrMCsxeRVicEj9vyVI2bXYvEm8oe/yvksy8nriJ4hCNnWJ0HxKzQhRIb8NCf9NGEpUI5jm21j1854MR7t7tIEMFemo+ezjDZw/nWEw4CFGcldaaidY6BXmVepROcm5WxeXELwHvAS05eKuhTywCLZ+a6qG38nTJw13h4DgUll7NlQONOL1gWsgW1LfZ+eljfGMdo5treH1whtcH54gXCaqYLshmldahW53YTtVlI93Shhrquy0KMLx+bYSzHPOLBMmSYjXvKRrsrQrWdg3MfWhzHw9uanj/7RpvvaXBX3Pgr7n4z3+7wH/62wWuzumMIq6QIzag5xl4+w+6eOvbHaxtVBgMctR6gfOgwsmkxOPfFnj82xKjPQ17b2loM6E/0zF0W/jBD2/gB391A3/zv77E3/wvL7GchBj5NW5tm/iT7w7wJ98dYn1jjLWNER5+foV//5+e4le/u8TrCx1XSwO33mjh5oM2zo5ivHy0RBAUgitlmoRD3Fq3BGvtNoDbNCKs8dCUZA3SvMHb3wXe+W6DrV1P3mPWGLy+nMs6+hI4/FINb27ccwU1WWg54qzAk1/Vsv7qz9bxP/9PO7h730dulljkGf7rzy7xX396iXShQ09tMVe9+V4Lwy0Lz17GePoqxjTIMAmYkOJwhAIS9To1SOeAh9jjpuGzNJKU/8WxgWRu48+/t40/J57Z9mDXTBo2OL5KcXQR4dnTM1lbt03ceddFkuv44jMmU3mNENleoWlVQLvEoG9hrWfDty2cHpc4e13i9paH21sutu942HzgovEKPD+8xMHRRNDM5VKDzR4R24GrA606R98E3n7nHt565z5++7sj/Je/+xInl0QKujAcBzX74WAjmMUI5rEksDla77gabu2auLVr4e7tNu7easH1KRqrZ7nZakRMbywTtcl0FbHmTL+xj1x1vqdJLKsoG/X8zBvEmaKPzBcFFoscl2fA1SkwXxCpqu5d23ddWVlAvHeJ+XmJyXGBJGCCkQYwpjttGB0LWlxCC3Lsbbn403+6iT/80zUZzpL28OtfnuDH/+VAyChEBfP5zf64aElRS4PhazCI1mIPH1197NVLNLSJ0RUjlo6dXR039zt4cGsXd/e2MXCH6DtDVOx6nsTIibJNEkRRiIurc1xcnUlK6moaY7YssYjY0aphmRhYJDoi7n04/FihMcXhzb/fZAKY+zFNhiYcIPpMPbkNfLfGwNVAHaXv+uh7LbRcd2WcMmF3atXX6jmwPReVbiIsNESVhrhpEBNKw17nSuFIwyDAfLrAxVmEy/NYjEj8jFpddmwTaaPj8iTG9Jxl7ToQa/jwWz382Z/0ZZ+ySYHAMfCLn13hFz+7xBcvEnx5lEmK897dNh486OH9Dzbx/gdbePxihscv5vj80zmefL6Uz0LrEYFOA9w10J6bfcZZZcsPVJ5C2EbECedw2xzYET1Fhz+vlRLzRSUIyCq3YTqkk/A+2oigFac53FXPqbBpmGxquB9UewnpbJVnPtNJDjzfhkfxzjYwvwgxvwwQnVdIzhtUsep3pvFMNiaNK7gffmZ+p0F/BOnWNXxdEsLrt9awdmsdG76FsV6jqzXISbVogO2NrqwkSnF2MsXjxxP87JdX+OSLOW6/aeL2mxaSkIaIGpMpMF02soiTZHqIBiSm/Gxv1RdPwgUHISb7uCmmeEiiCvNZIh2osv/UG+xsb2F3ews5MkyiCabTAMvjHPEV+4g9WSWHpLxm2Pt9lSGaZmiNNLTGSuBmpzHTweERUAYauns6uru859EgyPRvg3ymErdEj1G0tL0aNjHvjgHTcQRDSLQeByhZECMLEuzfG+Peu5vY2N+APxjB8lr48pNP8eXDT9G2LIy7XUG1n14GmM4z2Qcy3dAbs1uWmO8CmZuL0au+0GWx6TvmoS0DrISGCh3urgF73RABOExy7PR6uDUeynAzqUuENEN9usTZJ0t4HQe9dQ/eSIc9KFBbBa7OSkzOSmwMWtgctLA2sLE2UALJJ3+/xKe/W8Ib2fDHDhqLBtVCjntEQfEw7LUBj33KTBnpFZJpjcVxjfnxV4Vh2LrnY/ftthh7oiJBWpCaoigIpMmw2kRMRFUpQzXHVoZaHi4p+nM4Rw+sbPZJZeLeENxfce/M1IIG1+bZisQfA0GUyuJ3n98HDnl8X0OrrUsCmKhhir/s7uNZam3DhecaSIhRXzK5zv03/04irik48bDNwTv3uDmShKk9B52eJ/tL7pf5636XgjgNddxb8T1hit8TKtRyESBYhNjYaGNzoyPXdlYmyMocSUG6Ae+VtpByOBCSJD73DpYrfaCzlxqmr1RlkDfUoHuFVCGVNCOBKTFP9SLriaCxJQXcMSXxurHdwcnpEidnS5i1hp7rwtFs5IkheN5ZHAkGkO8vRQ4KuSRZ6pkm1SPJXMfGHQc7bznojCjSE7eQICiAgHTgsEG2rKVCodemkceQvdrknCISB7k2BmMPW/vqWXt1ssDV6RLpokI6L9EamxjctiWBVek0/ORiQmQSkgYWGtN4746CGsGsRnBcITwpUQYNKtZTeDqcdUvIVgO/jaHfwenVFGdXMzkPd1qu0FhEvzWA5Ukmi3U/3V0bektDEGdCYHjwwRYevL+Fi4M5Xn16hjTI5T5KTC4NLDE/60BDslT9baxZID47jVNkSQrdaEM3OiIA274F09WhOYWsOA5kMZnEGYjXArr9Br0+MBy3MBy1qRoIOUQ6wK8iTCeh7LE5AuAZ3m+3xKWfFAHSgs9oCGazTj3UiYcm89CkpCMYKFaGeppUj33nOAAAIABJREFUuUzfht3rCM1nODLR6eo4PZnJcr0OOt0BPN8TkwErCcLkElFyqcykDuTZ43ueUFhcl2jmFs5Op7KY9OT9m5+v5zrwXBfBNEUwy1Ak7OLlyN6G73clHR3lBUKmapDJ3tZrOdjZ2MDGeATdyKULOY0q6aheTFNMLkOhGKmuVM411mRxH8vkJ8+BmhnLUtVc7Brn3IZ7Ow0xz4spPzMTekMxgrSeTChtRawL4p80jMFgAMdnFzINNTWOz4FFoAs+uc39l+nAMV2FRaQ5Lo4xOY4xOYmwe9fEzj0T/fUS7V4Oh0I6uqiKFl49WeLVk0CGZ7rNvkmem2l+4ECP4p+LxYWGyRkF3kLMxez4HWxrGOxock7vr7OrWMPidY3pax3LuSPLdFwYTIL7CUx/gd44k1qZrT11PyQBg5QHzlQuXwOXRx5mFx5a3If3iUflWdYSnKAgMyVcwLMW5wBLRNECnZ6JMbHXXeJpFwiCBYrMQZHZsAyGIChecN7G3uwO6pqGMvZ8qhQTz8KWxsGjhSiaIAon6Ix1DBmG6JH0wceohTocoYnGQtxhcjBITxGkhyiMY6ztpVjfz9A3HfQMB1a1ART7yMsegrpCRNyZcyzLNAtYPHCVLsp4jCIcIV70ES96yqwRL7E2KvD2mybu3tQwdCoMnBK2mcMxeb4mxcXByZWJn35a4ieflauuWSbSTVQiFHFonEpCpj+yhO5gt2LYfgCYASpMUTYBstiVlUcbgsUVvokzgeXN4LRDuK1AkItM+6ZhC8mSOPAWDMOBobuoRFjN5ZlZlwr9fD3WJU6aIqXXXaI1mMIlUt3pwTTauLpIcXlBs5WasXDgrUQADo65aOKawLSv8N7bBb77LQ3feafBnl9gzy+RThKk0xTHFwZenLv48nULH79q49FJG2bbljUcJlgbRVLvEROJWybomy30DR8f3N3Dhw9uYrfvwGlCRJdT/OJHB/jlj1/h6SbwlG+Fo6NDrH/F5z2XibPnFc5fVOj0XezeaWOd1W2jDK0+RSqedzScn8Y4fR2gKCj009TKqpMBBv2BXLtlmYoAbHEmSAF4UmA5LdH2gbYQF0wJD9E4+/RJgqdPmNbmd7JBd+yjt96D3Wojyz1kOUkt50jzMxkGcx/I/cJowHomoGHyQTpCNbluCk1HySo4Q0OcQ6pUSA9h1zVJLo6pZkNMGHKWo1Ho1x2sw8DNRsdQTqoeitrC4XKKg8UUhZugabEXuw1buwtL2wXcK2juFfRsCSNd4u0bHfx337+N77y9LbNqEZomc2Ayg5ZyeObLWfPg2XMcPHsB7Z1NaO9uwXAzWPkE2TLA+XmBy6sSca0hqiHCb5/PDc40WDNQ2vBNDZ4JvLwI8cVxgLMoR8iTjkGD0jo0bwNl7KKIOfBsQS860Apbwg5cphPBcth1sUBlzmXmmJekg7Iuax+mti9Cj06crIgw12LWtaCl6EAKifqP0ajXadMVClhM+TSG83powWiIkrVk70nxg/U7IgCLSMyBJMUgJeqtJK+vEqsqgsj7NZHQNLNQeMxE0M54Ds9Z3UPkewjDDDFau8R47Qp/9K0OvvdBFzdHY6xZG3CbCmnyFFn6Ugk4JatoSHF0hebB68uACyPdgJluQpvxc2yQvb5E8PI5lq9OMDvRMDsFfls3+G0DnCQFpmGGmIZJy0Bj6yjNRlZNaib1CZl9UuBq0Ot00et2xCxRl6kIwKxMITVHTIAULxmeoxFcuo2VCK+0XFW9pypfVlrAKnn6D8TQfyzmrj6+f0zIva7r+P1f/wcp4VX68Vq4k6thJeLJnJgCMAkM/F5RHJXe3OvrQgWAwiCXpRKdah/I2ReDR45jC37/K2wzZ/DELTONT43JcVTtwUoAtj1dzazl7+OzQImH18K1Qk+r5PB1cavoNCss9fVrjCOSGaMVXppnYR2uw555GkD43q9EYD7GihJFSmGQpgPWi5Ey48rv57yOvdSs3eJrlroB9c34uhv2moArVFz13ogofd2jLD4LmhoUVVJaaPkzrYzYKpm1sgGImEez3xoGa3vojnbhD3fgdDcQF4YsQ7OE1KHnMZpoinJ5jquLJ7LGu3vYvfsmqpxay5eYnLxmoQJYpuSuDeCOB+gOtjHs7cFxBhKuorBs0HAh6f1c5u6mXgnJyvUYVGNgjfQ7alg0xKonpBAzKMQRD04EOf/9lcH8WgDmvoVBMUFzS5BQ1cdemxckLS76oQqV8m0V6VDIBCqRLgSwVbiKh0KG31gJwAAWTYIUdFX1GRNiNAZ20PZJOVDUJxGAJX3Kn0MRmXhN89oWXVL+2lroERTdOAPnYu1FRuShVospgabjWjNRaZaEYUpVUHUd/VKmFV6HqzS0es3qtRMZLZFfBroI4tY5o+fZq5EaFINhN6axYbD8EkXDyKIK+lGAtG2atxtMDh/i4ulvEC/OaRS3Gh7ApXeqr2N9q4X1LV+GgTyo8ibL4RCdkUxRcEnqd6EQXl+5QWi2dinsEZ/FDiNu5Dm4Zk9KJks6Nil/c4MlcepVvyg/THXNruSla8V+FbNelUrL2yCKv+o/4oFRdZascNJ0nnMA51uC3KXbjbFzUOwSAYRzZqZgmGZUFwvV+boo0V/TsX5TOWQ5PGcKk9hWdnyxqNzzHRE3FrNEBGCqSUJJFPQBhyUqVSxdS+J04ZCXG0mFcuTms8fePtdFx3VhunzQVuKKYMcg0YpppktKJIgDBFEIED3Y0aHZymHBJBN/OYoaaHMKwJxuN6jokBC3hBq8iYtCHCp0n64uMBojDQ3f/PYI3/z2GO0WX2sELcvhxIAbA5u3Bti61cdnTxb4f//LEQ7PYmze6GH7Zgc3HwA332gwOdFw9BQ4eJrj9atEFjt/KGR97QyikKUEYHF4sUS8a8ChkMVUhqZJQnxtv4O1vQ7COBHhkRity1cJsogdOhraIx3rOx3phYpmpSDaFuc5gqsCwYQ4NfWdZnfw2h0LnSG77BSG+PxVhPNXMe697eLeW+ykM7C4amTIeXqU4/SQB26KCTWsFmC11YBfBFiaB1bXIzuX2TFC24ZOAViuKdUb1nI9QXV4Dh3CnhzQSrpfykzwXymHRGYNy1WYvCjOEcYZyglQTFU6VHCfTMi2a8GWru94WN/1Md6yMNoia48PuxyLIENATE5QIifGjwngXEPJTY3gYCtJqokjiWllJhHY8UoCxcrxRXw4Xds0evC65HeIqVsRcisHVukgjjMs+XCl3e/a3CEoYv65xI4oxBJvuPJAXqVspDCLzuRCdQRzqbYAIu+YkFY2NG5yJPUrD2TllOGNW9AU4r7hcBnST7t915fhJPHVvJEvjgscP4wwO0phj5muIXbSlY1ZuigQU7yciV1PDAgq7ssNFF230iIgZg06tK5LyBiy1/hdXnWA89nps7txwMR0iTjOMepbeHCvg50dD4VWIdcqPH8U4fkXMZKEG3kLhmWKuMPOF14DPBBe902IuiQId0OcyRTAiU9XEWvlbGQPyTXSQQnBfLhQyFcJerqe6oKbnEo2id1+G+P1PgajNmpT/ftXF0tcnS9R5Xxc8zCj0Cu8F/Ewk3CDQs2P5hcRgA1JALe6Olo9HTFT5CcFyoiaNFFxGqzNEtZmhWZmyXpww8A33zLwjTdNeGuurB//hyV+/B8WuDgnYkkFDE1+PxwNf/KXQ3z/r0bodlLYJrumakSVh3ls4dPfRPj0oxC9TQPb92w4FskGGXqOgb/8q3385Q/38a/+5Rn+1b88RRKE2BxnuHezwfe+28f3PuwLCqo/7uKj383wt//+AL/53QKTkM5wE9v7XBbODzK8+pLO/lrQcU5bl4Ec7+8Uujo8VNKUw6F9CfhOIyja9z7s4r0PeyLAlxqwTAs8O5zh6eEceaDL4v18Y9eXhD4dbuxlPP4yxusvE/z592/if/zv38D2rouL4AKvry7xox/N8aMfz+CyB6jbxq0bHbz5TgeDsYGPH1/IWkYGAqYQ6SQDU+Gl6gAkhcI1pSNGesDqQgZwi3MddezgX/zTB/gXP3yAV68W+O3fn+H4PEBYl4joTpeNDQfYfCbpCMIKZ2cp5nMO2CluqWcUB/T8HtSkTMQ1lvMai1mNP/5wE9//cBOtYYXEDLAsAlzOQ0wXMZA40BJHUkZMWvG93O5a2OFwYG8He3s7+PVvj/Gff/wMJxcxLM+HTioIyRZGjfUNT0gQXd7/7AI9v8R6D9joaxi0DQw73DxWWHCwT5c2Dz66gcWixEKwYToWC4VwEzdnrdA9FKI4BGi3OFgm4jlHWhRYLmosFxxeOcgyW1CueUV4L5/HTDOa0i+fR8RvVpKG562PwqzXMSRVSwzu+qDBznqDu3fa+PD7u3jw7hq++HSJzz9b4ODVEkdHC8zn7JLi0IGmM03oI/5AQ2tA9Dpd/xTQari6BlfTcfvmFm7d3MLa0EG/Bfgk+bDzsdCwnNF8ViOc05TCn4/pu0JWlESI2DXG9BvrKiR5C6REYcJQS6uRM23JxI04UXi/oau1WXUR8lDJQXYNetd804RL5JHGLSqxfkz0MY1NZyudsEpIYaKh3bXQ7TmSWo9JsCDlxGqkh9Xq2LA6jmysmerIYiK9DRFR54tI+rvpyDccdSAo2MNbAjfWmZTs4i6NAHsWWhaT6gWWswwvr0K8nIR4fVHgNYkFKe91NjqeI0nJve0O9jZ9WccXAT5/McHnz2Y4OclxfFLAJR6yT8GIySF2ozWgHcSEjbQB0obiUCUDSvqIKHYx9ZiETHwVyEobeU0jgyHpSsslFYS9ewXoAlUCqEJAcSNBog6ThOwmYo87zVyGxYMin6EcwpooFiUKCvdnJWYnJbJQmaGEguZyIG2h2zfQHxrYWHews+VjLB21yhlstZg8NsQoxHtvXVQIkgzLJMXGuIvNcVdKrIlBnUwTHLAjeZphbcvB2qaLo1cRnn6xxOWkQFY34McgCCKdyXsa4ogdZRWBLongRieOqIRtM6XEHnB2RFYrNGUuqLXxqI/xaCCfbaXVCBYpzp4sMDmKMNx0MdhkV2UP7W5fxJvL4xkuTmcwvRKmxx43C62OgyY1EJ9ryJYN0MkVspXCY16hjg3BXxMBzYoHaS5wa9lfuz7PMV1x7LNmIQ7ZO5yhLnLs3Bjh1r11bOytocNDbbeFLx8+xeOPn6JOSpiVElA5AGWtUTjNRSwZbRkYbhpimEnNQtJ+BrW5EEgoQDYGqrBGsyAJCOjsWXDX/z+63vRXkjO98juxR2RG7pl3v7fq1koWl17YJFsYqQejrdUzI8ljQDPwJ0P+lwzDHywvsAdjacYeQIAxHnWrW2qp2a3e2WySxSJrv1ve3LfI2COM87yZpGzALbwiWSzeujczMuJ9n3PO7xjSATydJ9ip+zhu10X4z60SUVng6lcLWZIo9034FBNODDgNJlOJoc/gQpd7xMl+A/dud+AYBn78wz5+8sM+zJoBq24owdxhHy8vG5WE2mLtlQBcIuP3OQbWI4XN4l6DSN/2qSlYVWoN3IVRSFuvsk0iXn0uM1rH81IJwLaqFJG0MS9zstCZEN9gtMTcJ0Y/GnNIgLFQq9mo+CaiJESUMMVF6grrQYhD1tWSc6iBl48SnD2K5X7cOXCkvmU9TxDMOGSmiVGZlnnG4gCAkR6mpgQPxr4w9g3TqEOypyB2Mxjc69rc826IV9y3aTaKnJ/ttVwfu7t17O40UGopgnglIl5CigTR7wWRcYoZT+OOsv1Z0HIL4cCTZTg5TD8D3Bi5ESE3SaBxpIeYw0ym0dRQs4Tr6dg5qMh5ezhaYzAMQL3Czk2YTA0X3AdokhxfrtmbbMhnginhlLUEaz4zXXg0XjU0VRlUZV98InSZiHsSDhVJjeGZMSedhYNmDdNRgdmIWH1XVrVuCTabY4bhWYDRWSCmF8cqUemYqO7TAA0ZvAVBolKJGq9XDZWaonXFKw3hDFheZFhd8FytaEHVpo3OjSrqPVeMtHqu43qwwPX1UkTY1p4vSe9kHiOeRcp4SnMte+M8Vr+W0CoFDJ9CrOpsDUY55lc0eAKVmgnH0zC6CjC8DAQ5zmSeGlJTCGQKmmnSFLrlwbA8WBzoOo7scUs7BOwQukFXfyqzC1bs8PzkuJGQIHy/gppfwWJSiHDOKhUSm2gyFxwd0XEcTFP6YVKJ6VPC1HlOk1ocD0gqKCIidC2UybanTz1jaAK2PIqEnuzJHTeBZSVYLnJZFLU0JnzFjFvK7KDAAoW2+NwMT9yhbapKGzHDwMJ8FsriOYzXP02lNDTW6x6W01DMd/TJsh+UArBpVqTvmNc7F0hlYrcqE/wOe3I9lNoK0FZikKXoHywyocUQS8zuTaKILcOTJalsnvFoFvJCOBUat8mwZN0GyVdMaxA7rPZJaQip3qIuxHY0YTQVljyb/VoVVb+KvFwjKRaYrzSMJqq3stnw0Wyw8zZEEoaqkUtnLRPfryVG/QWO7+g4uqOj3s7h+Qo/G66ZhtfRf5mi/yKTzknNZu+xjtaOjXqb5DXiUTXMrjIxoPNrNzsmWj0D7X12K2tYrWysVpbg8sNJinjG83IbZdlCUiRImBaur1HrBtI929kv0O7x8+XBNStYjG1M+5YkgM+fxhhcpKi1qqi1fFhE1OoUoel4V4NqJk6ZXAnWCzEt0KxAMwbRt0lC43Uo/bRFVpXDeFmsNomlOsqSAjBR/DwlKt+ODJaZyslZeTDBajUWKlRn35U6C9YJsGognHhYjyvy/ei6g9yYIzNHgDtAvTtHrTtHNXdRLVwgaiMJdxCnVYR6gtiMUeus4HdW0DWaHhIkoY7F0MNyzO7qLtKwgzThoDxAt53g3p0cp0eqF7bj8bpKYTOVnnlIEh/9iY2/fX8tizM69s3ympOfj5UHeSiVA3x93KqGRqdAo8trMUKhTZGXC4SBjYjv36yF1aQr88Vae45KYwHdnsOwZijzmnRjMwG8nnuC17aMKiyT/dLcq6lqO1ItSBuhgMjFM7/cF4w5YEzgVUv0ei3UGzX0LyJcXUTyvpoW0bt8J/jesqZJmci7uwm6OwleeyXC6/djvHEnwZFX4rBSYt5fY369xssrDY+vbHx64eHhRQNPB3UYFVNWr5djbyeDZa+xikaIkwV2/Sb2/Ca+eucG3rl/E3tE+K/HmPUH+OH3z/DDvzvDiwMNLw6lfB6VTIOdMhFrIUpNDF5oUh1Uqzs4PK1ILY9b4708kCEwk+KszhkPQ9kHOi67qks0601JAfP1KnjT0UlBU1jP+SCW1fENdGommlUHvueIkezyIsPlRYrSpniWw6jbsFsuCulItbCOOSMJYBgr1RNJocYo0XYSNO2EGW04Zc5mGUwiCqc6EkMJwUmkjIGaXoGuVTYpMRWOoLDPNFuy9pCGLo6tCl7zK+iaBlZJgmUc42q9xFWwgu7rsOl6NnzE6z0kcQuF1Udu9XHatXBvx8Ubp2185f4ebh3VFZY4X8KKLFixhZxnxWmAxXCOF/2hrPJ2E+XtBhyvgFeskdLAeZ1jyOCPGJd4jioRB8yR8TWrolGtwLFzWS+GMT67iNFfpZjzXsF0rX6EUjsUsZuBKC13YeQeQEJWxLMZBdO1LBqU2RfP+3NGoxx/H/iwr0MX3POmWmUziN3Of1WP9Rfi1rYbcytqSefsVomU+ZfCQVO8JilB0nqfC4h8b1ToS3XVqq+r6uNUhRz0CJpOuodCT/O+RBoQ5bAwnCBcjz9PsO7v6Lhz08TRbom9doS9doiD7hoH3QA+z7a5J4+nsghQsreIGohJShb7uxvQjTpKrQIUFZjDEsawAM5WKF8uMb6a4sVgjOejBZ6PSzwbA9d6iWsdWKQFVlG2eaaSnmUg09nbqkQ8agiUQUgTYVKd+Oca+7J5Rkcq4ZR1nCPgHHqDvFVpSKXRCHJWhDAlVCmy4hfJVp4lxZCcqXnG53nIzwX8f5Tq3QjBX7yf6t9tBWD13mzylNve8/9fEZjfFxG56vsivUK6dGV+vE2+lmLSZF3TtodYHZ2VOZQmUBIQt8IoRVSSZEUAZj2CwwSwIimSZCYIaJp/Kc4ZnCtsUMqbi0pV/6l0sJpDb84tHF6KNqVSpOr1zaQzPoq4SWKQiQIwzVObOTaFYEGLs1ZsKwBv08eKlkZqEpPpfEawYpDVDfKzcLe9ocRuRfatNqbeww2uWRKEG2CKJIA3CVfRBhWPSPUKqwZUlUrWYVUa8Opd+J1DdPZvo967gTA3xZBPmptrWMhXUwTDM6yGzxEmQ6yTIfYOb+Hk5usyFxmfPcG0f475ivutOZx2HU67gUbnGO32bbheV6XrMxrWmUQt4bsmmjUXNk20CfHlgZpklqTgMQ1sSxJY0XF5HfCaJonkH3cfKzFbvedfpMk3P+IXvyY/tHoPt13RIoyLkiAWkg1imdcP0e38svz9rKdkLQKrFxWlTX0ddQ2ouhMLWWkhIy5i2y0sVF0GxfjfKNOWoOjl+2CQTAnA7O7laYpGYYrA1ASKggYH7j0b8GoNOU/GuQq8iilCsNH8vPMut6nJ3VgFOBsTWXjzdSU3TSOTfF8FXC2GLfE00kuYMubXpva3Ibcy3Cu1TCVGz36Fq09/gvX0mjqAWfKgc3DCriUH9x90cf+1rqASXjyf4PzlEo8fRnjykE5mFblkEkE31QP88yi6ep3R7Plo7zVEuJDUbxBjNYuw4iFkw62Xn+kLBL0yLmx3ogK1Jk6SN0V2BClktBghNkvmMuzNdZkeUIlYDhloECKupr7jotZ1Ea4p4HCYliJesnuArnHVJUAMH1Nd2SJBtkjRPtFx8CX2s2iYPMkweZrBagF2iz+WDT2uSM8nUw4cZHEgr5R/IqaI3FWHF6Ijt/9jQsatF9g9cnB618fJjTr2Gg3sN5oYLmKMljFenE3x+MkQ1/0VogVkqVQkk606micm3A7FNTE/YTHlMFgDpjn0acYCQeUG4atmEj2tiaBF0ZuDDbo8eaGwl1l3MvzJf/2KrMlghh9851M8+WCAfFAgHxZ47Z09vP7OHs5HAX74iz6WaYo33u7i1a+20NnJ0dnJ8N63F/ir/zDD80dEWvODTBsvo+fRRlTjjYqHNnXDTowMqZmjte+gdeDC4Y2ZhzseKPeqqO37ePnpBC8/myAYxzI8oyDRPtXQPmE/Xl3WxbMATz+eSf/vtstAroccggG+8UYVTs1EuMoRcNjWjzDtx7j7hoV7b6qEy+WzEpPrAmtiP5fsScugU4ivQPqHOcQSzBuXdCtoiBYlonkpCYituiWCcRXY3WnhcLeLil1DxiTuosD5i3Ocv7xQpyoTqDUtdHscNuiYjBW2uAyAcq3Sw7xRb9GmjR3gy19vy6q12DMGTGdrnL1c4NlT4kRLXF/yRqcQExzG0bxAvDBL3mkSULGhUvqsHZtdAUAwY0cWdxeQZVcBr83kMx2mShA11zrMQEfA1CvxweJk2uITFTaZwpAgLoifM1Svgrr2+LkyBKu7ZfQTbybpZscQ9xYR2Wojyd9P90qM0iDO0oJpWSIeBUsewAvYxBa2ddy+38St+00sibq9TDB6EWH82RrhLEH7jo3OHRuLOdMbuiRD8iBGTsIAsQByr6K6S3sWAHl+6zA9GzrT4ExTU6XevCZ8nQRnbelwmJLwKepRYEng+zoO9pi+NJHLpi3HxWeZYJA48HHqdAdS/OcDmw+fzRfdblf5/XDzXNiC7CIaWzmuuVllgj9HSTc0UzQU5XVThjjSo5IQFwdEywDxSqVAuPZv9nBydx/tvToGV1eylosUqwUHz4Y44onV4+eMAjCRKQt2BhOFTVGJ4jB7Gz321fFAnCO6LhCcsShRFwQhB1HWTgprN0M+BooJcP/Expce2Hjwigu358Hrefi7v17g77+7wICDsZSdZiXyJIPnAH/8r3fxx3+yC8daIVmPFZnB6SEpGvj5T8f42U/G8Ds2dm94MLQUy+spfCvHN795jD/45jH++/92JiuNFzg5CvDKKynefbeOd99toNrypP/4Rz9Z4N//H3387P0AUW4j00x0ewW6vRzXz3K8eJhLZ2mja4lYO5+mmE0T1LtA+0AqLVAsAScHjogc7wFfefsYX33nBJlV4nqxxovBAh88muLXj6Zo1Q206yaazQrq7Socl90aFCFLTK9mmFxO8Vu/8QD/4vffQrNt47PzR3j45Am+85+X+PZ/XoogwyH+q/ebeO1BE/Wmhvc+eIof/voZ1pGPMPbl9WMvp15EcGymrujo5Hun+rvp5CKeKJwQCezgv/nX7+JP/+Rd/OVfPcJ/9z/9GL9+fA2zATgtHcdHTRwdNTC8KnH2NMNsGsnGjJ3E1SbFTWCnVsFurSpO7KuLEIM+DVs0mQD/5k/u4d/8yX2k2hIfP3+Cy/EQMTezRSHdN1ZWw/h6LX1zFIBfPWnh7lFTcH31WhM//PEVvvM3z3BxTcyhLwJwbgXI7TV+4xtH+I1vHOP4SEOjFqJZDeEbxMgxGZugjBIMpzHOxyHGS/78HqLYwfmzAOfPVrjulxhcQzDO4rPQKEQpRP9e18XRvodqjWLkWpJLyzk7izkMqsH16/JMhMEu2xiTgYYpO7CJdIx472BKFqjWicJzBXV59SLG1YsID17X8c7XLTx4o4E3vnoT+0c9/G9/9gT/6589lsMIB9Lc1sj+hK8j0fsJ0NoD2vsaqjVICo0dg01fQ6um490vvYGvf/lNdDwfJg+MFDo/vcKTT/v48OEIH348xPW0wGQJBAk9aALv29RfcFbDMalCb9Fkyi4gwzNkEFQ6KeBmgnOkHKk6h5SHquI4sngCpevTyIAqXDilLRjLdUx8HN9vVfMg93/WwdC45JTotNk7acl+iAezLMngkjxRBdrHLjrHRPOqzTGHjBWnjarTxvnlQNZsmSBg71vJJI+NVsPFN949wG+9u4+mmcPNIsz6AX798wk++XiGsJcj7GY79Y7RAAAgAElEQVRYhAXm7IftA5fPgdkAqNDAYwB/+q/u4k//y7tY6Wu8f9nHjz+5xk++G+In34tQv2nJouM0X6QwohJVTfXWrb0cazdT5r6UtQ+GHDIpfjMqUIYxIrhYc2BEAdhXqGyiKtM1e8Fj5DGH90yleYKOW7FWgcO8Qwe9IwrHTGkG4jpNOfyJTTixBSc2MbpI0T+LsVpm8vnKtRJO05B1cOzhxg0Pt282cf9GB4fdGiTAHNEUOMM6mGMRZVgkwDTMMJzMMZzO0WvV0GvX4XLfy2EKPydU+W0iE1Vv/Ps/HeK9v70SEYoJe1mbliGhP3FPwd7puiOYa7rxC41iiS0IaNkPcIiR082tOp5930XN9+DXavDrDUFnPn3/GhefjtE8dNA4dHB0eowbt24iijO8eHaJ50/PkZcRsjJEq1FFt12HmduIJjrCZY5FtsAiX8IxCjgmTXkWEHsoIgNRkCAKUkFtclX9Bhr1XdkLjEcjzKZMHPLglmN/v4mj4y52jjto7jVRbVfx6FdnePT+S8z6KwSjCBXfwcGdFqpNF5fPJrh8PkXvyMLOsY3SK7HWMvksOSXb3EtEuYuYa5YjuQ7F29s8sVHdMTEcJrJaVQ+7rQr8pgOtZqCwNVz9coHLXy5kb8UPJDHQhw+qaB7aYvrjiqYx4mmMe6d7+I23b6PuV/D97z7F97/3FHD4YSxh1yA9wkw10mHNg2ChZci1VBKKfMtJ0clZERLw/VL7AK+Tw9vJxPjm1SvQLBOT4QqT0UpQ5AZTj2EhaGXuAZUATJPdph7EoShFEyr7xrkHIPGpRLLpGqYhnJ+hWs2F7zvIwJ5h9q3yuqUArKPV1tFo69L1y27cFx/GePkR0/0GWkeOYIiXkxhLGvzk0LtNmKhOuCKzBN2p0pil3HsohsiAmQNndi/RvEmngvy3XwxpeOxOQiYhE/R2mtjZaSIvYyzXc4RJKNtHmlRWa5o4VQ+yS/FKem/ZG24AqxawbKE0E5T2WkTFwopRWAnS1JQeYqL13Qq7lJV7n8bPnX1H1mQaK9T4okTJMyC3kAraBBrImSQlSq1eZ7JFw2JMU3WKo6M6Do9q8poTJw4zVVSGDUKc12cWqbNpzmdkqkk9y2KqzpJE7+8cVmG5yrBJoXT0PMLoeYzugYHuoYFKm13tljj4icmdDpmmduDxeyHy3E7l/M1rKp0bWF2kWJ4nYjLkPbKzV8GNe010dj2sZqx8CDGg2fcqhNf20LvbhFM1MXs6w/wphRdXPnMJxSju590CzRs6avs6sjVkaXEFeuzLa+I3FO3oxacTvHg0hmURf1wVV35GEkgYIwkKMbUZDlO/llBIiIungbWwFiitpRgP6k3iQytwHV8c/qXOks5ADL625eHiaYRnj1ayb987cbBzRCMZkbXEIOdYBWoga5GWQJrldvaYVaDlVWShgZR1XXy2EMFnGpL8r9SIdrZhUnXXU6T5FBl7JsoqUFDkJOqY/bnspWW3KckM7Ddln2GOOCEymbcP3tx1td+QblO19+D1z88nZyadXhXdno/FdIXlLBCjhimCueoWY1WUbHwMAyYT5xVl5s7Xm9ojTJFjimCVSZ8pqVJZooamfr2AT0T4NMdqRqpTRdLLDAVUGyH8ZiTmBy6+RnaFZEFWdNCoUWI1T2RVLEc6liuOq6oQXA+2Y8larMeYLK4xXxhYLHaRpz0R1Xq9NkaDS4yGlyIcVZwaDM3BaDjDaDTD8W3I8hs5bCcXrOloGGM0SDAfWJgPaFTiAZlpRhOHN5vY2atjOU8k8DA7izB9uZa+6huvNHB0t4rOvo7uvoFPPnBkLUcZSgrQOTGeh6jXjjANxpgFPOessXuDJqIIfjNEtZ7ALJswyiayoCtrOijw5BOSnMZodlpotpvw3Bocm6ItRXKKozFyClRFhnW4RBiupLKiUiXxi+dPuWNBR10SzhR11ismgjMYRh2a5sswkfstNXZjaIBEMw68EyyXEyyWYzS6Drr7VVSblsxIOOubXEGSbURnV6ttuPUMZiOAXZ/BqlzDrgxghy7syEOyqmG9aCBKLSR2hMJLsH+iY++Ec4kYWcJ7QYb+C1Yd6EC2B2S7ImyXZYROK8LpjQgn+xl6FQM9VmtoTI1yQFZDnrcwnFXw1z+b4rs/nwkJoFJ1xJxSMgmTcy7C5FUEzUyhGQl2Dx3sn7AjmzOIGXIsEC5NrJcmJgMf46uamDF2jtdo9laSEua1XqYNlGkT4cJHsKggDnzBpTt2QyWW+GhNKBSwPovmQUeQ7MroVyCMZlitx6hUgdM7Hewf1HH+IsL58whl4cIyKvJ9S5djkUiqO1jPcfuegzv3Xdy/vcat4xnuHKyw7xk48AwMzlcYnAd4dl7i03MDjy89PBu0cD5tQHcNEQj39nQc7XMOE2C+ukAYj3Cjt4Mb3R189c5NvHPvFF0HyKYXGJ5d4gfvXeC99y5xdaSjf2TIzNGNCxikTeSK5jM6NzE6t1Cr29g/cdDocM81ErHctuuwrTrWy1y639lvLt3gRoa6X5fFa5OhEVHaqD1SAL4KZe3XbRw0bPRqHpqeB890sZgBC57bihRBSfIKkFV1rHUdkxXrNfhZ41L7VIpqTpmgma/QKgKpQ6nzHB+VOAtKTJnqgim0vzzKUEQ0/7ZgkrBU5khSXjNrGCWtsylWwwqCYQW3K028u9dGz9UwCIYYBGOM4liW1/JR7zWQw8d45GM6dZAa57L+6Zu7+NbbN/DG6Q72OnU0qwaS8BxJdA7POETFPER8Pcbq5QtMzs7xnHUknGXt2Sj2HVRo2uHPFZW4vC4wnJYSdvFbFvpXEc6er+VcdfuohZP9GiyP+6YY58MSzy9KXBE9nMVYZhby5BRFciqpREmSyayWwisrHBQ5SzNCWQw+WRavS5ocqijKiuxbMvaBFiaMkhYdztm2mFJ1j1DUyX+cCt6igSl4bZN7SpwU9DwrLUySNVTfPcVgmuRU1aOi9kkgR5FQlUmCWRS+f1RNzRlgTKHnHoy0DsOswqh40q07uHqJYf+l9MXznv/1r9bwh7/bxtde83HUMHDcYGXEEyTBE8RE2gecuxC134Bt+9BrBXQ/h6l1YGAX0LrItSby3If59ALGkwsUn1wi+/gSL6+X+GVYyHp/xUWzIeeKah9AGhnpjpyT6rZFe5jMQimGsm+Uz29WSWRxgarjouo4sCmA0sBelggyrq3YxZq2TIRHvkjapgt+i0TedskqEVGJv6y/4n8jmgVfUEoq0qW6TXF/oV1s/+7/hXveCMNfpHeVAK9Qu0qw3QqR/1j0/wLnq3p0VbJza0BVgv46SLCmALzpFRasrqSAKQCTkqn2F/wfTTbUdjhnZJKX82UaPLlYLVmp2bBd7u/V+hw5LYhgdebZpon5ushrk1EQ5HNnKzqyEkHVBEYhTY/ExnLe4cjZfvu68PXk/T4hgpoVgqznkgDgJqVOI5r8DNy1s7pR/R7up5SRQeG6ty2o/DWFuubzS31fqp92Q5DcJoe3yV/pxd2IpdxvM02+0Y/koe34qLYPcHjrNfSO7iIubcQFa2Bs+JaNcNLH8OUnGJ09hF5hFUqGo8P7uHH8psySltfnmF6/xEX/OS6vX8BuVGGzDqV7is7Oq/Cqu0hTBtJKCcexgm2308CNo104NtDvn2E4vpLUa0GdDA54Ws6IghYCFGvQtmRfJe9uxdztvWIriisMuEKBs15JdUTz61B4zxAnrEML5X0UqVCEcLqhqVXQFMkKVGXgpUk4osE3XsqZkfVnNBvwmqMxkP9eKlWJINN5ulff1+eodbkU1bWrhNuNmYHz/5JZXUXzpIGAz8CIlTDBQqiovb0D9HYPBAUdxKxs2nQOSy2uQj9TP1EBMSWWUjuR70GjrdMU7YARIdpMGQiqmjFcaqX8M8HKNxq2VOhN3V+5FKlo8OQDXDz8MQIKwLqml1XfFuH33gMiexIUHJQuQ0wna0n8jocZxoONw5VTVg6R2CnFTTzPCjZFDKIM6P704DcqIjxFaw5kYiQs016z74YXsXI9bAjdCnvKzg5x0fFt4xuk0oLk//PPEboyo/Fb0VV6gDfiFFOmYMeUAY8oMEuT7kqakDgEjjmE4A1QnEKqZ5TftwwNJE7PoWQu2LXaEQ88GsLLHNFlDrunw+npKIjiGpmI56onlB923qCYzNry9Nl3Jd+DZ6LZ9tFsVwXzyFgZ3brSrce0ZGxJqfwqyhFEOSbTCONxgOUy3rjs2e9moVK34HQ0ON0Suk+0m2KoswuHKx+XyEclCg4AeXHQYcMLia8gkbp5yfkePE9Hs+Pg9NUubj3owbCJxivRv5jh2SdDhLMQ93YauLdbh7/rorbr4rOXC7z38z7mUYxXv1LDndd9+FVd1vs/XOK9b89xSbespBpNJV5ReBSlnncf+ciKmOZ1THhdCm4qLcA/mwIkxSW3bssaPIlk8QHFDTPRhjunDtoHNpKViXhpqnTwRYBoycONeuC4FUPcPp0DG10O5QBMhymWUw6giGTIFAr2fhWrSY4Xn6wx7qef37DcGh3sunQIS98ch0XkshcGorXqi2ZSkzInD+rk+dNtxPQLf17pOdMZmTCRR6Zca4v5HIvFXA61HIDwgcRrgt8vN8VcJbmMHKS5TF+qDq3unoPOro32LnFSmjjH1+sSi0WC2XyN6SSUFD4T4JLs5sODN941kxl0MDFpREHXlDQqv2fGPYkKpEuQwziaFiwmCT1N0tgczkhfLpPIHGyt6WAl1o8OF6aUVApma0igm7ogy4EfpQ1ugY5pfmrZOcc7ufRRiCOeyWIKKKUMadghxcuDgwqmROgs1Jh65QayNAQHmKQ5nKqGvVMLvRsm/JYLv+1ifpZg9GSNYMIhHnEpGsy2DqttIBhkCAY5klUqCRXeuA0iQIhaLYh41lFu+r7FGeU6KGn8QMRxF0ryvhM17HZtIrYMcYEXTNNzuOXkknDrtqrS1QQrlgHBxRPg4jHTvgrPzfvO9kGtbtXqNeDDXbkh6T6i44ydvCk0Im5yNYSkeGx6/HMT5HoiQxymwpgSIAo0C/keJ7L8DjF/NLjU4bdqIj4uBlMsB1PZQNFJxz+N1yvvSbLR4QMhThDyYUM0Fu+vvO9y1kT8OLtIiR9flMgmJcpYbdSYwjZ3c1i7BfKZhnyu4UQclAZun1rw9xy5X3z8foaPfplhcJViPk0kiUgcCDt9/8Uf9fAv/7iHMl+oLgmOJFqHMO0ufvDjS7z340u09zzcuFOH6+QIZ1NUzBjvvNXFO1/t4n/5swj/8/9AXPYKx8cBXn21wDd+6xC/9Y1DlHYh6+9+MMFf/MUVfvVxCLflw2X/kZnAMmNMrxIMXlJoKVFpEolJAwqvC/YyaWjv8h5ZwCwKSRne2NVwsssKhC6OTrsYrVI8u1ri6cUCg3GMARGlxLaxC9bke0b8sI5woQaTzVqBVi3HjZMOTm/tSmKjPxnjcjDDww8TPPwwFkw7pbp7t+v4xm92cXhi4+9/eYa/f/8ck6mLycxTQhwiOEaGdsNBu+liNIowHEeCSuc5ulG10Hbr2Ks38ZvvHOK33jnC//W95/gf/8NDfHY2g9+14HfoxnPQqNsYXRW4ep5K2o4JIcsrUO3w91gwghLGukQwKSRpGq4KccxTyPv937+Jb/7eKeAGuJieYTCbYr7MMV8Qv+ognroYXa8x6K/QqBr4+pe7eOOVNibzEuM5MBjNcT2aijtz/6CGVsdBobPTMMLOXgM7uw1xAHKAQkxjGKikJbGtvLcFcYaFJNhpQFGIez7geR9cLDVM50xg5Fis2BOYoNaoCP6zXjNQ95lEywQ1vZrHWIeFrPZBDZ39OvyGLeky3tSGVyuMLlefiy7E2vOzzcOEw34+k8NbpoML/MZvVvDbf+Dj4NhFktiSRH7v+xP84G+nMqylM1PQ84naoPPPcN0NfrRSorPjCrJvd6eKnXoFO/UqLP6fZoqJjBh2Jg5HowVGwyX6oxDX4wirqARn4kxpqgTe5xUhUnXhEf/F5y7/amuoOAaqRB0yTcy9Dw8iJk1w7ExkVYMyovA5lkU0y9H1XojgyXvAKg6wjNYYzROMZhkibvTp+RKnraoYqNUc1OpETvJ+Rsc2BZdIkhfsr+XifpaJTe5POkRctiuIkkCWnF9gwa9UcLjfwN5ODTaTWEYm+8ZwyfQwkaxE+ZdIvQwZDStMGwel9KhdDzLpIGdNQHSd4503u3j3zS52bphwu+xbyvDJxyEefRziahGjP09ErOYAiMQUmmX4HudmgZwDanFTm0K6sOm/K0uFHZ5mSCiIcRvuaajWS0lzC86WyfksR5LT/MRUGg+im65h/hlEAruGuEKjIBSSA9FzRLyrPmSm+TXkK8CzbBzsNrDbqwlWk89Fk33NegrP1OHbjlwvyzmH5gWW0QrLcImIvb26jrjkr4VYRCE6dQ/tRgUOnweg8KSpfVnLElQuh6bDyxyXL1LBHYdZhCAJMR8nmLNugIhwj0hUG9V6BZZrCd0k4kBhc4jjfpz7PR6e+DlOkkT2PZ5noer58CsN5ImB0cUKk+tAuW3sHMe3DnHr/k0RP+bLNSazBQb9vixi6Ju+B7OwkK44HAIyO0Nm5XBtdodq8lkMZrn0vJEuJIShzX7UNlw4hg+DeDwkUpHCNDeXdCnlGtp7Pg7vttC7WcfzR0M8ezTA+DzA7HIte5b9O01JMF49nePq2RydQ0NW6ZaIdGb8CgECSjbLqMqKRimCs0DQ+q0bLmp7DharGMtlotrD2D1ft+F1bVgNE/2PlrLykPtCoNa1sHfPFSGYdKAoKrAexghGCW4dd/G1L52gVvXwkx+d48c/uiBcBDlRabVCOtItT0NeWshL9p4zPUDSgzJssJ84D3RkgcJZ8f957RKVHRrveP6x5P6QEVVGYtO6lE50imdcTCfQ8CoHXCZpiXZzmArnfYVpR/55qnc2XpcoKD7FpChRWCNJyYJux9LNyCqe9UoNgqo1ikc6Gk0dzZaOs4c5zj+hkM+OYiUAy5Ao2JJVNn5T7jc5CIyZ9uOAh6l1wKsDlYbCswu5i+SRFZdy3xM9y/ufOm9yL836gFwwv512DRrvPXmINE/4lkh9CJHX64giysZcyf3sshRjsBY1ZbFrVfdilE6EwmQCOELO80HOFANTv+rzx32BWzElSdhsW5jMKQBHCCc5kjE7RinqM1BFxz+JNexoVW5uGTsIWo/30io6rQqWRBIPA6lJ8Ls6aj2mhxPkJfeNFO40xEtgPSG6me+dC912RSh2/WJD32LqgYbXRIg6nR0H7R2aGzk50KXbcXi2wnQQwmvx/mFshAYiekukiwLZokC1tFHhN8+hj27IcJJnboobURRJmoIGJS63xeu8Inup6acLzD5dwq07ci6keB2xn6yao3PLQH3fwOKKS4cWuzLwZXrcqiQw7ATTwRrTYQhDZx2FK0ODLIxE2M8i/n2JSoOCli/GHJ4+SM5hV6PhraT/mBQU9iHGK5XG85oJPIpcMpSzMLhMcPkikmuszfPaDjvpKLKyU5mCaCLXc6XB+z+NWNxzM4Vs8+aFnD23JEoVPG/Y6szhqcVrkm8wOxEpQFC4kv7YggOzQg0XbZINmFDNYTMl7CQqwSIGRPYS50IuWbMHOaBJUEeZknzETnSeuzXUWjbqTUeQzcEqEnOvQGszZVTIOAD3PDEGkd7AMyXPddmKryH3NksRxtmrHa55v1diIoeexLezx3s1K2XliYWy5LnKRLtXoL3Dn4HvF+8ByqjDCY88y6MSwVyRrKqOiUbVRK3qoFknIcYT4YHpSKEHpBz0NYD8Fspid4NEZv3HFFE0k3ohdhoTo7tcLbBazXF828TJHf5smRg8oph1ILlQbqZXRHaS4JTCaSgBuLdXR6PlS5JxMlwDUQY9zWUvvXfso9Hl3k/1oF+dVXD1soqUn62CzwMTjt2GbbcRJEMEyQDdwxSnrwLdwxyWE0qIYj60sBiZcDQKQTdRJK7UjC1ma4W1jDmwd2AaxMjrMhCW/rtN91+y6QAmWcB2+XX5s6kZnmW0YBstIUIRhc17eiECvyVpctJHtmdVzm2kuy+l+LiUZDFnUPW2i1rbQb3tyPXZfxmg/2KNitdC1WvBrscwanM4zTlqzQC1ViB1DatzIF37KHOaYmyU/hp6LUR7p0R7VyVk+PwtEhvpqoY08BGHNcShj+ViivligHYrxmuvWLh1rKNhAnUDIEiMXXZF7iNN67geu/juL2b43s9nqPisOHOUOZ5zHIpVRL7myjhBY0V7x0Bv30KtWcKphrCcWEhHJOwsJzUsJk1J/vcOV6h3lkiyKZJsgtXMwYqiXlhHkTRQ5g0YWhWGXlVhFfbKsuKLPXwyrCdhhp/pCIal7nmswPOqGm7ermL3wMV4wD5XnncsxGvuE3mP4XMpF0NfsJ7hwZc8PHjTxd3TNU725jjpBehaJjqWJcLf+fM1np6XeHxp4sW1i6sZwyV1eTYz6LKzY2F/z4Lthgjic2TFCLd2ezjd7eIrt2/irdu30DJyRIOXuH5+jr/58RX+9h+uMDsxMDvmGQGwIhKydELkEWs2JhceJheu4D13DgzUWjE0ewiYU8Gls66EP78sEYiYionh2R5cmx3sakxNclnuFkjLDMvrEKt+hIO6jcO6g27FRdN14GoWJuMUkzETrBlWZYbY1ZFVDUSWhVXmIC1dvN6u47V2TSpSMp11TEtMxjSJjFD1S/g+6xB0TFmpEAJzUh5zHfWaK/cWjWfKxJJU7zRaI0hjhZM3eL61EE0s3K3W8PZuEw2jwJPBBZ6P+0jcHLFTwK424Pkd5KhgsdKxYoWLew3THeCfvnmMf/61u7h70EKV50kjQRoOkUQDVJxDVJ0DrM5GmHz2DNcvznGm5ThjIq5lAi0DvmugSWxwClyNS4wXJHeYQr44Pw/x9EkggYI377dx77SGWFvJurgu8fJcw2BZYMq6kZQd9KeyiGCXCiDpzVWCfBiywmUtRgTpT9VJNfSh6bz3sHqKe0p1/+F8ilKEkB43yTQ1C9+KwKq+UawRkuj9Amu7pRiISLmpeOSOUn2ONlKKiuqpeIlcQ5sC2w06mP/MxR04fw6uMuT5iZh7Zj54DiC5YyVrf8+Qde+Gg9dvVnDUNVDVlqhoKxTpBHk6UQJpolCrPL/RjGV4DZjcTNKIlVdRzjWUwwz5VYzV8xmC51O8uJrhaX+Gl6sI50WJyxQYhTqGkQFtSwlhGlBmb4p4wXl9XrISMBPRjvtjvk48E1IAdiyiyC1UXKUp8NknJJhIVWgK5pbCoQRONqIlhVURPTdi1UbY3VZqqt5aJgtVnd+2Q1WJwPxHVUX3/xV/t2LnF6nsL7DeRCdzff7vNu/P5/rYVrPfpDiV+Lvtd1UaDt93qRSIqPeoXtXPKarSAayL8Ke+Ze43Mjm7M0nLmTxFbyZr+es8h/A5wMCVErY36ehtApmkRorCkj6mgYB7Lc4rNj2/kqQm1ncj4TG1yq9NUpimy/yfxgjOmZW4TjFR7c0oBHO2La8rY0BSk5AJMY3mJAqd1I8oAisDqyEpY/631Ki2byz3mRS2GaaS5/2mg/jzDmNupTdCtvxJG/V4K6wrEwavMRul4aHa2sPBndexc+M+UjhINJ6LTVQME8HwEtdPP8Lg5UNUOw4qXRcHu3dwtPsqijBF/9knuL54Koa76eIaRsWC4dmod0/Q2nsFlfqeVFQJJj/LZPHMvtOpyRk9WE+xDtkjTo6cjijRpYKOArB03ZPwImc2sRFIQGhTR632ONtk8+bzLvcCDpNY1rExEmy7pZUxgSYLGpFzMUYKho6hVTGr8K8SkRatKs3ZyxyqCjSHW2++f9xPqzMeTRJZ4SCXRcMJ70US15XXf3P7UudJQd5/QeGWq4e6Jg0GfI+TCGm8li7oar2Far2JlAFDairS073BojNZTO1GhBQKwJtaW742AmDlT0EBmAZsA6Wlo1H3xPxzvFtDmLD3N8XlYILzqzGCIFJVrBSO+TkyDQyefoDLhz/BigIw9dNGs4K33rmNr719Bx999Bwfffhc8Hxpqi5wOm1EMOUNTMrZ1SmUA12vpgkGikXmdF5tD0pMJW7RzzKl5M2HLDXBEqsPsvhVDar5JjIWOzOeti045r/lhUFheVPozAMMncrclAjujb2sliM36mbTRqvNfqYM83koSd2M3YDsVuDAh6KQQw42xdtcxLo4olNcucU1T0PBfkjejqaqY9fZN+HumYinwPJZjmi86T6Tjl3F1mfim6vqm+j0bOwdeLh5Zxc3b+8IbpGHlcUywHi8wHgQSMJjdEG8CG8+PHBLBcYG10CMcobeSQW94wrMVim9EqmZSkKCN0n2oBHjFg80RNd0sHHoQTwU0V6lLKsoYZUlan6JbreQ9PFv/8s3Zf3lf/wIf/kfP8T587m4vds1G3/02zfwx79zA5MokvX+J2O899NrTNZr3H3Dwel9DhsdWKWLRx8E+OAnc4z6/F75MKPwt7EW8INJHDRvpuzwrZjYv1PF3m0f12drXJ+vUbo5vN1SUp4UqOi6WDzTMH9GwamAx67QIwOHt3x0dis4+yTBy4cx1pME0TJWKQk+QCygueugtecIwrZS0yT9238RYzbmYUj1fB3dbMliGvjpB1OMLkPlLzBKOdxwWZUcuhvL4JBYJN6cFmO67CneZqg1EtSbLmr1JnxG9zdIufk0wHS8QrjIZMDCQKlqQmcRPIceakMkBgRe2pEmS2LL7Jol4vqILsoKjm+2sLvvYxnMsArm6BN787LAcsnvSaGUVXcCNxHqwS+pjCUPWgrPxPeCB3fL9VAkCeJlIKKhbKVKCl1qUZRmbyJdOexe4pIilDUxBSrRy5ucYbPLQB3++Uvs1+SQjH25WzfWFla/obQL8khso/ILfNClMgT2KqYMl+jcYlJW+PmGhox9AGQCGqUAACAASURBVAmFNM64SrR2DLzyVgWnr7lgjS1db1MK9x+sBJ9cPfFh9VwQasaOyfgsRPQyRMoNATcydH92ALcD2KkLK3FQxoV0SjE9mVk2UstCpq+RUYSStLxCNlV54LAtrMNYUNhus5R+ab/uolZtCF7KrHBYFODiiYmLJ5YgV6GxJ4Z9AuqF5maWg16ipzmQ5kZBGVZ4o+ewjYNRfnZpkrBFyGXPdlIESIjqkvukIYi/ZJ4iDfj+q531/u0G9m/R4WsjyUlZoGgbIhtHCNcxQjpH6TD7fCeuniViwOA9WNqJVPcFEwEUuTg0FEGe4RqCHng/4tvHlMtuCZPGbA7glzp6deBgh/2OOloHNlqHDq5f2rL65xH6F0usF7F0r7UaJv7gm2188w/aiFcLDK/Gglw8PDhFvbGHv/7RM3z3R8+wd+Tj3gNionlNT+EYIe7eqOLuSRV//m9L/Pm/5cdljaOjAA9e0/F7v3sfv/t797FMllgkS3z3ewP87//uEg8fx9i/00bnuIG1ID8DBOw5G0fy8BZDXMXAbs3Hru+j1dHQ6gJ+LYfnpiLenh7osuxqFXa1gifna3z42RyPX7AbTolmlmtKMokGnuk8xnycY9Hna6Tjrbeq+OpbPjQzk+ElH/BBbCAIdayIR5yRRJDg7EmC2ydV/Kv/Yg+vPqjib39+je//vI+LSwsXVxxCErsbo+6VON5v4ni/hc8+m+KzxzPBSHZ3gZOjKl4/PcKDG3vY2wX2doD/9F4f/+7/PsfLYYTenodWzxYxnianyWWG6zM+e0rUGrrqnN2pyJo+XWHyZIWYfY8xMZMmeocchGh4550DvPP2Pux6iFUxwGS1xNVVgevLAuMzXdaoH2I4CLDTtvHN39nD219r4xcfTfHzD6eoNXLs7hW4c8fFm683cXrDRclYexFjOWcvu47Lq0wQvS/PYpxdJji7iBFt+kJoxqBZRC7kdQkz13B4XMfBSR1pQeS3gdk8xuX5FJPxEqf3urh5vwPLYqIuwWIQ4eqTEKPzGFFOxG2G4/t1HN+ro7fXQKNRF3G3//IK/bMrjEYZxqNUTCCmr3ag7DvMQw11RxdE+e//YQt//F91JWX2o78f4af/MMXVOXB5oUnXcEgxlWQGCiY60Nkz0d01ZbPPA8XRcQu37nRx59YujppdHDU6+OCDx/j1rz7D2fkKw0GBxZIpFSKqC+Q6kVGG4KIEKKBR/OXwdOPgRYmKzU6oEq2Khl5VR8/T0ba5NNnwU3hiV6+1WbplgQsiQhpCUWAPOA8trPMo7RKzeIl5tMSzyxiPX8SYR7mgOHUfcOqAw5S5yxR8DX7NQbOtw/UyGbiulgtM+iam1zRxsZZSYWgPjoCDIwo+kEUR0ncqONhp4vVX93Fy1MIv3n8q6+wyxcWglEPHzQdNHN4lyljhlMq4FGTqKsgwWUYYXse4+FWGi/dTZVir6Pj6P+ngn/7ODt58q4GraYir6Rrf/7sJvv/3YwxHHA7S+AU4TQtO3QR1Ci7+eToPbSZgFRG0JMG0n2PaZ1WB8rrR1Oe3ib8jVVVHpmsIS2J9S7k/sF/dqxjwSTthdyixrcscqzGvST6faT5UZsaiDeQdDQ3HRstycHO3ha9/6Qa+8uohXKuUNb2e4vpihMkgwHycYTLK0B8UuBrkmCVrzOM1CiJuKzp0l73kuaymb6FZtWFtahw8X0fvhoXOkYWab6JWYx9QHbbWxIoiz3QmB4hnny6lF9F2NOkYrDZc+HVferAWyxSLpTKKLpeRiDu2Q6MBfyCFdBNxxqIJoQLf5sDUFewvEeWzxULWye193HvtFO3dFjTHQqaVePjBI1lmXqJqWbCIUSQSFjpsJpDZjcj0tWtgyTThxUKoPOpwx0MkO59y9d/ETNmZaHQ8Ncz2PdRqHobnC1w+naLWMXH3rQ5O32ji4sUSly8WGLwIMHq+FnrJ3u2a9DD2nyxx/XSJ5j7Q2qeRDIh55hEEtxLkLLcO26tjfZ1g+niBMsoEfds48JDksSzuUdeLXGg1rSNPDFTXn61k5UviWjRB8fZu2ajzfiHPbWDZT2Qd7zXx5oN91KsuPnh/iA9+NRSUIeHjTj1HrZ3ArnAP50gfECssuCfgtUo0K/ujsrWGLNjsI8sCHrH0PXZJc9tBg4eGisfhk4XVTGGXKbCzaoRi4hbtLPUSpA65rJIgAYb7jFQc2FFQiABFgyoXD9PsZObek+KVV82UALxUB1ue60hD6HQ0WeefAhefMi1BohO7G3WhscTsf0oVyk4Qd9yrMH1K4wQvQwVAgNdklQeJUOwQo1BNukMhiy4UpjP5pm2IXepzWJRymG7QQCb6JcWuQsgH9AlukfscNDik3aSaJP7W0xJ62oCR1WGyL5wIaIfib4jcCBWFqVQCsOOqXiwmPquCxDZQqRERHmEyD7EapFj3M6Qs+KtosjzblpVFNJByr1mi0bPFOKqSIi4GFwEuni+h2QXaxw7axzTdhDJwKGhCSnUEY2DyokC0NNE+asqK8jnifLEx4aguX+LvDT1Du+Wj1a6KmZcUC+L3B8/nmPRX8LqA19GgVzxorieCdTwJUSxTnB60cHrYRslhU25hOo5w+XKG0WCJTGPdQoJaz0ONfdcNZQKmCDl5uMb0YSD0HbtqoTBTJFoIu5lh946J5r6J/kMLV59YQKqQ/ZqRojRWKI1A6pc4/CV8jWhuGj8TEX95blFGhPZuWxYfyjSwMB1v1wI4NRo+bDF9LMc5Bi/YFZijc2KgdWAofLhJs1Em/ck8/zAtTMJTzmRVamE1T7GY0aCny/2G72uS0URA9DxNBjSjUZBVFUlVz0PVc+UzpFu05lDgVMPEbVJE9SFy2KPSCTRcVevKeGRaxILzemCi0pD00mTIMyn3VTQjlzAyZYJVCH8aiXS4NX4GNamECaNEjPlMkPH8GgYUkoljJ5qfaSo6x2iuKJEsMmRBKj2+pKYw3BfxHMPDAs3QjoF210Wn62I507Ca6dLXzQ5qXmD7Ryb2abJ3VzAcvmexUCQEbxmUUm1FMlewAGoe0Kyzw9PGTq+KZtPFKgixWoXS08sHs2MfwvfegI59XF9foX99BUMEt1hSz9Ga6R2asxZI8yVO7riyWKDN2oz1mr3P7K7WMTkvMD7PUWmlqO+l8FsUtmrSudw/X8m5plnTsNvV0WGXdYt4TgvPn4R49iTCellDsKjDKD3YBokh3EB5KOEiKftIymsc3Snx4C0XO0e8T7LXMcLzRzGefRKj7d/GfvcB6tWOPK/4FHv+9EpWRgEfNLhzPrVJzQmtaoOw5HjVSmE4CXSTZKsIaRHCs7tw7Q7AtA3PvxSCpYOwhGm6sFh0LN17qlKmyHh2jBHSpBGGcl8nDavZrWL3sC794y8eD/Di8RAVtwnPacISYXcCtzVHd1dDb1fDy19GePF+hDyqwnU7cGoWzHYAqxWg2khRradwjAoszYdntlB3D+GZu1gudDkPXF69xPnlE7SbCb72lSbun1bg5hncLEPFMuExHZVVEEVVXI1s/M0vZvibX86lLoJhFoopxD1yTqL6eTmTUmaYektDq6ehwX7YXolqo8RkFMsKFw3Eq7YY7roHS/jNBcJ4ijCa4vqsQP+cpMEmHLMDy+iIMQMFh9+qZ1DXM7kf8aieJexWJ11tKStlVVdkSefz8amB3UMNwSJBsEyEPDS+JsWCndBMXbJmRgnAX37Hw5ff9nD7BjG1Cxw016jpNuqajcePQzx+HOHpOfDsysDl2MN0VcdiXZNZAxOUnZ6L3V0XjscqgwtAH+LOYQd3Drr40ukNfOX0FurEA188xcWTl/jOz/v4zs+uEZ8YiG8oypsZadBpDDFcpKaD6aUvy/MMEfSrDfbkDVGaYyQR6QMaKm4DtWpbBs65zDRIROFUhF9TDfwLVj5RQC1Z3xUhHEQ4rDk4qjnoeg4aNMeUOobXoaxVmWOFQgTglIQ210NsMLHdxLd2D/AHuweCzU/0Fa4WI/zkyVP8+uJMuuulvz61kEaOGJf7nCdmOm7c6uLktIecM4JxiP48wAV7w5McvttBze0gWwD5ArjrV/B2rwGviPGLZ8/w8PIcTk+Ds8OqrS4Mc1foCes0RlyEqNam8Gsz/LM3b+Fbb72Ok04FRcqKrgXSiGuOavUAlcoBZk8H6H/4BBdPz3FZ13EhZjyeQzTUHBNtqimFgQFN1WwHJFnP1fHseYhHn63gmga+/pU23ny1jnE8wSSZ4vIKuDg3MFwC86LEKvVQLE6RL07heKRUpdB5L9dXyItQBOAwooGqCVNrQdfr0LWa9J9LM6fcxlX3uK4RbctUHYVbdf1vsc8bDezzoMpWAP5CWFTCHOdi0kaU0wxCQoomZwg+wRW9knc7koY4l6Q4w+fupotT5qyxUEItVjqYLrJlgmTGe3GA5WoJ047w5lcsfOkrNl5/1cXrDzx0KwYqhQ6T79HqDPHqXMlOgtLlbMxWIqTD+ymxqTdhWjel35uI9/LFFPj4CtmvrnD5MsblywTvhQn+Jo7xgulxmjG5F08dWYWVoSAhRQwivCfRmEc0PZPUSgDmHJSCM+/yYnpPKG6p8EbNp7maFTuFGGTnC1ZVqDnwJnS4EUbVq6ukR44KN6nRzyO5qvJSAiGs8duIwVuRdJsE/kL+3Xy9rS65lScl6avoOwqdvOl0/hzZvUn2br6b7ff0j7/uFyLwJqDC869U06lqUKY6Bd9M8Vd6VlXakz8dr4lE+pBVB7BtObBtR/DPnKtwD8IAHQ2W3EMpsVUJ1kpYtUWj2tZHqt7XbahMkS35+yjybsb0Mmvn6yP/jv+9wWuBNQSqf3n7fakAEPdvFG1ZtxQLtYXmt1rdk5+FRiB+/9tnhiSPEyXyqq/FtLD6PhXSWH2tbXWiSkMqAVjCWUI0VqE7CqJcqvKRv80Ue3KluYODe29g5+YryAxPls36Fk3Hsn+Gq8cf4vr5x+gcd9A56WCvc4q91m2E0yUef/QLXDz/BGG2kLWtoa12D9E8uIdK60DS8iRhIElQpikqlo561YRHgpFOAkSmaHWlhsU6l/AIaaWaTnIYF993zrNoXFYXEq8xJfAqswARymnGWoRQUrT8e1HrtBKViodKxZW/eh4TuzqCdST7W8qlINGGQjBptewc3goinNkLxUyZoxlYiOOV7J88x5bgWpzYsqiF8lrinoKaCJfsL9hbLLRiJfhKT/NGEOY/qx5nikAcGvEQwj2aKwZcCsDM0/HeoGhcnPtnqh5ygzsWVDu1HTGQqOpRq+TphphzkllsHB/18E++9gq++topZssV5qsVPvrkCX7560cYDqcb/UZTZgnLwvDpr3HxyU83CWDWWVUd3L1/hHv3D/Hpp5f49NML5Qzdfuh5+JDZihL8hKHOD6VFfC17BTWUnJpx4MqXgG92TNdhKl16ymuheoJETBJ1QV3sFLUoAjOpyKXU4a3wrVKUPJ1TqNiigyQ9LwITH4IqlckHouvociPgMGjBwgeKUZyW2jpKT7mQiY9h0fK216XaLVHtqSQNUUYUZj1i0diry+5WOv0nBdYXOZI58V1K7+RGjkkwHhgdYqjqBuoNHQ0O1es+/HpNRFv2Jc1nESaTEJNRhMl1jMl1Igc2jd/fBmnBr8mUh/SU7Dlo7LvIrQxhFoIedBn88vqISznQR9clwqtCHKcK4kMBmBvUEp2GhZ22hYM9G8cnFg6Pq+gd7qN3uIdv/6dHsjgUatRMERH+8PdO8Ee/d4xfPhzjlx9P8PGTGR4+nyEzMrz2VgW3XvEwuywxvShx8SzGxVNisOmxUo6Nkm4I3qA5+CtT6fWxfaKtLBkK8wEmafJJCKNRonrM1C0QT4m2y5FNLWQzG25Lg3+jhL/L4bAt3a9XjxJcfpog4fA0Um4npm91txSkYueIsX5+btiFQfyz6mfyKAqz27RegV+vYHad4PyzpaDTHI94ZQNV30WlxgNhhkwLUBI5zoy8TqSwgUh6Pg10urocLohDMQxP0Da8vmaTALPRCgldunSAUOTjAHSbIGInLgvbt/RoTpEycthVGTfd0hQGmkx0+sSZOVjMl5gvFhgNMoz6TJyzK5KHfaG5y2Zr+6BhGoOpQ3Z5KAgRH5QuTMOR9Ea6DgUzue2ilmvW5/ukjAfsEA5DHXHEnjYyuHidbUqB6IChQGAqlIW4muhWURyTbXhEBm78PG5L18XVs2WxEkbAwbCliwuKDzm+VnSubTsS+b1zcSjhNU20922cvlLB/k0X14MI14MQC15vT0JJ4rVfqcEjMm9O8S1DMUxQjkgZoOOH6XYdJ7crOL5ThZ5b0Aobs2GE/vkc80WKjOIvvxc9liXGFKZ4dV2GnuxYpdGCB2WvWcDvFJKQci1fMIZ2LYJVi3B9puP6JbvjMunn5WZgY3mEQbQWe382xhlJa2w6y9lRR4GWhhqmcbmhqLd8VGseQiIpokAZfziojZiqUKK76zOtbqC1V0F7r4KUw0cOS+YFStIVKIAzfZNyFMx0OvuSmBrTxWghWBFbpRiIMFFDJ5Xm47CTaDi7MGDnlgyDqOGLQ7cWI/cTlcBaafBtCgoZmvUcTruA2y4xuvYxvq7h7FmI55+NMZ+sJZ1FAfh3f6eJ3/ntJqJ1gFF/CkOzcLR3iEa9g+///Bzf/9k5Do59vPqgi26PB6kVXCdCt67L+j//vJSVJwn2d2M8eMXGt771Or71z1/DeDHBaDnBd793jb/49xciUN14vYnd2zXpghterZFGiXQni4PUZJ+lhv1aRVaNqSO/RKtdorsD7O2yY9HBjQMbg3GBwTjHxSjA1TTAcBEp16tmoeQ9wqQAnGG+irFeZEhmJYxEx9vvNPG1dxq4Ggb49Nkcy3UGu0oEvC0CItOdTz9J8OmvI+z3XHzrm23cve/hpx/PZPWHBvoD3k2YgsjQrGrY7dQFHcVe2bOzBfyageMbVRzuVrFXr2K37qG3X6K7V+BHv17ir348w+UoFVMSewZzDs2zBMtJjsWQgBCg1iDO1YRdd2HXPcxeBJi+DKCFOqzSRr1q4+Sugxv3HNy928Kduy0kZYD+7BpXgyUuzkoRPOf9ErM+N+90v8Q4PrLxu7+9i6+91cLHj+d4+NlcHNh8b3d6FnZ7rjx32LPLNbxWA9X+dYrhOMP1IMVwksnfM2mZZCqRT7OCuP6KEramYW+vir39KmzXhm7bMpwfT+ZYrAK0d+ro7NQk+UAsLMW20csUi1Eq2H8mDw9uVWVVq1WYWgVlamA2HmM+niBKVaqDjE8KaezxnV8ViBcavvx6DV9+zcf9N2ypF2Cv+/e/M8Y//GCGIDAQBCYSdoExrWPpYhrhPsFvFKg1c7n+eQ1xuN7tMr1Vg1v6cIsaPnn0VNZoEmLFemXWSmgFMu5/6Do1TdXjbPCzLfWk9LbBY7rONFGzS/hOCd/irykUcpVIZEmx6rB1HjSJhechyBYDEOsOiG1nime5zGSvwqRbaevITWCdrhCkAUaLGIN5yhwl7KYBu67D9EtYpGeYxO55cnDxaC6yCtlIJ8kKybyCZFZBGevQ2bWrFWg0EzSaKfYPqjg4qAryuV6x0aq72Ov58H0LP//VS/zsVy9xyc/hXEfBNOhRBU0ivQ0dvvQTKwoLnytRxu89xZNfr/H0w7WInZam483X6nj7rSbefLMhhjTbM/Htvxvi298f4OXFGnMmnnUd9V4V1XYF2TpFtmZfNmA4/KQwjcdfI1mkxGqiBHcODExXg1vXYfsaNJu4U7E8SWKQaV72bRNdxffJNpi8zFEEOZVD6LEpG/kK07gu++xtWB0HVpHDTFK0qzbunPRwY78lKXgaCWggHPaXGA/XmE8jTGcJJsscYxoFrAypRRwrU+scYHDuW8g93NFNuHSMZrqIZNWajqNXdOzfptijuuKNogYja8hwnQmKuIhVp+bVWgY5PGxyeMFhdJKWQgkJE4Ul5WGLpiaL/ZQk8MgJVQ35+OtMUXgmu8mIv7bk3jkdLzCZLNDZaeLgeAft/TaqnZrcj54+eoFnj54jC2JocS60FIUZ0eTAY9IwUPl/uHqvJ0my88rzuHYPDy0yUldVlmxV3egGoUlwHmZt54Fj5ICz+zY2f9vS1mx3uDNL7IBcgpwlQQXZAFtVd3XJrNQitHAt1s53I6pBwuxaw9q6siIjPNzv/c45v2MLLpy9y9NxIOYn6WxiDQPTTDQIZCW0lO+9iWrDFSqA57AawcX10QJnz6fwmxpuvVuVCpH5NMdsluHyZYiz50vZm3d3XXh1E7OLFNPLDNV2jmpb9ZeHeSmCtUOaDQ2mtg/TriIgUvTlXNJy1Q0XftdRJiuLNRcp5pNEqB+N7YoIYYNXC1wfLpCNS5RTni10tG9aqG3Q1KdGOrOzDNOzDPsUgN/uo1nz8MUXQzz+YogwpndPg9co0OzncOs0d7mSAp7NAkyn7EekqKNyFpLqXfK8TtxhDrepodJVfau0mjHJ22zYaDYsqVNZThPE7JElfpc44Yh7k1X6lwlgV/VCcz8h/UisB4iIs1OVOHmoDvF05zOB6FWIvi8RLlR6nb/fWtjq9Ux5Tly81HB5yG4pfq80dX5Hikwj1YbnHA5kuK9kCoWUF+6DSZEhgjqHXWPaU/U+cqhIDNvoopDF86pTZQqY55cVUYeEglSThL7H4apHWgP/G4gBR0w40v2Uy/nXMljNoWF6RUNHASOvyXfIZMKXKDU3RmmFKK0IOc18OatQmAAu4YkxxJa6IhJJmOYZz0KMphGW7DS/JE6+hOZr0CjamRZc00LJrrGIA0+SS1zUO64yOSQUt0OpYSC1hchsItbFJU1BZ8ZzUYH5sMDsukQWm+js1dHdq2MRzDAPZ7KP51laalvsHJaVoeJVUPE8ESaSQMNilGLwaobp1RJVJr92GMmzUdi2fB7lMoIRp7i11cPNbdZIaZhMc1ydhzh7NcdkGMKqs3qGZzxLuq6ZMOX5ldfV/CjB4hWHumrAaDdKwZPzfF7vKdHy5JGF40cmylRGIOJYzDFHoS/kvCgEH3ZPJ9xrFUh5P+e5UXlu0el30d3sSvVNRjS4zj1BCN2mi1adcwKaW4aJDGY3D3x0d1xJnLK7erHq5OVr5P6Kgs16wLSYkjTC4biOWkt9tgUiShYrMpI6p3KrxG9i1a+i5hPHyyGqwqeT1MPvpZAVeE2uqogkBUP0uq+J6YyJeSZIDTOR74BjO7KfYlJ1PIik6oJmwyIsUbDimMYLnrH4vKrxfM76LFbccG9IIwWvC35nNaQxjc81QTdzn2Bwr5AUiMYhYs5VtBilnog5gylyPoRzdmKbpTrv15iUrCALK4gDXUgANA03Wzka7RxWhbjgKWBSACZ6kYlH1kfwngBES6BWMaRqpV41hLxUqdCEwPeHcwfeF2041iaqzn1oeRenZyc4OT1ReGyPHarKgMJ+T9dP4VYz1Xe/7QjmmQLwgvVk8vfybOPJ0pwltMpUUvGNli/n/ukowmwcoVHV0GmxXodoSAtJaODwWSarKHyURVVQvrbBOhumg5n4oVFuArc+xfatHLfeYAcxOw9ZR5Li7LCU+opu4yZ2+3dQr7bEFM/36+XTU7x8eiZCIjt3edDm0FFaPzgkpwlllYzRTWJ4+ZnEK9oFZ0xV6LJMoQfwvqkSSBls24dtVSQ9xDMpgwccTlII5jmaA09xxayM8lt7NATYuL6g+X+q+m/1Kgx/Br06gN0co9EC6i3g+KNCVha5Ygx0Gzq8zTkqvSXcSqqEp7wOPSX+ug5bb8DW6qorvXAxnlxgMDpBq5Hg7Qc+DnYdeOz6pumO93yDIqOHMPJwMbDw9x8t8PcfqwS/DP9NJUqpDKEyg/F8QsHFrSTwajT0l+jtGGLCn4wSMU0shg6WI0+eTf2bEeobqq4pTQOcvQLOX/Etolm0BdtsKHohjU2mKUtSQzwzaEz/ViU1GcVXCJNLxKGGaMlZoYGtHR29LQ7rKf7kUjszOOfvRMocxR2iQpdI0iXuP8xw/2GKg/0YO70IW40UVmbASk08fpLi8dMUr84MnAxsDKYegshHSDw+01MoUedzvG1L5zGMC9juEPf3Wri338I7+zfwzv4tVLMMi1cvcPT8CH/50RX+8uMraPs6sG+oLkMmGRMTqWEhMWyMz+oYndUkmdjZ0EQAzvUL5NpABWtCwHdrqFVbcFn/RfyuRbw450fKyEvTAQVgqZ9lIcpViCUFYPYKNxw0bRMeUbUMAAxi+XyWvDdzP+5ZKOsOcq+ClAKwWcf3mh1ZlhEi1ae4Xk7w6fk5ng4HcLqWLN7XSL/gM+maNKMM2NlpYHu3gUaio55qOB3O8eR6jKNpDMfuwna60GNbqI13fBvvd2w4WYB/fnmIL85P4G3pcDe5x+jCMjaQFxaW0RJJtsTudiLrG7d38Z07t9CvmsiSEbKU/b+lfB9tnbSjGq5eDHD0+BhHJ5cYdAwMuiYc1pHZOnzLQJ3EEhiYkWjAFJ0Y7HKMJsBwDFQrBh4+cHD3lomrYIar5QwnZyWOjzWMFgZCg4GBKorZLorZHmw3giXXxAy5NkFehmJYjmPOyPsw9U1oqIqJhTN0Sd6t9nbcW8vcnoZ4Gh/EAKEGh5xRrgUo9U+VAH4dW5VnnQqAqTSfamkjDUD2HtaqAVM6fgsRaNSuVFFA+WxVYkkG6KT6xCvxkHv9BHoSwbFS1GoZej3gnbd8vP2Wj/0touQj+DyXRIZUS4XLC4TLSyGVcFHbIF2QM0+LVA7Hg1XuwMIO0mGA+HKM6MUY4bMx5l9O8Xxs4tnYxG/yAh8ixzWzUDTmMCkaAQ6fpRrrThTliiZAzv2U6Mi9JPGvqWgpFAn5HvK+S6GZwhb/x9k5A3q8VriPn8+Y0FYJRJV4XHdpqvd0nchdJ1rXnclKa1HvHQkVrFRei1MqYb1KAK8+qXWY5TWs9bcE4K/S3CpYssZNK6158CgLeQAAIABJREFUnfZWwug6tfuvUdIShhGBTwnT65pPiqs0NglZaIW1XqeB178fNR6e90TwFVHLWXXrpiIAc19NAVg6j5naXL12ERUl/btKa/LSXMVq5XWvU8J8DfzvhLqjEqn8GYLOft0PrITj9e+g3ks+axRemCJ/zBAAtQHOX7jPJUUspPGLe0tTkvaCj5b58boXWwnA/L3+tQD8GtUtpnF+B1QqmmEfXi68ZtTVsEo3l+yDNeDWO+jdeoDO/h0YlQZ0rwFbJz9Mx+z8BOdPHuHqxedo77VkNSobaDobCMYzHL34HMPrU7h1T8iKy/lElkHiwcYOvGYf9fq2rCKOZZllClvP4FjsftfFqEKxk7f+ZVhizvNnwc+BZguaTlUHr2q/VfqEulbVNUIhmCYuisBJwvcvVPWN8tkVcF0brmiA1IyUiZUpWO6jpQ+ceyeioFmpKEKFClORtMH7CHHzpkkC4QKL+QhpEoiGV6vxGV5FUVYFOx7F7AzOVwKw2l+o9Ps6yb7+8nA+pM4w6s5HTZS6YwqNRCCa06Srl0hs9Tuve455YuBPloADl/xxdU/l5JY6JSUmge+TUuDZuLHfx7/59kN88717mC0DzIIAv/nkC/ziw09xcTFc3Y+Z/rVkXR9+hvMvf43l+AoaA37cMFU5EK/7mM1CzGbqF32Nahbkcyl9RNoKiei6TJ3qSNgzk0FQiaZL3DITEjnymIOzAgVRVuv7/8q9oBxBa6b7VziB9UXMX1Vdw1IypdJpFr8gyiHLC4N9ZHQk8nXw0E7kWDDPJJGX8gCV5jKMsmwNOZOG1IL592YsBtJVZ1Rqorqbo7abCeZscQ4ZVDY3HemsnY1DzCYhkpnCo8rvQriMwe4mDxtbrgwxN3eqK2GNLPIEV1cJLi8T6S7lgCMMeBBQfTwx+wVD4j2J0ODhlx8yUU4lWtse2sRh+XTjs481wmiwlAOS33TELV0S16FliC4zhCepdEYRi8vBnFwdGXDvbhXvvFXHG280cPceu1pc/OIXE/zy51NcnE0E/9xuG7h9u4q7d6v47je7+N43u/izH53ihz86w+H5ErM8QaNv4Ru/28H9t+r49KcTfPqzKRZDhdtLKNytOggLnQklIn05PCqkm4KDMzrcg8sSwSVZX+xySuFvGqjvu9BsHVdfBLh8HMKxHDimi+q2iTqHkjUOhmJJHiwuCizOCxQx3dMKP14Ss1bJ0dsx0d22BJc5o7M/53BFDdC8OvvMLARRjjAuMBtmmFymggFrNBw0mhxaOzCIeEkjLOM5csSS5nGZoMlN6IWJbruGfr8ufQBhUGA+y3F1scTVeYBwkSBZ0tFRwqlbsHwehNm5pnodOCiiY0A6hSnL0WVbZKhXNFl+1YBf44WpYzoE5iMOehUzPk4o/q4GqPzO2aW4K2lcEGfcyijBriFNjBUqDcHBCJe4lqjyGoUMXGwmrYhIqtoils7ogFwQ6UdOvUolM+3AvZDMVQRhrTYa6n8qXc4hFHcz/K5K8sVUPXDrlL6YXQTzrjYnciNU9DfZQKolvERJ7MgwLytFyO/f9NDsu2h2KiK6Hj4Z4/DLsSAVs1EOv22g/5aHSt/E5VEqy2LincOSmA/cQobC3/3GFr77jW2kBjuoNTz5coTf/PwMx0dz6T4saAjRmO7ghEX9aoL1YycuS0yli4cbiQKVOg/LxAY7MvRzmgXcJpMkOcZXarDGtEsSqB/Eh7F8DtyfCkqHvV5M3kHw88GcgiGHg0wRsYPXRJ1GBNfCch4imIXyWdJEIwJ/yIeJhg7NDjvEW6kkwmJcYDooMB8p5IgU2BtcJVxHQ9XTUfVM1KoWar6tki01D36VgpQNzzVlwOn5TM8TfWfDhwe/8AQJy88/1zPMs4ksYg7ZXWbkKRw9hqEHiIwFInOO60Fb1rMvl3j8yaWIFHRUNeoGvv97DXz/9+pIkwjj0UKOCP12A7WKj189GuJXj0bSYffgQQfbexYaG5k4xM0igVEk+LP/kuKHf0ojUY5eq8CDO1X8wR+8jX//B+/gcjjA5fAaf/N3F/iv//c5Xp4FOPiaj607Ll49DXH4LBJnGR3d3Cut8Sxdz0CXzw6TmPwSvQ0DB/cc3LzlYnuzhp1+DR/+aoRffThCUISwGxkMv0AcGogjdkMbSEsdKbH85DIVOdyiQNXS8OabLbz5ZhMffbbAT/5xgskixdYNS1BZ+bKQVPeLxwW+/CxHvWLgd953sbNn4ulJjCcnMSbsmV9o0jHYqJYiALMLxndsBAt2kcTY7Ddx7+42mr6D6fkI4WSGvQcO9h84eH5W4JMnOS6GGeIoFYyc9F1zsBNxIKpQ8F5F4em5GeFKJhniaQoPBmq2iY22i/sPG7j/TkMSHe2ei7OLCT79/AzPns5weqTh4lQhWJNliY2tHDs3Cty55+A73+7g3XcbggOfTNiBqFJsy2WB8SjDeMR/GpiMKATFGI8iBHwucvAkmBX1neTQPM91xFmBkKkvrYRNo4KrocLuPEtHu+2i0/OkSy41I6Q6D3ZMfwDLQYHFVYGQPe6sgiiIAS/ht0pBN3JFHAhca5gPOSAmQj5DrcNkJ6A7PBDqCObA5YscyVjH//K/bsoKogXOLoZ4+WKBX/88wqcfESfDw53CLVIMafc87N9sotd3ked0WS/QarTQbrZlI8phPofNTFJfnRdYLGdYBHP58xSI4GiIkCLSUsQlsb7itYatAb6hYcO1ZPUrFfR9X7quatK1W2ARZvLcI4aat2xDZ6qL6L3VIYHuw4RLxzIxsEyJR8swnEdYxDwQMnFiIisDZEUA08thSbekgWrbkVQkEflEnvJRRNMi+5s48OXe3HJoBMvQtltoO21UxHhCkiifOexJC3D39gbuHGyg27JQJYUFCRazJSbTBV5dzPHqfIF5riOEhUUKXC8SzOIcO80Ktpue4PRYJ+E4uqRmaNp5+mqMJ0djVHUXVcNBu6KjVQF2Og7euruJt+/28ZNPr/CTT67w+HCG45MASWaiv91Hu9PCmN2n1wspzNQRi5FxOQWWU+LHmTArFE6b+Hyq764pGNSKX6BSXTsX12BFYr64P1buVZ3CMUp061XsdNvYbPvo1A10GiY6zSY6zQYmV0NcHl9gOVsIOYTC7+WAGHUmnTUEkSGHSibLEuJptRyJXqDSNeB1eXjm4UZNVcTAY1J0NlAsTaQLA8mMew4NB+8V2H1Qyh4gmpeYX5uYX3F/UMHmLR9bN30YGpHTmaRypmMN1xcRTl9NMLxeqn5Sh9cWu6E5yFQCBQ9uvOb42tfdqxyIWBShKzZq7Qq8uov5eCmYSx6EaeJo9Bpo7bbR3GphMpxiMphIB/byei4IVzlYyziXvbasI6mgWq2og7p0WeUIgyWCMFCOaR7UNA6zaO5SHVtEF7NyguasxRV751IRCTfv6ti6xwQr03gOzg4jvHpCA0OGGhPtvoEytmXZXiorSlPMQnYAl2j1TDR7FkoejmAjHKZYnoZIghSGb8hent8bVo6EQSLPf8O14Xer8JoVjE/nstLrAvlAHZob+xaqfR6GFVFmesKV48Z2C+9/bQvtlodnz0Z4/mykMKazHJWmhu6+jmqbXzQPhWZjMJxiOJyKUNVsMjWpS1d1ssgQBBTwU9C8zTQne4TpSOaerkNzYoe9ygorGy+BdMn+WCAmgWipBGAKEbpNtDypNzwnSvmbpB2VCMdnBAULflcVLYr7E9fWQcFsMkrlz9SaQLOjo9+vYLPvYXgKDM8oIKZisoqyFCUNxqx9kH0oUCUelvcBog/oEcjZCR5iMg1hOgUcVs0w+Uizm6ZjclFgep7LZ8G9pFXh/lYNSyhwcnHzppWZCOZ+wxKUXMyO1YwC16rzmMNPzZAu3ckVhdUSZuHDKCpSpaFT4PBi6E4MzUlEyKO/0mHKef2aKOjxvlG3UWlYIgDzdRMBnQ4VLUivADpFYA5LCgof1FtLqZ9otH1JEc9GJJDESCThR7OZgWrPkWWQelKwXzPGxRFFQTrvVXqg2aug0fMwX4SYLwIR5hsdW/aDupFKZ6MMTEoLZWyiCC2EROWeBFgMQnRuO2jfdpDb1J+5R83Z7IWKVmKj3sFGrYPrixBHxzMMLhLMBhSVNLR3bbR2bZgUMhoU60tEMw3xQkMyK5HOS6lZSBcF2rsW9t52JPkr8n9S4ugLDcePiZxmByH/fYy8XKDUF6g2LFSbTHkxdZojYdJgwQ7k1QxCA9q9LjobXbhVGwadORz85LyXBghn3H9TYsigWwVqLXaUd9DbruPyeigrCon1I5nMWFXbMHGosIt8Tsg+gsddqTli0jyDaXPQJL5iMaWxnoj7+3qtgUa1sUqqEGsYYzYPEUXEbK5TUCpVwsEmBW4SJXg+ZTWHzroYIxYcfL1WkZDBdNWTzRTtYqYhGGYIR+zG01CheMnrngJwTUdGBGXB82YuCOuMSXHinFOKDRz8U8Dz4HieCPyL6xmCIUlMNGFkUkPT2GhB94A4XyIrIrnPkkjmaD3Y+gb0wgNIjRNU5RSlNoFdH8Gpj0WwlM7OvFTI6kCZRigi1X0H7YYL1+Y5kqI6TVk0JNtIc02WXjTgYAdlUsX55QXOLy9huTRm0dxCCoHq9OvvuujvOVIXRfMF9+zs9l4EEcazBItliZa/LWseDDCcnUAzI3RIGOs40KTzshT0MBHEhNfwsyYl7PrCwtW5Bct1YLsOLLMCk1/c3MZiEcnavJlh62aOzlaM1ib7NROpVBtdAdGshnBWR6fZR7+3Bdd2kbJeIQhxejjE2eEQOpGNdlXOpBkNxCT6rPoM+f9VpVIiaH3DVjVahq3EdO6FDY2pWUfO6+wQJqHBtWtwrJoMnnnf4LmcZDziYOU7z45UMQjEUlNFSlOz461EPN5/mUy3oHkT6LUrGNWBYL1NJ8H1lxUMvqwgDYmaNuDUMzT3F6hvL2FZOSw7Q7poIJm1hUawnLIOIEez1UWz2ZFkX17O0ajH2N0ssNkGGrqLuu7C4OvkcD22EYYuzgcWfvZpjJ9+GiuaQlWJBzJ0lbAKAySsalJJYBjcX8+kA3hz30Knb8h9kYGG0WmK0VEC1y+w8wbQ2VPnEH5XL44cWWnkQwc/Yxe2m8J2MgmBcAhtmgrVbZnsbO7BoLA3eCmLzzp+Jzln6HRNdLoGOhsQ4/FiYmF0aclZRMwY/DxXFJXNm5fo37jErf0ENzc1bLXUOZwUwEdPSnz+pMTptY3rqY9Z4CFLiT1nKIKpfp6XdJlrUPBzKtfw61O8cbOON27V8ebOPt7auYVKnGJ2eIhXz4/x559d4y8eXcPe0+AwqMF9U2yB0UbZEWs6hqcNjE5JRLOxsWWi0giR4QxpQaG7FMOHbbpwSX7xXXQ7Lpp1B3HIih8a9RJZHH/qFQ7DgdlVgNlliO2Wg+22A48fGxN2DNHMOdvNwds46Tq678JqVqF5PnhiZZHwDcPEPoV4moG0CaIixDCJMS0yOK2qrOWSJtEYk3mGybJEnPKMrUtt0YNOB290uji+nOKjFxf44mSCVG8iM5pw9RY8o4UDX8c7DSbRp/js5BjPBhew+4AlNVItSdzTrDGdzhFHAd5708F7bzi4123gbrOFhkVcyZgoJGjs4jbqwDJFGaQ4Phrj+eEQh9dTzDd0WT7pcBYx2CUc2WNryF0HiW7h1YsAr54TYV5HtdZGs2lgd3OBXjvA1SLF5TzBq5MML1/lmIU24NYBvYlyvgHMN6BZc1m5PkHKTveS51cPOWsV9F3Y+i7KwhPqngROSppDEhVmkdmWQvVKp6rM+ZQYLB30IgIrGs8ak7oWgdeawmvksIhXJJTxi6bQ7QrvzHRepva/GhOxal4rfbIijnLnzdlGhNlshNl0BM/NUKsWuHPg4IMPqnjnjRp2ulXsdqsw0pcw0hew8hRWznu6hjRbiFCfl6Tl2MpgqEfSz1upbMF1N+EkNdhxDeHjcwSfHGJ0uMT10MTZ0MYjNPCorONc03Cp50gMQ8x6JufisxD5nBj/EeJ4JOcRBtL4fq5Tp5z706FKAZjhDDk70cDK2S3PO2WOet1Ds0VzUYHFlDVW4ev+3HWIZq2vrAVSSebKn1fpQ9WFuhZn1f1MQNuvhfi1RLo6v64mvgplvBZJ1//yK5FX0S1X40d1o1zdd1ey10r3WaeMv/oJK3lnJfBJmlgaJFnXos4UihDJ/79KgxoqccxrkehnzrX4XrE7mqEWisF8X8UkV1VVfhLIkp+t3gsKs0RpS2fumtq0MlLxOlbX8vq10zRvw+J1t+YQr5DS/GzW4jKNPwzX8L0S0/Ealyl+ZfUcopZGc19M08FKADZNhZJeE+FUylh9DtJxS8M/EdDca1HIlp//FR1ZvYPqXGNI4lQOwWqJ8EgVjQKjAdNvorF9A42tffjtPirtvuqoh4np2Rkuv/wCV88eo7bpobZZkQCImVqI5guMRxdI8xh7d+9h985dnL18JkviobUq7Hob/c172OjfRx6GyKIQRbxAkSxg6RnqDVI5SAJi1zsQZ6asjGQbSShT7lQGNO4VODNX1TxK0BYdheFHwZSvE9GKCLBGw69pvK/NBjwtSE0mg0+sifGgEwHNfY34j5RBnHVlOnvoGWso2UE9xmhwjjhcyDmh1e3AdTbgOH0JdSwWC6FQrY0UktgV8VctXgNiPidVbnXtrw0rrLhjOJK4KqLgKYirLjUiqpV+I9BNmkFotpc6DupFnOyvAn4MpWoGrDID71ZSY2Qb2Nnp4fe/+Q5+5917YsoPkhS/+fgxfvarj3F+MVKiOrvexaRmYvjqc1w8+WcEk2tolrnSeVWgWr2Y1R1Fvv78EFYpPzEhigBMrJZCNQSsRomUeEJBISWqOExEAJYoBNe6tOh1kbVyL7yOSK8Z9rJh4+GKGyDJ+yh13OQHpW6KHOLypsDuVi6bN0+LeM1MOsvYU7UySYLmVLK9qfkyREDkMpM+jLYQRcquIG8rh7eZIVvkCE8VmrWx78oanS4xPlkij6jTsz9VF/QX++J6m64IwN0ND72eJ4M3cuLZq/Py+Rwvns8xH9PxTyM2RT4Oh/iAVKlI1aHAjlX24CSwfYpgPjo7VYV9zArMRhFG54HcGNo7VTS3KsisVJLB0VmC8ChFNKGDVvUNVjxdBhdvvdnAe+82cXCrif5GU5xvf/7DI/z5/3MkggfTpzvbNu7cruDgoIKvfa2N977Wwp/8b8f4kz85wiCI4W/o2Drw8M77bdy4VcPP/+oav/ira0mcUiCiwKe6sUoUZoaC/XR02ntEJ1lobzrStTZ6nmL4IkF9R0Njl2heE3aTeBzg7LMA558FaG9X0N724fUM2F1eMpn0/Y7PQ5SBhjKgw99EnirMnFHNYRF319FQ72hYjiAIVg762j2Iq5Pir1u3MBhGGAxDJdTN+IJ1NBuurCw1paMoTGIEnGqZMRpdoNbS4RqOdIDUvCpqXl2G20zdjIbE0QS4ugrkMM+DLfuMfSZ46vxiJ0hKHmxVel2j04cTY3Y+SL92ikZFR52dkHSLmewbLnHBntsz5R5XsX9+vUpJLghK0aCoQYTy2nGlEOS8+fOqWru4i4gpn9UBiKl57v2a7NrSJKnuOBbCeY7JdYxoloF1xnLmW4XlKf7+CwFYMNYrwVkMBivxV71KJfqviM+8p4nTTZ5Da5MHu6XowJfWYoVy5aaC3bwlv7vEURXYPHCwc99DtcmuERdpbOHw0QivHo0k3UF4ULVnoHPbgNsCBi8TDF+mYgDh78ShTzjPULMt/M/f2sO/+/YespaBvKXjN7+5wl//+St8+Xgsw3r2yn1V56741vw9iHxh6supeAqlbdFhFkuCywWxkzb8viWLyL3LsyVmwwLBaoDFIRU3s6qbg+hXOtE82I4lwyCaPOJlJv2muV2gYD8dMfoWU2I6wjkx53Ruq2GRdO3pphy01kP5JIrAFUwKBKNShrEqbaaEJxplPFcTB32Ng8KqrVatIqmhSoWbW1OGsBSlXQ6GKP5WLVipCyPyZLDGRBvH26PlBOPlWA19iXLjA7CIUZYBQmOK0Jzg8rqNy0ELL58EePLJNSbDQNJG3Y6Fb32rim9+s4ogDHF9vZBBSr/lou5Z+PTpQtbuTg0P7rewd+Cgd1OD384RTAMsp0v8xX9LZCUcCNY03Duo4Y/+8G380R+9jdPzgayf/MMFfvijcxxfL3H7fQfbd208exzh+WMmJJiYWA8FlABTY1LBLOAxKWkDWzs27r/lS6rW0SuwdQ+ffjzEJx8NYdVSbNwEqj3ltB3QpJGxW5HJVNU36VdKbLVNbHdM9JnK7fv4+58u8KO/HGM8z3D7DRt7tywkRGlOiA3ScfSSzy4NB7cgCeTLcYnLCftuSywSYk00tJqGHFDlWERDRZFDI754p48Hd2/BM20cPjnB5ekF9t9wsf+mi9NLHc9eAtejAsuQwmos2Mw4I+qPJiGiQDT4fim9kKmkPzUYHKjlGmomMbTAVtfB2+/38c4H/VWflIYvHg3wj/9wgi8fz7Gc24gCSwZ0pFPdOABu3Qf2bxg4OHCxu+uIaLbgIJJJr0WJ84sEL19GODlJMR7bmIxtIWRQ1C6YnWSFhM3rV+Fd2d9GzGaclgjpHtdLqZzgYL/kJDsp0Om42CDGukk8LFH+dNSrNTzJMDjKJGlGeonl6ejSNLTL2glWEACT6xzXZxkm18TSq1RFd09Db0+Tnlv2o7NGopjRke7gB3+8gR/8xz4+++wSP/nbI3z+2QwvnhU4OSrk+6SqB0iYMNHrV7B/UBdk4Hw2w2I2Q6velRUtU8zGC1xfzgV3fXwSiWgs39+6gUrTgunrSPRMrYxpOFZCGvB1HQ3LxJZrYtO1seG62OAAkodyrUCY5BgtMkwo8KQlyf6C4eHi9aOtEnTEJDL1ExUW4tLCOEwxINKXXZ+ZiyK3YHkxTDfGxq6JzX0bjY4lOCOaSFCSB5vId5qL6aHlxJB/2n4Op5Kj69XQq1QlhanMjJokOCzDwI29GvZ36zBN9vpEIvyenA1wTqd1Wchyq570NvI78eR4iqPLJVqO6gezpesdqLJ+o+HA9TQMkgWG5E0nJrTEQD5Lkc5jcGz3wRu7eP/BDp5PZng2JtZ6gVfHSyzmOmqVDio2SQWppMa1IoCOpdBERlMd0znF8kQGomtcVs5nuhTIGKh4BbyKQndxH6I2zdxc0/lKA0YiSV/u0Ta7NdzYbKPfrqDm0QxmoO010K40cXp4iRdPjnF5McZgtMTVMMTpFXB6yX2sg9L0RHw2Oex1UmgkHrGft21Iry9Ffg7rxYXkFNDcAsFARzDUEI0txFMb1ZqOO+9n2Hsjw3yk1ugEGJ7wvfSxd6+FG/ebaNQ0WfNZickQuDoLBOVKU6Lu6iKAqy5g1XvJgysd0uouq3BX7L3jnp73Gu7JmvyuthwEk0SWkACiApV2Fb2bXXRvdpHGCdI4xvxqjun5DOGSA0YKzXTHcz9dwvOIe/JQ8W0RN3l5hWEgS53L+Pzl50EUdCHPLxpVOIBhqi6Z6ojHFHcLNHdzdG6UaHYbIkSfHIZ4/ngmYq1fo1mGhzIftl6BxroHPcUiSDCZJoJi375ZwfZND3FMcV5HNEkRDSMkQYKUtSJWqQyJDVt6xjgE5ZDJZZ+yX8HsMpAOvJTdYleqI5YJS6/LTQC5aDnmJ8D8tMSNHQrAm+h2PRwfT4QKcX2V4PoyESR7d8+UvSjF7NKwMBzPMZosUKHRrEYMOIXZUsy5FICDZQ7dL2DW2clMI58Jw9JQr3P4RHGI5jqmfynS8T3UEM0hSw1qTLlnweRwnalctXfRiK0lwYGD1qXy1HkNDZU697Iqdb6cZZiNeX0UqHeAVod7Bg+9rod0wW5IBxcXAV4dT0Ug5axX80iiUedKJg3bXV+SaSS28fkxHoeyKCorbC/viWqDOr/KMb8uUGVdEM8nNfabqnNvMAOCKbtcQzGr8V5SayoKUcxO44znG6ZjVeKFyYA01EUEWo41GIUDnThQpvDdFIaXSJ+o7ibyHnKAQAHYFSOgGoUxpUAzTa3tYjILMZ6HiMcF0qGOMtZg+SWsKl+TJt10fkVHm4Qpnyk3R2gSi3kiqDniEXm2ILLVb7vwWy50CpVxgfNXIY6eLWUATrHOrPBzsGVRbOTi59LqMWFKsYTDNQ6eSApir56FcmEhmWoIRjHSIEHnwEXnwEFG2kOpHPS+XaLGdHVWg5vVxCh7djITkT9c8KIw0b/jYuO2C7OayeK5fXSSyflMk+GPIWa0ZJJj65aDOx/U0NgwMR8mmFynOH+l4fyQn78Ns7RRMtlHhDUWqHdNNLqWXK/RvJA9YzpnElERRGhwbbRaslx+Fyrs6CP4iBjiFNPBDNPrKawKE8cWWn0PG6yIaFVwdqH2mkxHrokIMvwjrm+FriQ1ajlmzQOvPQq/mSTb2dlL8gwJCay5ihjZLzTU/LpUy9Cox5nJfBZhMgmEQGSYNnSDaQYmDNbkMfbh8frRFLWHYpqVo1ZTBk/+TBrKSMGaT0pJAM8vU1mkFPB3qnZNmDVNROCM/dBlKgJwQrIYSUgclBUWokBHtCRhjUYrT3Da88sJloOZmL14vmltNdHda8MizSufIc4C6UPmfrJibsG3tqSDncNGnkijeIA4HsJtjeC0hjAdErdU+kcM8iqwLgJrxXFR9Ti445k3QBpHqDZrqDarMnMgoaVIHOhhE9nSxnAywWA8lfkAzy5EJ9JMbdkl9g587B74SDMOY3mEJfErQZDEgl1fBgV2Ng+w0z/AcHyJ04sXYirobVro9Cy4TOIxmUbKAPc4Y5IEckwHFK09hEEFdsWCU2HCwoOhM1lrYbmYY7Fc4OYDXVa1xYT+VNDPV6c6hpekcnShZR1JgtdrfK/Yw8wZWoqr4ymuTiawLR+VSlMEFl6rHApLhQ9JXtKLzPuvEoD5nq5NktNJghk4vVikAAAgAElEQVRpE4aNml+RPRfTM0QZ2kYVtllDlpZIafgree/mIrnDhSZ1DcRBh4LR32A4oUdRj6K8g2DB7zSNsWPYrRHMGkUkpt1CjJ7VZeUxiTXE8Sdo3ZyhubMQ8ykDFMthE/OrNmbE0g8mmE8X6HQ76PQ6YlDz+FxuxOi1Q3RrOVpWDS2rCo3D1aJAFJK+40gC+JePMvzyUQpWW1SqKhknUgSJIUzUMjGc0oRHnOwEhT5GpZZgc89Ed8tQ6dxQx+DVUmoe+B5u3qUATMIEEaM2hucVDM89SbYzFanrxMWn8CrsUlWoUtPwYTLNbDbhel2YZhVXg2NcD48xn0SCiOccRGgcNQP7Bzr2DwwEcwOTawPzMYXOBKzP4x67yn129zn8zjPc2MlwsOOi37QwH5FQkOLzpyY+f2rgclzBLKwjSmjaMKEVNMeUstYCmumEqDTGaLbnePdeAw/v1nF/cwd3N/ZgL1OMnh/ixbMT/L9PhviLpyNUdzXUdjVYOtOvxOlbCIoSQVFgdNrE6EwFS/rbNvxGhLQ8/RcCsKTnNBrQHexu19HfqCKJuK9LEIcUxogepkmG5Ys6plcBplchNjsOtjouzJLGnRhZmCIhTYTkkQJImH6qMI1Wg+5WkOYOstyCHSdwogSOFcKxQzHd0MCruQYsUp4qVYxnseypJyQFpuxfJE4zhYkUX7+5h9+5tYfBYIEvnl/g8eEI17GD64i0mW1U/W3c8jW8VQ3g5mN8eXGKw/El7K0S1lYJx6nBMZooE/afxyiTFN/9WgXfpSHds9DRDVRAbOlMjBam04Np9xBdTRBfjfHyYo6ngwCHywhxV0fc01A3HTQsBxav+TQWE7vV9FA4Nh59tMBnHy+xubmBO7d30SWlsHIFxxngYqLmCYdnGQ5PUixiD1alDcNsA4u6rMKYysowR4K5kE2KoomybMHUtmTR4CH9qNK5SbQ5k4oMjCi8uBA5VylUlXgjIU0RPeTDpQC8qp9TYuNrSN5rLVCpDZyvU9yhwYXnJs4JaQykyMvndgmbyHjTU4ImDZ45z2EUrZfIixHyfIhOp0C/D7z9po/vfqeNh282UDMceR/j0VNE4yfQ0wQWMc/cv3FWy7MZu+LhItdT5HoEw2atxg1UrB1Y0wIW++w/v8Ds4xOcnpY4DBt4GnbwhdXA51YTMcMSJu+drFlyZI5C8Sya0wgwRBIORcxh/QOfmzwD0ORD81qJWEhJTLtKDEcqN6l1cD+XqwRwqyLBknAWIZyz01PNh9cmIBFLVuLkaxGY79wqEawqN183d64Siatk629Hc1efyhrvvBbUfvufSphT6hbPtmvN8bU0uRK+5B9rFWz12tY5ot/68NVZ4bfmxmIsWNUDqsSuEtfknr76OSKaJkoLImKe+zDp4M1oLqLhhXhcleLlz1oHpmh8olBMkU56WzkTEtwyZ/Qrs9AKbc3rlYQZ7rGZdF/3Kiu8s0I2UwRep0/ldxBRct1bSzGbf47P7BxRyLqNWJLLTACTrMI0pojDrCJ5nQDGa6KEEpr/ZQfwSstXqXqSuSgAr1LUa9Touks7Zy0VNSbXh0fht7uJ7s5NdHZuQDf4rLCxuLjG+PkzjF8+g15NYdRSlHGOIqApkBV2gdSG3X/vG7j33jfw8tOP8eKzjzFPlsj4Ptca2Np5C5s7byMLg9WaIQ2nMLVEzmg8o0vTIqmX/J7BQwFbENW5INFp5GAfuSICr69vtfddB0SVKrkmEShzworxUajPhFhu7m14XVBIpu5ic/5uu0LdY2e5CPUU1fn3UXsz+JlRUI6xmI0xujoXWmV7o4d2rwfP7cNzN8SougxYe6IEYL7ngn0W8q3qHpYKlxWyW13/X5FOKQDz/kmhm0ERvhfqvGOLkqK6uWky1OEYrIshmYfpcZogON+wYKzIfWaZwKIhh1ZVmlrbdXztwQ28cXsbcVYK2eLRly/xm0+e4Ho4e004EHS8YYgAfPmMAvBAfodSvgzClaf7hq1yK/zLOoItjgRGhdW9XRBvcoNiAoAdTpr059CJHbNzak4nAMWxFa9cFHL2zCnUkGzMpLeWX07lcF3HhDl8oJBI8YwuFiYMVn3w0pNjuIaINOzzJWqQ/U98PjEBqPj5qwRezgMSN2bcJJdIKcrIX6M+NM93ZJVOjtLhziKDtiSIvkRZM4GaiegqRXSdyiCJydB600F/o4VetyFDSxo/Ag6wiUgL2GFMRBfd+Akms1SGh0yM8GBFLC4fOtxgMwXDPmW6fB0OmLoa3Ia2Ei1NLAc5ltc5wmmGeEFGuYHuzRqauz4CYqHNDOFxjuhZjnRGgEoKzU5x676Lm/eZYqtia6Mqm5HBKQfcTCQvcXG1RLNuoFk34TslPCtDp23hva9v4t2v9/Gn/8cZ/vT/PEfu5rjx0MbGDVv64fhwevSzKT7/2VQ29SYL0BikFiRbIskBDhordXbEeXLTLhKitzLpuWNiePOuh817nhygJ9cJFuMUi0GK5TDD7sM69h7W5fMmJoyY5uU4kW5d17LhmLbg55i0ZI9RdUOtXCQqTsZtIHJhC5o7g1fN4dSJFdYEk8hBXSADgRXmzSbSl+kv/kx2TOeCBq3UC/S2dbQ3DLhGBY7hi6N7esXEZYqI6Y1lgjDNpGxbhowUEjxiFmyYni6pnDjnUEulBXjiEUeLHEqY9uatjykuTYZI3ChzqMmDO12wPADS1bROVQnOjOhGLnE58e/lsIQ3DLW/l68j/8nvGwecFHOkJ5mYAA1OnS5cpumIFSulOzhZ0Oyw8uDQuSLgYIX+ZYqUWC/d4QGOf04hSyh2sz+CZKi1UC1uGrq76bTlWokBKvFLHPQagrCiCPBn82XyO6HpaPZ1tPoGuns6ujdo9jAwGhgYXekYvgoxfBXAqbAn14PT0GHWMxmypdepLLvmy6KoOh+GcNMcv3+3je/fa6P6ZgXVN3x8+NEY//3/OsYXj2ZwfQoHHBypQbAwIjUeDHNkTE0ZQL1dFSxzEUdIlwF8U8NmvYJ+10f7Vg3tgxoefXSJRx9dYHCeI1oQkccRh+o8XuNTNHakMGXO9JtXSs8dMd+O4yAqIyzzQH2eTHrTfc9eOyaaTYg4yENgt9dAr1/Hxk5DepjSiPfWQKqmLc2AY1AsswVfLT1HRSL3F1vnplmXbhgiQNlxzCUJbMFLKFoBETQytDUphpUYXECQkqxNSPUS04SpO6YqC0SBQjeZRgbby+D3YlR6Mc4vXJyfO7g6zjE8CsHahxs3fBzc8vHWQwdvP3RxcTXHsxcT2Qjv9mx0aiaevAjw5EWIvR0fD+7WsXebQ0VdsNJXF4HgR3/y31P87Y/YPZajWStx96CCH/zHN/Ef/vgNvHo1xeHhBH//T5f4ix+fCa75ztcc7Ny1cPgiwqvnTMYoMwLvYVV27zHdT7dZmaIriSMdu/sebt2uoV5z8OzTBE8/TVCtlPA9Drk0NLc0mPUST88CPGOHOA09FJekLztDt2Pjg3daeOsek87c0GX4h5/O8Vd/M8NkUeLWnRq2dz1MmPQ6myMM2CvhSfcEcbjsTF2GTPdpmEcZFlEOr6bqBATbyc1KmcPKC1h5ic1OFzd2d+G5FYwGU8zmM3S3S3S2Czx9kuKTf04EkW7VS0kuL4IUS3ZvJ6xaYB+3hlaHuD52FwJ6ys4mCxXHQkXL4JUJenUDD79+A+/+zg3MgkxQ1h9+eI2/+fExTk8CbG7Xsb1Tw94NF7v7DlpNoN6g6MKejgWWiyWePy3x/BkHf4oMwn7R8TjDfMFkKg/uTJkqBCgFYBpkKHZwQ05TBwczccT7iBq6s7ex4qv3i05O3s+IfFH4Fx2+U8B16HploYeDk6MAL1/MMBvz8MVBrIn9BxXsveFjfB5JL/ySYg0TcSF3PexFN1DbKFHfUC5R4k67TQ8fvLeB995uY3NDR7+n4+c/vcZf/+U5Xr5cIqRIUhDBraG7xeFVBa7nC06egwiKcdNhiumIXfEO8shFnvCeyg5adiIKuAOZXiAzClVVwoSlrQs6iO5gotCoBbVsF13PQ920QHiEz9trEqGk2z0tMMwKBOyHL3IkRSkkiYhn95XDVFCdaSn3cUIIuCoc8roVEeNHw6VgcKPIksFKfSdDYyfH/v0mDt7oSPLQZftioaNchigXoXKqux5M3UGRE13EvVuIrFT3z3QZYjTMMBxyeO7h/Q/u4oOv34VuDKCbA7x4NcVHn87w4miJSRAjSBK0+yU6/QJ39ju4v89hiYmT8RQnQ+LHY5wcs+9cEyoGkeI39k3s71vYvuFi66aH50cTPD+eYHKVIZrQdG+gU/PQrnvo79jo79KVmmM8jzC4THHxnOlADTd2N2Q5FYo3IWI9w6jQMUwLXFyMcXE+wugiwuSc13mJwtGF5qC8jTQzsS/SgF+xZNV8C3XfQN3X0W3a6DZsSa5Ly19MQgx74LiLYdraxNX5EhdHc6mYiGIeGplWAKZLwPT5HGcXLwQnzk5X+VKYNpZphoWg3plWkopL1c9c1zC7LGTFUwfZooJqzcTNhxl27+ViOOKzMxhBROK8YL+56pahMcljepImL0MRdRziuXTiOG0kiY3T0wnOziYylObhmzUNFZ+kCQ+j67mkqQ03h88BVZvGPAOObyCeFLI4TF9MCrh1H50bbbRvNFHksQx4olmMaJogihJEBUW4XHo8mSxdH+CZhqvU+PcqRB4X96xcFIdioj5p3DvNMb3MlemWxo5ARzanoAf4nRz1DWDrZgubN1s4frXAl1+MRbxuNkwxGDDBbBnqwM7D+px7/FEi+7rbb7Zw8GYbs0mJ6YTiUyzXfBJHiPUYqZ7CJDbUI7iJzx4mDDWYxNdbNsJBiWBYIh/lKEYUf0o4XR1mg+etnFEYBFc6gktWFNTx8G3WJbgYDkMMhwGOjwOcHC+lgsfvaHBqNIRRmKVAXyBKeF1ShCeO2xD8l63ZYoilUzozEiRGJGcrt1qD49K4wC/NVLnO2X/LvfJMJX9FAJ4pwd+kAYKHaF3du9cCsF7YMGgsIdZ1lqt7d1uD32JyT0LNkhbinoK/L6/pak2JnL6no1fvoVfv4uR4gU8+PcfpxQylp0FqF7k/iXnvV31fNHh5NdXJHdEIGKnhkAx+FHtPBm/hlK+FZIYKNndqQlXi+0S0uQzVRxReljIAoDGRaGbun0mlSAoOl1TPKdO4rA3JIhPJgmcTdtiqfldBfbM/zkthuBkMl0OJUtB+lk1xn3t3RcSggN7uV0RonC4iTJchwmGJ6EqXbnOvnguBJgxZ1cLnq636HE1TcOTsHqZ4zKRqkIaYBnOYHp/tvgwNk0kh6+okwMXxAhGReTVIr70MyFz+fkrUdqtApaaM1kTTzqZMpiikaTYzEA8MFAHnBDRFFqj3DdT7OgqDRmAKLTo8khgMA4tjiGGBZ3I+91kpwP0Dqww6Nwx0b5ioN3zUmH4/j3H8eCbJVRqD7aYFLSqgRaUge/fu+pLCPn8e4OIV+8aB+VyTxLWDOgqa25IJ0myCKrus2zxXWdByG3nE9DkpOkTyqQ5Qx62IuZOmSbLU1BmJRk0bU1ZIjJgOtNHbqaPWdCRZyU2S9O/NQ4W0XCHZJLChaYInpqiTcl83p8mjQA6V9GRSl8vzLVkcGjIJwn2+a/twbF9mBxwQLmasFopFeK83aqg1fDhMF3omkiQWcwtFLOl800rU6hbqddZ8sFtapVSTiMnPAsPLTFZwXSC8LuDTfLPloNGnE6eEVimRZOwlj9TAmYZVzYJnV8XoMr7OMB5Q3DLFOMwamuBqgXAYyJmQKfJqp4LGBk0sJXI9kOf9cqG6fK28CStrStLUdf1Vp90MRTFHpTOB152KgUmVb4sFV0hYMiRn521mAZklhv7pIBBhrLffwMZeA5qdS3czu8yTgY1kYmIZZwhids0psz9TsPy+8RlJka+3aWI0yDEa0lDDnm6+Zla4RAjiHJu9m9js3sBseY3B+BiltkCra6DRJKtNSRrhmLMZC/MBpE6EswPLU2ZhDvLYu8CKKC4OMplipZC8e7vA7kEJ3SHWd4rFPMX4ysNsQOZ+HVpeXyVcSNwwpT/V1n1cn45luQ5xhG2Zz3EAmdCcISkvhSDkPyUBzE5oh4hlTVLis1mK+SyVVHGzXoNtKgGYA2hkDkoil9lNzbM4z/QMXsjMj0k77s+Jg07gVUt0NgxBCXsVH57n4/pigKuLAdzGAq2dGNVeJB33aR7h4rGLy8cu9NKWVH6txz3kGLXNmQiKlm5hctHA8LiNxcjAchEgCmjWVTMT0iCIku72cmxtxOi3ShF/21ZtHZtAGDhYLBycX1n48IsUH36RifjLmit1f2USSt1jiZCUa53DW3sB05mjUk/Q3SokMKBpFejwMBBSQoAsD+G3A/itDLW6jVqdZlZbVplVoaEGU6/Cptjg6NJLzeCHVtIk1pXkrxoA8bydyNkmXAZyJiKpgXNCppZu3rFw844pBh5i20eXIcbngRgg9m9vYf/2NnTvMfTKl9ju57i5VZH9I8/FVxchnrxw8eVLF5N5DWHWRE4ChTBO1PVqljQrsxaK10YIvzlGu7vEtx928a2HHRx0ethr9FGMA5x9cSjVf//jeCartaOhvcP7uQ0tsWTutyQqOssxuWhhctGG71ewsWWh2kiQ65fIymskIY2gCr3ORePZ3m4V25sUx2mO1LGYLzCbTmWYz45tflemwwDTUYh+28NGx4OWZ4iCSIwxnPFSdCTJiMt0XDi+D910kKQk/xhY0sgxDdFu2uj3HJlzMg1Kc7YSqTQMZgkuxzGmcYGg1MERdRYlyOIY79zclmXEBRaDJa4uFvj0PMRnZ3zfbqLavIVbVRNvVSN4+Rgvrk9wPLuAe6OAu88vooMicqAlDszYRVVz8N2HBr7zUEfDZGo4laG9gVQMorbTljV5OcTkcISX8xAvsgxHFBHquqymaaJJ6gENWaGqWXFaLuBYePRpgs8+SXD3Vh/vP9xBr0fzHlPYVzi7KnFG0+ggx8mQ9CwPltORTt8ycFAENnJthkyfqhkqw1E0UxVdWShqQFkXo49Um5WFwvHqNISpCrM1mUaFI1VoRaPIQlFjVVWn7umrFLCId/8yRaqSimssKLvaORegKKNm9+p7TLGmgGORguAKQZPm6TgioWcKYIo7DwzcfsPEzZ0cN0gi2zSx2XPRJpUxT2BmKYxkBiOZC8GOoReKQMs4xJJGBCIjDBeaZUFjTZrhwyu6cNMGcDKCdjrGdEhqmYbn0xq+mLfxybyN49zASWYKAYfPX4Y1tMxRfcEkDvBZXS5QcFF45JyAtI1ViCNPF8jTpZx3SB8rST+TZzHnxIqWWK3ZqNcpYJGOkSGNFNXiK6FRdQGrNKTa667Ay6t//y8TvEqopO7CAM4axf3VB7MWd78KAa9+2r8SipVIrL5XCkb5VTBJ/VkliildRzGU1ev76hpYa8Qr/XqFWeZtc5WqfI2UXovO6g9zX686c0n34RnElBk050F8hvCsoUw5a0Pyb/Uiy6B8JZ6vBGaV/FWehTW2l9duStpLWMg5h7Mc/k+MRKm6Jvn3+VLx5b7uKFYp5VUF0To4JcW5pvz3Yag6gA3DEsMAxV8apfmdWr/F63PVVz9rlTjmeUYFt1czf5X0FUOqYIa5B1x10oogqSPjXtVyYfp1OPUOdu8+wO6dByi0KuLMRTKeIbs8R3x+hGl0gml4IuKjlvI902R/7zZbuPvON3Hn4Tdx+MnHePXpJ1ILVvikydTQ2XyAbv/BawGYyCcto4E+EmOowfAmZ880xOs+E3xSUVRqlvx7fsdZVanm0qtA1roX97cEYLnmVxeQhM9WSHO5J+WZGPSjiJU7DHMo0VQlrW2Y63SxXKek1qm5PykCpBdRT4kCVmuNEUcRavUG6nUaYiooUVHJffle8iyt9NB1BcRaihZk/drssBKFvxKw+f3kvo0VJqzyWKVq5YnN7XwhZBNiomXeu4q/0pDfbDZRrdXgVbmqMPMIRh5JGjlgnzRyNKUrnqYmpqyB06sZjs4nmIcM1lirIKIhe/fBq0e4fPobBJMrlZBXTjlLFjcrdBJzk6zwrhxC0gXHTiluOFdJCF60fKHSAczDH4eIHiJiKicBMr6K1ZddfVCGiuJn3Pyo3gyq2zwQ8Y1dhx4NHkw9Yp/5hidI5cnP5BL7oyw4DQptfNF0AKluKi5JQ/I7ShIw/+qMoyAVjye6T/onqJgJHU1HvUMcnYMwLBCEJUwtg2+l4s6aFxoYdsMU0KbcTAOVXonuto+Dgy3sbvcUynUe4+WTEZ4+GmF6TeuqwktTCBOEruDbFCOBA2j56021uJGhC6CyYaK5z/5bKvFqFD55kWL6IkMelND53zRsbNyuoXnDx9TIMDNyRIcloieQ7k/2TdFl+fDbPh5+pwLPdmEWLk6eJfjw70aCs+tsWmj3LWx0bGy0WVbH4doSLrGlH2zhzfe38aMfXuFHf3Yl6Ll3f99HZ9fA+DrC8DLG0aMQR48ClIkDetn4y9AtVRghDF+DXtVQb/poturIAgpBMyxGISwmHysadu7XsfugjslFgsN/nmJ0Fq2uL+DgOw3c/k4T80GCl7+eYXAYqgR5DlQbnghhRNFxWMoeo84NG+1dE8NxiNEklH65qlMXRJOuRzCZ2qyXcOsFZvNcug2JpSFOl8hjLeMHQPQQsTyZ4M+qHUOEyP6uht4mS7ZrsLQaDr8I8OTjGcZX0co5koPmGaZuBHtusz9Vh+lwmEdcHA9odDardD+DQKtg/crjoAlKnJt8ptG5WeBdXV/1wTiWLeK0XPZEhq+c2HFAZwz7segYUzcsTp1pflCdsStckSBSlEucXYBMGRAnyu+OSgsk0kWu5YakColpYC9jVpjIclMkal7GvH7Z16fbdCTzocdduBoy8GHDG6p0fbPAPiUDntZeXTlPKRJLt5AiUshZiA9X3vMM9VI5fKTJY+ueJYnNxlaBei+XgeXLZ8DxyxLxsEAyLFDr+Wjv1aF5GoKULvMIXpjCDTMYzQaMZlMwUrOLOcx5iG9tuPhWz8XO9zvY+X4Xv/x4hv/yv5/gs0/YE8QULHvNVkhxLQb0SEwUYZ4j1Uq0+3yo1RGNAszPZ2jZBt7Ya+D2zRY23uxg4802/v5/vJB1SQz70kbKnhxBsjGewgc1byCMehDbzGEbk4Ea2hsNdHpNLOIFxosxAqab5pl0Q6rNjOoy5zCtv1nHrTsb2L3RQbtTF6dPyiFQGMD3NDTrNlrEmVcc1H0XGbsRkhAlHQV0jfKGnbJQ6KvNDNNU/DvDMEQQBAqZyU6SPMXLwxhPnoUYLXIUFIBNDcvCwKIgujJHGHLAS6wUU/LAzj1g956Gk2PIWlxpkl7pVDx88LUu3nu3jb0DYO9Aw9MXY/zzxwMZfh1sW9hsG3j1KsKrI3azeLh/u4odYgXvmDCawOGLAIcvQ/zyr3L88sc06ORotwrcu+viD//4Lv7wB3fx9Mslnj5Z4J9+do3/72/PcDFe4va7NnbumDg9iXF2EmMxLhFMiQDV0e7YaDRMMWkQy3rjwMK9+7YIwP1+DVls4K/+2xA//q8j/O536/je9+rYuWXJvSF1cvz65Ri/fjGBERuyCiJh8xy7uxX8u/9pF9/+xgZePJ/g5fMJfvqrOf7x5wvMljr291vY6NVw9nyEs2djQeoxzWDRhKfTCZ0IHoiox1mYYh6q+1ytw8M1/30CPY/BeZmdAr1GGzv9Hfh+FcuEeMwIXjVCpRrh0W+W+PAfl5guc7QPTNR3dEzGOSZjfk8p0Hnw2a+8laPVKuCkpaxmy0Wr5aGCGHYaoF3R8PCD27JOLiMcX4b4xc+u8bc/PpNUwde/08MH32Q9gI8Hb1dkjseuveFgji+/OMHnn5/j1x8CH/6am3XeJxVNJOezkP1+pBG4tghGTMxy3yHDyDITwwQ3bcQCcnFgVHEcVFyg4oVw3QiJXvKyRpoaSBMi2jXUdCa7aZxooFav4/B0hi9fDDEeRjTbCvb81sM6br1bx8tPFnj56VwwraYMvkrBeicl+20LSRMTE0UiyIO7Dfyn/3yAP/j3uzh8Osarp2P8w09G+Ju/HkpPebUDNHrA7oGOvVsaKn4Djt2SDpLJeILJeInJFV3+JkbnOYbnShS2aZoi5rtHBK6NiOldvUBYFgh48zQMNIh29jy4SSGr71exXaujyg0uDzNZgtF4KOtwmeJ5WGBJgLOj9kO8FcitmzM/muVYnaLCeqg6avWbVVkFzQfDQJ6JYWghKwz0HpTovlHi7ttbuPfOHto1H/oshz7NUY5DlKMANddHs9qQzkjLc2Q4vAwWWAZznJ2e4ez0FEevmPzmNdDCf/jB9/BHP/gezgaf4Pz6U/zdz87ww78c4pMvQ2REylYM3L8P3H8AfOvBJr7zxi66TQezfIHrYIF/+tUQ//TLES6PgcmFgZqn4/YdHW+95eL7v7eF3/u9Tfzs8xP87ItjnByngjeeDXSEYYIgiPFvf7ePf/u7G+h0KV4VuDgJ8IsfX+PLXy3x3W++ie9+401UuiWMeoSMBoqqholV4OmzCzx9eoGjz+c4/oxCeSrmQXYlh0x+JuyBVYJ9u+Wg23Kw2XWx1WaqwcFmy8Nm20UacuA3wwUTyC+XODoKMYhTWeNBgcmVQmFSTOMzcuW/F3Gv3gdaG0Bvg4IQvzcVFGUFJxdLnFwuJU1LYxnJONWejlpXx/g8x+gsQzJ3UIQcJlvYf6vA9u1M0nx8PdmSHcXsgS4wISFknsPITZg5+6tz1DspNnc83DzooNttIJizD8jD08dXePL4UkgDFI8oxLa7dbS7NVwcTXB+NBZaS/OGAX+DsxZ1IEwnOrLJ/0/Xez1Jep5ZfufzJr/0meXbNxrdsE2ATXLohuCYJbmjCc3Exu6GrjZ0qX9pLlchreZmV9rQaGMcZ0gMQYIAGoxVlggAACAASURBVGg0gEa1L59l0ufnjeI8b1YDpFbDeIkh2CxUZX3mfZ9zzu/omAxKjAclTM9D+2IT7YsNVFqs9vdMqrJHMWVig0njXPqTkbIvj31AKWwadVoUWNjd2oDvNiRFyoRsnkWYjUc4O1zgcDvF8XMimSuYNYqIFLTUcNjySvgtHZdf6chiz/qDB+yzy9Bp8t3KZDVd+hBDSsy+0jE7xVMxsnL//Opb6zg6THF0kCJeRChyotMjJJoSgQU3QFqRSWwZe4fU75YbonREEcNGxXtqorB3ekODRtKBkaPSMyRDE+mZia21AK+83ES/78r7mBUnjx9PZBGTzA5a7k+5NxUqiOGqARdv+or9aCYCp4bArS0PyCbCIsI8n8PybLS6HXg+h+uHWMyPFNqKA/QQkpJluD6eafJXHrLpYqfwW3If9UIA1mBUFIAdQfHSyEo0a315PbJPtKQ4mKnqGn4JJeBWbIOFoRV49dplvHb9MnafT/Gr957jyfMhUoqx7AKOlXlRcIA0JfiQBDFFZEndw1B1OzGR7YpewwERa35oCOO7fuNCC0HTl6EfRXCaTqdnMaL5HOF8Lnts7uu5j2dXLBMyvK8th0Qbir/E5VpAxoiur2qHSASySHTiGYHir1rS55pxOMV3G1MtTAQrcaK/GaC/EWAaRZiGMRY0AxzpqEKg3kxRb2ZYxOzOApodD+ubNei5jp1P5zh5GuPaaz1cfa2HUTTFwZgYVqDXC9BtB5juF5geEDUbYni8EMOu3YaIwOx+0gwDjY6DRpuoX6ZWmabNcXyU4eQok65Zv6YhHWmY7ZEfCzRWNTT6kPeWV+e7XH5j0hNL0xYTQPufRNj7JITn2FK1U+glRkx96SnaW5C11l3Damcdp7shtu8e4+xkDmfVgstFg7ahoUXDTN+V3/fje1PsfrmQOqeSLnmtCbdqo8y4Lx0iSUfw25DlmJ4khqqMCfRSKm9y3o/kl4tDwUDBMw8HP6aOWqOOoB6IMLGYz0WcXtvsw/UNTObHmC2GYvDimV0wl7oa5rGaifs/IrlpQuDZuAiJ8CXybyH9v+cCMDvIuTgk4h6Y14QBFwYcxCHFDtZB5GIE5hC9v9pGb6WFRsuTNV/MZC8xp1hG/GGWo9uroderwbB4LlyIjYx7SL47BvsJBnsJ4hMN0QkFNRfdCx6a6+xsLmUl7DXOI/meeJtzyN70O/CsBg73FjjcC+UsQ3G/SgskpzGySQqDBiEK0w0TXpMo9VIoZhRlJ+MCEz7DIg9a6MHlM7nG5cEwE5hGAr83hd+biGldwgQc+Et/vC7nUq54riOa6EJROzuIMR/luHCzLcuscSPMaq4ciz0K3KxecgR5HyYaohRiaBAhsVOi3izkHbb3LMf+s1zQ380VA4Zbyn1HY0S3vYVu+wKSbIh5dADNCNFosueZZnY+b0qMDx2Mdl3MTjSEE9Wd3Fl30Fl3kWYUo1xl+DXZpc151QJObYGVrUwWkaOjMQ2JFcJxE9GkAeQeqtzFbDbFdDoSEb7fuYBmfRVnh3x3jeB7dTQbXRkaU8zjTIwaDK9JNRLlvCmDxk5oOxUjDGkDcyYd5+zyrqHbacGxLElexlGMLDLEtFwxcVcSYcmHKVVgntWZPOfwQg0tSclodko0WgY8/i79Op4/fYrnT56i3kuwfs1Ad4tGT0UD2f/cwP7n7C910V/z0F4vEaydodabwIIPS/NwstPE0ZMWFmNbnaMymmAn0kne7PAMrmNtrcTWRoa1HgXgGtomSTIk3TiIFh6mUwcHAwt3H2S4+2UmndxSqaVRTOKgVSFFmR6jAJxlMWwvglOPUGskaPVT6aT23BZct4XhMfvKE4QLYoRHMJ0Q3b6DTt8Ril+R8LNqQK9a0LWmYKBNw8HxYCTEForDjrECTfMEK8+EfavVQLPZkOdPHM+EZkIiAkUsJQBbiKIZxkyw709w9HiKLARee/sGXv3mS8i0L5BpD7DSK7G1WkOrZmN/lybIKR7v1vFkJ8A8bqFEV/65Nt9begmTCTamBuMEC748jBBBe4Leaogff2sNP/7WKrYaLaw4TYSDOZ7ce4rPv9zHL08j/OI0Qn9dlzCEwyFWSlOLgXmaYUZD+HEHk+MuajUPvTWK/BlgnqLSx1LFx8U502KWCmnswpaHjQ0fjZqPuu9jMpng9HSIMi/EfEpD4WwSYTqJ0Gt76HV8mUmEi1iMAefhBs6S+K7m2dCyXTFdpBlJMxqOziIcnYZY6zdx+UIHaz2ipEv0GjlSmvHmEQ7HGfaHGfh4Si1TkNJqjhvj2oUVWWuWgzbPTJMM//zgGP/04Bhu9xq8znVcqTt4JchQK8d4fraLw8Uh/GuAf01RThZDDVbqoW+uYMPv4Du3Unz7lRR2uUARzaAVFH9JPyE5qwnXbuDoi1McPTjD0yLHc1/HQY2xaLo3dbRZcUQCH0Uifg4a68csaK6FLz6v8PnnFW7fWsUffnsD/V6FabqPSXiEvf0Ke/vA0bTCEefjBatS2tARyLu0iCrk2gKFTvwxU3gByjJAVaygLFaldokoa6lSoWAKwGUS3qIBkhhops9UmOUF9ldwtBRFmAI+7wQ+FxkpFirE7bnAeN6dKiQDES9JveSzLZU0Pfs8VRc205GZPLv4zyd1gIGrOByjyM9g22O889O+rJuXc1xbjxHYhdRzZFGOIpqiiCbwDRs13YJBkSlTz4LpYoFpuIDhuGIqMJ06LKcJCwGchQt7aiB9uCtrpHdw5m7gi2QVd8cdfDBqY0wKUJjCd0s0eK5gljwm3dJCaVRCVeR+z7D4rqDwWyBnN2kUIo0iSUnm8RRpPEcWhyiI5KIzkAMTEYBz+DVT6HwivtNYRh1DZqtKyBTxVMmiL/psJR28RBx/Jbd+VcUpVLOCIvBX4rASlM+7On9XpH3R8fu7f3uJrlUz3nPh6+t/9ivxS/0P/3so6K8HhZe68Yvg8Pk/7vzb+vq3J3AD6lZLBLNKOZ8Ta5WJ4FyoOyfQillBsljL6hoZSqukppKISZ5VqVr+p/mEtSkxHNuCR1SgpiivpHDQMMdfU6PuoV4nLVIhp6n1UPin8UahvmmkdOC6gewdWcGQJtzjqcAlBeEwjFTAaqmXSQewrTBBgvOW+1Algc/1c/nMRTYTCXj57/L6fsHypRScU//SLVSsJ/DruPbqm7j62pvItBYWqQ8sUjjzEYzxAM/37+L5wccoMtbvkYDnwAhqqPXWcPXVb8va+eQT7Ny7h7gIodFg0aij0b2GRu+aCMBFFMIoEthMtgtWfoGi4PvHhsZlBtCsBmD4yx4tWwnAXFmCnAc3qbhQdVLqGuJPtTQ9nJNHlxoiRXQxZRdEbCtiCT8nfn5Eg6tEMfVGJsL5jFL4eGmeL6lhck+qCB78fdHIxQCPa3twbV/CKzG/JVrLJQnOnnL1teVzJ1HrPGm/NISqRPDyJlxexPL8owAs9bYGKh4saY4RnxppHZzbsCsoYuoErm3Asw30+11sbm4IHaXeaqPRbkHPIuh5LNfNmJ2/kzEWZ4fS6UuCZBiXmCU65innmTznUU+1oNO8bxk4efYpjrY/WArAPC+LI4IfOPFtyn0iAhaHCNKjyyi1Lf2jxFHRqcOLEiY7h5jKrPhGFeweHSp0uVHoXSa01Y2xfFLxg5BLdtkdIDg9Yp2Jw2WEU1C0y74vss/zQgbENh30xLdS5dMoQhOjwC4a4gqVTV0i4/JYWjqSuLnNeTAjLohO+ooMRelVcls6vJaOaFQhHlUIGkB3ky5oDUmqI8kMWLkOq+Avq0JpE9fKIZMnB6VkliKZphgeRzgd0MGYL90YdK+oi07STUsmvMT05TsT/R8mO4gCW7B9wYpJAxIWkxjhNEZ4WCI84otKiWfsiOpf9tHcdDErc8zKDOlhhWynQsAewIsOVq7YMGsJDD9BERrIJjbCSYXpmM7hXJJEdMzrRQk9J4bVwaV1H/2eA7cPeH0Nv/z5GL/4+QSNvofXv9NFvWNg58kI+8+mmB3nmJ4UKGMOQHg4oL6VSw+g2zLgilDBz1uXdGk4Ir+8Qu+6hf51GwVTYEklGLbRvupqDtY11NY0+H0Ttb6J+aDC2Rc5wlOF8jQcOs9sWUwOshvXq5torflorLg4PZ3JIga4UXfl4ZfR8VCVaK+aaK9YGI8z6RGjmCoD/VRDMi2RzNg3qVZ7xcY6P98enc1McXLTaMkaHqbiDE340LZLGG4lHQNErUkHu6ZQG7wEVe+d+p0LHmWZdlXGLL4cKJqaSGNuBnjNcgBpS2LaIr7J4qTeBAr2i0H6OplA4+abi30z7FZUzjwmfYneVNc+Uwy8+okR5b2rul9M5eDPSsGSJUz+RssUvvRA8HZT1evKlUITAiQFLAlgHsiJ6JJSe25KzrHTdHKyB00l+Hn/0lnCBwwfsNxkyXXO9yvxHSafJyQLULNWSjB7otiBtnIJ6F8CnIBD4AJhVGLveYmjfaYTDVmO68KlwIkSs4gO5hhBUaFeVEiYDqcTlMiKWYpamuNO18Q3uxZe/qMLuPHHF/Hr+yP8x//0GL/9aAi9Ikxa9QGw45niW6UnatBqs8JPk57CRttHeBxjujfHhWYNP7i9iddfXYF3yYd72cff/81DWccHMbLEQFUolxiHYJJY4hSCmxD2B7scMmsyULQcB5btIEljRHQfokDNI0LUFKSl6/rwXRc115W03cZ6gHbbkpdjmScYDkJxCtORpDY/Fhx2DNtM7bDLQHXS8h6gtZMOb/6tIlcdltxQ8z7K6JiiS7HM5Dqmu/TsOMOAyTYOK5cHkYTDmEIXugIxGKZZwHEKtLoVXrpt4cY3bGw/1LD9SBeUX3iYYqvdwJ//7Cb+6B3+YgeAc4yPPx3i/d+OkcQFbl0JcGnDFfzt8WCK9b6LKxd99LdsBJsGcrfCF1+E+PxBiO33TGz/2sBqT8fNV4Hb33Tx1p1VvP2tVXz8UYRP7sa4e3eEjz45xWi+wMY1AytbGiLpDWI/LVMgTM8vgRTECTGN7QG336rjW99pIQgsnJ0U2H2W4DfvTvD+uxP84HsBfvi9ABsXiLgykBolPng8w4dPZkBUQYuYYiLio8LlywF++pMt3PnmCv7llwO8+4sBnu7H2Dvm56uh2/ER+Db2H4XYexTCqVliPiKyk32BTCsgcYDElaTMPMxFhAx6qrNWp2mKQ+SzQrqwr13awNtvX0e97ePR3gF2BgPU3FLW84cJvrwfIUxKNC/yuWpgfFRgfJjLddVo1FBr8HldwHIKkA/MDiLi3dp9F6vNCj2/wEbHxIWrq7h4dRXbz8fY3plgcJxifMZnsoXLlzuSAI7iOaJoLu+acKxjNklwOhrieDjB7h5kEcPDHk26+2ULxOeVAsIr8ojBFNZXfSd8TjNlRZwgxUui64hfd1yaWtRQ3RRcO93mpDgwEabBKjVYlS6bdc+1xfAlPc2kRRNdxVmjvMdLTAaZpKjyrBAHIJ+bTEYRj1gxPsnheM1Br+Hh1sst/OmfruHtt1v4xd/tyzoexhgvcpTsX20AHtOYZOlr3JPwEOgIVpHIn2jB4S6HDRqSZZKez0niCZlApOmDrk9ipAqzgumbcAIHju/AdzjMtrE4mSM8mcPXHdRtHy7NIhSKqlKEVvYHj5ISo6wEPYGqO0d9xnz38Ofke4AUEgqE9GmbWiFfo0MjScPBSsfDWj9Au0ETmQeftIJeDKcXod1oo1vvga+o6OBUsGV6wf2EjpNphcNxiTnTO0zU8bCa0GiUYjKdyOr26rhwsY8LF3sytO73Any2fYDPvjzEF89neLAX45j4e7cQEavb0NGp69hsBNhq1rHWsbG5qWNlVcM0TmXt7CViWhmdlEimxDRaeON2Ha9/ow6rVsAMSuzuLLD9YIanjxdYMMWUFLhxMcCNSwGuXqrjyuUG0rjEr385wL0Px2jWemjW+jL0tGopOl0dV6952NxyMJrmsnb3iY6e4ng6x7gMRbhv+A1Z7Kb2LQr3jqD3fceQoR8XhcMkAWbzDNNZIpSY0aTAdJYL3rZyK4yOM5zt0+mtEutMX2kOcctM0GpSexE0mWygIFUiikzEsYHhLMVwzo61ClWi9r8qcaljeqLJYodrkeiSrrl2u8LWSxWGRzmGh+z/1pBNuf9XhB3d0cBzWx6pbmz2fzHp1u74aMn7sYZmqyYGyigsMTybYzCgQMF9jOrDOzcbOR2gftGC3+V5Qpksi7GBfGKKOH22z7OEhWDFQ8AOIreE6dINr5IfcVpgThxVyhSFus+ZciMRxqlVqPdK+HUDrlWDx1LolJMjDn4rSSvy2p+ekTrDeo5MsG9ZqCGfEXeiyxnHCwxcea2Jy6+3cDaaY29vLMMmmyAwUoN0diQyGa8h4u+Rg84FB5gubn/zmqwvPjvEg88OMZst5F3M/aLd0GEFmuwrBLHMJGIZy3tfOtS4h1rYKBY28mGO7EwRRPS6Ac3n4T1DqWfyWeVjC2s9D9evct/OAShNtBYePR7JmocJQXpSBcE6Hu45mEqTHhCSTuRQzoSQrTB4PIPphtS35CY7u024tZokQot8IotDLO4F84QJR12uoWhaIiKyt9Sh07hkltCcAppN5/US15YaKOV/U0nnMNO07Q0HrTUb6SJBGsaI55V0VNKoWO+ym5qP0Bx6meP165uyxsMED748xs7+FEfTTBbfD2ozqWg3bFjx2hyOskKA6WddhHp2irJGg7UXnkf6BbHGOVzHgeeRnc4+KiYheTZhNzmH17EsmndpouTsQdDjxNG7xH4qxDDpRExFWVoAEzUZ7HBp3H/LR87Pg2cGDhvUWIYCMBO0gu7KeS+Y6K4H6G0EmIQhpjTkDUvEJ8QuU5DjICKH4RkwuD+ssarDRh5WOPw8xGgnxZVXu7Im+RSD+VDOTNw3NgMXp48LnDzKFa41yqWqx6yXcBq6pG/rrZrca9wP0fTNdENC4sAZMB6yk9mSFR0XONtOhFjQv8YEL1P+TL7qiBNWTRTi7qexjZjG2a6B2Q4R4MS65YiyCEMmq40Y3YtA7yJwuX8dl1dewnyY4fmTYxwfTzBJ5xgnC6xf9GXxlqkWOeaDFPuPYgx2UjEHaZ4JPXOhxa4IwFlBsTVEb72O7npdIdV43mEFwphEshR5qjq1rJoBu6bLOz7neYfn8uU14zg0X/IMw+EbB1McSk+QFjNlzuaSG4LnXw4bVTr/xaBqaSzmc4ufp6YXsrdjrQVTxUzh8qxIsgN7hJkgzxNWG5FkRpM4r2cmrfhZKkJZq2tL8lKT64bGrERQ0aR1BDVPOjZLkjaKuZhLWM1AvDpNerNxitMnJU6fMM1uo7Pporlmo6IZzwHipQDMa922WElE9GVL8MA0RR3tL2QoRuFBZwd1RhwpTcGqqoJGfD5jeCbm9c7h1myWYj7PoOcNGEUDlu7DNF05F/m1ArWgAPwzaP4ZSk2lj/m5UjDlc1gIVjmfG0TO6wo9v9CRZzwr1tC/6ENzYxTmDCnJXjsV4lNmIDxZUcZKJ0toXs1ejkY7g21zsVbKwemBA6dmorOhQ/dSnE1HmC7mqPl91LweDJvdmEM5ZweBLcPfyXGJyXGB+bGN+YmLdM7ULPeNFYKOiaBtIaLwnLDDVYXjHLfCymUNq5dp4A9Ra0aYz2IcH9FkQlRoH7bWQRpTsDcwHs0xOpvK779e68FzmpiP5rKYAK7VSJ1bEnNkyCUOIhGb5e/zDKuFKLBAVszkejjHage1JrqdngiyTLkwWZlzlhfxOcqBmxoCyhhcsIVMjDChRNNKAdfPUWtk0l9uEHFtetjfeY6D3edorRbYfMlGd0vHbB5jOo8xfGbh7Jkt1+bqlof2Wgm3M4LTYDWHD6QeBs997D+qIZq5sA0Xpm5jEc0QRjM0eyW6a8DKWoL11Tl6rQReacIrTPhWAM+uIw7rmM18HB07+GQ7xicPmdpxZPGZnTMRJilg/mTsflTCle2HcIMQfiNGo5ug3qYBVCV641AT0hUTQGk+hW7EaPdcdLqe0JOKzEQ08xDOXMRzdu2aIvaEi1CGsRqLotjtqtmCl+XAlylZCqWkLhH/z5nl2WAhdWKtjoYWq7k8dnTnmA7n2Hk4xGKa4vorfVkw9gFzH816hW6L5DoDh6ziOFjg4LCJg6MmoqSNSmtLV7RtZmLqN3g2Lbk/TLAIeVhlqnmK/mqMn31/U1bfcVEvLQz3xvj87nPc3x7gozCT1VvR0V3RYdFQlRgoUgMx0dtFhdFRHeNBXe7pVldHrckZ7QKGvRDMNZ87fI9wzmXbGlZWTPT7DrqtBrrtBuIoFMMD5xAyES1Yb8Ye6BSNwEWzzs+WM0LuZ1MVJJA8kep1lH2PQYFQEdbYSxhnNH7oSJNcBJZWXcerN3y8dNlFGSUo4wRP9hZ48GyOKecYTVfw0GlMSlgiuPma5+F6PcDL9RraMPHe4yF+/XiE0OhhYfaxFdh4pakh0BbYH+3jODyGe8GDc9HDdJhhdJCgYbh4+9IWbl/q41p/IkvLZyLyUSkjRYYGBqdywX893R7j6cMJdvUKRy0Tp3VD9b9S0nd0dB2GiiqZm9DwAUdDrusYDGwcHdu4faOJ791uo9MqcbYY4Gx2iv2DCnsHJY7mGo4WDE0QeUx8si1z8CIjkcWGYbPKr4aipEHBRxIHSJNA3nEqJarSqPzUhUzIbspS9XW+EIBFwVsKUCIAM9Gm9jsqrfm74qAIOksRTt6bukKnVqTvqUyLwp4KEpkzARq3YhSkacaq1dTUc/R6FbYuAFevabhxq4Ybt3ysBBP0nDPYVYIiIUaVc4Tl4kA1jyV9y8QlRR6G2bj4XOSe0DIC9SxITBhnCcqTCIf7U1VjYa9gEmzhSdjAF8c6Pjs2kFa2VCexUosVASTskTzCZyrNUCVrlySKryg6FWdxJIwyGUxBL2UyeIE8ZahFCcBMADMJXC4JfaSc8pzHvStn2zSsn1fyLQHbS31zKX6ed6d+TX86/3Pn4iE7SInbVnAcJaydC7f/PRH49wXgc2FXJYDPK//OBWj1Nb8u/n79a55/ra++5tfTx0u17EV38P83Lfz7grEQt1g7tKweVP15qjKDmpXD7qFlsle94ZTIK2QIod4u+1t5FS7TwefJZaFvMqgkorAyIzAwQ4LGeaup7MECX12v8n2rnmLBN0syledGJkZZAcoqAvX3zruyQ5o+56xl4DlBhcVofuA6F7xVTzBDWJzBn4vpS+VfEvZM/1LYZt3Nsj1SRG1SAWiOY10dk+oeLrx8Cxdu3ILurKPQV2DlFbxkAnNxjGe7H+LpzgdI2dPO+hgGCRsNBL01XLxxGxdfvo1nH3+M5x9/gsKo4K504LQ78Oob8BobKCi+RiGsKoGjZTAQoyxZYUpzsOq7zUqS1xxUJKVYvnxPai9NSlOGkkO/89+DpMhVz/G520EVTy6FbzmXM1iqaE9S+5Hx+UT9RT1DXpCFBSPOsR73N9QmaAqlQM2UMqseFLlAamLlfKnorOlSI5J+5q9h7EUzpY5BrU86z5W7gPNMnqmlmmMp2Isv4TwAJ887qiOq95fXCmf1jN6xEdnRCzhGgY3VLtbXulhb7WFlbQXNVlNIM6ynJBFCF5x5IdVEUbjAYniM2RnPySfY2TvBLNEQkqBT8pyjsqmWYwnd7fjpPRx88RssRkeyV1HJ82WC8DytSCcxkaWKMKcwUdFUl0WHkIgbdM532DuUITpTCDl5wKn74Kuv+cLK8ftpyOWf43vNdwTPygFGQreelLUosT5Y4XDIEpGYLyZeIwsZANHpoX6ZxCXQFcMbWvVxUPg1xekvrI+YRaIVQERMHTDqBcxGifiwQnJI8dfEhdsWWmsmqsiU3iNiMdn3y66ISUi0MzGOKabDVFJ72YwPcYVtFdeNJKZ5YbDfly5hdRHwe+LnR6cBuwurLEewUUONvbdtC3ZdoVlPdqc43Z0gHwMF6RbL+Y3fMtC94KCxamORpLKysxLFSYWNzSZeubOC67c72H58gC8fHWK0V2G6z55P9vZZ0o2UEJcU6RgehIKZef3lPv70nSu4ci3AUXSIw+gIn3wU4d6HEVq9Fl65vSmi8Ref7OPRg2MYxHDyBqEgSd2KnzOFrYBpahP1joU5e5oOI0HFUST2mg6u/cDH9R/6ePL+BE/fp1OBKSRbBP3+6zr6r2siUk/HMaIDA+mOgyrW4fZz2J0ceWTIIlpXN1N4dQeNTgN+M8Dx0QgngxHcoJIuYB68Zyd05uvYuORj46KP4TCVxUER8WSsspgMEkyOYugMMnvA5tUabrzWQsAN2MkcZycLjAYFRoMSeVRKWpeHXCIV2aVbb7qoNz150fGgQXwXD74xE5LcvPBBLNelNHgvU7oatMIBCkcc3FFM4Y2dvHTf8/qPYDmxHHa52F9FoZqJZcGHw4AXcNDJFIPqZ6JhhA8O8uWJehAnvluJs5nDYz+w5aUwFaw2N0AGKiZCxamyvOHl0lUvC7n3z1HOUuOxRMFLF7hKrDDBSycNN4O8xxQyg0lj9qkxASDgCeneY5edZdNJlEKzOPikccMSdzHvdT+w0F7P0FnjYamQ3uvZrMCAiaUTdlq7qHFQl5mC3GVn3WgWioO+aehoGTrGSYFJTKwp/Qga2rqGb7TUeusnN/HWT2/iVw9O8Vd//Rl++f4R0hmQLbhZ46CEB+dM8IW6U8KqG3IvujUbbmBjcZBg+izCzfUu/uLHN/Cdb20h62tI+zr+n//yAH/zXx5gcLiQ9xWHRkHQQD1oYMLE32ghqGqnXsKuMaVCfKAueEJiCrkJr+iADQwZdq1dIJqTqIcWAreBwK2jWbPRaTABGWOwv4fB3i6eP4rw/FGM6ZiPNCLBiO0mxpw4OwrxStCn9MP7IWdvFWe/y2eyogwop3clNmH20qnOUqYlkolyz3kNU4w3ec7hC19YHBISTU03Zo5uv8Sb3/fx5vc8dbf4wwAAIABJREFUfHLfwCf3TRw+jjDZmeH6egf/y//8ffy7v3wNO2f3sHP6Kd77zRne/SU7UXS8+UoHL18JMJ8MMR8P0e9Y2Fz1pKPM7mmSYPzw4wU+vBvi+HMfx595eOMNGz/8Vya+946N3hqdxz7e+2Uq68GXczzdmQrOh9jYdu8cdWlIDygPsItFiaOzBMNZJsaQdt/Ej95ZwU9+uiHvEyY6f/PeCNvbc2xvL/DD73n4w+/5WN9wRPhIKg0fPFrgg0chSgp/ixyWDniOhuvXGvjpz7bw1tt9/PX/sYO//k+7giwV1KKrCWWBXpBddsU+LGAHmqShvA7gtCl26MA8AGYB5nRPE3XfJF47hdfOoKcGtMzA9Fkm6xtvXsa//vM30Vpz8IuP7uGDz7dRp4BiWTg9ynC4m0pfUrBmwm2ZGD3LMX6WY63v4+LFAH7TRG6yUzNHNAkRjxfobrjobji4umXj+oaFKxu2DIgpMn+8fYxPtk/g1V1cvtLH2koHNbcBrbTx3rtP8Kt3n+B4p8L40JTUVcU0iMVePfbrURxlktmB4XIzqvDEi4iOfzr/TJSlKc9nuiormhY4UCbqaHnNEjvrE6fs6CgoorDjul6iXidutcBiWEhCjQnuMiO2rJS1sRXg4uUmnLqDRalL99Pe4xH2n4z4pJRecTn8cEtml6hvVmhsMDnmII0dbK01cet6G6/ebOL11xvYWLPxH/9qG//rXz1Ea9PAtTd9dNaJYFTv/f1nEfaexZiMCsymNNsofL9UVDAtxIM3PW50BhNVpKhCYlBI5iQu8NldSa/l6gbTPzyQEtWnY/fRMXYeDVCkfAvb4kYkSYSpxIyO5pxOeeEQy5BkGeWQZzY3w9xPcZhLBzqd1PxrwZqGLENQY/erhjfeWMP3vn8Zb7y6js1+A6vEiGKMpBqjGnuohgGiowXOHm5jtLMDu1aHHTTw60cz/MP9EZ6OYkQUi7jZ5PuW2JyykM69P/nJVfybf/cKvvuDNTy4/xAPPtvGu+9l+OWvcwwZTmzq0BoFnCCW3uFyZqKamSjnFYp5gQs9G3/83Rb+8DtNXHrJxqUbDh7uTfHxlyPc/SDB3V/o2Hui4cJVHVvXNPz4nTX80TtrePZ8hF/+yy7e/+gQiwJgy4cDjVwGfOPVPn78/YuoBzZ+9cERfnv3BLvPKuw9ZdqTyZAcNzZt/MV3W/iTt9owvRYMv4W9+RzPxiM8mw2xsxhiXmW4vrGB6+ubaJm6vJvqtg3PdgSD+tmDA1kPnsb48mmEs1mJeaoh5jVPbJhloLvGZWJ0FOP4eSSGNe4xSEBxiU2um9JzXW+TyEODT4I8SzEZ55LwT9iZTARoyOuJz3wNLmswmhrCsYVwbMsAoUi5v8vx8rc0XLyp4dmDEs+/KBGesXuTbnMbK1s2ehs2QiasJjT+JRgfJ+JgJ56r3rTw8ht1Wb1+B/1+B3u7Y3zy0S52npFqUcli6pOd2N6KidoFC06LLtqEx2AUEwvFxMTZXoHjnUxoOE7Tkv0w97tec/kWKzjYyzCjMJem8NgpyA7BsY7FiOjaUughtaYGR/fgGC5Od9n9ncH3HKysB6g1VT1CXiaYTolyDRFPKtmncq/IAzqJBFffrOPqG4HgdMfTufzs7ArOFzzAEQVLhzHf4byv1fmmVa/jzp3X8K07r+FX797He+9+htFkKgQlNzDR2wzQXvVFcNFcunNDzKO5HHYZCra4fxLzrI3kNEc8UPskvW5D4/tXT6VmhR2s5cxCv23j4paFftdBrV5HEAR4+PgMjx6fYcQ9dKRSdawQcCl00f0tKCcqE8QplihizsLUfo/PWJMdxzUKYQrVIn3OZgrLSkUAZvUPk2IVxapYx2KcIxznoI5NVDEFISPgeZDPNNXbRfQul0rrqgRi72IdvS0f4WSKaMokXClpOHbrdjZMubb5wtCyHG++tII3XlqV89XgeI7D4xCfPVng8yehJAX5z+HvLl/wOqlgtnKYzUKSfzTjxBEwnxFv76LfD9Dv16BpMaDFyjQUapKQG89TQRTTbc3hOoeMrK6RA77UHVXIlhVCtUDh3ij8T08poujwSR6yfERJKIY+Giale5CmLoMmQKLR6RjnsJrmBw7wSNxRAnBnvY7OeoCJpFHmiIhtHuooeM1RZCoKdDZsEc95/uW1QZH49MsIs/0cl17t4PKrbcwwx2kyFMGZZBgag/fv59j/lO9Y6kU6NFb1eJmYddcvtLF+oYOyomgUStpqRhz9vMBiaiKcmVjZ9LCy6WO+H+PgkynKJMXWGxbWb7FyhKhaU1D1RJETX++w9sBtQJ+3YcxbiGZzhNMRJosJTqMZEj1C/zKwcgW4tfYN3Fr/BrKkwuD0BIfHp9h+tIcvH+3j1h908MofdJBPUxzfn+Dk0UKqjFhRIpjopiXEgnQMEYArg+aFEltXNrB1ZV2qFaLFHLPxHJOTBeZjEqWIXywRdHUENPqyf610RAROqghJGWNzs4PNjTbCOXC0H4vQqlkRdDMRkwNNvTyLlYXqHLdcGnLZ6VshjhWtS6hjPBsvk4cVh8AaUd7ElHPEQwGYRpISi7GGxYSjFDXkYsrKt10RgAV3XxXorJjo9A0029yPMfFGjPECo7NI9gY0EBPrG8UzeB7JEC6aDUve61zPP8nx/B7PYqYgoDlD0EQzIS6OCWAOwCoxKrHb1TGbMFDD4GCB4/25pDqZZrF0Bx2/h5bXQmXQMBsrjAgHaoQA2Aw0sCeN4nQCS+/CNrogSoh7O34e7S7x5BpiHMlKcw4+KRwzZaz2RErs0WTOwL5dlKygCmDZxE1baPRNFNYMqTZGMk4Q71RITnji9FFUNcS5jzhjz3yO1kqMejsS/EmVp5iddjE77aDWtNG/oEH3QhyeHeKUyXm9DsMIUG9RGAxVwt2pwdBc7G0X2N8uEJLUMOGAn+lW9W6jAG77OuaRMm6SplElMXyvwEt36rhxJwD0KaDPcHqc4WCHJIIa1lc20G33sZiWWMwKnB1HIgzSuEIThWkoUkgapbBNJqmJHFbPAKH1sQNckkW852pCzcjLGeJ0iOHkEKPpESruq0vWIXTR667DsX1BEceLWJ7L3GOIKZ37YMotHFrL8NQSUyYpMo7D7nJ2SMew7Ax5yfvGxMnBHk4Od9HZAC7c9NDdsnA2DGWFx66sFg3Ml1y0V2munMJwF8jmLvKZh4OnNnYeEp/PZGgHvtdAFC8Qxgs0+4Xgmfurc/T7Q7SCKbQwhx4VqLsd1D0K523MZw0MTlzce7TAp48WaLV8tNo1IRvkktBSCUbi3ysKMuDPEcILFnDrEertGLVmikp6BTw5w1MU4D45iniuz8Ts1u54KDIbeWZheGzg9EDD6ZGGcE7BeDnrYbUbTZlMOckAWF3XFEldx0J/NcDaRiAv3KODiZif5YBeFljbsrF1mUSPCI8fHGM0nGHrsoWtK0yCzWBaM3jcR7kKF3l0FOPoKMHwrI3hWQdZ1hayDsVQx4xh8XlFWltOc965AByj1pmhv5biL398UVaTpLhFjv3HZ/jog13ce3iCL7UK22CvIIlZihJHClKRqfkSeyXPDl1ZfM4FTYZnuP8q4Pg5hichzk4iMbVwLkL9pdEEWi1Dzo3rKx35XNM0kjkO52AUi0mRo0HHI+nJscVgQVRqlvA5pqiOSjkUR5oM0Wl+8Lw6XC+A69XheAEePhrg/v09uE6BH353FXfe6kJPeYbOcP/LET64dyYCcHOtBr/liDhRFinmi1xqkm732/jBhT5uNBv4aGeGuzsz7C4sWSu+g1e67JRNcDQ5xFl4BmutA3O9g9PDEEdPplirufgfv3cF/+rtdTT1QzS1Q2TpVIzSTFfYFo1NLuxEgxPr+OLJHJ8/mePQ1THuO5jwbE5CRJyi5+vo+8oMrUJJHGUXiFnjVgTIijrevObh26+4aNQyDCZDDEYT7B8VODgscbjQcRgZmCc861EQpeDA/UCGmr+KGpE8aCPPmkhTD4uFjsVcUWn4GZ8jaKnPyExTFKlz3OB5Avg8oafScCp8pYQXJRCq5O+LBN+yz1UlgCmW0MdHyg17WXkqYwqDM8/zbs4Z8myOyekC05MFmvUCvW4l5v3v/7CLH/yoB9+rUOOzODmEGe5Ai+cy59QK7rvasOw2ovkA4XyA2XyOyYwpTr7zGvDcOmq2g4CUU/gwixq0WYFqb4B4/wyfjjTcGwITfwNh4yL25yae7M7wZJ997i2YbluELQrfYtzSLJgaz72RrNKwUBDBSnh9xXT0cn8ggTj2k8UoskjoJEXOa1H1iEo9VBaLuausIkkMx7MYySxeopRFQlI2+qXYq/p0GdJRQTiVu1P/WX3+Sogm2asQkf8r8ff3k7tfCY2/x2xe4pNfIKCF8qi+jqry/Or//v9EYBnr/I7wfC4Yn48pv/pef+cLfq1WWKHHeVzhdaSS5qpzWvUi8pzqMjjkOss/Q7Gf1yL3Y9xrMBylun0pIktCk/V4XxPDPbcmgRzV06uSujN2O8exaDmcv/i+L0uJjb8rZqtwlEJVSx2i/PX8Z1N4dNYHzKahGBJEQ9JVTeD5982fkaImTQs0D53PcVXKlBWLfIWor8nnMe9RETrVl1++1/lu5w9tY+3KNaxfuQanfgWWfxW+YaFWTmGnJ3jy7H1Z4TQSg7NmubBabQT9NWxcvYWNK7fw9O5dWbrroXXpEvzeCgy3A8Npo0wiVHEECyk81h6xHrSkg5z7RUvOootYwzTkPe/C9uqyGBBh2IyHaqFXioCuBFc+S1S/OM/pXz1XXnzUFL+XBhR1XalQHhcpqeq6PA+Hqiqk85XJ/jMS8iZT1+wL5lmOxiLSv4ibL2hM0ZRoz5k99wY0GHExCMPKDkU+UIluvpOo6zAlrkwmam7OwKtUudmm1BPRzMOvKQYbzoo1Cr8lGp4h69Vb1/DqratY31xFp9dGrc49noaKv2PCAeV9yEEiK0QThMMzTE6OcfeTL3D33gNMaVKvXOkDjrMMSVHAqalQydHju9j7/FeYnx3yuUQV4Nw9UknnERcHmuf4WqYWuVEkPosdM5IK9nRBpxluCp2dtCMgHipHyIuLVL7s8qZUsr0Skvgel27U8/+OBwD14VBYLohN1tiVS2paBVMc0IypKUcGB/YU25jcEO451zK1yEOELLoAQ13SsCy11tICNPbq7MeqA3argNUq4WcmvIypUgeda54IH0TPclGDZn+TRKqjEnPiJ6ZM82TipKqIKT53C5wjF3Q+cJUrgA9zJi9FIGP8mj+zqTpMW+uBbEJ4p2YJ05k5pschZieROIVkisqfyVICkuBA2wZcJlCdCp1agF6tIc5eipiFXWJnZyornTFVwIOTBq9OBzL7tgzEoYnZaYjZWYjXbjbxRz9ax4VLHp4Nz/B0SFRmKQhC2/HQatdJicbTL0fYezp9UYTO1KcccHkIYXeSY0HTc2h6hmiSYj5MYeiW9KgGfQ+1izpqF3QcfjrF0aecuBEp6Mugz9sq4W+VGO1kGO1myMYasKB4rsnvx6zRxc20BR+MCp9mEz1VY+8ON8wLceRweE/KHS+uMiaG2ES77aDddjEapRgNU3G0mEx7cLjG5EKlo8b0dc8UF2+9TRRKgcP9GY6PFoiIrpurPj1JTLmAFSh8mmUTQUP3nHoAE/UZLviAzqS7gm5q/hcs9X7Ry0shgBih1EScFEgSuvCIVLKks8e0WC6eI5J+NbXhsugqohMvp7CxTOczKUc89NJNxm5QOri5MS/4MmQ9MwevRFCx3L4iriqV3835tXp+D4ozq6LbXSWfmYZlCoTddJwZFtyYMR0nIgIPOipZxnuLYXq+ZPhQVk4+9fYSjyYfuPzrEvkMfm2TD1HeT+zrs7GyXkd/1YcXsGMoxXgU44yD5iETCCXmM6JRHTT7Doq5hoTDkmmB2YJJixyBrqHGPpmMybNChi92paFj6Ljd0vBmS8edP3kJd/70JXy8P8L//o9f4t27A5zuVRgPANdRrj8eCvOSg54Sdt2EHYiDQ9IxyUmB+DDH6xf7+Dc/uYnv3NnAyI9l/fPfP8Mv/v4ZBoeh3L8cDPm1ALUgEIcYCQXSm+gykaP6iPhMo+FJBH+TPdM0AFhwAxe27yLn4EM+HyZUPBnk9FsaHCPDwbNjHDwb4OQgx/FhJukWEWcrTdxY4siS7ifVq0IXIa95DkJJ1ZCXpNiQKlR8MfIXyGe8yc5SlTYo2DEyYz9FCbepS2I5SzWkPECw15NDeqtCzS6xvq7ju39cxx/8cQP/8i+xrOFOjHIY49alVfyH//CH+LM/ewN3H/xa1sMnUzx+GsvXW+0GWGGns5bA0RM0GzraLQO1lgm7ZSDWNNz/IsL9B0QJGrLe/lYNP/nLAN/5EdFfHOSnuPthgY8/LHA25KGIvbBMXSTQjRSBbaLuGOg1G1hpNZFkJbZ3znBwNsHNVxq49Uodly56uMhu3kmGu/cm+OyLOfYPMuwdZLjzDRPf/IaJtRVbEkRJpuFXH0ey8rBEviixueng1q0arr9EobGBVtvB3/7tEf72747ktndrTD3oaDEh6gDPHqZ49jBDZVWwaAogurTLd6mBYuIhn3hicgijArV2geZ6Aa9ZYn4CzE/YEVkiH5W4fXsLf/yzl1FrW/iH977Ar+8+gcvDB9NcealchuL6Uok+MzRgRSZWmzY2KBww3W1WSMscp6dznJ4t4K+Z8NZMvHzFw6uXfNy8RPG3gUanjvc+3cWvP90VbFCr0YTv1KFnHrLIxPbDAba3j2DrRIu60ms/XKSYEK1sMkHA9w/ND5YkQ7OCnbQF5tMMc6LPmYAT7IecBKXAjShiisBqgw94vimik+1z6srvnc8ipqn4zlkKwBGHwXxW8v1EI06JtS0fm5cC1NoOSlOlvc52Q5zuEYNXII4U+pk1Fk6gobUJNDeIOrWwmNq4frmJO9/s4NImX7B8H6T45d8f4hd/d4TOpoHLrzhCjeAzX4RYpnpkT7AcUjAhkFDcNmDY7FBVFARxyPK5SSWYHZzzCtmsUkIL93TsZmTvHnQRKVhhMBxMcDaYyLDOMkmN4IZTbXLlX0SUagYsPnTlOav2HuetKSLEFrlQCng919ir7lqoexbavo1Ozcbl9QZeutTGWs+Hz9+bXmIwDXE0CbGY6AgnJqJRhOnRIaLhmQjUrH3Yn+V4OkywcxZjbxgLxrzVNNBq6dhcW5d1lan/yxZajQJffrGL7c938XBPx8NdHQkNe20DZo1u2UiEGkH0xjrSlM+vCq2ahdcu1XDrko/VNQOrayZ8pxAzynCo4+FjG892NAyHC1nfequJb73dEkF9Gmc4GkX4bHuEz7bHskflu+jyWgOvX+1jY6UBwzGRlhre/c0A7/7mCHmcwaxKbDRNfOdaDXeu1XH5wgoub62g8CzEtoZRGWEQjRAWCbqNlqzjvQmOdydCGuHviW7S0/EUZ+MZjsYxBuMYIRFzIoPycue7u5T3jhWYmBynONuPBDtJBCp7P4msJP2GZiou7ncrPu8SDq249yhh+CZMn2njEotJgSQsYHKvUgfSmYlkxuFkCc8r0F6psHVTR3dLw+52hp2HGeYnOuIzHa5rob1mobViy9CIQ2ImZ4nHJWWD+2/b0bF+wcHGBQfdfoBuL5ChxXy+wGwW4ewkxulpLGcF9iS7qyYa12wxvNBNp5E8MTNRzE0RcecjQxJxBU81VilmwnrXlnuFBju+74nu5uGrXjMQ+BTqDEnPMT3qBEQ9Vsh4H80rIdVMj3NxgDdbroiPQduW/uE4DRGlIRbjAgvSf0iCiTkYADZv+ti86YmBjqnbxTDH2bMci9NSzjqWVyFMIIv3Ht+F7aaHV1+5jtdeeQn3Pn6CT+8+lc9AUJoWz0imPN/thgarriErY8Gu8l4Ug2uhwdIcWdEgw/yAfVAV9LoJPWDym52yJcqZIZ9Xq0YahoF20xJsbb1Rl37cg6MZRiOmzIi3OzffUdQl+okiMA01SgDmtcmhLqkeeVqJidNu6mD9Dp85fOY6VgGHXZtmJYRQuqG1nL0QRIdWyNgJTBQf95U8VPNa84ju47mDZuFMMKlaTuMjxWgLta4Dv20hE/wdk2g0CqizZHPVlGoCUMCOKQC38Ob1NmyDz8AcJ8MUH9yf4cP7cyHw8OvR5MC5Kg/UYugNcrh1Cu/c91Qi5NFJ3+3U0OkQNRlLRcyCZKQREamldGfzqUyzXSOwpMaAz3BBcwmesBKXNRfR2DQl0nQ0HcSSjvf9Glwqb4JPrQQXzTZ79e9KeJBhk6DDKAioQRlR7dwgdzYDdDcDzJMF5jETwAXiEyCf8VVHo6KO9pqO9rpKbEQLJqo16Asbemyp80gdKN0UuUMCVAGPyUwDOLpf4Oi+OsdWhga7XsHrlaivGIIX7q60Fb0jmmMxY7KUKGIaTC1Z3VUbnVVbcJjj55EICitXbXQv2JJ6sVgREsaYztibybMBP+Ma9LANfdFCOAsxn00wT2eYswfPTbB2geKziWvdV3G99xriKMfh6TEGp2d4vneM57snuPpWDVfeChCdpjj4eIrTJwnCMakuOjQxlHJP7MM1ajI3oOmR5inLJVXIlIFISlF0TnRwIj3nEiooKzRXbHm2MQWzWJAMUkH3Cuh+gV6/jn6/gdkkx8FuKKZkIUJxr8GBkgxSmZa0YDlM2fM8yj44hQO0uZ+nMMd9l/ROEkWbCGnHq9PAa0rymII832uzcYX5iLsf0jxMOKYFz7Llf8/vKy9LeEEmq7vio78WiKGLSdIZ7/NEfR0ifWk+4LXV6VpoNg3pXiP9YPezEnufsVuRJAJdjERei+hmE1mZIOXZp+L3QCKIJXhevXLlPDYeMsFBk68F2/TR8jpStZQWU0lFq/ojDpNJbmJnPX/WHGmWo+avIPBWUZJmlZIGRqQ4e1ozmP5CFvfrfO5zTqJJDYfqVxeqGxNcJFlUrFTwpIZMzutdA6kWIi5nyOcpquMKJekIVR056pgtTExDA0EnR3ctRavDWY3MIDHc9zA6UJ3Z61ct2I0Ep7MBRoshDIP4Znd5Ho3lLOV7AUzNx/5DyEomBrIFbYOaINMthnpo6jdoUmLSnRS4FJaRo9EocelVB5dftZXIVMUYneYY7JM24GK1v4J2qy1i2fCEqWADSWiJIYLVBvzMSGyiaGMZLmybGFcmcxU9jwIxRWDH8eE4FD0zSQBn5QTj2QCT2QBFTpSrjqDWRbtNATiQfQ33DZWkznlTLAfJFIB5xlNO72W6OIdp0qjO99kMukHEtA/T9l4IKs1+hf5FR0wVJ6cRTk5jlEzHzl20WhZWNk00eoDhkY6QITy1EZ7YON53cLTnIIs91P0WPMfHPJxgEU7QXgVWLxpYWYuxsjJGK5iJ+KuHHJLW4BiBiJ5J3MHp0Menj6b49OEUQd1DLWAfoyXXrfghy/NKO843MljuHLY3hRtEkgCuNYlk5fPOBAf+tVpN9tQp03lI4PuOPPfZ1Yy8icFegf2nMY73c0Eug6Yzx5B9NQfx7L2Vd7uuzv88x3M1mo6cD3kE57OW72n+lWt1w8GFK77MX04GQywWUxGnuWjCssWMpXot+TONhhmGoxSLSR/zcR952kJZNAW/a5oRTDOW3y8N5nGUiOCvWwnqKzFWN0v85Y82ZAUcJE1D7Dwa4v0Pj3HvyQg7DrDrEG2qy+L8S+h9NGlqHOKzTsWWRdGDgQQ/KOHWSGXKxchwekxRi2aZcwFYky7tTitAW0ytHLGozymOie7kQJ1ibwqbxgPTEAE5ZeqThKYlalPkrmVqU9GjLOmk9v0AnYCEohZOjkPs7U3gGhXevO7j5gUmgEMUYYR7z8b47aMxRmUFfzWA06I5hcbZBNMF+8AL3GwHuLPaxo12HafzCqeLCvf2ItzbC9F0Ndzo22j5FcbxAtM0RWi1EVodZGGMbDHH5Y6O/+HbHfzRG3URVaz0BHG6QJjFMheu2TW4mgeNnpCphnuHc9w7mOPINjBr2ljUaLJTieVuoKHHPSArLUg2SCBnqzAr0W530O50cH2tws31HJ6Z4Wya4HSc4PlhimcHKQaRhuOEArBK+3Ovx70S30uN+ibqwaZ0/WaphyQxMZ8XmM+472NnO++Dpagl3ZzszeRGQilL7LKkuUIeF+dJOAmD/D72eSmCLdUZIQIuU5cMp8hIylJ6A2cA53NzqSWjSSAaI0+maDBoVNOwuaHh4paGmy+7uHmzjls3A2glHa8h9HwMIx/BYOdvwT5eVbFX5SbiaCyLZ8kk4/OBGG5bqFGuZsHjO5jGrsxCPMwxeDjB4fMFnus+nhsexlYPM3sFJ1MDg0GIwSCBRWS0XUfJLlOiVikAsStZenZZrRAp1CsdUoq5tRS01M8tLyXuyUkLKElZUoKRJAMr9c4sK747IkkuZ/ME6SwWJDbRwgVx3Ex4lHwW8Z6q1GxWVqXms+f7FqKEBZXLaQFNkyo1+3UR+EVO70V3r3Lgq4TgubipErFqdqz+9+prfNXxq/DMah6vhNrln/+amvv1/uGv+oyXFIrzpOXX/7Hn+tF5pnOpt6ivfS7+qn+AkGBpYrUUIVGuMfWHlGtXBGA1fxEBmR/UCw1smfiV0B6rT2kSUWIdCT9RFMv72ZKQIc3YKmV8jn9W+G11jXMOx98T619UFQ3nVtybLY0SmuqPn06UACy6mK7JmYW0ITVbV19HuoM5U1ZSndybXGqWoc4r5/9cuQ6WoS2Khnxn8N1e6QYaK2torqyi238Z3f4t2hKQzo4QjXZxcvoQJyfbSGkU56VJMTPwYNcbaPW20OpuYri/j+HePpxmC63LV+B2VwDNR8W+IgqESQwbGVwjg62l0Ll09t0oAThilUCso6AFf5kApqmNYjx/GDF+iHGLKfilMYBPQIMGC87Vltfs8rqTveMyJSzPluWMm6ZLkmteQLKXs0SO3OT9Y3C2+2P7AAAgAElEQVROGiHNwhefm8X9lP27AjBvXQK0aOiSuks+l3hmzAu4titEYJmr8/OVa0/hw1m9wEWdjNcQCamqZ5rPYFUBy+9dDAKCp8zgmhq2VjvYWmvjpeuXcOOly4o4VeZIC1YBxVjEEczKgllasKlh+L7QDgOewfME9z77Evfuf4mTMascc4QpAzdkB3GvrhLAR48+xu7n72E+POId6qrwn1HI8gNd3OP84FR3EV8eRDvz4EM1XLms6y1NDkHsO+UFmk6BdLosBFeGkyWt+/ymXj5Alr1NFJrYUSWYZBlgUjOje9oQTBPFB9cFPE8NkaTPKeeHxiJ6/v9qc1ClxE+TdKYwWXSi6vxZiPGdEWtH9AJtL0Q/EvHIYYcGr1vC75bY6rnY6nkI2jWYrbq45Sc7C0x3Q5ycJjg+ScUZlqTsbSJOjr2r7MxROFwZjHDgS7wwH4TnFy1pRnTzMLYvLgVG8HVxqlvtHJ2+L0mfeFrglF2VTBVTWAiZRuIwhpgq9uwukW4u+5h0XFy3cHHDxGuvbeH125ek5Pmje/v48JN9zNiZM9UkedLwHXHVTcYL2WymsY0sYVcphy8xXn7Jxh98u46VdROPBhEeDkI067aITnTIz0Y5Ric5jvcyDAe5CGIcWLBjhb2Ursf+E1+wM9PhGNPhRPDfdOy3+j4uvNJFa6OGk1mMk1mE6CBEeLCQzqm1a3UEKzZSK0FmpRh9CYzYZ5xVsH2KuaX8Hukujtk9GqqktyEJxyU21DRgeYUs0r2Z0ubLN/AseA4BdyasysR4THGRyD/+oUpSwCvrTayuN7By0cXqBVeQgMPJAifHC+zvziXVSXyzuLzp3GCql4NXOuhZn8x7gniRis4vlfRmpwTxu65DB49K/UrPeKEEZwr6HJxRzJahdgrYPnvL2Ie5fJkWELQeUwDNtoXeii3uFPbLsq9nOiJeRyUIpF+a94445SrBNlNg4e0M0u34MORmjRhFDjhZeKJejwrLzDQvnWtkT2oUfBey3MCBVyeagQNqpk+yZT+T8WLoIwNoFsWXpdrw0IVSsieNTzYO/BQKXDAIdPOwS0hTCBs6cxstBy/d7OLy1ZZyB5Updp/M8eTBDMPjDCEHuSnQu2zKSjisOyRitpTOOwquNk0C3D6xl4EvdEVvRsei+GvgzaaBOz++jG+9cwUP51P8t8+e4r3PTvH4foHdxxXqdSZufWRFgoSxKaYGAwuWT6QmDyUFSj7PxhpuX1vFv/3ZTdz55ir2yhF2qyE+fv8Yd387wPFhLLhhiqx019g1R1DrTPxzqMEpL18Y4YIIjxybl0xsXDLRafjo8LBZuZjMLIwnBgYHYwwOx4DNnkId7baJ9RULvq3h8OkcB08WiBeVoBO5gZLfIfUeu0JpVWg0TTQa3GRysEuEEt3lqkeVpgwemAS1oyusG3tKKAD77HkIfBQhB/OhYAqZdqeZQBkw2KFEHAbxpjoano5LWw7+5M/asv7b/30iKxqkaJUVXru+ib/49+/gez9+A//wq3/CP/7LzzFjxwm/Lxp4IqplJrb6jizPZ3ck0386vIYjafbHuwme7CTYfj/Dw9+k+Pb32vjz/6mPb36/ho9+e4yP3h/g0UPg0Taf6w66a0STAWcnM0zHC7Q8Ey06qW6s481XL0hK+u72Uzw5OsKPf7Qqi7j94/0ZDgehCFdHPFiPdQzHGm7dKHHzpRIrXSWWxZGBn/8ixj/9MhIsHdedb7fwZ3+5gms3ajgbpjgaJPjk/hif3B9JcsExiVw2sLmpodOp8Gg7xKOHIUKiuJl6CDQZnNhMGI9sJKMlPjxO0epr6G8xxa9j/8sUe19m8HUdvqbjtTf6+IN3tkTw+ft/foZfvX+gfLeVhlanQruvro+zQw2zMx0XOoGsnm2gYwGBRQMEXao5ng7meHo0Q7UCVH0NN6/X8Nb1Jt641ka730W738PPP9jGzz98iMP9BOHIRDSxkEwpKulIykTSMy+/7OONNxswLB1fbKd4spOiRnScx0MME6h0MGuI0wphWGLOZ9koQ2UyLsqDoyFGGwZmCgrAxD2p2kxB7DVXXfgN4u7oCAQWIR2ZiUqjjSji8DSiDqcUdbnRaq1Y0tHW6FCIJ6rJkD0K9yqDowWOjlgwrMFrqJ7n1qqG9hqJCQampwZeudXAH77TQauh4ePfnOL+h2c4OUpwcphI52RvnQYehQeyTQ2bF1xsbSlkXLvtS0dYumDvsikO+aBVLjtF2IXM+9RS/WthDsZTmTKPmVQOE5xOIhydLbC7P8Xh0Vze5WWeycGg5rtygFGdIkzhqD5113Tgm67sT6I5e76JvuQebtljCe7vLNQbNno9H5fX27i83sG6X5dVoxgV58hnRNSd4PRsiC/2K3yxX+I0yjFOMhly5gkLhXPp2VrtOqiLwOZiMEzwyWcjHJzOpYd767qB79/5Dr7/ze9gejzE9mcP8ODTh9jfC2WljoWUXU/c79V4oCmQsw8njhXh0NSQGQYS1gtUBtzchJcbcLSCgE68840AP/1uA6ubdUyMGnbONPztfz3C3/7XAS6sARfXgTfu9PHad9bRXPPxn//PR/jP/9djEMDLy8WtLDQrBzcv9fGzn72Mt+9s4n/7m3uypqcJqgXglhp6joH1uoMfvrmBH97ewMalNfS31qD7GhbZFJH0vfIdaOAf/vER/uEfH8uAjo5DmsVoLmt0TGhOKosCBtOWFH7DhGjqGNPMxCzjcC3D9JgJjgKdlhrCySCTRh92prImKlEdqDT48HkqXUR9D40VD9Eix+iU6bX0/2XsTZ8sOc/rzpP7fvfaq7q7em80dgKkSJoURcmiZFkiZWlmIvxt9GeNIvxp5putMccSZUukSNEEN4BYmth676696i51t7y5Z06cJ28BsBUTMYh4gyQIVFXfyuV9n3PO70D1SqhehZy444hDOB2rm4akjYNVXdLBx88WOHoWYXZaIexzn8r0LReH/uz9MpEsMhFTUu5P2YfD68SowJoiv6HKYo/67vUAnq/hYH8i6+SgwOlBCXNVR/euCXeFhvcYJRMOC00MmqDjvgwQx4W48xdRiNaqjRa7P6UXjEmQGn/GA2KrbYowzoM9xR/i6kgkomN5uD+XxX5WYnrFuKepaLRcbF3rYe1yE5UeAUYk+9vpIMekT6JPjHAao3fFRPcKTWe6UG3mgxzP3ltguJeJ2YYrzEoZwDGF3QgKGXJf3tnEpUsbOHgywv7TkYhaVIDTtMR0xkNbKs95Lpa4V3omZwm+W1nx4djErTsIj1NMny9EwFWJjm4oguu1G6rgqoupAtcAWkzsUwgPPHiBj+mcA8wE40ksInC0IFqxPn+ZjgnDpZjO5AcvHu5J+f5V637eGbHACqxOjRlnpyv3jrZRwTYr5EssPV3OemVCLQ0oRN0WNCvMZTG9oS8pJ3Td85qZn/MzjqERHUuHNLvsjHqforCiggkpCg68llyaMTUxrxH5y8Xh7avXPQQusac6ziclfvb2BG+9M4XPZ07XlmufRkHWuLA+RHNKqRKx/ELOizRGcP/MephGwIE1+55iTIYVRqfAImbbSk3gYF93j/3ccd0VzGucv0MOTCPWdUgvkyXGwXhcYHrMHs1SjHNuYMMNXLgNF1GaYEbcccZEXl2xcTGEcFwNvk+hoBSxlYOA3iUP3UuefP0oj7AY5AgPS+SzZYLBsdDo5mj06DwvMBkRF2Zjs7eCbrMpydmjsyEckonWaGDkno6ptwzDTyCLRgzuu9lr3rsGtHd47TTgBQ2cD2cYj2ZixmJqn/tY7l1QmPD5Nds0zVYoF5Wg0CmeEWe8dLZK12VCQwMHXIWBMrNQhQ2U86a8n+fhAgnRtM4CRiPD1oaNrXUL243r2GpcEzHz4PQY/dE5RtMQ59MQK9dVrNxQMTtJcfB+hPM9ihmGdPpSGKOAtbKygvXNjZqSYdJYXeH07BQn/VPpMOO5iGluUm0o6nN2xP1Ed91DZ92V/uzBaSS94kzFBmuGdO0RoTwZp4I/nk6SZdqGE7SqbnhY9mnx7GZ7FGdzEWdY5eBSQLIDSfrQ4EthY0Gsd7SQyiASAWjIYPqYzyz2207HudxXPLGaiiaGByFtEdPIZz4mKDDF2maArcttMQyze5gDw8k4wWRCdGqNtaToGzQU+IFS/2dDxekj4OQhhEgS0xCmK+huOOhsOCJwFUqCPCmQRjzTkVSji+hKShWTeQa7Ku0ObCOAqzeEshDGA4TRADb7CQNbvvfJ8RCj81lNFlIVdNqb6LQ3pBaJf/6YJZnaDIo6R2/NQG+dGG1FEq+c4/D5xPMzU8sccFepWqe4yFIzafTR4LZ1OB2iaBOhNFRRDnsO6LGBrGoir1ron+eygk6Ota0cnR5QRRbKyMbJ4xwnjzI0uhZ27rjweuxKGyDMzqXDWuOwWAT/RM5vvuPD0n2cPNVw8kRDNq9TyZwXWww/GBQTVKSsvUJGK7FQuoIm0O4Cq9slVrfryiUmm6fjEudnnAkZ6LSb8FwPxwdTHO1PoKEN21iVvdr5+BTTKVFphiR4KfYamrXsm6sTFhqrsVTWCbF/0JE6EXZ4Vyqvt6H8fih28B1k2200GhtwzKbMI3gdc9PA5Ekt4DA3xeutFjJ43RFqJ6XfCpNpUyTpiNl1BK0WgnYbujqCpp7Da5fwOho0V0G/z3lZAr2wYRSWdCgz/evzLEmUrapivK/i/EDDeOBgPHJRZI6Iv6ZuYDobYDIbYmVLw+aujfWtAmurM7QbEXQGT7hpE0GHFMIOymIF45mP3z4c497DczEfUYhlElblEIRjcDGx5xJSUSlmmxNo5jksjySUTPbl8yn7HhU0aeLr9sSgXVZTlIjqajy+E8sNaMUGjp7GePbpOU4PFwjaXVk0BXFFixSjYU2C0MwImkmMeAO+T3w3RQfOSzhXErQE+qch+icL9NZMbO64cH3OSOYoqikK9JErfZgUIqjHL+8rvo9q01+BbL4hK48byBNPAgmKzllGJGQEzh6J82TdAkkFra0Sm5cV/Pm/WsGf/6tVOMkCxfkYTx5N8Mv3xrj3PMSZD/R9wKUBwiZVb9ldmhGdSQHbRDw1EM0MEUEcnwjrQrqnSUgZ9lMMz9jlWJssiYBud1QxpdBcSKKiLKfuuKRZhIb5KIxlXSRN+e9TTGfVGUmGrHlj9SDf9Xxv8i5gSt2yHbmPdhpd7DS7UEsa6U14CrBlpVjVEsTTCaLJGPfOZnj7dIY+U1QrPtSA9xc3ATFmUYVpVGHHsXCz6eB6k33FAXw3wE/vnciyjAy7G7X5LlUMRJWFo1ELh+ctBG6GXjPGzc0cf/hSha/fLFDMJyjmUyzyFAshvpho2T7cykE2BLKhgvfOZ3hvPMepqmJhmYi4p+VDMY3RaajoNnm+NJAXRKQrGEwShEmBW7fWcevWGtbZMW6NoRcZ5nMd44mCh4cLPDxaoJ8oGOaapO5iEjP4R+V7paSR+5IsJt+ThD3KDF2QAMJqgR4Cv7eklnCWkCNNQ2QcDMszib2bnPvz/ViKMCNi2jJkIKk3PvMk/UuSBeX65fRxKXLVwMGlUGfRUMVATS0yC72Cvcc0lA4HyKMJXnujjde+1MbtWzpuXtewsVLPoXyzQhINkSwG0Bi4oDFN1WBVJhSGt8YTLCYT+Xr8uhorO/TecnbN/51BTxXo1Kj4uEsqDE8KvP/bAh8/qjBf72C+0ca4CjDKfExmGsLzAuGYOG8+l22hn+SVISEchipITlQqGqtq0Z9EgDpRzfPK50BmmgMrpiQ5yxVV73OVkzMMLpo2K7B+I0HJ8zwDMEwDxxTHQyTRvBaBSW6g8Cfdt3xH1QG6WqeoWc0UEEVEvODRipj2RXTzhXD7BbV12b36Be12KabWoumF5vFZ9vUz8fZz8bcWgpdC7XIG/T8LwJLYXIrNy8D4F7/lxeh6+W//y//rM/GaM/Dl97oQoS+Ch7UwvpyN00jFAOLyc6///lJolL7Yumq0RpYvq3rE0McaGZLcatGSgTh+nYsLXE4NnImrmiSFubiPYtiAsyk+9/iOYnct5+bc/1IA5myYvxaGrOo0am2w4c9ErYuoaNZQkiTI8dZFfY8EPWiaY6igfpl/VusohkUKwHzdyzOTZy0Puuvh0s6LuHr1VXlPHB08xuH+A6TJEFkyqs+IpIdoCgppQ2HoIICh+7IP5kDCW11D4/IurHYPeUbTJWtZEihZCgspbDWDSfoRFwNQgngxkRYm4txEVnGCo4t5gp8jBVJBLPOswXfOBSp7+Tvg70OovkuqAAVi0QDzfGkQuhDXacTgn5UTVtaz6GKoFOGdIrLULtFsyPuBfb+sU+R5qYCm6DANRyow0qUxyXINqezjfULiGoVfUdurCg0vQOAHMnvl3+fPIul9muEXC4QLkmQ8NJst+TPy35dO86WJiX9WfimSL/IkhmPqeOHWLl64eRWXtjews7OOaTjF3uE+TvtnOBuOZJmKA1N14AdNNNptbKx2cX27h82ujwcPn+D+wyd4fjTA/vEI85jGN24+DCjLSs/jx/ew//GvMB+d8ppxRACWTj2zguUQCVqz+CnC5EyARRqyhQaFvUZGIT25QYvReQ5zU0SLHMWCm2O1RkBfCMDLB1ot8FLNr7kEHBIz0cAk8UV6pXaQ8ALVYTcMWMSSCYKmwnxSYD6hI+iCN19fJBTeGKOoUrrPDRhE3hoC7RL3DMXfXETp+vFk+ZpgRoOeBq9TweuUWF81sEa8tOYiyT3ECw3TwwUmhwucnkU4OyNWjemZZbp5+aSjw4YiYT24vkBYsjOBD+56Uy0PR6r88tDn56fAXC1grhVo+Q5agYNwkKP/LMJ8yMl33VPLtDO7joh1zbmLYlcfk3eughdve7Ju3F7HtdubGIxjvP3ePn79zgGi0EAcGrANA55DITfD8HSG8TlxEgayjI434pASXLum4/XXLPTWNDw/z/F8lGO1Z2Kla2I2zHD4JEL/KMNsxG5iuiD4+1IlpcdhJl0NSmmjTC2c988x7o9FpCU2vLvpY+d2D37PxdNnMzx7NoMap1DiTAby6zd9uB1u+CNMZhHCPRXzPe5yS+hBJgkMJsf5wGRfEhMg/N6GxX+GG8t6UxF0VPhtVQSVORMvhoZ2yxIRuFwoqBbA5DwT4ZSWCwqE7OLcudrBzm5XEtV+R8M0jHB8OsPp6Rxn7FgdEsdcuxcNCs3sw6FIIcjcEgtJLvCFy4d43ctT0DKj5HBsFa7D5GQ9hOSBSyuJXmZaIZeh24WT0fIUeE1VNi3cW1HEINaOHX5BU0WTBytNRSbIZxXTYYbJkAOlWhCX9gwy5Je4QZsocaNExeQGhV8mPZgkz1Q5NNXw3y/Yq6TPyoHC8ls1hKKFgnl1m54IwAkxk8hq5B4XsRcUG7ixS4nVXiKv2afFBzJPuTlFHN4PPKTVLnYe76VfgV1xTM2smLh5p4sru01EcybqU+w9mOPJJzNMhrkk5uhual5R0LqsID4rsXheYjFmehBgXYKmcOPJziIOLem6q6TPsqFXuOlpuOmp+Obvb+Kb397EqRrjl8d9/PrBBO/+IsEn7+fwmza8piN4KIr3cu2xW8xUsZjnMkhHqEENdbx6YxV/8Uc38PprPTyJz/A4PsP9j8e4/9EYg9MUC+JeKQB7JizfhCmJR77Q6LLmprbeAPMduHlJkUMYhRobDrLYxGBgYDBQcXzYx/HRQJJCbteQ4Ru7bAylwumzBKdPU0k48nfJDQvpCHze1QSrCs2WgVbTkO9LdBIR+XN2s84pANdoCg5ra+z1RQqYxhJXVhFl4jLkEMRsFJKe49xGsKKZJr3onqGhYWu4esnGn3yvi3/7vR7+n785wn/5m2NoCwU3Oj5evLWDr/z+a7j+ylX83Q9/ir/7x/8Ov1Vg47Ip75X9ZxkGJ7n0cLKPk0M03UnF9GM5puBpDs5yHJ7leHIvw9N7Ge6+EuB3/6iNa3dsvPXjE/zsx8cY9Dl0IF7SwfauJ4jtk/0Qg5MIHoVtTRGc7RuvbYP32uOTQ5zN+/jmV1fwja+u4PnjCe79po+TUYTYqBCWQP9MweAMeOF2hbu3SnRauvSAzWcqfvSjBD/6p7gWWxUF3/y9dfxv//6KoObffof4jQGOBiEO+6EMyi3FRqdp4upVE2trGn774RQffjjFPMmRVHUKmGkc4sGjUb2I28tzJhc0rKxzs6jh6YcJnv02Ra9po9eyce2mj9uvNlHqJX72yz7efX8oIiTv8B7TkVt1J8/wUEE4VLC76WN3y4cbl7DmOdqaivUm3a/Aw8EED/tjxCsKkhXg5q6P16828eKVDoJWF41WF//tlw/wD7+4j6dPFhgdEbOvCGWCopLXVuB1VLz+RgO/8/W2pH0/+DjC/Uex4MJNLatxh4sakxgnTKwweZcjmRUiwDLRK4eEgtc2e0dzFHEhiB3B7HQMeKt8LumwuLmGgsk4lgEo+yjjGcWwOmFfn23qdLvX1iRN6AXEVWpw2LVLLFRh4Gy4wCmx+AZTMQbshg7HL+B4fHAasgG+fsPFl970YWgFfvmTU7z/6xEsneknEwEd8k3A4iycjzZNweXLDi5dttHp2Gg1LcEfMjXLBL0dsAezrJGqYmQ0UIEJUV36PFRuIGHK6p9H2D8Z4+Bkiv2jGU76oRzsaPjgAYKig3RTFsRsU2Cve+i1woSR29JnyQMiN5t0wVIoq5ENpARocFwVzYaF7V4TW70WurqPrhZADdkxTULIGGdnZyIuPDoGHp0Ao7weRfO6FRCRqmCtpWK1qWJ7zcPOuidDqfsPJxjNEuy+HGD3ZR93rryE21dewuOP9/Grn72Hd371Mc7HJcbnJcyuBatjiZGBTkvWYKRz9jQRyU8DioLS0lCYRPqpiMcq0gmghBkQpvjOl5v4i291cOduA/ZWgFmp44c/GOCHf99HWSxQ5SFeeXMdX/3WZVy63sGPf/IcP/nJHo7DVFZ6DmCo4sZGF3/5l3fxu9+6gn989z5++O59MSgUc860FFgZECga3rzZxpu32lhZX0djZQOeQykmhFbFCPMKYVHhn395gH/+1SH2TuaYRjkYCO+sOLKcRi7LDVQR4tlFneZzEVDmmYFZbiCaMFlZoUpLuX80JlGZVCSeP6qHODnJYZLwWDqBNSYoHbTWmMyhcY841wSqW0LxmDiSGRe6KyZ2dm1J+Bq+Jn1ig6NI1owdh33uX+v9p+GxQoSOWEvMRERR0nglaM6EBrc6qWXZhYihV68HePGVHrorNk5PJ9LpOTgBBicV0FLgXFGlcqVipxvfM7GKLCFNxJfDJbu+iadM4ghey5CVEncnyZDaEMLZCtH/vTWmkOo9SZaokiKNpgXOD+cYH83qpAOrWXg2yIGg4eLynRVsXm2jVGMUaizEHRJexIgyzDAfp7CJ5O9U6G2bWN2xJY359J0Q/acpnIYpojgBbDQQeEGBdrsQcsXqagerKx2c7s1xsjcX4xXTDElUYDgMMZ3G8JYCsCmJzRoBxTQnf6dMt1mWhcVRitnzuE69NBTogvBWBYddLlRUoQqjKuHoJRyTKG5fVpymiLJlrzQT5nOivmlUVWAHlpj6Cna8EhNfVNLdreQUgNljXELzAL1FHyDd4jUpxDEBm85ndihz30Zofim2StiGI2t0PMHwZCxGIprFmL4kcvkzAXgUicPcUg05y6SSiWV1ggp9OTQhicT0NLgtA6atophkgv59/YaN125aaPFMp5oYzyDi78/ensLv2fC7NmERMgwnVUIw1EyB0hTqcoBA0zD36ETb6rKYpmKibX4OjPsQpCLvAWJcux0T3bZZmwdYY8CaI2LyKkhiO8lj2UPRSJecl5idZihjJjTZN2rAa3qyFkmKGXs20xg5BS2JH9aGas9jatuQyiB2tPLn7uy46G47iIpY1qKfI9wvhXrjNmx4DRt+k/tVEihIguAg2cb1a5uCLH6+dyrLaTEpbEBzOfpIkWQpxvcVjD/lcIJ7vRLBuoL1Wxo6O3wnuNANB+eDBUYDmoTr+4GGb9OwYHDZhXQEW6Qa6SosotKkC1AXIyHfBDl4RiAevpI9AWkDVRKgSgMskgxhEqG0EpidGG67wHrbwnrLwqp3BWv+FZwPF3i6d4jh5BylUaAyCnhrJbzVAufHKfZ/m2ByyGvWgirXH8uV2E/ZwerGChyPyKP6XXhwdCCLfXncn/H+Z0qbKXui7bnchi77CPbUDk4XQobp7hBhy69TIxVpnhkOaKRgsqbe6/FcLo04JJXR1c85iZvD9tlzyTQo70kXjumLqYvXHquB5mEoIjgpAKQBmI4Fw2H3kP7Z2VQtuAfQYCoqTLk3KFxxWKwiSieI06l0ka6tB1KlwSoMvi8nk4UsCk8pD0Y0RlklXBdodXS0OgaGe5Ws0aDAdJojLZmudLF2yROjAPf6PIPNRuwXpGlGoHufGfMNvQ3T7MHQAliKK/3h88UA80UfHg3jbRdRnOL4cIDRiAIwNyo6Ot01dDprkg4m/jRKZpJOzYopNjZcrG8Qm6jJuYmUBxpleT0xYcEzE00YrDLgs4hCM8Vzq6nKiohzjmOoWYEgU2Ax4ZUFiPMGzs5T9M9TNLpE61bodUlO8FDMPBw9DHH0iMKdjp3bHoI1SpznSDETRLqkNEihUJl8JWGkIR3fZ88VnD3jfpezpjpZZVo1FYu9v+weJb2Cq9GtwFBMd43nkhyNFrtQIXUg4bTCbMxBEgXghqAj954Msfd0BMtYQcPbFsF7Gp4ilK4sW/DENArWvdQXSSWRxSVRVisOHBiTLkVROkGcnsuigEYR2DQacL1VmEYArdCgyj47Qslnml7T6dj5q6guKjiI00KMERQeFHAfOUMU1QJwe4XG0BY8bwLPm8J0M2hOhVwtMRgU6A9zOJoFWzMRNCo0uzmcgJ8Vu+ZMDJ6pGDxVMZu4mM88lDlNZkz3cIiFrRAAACAASURBVNZzjigdo7dpYOOyjZX1HN3OHC0vhkGiCmcjnGdwi140RQSehj4e7C3w4PlCKDgyD0FtbJfPhzetpMt5rk2g21Po9gSOH6PZq02Z4VTFfMqktI9WqwGbhnx1IX9+Gol4L7v6ZTjGZZztx9h7OMTZEXudO/CbHREgXccV3DLxzUkawnQTIQRYZgO2FchwmIIZ5zbc+/FcNxqksvyGjk6PNTl8noTQrAkW8SnC5HT5vOPzQBHCG4fHTM2T8FOFmyjDTeRRgGxBQxRfWQtZeVoHZPIoQbbgz1JidVfHzjUDf/aVFv70K01Y0QzZcITHjyd46/0F7u1FOG9UOG+WsE1VVslexYSiHHODFlT2GzMQFJFoURtg+eyjelZUMUZ9YqAzmR3T3FULwBqanHMxNadrcGwKurWZl1NfzvMW8whhSIGxBlLSCEFaWFmosOy6m50CMKlGMlMSgEYdRHEdB+tOE2tuE007QGAH8BUFjXgOLw5RxAuUyQKPZzE+ncc4qSrMLA0Lg2PBBHmRIBYRVMGqbWDHN3Gl6eJSp41LnQ5++sG+LCa0N1ZpeDSRqz6i0sf+aQN7J6wHKnHtSoE72zG+vjvD61szpPMI6XyBRcWG+gqGaqCtuXByE/NTIDyr8EEc4YMkwlmlICL6n3d2kUIrEjQDmhLq8FCWmyLkDmeZYD1ff3UNX3ptDS1tAq/oA1GK+djC5NzA/ZMInx5HGKbAuFAQJqQL6MhY4VFYKAoGfdbRCtZRVQYSEih5Rp+nCGcpGsEKGv6KiFBSg1FRpA9FLKHJqyrMZScpd8I1+pyC1gUN8KL6kOIvf7d1YKUWF2VJpWeNDeZ/Z9UgKwrk2c/rjQSEmCn2CFoZwjUTfOVrLfzO15q4flXF7uUKLbeU57/K+fBihDgcyoyaCTfu0TTOIOMC8/EA4fmgxi+zr1drwja6Ys4W8b+kIbVCxZnEtEJ0XuHwWMFvHun46MiEdrkD/Uob49TCYG5iTlLDnBUnJGbogoClmZvmmYL3qFbvtRSKT8J5qg1DNKrSyMh3+sV5vWIQg/RM6SXl4KIOwVFiuKAtKkohdE3pDU6452S/NkXFCPFijjgkIpuuXKazSdBahtNIhuScWJgOFJpqpDrXxe/piyLsvxR467/zP3cE1wnbJcr1QgC+yPbJn/MiLFyLonVX7nK+sxTz6kTxsheZYaLP/qUal7usgP0XKu/nXcKfo5YvvtZS+5S5l/xz8lnWc5GLH1e2Jssu2M9SyRJOonBe9wLXncIkKfD3VccTKeZyr8K/pFe+WuL+aRiryxP/h7n6xedLZLQIt8QJk1YLBb7PSjlr+T10oUUxsEIjjMzwOGOX5HItEPPe4j0kCeAkq+maNHAto978vGjurNHHy7Q1zQAi9164Li7aWBkq1CWVvrN1HVevvIAsLbB/8AwHB0/Bcg5VnkDcX2hyHXNPw/AMaMDMTTHcmDTdbG6iceUqrHZXqnDyRK2T91kGE0m9NNYFljBp+jWY+LWQlhaSnP9JAo0mHbXyu2KIi2Ktyko4vt9qMfXieuPvgGbuWgCu3/N8p1IEvvidS/2mdPDy985aSX6mxDPrMHQalvhs4PejvkRNj1SxRL4PaQY0sLBWhSZ4CsD8vBnqssSEzAR9ViObxdBSIfA8WXycUdyt+9FZo5FjOp9hNp8JpavVbon4zOea0F0E4U9jBsVp9p7wa+cIHAevvfwCXnvpLoKGh0bg4fjsBPcfPsT+0SHORmP0z8+hVzZ0UABuoNlpY3trBa/c2MKNnR5O+wOcnQ1w/8k+Pn20h0mYCNFXN22kRZ0kPn36IQ7vv4P5eZ9PJ7MSXrpnwHZN4dALWkAcPEy11gkDajvssRb0kaN/5uAKZ8TXpIJb4FDhc0dI7T64uDnEY8j0pmy0Fagc/DIoSCwBxTmXqDQdFLFcut85P5U+GGA+zjCbcKhRuyh4FdSlzEvWPU0KjgnTs+VmJq+dD7qS/VChIl2XFMa66xZ2bzSwfdkVdInXYHowQqZGGJ+pGD4zMOuzj4/CR4VoQfGXXH5+WylFlV9WfRFS2OHFVxdRS9frsu/gwmAj19qyv5oJDib7jPUK5noFqzRhsxB7XCI8S6VXqkbtqoydyuSbCWy6zOmW56Ct2azwld9ZwVd+pyci2GRaYLogEoQHohSTER3ihSQlpeOMgmPEhz57+NhLQmRx/cu8fNnAi3cdrGzomKrAlIOYqoRRVRgeEguYYnRM91/dv2EHFOZ1ESssj2gNFckSV5wQi7BI4K8BrR0VQZfF6C1JNx48meDgyVSEWgq2wYqJYNWSP+tgb4H+8wXUsk74SD+kSmd8BYVdtdI7QkRbAdu1RaTiAz2OIkF8NbomGl0DUZljTia7qaLTdOAyWTROkU4yzEelOK2bTR2bWyZW1mysbbRknfXnOO3PMeHGJy5kYMHBCZFdNS6Csr0JDUw7s3OEv6Oi7gsJc0lhkevOwQFdH3xdsHfOcczaQRLxpMLBQd3XG01TxFM+VOr0r+OZ8DxHXvqTfoJwkqHdDtBuBXINs9yb4jddkPyRJJ3AZGodCarlXKWC7WnYueZh+5qPQolRKJEILYu5ipQozdJcbvzqey1LOLBJUCTsoa17gYkh4CIn3m44gmVJiejiD74UjS82M/K9iY8ifmH5whV0iTBBamy1yFEiOtA0VKeDbfbFrFborBvY2PHRXXExOMoEazw8SDA6pBudiVRbkqBo56g6GYrDAvnjAulEQazoSOnyMjOoRga9sGAUtjzQeWBj70BXUdBRFPz5HzXx7/64ibyr42Gh4N0nKX70dxP8/KczmD57FYkBqd+lgkamaaP6HDuuRCrUSMOL17r4k29fwYsvtfAwPMGj8ATPn4bYe8qu3/qfLwom4234LVuc/1z8fDm4bvgmdm+2cWk3gGlHMG1iaHOcPikxHSmIFiaiWJMhCdfqpQBb1zswXEUw57PJAqP9BMM9IjXq5CDPtYqYTSqUARcQBLpgDHl/Z/wZwhwLbmrn3ATVL0IhPRBDL/1d9fyAzmluwtmhmjGVpRUwGgk0K7+oKUGaEhlJUVVFYCi4umPhu/+uhz/7CwrAp/gv/+kU634X337tOl64vQlvM0AZGPjbH3yAv/37e7jziotv/kFXkn2/+NkQH94b485VB3euupJucTrEj3OHRcFMQ3+sYHCuYHKuYzrS4QdAb5Wmmxz3fj3HB7+eL13VQHtFw+o2N02qCA7np0RU5sjmBS5fcnHjRkPEVL9bIugCWx0Tmx0Tn346xTvvnWNelmhftaF6Oh7di/DoXoyvfdnE17/CIYYmmO2zQYWf/FOKH/84wQr7qTZKfP1ru/iTP34ZtuXgb77/Mf7hR49Qupksi4OrUkev5eL2zQ42NwL87OcDvPVWX9zAfB/ZrQqtNVUO0fORJkvXcukfdR0NvqeLKLp/P8X+pxku7bRxabuD9irg92Is8gQPHyd4fpDAlI0WEyA2mi0HJp3ENGWXTB9r0ukU76cIH8TY1Ex8ZbeLSysmnkZ9PIn6mK8Ysi5venhhzcW1XgCoDVk/+OkT/OC/P8XBfozFOTvgFbClwdQUrO5QLDHxwt0OXnq5K0mNh3vsyAkxZcpuXCdVppNIknF8l/B5x54cDnJrdpHUtIlhRgbJEYdmheBuOUDQicHinsBTYfOZq/LzymVoyY0n0frcqEPnJoXYdcjiPoUIFQrGROry/27ZOpq2gcJSULBTmBtslZtRYDEOEY3nuHnXxY27Djo9Fa5bynD18NkCg5MUO9sruLTdQ9M1EFg0Z3AgVXfvskKTq0g5NEnFuDY6KzAZs988l7V2RcP6lRpVWTJxQTKIXUK12XnekkW8+cnJGKNxhJCJaWoITNBJKpYu/5quQBwR9yjzyQLzaYj5iYLwiMQIfhYZ7EBdmp06sIhntfn+rxO8BZ9PUSmo7Tw0UCwM6RYxuOnPM0wWEabSu0r6SY5MN1HoNhJ+9mWOuMrg6QU8PceKqWPdJIaGRhz2gnm4+uourr26i/sfzmQ9eXKCw+MTnAwGyKpKlmWbUunA4VbGDT3fE+yo4uGVf07p+qy7dihMRVKfoEKdpVDnCXZ7Fm5u2Lh93cULd31s7jiYp8A8U/Deh32891FfEntbq21srjbhu0DgKXjr/hBvfTrE6CBHccrOXhc3b3Zx7Xob7kYJd13serKfNXMFXq7CpTBaxdCqCKcTHUcjE34B3DYzbFklCqIwHR2R6SGyPNw/GuLDp0d4cDBAkrOrnXUZxKFXaHd09NZYUUHMZAqHQgJ75z0LauEDWYDFrMTp6RinJxMcHic4OmJvFffidV+RdEuqRP3WtByrURsnk3mJiF2y0xxao4QW1DhNvle7PRNbV2w0ezq9CcjVCnNBIeeYUwQd0NVfQWGijhQaOvulK7qUgyKfJzSySYqorNdFj127a0vHXaNJYwMPX6kMkIjImikp+tUCCw620goKB9OZIv3gdS9LbapwpDeZJghmqVKEUYIwZNdqDjUp4Rg6Nq+0sHGlVXfsZBxY5ZiNcxEy9bKEXhCrSpGPaEcKwYqIdJvXfPS2bUwnqST7aFRkekVhp+HCQhYamKdzhOkMvUsaNq6byKMKRx+lGD6vk1JyUHV1lB7FFWB1tUK7zXSLh2bLx/79Gfbuz2Qvz3MKO0cXIffgOQz2wRNjt6ajuWlKCjxJibemgFkjoZLjAvFhIWeeuqpGEUFPdSuYhQ4j16GkJaqEIir7NANZaRELiWEREqvPYSoR4LzPK3gtB37LkT1tnCwk7UeTnpgCeS2RXkTMtEO6UyXnCpIUHH4+loLMqJDpNBsoqBINhmKi12nLGpwOMTgdIUoS2bPT+e7YxKYZCMcJFpMEGnvviMTlt6QvW6kEdUshUdHr/lYSn9yWK7Uq8SBGMkjw5Rd0fPkFAw2Xg0EN42mF33y0wG8+CqEHBvTARM6zHs+PUoDFXlc+Mwqo/Lrcz/GIyF+FVOrQ0FmKUELjAYk64sQmftBkBzpT1ZBkvVznRN+S0MB3h8pkHY0I3E8rSKZ13RFpN56YOWp8tmZqgttKWP1DnJ8QGuohhEbMoGvAlQRwJc/4rCjQWKt7WZloDPMIUb9EfEjzak0H8XoqfFcXs0k4ytA/4JBGx9VbPWxdaWM6m2M6C+u9sJMh13IsykLOM9P7CmYPeDYu4bZLtLZ0rF610STWmRSjXFmaq5eVDJNUfrYmuzRbLmKeQZJUcLjcB1m6gmJB+gAJTbXozjMb/5SsgJofA/MTnpNcaLqHBCmiKoLZzNDaLtDqVggUFQ1FRce/jK5/BaeHc3z68T7G0wlWrxtYu2HKNcHBaP8oxf6jBONjvpwt6JmNne1VWRq3uQrR8DGm40VNukpnCLOZmId1XnP8M7JTVTWwfamL7Z2u9BFPwzFmvFdCPkdV9LYc9LZcTCdM/S4k/cozM/+yKT4QLW2oUu0jKDpdEwHQtDm85s6DKR6aK/h+1eS+InqSZ7Z5GCFc0GimyPvM8V34zYZ0hdGcPDknDYHki0IEYJ8pRoPYdopXmhjsuVhrwX1h0DbRXnfF7EOhiUh7nhG5XxI0XcHUA98xNlodG7OzHDOKMqcZRsNMzoXruy7Wdz352dljOx0lON2PZc4iCTwO5bl/sjnY8pCmAZA7chZWS6aDJ4LT9FsWWl1Hzr2TSSgCApNqWW4Jmt5vBCKoFhQRyxBROkOczMRowcUztfjb6QE0a4OsPGdyBZNBhvPTRATg7pqH9qoD3S+g+SXCNMU0SqEXBdoaZykqxlMT5zMT06jEJCrR6ipY36Kxw0Ay9JGMApw+m8lyGwrWdg00VokBiQArAk+PPKPybO54HL9Y0MomqtTH6V4qPfU0Zak02nHwL4gyplnYpcy9WSEGhs56gfWdusOWCG6GJKajHJNRbbBImKTXLaysdNDwfTx5eIanD85gGm0E/poIWpZDvCg7Udk968h1xM5KDiiJh+Qgk/tozgXYt8z6KSaA+T4jSSnLJ0jzifz/pIZQ2NX1BlQii/nsZzVQOEQ8H4mZ0G/6sNjHZ3Wh6U2MJwtZrKRibQmFkiwJoSgpmiuO0DlarTmarRkqfYGk5D41FYrVeKzBs3R4Fs0uBfw2xUcO5T0UuYv+Ew39JyrCmYdFxL9HNCJFiRS2yx7ZAq1VFZ111r4kcK0xHH0BKzNgcQBt8P7QkWU2otjGbOGgP7XQnxFbPsF4PBFTQVXwMKnLnJECS1HOpSPZCWL47VjE1ibPgy2eO1xkictCDumIZ7CDAgBHZcMzVlPFWFvZxXrvqoj4g1OSypgespAlFhzbl0UsbpaHIsKTkOj5NOxxFmQiJI4+XIhJw2/QdM13r1UvOb2wJ3yB9voEbnOMxWKMMBrXug6vL5pCdKay2Otcz2XVxQbUcANZ6CGeGZL2LrQQuRLK3oMkkYKpwTiR99T2HQ/X7nj4zis2vvOKBWMxRjbs4+HjGf77Byk+2E8xCVJMGpkYpiyT34tJYqYnOe8h+YOUBxVlRkQqBWAGQzj0joWmxhq58YD7RRqP+M+oaLVJYVHrMAWTXstiGospe49mIxWRiCWsxuAehKIwZ8n1kpqeZaBGcKxLIZhzV9e1Zc8hc6xcxbrnYDtwEPBYGcbQ4wTtwEbLt0XaCCvgYB7jk+EEz6ZzzMoC8yqHlhjQUh1tz0K3aWKr4+JWsynrg6fHstIqhedzj2FgnruYpS76Y1/WjesaXn1Jxa2NCHebJ7ju96VKgqbJWFOwoGGx1NCMVOgzFWcnOfrHBT7VK9zXgVHJ9otaGPC0Ap5awvIqWZzbMqUbZSpC7tt0HV95vYvf+VIHbjWGFvaRTmJMjnUMjzU8GJV4QMpJWmJCDHhmosh8FHmAUpYPz7Ph+Va9T+X35TlzXgp9z3UC6catRaharK1xtqRQLd9tRBAXqYhtpPEYRo2s5fvxIp3Hd9GFWFPPwvkcuOijXYZCmCAm3VEnta42dBL9nCUztJsVXn65gZfu+ti9WuDqbokW0e3WAraSwmASk3NXhlGYbCVUgucazlpnJSKafOMp0mSKwOjAN9rkbEAnAYejWRGQWKNTYr4ocbiv48kjA09ObTzNPBzBRWfTQXfTwTRUMRyrmIWa4LKTlInni45dztZ47qlnnSQeXvTfiRAsM1R+kHXdXu1x4AVayOIsnMIU96s8ZxF/TsGoNkywHlMa2uswmfSGLoXyJEJKsh7pk0RIF6n0BvN/8zPkqmTgUmsVnEmIuVqojZzm1gLv/5f4+0UB+KLf93O884WAW//nhbhfK7v/w1dc6kBfQEdfdLV+JiBfqMb/fwXg+usLhXrZqXtxfdWHtIuf7XOTQR3K+1yPuYjsSoiPI0/OLrj4uVykeusx9lIwrxOqTIryLwbg+C6+IC1Jh7AgjD9TwOt3Mw3tJJwUfO9rCFhT4LGmoDZNzKYhxuO5pHsv/kx1L7Eq9xXPUvyLyW3Sb7gHkfoGGhwl3cuamto0INWF1NyW3fIXoXL5c/N8xKAWH+OVgqbfQqfRlXfceMZe7Hl9H0p6nTobr+ECisnDaIWKVWa85k0HqmnD295E49pVWN0eEOuydHbZFjm0IoJWhKCdxV6euXTLBVdaWIhyA3GuIckVJDmNuInoLuxy99ymfC6COBfzyPJ3KEbM+sKR+QcXr5/PuoKXF57oEIyVMjnP+4TvSr57aGZ3lvUs/LqkBNcVajUmfXl9UDovWYNT1xJoTGIziSq0X35f3oe1VmIbGvgO4+dNjDv33Tzj8b04npzjfDqSLmfP92Q/wc0uu+1JLwwXqVR3uA4NYq5Ux3TbXbz+8st47ZVXMJtNMZ3OsHdwiIdPn0lFDul7Ed/pNEal1EhNMcCurzXx0rU13L6yIr3Xlm3hg4/u41e/uYfxdCFJYccNMBqPMZpM0H/+CfpPf4toOuQZV6t4oPECKsquDBLDSVina/nQ4odOsUAtYbsqbJcPJjqh+VIBwmmEaBaLG8ZQavVebhJ5KtQ30AXegJ1YdO0LDkzwBsQTcuBYSk+f17HFLcikDFEp0Ryy5pMU4Zjxa16cn2lz9Y/GgwMHxSzOduiCYyo5lk2xlqlQedG6lSQhtq4QU9nF9Rt8wTENA+yNhtgbDbD/cYb93wDjA/6mmYhkF08qSxwdminOALkgibLN6hvyooScP5jw8ClK82NjeondgGbtcODAtqIAvAZZmOlQpgbKeYWCAyNu8G0isFWU7HJUdEl6FCQnVSU8P0OnV+Frv7uJr35zE48ejvDO20dI2Mu0HQjaqn8Son+8kLTgyZNUXoJ8gS8R5dQiL3RNbG+buHXbweq2CbRVKG2mxRIsBjFOn+TYv19ifMYHgqTH4bODuMeDaY0lYEfubJDKkvJxDVi5qWHjJU0GmdnUw2Ko4ezpFGfPZli5aaN3yxYRWSNeeFHi5OMFTj9awF/V4K9oMhya0XlB13asQWEHEDtU7RKuFwhKh1H7cDZDtJih2bPR6FlIqgzznIcmFZ2GI4PCsL/AYhAhmSpIZjWe89YrHrYuO2g0fDQaHt599xTv/eYU05CDKL3u2nMK6FYtlEp/M8XF0pUuLibBNCXHPEwxDzNJBTO1wM9XnEEKsW2O3IR0f3MRJSc9vkwkzCgAJwg6QNDl8NcWtFYeK+gfzjEdJri0u4JLuz30T6c4eDbAbBot76PaeawLzmM5fOVDUQeCjokX32jj7pc6SLMZkmwm5oDhkD1XxJO4yEtXSuSlUH6+QDSZIQ3ZtVjjJEkH5GKSniIwU3nsCE3lAFB/HvJyk12OGLbr/7x44X/B5SUoGCaFZUPGVEk92Ge/5tp1BZ1tDV7ThGkb2H+YY/9BgXhUIJtSxDLQ3QzQXPMw1RaYEtn4PIf6qEAxUxGbFlLeU04CODGc1IND/BET/yCKM4LKQG8M/NWfGvirPzPRvNrEsN3BB3sK/uP/dYb/+rdDKByscoNt64IM5yu0RqTky37B+vpTExW3r7TwB9/YxM3bPh5MT/BgdoLT4wQnJ3zBc5AtZd0ivHGNh6EsDsqMAtja9PHV39vBK2+uYnI+xPh8hI/emeGDt+YYcLhFXI2qw/RSGH6Gay+s4tarm1Il+myvj6P9c0yPM8yOUxkccfjA+b90kPN51KlQtQFPuj116f5hYisNmbJkyoe/NClJFwODZhD3T1TgskfeqIcveWoj5UGYB2B/Ac1KaHqVRfQnjYYOU/QacHXLwJ//ZU/WD74/wN//5yHuXL6G//XffBU3bq7heXiGR4NT/NcfPMN/+8Ez/P4fr+Lf/9VlGHaF739/Dz/95yPcvGLh5hUTKzsF2js0VJSIpwoWMxXjmYHJnL2vDVnjUYizkyGOnk+w96CS1V2p0Fmp0F2r0FvjwEXFtG9hcmbKwX1wmmBlpcLWNrB7zcZrb/bwwt02knGC9DzBvU9meOfeDIWrY/eNJvyehY/emuLjt2b4g99z8fvf8gRLyaHS3lGOn/4kw0//OcWd10q88HqJN167ga++9gbCqYW//g+/wn/8/j10rgGdq4CnA04BrLY8vHBzG5trPfzDj07wDz88Flwc+079Ls0QFCKA6YhIQD4T+HusZBioV+wcU3D0OMPR4xw3b2/i1u1NKNYc0/QIk3CG84khhxLHKeFwgKJ7MPUGXMdEp6Wh0eA7JYFiphh8GOLsnRDXdA/fe2kbr+4GOFBOcIATDNqWrI0VFze7LrYDF5OpienMxN/95AB/9+MDnJ6m0svGob5rlQh8YPeWhyu3PVy92sO1qyvyftgbnGPvbILnTws8f1pi2J9jPJwhIQWC2qSqICCKmP31RDaXHJSUiBdcBeIFRZNCnq3sGy2tChmpEGYF11IlBbwYlljw1EwkKR80WoXSzACTLnrA9nmo0qFVBrJFhXDI5GGJ9Y6O9a6GxraP5raPTDWkI4ki7enjc5w9HuEPvtvAv/5eQ5BxJ8czTM85GKc70MSLd3Zw94UdBLoJp+TviIU/Ne7//DTG+DRB/2SK/vFEEkaD0xiDfipI4NEow503Ddx504QTGChKDYWqQWkDaCtYaa6h11gT48aoP0VEBKPjQHMsFIaCXFdE9KCQQsdoTAw2O1dPRrJO7hc4/phpk0oQ7t0NCy+9uY2X39ySHmWaCqJZhNlwjiF7Q/fGOHp+jkG/Qv+MaDpV6h1YpRETa6Wq6Lgx2m4C0/FhWC1kmo5xlWDK7qwkYpwbnazCaqbgcsfDrettXL+xjp07d7F950X89V+/hb/+P36OvZMRSrMkdxm6V0HnNS55QkO6SEO+97lHquuSal4nBzxqCV/2nwrmiglmCjXijacJFArdCXBzy8Tvveniq28EuP5GG9e/1Mbf/OMR/u9/PMbxkwzFuYKO6eCP/3ALf/SHm/j+L/bxn3++L/dVdqyhnFLoZKpTx3e+t43v/PmWJKR5YONw2YkVaIsCD54d4MHzA/zq3hy/+CBCMM3x7UDBqw0VWsuUdeXLL+DyV+7gk7Mz/Ozep/j5h09wdKTg6JgiHztCK3R7BrZ3bGxu6FjrVljtAetrFtaIOTdWYKtr0lH6yccn+PTTM+lOf/wsRprz0KeilLRRjMrIJD1pstO7nkejIPVmyH1jBaNZwmiyu4ZDFQWdnontK7Yk4xdliZhCVaJIqpeCXTik4M/+2/pwKdUS3NNmdQcc3/mqCOEU+uveyiyqEYEc/EifvaOh1VHQ7CjYvsL9lod+vMAnpyPppdH5Tk158KtpHrTNFUqFhu9hrdPBSruFSTiXZxsJMbPZQjrBeQ71LRPb13uy+PcpfI1HkSCvmXjptSxZFA7OT9h9R7Gv7rLvbWto9BScHmY4O0zRXNWwckmX1I9RtKGkAY5PBjg66aNzCdi8XQ+Jhk8qjA9LxCGJGjmMrgWja6O7qmKNhse2Knh5rie/neHpb2eSRuZzjudwfm5yHGK/twH0LjtYgAHCkQAAIABJREFUu+bVWGe68oscszCVlZ5VyI/576lQ+ZL1iE3OUZk5PN2Ep5ko+HycpCLCr6wF6K02kJULpFUkYnK8UCRZHDHtFxUIOi4a7VrMCxehGBMllMoBrmFBN2xUcj1RkKSQVOP7bJtiroKcIh8Xa4oWFHNNbG6tYGtzBaPhCMPhELMpU8c1dYaEApqPYiZV5rngg2lZ42OS2gNTTLbBfS/3mKkguZk2d1uBdFouTmKEJxG++pKKr72sIrDrpPh4WuLDx4ms3NCQGbwPKpQaiSbSKyQm3boRvZCEJEUlDmHjaSn7IBpguDR63KlIM1FF+oQOmAarTuSCrHWAkj/1cqhpEnFJkbTuyEtmGvK5LsZO4nYpGEnal/8i0XFcDBALM5jCHQ2kPJ/SkFRXxvAMwd+919FlhRkpABGSQYXkSAViFcFmiWCjgqs7cDQXs9MUp09DeWdeudvC1vXGUjxgopw9vHOETEdmFSZ85z0C5g8B9nR2r5SSbOfe2mna0iE7ZTXQQkUaUZDJMR/Hsp9c3fCwtuFjNFpgNIpgORVaKzoMtZJe3njC544C02f/Kc+qKqanwOhRhfMnFUzfgeU7yO0EmRXBXy2wsaugu6LAmFcwwgqBu43A28bh0zk+em8P8/kMd77h4843PDF2sXf87DTD0XGKyRDA1ISZu3j5xet46aVr0hV6NjgWas7J4RgnR2NBmbNWQxIb/KXmqqS5HcvGnbuX8MLdS3j07DkeP3uOecQ8OjuxTPQ2XFnHhyMcH57LUJh4Uz7LgsCEz8SeQyGYsw9+fd47HNBpQm+iEEtEJs97xP0VGQ3NrH7Q6qoKmsjpHdcUeA0PrW4LhlmbUVjpE55HWIwjWKqGpiTaLDEUMJG6CFWEc763+VyZIOjo2LzewuaNhqBeoTPtVxOIiH6nIZ8D5GabphQP6ZznAJq5U/SPifgssbbrYe2qC89jIkWVDtr9RzyzJDJk46zKb6oIGuyoMzAZmUhivb4nWOGSLpAlCzTaFtorNY2BZ0smE+PIkiWGJpefbw7VTFBpEcIolEV0Z8OpcXwcE3Em5HgqHIfPXOLHDUlaHj6h6Khi+1oT65cDKE4G1U4xpdk9TGGgQI9zHAU4HVQ4HQIxSSGlik5Pw/qGjlbDwvzER3jsY3A0xfBoAtsv0d0ifaeC2cihe7mYMUic8JsKmm0Npm4jj1oirp3uhzjbmwv5itQlTTGhVkTu2jLEpAjMnnZYJdZ2MmzvZljZZIKEBgQFZ4eRLD5b+WBgWnRttYtGEODRJyd4/MkxdMOXrt5Gm/eejc6qjSL1kKeuGIhoAqgFL1eoHCRmUBgeDsYY9sdypmM9l+2yZmeGvJjWnZOVjhIWLfSS3uM9URElPzjEZHiIoOWjs9qF3+jC9zdhWT2cnU1x2p/IQNjiTIpp/5zfv0DQUxD0VKysLNBbWSAuJmKqOJ8vEM4tzEMbgaeh4WpwgwxuwLkMKXwNZEmAs0caTh9T8KOxwF+ml6ZQtAVWNmxZPs+yrQqGSZLSCFq5gFM4sHOnxvlTzEtUTOcVZqGJGKtIqhUcH5/KCuekBdL4XlPraPJO8zGSfIxmt0BnrUKjXS9e5ygaUMomwmiI6fxExFjHbEg6+eD5DAfP5rh8eRdXLu+KmYeJe967NK5zWVYA22rUvdB2DC+o0OmY8AMT532m74Hx+UIG/RxM+w1+XwWNoIOg0cV8nmIyXsAOJljfHaDRO0dEdPwiqslwTJ7TMMU5BVNnRFKTehZuQF+sI505iKcaYprJlFDmIPWsp6iNnnEqlWLXX+3gzitNfOs28Lu3FOjhCEm/jwdP5vjn3+Z4jwbhIEEYxGLI4yxGKGbsIqXRKlVRJrUQIoZXS5dzhapTtOXeMcGYdI1RJXtOiricgVL8bdDAK8k2rZ6zEHlp6VjpEaNp1mZWJhs5J2PNHt/PnCdXfN7Q7FenKTnCFLIczRiqAt9lLYOB/oS1OTG2fR3XWwbYYpjMMhB5cHVnXVbTseCZBg6GM7z18AgfHA4xZFVSVcGODVixLqKo27aw2nHxStPHq00fz4YDPB8OERIBqihY5DqGCxuj0MY89TBPXLz6Eiv1TNxYDbFdPcNadYiy5Ltel6qb2DXoEYI9KFD0c+yfpjg4yfDcN/E8sDBhbU/EvVmBtq2gTYK5PFNoHq7rKljBVRk2LM/B178U4GuvB9DTMbLzPsJ+hOEz4GxPwaOZgUdTHedZiSnrGQsXKLsAselZG2Xehu2msFwabEjyqWuC4lAT0qAhlCtSMSmI1UqbmJpI9SOhS6oYKXrkIlyy5qZG1tZJyVoAXgrGQmtkMpW1c0tK15JcWM/LmZqLUFV8p1jIEwtVEUMpp7h21cR3v3cFf/idDQTeCA1viCoZowjHULMIRlXALBla0mGwSkkrZD+4iDM5a89mFIFYzZeg526h527CINs+mqFILtL9wNm8xNm8wkf3bbz9roeHwwDjlSYWqwEurai41FMxn5QYDgrMFjqS0kRCaiI3i0ouxA6zLjGWIJAkfDUXleZCKflniSUoJnMK7lErir0MwlH4pnFyKQDnkNkH9+01eVKFadYzkIvPTtKq0jHLs0WKIktQ5gyp8b8zbTpHwmTwYiqLgnCZMeXIAF29SCvjHmapAH8m4F6kLWthdTnalTNgndK9SAxfzHxFivlC+vciacu7VP72F+K5dVCIn0GdS61JlDR2fzEBvCS8fq6hfq4kfxZnXRaqXHydZfCIfx7p8q1p13UQcfk96m7di/LgpQSyFIl5fddb9loAFiz08ifkDJthxVoQrrUfzvn5o1i2LeJe/Uzi+43vXd4TdUCLAuWCwbI5k6EUGRm0YR2NC993pKde03VMJ3Ocn08lqPfFz5I/7xe7gCWlSkrcko7Hy5jjd57Ta8GpRlXLN+KBU4T/Wnrjn4mUD+4nWR9CeoTOFHOdNSeTCSzVokgpyWcxDNAokEMza0Nhyd7eiEY3G6Vhwd3eRPPmLpzeCrTEkmVUuYjASs7ewBnUKoJtlELJ4/zIdH3EuYFFpiOiAZx7JxpPkhBRHML12giaq3IurZ8vtagu1x9fOBIN/1wAvOh2FhODXKc8g9J0UtNkaE0lDYymdqKdbdOT9ze/Nn9fsocXvHW9lxcNjzMRhjWYlo9TVBS/SM+kuYVYdiZ8eb8Rdy3mXvYys5aTgq4q+26+Q87HQ4zGA7mmLNuQe1mQ7FWFyTTCZBLBcZoIfBoB22j4LWysbeLLX3oDb77+Bh48fIyHD57g0bN9PBFC0gyKaUO1HCQhqQestiABVEGv4+DFqz3cvbqC3atXcPXaFfzq7ffwj//0U5yPZ+h2V9BqtnFycoaTk1Oc7T3A2d4niKYjCsBmxZvSpOPL0pHGdTpQlPULLMGyU89vuwja3PgSi8IHFV32xLkVMgyiy5kfIBFMchcuG6vlubfsdONNJQ8Aikms/7M1mDwYN3VBrEkrMFOPxNBwIBzRGVS/8DmIql0wdeKGf7HYmBsRdgqzcJmJYqJYOGwO2hTHIG7YTpuOWAOtjioJYw6dGGA4eB7iYC/E8JC9ThABotLpstJgIZe+OZ7emHilE0sOckr9IOAFx4+IBxkReet9kdyPfBjxQcvFS1YQ0sS2+iWMoKzFzYRuTOmBr/9lJvRUdsnRUVcJejRwmegiDrQUocP1agcJh8AxBTomOjMevEr0DyL0DxaSjmJPATFwIl6LAZ4O14uHOHD5qoEXX3GwdtlA4avIfRWnT2KcPI1xvq9gesCORwrYOXSiwNoq9DZd1bVgmNLNOi+lY8mho5F9FZdsrOzyoKFivJdjepojSurVuKKjuUvXI5COKyTsuh1U4ng3GpUsPre42c3Yb8eHKAeDqxqCFSIGdKQUMxP+/tnxlMFta3BafKgRLcquGwW9LvF1CoYnGQbHOdY6DtbaDrprJtpr7HjVMJ2zm63EwUEoXYQRk5rL8nje73LP19h0lIKB0wS7oPJBTmE444FXkc+Ci0MAy+M1yFRB/cCSiZew4bm5qgVUuQiKAnZDg8OuVm6qIlUGsPW1XUmhN9GLM/a5EVGqVoLH81oaLIOOmgS9hoVVHvAblnSKsZdrZdNDb8vDcDjDYDTH3vMFHj+McHbKPlsTacJ0P52VfCAyzUDUIFHptaFB0COFWqO2KbCKqF2jCmtH1RLXzgtVWuXri13eORx20f1eEH3MXhZDEm7yCBZjRCJr5ZKKnbuG9G3FmY5FpKH/MMHZgxhlyNQ3cYAGgssenA0H8+lCHFLlWQXljAI1ESsqSiEI1PhjIq3o6CNANVe4+cqgRZXMRv73P3bwV//GRe+2h2grwL3DEv/nfxjg+//pvB4U+bw/pUJTnml8dhAzxEOHoBCJWs5VXL/UxDe/vIbr1zw8nQzxdDrEST/GcZ/9W3zeseNZhVFasqT7IUkEB/vSy03cuBVgc5uuaQMfvD3BB2+PcbLPLlEmmHj/1h9pY0NFY13F2naA9e2GHPyfPxzjeG+BbKIiY1RfOHS18Cv/klpB7wBaG+KE5SKyiaYcJtCrTEOZ8dBWD1sYL+K9I70jS6OKJah9BUXJfjFT+oEVIxX3Pvur2aVIhyiXXVUgKOzyqo7vfq+N7363jY9+OcXHv5zh0uXb+Nq3fxfeagtvP7yHd+9/gsfvj2R96/dX8d3/ZQdOQ8XP3jnCu/f6IG2NqcyrtyzcesWCaXOTHWNwRuFNwckJcO3mNq7d3MHesynef+cID+/3a6HbMzCcxRjM6PCtcHldRdPQEPUNMZ6czFOczBJcvVbixbsVdq9YuHq1i42NBg4Oed/PcXSS4PiEBAWFcScopgWtsKAXpvT/3r7OdFaGwSTF870Uv/5lgbd/UeBf/9sG/vBPG1jpBlCLAPvPM/zDD/fwi1+foEmhYVsVgZSozsAxsNpqwrdcvP+bGd5/t8bNub4Gvws010qYXonJuMJkUiHwORhQYSnEFavSO7b3MMHeoxQ3XlzHzRc3xOHdn5wIZiSjuMOkogsYNLHHJqq5iYbn4sa1Fra2PBycDHFwPIQZxnCjFHebHr69u4YX1wKMixkmxRzvTzJ8MMlw6VYXb35pE1evtPHg8RwPnoT42c/P8NbPzzCdM6VdJzJNrYTnKLhzt4k7L7SwcamB1a2GJLIePjrDo8cj7O1X2N9jBzWxRXSn0glZ41M4XOVQVZeNVc2AoVuP73oOMheLTIatXDROUYTQ7Vo4Js6ZQ33in2Wrwa483r/sQ1dKNLsmml1DUMh8PyXTAtF5vX+g8NNa07G+1pDF9zjdeBzUZsSlxQm+8XsNfOPbDRhaKaJuEqqwjCZMPRAzllqxL6nAeMLnDQX7erBx+CyWNR3HMojlDcehJl2m03mE6YwOfx3tdRb1aMgKmmxUZHqFlHqP6suiKEeDFX82w4egwkUvIRZZ9lKV9Iz7DQu2q2Meh5hHc4yPE4yOUkk706xH5GW300Sv0xIs23mfA+JUDhscuDB1xu5JdnxzlSlTrzzMKMhpQtP5eecIfO42TORkzdMo5ZHAAPy/bL1ns2zndR747Jx6dz755gxcRF4AJAFSEmlTVqRU5fIHzUzVjOfLzC8af1CVa2ZUtqrGGsumLNEyKYmimEUiXaSbT46de/fOYepZu88F5BpUvbqEAJzTvcP7rrWetBiEWAxDXOqaosR94do6XnrhOtY3VnE8CXE8ifCjX27jx7/axjzJRe3LwXZWRciZkVTUbhEEJ3nms44h6YpnlGTcaAoaNtB06lydBTREVFiRMLfIoVBNyqz4hoprGwauXzZw6xUXt151cTbXcRYY2H68wM6DKSanEW7caOL6zSYO53MczedIZzrUuQcXLvpdFys9ByvrwMq6gmaLKiZbVDtPPw2w82iGYTTDIJxi9zTH9kmJVUXBr3c1vOTXzips+qLuKuLuKiq3gGoukCPCYKzhbKxih6qD0VSUcxzItXwVLQdo2YDrksShw0w86JEPk3nHVQaLqkm1KYuNUhhPcTafYW88w0kYIrMUpDb3gPq6FVOgmDC6T4HVUmC1VWn4+F72NwxcvkmSpY7BpMB4xnexXgLkBku7Ssa+pPVQgjZ7tIBmpABrHYWKIsaUMPOLihRptuuBhE7iEAWlFu2DFfT7Nlb6jpxNRZv24Tlmp5nkHM/nhSwqr1jnURXaMFx4poPCzlBatV0RLc75S1iS2GRQ2y58x3sOpk9nsdgsE3zxHA2uo8vzL0xpiaKomzedKnuzwCKoQTyrQYt4xt1YsDQPhuLImc0hpNPO4K/UqpfJcYnZWSmKbD4L5/bDjlfBtnI4DkFg9hUmtj8Nsf1ZiJiOG7R8o9iW9QTJtEJqUNDdsNG/4IgNLUlYlcZc8AxRktU23Ee81rU1MXMTaROuWSU804RLJnJaIo9ScXTvdDxZYRrKiqkoJjBAQlrKmoSgfD1AolqaA1qCxFRe0+qXjGjLsuuWmqp85vFRMcS8OkagUAXYUsWG2iAhtrSgKwYs2kOSmMMeqKoEgD86oAIwkz2dREwShYqEOZ6sQep3g30Tc6U4LCR7GcxAU1OYzHITwoWBBbN5T4C3XwHeeblCp1FCpUonKvHxdomPdkqMFxVGC8bUsoYjYUXaWBnk5FReZrqQJEqjJg0XBLVjwNIMsaOuGeK5EGJLlfsMybrMO+V0c9mLUQFMcpEMoutelvUYiUkkZeUBwSqeYabUugVidmQSbcR9joQkEqHZI/I6m8zqNOvamkA7h/5UCTf7jCWi05GkoCI8LTDfyVFEQOuyhtZlqr5JmlARHOcY7cQyTLj+agtbt3xMwxzTBeNvclg2STSpuEJNZymCHWC+zZxhYPM20F514NgtKLBxejbD2dl8mU8syLy4eBmahs6KgfaqKTnyMRUMokohmaJWCNFW1u+paHRJgNXEBSkYAGfPCpxtc+92AN2B3Y3hrARorRborelot0w4qQMnY+6ggzR2MCKx72SIrApx8ZaBi7d1HD/NhLiTUvFuO9CtmjDgGDZccL/2MBvNMD4bYjyaSYzQLIxgNS1YLUuGynyGCVpQzU0A+Oati7h5+yKebO/j6c4+Mi2DzazzpimOS512E+PJRFadK6ZIbeJQ+cueg3trvoyYoCpHLMUNseijdX24WAjjQ5Q6Oe3eGLmk1ntYkUGnitih1SXnFYbsq1T6c4+YHMWYHkfQKhMNl1EmhhA/So3DJvZtbEQp+SSgxrx3Da1VXXJoWTOLS1tGJyECSQvEYSq/g+4LtqFLJNT4NMHpXoTJKIHXM+H1GRejotNWRT08GeZCAkj5PUva25my2CuPJoVY1as587/ZS9SqIp/OBx1fBowEq/j747CSPHav5coSW2Izg6LTapXPPG3YOeDmd2O8ERWgzCsuJAOVrFel1DDYL3G8TftLDVs3XKxdtaE7lTgiTOYJBuNIlBctV4GtMwucS61tchmJ0GLtY8I1TAweqxg8VjCfBJhNArF+Xr+jw1tnnZOjUOkMYMMguGLnsJ1ElCLIGygiF8e7MxzvzOXcM1Rdhoi0NKAbRxTpiCLmEwNeF9i4UGLzQoFOt8TgDLKGhwsMD0NxqWuvNsTez9Jd0Pp79/EZdh+JFZ98Bse10e40JNvasl1RiYhBNucmeS5nBe93w+vC97oYD2ayOOinYhegO9oYWTqG49f55MxSyznE1G14egNGZeBofwdHe9swbR+u34Pvd9Dv0Pq1g+EwlDM1532mQo3qc7qN0F2nUcDwCqxvVljb5HE0wXQxxDTgENtEHFtotxS02ypsAqIm6wsdRdpAunBx8KjAwSMC7gRIfJmzmFYA24mxvuVhfdODZiaATv9v3uNYFHSGxJtYaPseOr6HeAFxuxuPFUySFqZJq1bzqIzoSjGfJfInnznaQZrOAqYTotVT0OlTucpzsSZ0RAtIrNcinGMeTWUo3O22YJsuhic5hqcZHNsTlS+JXuxd2EvvPwux9yyE53lwXU+sgf0WozOYGVy7bIwHCsYDiEqf8T7M/eT3o8Lb91to+G3pe6jeNb0xmiv7sJtnQkTPEmY/aogWOsA9x+a7xAxpzpVUVMGarCL2ULDv40xGj1EpdC5kNF9ax38kQK+n4/U3G3j9nos3rwNvXiOpJkJ0ssAnz2b4u8+meP9wgbJRoPSZD82zz5B7T5t4ntX8OSSC50uDW8sw4VnMQWX9mYi95WiSyWJvUyuvVDQafF4Vsb1mPSJkizQTR4WOb8KxqKpk1BtzG2leWoNk/O9ZqwQ8y+ap1B0ExHgmk1zD+pQkNbpERVHdM7I3ZWSBzKRYN2oqXtvcwOub61ByDs5DBHmBSaliWqgIkhJBUmH3JMDuKYkTrIsMrDRtvHGtgTevNzAPaOMfIFgkEh0wnKnYHXo4nnoMgpf12osVvvJKicv9OTrlEVrVKVQSyKj6JBNNMySOa7CbipPUWZphkOYYGBqGpi4uTySI0P2g6SpoktTJ667mYvkcxuwjDfQ6Dtb7Ll6/5eD12w7yYIJgcIbJIMLxPnB0BOwGGnYCDfPcQljYSNImsriLPG2hLBg7ZAlJgS6YxI/oNEkySbRQEDNCWpS8BOtqP14xhFUIdjG7ntjScvbEf0aQzFRFuMRoCIKh0ofInJR2/lTy5ajoIqNRBcns3BKaYkOtqEquMJsfYBYcQqGi0rJwcd3EncsmXrph494LDl66bkDFSFaphCgVAqokWXLXBOyihCXATYYkT+pnryDBmudmHeXham24ehsqwZt4giwK5cybDgs8PnXx+MzFo+MGHh41MUhtaCsqzL6KXtNEt2liOskk4zyMWOu5KBQOW2ook/uuvCcyFOWMnQBvAxUaUJBCITFQMknZR3NeSJzEhOszDqgQEJjXmqSVcGYiDgi+13sZ5wqGvuwVmGeu0qqWZyZn6ZwZ8xZRnMNGbGmZWtIZLZAVzAaYjU8EGK5jPOTFqAEz2m3T1pY4xlIuKgpH/qwv/CUK0yWwKuLSpU2z9A1LjOc8F/U5mC09RQ3u1tm0NZHgHFxefoQ6mkpQ27rMXgo6n8N8n/sY/5OPtKSCLHEkjkFlDr38nDX6/FxR+0++y/Jv6nTSOgdYTOiWf56nLIhA+1wRvFQF15g2Pyh73doJ5nMz7Fqp+sWIRXFmocR1aYFOwFEcQl3aQNexAZPJHIPBSASL4rTL8e4SsD63oxY+qVwn9um1Sx77LsJg8i0/R95rsobgD1zPL3v9PrOOpUCzoK11LcQQQgKzeEkWE8de1r38Z/ydVMlmtWscRUCcUzPORzXhbayjc/UKGr1VWGjAgo+qoiV8LPiMZACUmQCe/DWMPuGKKBpN2DdyTyEwasCzVXgW92Idk0hHwl5EbtAXpOTn1/YLAPD5s3FuIV6TFGqVLl8MAYSXQj6KN0zDrt16l3+J4y63WdnvavW0kN6reu9iP8zrQ2JxTWCoc6prAJmLwO9SYV8xFxpyb1lXsJZYLGbSN3J2ZVuA5wAuXXWWeGY4yxFMM6n9PM/Cxa01/NZvfhO//ZvfwGefPJP14OkhHu6c4mweQvUdqL6LnO5eYY2x8jp1mhZuXerg9pUV3HnhFu7cuYkf/uAf8J/+/C8QTEe4enENVy+swcwLWe/e/xg/+tW7ODxl3cmqWq5zLf2u5d9Eu5auBUt/buJZnfUuuutdJGmK8WgquQ1YUhGYUcLwZJGnMz9E/LtrGblG1rX9uepX9ilmqagqmis2/BVb7FhNX0MyyzE/ThHR1o1ZibT2PQ+A5s0kWMf8CyEDKLBcW+yB+bLyMCLzLVlw2Jxg7YUKa3dKXN1q49paF3TrnSymmEYhZgkwTyocfFzi8JMCSXD+VFBURDVRSQI+PH6LBHUWJgc6tQvKuYOAMHN44zknYPNBRoaEhhP8XV7CikPeggALXy4yhvKamUE+qBxiS5VobqJkVm9On/AEvb6LC5fbuHjVwaUbCvqbFR59FuLRp5EwgG9+qSPDve2Hczz5eIrBboSzHTJ+6AHPTZH5AzXrhjk7BJbPN/Jrdwy89mULG9cMxBaVlSoefxDj0YcxwiMTGLtQMw1mI4HupSibQOEDGbMbRxmKsFYREBxqbWhob6jorProrLYQjzPsfTjCaD+A3jVh9EzYW4CzVSEa5hg/SpGcVTAUC4ZqiXKrslIoHEAvdGGkJXqG0s6xed3GxnUL46McR88SZIs6n8ShWtdnZjAtDjXJJWnYFdbWCth2gf19YG8PePP1Lt56vSsDN/LBJmGGTz6b4pMH07pBz2iBUjNHSC6oLb1VOL4qKg2xpaaClfbjZPBSDQQbWuUgmxXyXVnYdtYcAXbnVK4sAmEHEciVAPeo9pm3TBbBBGpM6J6FeFpgfsSHC2h1qMA3EYxiWWR08/N5HRMrlxysXrbhuTM0nBluX26JLfGlLR8rKw6abVsU44ViYHs7wLOdAPffH+GXPx9g5/FCFJXhTPTy8qAKn4ZgKdl/MoSsLfT4MLPoYL6ugL4SM8xnWZdVKDTk5qYnifLylwCotOhMaRGhw/XI4GXunCl2BbQtkDzGMsTmdR03XnfhdE3sH2s4PARmDxeYPVqIdaNFNmFHh3XLgbFlIdheYPFsgWKhoIzIQOcAhg1pbc3NYSQTz0o2J2rFeZwUJwZttsIK/8u3fPzrb/nYetVBddPEx8c5/vj/GOH/+dMpzKYO0+cAuy5SeVgIPi+sklpNxUaDKg/mp37ltT6uXHJxMJlhfzrD4SjGkdynQvBYPhfZmYF0QGvDDNBz/Nq3+vhX//MlvHqvgSwKMB0s8J0/neM7/34mll4GMy5RN6xkn6/ecrB2061tBV0V87MU21RtPsug5S7UnIVnKItZvmJPQvCWg+wO80g5aHSFRTifhKKqFPWJatYqJB7+SW0JJVbwNckWrqvAcWt1GctYYTAKoMEigM8EM2gIVJcw8xJ2UeFiT8Xv/U4Tv/e7TSyeJVg8i9Ei2rG6AAAgAElEQVS9/Aouvf3PMDUd/NXffw8/+OmPoZ5mUE9zfO1ra/jnv30B/oqOTw/O8GB/hJ0HKXYeZHjt9Ra+/o0uHL/C7sEEO7sBth9mePYoxze+eRe/8c27+PjDMf7yO0/xwXuHuPeOizfe8fCTD2b46QdztHTg7oaBNVNHeaYiHanYK1Pslylee73A194uce2ShU6zDdtq4P2HE7z/cCqFFC2SydB+9qxCFJl4/c0tvPbmJnx7Ct+hDW+Ao9MQz7Zj3H8Xsv7X/+0y/vX/fkmGfv/4swN88P4IDx8V2Nkt4K0a8FaY01rAcbM6p5kNe6jg6FmFw2elDCSbLRd+V4G3mkPzckxm9Wq3dHTaBhxFg84B2bTCs4cxnj6KcfO1Ndx4bQ1hHuLg6ATz+by2HSYhwlWhehqSUyA6JCjWwJe/fAm3b6/ipz/bxs9+vo1LKxnuXq/wpU0Xb/V7uOX7QhLi+ssPxvirD8e4/uWL+Of/8g7uvLGJH/5sV9bHv5rio3cnyKoMbq+C6dZtOok2X3q5jy+90kd73YGzYmE2j/HRLw/xyfun2D9UsHdYW9RwT5V8DO61BFFJsjFopcOmXpMcMBa8bOqojlosaHe+tGVZqucsV0WnYwkITMITB41JnssSkItnUq5gddOVRQvS2UmIcJwjndWZVNaWBnNLx7VuC9e6bZG1B/OpKHiYB9/o6XjrXhNv3WvBVlUshhmU1EXbvwjL6OPhx8/w8KNneLg7x4P9EHFF9bkjwx+ey1yioisriRu4+YKP9S0TYTyTFWcqEubB52RAAlECsZ/iUkKlXrkp+W9kn5pk4/uJ2Bdz0ZrVtoFO38HlWyvYutZBZubIzQxRFCIMqFQpZOirM99prCEZ6/j4V3N89Ku55ACKEwijPHolrD73XV0WiVmL4xJpwE2UqlIFTpMErxJRXGEesNbRsbrqirLmdGeBs50F7r7QwFtvtXHvSzfx2qtvouH38Bd/9UP8xXd/iFGVYlRmMF0yXxvCap3NJ5gH01pVyKaC2W6ZJqBHEhQC2nMwyNqKICkH1ZqpICyZ/6eIMwqVXQoFd8xSyUkEKtF0Ktx+UcWdFzXcuXsNt1+6jgcPx/jxP2zj3fcORdlaaSouXNZw8YqGptOEU3Wx0uzi9rUeLq372H92KMvv2Oit+zg+S/EX/+UAf/fDE1SNEmiUSDUDiWLictPEO+sGXqBr83Ah672hivdGGu682MZvfLWLL73cwTQyMI10/PjJnqxJkki9Sht0h0oKcsM4hCHAMNSgDjRs2hbeeaGJt253sH7zBjZu3MAsPMVwtI3P9o7wi8dDfHQ0w0irMKYDE50eghLlFKhmjGRT4bQNuC0TSZEiLROsXjRw9UUqCDTs7hY4OmTGZyZLbJ1ZDy0YVaEgmpN0UDP7JbsmjurICPZ4PDpofUTbW502i2weWZOz6csFKObMw3csNB0TF19wce0tD2Zbxc7DALtPFhieZUJKYLPFwa0AbzFBKAXehg53U5OzjUU0iQ8mh//81UMV5UCB6TkwXRuzMMHZaIZgES9tnEhaqKMQqOIyOKzJ6YTCgXBSl0Csd1QOpHIZHtImntZNjm1INh2Yo6fSlotKnxLBrAJ7uXAG9Po2eiuONH4kelEdtbpmytp9nGD3SSoqCtoH0/2ltrLKaya5pqDdpWqOua7MA1WkBiAgSOXA8DTF6TGjP+ohA59/No60YnVts1YGssnNM+kt/AbVVrwGIWaLEBEHq+zlFB2O4sJWaI3Il4yDcA7dM8Qki1LtkStwLBeO7UKhtSOB04SuNQukeQzVKkXVRuJkb91Eg0Nuswmt0jCfjxHMxmh1Wmi32zg5jPDwkxEGZ8w6pf0+XSJs6KyR6UQSxjJs4rCHuIpmGdBsfgM+M1RQVfCbithCh6c2FqcOvvZKgXdeLrDWTmHrzLUs8PGBho/3dewc5Ng9yJHbOqwVGw6t1KloIQAaOkgjF4kaI9YWtRq4ADSC4aUNq3SQVTQnDgV0lWgf2hiaBQzatUjNyweNDR0JBCTQUQFdEwQLWiGy7V3wUaciy4WiM3poAWAhBDePRGaSeugmk5dwHIIHXr2n6QTpcyyCRACWzqqCzpoCzTCFwBwcZxg+iZCGJTo3bHRuOEgmGZJphsUx84FzOKaGm/ea2HrBw95Zhr3TFA1fQ7dHYILgb4gJs9wPIWvzpoIrr1HR6aEKu4imNvb2BtjdG4jDCW1vG7YD32zCc6iAqmQpGXuyBJPTFCd7KSajElGhIVc0dDdVdElY9HX4no7FBDjeyXG0wzrRRZY56F0MsXZ9hs4q3UJM+I4LX+nJOjqKcHQYIsojFEYEzU7QaZfotAs8fjfDo19lcFstbL2wirVrHXTWbTljD+/PcXh/hunRHPNTnqkJMqUUd1Kn05CVFCT1TiWXi8Rd17Jx5doWLl+9gGe7x3i6ewzdT9G5rApZrGl30LQ6iLIZomwq97mqI3Whc0/OGCOUiVqXYCHjOzST9nyOqNaDyQLzcQiLMwObdTb3G4IadTYsVUmMh2GeM6ecqWT2VXBtQ5xaBtsJBs+YR0j736bsrYm6QKYR7HdhEEx36OChw7SoqI2hWzF8Ak5NKgLZgGmiNiEgTitrGdQXrEHaWF1tYTZIcPRshsHRQuz/K1PBak/Far9WP5DAS/LILC4RJiWaJNpYLiZBhMGUBBvmLZoCAotyQoCdJppNAlgQK/JgFiBZhIgXIVr9Jpq9ljxbJCeQSE4iHIfdGZiPnSBaqAinzPoC/E6ERpOkuVrlNzowcLZNoFzH5m0Da9d0icQxXBXDUYzj01CUZp6v1GQUWhQmJAwo4qRG4jxJkHpmYP+DCHvvh0hol52F6FzXcOENS86YWZgjSiu0/T5afh+aSuBxArUqoFUukFriOnS0M4VSGDBUW+YpBBXZEy2mJsKpif5Fukyo2NoCNtcUNBzg6dMST56WmB6RnBegu+Hj8straPV8iegKRzmOtkc43h6JzS67QV3jWdSC67bQWXXRXfEk15Lqz1kQ4uj4DIsolwy/ixduSE85GwQI51R8BYjCCZJwIKu76aG35UKhIxufV6eBFX8FvuHjyaMnePLwMcqqAc3sw/daEpWx0vYxnSaYTFJEtIDPE2iMpCEZyCyQawlyLcbWZVfc1LJqgmlwglkwEuJNnhqgK2R3hTbaJPhpKFMTWeghnlnYfkCSVISKGeSeD9sj2S5Cq51i60ITm0Iipf3xQDL6ar0X4+VIwtfRazbRbzYRTyqMjlMMTkocz2xZFy51xeY9jhOcnowxHvHnzJCkAbqrObprmRC1Wp06poD7Nx1ChsMJhsMx5oycSDJ4vo0LFzpCCgnnmizGMPG96q5Y2LzYEFeAx59N8OizCZpNB36TkTFN9FZaMDUb8+MC85MKk6GK8bCOvaMSmoBeVs7FFt1v+Gj4vmSucx/R7RE07xFU6/C54nIeWJgvLHEjstwQmkHCJpWCnMWtIgtWgawh8yiCbyQyaRqjICIEM1rpEnw3sbGm42tvm/jqWzruXgTuXgLycYXFUYX7O1N879ERPjgdwWpQzEDyloGctsg6XYjoPEbRAG1kC4nh4rJ0G03dg01VVc74kAxnsxBn01Bik2ivT5t311Lg2goch7VWTdYl0YS9sWdUsDSelfV8QRdXEkvAX87fo4gOUglGpwkaJE17jEmyoFTWUn1Kt4YcalGLM4ZZgVO6I5EY79Ghw8Cvr27g11Y3MB+PcXR8BN2xsHXtMrr9FWQk4Aclvv9wF99/tIcxbfATDT3XxNtvNWSZRSFrPowwOF5g7wh4cNDE9rAJf81DY62B127GeOv2ApvtOcxyAKucwKTtqGbBqkyJ/Ds6LvH+pyEeHiYIGjnmXoGY0R8slxNNnOcoCvGadOTkMKu25aP1M8EROga+cNHDnYsubm8ashbjMYYnA5wNIuydAvtnwNECOF4oiMoO0qqHKO5hMesiCSneIs0sg9820OzUg+w6b5kkCNomE4yswUfWbFQdciZq6Q2YmlMLvNhzyfy6jiWqGINgMeO4VsKeCxAp4qLSljVwrueyXLOAY5WwtS4sZVMinPaPP8LB0ccwV0xYKwbefmMFf/AbW/gy52HKDF1MES5GCMMRSrtE1eB8nsBVbans5jG8nHFIEeZBJDgEIwhtuw2laEBhPlrBnprz9TmK9AxxMBdr/+PdFO/uruDdnRXsRB2cVG3kjo71foCVXgzLcmGaHkbjCKdnC8QJs46bsvi7OQkhUaVSAgHMROkM2qQ3UWW+OO7JtUSAopqiKFNx2isyujxk6KzSeUYCCJBGBoJxG+HUl0gJLlGK0vGPP0ONa/BbqV3P6FBTx5TUAASdbWhJa1HNyAF9HmJ4soP93c+wmA3QbjpoN12ZwZQZSRgUqkS1lTdrc9ZR0q8QsObfLy1cCW4I6aKeoZzfXxI6SXQk6Z7/T9pTU2kq9YTYOy/B5HP17hItlQTDesRci1d5CdlT1qLVetVi3lpH9f/31/m/uKzXPwdiz0HRpX5xqWZ+DjifG9Mu7ZLrmNIa+KtjFT9XLmvMptdJvKDL5zkoWQOT5xbE559YwFP+zKXSmJ/neSSoXEviXSSrMD7ERKfTlt6JONrJyUCygPkeUtAgo3jxO65/OvEl9oCcs6eRImS854rsc72ygMHniPB/B5Yv8fclqir/UL4X3XgFEFVr4o3gppXMjuiqIH5KojLnfLpEVrCbYlSnDr+/ht6FS2h21+BZHXhWFxkWyJRg+b2XnMWUDmJ0FiUxVkOYMm4zFpce33LQ9TxcWW3hyloLT45DfPhsjlGQ11nMVGQTvxKByPL7Pddnfw6218rpLwL+9QMm8+6iziE/z3GWjGBtqeg+zyE/z05eZlTzp1F8UTsZ1/PL+q+lGG6JPJ9byNfPQg3GEkgmqMwaP6M6n/hCWcB1K3Q7QLejwNJMWCrnBSd4/PE+FvMAllviypVV/E//w7fxP/7RH+CTD3bwyQfb+OTxKT7ZHeE4iKH1Pag9D4hyVCHVknwhS4mju7LVxvWLfbz66l1Zf/1fvot//3/+CZLpKV65s4k3XryA660ObrQ7+M8/eh//9r/+GJ/sHLG2spaO9HwEqAQ89/+u8SJKjKmyNWwTBtnOriXhyMF0ITaj8vqwaKdijhuiHBDSQdcbAwfgvCiU2fHUEEScgduqKCYt34DtU9ZSY6q0Bo4mVO6w2GCOFQuampF07u79Rd96IvssmqlM4lLJONRKyVvrbGrobmnwJa+PRUOJOI0QJgmCGJjHFYaPS1k5hzZE+gniEgA2KjhVKYtUC2mouA9aPHzIyDSQ0xJJ4QbPbnEZxM2rUOmgCZVIytVaXUrfdRmEFxxI1IeqgI1y7erFgRGbR6oKHBe4erOFu6/10Vk1MZ3NhIlWK1JVmC0NZoeZKyn2H4fYexBK1s/8jJJ0bja8nzWwzM17+brUwzatxI0XbXzpbV+GgkfzFMdBgoNPMxx+liGd6lAzZv5ooj7QrAK5wRxAWhCUyAPmkNVWxFQ4b9yysX7bBkodeahhPsgw2p8jChJ0L7noXPKQWSkyM8VikGG6kyOZUJZfB3OLRTAngLSbFaabAoNAQ1dBu2/KGh4mOHoaCgvRa+hi15iT6VTVDAoeuk2fDS+ZyRWSxJKMFiovNy9aAu5NJjnG4wz7B6Gof1mgVqoqgBcHZIL96XUAO+18bKdWVtM2iyoCDpppX0hWNoH6msFNNZYKp0WGN5CkMZIkFuslsijJcEuZn6LQxhpwG3W+GO1UbL1CwyzR9jUZqvd6FvI4Rp7EtZKYr6BrwWh7MFo2wtkE4XyMtbaDCz0fLceRIT+ZmkVF5biOwSDFYJhhZ3uGx48mOD0mIAGxo5JiRQoW/mB6b9EGmIvqDEI6fFb4f2tGluSqMJ95md9RGQVKnSw0bhncnGuFHlmXbPQIlvJd1DgQJiuUQetlIQMuDrqo5ubi5dh7WuDgWY6EVo3HMVxPhd/RoTc1FG0Nhacg2k9k0X6Cah4e0PK+KRV0hQAwra0S5EqKUq9Escb31wwBMwL+6OsN/NHXPVx63YD5soqHowL/9o8D/Nl/CGsvY5sEiRw6WTwkd6TMm2MmZz1E4HCaRfBa38LdGy1srDsYJynGaYrDsxBHgxBpUEBJKpipgkapwa90UdWvXjFx7cUGbr7SElvVwdEchztz/OLvE/ziB4komDj85X1gbhwLaVpDrt1wZRBJa4npcYL9T2MMdwropQut/BwAhs73WIHGrL6OCrvLQYgneQK0HhkPAkS0KYchdp31WIX3lGSGJYi/HMjS7lFYzbRUJClAijceoNyPDFQVM6QzsfE2mKWXq7jQ1vD73zLxe98yoYcdGFEH/tZNdF54CfuLHH/6H7+P7/63n2DV1LBqaHjznoe33/HRWbMwSQyczRV8+sEQn344ws0XHdz7ahOpUuL9T6Z4+HiB2WmJ+WmJL79zVdbpQYj7vzrFwe4Ed16hnbuDf/jVHD98dw4sSmwYGnoAvAxweMxsusCmiys3FNy6WYli9Xg3x/CILHZVmsOjoxA72wucSk4rn2MXX/7KVbz1lSuYjA4xHh9hMptjHqaYzFKMBqWs3/396/jdb1/DcDzHz37+DO9/OMCTJ3QUqOA2DXhNHa5fwm3U9ilUV8YLBcOTCqOTc2cHSzLRm2uF2EEPRzmG4wzdDtnnGjpuA23TByID998d4qP3Rrj28gquvryCMI2xf3iGRRDC52CQ+aNqgVwt4YQ6vMCCb1Fp5gvB6vBshMOzMW5f1PHaLRvXWhbWSgN+pgrRiuvRMMOjUYqrb23g3m9exsqtNr7zV9v4zne3JXfwbI+gAOD1CfhUiOakghf4yhs9fPmNHtyeAa3J/SfGez8+wUe/HGERU51KG6+aHUnrS1ETMS+S1mxczFkno5KWR2Zd9IlrAglLHLZnBRSjoqBIssQaHoEaMmUrWTnVL3VABzRa1uglPM+F2/AQjlPMTiPkMbPtmO+moHnVgX/FgV9o8HMd+TxGNItgaDleuteVtbGuYmNNlXPs4EGM6RndTbooiwb2do6xu3OMaZlhxsGFADJ1hjGHMrSdbbUc9LoNeA0Npp1DUXMZVEdRgtmixCygTVWJhJaJYt/IbPdKMiWFLMz8ssoWWqtqRdDNGLYBUFh2YcPG5Qsu1tddbF700V93EakLhOpC8i+pEOCA1mLXUGpiJTwbV/jogxnuf0jVV44oZIGqSHa83VBhKgosChYI/k2o9CIBRhdmtyhibCrfKgSSJa5JzisV+HKoZrRCb+Nrb/exsbKCIlnFcKDjx7+8j5/8433EZiWLWaTtNrOnTERJgDgJlvsLGwU6YNQ5tVRbs8Hh/edzQqVlo1GzSDmckLx1kh/ZKC1PfjJZeQY5FtDrUu0AbNGm9sKK7FskSsyDQJRdWZ7j8sUGLl1qQGdKTaigYFNfOahyU2zmT46H8Ls2ehtUVwKfPJiLGn4SJpguEqi2Cb1hYc3TccNVcM1RcFVVcEVT8Te7Ib6/s0B7y8bdu03cvt1E23XQdhwcBAEO5gtsjxZ4NlyIe8E5e5ttPBctgLM9oFkZuHXBw60LPq5ubuLaxiY8L4Ftz3E2n+LTvRGeDecI7ErWIlKXapH6GYwWJcIsR5jmKOTcLrF6Scfl28y0UfHsswwHOzm8VgWvxf6dRDrmbyvLRXW+CV3lkDSpAWAyIPl8sjAhoYPWUpYJzSJ4xUE/la8E8Gk7msHSdNiqjvXrFi6/SqKnjmBWYjYusLcdYX87lIbJdqiyM6CVjF1h3kgCNGJYDR2Ob4q7Cm2cWYrPDhLMDhO4vgfPpxcFgYu6xqItOgmgVPe4tKhlfalZ8m7OJhHm02QJ5HFwUaDi4FAjg591H8FZG62uLXWfYdekwMWCYF3N1J1PMzSbtuQ4cVhC1Qvr6ZZvoMm97zjD2TGtopU6K431PPsgYSPXjipUTDKb3GmoYlPvMufXIOGBNtPc13TMpzlmsxhxTNULSTKQ96bhmdKUc1JAZjVVkbZJol2KmE06aAHJfVZBFVMtzLxE2htT1UdVTookKxHnqrCsmYvE61Mx008I2xz+JCiqFJVBEkiFVk+XzOh200PLb0FXdUxGI1kN35NFVTUjF5hnGjF2gvntGrMqTVGW83lgEyzDHiHXaZIxzbNR5b5sEsDVZIAYDev19l0Nb7+kYbWVwdJpDZnjkyMVnx5q2D+ssH9Yig201tZg+sxeymDZBeLARLyoSaUlY0LIYi+oXlSgEcBKTJRqJpbXlcw+2PPR/o19Zk3MlZgh9k20XKSzjVgesjeu76XklJK0UugoFWr06TwVIStiuL6GRssQsJdAIpemEsgyodE+2CCxsxAFMPue3qaGPskOJD9pGhZnBSY7dKKo0L1io3PVxvQwkZXScWJRivPP9Ve62LjewqMnMzx+MhM17uoFns2F5GYTYCbxJ5kYWLuk4OItuuYYmJzamIxUBPMAC/aT4tjF3D8TfoMkVAvNjiaLwCeH6jz/9x6FGI9YXBlQG3SxUMXJgpEMVOYHwxLHOxlOduh8YEOzHPQvpli/GqPZpiqLw3AbZtmEWbZwfDTF8eEUlZbCapEkvsy2yzMEZyYWpwZa3SY2rnUk5ofvKlW9R58ucPRpKPEmJOXSdo9APkeoqsnew0ChxOKSwixoWtjyfV3f2MTG5qbYy8+CAElJgHUhREoOtg2qlo0Iih7XVnvLSBy6TJD4u5jmWEwKqDZdvGrnMSpGGYXFyKzFNBS3D5LTqK6fjHgfCgGLyfBpdhyxYud+ECfM7MvhSrazhmBQYTGgmof7qCvnfqZEyNRYYic4ACaYxl6LtUSl0J0nFfC32ax7aP47rK1ox868UbGDj3MBp7ioHKHiYDFNEUQZFlGGlRUF/RWSknXpn6l+CxjFkVZokLDlOBiNQ5ycMXKphJ650HOycqgBLNBsNdDuNoV0O50SAA6F7MHl9zw0ew1xKDFMWmbXMyAONnM1kFVncdcxIG4jk3e4trdUMDpWcLbP4bCKjesGVi6TVEHLOAXjSYLBMBJCO8k7JBGKEIP51XR669hCLFdyA+lEwd5Hc+x/NIPZKGE2CrQuAb1bdDRTMI+AMNXQ8npoNbpQ1RkqhWozmiL6UHIH+08m2Hs6lVkKVY+sVVkDU+kVzg1Rba1cVNC/oGC1X6HL6AWlwqOHFR4+4LlaiKtdf8PDxVu0XzUx2I8xPIgxPYkwZY1Kq84ike9umJ4AD61evVSLFgXMzGNcQCz3qd/dRK+7KSTHiPd0OsNiPkO0YPbvHGUxR2vFqt8dQ0XMAbtuod1ow7MaklE3mUyg6k3J/nUsD23PhGfqArAPRwmiIkFSJZIr3GryOeEzvUAQhLh008flGz5KdY754gyLcCJEKy4SUWjBzTOVM6KCavjARzRzsf8kxf5TZk0Z0FxGoQDdfoJOJ39+ZhBsVI1YQE++w5ydZAQ8I2Cl3ZSVTlVMTgucHVU4GBk4HBno9l0RTahahixnHFQorgy0iRHFI99bi7nGVPbUc5icedOThSyeMYy8cj1mNLfRYoZ15UkE2MnxQAb1nY6NrUttyUk/OghwtB+IIx+J7wYJIQTJMh2x9FUFFjMb4dyGxtx7m2qiHHE2Q5rPeUtFacVccOYE2v4cpr8DzT6Td4Pg2CTQMJ7rQqTwW5whlXV9xplO0EYadKAUbi1KEKtSzmRTiVXhkjpwXmJj1cA/+zUfv/YVF1d6qaxkUGB2WOL+zgzfe3yMD88mcBq07q4BYN43ZkCbbgrdqHPR6RaQKDZi2DBVCw0qqzg4LxmTk2AUxBjxGWW9Q+UoSWwk2VkKPE+F52kSg0LXPp79Nm1wmSEfctZGxyRa4NOVhHM22toXGJwmsjgj4n8v+51qCYhBhTmztivKZJMcs6LEhIWiqaHXsbHadnDX9fAiB6oUB0XM8W1g4+IFNBstLA7nWBzO8HcHp/jBwSmOAwLZjHLT8NIdA3dv67joG7IYS7C/F+LpvoJPD1p4NvDR2SjR3Sxx91qMV2/E2GjH8KoIDhKJtzFgivgiGAGHgwJPjjMczHJEblkvOl7RVZFZx5y3qrU6nb2ZQmCuSBEmGqaxgVbTw1de6uHe7RZWnRhrTozZKMDgdIbTYYLtswK7gxLDxMAg1pHkXaR5H0nURTxrIQltFFWEsorEvr/VJdAOxLyn3PdjgKk+jmvCdU0BucQlUG7mMgJgScmQeTJJn6yhyOWTOSBdXEworJXofLOsfzg3onCDS0h/Mlxkz2UtcziHULQheqskUwN3bzTw5osdXF9R4aYj2OkYZc79MQLYB7iaxKPx5xKksYoCVk5Qs0KZkkRjwfGaME0fBWdmFcUTOZSiQEgXiLMZhoMEDw8sPNw38XTaljXMXcw4V3SAjZUQq13ux65kp4/GOc7OUiQkRWg+NN2vZ+kEZqtYrim/G2FYgrIkKKjs4ZcAY1HyneD8nrbbFLLQgr5AsyPek+IomUYWkkUbadiAqvGMJwhcq+/rOE2qEJdFNElf7BgZH7eUmnGawj3F4FwQKXQlxWx8hLOjZ1jMh6K8rtXXtWI2TSIsFoEAVSIAPFf9iPLnPGO3dng6h4XkT3FI/Fx9ShUw4xHYoLGfE7XpMnNXYDsRnvG+1yBenVlbI6X8b8XKdmlsKOKTfxIfurQ2FmXr8p/JLz9HiGtc7jyLd/kb5HfVSlp+9s+dT89FpQLUL22k5XMsoz2fi06FgEt3umWc4X8PAC9B4OfZsSL6W4KVy2tXW2fXtsW856JSlnxfHf1+F71eF9PpHGdnI4l6lDkQn19aMUt0QV0LcZRjUJCkVAgXtRPVOQb2HPw8vx/notklZll/vvpvBKRe/m9RN/N85vXh/RQH0Ep6AYm+MlgTcha1zJsuS2R0fCLZBwb8/ip6W5fgd1ZFWc+VFlMk5USebZ0DAWhLVyYIRCYAACAASURBVDeSuFVxf6MLFYnTdPHa7PVxob8CX6/g68Cjkwgf7S8wjuprIC5jdCET8cj5F3t+s79wDT5XCj9XDi9ZBgR/eR/4veXnyaqdzc6tzb94ffi7zgHg2p58ift+4dfX7zQdYPLnOcVyj5fPGz8D+23OnmoAuITFyDwP6DZVXO62caXXxuR4gOPdQ5wMRzgJA5jNBr79+7+Db3/7t3FyMJb14PEe7j94isPRCKVvoGwY0HIdWlaLZXhdOk0XL1zfwK2rG9ha38Dm+jp+8P0f4M//7DsYn+5ifcXE1S0XX756RdZ3f/YR/q+//gk+2z3m9yASRBl07QsvrAVKnJcKYN3SxPa50WkgpG1gHCOLyYLOUfEQF4vh+uGRfV3Uhc/lrbXMtY5Cqi8QH2aX6gQdRoMFEZXBQDqvM0A5CBSPfAKuzKviwX6O0NN236rEflBwLO4BKXcyVTKJ7Cbg9lR4tKfqMdvTFvYvrTtoE0XEnmopvg5UtHAFhwWCgwJlqEFlc0OAlbNTDk4KZo9ltUUD7Rftqs4Tttk02IgSKgHo3xzK4Euw1UKBntOuxkSm5Uj1FDkz7CTvRoHC3M6Eg7J6AxeAVvYIljy5AFzrWzbWNx289lYfb39jXbJm/9tf7uCXPz3Gq2/18dqbfRyN53i0P8L+bojRfoHhPsFZhaQfGarTsofFt9jTMlNMNjMCWwU0K8etlxp4450uumsmPno6kbXYKRHs1pa2ismGi2wn2k1QKZsgS5k1QBCJn5mbdgnTUnD1DR9X32xisJtg/6MQ09NE7IoIyF+64+PSnSaG4wBDMqWHGYJhJbmMQgLQmUFHZWJVW2HnCuyGht41E+1LtP7QxI6JzdLpbigvZLNrwmsbmI8TBGM2KCqcho5Wt0KPdmOrtB9syQqRYlGloq7ggGJ6xiKwQBJyUMGBlCJ24Bwg0JrVcSzYtg5TyWAqzDiuMDmq5Lqy0OXbEoYKFgsFuqfDbtLWkmAqOyxCETWRIp5RlcPBUT2m5obeaFVotEvEkxLxuMSFLRV3XzZw/YaFrQ0ba6u0hsjgOsxGywVsjWBiXngYxQ4efzbC48+GopS2qe6aqBgdKJgP+SKQdcWGpraEDUJmfNFbn7YjzwW7UlgTnBV2jbjT1MNHmeVLfbZ8j2XwRZCbJAeC4zkUypUcXie+kHw2VHmf2Ogxl5MWI2xMaANG9ammF9LA3brXwq032qKqnS5ozR3j4JMIJw8jFHEp2ZztLQP9KxY4h5nFzFnOkQ5LWRxQ1uwL2ZrrnCrFlCY/R4KMA0uzAviO6grsSIUdK/iDN1384RsOrtxT4N8rsb0o8H//SYY//885UqVAolIpR3vFUqyk84WDMuZn0KC7GtKSg8dQbHkvrDvodm1kuoZUU3F4HODoJBA1vBJU8HIF19c13FjT8eqvtfHq19vIdAWHgwx7+zGePlxg+1GIs4MKgwMCXMwJqa+lSht7z8TaFVcW7bLTZIHpUYyTR5lkEGolVedUetcsQAHvDQWao8LtarKoMnHtBoJZjLOTCRbTqLb2Y27j0s5ETrfzfAzZp2s7WTLT+AxTFcXCvnaUYfNuIU859KF+PoGeU5lqYLOp4du/XsrqNF9Cu/ky3JUNWBsdfLY3wh//8Q/w53/+C9y66uLWVQev3i3w6ksZ1tYbsL2rqLR1fPDuM3zw3jOsXVFx7WULx7Mcf/OTOe5/EsMrFXiVgtsv93D7lR54e5Mpc0dzUSR11wz86L2FrPFBDnVYwssKbDZybPWA61+9gGtvX0CjSzWuioO9AN/7T/t47ycDfOu31vGtf7GOX743wHe/d4ijExIQTKytNvHWl27I+vCjJ/jg4ydYRIEMVWmD7/k5vGaOl+/ewMt3b+J4OMev7j/D/U8HePQwx+4OmfIciuqS8+Q3WdVCMnrnoYrZtMBsxiKcNvUcsirorEMGU6enuaxeX0Gvp+DCygoudDdg5g389Ie7+Nnf7+LyCz1ceqEnYOL+wVisfLtNKh1MRHGIKI5wwfRw3W7BUFScJBFGRYzWhoLmuoKXrrbw+rUumoqKxVGI2WEo1nTDgxCNvosGs39f7+LiGx2UHRN/8u+e4U/+3TaxEtneCMZ4PTZUwOnBHOEsxtfe7uCdt9uwSNwwFRwfJfjF347w4S/msH0Llk8XhBzJMl+bNuIkU5EkQrYoh2NFSuCWhDCyIzkwrEk4IQfZYSygpu0TAK7VzqQzzAfAbMAawIJqOLWKqRvBbXL44SJPPCzGGYJRAl3N0Ozm6K4rWLvdxvqdFmb7AWZ7AeKzFOm0RNcz8e1/dVVWks4RpzM8uh/gvR8GePZpihmBmbmKeRQhCCO0rlno33FETbv/IMRgL8HWpo2tLQe3b63izgvrEoXx+NER9nfHCJmzGKoyvJxwYBfS9pW5eUWdkylUTxJCWOyaKEu7fgclHymWf84y4kt3u/jKvRVc3nLR8jlUqTBOh5gkQzRIllr34DZMkL3KdnQUFBgHBT55PMWnT2bY380xOAZmZwqswoLFoXOVSxIMi/8s53koUxsojAVBAktJZYAcczvh+c+twgK2Lli4cMHGO2/18Y23VxFPFfz9X0/xjz+bYG80xf5wAoqZC4tAkoXuiiN2ubTB41DuvDlhg8b9kNa1JG4xsmARFZILTOWQ6ZAcViAZlMhGdfA8+z82UnxOHE+H36YlJs+fCklUX09WWLduOXj5lQZu3rRQpTHKNMZav4+1HrPXYsl8ffpsjo8/yvHwIdXkBNMy+H1GRjhiEWoQWVY1PP5siiefTuqYgp4DYuBumuGCruL3Lnfx+1d6+I8PTmSNqJzoaeivW7h3qYl7l5totpnL2MAH+zP81/tH+PBggqBKxRq5Y6voWiqinQrzRyWKuSI2nq5p4I7t4rbt4c71Bl6448OwCpxNJphEC2R+hdwvMS8czAsboxiYxAVOJime7k7wdG8iNrkkvfQv6rhwg28P8Pj9BPuPUnRWDYnGIHhKGz3OAlizcInlZ/EFAJhqgGUxUbuNKTLEpaLC9mpSAImHi2mAxWRRq4oLBa1VFStXNXQ3TLSatLW08dlHUzz4eCa1FoFXv+HBcXwZfM+SU8ySM4m26Kw24Pq0gTWFHS1qrN0pmk1XBmJUoXluS5jy8yBGsIgkr5WLTTOBE1o5TwfMvo4RTQuxjieZTRX7VFot1u4vq1s2VrYcdLqOOLKQHB1HVA7Hov6ZTUNRFdNKiv2tKqAha22Cl7pYIIcBbQZrpnaR1807G+KYAzYqaDLWWgSYSYpQJKLG8+tloAW9bIst3e72UCx6GcPH3+X7hij+2H5XlGvQxotEU2Y8koUvGaOFKA4ZhzI9UxFONHS6pqieqDxIM+ZIl0hLTfLkpNFh1ndSCEmGxT0JNCTQigBWBdwmXQAUsZpe6bZkMDAaTDEeTur8JIne0eVdpPX1ybMYg/26JmdvQKU+a32+4+c51XXrw5qE96eS+CGbJAJoMjin4vUrL7j46gsues0cphYjyjI8PFbw4FjByZmKk1NVTJcLZow6BWza4VolorkqS2tUMNqsbSvGtAlxoaBFbKAKoUi1CBgSyKG7Dcm/3I+y2g5OaiSCF7xGHG4vh0yMxqCjFQftorpg/AyfL1Vy51hry17UIkjEIQAtyHjPa3t7Xdj/HIqUWMxr9fvaJROrl7gncixKVWCF+VEppIUuM3svmjh+FOP4EWXHJVyHPY6La7c3sLrVxUfvn+Dj947hrwNrNzQYDZIh6nMFiQOkDvorqti1Murm2U6Gs0EO1y7h2hVmzLU7oxOAAo8OGG1dMqU4PCeApmQ6jrdDPP1kguk0hbNqwF3R0VrRxYpYYv1yBbPjHKdUsu5m8KhwX7HR3wJWL5TwXNr6cjBsiRqQNeXghMqlMQynQGutdng4Oclwepqh1+qg3+yi2yWgwyFqLuDLKbPu9wqM9goYFq3sXQEIadUmmZdRLrMJlSpZhwpiiMU2QbRudwOd7qbUCVyDszG2nx5jMJzV8UioxOmClowE+/kOU+nNuW7JqPugQhJUcFqcLWgw3Rp0lUzQgLbvtIK10Ww2ZJh+ehhiOomh2BVAx46ei3bPk98UJbHkatLJg2RvZGSU86DUUVUkXPLfSmSd5+aRPFcPnEiMqgeLVH37jBNauk1x4EYlHQkYJABQEcxeiQNfOjlYtJ8qNZwdBzg9WaC3AnRXadnPfZsuQVQtl6K8cxsOvIaDs9MFDg9mjE0U8F4vWFvV9pKtnoPuRkPmM8wwJfjMe8DZUKNr1U5Qng1LMiLZQ9S9cGlOUJnjpYUllSbsPyohq9Q5dMwlTnF6FMvLuH7ZQn/TRFYyMgOYBQlo/U/wjnlxdKFgzmOFFBcvdHDpQkcco+ZDKokz7D+c4ODhREDk/mUD3moJu5uiInEqMRFnFjyniQbt0bUJoA7kHLNVWoY2sPNwgu0HUyEe08LWplOEV6s2o4WBKDTQ26zEoa1JW08zR5kUePAp8OATiLMXV3/dltkOC7udz6Y4eBSInXwWcA8JkRWBPB+i+jIMeL4Dl/kXnJGQLMMMVduGYTkwaeWsecijSlYwnWM+nSJazIXMQpCT5D6SjEgM4NlEYpDjUE3uiEOX1TDhuB04TlfAV5V2yWmKk7MIx2cREpKr9UTeC/YljlVgeDDH8HCGqy+2cO1uG4oeIQzHiOJZ7UBaQs6bTseEsSSElamBJGgjmvk43a9wskfCcymzKK9ZSrxZu1NIZNfgKEOzbYqrjttk3xWhUmMsmJU9ybHabWKt00QWGJifqRgcq9g7U7B3SrAxh64V8Nsl2quVRMCRCGaLW2u9X8fJFGE0qtXFy7zHOCwQL5bAFO3ALUZrMZPZR8PtwPc62N05wO7uPhq+g82tPjrd5vOMR9O2paYJAxWTQYWQTiy0e85IJGkhj1uiajWoOq4YiTaRz5FG9eJ8tb3Sht9L4XVOYDgTIfHR5nowrzCcQ9wP+muMkbLEApqxKbTUTheeEEZJhhfefhGhKhLoOoUxtK6NMBoEWO8b+J1vruGbX+1ixQ6wYs0RniaYHKT4cGeG7z8e4f7ZXKLc3Caj3ujmaIo60SIxw2RtSAC4RFL5SCtfCJQ24wPlTKR6P8Y8TjGLUiH5EzckIZ91GElefpMZmBRu8IziJIq9MK18S8wnFeZTCMGOOc8EXmQfjgoMThKcnSayb9Oxgv0hvx//pPiC9VE2T+rF5AtxJ7BwjcqyrodulqKbJeg4TXS8DtrNLlrtrsCzw88OMfz0ED+fL/DzeYD9vMCUilyjwlY/x9ZKgTcuNfDmRV/Ii493YjzYVfHJQRvbQw8rGyOsbI5w80qKO1dzbLQrdFQVLdYIFBNkOnb2Mjx+muB4UmBaKmDwQmpWSI1Koi24FLoqsGZy68gO1k4aowgYFxFpGIUWer0W/sU7W/j6633o8SmM+BSTYSyij5NRhqd0jBsWmOUOZoWDJO4iTfrIFi3kAV3oDFGfc7W7jiy6GAQByckF0kQVoUiv30Z/pS1nB+PiGN8UM0s+ojJPF4CIcWupSktzbtE6NFWHbrrQLRcaSW8Ejiv689WRiTZKiQ+jw8Q8LhBnAdJiAtNOcfNGAzduNHBtLcG11RgrfoW2o8JRGWw/gpJOhWjm0P6bbEiTwo8UeT5Hns2hFga0woCtWnBUW2p0zXShaDYSmEgrA3o+lzXaj3DwMMHOnopfnPTxi9MVzHUHgeGCJwhFRbadYb2fYaVL8MtBVdoYDRUMzmjVToW6C91woOopFKPO1xV7d5mfMiKgtpYXZ9DCQEVhlFjR1n2v6c5lkfhK570sMRHOLaSRg6poAKVTExINCqPGyKuhCDhUpQlNbXG6L/PXquKqEfilj6jgEGRH21TWG6xjOAc8QRiMEQU8HyZCVHNs9toR5jNa9zMnWYYN0stQtV9bJC+VkPzsxISWUsFaGFxDriTR8CE4j5/lO00GJX8Ge3PJKl7mQdf2ugTwagtriUiUGJk6I5fnq9iHLy2oRakp4sFagSv5rPwcHEAJg+efgr9Ui0rUTA2oPLd2/jy/+PNYYoGfnwPAz12xn0tna8fqWtF7ru6tLayXSODyTwGSl+Dv5wBwDTjXecC0Ua7BW35ksXjWVKyt9rG6yhkE4xYm4tbAiBlGq0p8h2nAWM5lawvoOnK0JiITKPlCxPIXnJK/+AXO5yvnwO8/BYCZb1xfQrnmJG0sAWB+H4l/kne7vsjcs8VBtgZN0OivoksAuLUCu/Jhw0eSDhGnQ9nvGVXKGV9SawRqh16DcVJ0oIyx3u3jzpVruHnpMuZnZ5ifneLpKMWDUY5ZWs92zgHgL96nGgv83IG3vg5fuAC1FmQZJl3HcRIEPgeS+SeJtrwH9XNxrhz+HCTnL6jjjZYA8NLttP53z7OsaaddR9qdMxCEcCDqYt5nxsPVCniShul2YekVWo6Gt69v4Z0bW9DyObLFAI+PT/HTJ8c4TlS8/fVv4u2vfVNINMRNnzx+gPff/0fsHewg1umMW8JSPFhqA4qqi6MdyWr37t7A3ZuXoRLrKxT89Cfv4m/+5kfY2X2EshrCMhb47Xuv4LfuvYp/ePcz/Ie//QUe75/wPayfTL6wZG+wwSBrWexFWZAza67jwe80JLCagxAODAjoij3s50bcdUFfW+7X+ZK1ulzs3cjQFPk7bYx4yDVUAVXZqLJpSWeFgMC14pATAgVVXltJ8wEQZJ6DDlEs8hmshE3NYbqhKmJdYjcVyauinbTt61BTE2pqST7QOAqEJ0zGKBv4cFRiMWZmWiGLSkrbYA4MB36aZMVGYYhoQeC4fhAk74DqQEupg+Cp8KzIbo+g5CW0VIGeEbLUoXNztgqUTlbnO1HenwJVQsC6tuOVTVAGDbW3uKZn0Iwcd+62cPtuC1duNHHxShOLMMMPvreH9391ile+tIJX7q3gaDLDo/2hDNwXQxXBmSrDFgKpzCnkbRVnhkwTJSc3UAHsvBRGI8WNFz289uUe/I6Bdz8c41cfjpAPKuSD2h7A9OsBMNnM4iIXJ8iTtFYpU4Fs1Uy1RkdD/7ol6+RRhJ33A4RBLurkRs/A5iUXGxddnOzPcbwfIOAALuSwd5mzy0vAJjtcZm9VCryOjvUXLPSumIgmQDQG5uMUc4JtmgK3ZcBuGJid0OIzgd9R0NtQ0d9UsUJG/ZouWRm9toudwQI7Z6FY6w0PM4TTUqwXyTTm0EN3aiCUzxTV7vzuZOHRD6tKMiwGCmYnKgoC1gR3y9oOk2w5w9NhtWu7N9rr8YWvc5+ZWVwrahzLEAa67+voLK2R0kmKZJriwpaOF19ycfGihaaroeGwuSxgWwWiPMU8TTCKNQF/T2YWnjyd4enTKZJZhTJSMD8FBrsVpqe1XTEXm0eqcMmOo+0jLZuFLMbNfrlx8hrWgCAb6FotTksesjL5nnLjkfuc08aQyoRccmA0V5VBMjdykjTqfYNFgxCUhXmWLCq5xvw5a5sm1jdNXHzVw6VXG5jMMzx9FOLgUYjRwwTT7VTIDbzu/paG1hUiCxWmJwTeM2RBbbUnyjjZWGQyVwuYydTj0EJNRdFBxUpp1u4CbmbAy3V84zaXhptvadj8mo4zpcT/+50U3/1+imGQY7jIYaulDPIJAJdzG2VkwaR9ZIMZxrTOjIUFy3vjcJDlGlA9HYOzCMOzCPk4hxZU6GoKvvq6g6++7ooafv2Wg0Gg4OHTAg8exXjw0RxPHpD1DmQxD91a4cYhpNN24NJydJOqMxtJHEpDz2d7vJMjOOXto/0j1SYJCiWpldtLANhqabDbKjyHuRINLGYxBgIAx2Jlx/23JlvUe0BtVfI5++4cHKYSnCpCscdkGcUs0MRCkVjLHJNUMpFpx7XeUPGHXy3wh18p0L/4NVkW88D8BB893Me/+Tc/x5/92X28/FIDL73s46UbMV66vsDmOm2yXobjXcWHHz/A/Y8+g9Mv0L2s4ulRhu/+bYjPHmR46bKLl664yDXa6ClYaVF1rGK9Q6U9nShM3H9W4v6zCjufhjgiwz+K8fotBa++YOLWm9dx680bOF2k2DkN8On/R9eb/lp2nld+a8/Tmcc71UwWi6NEydQstSXLlC1YaEuW0e1GDCT9qf8cA50gQIIgQIA439rpTltuu21KtlotWaQokkVWFWu+871nnvbZ897Beva5RVqdUHhRBFV1695zzt77fZ+11m/dmeKt/+cQH/5yhH/5Ly/hX/yLy/jF2yP83//xUA5gL9xq4+rVFupuTdbD/WM8PDhGkgclorJRCIafq+puoeptYToPcXA2wINHM3zwXoAHH8doNspDetnPRqx4jukcmC956KUJmeaf0v9YqUOGpHTBj0YFxuMCjQYXxB2329qGlVfwzn89xNs/O0L3EokNVURZgul0KQPBVr0UgFfzEKtZgJd7Nbyx14ZpAPdnExys59i6bKN/2cZznRputmpQwwInR0txr5/sr3FyEOBzb1zG59+4gvbzBqzdFMPUx5//X8f4P//8GI2KiYbHDg8TmmOIkDE89hEsInz7zR5+93f7CLMYo4WPw/013vvZGh+/H6LeM1HrstKAuNRYnvUchNNYwKGdpukysJWhLe+bG0HBNHRwEeUWhBE0h4NX3q9VaDxwpGU6l2YiTWN3NAda7MYL4TY4KLKwmtuChKYgaDuZ4N9a20D7ckXW+cOlLCdV0bQtXN+t4lvf2cHvfGcHDx4N8eDhEPfeX+LOO2vsP4wwnzG5m0OhAczNsfOCg8uv8CCoYvg0xPI8xbUrFVy9Qix/Xbp359MAdz86xdP9CRIKabmBJXukBHGdlYdufn/0tfEwpBfIeB+jy7JgYozYL0VWTVNQ04HnL3l48WoVrToP3RlUjWitORJ9AaNmwG7YYigh2pSbw5QGJ1PByXSJk8kKp8cZhicKxkcq4rGGaKwj9iNZvB+J+MsktmtA5z4ojWAQIRuQzsIDmY5K0xQT1t4VQ9a1HRfXdiqYnoT4+d8P8cF7M7m3jvxExF/66mjYajSJrORhlSYeujLL+xE32lnBXZKKgthaxUSY5gjpSOKzR0+QBRlC4qmHpWOaO6bynqbB9nR49bJTOmUndqLC1nLYKk0nNbzx+QZevuUh85dI/SXyoo68qGHJfeFqjCcHc7z9to8PbvOhXhbgGK4OyzNQa1vYu1pBq2Pj4YdzPPpwLgYqy6MBKYeWxLjkGPjTly7hT1+8hL/8+BD/8eMjPEnXWDg5lLqKV7Y8vNJ3cbXbxLVuE4erBG+fLvHReIGD9QJn4QpVDq3Yc/y0wOJ+gWBKMkRJhrmaq7JevlHHKy+2sNsxUeGQV08wRoiREiK2HSS2i5WqwYeKwSrBB3dHuH1vCLgqC6bR3jWwc92Q5/vDX0c4uhej1dPR7LHXit2wTIny2UR3qypITUSaECNYqcJNsDiioUpnc0rTHmkfhganYqFS53BEReQHiFZMgqVI1insWoFanxUyBra2q2g0XRw8CWTxTMCuaiZgXCIhHRfz9TkW63MZUFfqHiyij7kXzYDR2RLD8yWqTgVVt1J281meDATzIpHPUcF0Lw2Q7MxSEqRxIimp9SzBYpDJUuwcOg06GvcqJdKu2dfR2mK3NnHlrgxseQgmiWAynmEymYszlFQMDuk4WCZCmucJrgsBOFgWCJfsQSuxj7qhyKCNz4KIKZSIn2mi9CH3rWZbk15Cs6jASOtYLQucDZeYzHwh03Av5/A15uBT9qDM1hA3RZe0LkQWrhIxTANejsFxhukoE2QlF9HArJVJuM+jcJlrzxJbWZQiixIZMhDRyA5f7v25qSuYONQSeK6FeoXdlXrZ9xkE5eE6pxBlotlxkSeqmGHOH4eS/OHieScnfYZOf6sQ0UVmRjzOUaDnGc5gBQD3NxoSopGXMb50q44vvVhH0+OG1Icfxbh/XuDjswLTiYbJREPI2g4jhWKx/7aQBHqwQXWbNcDu8JnCs2eBIoLUAHDp7OLlXpYIc4rA3BvLRol905t2H6GflP1H8lpTSNNJmaCbm6hwVmuw55Vn2ALTaYTJNBJUb6VKE1M5jOIAIGSVEVPRxPM5fB5SsInltdu6aonARU4Uz6c0jq4nTGQrqDZVVBrqRgCOZB/S2lLR7nvo9rrwKnXcv32Oj2+fob6rYOumKVUgHLty/2ZpVVmuWcC1ciz8CE/PQoznMeoeU48qxqSiHCQwK0B9T0W1o6FRYVLQQrLSkSx1OTdxn8DnfnXXQGXLgFXNYNVyGVRQYF8NMvk6s9NUhOvWniV9m41mmcRXUu4jDax5PiAFY7mQ4SPrJGptHbqlYynpdwOddlWWzYQ3zbR+gMHZCMPzKcKphmCiQnNcmLUyLXvRNSgISlIHKoBT4/mMJuRIjMiW2Zak48X1cH42w70PT3F2NpMe2FRN4DXKPRnfdzFwBCoUfnZDVcQnf57BbWio9XUxvHBOQfxy7K8RrQPYTK9VXOlIng4DSXkbngqjwrMDRcOSdEa6E2/CNDcR2aoqTPYzCVuKVOWgNBZzOc31HEKyS479r5yVyHk8JxWAyXmalg0xLnNoxrkC7zv+shSAo3WCyE8Fa9voeDJcZJ/t2f4KjS5kmXaZqGPinfd1Ju+sSmneW0wjjM9DRCsFSlwRJHLkEzM8R7NvorvniYl0OiZyNinT8ZkiRoJKkwhZuulLszt/TvlZvSm0ykzMM0we8zoymXLWmJQvO2dnUwobgcyQtvYctPu2JOVITFmtaaBjypnkEHZ6a9Bt7hNjXN1p4+pOB+uJgoEk0iPB9y7nAXrXaLLlXCNGxIQodxFWBYrF+5oNS+dQfwbFKAVgC00gruDJnbkYIGiOYeUnDXaVqgvTcpCwsisx0OoDrS2ehWMx6KxnMZ7cBx5/DPT3qujt1VBvqKhWC0S8Du8scPzQl9CBmtlCXmBCjBfTRTqHVABJqnAwTlKC56Dal+V5+gAAIABJREFUasCtUiQo019CIkhU+Av+jAus/RV0k2YT0iYAy6HAwBRoJt1zQtoxdFQaDryGDa9ah1dplANnVpPlKU5HEc6GIcIiQKyt4VQz9HpMcWY4e7rA+f4S115s4PpLDWgGu1tXYlgu0y4p6nULtboNnZSqgs9fXZKq4aqOxVjDfKShYMrXCuG47Etm5RGw/3CF/Qc+ulseLl2vo9bOoVpz5MoKq40A3G810Gs3kSwsLAYqRqcKDgYZDs+ZBM1gGimaXaC7CzS77JbmnEpDuC7RmeuA2HiiWEModPMTyc7qEfav0qQkz1UdlskkagWtZhvtVgdPnx5i/+khXNdGr99Fu90oU3FCNtKlD3o+UTA8K6RLW9WYPGa9VF1WWZHHJwmr2NZIMx95skCWLFBve2j2avAaEUxvAEWfSV8s1yzMxdDXaFextdNEt1OT8xNDGqw9S0LOaLinLglpJFFkKckh7Dy0xJQxm/roN3X87lc7+PrnGqgrS1mrQYjZcYjbByu89WSK28P1phKgrGRhktni2YvJeZukIlIZWbvjymIww9Zo/ueAO4KqRGJsJWGAOHlW3PDhyT2QSRJDTRfDCoXdlAIwt4/cC2QFFrMMy1mGlpiPHLnvEVW7XmU4O4lwdkzhjFUgTMNR9CWlz4DDWY2twp+yOi2A7RqC2+/VXbzQbeB6w4W6nEFZztDymug0+qhaNRELi5CGtTOcPz3D/QJ4gAKHSYpBkmCRxagZXAm++Uob33qFSdoCjw4C3D8E7hx7eDKy0NsboL87wHOXMty6DGzXNfR0B03FlBlzMMlwbz/G7ScRhsSh1g2kLgksBSIi5ENWxOVCcuPcmvjtMlSlwmT3dZEiSjSsIhNb/QZ+7xuX8fXP9RBNjhBNjzAaRjgf5jibZng8SbA/pQDsYp46iNc1xH4dRVCFFlWgJCaSwkeKldTGMQXMuTZNPyRCZRkDHyaarboYHLh/CdZhacSek+7CjmVDnueJliBWKZny9q9BLQxoQv6woOc59JQYaWUTIlLLOokkxtQPMV2zwsBHtU7Mco5Xbzbx6vNN9Coz9CpzGAp7RGlIjlAkNJKGqHsW6i5pGDTrcW/FMNIKRRZAgQcVFdiKA1fhfceCYlgoVA0xDXhZimjhI1qscbCf4959FY9PLNxZ9nF32UfmGMjdzSyxIMkjRL+dot3MkUSWrPnMwHSiI4lpOGKin38Hq3x4bi6NfuV+kTRKksx4r2V1CJ/H3MXwvJtANSJY3hx2ZS7XrOwfAhfBsoI0cqGp7CmlyBYA6hoZxsiUkSCfdaULXe2V6Gl2t5IkuRFcKDrLuViqDJMydW9yhhsgjZaIggUW0xHms1HZ5W6kiMM11sulnI8s04LBzXiJKtqIWqVgW4YpaQxLJdglYiZvZdJ7ucFPiwjKvRNfBwbtNDF1csbMAADR0qWhvaSIce8kkTdJiW9qgHiOEVGuFF0lpMRDxCY5fKFNSQ0v0cAX6GYJz5XXTGmjLJPmFwLo/5cA/Bsa4gb9vOkpvsDRSiKayU7uwT5BQF+kfqWmR3SVUqQuBeBPBMkyfVoKwPLaEPImr62Cfr+D/lYbaz+QFDAF4GCdIFwnMG1T9mk0R/Mex4xmAdLwUviLRNbFz3RBJn4m/F78y0V92ib1+5sisCC/+Xrz1drUhZQp6PILiOYmonwpjBLbL49H3ZZrq9bpo7WzB6/WgZ560LIKsmSKLJ6JpsC6Es71BR1d5NC5v+Dni39ZkqBTb+Ly9h52e9sYnA0xOB3izM9wGqgI8vJ9v7jWSwT0xeeiNBVdyI7/jQC8eUE4Y+UqMdxlAricfZfrQgD+zdftQmwuP/cbTnn5MSj/kc/mxT2o/PoXonSZOC8FYPkclo4Qea+oN/HO4Ok6XtuqydprA1utDJPlHO8+PsPBNEHn0ivoXHoVvW4LvV4Lo8EhHtz/AKdnB1hEgSxL9WBqFRi2C8Nz0O218Mpzl3F9t4/ByRjD47EEmN59/wGOzvaxjgcolCl+55Xn8a1XnsPbtx/ir372a+yfDCkiKwzhyotNgYB4KrkgdXY1lYdlk8XGLHBeRlivIsE7yAeDL8yFYCR4503p7Ub8fSYAbwjddM/Vap5c2MQ5ceAU+uWHnukTuhDK6UCJLGUKkl2aPNgwUi5dTEGJ4dLZOUCu9pYhi6KydGpKnwJRdjmShYJ0AcBJoRDH6RGpy44CFbNHKWaP2O1QwMwL1BtMlTmSVGlydWw8GczweDDH7DxFOFCR+BoUnXgvHaqTQrVT6YfljZGDDj3QoYXsocklLelUFbi1svSZSNP1jDdI9o5SkC17FsrYNPEAxUY0KPDFr3bwha91JHHz9FGIs5O1YKvWQSDYKdNwkFFcsPkaqoiIPZsb8v4Ei1BESglp0sKfbnqscjoWFDiNEHYjxOXnLbzwalWSs+//aon33l2KCFv4ZZF1re1BNTRJVbA/TSGKM2VHAF2GqqCF+lc99K668CNitdeYnSSYHSRQLRXNGzbqOyYcpmplSL7G8ClvchlYEcdLQ2gWvL+TQBGWdyxemF5bw9YLBlqXdYyeprL4vTMdxe+JQ0YOYdfnCfzzBP1LEMTZ7g12e1TQ7lrI+JkKYtx7HODe4xDzBV3ivBkwcUB3kgLHM+F4PJjz33lDzMWFw++R7xXF59jXxTmXhhR0Y+TRJrkk9Liy24UfW7r6OUDnz8P/RuRQpQpsb1u4etnD9raNnR0d2zs61HQNNVuj4ppo1EoU5WqUSGKN6Deu4/MQT5kAXeSYJzpmsYZVmsBn1wrDAGtVhlmC7FzxHEMjAXsFeaDWkfFzmdNFztM80xcXqfxNEn/jXCo92eyhKweUcj1fXNMbfLjGYamdS/KJgwFO9ujg5O8vU+ucSHBgxuoJpqULVGwTX/xGH1/8Rg9oxkAzwuNHPt7/+RJHH0XIzhUUExVmU5VuQK2VQ2sT85bBP84RnPE+VHavlaayT/cA0IXDdDjR7xt8nFriD3kDryg2qoqNz/QSfKaX4pUvO3jp9xpImir+7udz/P3bSzw6TPH4IAMRb3x52NNa+Bx463DqBpy6Ka5MTv4EnxhFMmA26ir0uiqdi+Eyg+bnMMMcuzUdf/DdNr733TYen/l4fLbCeGXDD+s4Gyj4+MMJHj2YigOY7wl7EokxZYKm2nNR7TlixuDQZLXwMRstsRxGCM4LxHOawC3BCaVFjIzTTCHB0IzCtAugeSyZd2XRrTkbrxAsOIwo309uQITyIMnLEtEte0d5Wblp4gBZkSQGhWCIu5NIHSbnLEG80KlLhDSRQD2vwA9eV/D911U0b34bzRd+B0aN5pwjfHTvMf6X//VD/Lt//wgvv1LFS6/U8OrVGK9eDrDXb6DTewVe/RruH9zDx/v3kHF4U8tx/0mCv/mbECdHCn743T7+6Lt9/N1PJ3jrpxNc6hb4ymsGPnvLQq46yDQH46gm68N3xvjlXz+FGizxvTerePO362j2b6DVu4Ef//oY/+GnD/DhnSFOH66wGkX4zpt9vPmdPu7cXeC//HSAaqOG3/29m7h+o4O3f36Ct39+DKMWw6gl0Pn8Ie6upuDW5yqyJgMF4yETXkTe8IAa4qdvLfD+u2vsPVfH3vMNGcKG7JddRdJhNJskInZw2M1nbBRncKo5upcojilYLXVZTPg4doGG64ljmci9B3dmePDRFFZVh1UxoBrEsEfizmbXpWsRI5gLSvCLN2v41mdaqLeAJ9EMx8kSjmnCMUw0Ew1tunxXKc7mIU7HEfYPUhwcpvj+D7+A7//wi7C7PibpPh6e7eMv/3KMH/1ogk6zik6zhpRO7bD8mfwJzQAF/vkPb+AP/+gGDk+GeO/2AR4/WOLpnUz6jr2uikqv3ORT9GAS7wIlJHULiopUBpqlQ0/QetyglfPRUtigm5SYYumBNSTRVITE7i0RLBbyLGC3CPHOTj2D6eVYjTWsJrx2eSC1JcXWaCeoNHivKE1c0/0Mk/0UL16r44ufa+O3PttAt6uh21Xxkx8P8OOfDHB0EGA5TbFaEJFFQkKByi5Q2QO6PR29LofoOio0+dgm6l4FDa+Ko/0Ijx74OD5aYzj2ZfAu2PGKKvdlDoA5kAp8DYmvwmbtQ6YiKGKseX1LME8VZOT1q11cv9TEjbaKGy0VoLhGXF2QYE1BvcjRuaTI52gZJRitEqyYgk1VQWJuXXOwdd1BYUQozAiLWYHpSMHgWMHRw1SWIL6PAkQ0lnLjTSR8nSY9BWqSiJs7W2tIV5pgnF/+bB/Pv9yGW4nhVCJJkDMlxiEBD4B8hp6eRzg5jxHaOUKKM0Tf0gCoa5KOySM+O9hjxAEu0UKx7OncOu+/rJ7g28dnayZdmbFfwD9XEIx43amC2BWXL2VjEZsKEGXf7jhod21cu+Ti+iUXl3oOthoWWraC9WSKYDrB3YMCd/c5Qy1QaUHwuQ8e+tg/WEMxTKg6TQ4KAuLQPA1Xbljo7xgYHoey/EUuQgZNdpVKhhsdG39y8wb+5OZz+OWTA1lPizVGXoY5f3ZSYTIF12wH12wb9a067EstTMwc/3hyhPfPzpEEiiz/AFg9BpJF6Rpm52s9zVFPcmw3TOy0bLy6U8GXrzWw0zDwq5Mh3jkdwdmy4GzZMBsutIoLP1fx/t0R3rszwlrLEag5Gn0Tu1eZQFLx+P0Yx/cT1OqFLNZXkGRCPF8Ql4QcmsyKNe2s0gwvxjYOCnh4p3mBvZCS3E5zScQ5NRpfDKk14Z5iOfGxmq6hWhmcFlBjIrpHRKeFJNZk8c9z309EomU7cvhNigWSYo4k475EF0oQKSW8MXD/nwU5TLUKU6mJCB2sS6xap2eh3bOkboXpkygOEIRLIddQpMqjQkg5o+MUWrWA1S3EKOraliBwLY9d1TTycRjGAYaLVrMhQ6+z05EsJiS4iAis1nW4Hj/XqiAOmVqbjmKsJtw/cu/C7qPSuMK+X8tmzUYqKQPitJi0462uu2Wh2zfltY7nPMNoKFwO2YDpYoXZfCXd4Fir0vplcejK+pyaJosDLhoQTdWAq9uyPzw+CjAcEr+ryZIOMbn3AGmhIslplCi7p+XF4ntoEMWqwa2wlseVNV8tZbHHiSkLDn05zJWh66rsaq81DPT3HDEHnD3hvSSSz04WMMVC0w5NgzlyJ0Xu0GpQ+l7FYEzznRg5mARUkQcJinWKr7zcxldeaqNiUfRaYO4HuHeWyVrNVVnE7+dGDsXMJEHIoRv37Os5YDUUOF3uZ8oBcx4XiOZAtGCARBNzB4VulaZBVqDQOCCOff5++cjLmYOzLp2+RBocKawwjV1xpB+SIjB/PwW/w8MFDg+Xktxhfx/PGBdOdUFnxqWzn/hXnhVms0j2zxR/uWQPRtRpSAMFyRiK9JCqRYrJYYLJQYJqS8Pu8zTf2ChSD0lg4fRoitPDKVqXTGzf9OC1uQcjNSNBzWugXmnK8z6YRlisY0wpTqUpLKiwoWL4OMLocQSvo2HrJRP1babZWbFSYHGiYHFCkpGGKGQlgIHqtgm3pyNRl7I4xuNnMpwBi/Mc/qRAd09H7xJT3TSY0tNpCko3DXVMp2tZsRojUSgCEafM68lCu9ZDq94VEYldhYtpgMnpGsvZGmkcSnpAiy0xdUeFhkBR5fzNgSeF+ctXe7h0tY9my0CtzjTsEsPBKSaTmXRDR4GN7o4ji51+NNMScazaCTQ7kbQkF420WUwEtg4jNwS3NjoNZNl1BZVu+flh6omErDhg8jUUghRfI35uKJSQ+MU+aI897CSg8FkqKFhH9i0FAuTsD+QchWZ6pqg0Joh4liv71JkkIqqPBoI1xVyeD3nc4rGOwjavRd4LmBqTXmKKrBrWfnmOXQxjLEaxfA/NbUcS6jyLD56uUe3QNMc/zz9TpoOzoJD0uVAjqjqySEUaqHLeDOc6wgWFNArAM5m79K8Q11qIELGaU9AmrtpCraGj2tQEL8ruZKYiDcOR5baWcNpLQdvTxEv8No0Kpu4iYz9qvsJyGWI2j+R16u9WJPXOBHsQUzApe+SYyFtOacAAqt0M1R6fkS1s1VuYHuU4urfG4DiSxLrLJHhHRb2jYDkLcXa4kvtv51ITre36psKMe8wZdGssBjU1qSNbe3h0e4HHH8zBc7DXhLyWrB9wWIxLHJ1qoNlVpeYoJC1itMb4NMRgv8D5fo7LNzuy2N+cxSt5Lp48Yq0KaxLKYR5NcezmVInp5LPYKKSzPqAxj+cuNhZVHdT7TXiN6rP+RxI62I0bkH6x8LFes9qK1DwmNzVBcDMlFkcU9LifK6DyIcDCRS2FW7XhNTxU6w46HRu1uoXhNMOA+954CT+dw3Jj9NpMceY4OVrh+NDHlefquHKjLu8hMbGCsCZyOV+jUrElDc/5lgjbsYbYbyJZN0RMiYni10Ko5kpEYpPY2ELD/sMZnj6cYYt7txfrqLZTZOoYabFEtM5l9Zpd9JtdhDMT0xPuY3McDUJZHVIHujbqnRy1VizpYqbseM9mamrB/SmfPmopOAiSlkhm9kALPaDsQiWVj+Yqx3bQ7XRkHR4d4+jwGLZlC7qTHY46SUWmjuk4x3ScYTnXsZobiBhT11eAznuWhyxyZb5JJC5rD2QvIMbOHI5bCAGl0XagmytE2TGCaIT5mP3BBULOpNQcnX4bO7tbkhyTTkKasynaEdzBfYQQu1hbwUBKIiEGnXQEEgGiXAzUX3zRxmefM1DNI1TzEP4oxPwsxJ2jFX5ysMCHQ18CFpxhMbzA+4BUczXKygomybmCUME6JPmNeycGZxQYDAggwXLB/mHSMEic4Hyh7BS2PO4rFHiVzTCfn0MGSbgJyGhgCLFaRuh1XfS6nsxEaV5ZTBMcPEmw/yQR8ZdLp+nOICaZ1D8bbtXEeLjGaLDGVreKK3sNXGpV8HyjgisVC8FkiGAygmm4sJ06zESHNk+QLGOcRmuchWvMPReLiocTP8TxbIHhfAUjzKFHOd784ja+86UdEdiPT1Z4cpLgo0Mdj8cK+lcm6F2e4tYu8PK2ir2qhS3TQwMOju8vcXx/hbuDFB8ymctE354Npc7PCWsUiZum+JrJNW/V+POpyBIdeazB5fXJUJAoCzoubdfxzS/t4QuvdrEYHGFxfiRnrKPzDCfzHPtL4HAJjAMTk4CpexvJ0oaReKgodRFICwlM8NpgjR6JJDQOkXbDfb0HVfFgSALRLCuL5r5UpxAjTgqGJK81E5meSB84bWsyZ6ZoYyhlKIGZ4IJzXwtVxxU6zny1kLUIxliGE1y7puPzr1fxwlUb12oKrtdVBNGZrDhfIxFsKJOkPDPqaLommo4JncaN1IeWJ7JH4WdcN1swrDaUuDSsUlSFzRlXgYKD3PUch0+Bw33g9omDd84q2F94CFFHVNRR0KSkG5t+8xVMJ0SvnaBVzxD4Jta+CX9lwV9y72ZCUbgMCcbwHspziSRfRdrjyacMx/B/gmJPChhWBKe6huWEMJwAhr1G5BsI1waSsIYsagA5jawkizB/NESYMI21gGosoWkeDGULurr1LF1HLTET0Zl7zY1mInvYFBapjHwvWJlHc3VKitEEy/kEYThFFM4QByskwRqWpqHT7UgnLQVhf7WUvTD/KWfc5byQGsTSp9GHwxlulPm+63Lvvpgv5gxCkbRqaHJvoKbEGj3em4TczD21CGh8LpV1KAlnikppgSyxxyRUUvNhGpn7OJ4BkrKuRMJypUBIwbckoxAvXs6OyhMVB9il0Coy1TMB7xMU9KerhT8doC2FzxKVXAqipXhY4rfLryck24vO342wyO/7QpgU46eIj7wfl0YInnH4ffBa50vX67fQ7zclGMFqT38ZIPBjEYF5/dF8LKQRfo5VpqJJYKVexqqg8rP2LMH6m/jnTXq7FHI/QT9/OgFcJpJLwf2Z5i/C6gamzV8uzLCbSYu88o4HzfFEAG5v78KttpAl7JV2YeQhjCKCRlIkRZ2CJIjSlO05DlzH+aS1WignLDa2MF3GmPKZkfNPGshpELjoXd78LOV7WKa6y8/PRevvp16HzWtyEVCXT4MkcC/6rMtKkXL9/5VLX+i8F33QnyCgP0kLlyb4i9f/0xhwGh5KEXlDFLlIorOKETb03IAeTWFEU3zx5QZ++40eOlUF/mSG6SzEk0UVTxcVvPyZm7JYZ7GYDzFfTjEYTTEYz6Qmi4ZRr95ArddBq93AdrOCumXgw/fv4/b79/H0aIaD0yUW0QK57sOwfbzYcvBS28H7dx/hp7+6g5PBBIrGsIgIbyW7vUQV5ILH5cGMfWGUtBmbjinercumbnH38LWhqMb/tOkBEGFCotBM45XJSj4UKKawL6peYyk75IFPwTKiAOwnmx4BvstkZ5UJYFgJCouHCvbcmCIU5j5vaHSlAW5DEaxd57IuKFVujOgYW3EzRtTvMkW8TOF0gMqOImIT3BKTu7hbYHE3h8ehI7vjehxicBBjY6/vYq/v4aPxHB+NFjjdjzF5lGNxxoOYhSQh+jeAVQtkAEtKNR88emBAjw2gzuRHhgpTSZ6C1C8wOcwFW1nIB5yujljeXDpeObw0LW4EdUkD/NZXOnjjK208fRjirR+N8eTRCtVmJk68yRCYDAt4PV0QybpjIo849DGwmKyxHNMxVSIQ2cnKwwFfT6IdmYxx2wG89ho713RcuekINvHeexHuvh+WSctMgWsTZUVnryIdmEQJc69MBGXJBlfR2nNx6eUa+s95OHgwxcGDCUKmqYnD7Zrov1ZBfddCPI0RT0pheL5fdpCl7M/hWyxfis5iIWNIJ6Ru6/C6Gno3NDS2FRzfiWQRkVtp2yIAEwVIUZ04yGSa4eoLGl54XcOlmzZ6e1Vx6I4OFhgfzHH3QYx7DyOEKR2xpUmAKQebzmnXkkVMELtV+OBYzEMsZrEg9OZDuhVNKDkxuHSKhkiDUHrZLA6OnqXfN0kBSRWrMBy69At0toCr123cfN7FHrHefQ1bfXZprPlBRhaZSAMPy5Eq/cZnTyk4AMuJgkf7oYjX54sMAVQEfIjUFei1siuRfY05hXN2VMl5j6g6eso06AoFYDL7E3mwQjBkZIiWyN+LGmC5jXHjlrGvt0xzyL6Ln4MLLDkPLC7d9Aos14blONIXzFQDh1rEbhEPzIBQGnJIqMLIVWz3XHzn+5fx5g8u4XQ9xpk/xu135/jVWyscf5TAWpmwYhPujg5nW0fqxojMSDAz4WGO6Kx0J7GTVh5Em6d02cfOa73EF5ouuz1z5FqZe+D/V9UcVDQX1+w1rjoBXv9aA1/+/g7cywbefnCOd+6P8Ov3Urz7XiYJYz1RypoNEsdSCkkm3AYxqhQD2K2VSFF7kgaSKuHSEgr5BtysgJdnuNzV8d0/6OK7f9DBj/72HH/1t+dYBlV4jT2s1yY+vj3A4wdjFDrTypzglFh89gE2dlzU+o4cDPn5nI/XmJytsB4nYmDJ1woMDkoU9nQlSDkcknurAsVSSjS3W8CzbXiWg2idYjUNEK54oZT7oc0eRg6tdGNxWMUOR76eIrIQ/2gQ6cj/jwIw+0dYbioMV2gc6ufseEqk+7BjZ/jBKxZ+8LKF2mtvov7am4C1QhLexkcf3sP/8edP8aO/PsHNlyt44aUKXrmS49W9DFvNGrzqczDtXRxNH+F48hC5FUP1Cjx6kuAnb4XiEP83//oq/s2/voI/+x/38Wf/0z6e28nxg287+OaXXIS5hSC3UbhbgLuF994+w9/9hzsgp+5f/fEOvvedbSRhH2nQw5//9QP8z3/xHu48GMHge6Wr+NznG3j9cw0MzyM8fbTGlSs9/PMfvIa9Ky387//bO7Kuv2Lj2ssOKgyZ5Cmqnopbn2vhhdebONwPJOnKLXejYmBynuKt/zTFu2/7uPVGDy98oYdlEGIwXmE6CTA597GYhPAcAxVHl00v0xxWNUdrD/BaRNdyMGILwodCO7szHc2Ekmg4P4plkMWOZi6vRgw+jTrSlASF5o25jnRu4GuvN/Cdr7bQ6AGPojEOgzmyhY58YcCeZvBmCYJVgvMgwcBPcT7WMJho+O/+h2/hT//7byExBrh//Gu8d+8j/OynK/zspz5arYYkWoMoxnC6xGIRIPMz2LqOH/7Ji/jhv7qFjz46wt//5B4efjzD6EjDbKjC7QBul0aREh0mBq9nnRqbfrCNAMTNPIcuHL6mTKQxMeXy+jag0xXtqVA4KIor0m8ZCtJoApNDFK+8bjSbqfgCq2kBfwLYtQq8dl3SoeyYM4wE6zU32TGypY50oeMbX+njD35/G1/6QhPnRzOcH8/wV381wo9+NBZUs8WBg6CcSmTO9isatl7R0LQV1DUFTU/H9raDXttBEXkoIhe/+K8j/OTvTrB/uAb1lYKo4LYi9RREklKoiEMNwdJA6huwUw02ezn1CLEeQbEKoS20OxXcem4Xt65t4VZPxQs9FdPjMY4eDTDhsz7IEebAledsXLlhY//Mx93HC8GBrSM+S0288FoVN1+roreTy+LzOyRSbFTg3t0AH98JsP8gxP79EItFgShmApbY1wJ2pRDjF/HLRmbCzG3s7TTx1W9ew2ff2MFiOcF8OcG7vxjg539/Lg7V527aMoCnCH60HyP0MgRejpzPee4d2PfLIfOahyumF+h25jAuheVmqPcK1Hs0RWjwGuoGF5cj8oHVRIM/oWlAk340Tbpby8oFhX3BlobLVxxcuuLihetVvHCjCo9vGtHVyxTL0Rir0QT/eD/ALx+sYdVNXH2+IsOp8/MVhqMAWU5cron5lH3fqeCMLl3TsLXLvxMiOE4GCYanfO4xmVHguZ6LH15/Dn907Xk8Pj7Co6MjPM7XOLJzHCgpBrMEw1mM3UTFXqLixRd38OrXrsPYdvCrwTHeH55hMIkxHCeYPgXmjxRkK1K42fNK71YuJkVPyeEhxxu7dfzxZ/bwUreKv7lzgv985xhddV/6AAAgAElEQVTungZ3T0Vjp4p6t051ALcfjHH7/hjzLMUsTVFtm9jac+XQ/vR2guOHCSou053sAlYl3cZZzipIsVxnSEngWG7ELx2SfqlW2K3lCJVmtU4RBwli4oNpGOWwleIa+z6ZPpmssJgspRpD5x6rpqLR0lBvUjh15OtRIODX4t5dl4MvhzGRdFwulhmms0xc56oRQyOeMddhsT8sq0LNq5Lsmoxmkpa79lxdFsXbLKd5cYXZbIIopGuWOyMN0/MCs/MCeqOA0we8pgnP5cDaQl6wM5BIS1ZQsEu8gr3dPmrVCs5Oy27owM+w9ss0J5PLFICZxKtUmP5hB3CMxTCDP2ZahgIwDbQaqkx/NTTBupGpzzTlcsUaGmB718b2roNwFmN5zsG4gepuHXrdkuqU0XSJdKogmQB8NHO4Y9u8n+jSyc5epSiJYbK1kljQUMXZ+Vp6MvmMYKcxD/yyn6JljwI5Fw12vEFlFAXYFcwBrY5K3UStwwRWDaPJDKPpHOtFgnjJ60xFlUn+honZNMJ0GqLW1LFzhWhRTSpWFgNSSwr4gxx6RtFaK3HbFNe9TSUJk7XEaJsUgDcOe25GWFYZ5Pjqqx189ZUuHLlnzzBZrnH3JMXd0xTBUkG4VJBzU0P9xSzEdc7hOhO0wUKBLQIwBR0O3olUzkT8ZS0LhTLLMSUhp1kZFFZfEB0nnXeFkJqeCcA0vfMjucFV89dGw0O300ClQn5viRh/9HiKx4+mIja4FVVSSnJGVvg68+syRaWLAMwUJwXgJMvQu2Shf8mUYSXPy0nMvQBFRV57MZIFaTgpVsMM7W0TV16mocnE5FjD5AzwV4Fgz9uXbGzdqKDSyaFZgQwxO60m2s0mJicJzh4HIgBHZopMy6HGCtRYxfhJhMnjEPUdHZdfd1DfoUGNw6YYowe5rCKzYbkV2HUXXs+C3dbhJyP46UgEYIsdXfyelzryUEdvh6IdU2q5UAAQm9CzqgjA5+dTnA2m0FsK9BYF0/J1cmmO2dnB1e1dTKZzTGZznBzMcfB4geUkhKWXn3tHdQTz6DM1lmaSjGTShtfhC69cws1XL0snt2dxHz3B4/tPcLw/QLhSEaxUNIhR7VlYrDIcn4RY+gnsGlcqZg3uwSWFm2jSSe7QeJnpOD1YyTKJa2da3930iakU6yOkIck8JTad8xJJtfI6bpTXCgfp88VaULBMbhtE2uf+ZtFIQ5oHjRAkG/FcxlqGTAaoNCsTIU9RN6Iwk3AfXvbqsl+XoqH0HVsaXJr1TUMQseyyHByEGB6EcGoaWrum4F3nRzFmRxGcpgK3yZR8iYBGyhqcDdnBVQAaoynY6p68r/NhjsWY9/wFonCBVl9B7xKxtjkG5xSAKWi5ghmmAMwe6cUsxPBsjdk4ge0Q8++h0vVlkQpNkpOhujAU9ot7yPIZ0nwm5Bfu1WiQ7e/U0OpUNsnfBGHMOUIkxrzZgAJXgQYTn7ukpNRQ12oYPo1xeM/HdJRg99Uqdl+tQSciWM+kf/fgXijzkKsvt7BzoyYpKElCEc1ZnYu5KwuqiOYOHn2wxKP3FzAqOSpdPsd4HVuyLNeE7Znys9ZbuiBZzw7XOD8I4Q9z+MMCV251cfVWF1kaYDocYXq+xOSE4jzgWlU4FvskS7oVqXa2V0C3csynPmYTv+yZ43VWtVHbaqDSqkLXbFlMbXPGE8q+NpS6giQlHptJM35vBhQWV5Mzk+hQwhwKTe7REmG0lM8FiS6s57h8tYH+ThXThYLJQsUimmMZTaAboYghhp7iZBDgZBBid6+Onb0aLJN7uJLWl+dM1s5LJLlN5Df3/OyOpWG6gmhdgWG4YgLQ9BC67ovQEPsmgqWO85MVzk99bF02cfVFG24jRFyMEecLuSdz/9Vt9GUFY94DCyFdDKYBhtMAu1dq2LtSQ4Xfq72GZtCszyQPu7EDrJahDNYd9vUaTOlxuJ/D93kPXWO9YE82P/9lloXXUa/bljTOaDTCaDwSsbparaFWq8nXcTwHRwcRjvdjrBYGktiRIEBuzJHrK+SpjTyjYSdDkXCWqaLWYB8498kmGm1ScTRUqyqSbIbZ7ACT6UBmfFwKDSlVoLfVx/bOLrqdfjl12qTyhMIhKboLkYVGJr4XZad6mTw20K2peO1KgRd3ClTyApWswGqwxvRshbsnPn524uOjMdOMpZjMMxjJTKRZkILjVfmzMUTBHuhEzF98Lat8DWwNhpaK0LSacfbAZzawJtlPVWHXdEm3MmRhu+z8LcoZZW7AYE9qRsPKWla366LbceVnTMIEq1mGo/0cx/u5pJO5ZMhOahLrQ9oW3KqBk3Mfx4MVru408dKNHi63KkLm6esqZtMh5pMhVHa9W1Vk7OA9mGI5WWJUUzCsAna7DbvVwWDh4+hsjJOzGaJpgXha4He/vifLMRTMJyucnIf46CjDk2GMzrUlOlcXeLmv4TN9E5c9G32timrq4N67Y9x9d4I7ixx3QgWrhgHvmg29pYu5fzmgYbZMnjPMZFVplFWQrA2kax2unsLRE9QrGlp1A9d2q3jjtT5eutHA5OwY49MTHJzF2D/LcTIHDtcqTlgzFGiYhZoYpZXQhFdU0NRrcDUXicKgBM0hrEIgEp73axo5qmW3rcbe3DLcwetlNluJeSL0VcQBz1wmNNUoK+q00lBBwxwXq0O4l6Ixir/HM2w0aPpRVYz8mSzoZd/v6696+PbX+3jluotW4qOZ+DiensjyswAJr01Th2NXpdasZmqo0kCcraAnc1jsj9ZobKdptAPD6SBjIt4vQ2CwKPxESEZjpOMxbn/s4MP7Lt4d1/Erv4GzlIKJg5pFG1yZxE21ELGxgu4G6DQT1KuZXNOrpYEosBCHDtKU3aYb9LKMfblvo3BZhrhKNLEiISmusraB5rIVqu0FnEoAzeCeJcdiyjOSiSyqQ8mbpfi+qZZZrQ+xDA7lHkaSnKHXoCt96AoFYHKJVblWuXgCLhPATHSU9RCkMtK0aGqK1GbxDVr77IhfYDEfYLEYIF4vkYW+1Axtb29JL+1yNsViPt0kdlkJQwoAkdomJvNyX8Z7jsy+RQDm38k9HPffnMtHyJJIaJCObcivFyG3sk918+do9sxLAVhSwAqtsZnQKfjMp7mEJhaWrRBRTWOVvK+cBVMg1viefSIAi0bFusqNAMz7+kWS9SK9eSEiSlHpxTz5N/DJFAYp7gqZjIEoSXiW4u4nYmqZQi1TpRtB+yKVKoJz+R5cdADz95IsKgJwXJpMO906Ot2aCNtM2NPsxWd4FLAOjQhxpn/LBDB/Fj7TExqt2A0fbsTpDcL4n/YBf5JUvZAnflMEfhZllXTqhpbM/8iBCtezftULzjRNQazKYW1rHUa1hmqri2a3B8ttIEocRKkDFzlc8lgyH0q6QJGy8zoUY1vNraDqVWCT0KPqiJIM83WMWZBgldnwc1tMLvK+bsTfC/Ve3vbNz/rpJPPFW3ch8n5akBUbhrwX//QNLkX6DQXznyDAy9/37PeXDPBPzSs//bXK9Pkn/2yE6U2orvyy/Hqca23S1GK59aRWYXj6GIOTR/hnv9XD9377Kl675KGr0nUf45cPQvzyQYCXPv+yrEa3JjMEiujDsxkG57NnBhOv0UC934PruULqy1ZL/OKXH+Af//EDDGYZZoGOwiAVORcz3BZ89JUV7nz8GG/ffoDz8aykKZSuhvJDXmbBuAEt3YPE0fACJcIsY3+fJPJKfIcs/js3DaaGnDwP4YaXN0RBZpl0LpqwasRN0FnPjXUuruRsXbohxBVi5IBR8uFLNZjpD6bdEnGKcXjosFvR1QQlyD6VVscq3fQZVfJEUlarJYfNJarEcOmmzGE1AatdCIqJAh0FMn1qy+IAQLVyuExz5EBT0/Cc5+L5iodZx8C8Y+JkvsL+ITuD1ti/B5w8YRI+gbbBO1ME5o3gojzbIB6o5qEIOSj3kawoRhPZwldmU4C+KZZyvBTVOntrVdx6tY4XX2vAJdKwYmB0nmP/YYbjgxCDwQrj8XrzsSugUwykoK2Xh0FuWonE5KIoqBKxTCQwk1ZEqyW6oHjcdigi8NYVFXvPmXCrGs6Pc1kg8jfVkfqKYIZjduWmIeIskgQA06Fu3ZR+n2rfgNdXYbcUnN2LcXaPCBh2M2Wo9A00blRgNUzMnwaYPQ2QTIGEQyyKTWaGnJOsUgEWSLySFDA9DXbTkAN2bUuVDqezBxHO70ciyDW26bhV4M9TrOcZTGKRlAIvfbaKz3ypLg7fdURcZ4STBxFOH0QYrTKMVkQYa3B4WHMoBhSypIMZRolAYE9BxkU3KzELCtYL4utYMGLIQIgPc7qr2DPD5B+HDhWPqSgdnaaBbttAv+eg37PhVXJ41Ry1hoJai9cSh290wyQ4O0hxyj7isSJJhvWcyYUEwYK4LiD0FUzmKYb8b3zIuibgmSIkFCZTyUSaxNKfe9HZy4RsSeZQBaXHh6UcRHhtOyoUWxWUX8EPhkT3y1StwgMk0+G86rmZkTEpH67c0NCkkApakym7snybIiSFgvK6I66LK1kTEQo0qw56HQ9Xr1fw2X/GVcWDJ2M8eDLBw9shHr2bYvw0F31RK1TULhuoXTEkzcFEW7TKEJ8liEdEV0vZb4nhuEAtcENBPFCqCQbpIp3Mfm5FnKEKDHbXpCb2jAi7ZowvfK2H3/7+NfRumngwOcTdkxP8+McpfvwWMdMq9JxderxeMjmcEO3NtDNTGExlMQHqmjFcL0Nt20Btx4BnunCZEGKxu5ejU8/Q6hA7Bbz11gpv/dgHtBp2L28jzwzce2+Ax/coAKtyU2bSlp4W9jQRlUtcepkOpHklwuIsQrTIkIclmVDuWWzqFJcvI70XCWCaAgr+VbA0U1bkZ9KNHdMsw2SBuAQ3mydx+PJBzzlXWXgnwiJTH1bZ6cfPATFS/KxzE8YNvcWEFtHi0rUWoWVk+MOXa/jDl6qofe4bqL/+DXF3nj15Bx++/zH++m/P8Yt3Rrh8y8TlFwzcum7jpesWbM3G2YmNwRlRiFMk6QRXrlt4/qUKln6Gd9+dY77I8b3fv4TvffcS/uzfHuLP/u0Rbu2q+OM3q/j2V1ysixw+0R5GB4XZwfHRGPfvPYFeFPj651/GZ164jv17IxzcG+E/vTPGv//lGPujNRyTTjS6qS20+yZaFQct18HeXgPP3+pLwvTf/cU9/MVffIwrNw1cecFEvVHAMjM4HLhXXFk0MdWrFQRM9w5m2H+8xO13Qzx9nOL1r2/LOh0t8fDxBKMx++FIucikR5dQC88EqlYBuwHo/QJqjfdwE1lClDMPvYlcGxRYiTxeToDFtIDDaoOKgu42sfpVSSkcPBzh/HCG7aaD7YaLz77awW+93pX6gXceH+KDp6cIhyrCgYYdW8OVii5l3+fTACuixVo11FtVfPlbr+HL33wNw/UAtx/dxa8+fID3fhXhvXcjwTHzsM+k2ZpiQ0xkaA7b0PHmdy/jzd+/jIcPxvjlz49w8GSJ2QBYzQC3o8DtsD++xB3TBb/xF5YDdhrHZJDBfedGAKZAEZYCsCeYOkf6wpKcwxwFjk4nrIXFxMd8vIJXY6qDJIACUR4jTImaZioLaHQq6G7VxfjD9FDM5Mg4xXqS4voNE9duWHjj80381utt7HRd/MPfDPAP/3mAB48jWUyeupVckl98XHNgeetLLl78soOaYcHNLDGlMRG9ootxpGE61nB45OPpwVJwaBQ5aKIjtpzpRqIdc/ZxhuwJZbpGg05yQ6aifU1F+6paDoaqFhwK3oKh5D2qEAMWu9Ka7UyS4kxqGQoHKjm0IsOHj0K8cy/E2ZipWd4L6ew1JRX54ou6rC47HJkiN4Gz8RpnkwDHxymOOdB4mOPRxxnGwxJ1Srw/0yJaVuDKbg03rjZw9WoTL7zUx85eA+/+6hC/eucQBwdLccbrRo6dSzoqFQ2DI0jfG9oZCi7eYzbVAmI6YgKR99eIW+nS6cvXmWkTqxKLYMZnJ59IPEhLP3CglK9bQpw6e+lcbG1V0KrxIG+hahr098mKlwGiZSjJo2CtYL3OhaDCruzYyhFbGeqkmGxXRHQcjyKMBjHOT3Ocn+QycJd+ZpNdcnyGK2iy87DtIGDPGTsI41gQbVumge/ubOO729sYnE8wPJvgzirGR1GBj9McSy3BSktgTwBrWqDTqGL7UhtbV2roXbdR3dHwcHSCR6NTPLmd4cmvFcRLFa22jnZbl07aRtOBkUdQowAvVR18Z28LzztV/PrRHL9+OMepvsKJtoLboYmxInvuw8EcB8MZFlmOZZ4LUrnRZoejhgPu2Z7EcF1+lrIS2dkwpU82iFPpX2aKlYtJPqJGO50mdnZ20Wi0RLT1g0QoCDwfrIIl5v4UQRTIc5mLwryI8yVEV5JqfE9pYLlAdRV0QfEzTPOfaUA3KMCXqeD5MpYUGPf4hs3BEitbVGQLpnpKDBtNaP46kP0K8dJbO+xGLAcIy7mP4WAKf8l+Oh7aSrQjBWzWxTh17o8ySQCRQsQu4DRKxAxHIDm7CHcvVdBs2ZueUQ5RSpd2EBQImJAugFpdQb2mYDnPpeJkMS6wGJY9osR4MsXmViGmVctmgpaGzEwEjTBOsHvZlkWRdT6KxKxJ84ZmW9CIUTMN6f3LKOqEEWKWA+YU701UuE+RYS8d9iWmiwn5KFQR08xBJJwg2FLpIGOXE49wXDTd8OrjvTxlDx2RjEaJq21ue2huV5Dmmz0xSQ008RCnLO9ZhsUywWKZolIz0NtmesyGxg7TWMPx3SWO7q4AkpEo2Fu5UJhApLM4g2lQoUBOI9tGnGYH+bxAMivwtdfr+PpnG3BsGgRWmCwj3DnKZYULCr25GEZ5ZtBZDSA9WTwHqZKitWsqnAZpJhmyJC7v/z6kooSfAw7FDQsw3RSGVQ55uHh2jEgoECWvdKlysMc70cXr7HnsuHRR8SwxLfFce3a2xOnZUoRfVoVQ1C7xY/yz5dcW9LRZ0nMWCybBN0jnbVWMgHT8BwHF4VSQrdmiXDHTb0GB9paBy8878jw+fZBjuJ/Lvp6VRLVtHY09HW6Dvelr2HaIZsOTNTjKcEjiFSlIaiKiKU2fNPSFoxTRMEWjb2Dnlg2vp8KPQ6ziENN7wOQejVo6zJoJs27DatjQayYSZYZEnQpem+ZJR3NRNWtosGexk6PZZoJthdHJUobZttJEHlk4Ph3h+HSM5nMWGjdsVBtErXJfqEPncy5SMWRlzzDAfJmIQMtOXTnP8rrYcCNIvVGrCmrs9+3U0OnVJQlGcdwfh1hSdDxfYTpYCJ650bbR7FiIWY1TZJjOM4xGuaRK3WYqiwIwP0sUtLKQVSe6CMB6pkv6d3i6hlktu5JZHSQZAaGgldfYRf0VU8GspuAQz3RoPC6epVjYn6ZpjgzUoDFWz2uSn4UyIUOkI69LW1VklQMkGgPKJF9ZkWUJsplmAyaEkyxAnK5lqCwJfteAZTrSp37wYInD+0sxSRDvzfN+vipkUT/UnNL4z4En04ThnMjtHDkDwRbQqtfQbTagZiZm55l0RmdpJAKjV49RbZfJ5tEgkUQuCRFMFNPkU28ZUgc1GcVCzWAAgGh9s7qGUfOhMPVDL2xCcxW7TU1YNjHqTMen0qtIokRvq4FGu4LRiKYWiubyYSiHuPJ6qDBFZNKQrRSkKwXLYYL5MJa09OWXGrj0UgOTgY/pwMd6xiQzhUgbvas6mtsKQn8lq9FO0d0upDs+WNhYjU08/siXZVcL1Pv8jMgWWmZjnS0T7S1TZmWOq2M6BAbHBSZnvMZoHlXQ7rGH28VqtsLZ0zGm5yuEq3L/Z5subMsRLC7FNRoE7WrZBcoZVix4ViKrmZbX4NTZjcvXsY6KVxezr1QtxHxfmDaLsV4vBXWsO7oY6qWzUq3AgCNmBlIZ1uEKQcDOV9bbKLLXuLRny/xi6ZtY+TTZhggKJop9GPoKhbLGNEwxDRO0mnU0m3VYulviyzk+yiZI0rE8Q/i5ZD82TdrhGhidp1KjUm96qDddMdBbRnneP2fA4iSD7TZhey1UuwFq/QU0Z4EYM8TZ+pnBvFXroF3rIpjqmJ5lYkpIaBrNVXS3bXS3eG0liOK1VLgtFmv4PoVfpvCYaKUBw4Hj2NKFzKTjbDbGdD7GdBhhOkgk7UjBWVO49yIGuiI1UMSmyrXNZwf3/xVPqiv2H6c4eJLCXzH9b8u5IVFGSNU5LMuDbXnwHFue1zSa8TlZq/HPAx7vYxoV5xDL1QTDwTGGgzHGg0JWfdtBbcdBs9NCvd5GtdKQz0opTJRDZhoE+HyXZB6pgkX5zCQOnGl83gd22gY+/7yGz1zRUIeFWmFjdDTB6dMh7p76eHuU4f5i088JXereKMBKzVuD5AoNQRAjDGKsl+XziUSLStWGQ+Mf8bZFCn8aYz1hAph7EF3mHVaDtBKaa4g3TWAohQDpWLtVpJZUR4QhUeKxJN5kRke8MxNwuokiIurcRKOiy6JxiXRHVunxDMTB5NP5HE9nM/TbdVzb7qBpmzDiEHoSYRH6WEY+2vUuttrbWM4i3Lm7j/3zIbItDXlfw169K4so1rPhFCdnU4zHCUbjBJ9/vY/Pv76FTtWEnRdYLmJ8fLTE/miF2t4a1b01Xu0b+FzPwp5poxG6MFcWbn80xQd3Zri7VnA30TEnBWoLIuinswTJLJXPmEaSnZNDczJoVg52ZnPuyFlLHqe4uuPhM7cauHnVwy6x+3V2pJ9jPDjH8TkT8MDZXMHJSsHAV1CQLmFo6Fbr2Ko10dSr8FIXiAycrCJJOdNowtm8AnZHe8hz4uxdMTBIXQkreCK+j5Hcg/gekbr0LAXJPdEGISuiScG0Lt8PbpuITNFRxAmy5RpFHECpFlCrBV6+qePlm6wNynCpE6NuRQjnc0TzBRYhE2tLFBRISf1yLHhmBbbuClY/T2Kps/DsAlVTh6dZshTVgaI40p2L1BHEbBFOEcyXePIwwdNHKT6cNPHRpInj2ME4NxAUJizVgsXOYEWFoWjINgKw5oSo1XJ4LjHsGlYLHZkYORwUxO5vHvQkK0gHL2kCCk2E5XxYem05n8y4109l2ZUZrNoQhhWKEMS1YlXVzEaWulALpq9JF+U1HMEPDrEKj8SEQpFeV0mpqEHJ2QFcsq9EuNmIwRRyuFl4ll4lRYXzO45Q+X/xTrHBQ6dJAK7QZ03cBFkSSFrYovgM/hkSEQKsfV+StrbHGh7SgLgnC6SD3nEqMhcseO7g3odho5x7tRWiwJcggwAUVdYElvuUjSZW0gqEWPBJFV5GQpFKsyppTCUCPhXDSSrnMq4Sv7sR5jYipaQt2dnKs4+oRqXCwvPgpxOvnzCDLzDTn/y6qRwu9byLxCyFwnJDtkkAb/7uZ6rfP+2MfaYlyvdXnmc+GbpuKvdoGef5Sc6MDqp1nitJ0irr0WgS5TO8zI6zOohnYs7iWRtQGnxo0mMF2oXY+d/++ikB+OJ7vQj2bhLRkuy+6CXeaLzyqlEMpIovaNYyxS4palaruBVZTq0Bp9aE5VVhuR40w0Gae0gKF1aWwSZJCj5M0oEUEiUiCTrapgeHHeHcT4OzXwVBnGNNEqZekxUwaBWFshe+QDFf9Ebz/X0mxm8S2hc/3gXmWX6P4MDLyp4LfPWnlNrNOa/8DAltcJP0/nSiWmwcG9H/k8DKxjQgOvE/BYh/+r0vO6I/WWIokOtP2F0SegiDiaxeQ8FOW8eNvoVbOy72Ghbg5yj8HEu1gqXmwe230LnShVevASH7nYjWLmkLiaIgKhSsVj6mJ4cYHR/hwf6JrMkyw4x0QY/zIBdbfRvdYoVOscKHHz/CL27fLwXgzXdb/kzlnEYWN96uZ8vh4MKh8My9UXLERPwtX2iGxExZTC8xkUSBTDdLnE2tW5E1X7A3c4lwnrDWCUpc4ocsRipNWtDpxibPz5BDNYWGNIgER0KEV6trYueqi0vXq7h2oynDnqNHC1n7j30cPFoLgoQpR9Uq0LwGNK5BBBLV5UGs5OJXTRM9q4m+1UJMxJiVAqMI6n6I6qTAq3DxquKh8pVtVL+6jSNlhg/Pn+DXHw3wi79O8P5Py7+DK1Mz8OalewWsBuA0mQzow630MT+eYfz4DPEyll5Wbh7LWwNj90Tmqqi3U/R3E1x5Tsc3f28P3/r9PTx95EsyLWKiWK3g/CTDL/5hiA/eHaPdA1o99uqxEJreCj50EmRJiuUYZco4IFK5/BZ5kOEHnd0FaWxtBOBQkJHb10pMUxyx20BHkdpAamO0H+HkzgqLUVAK5CaHoeVQvXvFxfZzFVitArEeIMwDTO4YsrxGivpOgv+Xrjd/kuS8z/yevKuysu6q7up7TswAMxjcIEjwFCVK1Golh+SNcNgRsv+ktX/xDytvWF5rV/KuVkcoKFMHKRAkwAPEPYO5unv6mO7qrvvIrLzT8XyzGqBkG4w3SA5mprursjLf9/s8z+dx1gwUOw4y3cDpxzN0P56JIGckFlI9QWQF4kIX3Df7gRjpTRJ57cprlqQaLGJtzQx9dmfsBSKStbctGQwOT0LpiWWnbr0JvPrGKr78jQ05FN67+xT37w7w5FPg4C6LNgGFnVAlE+WSLYdjp5KI6L7w2A2jYTJOMBpwA0qxMxURm92M0guz0IDFMq7MhxgNYMvUa6PFw6mJy5cs3LxWxM3rNp69WsGz16rLB2mCiCjYLMQs8HF0OsVxd4r3f6Lg/XdUHD+JBQ/LjiY63E2KcsT5EOuTh7FhViwUWzaKTVuQVewPW0w8LEZzcWle3IsusAeCS5ZriyJw3hWhsvfaNpCoC6Qqh6F88vJpxC/C7phcEOQSB7puQRdXOYcKvnQ58DMa+nl6jK8THUkUsyUZQTIr+9VmCnZ2arhxs4GbL1SwdjvG2vMx3v/pEB/8bIjj+ymGuwbmfT5Xc3xK46qF+jOqII8AACAASURBVFUTvst0lwZ/nCIceognATRLE8SxiL9EcUgvuRQv5AdCige8Z5ipDGY4AKDBI52rSF0VK2qMFS3BV97cxHd//1lcvmOhh8c4nB/gL/9LiL/4L6FgWJickU2KGckhT+EbYapYDFK45zHKRobtNWBjQ0Vzp4jWDntq2PNZw/qairVOIr0hD3Z7eLjbw0/egqxypYrnnl+BpWu4/9459u6OkBkFpIYFs6KKMYVdZeWmKpha1wsEt+6dx/C6qbjx83IKaQzn2FI25txEyH5PUlcKrEa+mPjXMl0O1YIT91IBTzC9mxtt+LYTtELk6nK+yf2rlfeaGxwWFDRBJpLMQDQvUzJcpUJRVurH8Gc+6kqG3322hd99roXKa6+h8vpreHp6grvvvIuP37uPjz6d4tH+DO1rQPtqhms3arhxo4mFC/zkBwN8+PMx6kWgVgC+9Y02fus3O2LKeLjXk/TsSy+t4+WXN/Bv/5cTWbc2Lfz3v8V0awmzbI4Z5szfIUVNHOKL5FS6ILebX0XDvIWffv9HePf/fgs/28/wi6c2hrGCci1EsRJiwW6hKMEbL3bw629sYn21hDBNcT708YO3nuIHb51g87KKrSua3Gt5v2C/4OBUw+BUx5tfuYyvfuUKzroj/Ozdx7j7SQ+nR8B0ouHN72ziK7+xid0nQ7z3wSl6fZab5x/mZBIjHsfYqGm43NZQaCpY1DMExGJJp5eB00Mfp4c03GQoEI2pcjhmyoCsvsLvR8fO1Rau31yTVO2Pvv8IH//sEK+/WMXrL1Rw7dkOLt3sYOyH+P7b9/Gjn+5jdgxMj4BbOzZeedaBrWU4ezpDlqR47fUOXv9SB+0ra1i5so5HJz384u4efv7RER7dT/D4PtNqgSxu0Cloyo/D9Lqp4o2vtPHGV1o42ndx94MRuk99zCaxJOXsFg1HugzUXRq+YnaIEm3JoV/eNZdf30yxUATMN2QXAnBtpQKuOA4xnzAKH6NeLcIpFiSB2TsNUGuxh6kgz6jRzMXY9YQuwXPZ2rqD7Z2KGKHYYzfqhpifpHBPUnznDwr4zT8o4vbtMrY6Zal3+Hf/9hh/9D8fIzN1ZETwOJmkCSyKTxl7TRS88Z0a3vhOFWWlDH1RxvA0xocfnOHjj/t4chBh/0mEmP0qFlFvHDgR08jnnA0lLSHwXelLi3x2skEwaxdUjdtftfH810q4vFXGZq2MbJbi4XtnePRBH/unKfZPE7z0Zhlf/24d16+b6LA/1Ehx+niK00dTvPtxjB99lOJ0uOwD5T4+pwHizTdsfPWNEp57voDNKyZWtlUsDBe+SRFYwdlIwS/fifHW90I8/CReYprJK6GAA3z5yyv41rfXcf16Dc1mWZ4Tf/YfH+BP/+Q+FkRwEkFfBeoNXhcKxqcGxl0T1nqEwgarPPJ0Hc1+TI1wLeYxfCG6mLD0klwbaTaHonio1iCLjnOFrifpB+bHKEOQhPCTAFevt3Hr+TVc2WxikwNJvQDv1MOi6+EXbx/ivbcPcXgSYOApGPkKQi1DqAHPvarLWu3klSSsEpgMEwzOE9z7YCGLfZw0D5KGkLLrtwDcvNPEjTsNQA8RpK7cB4N+gPIiwzfrFXyrUcGi78Pv+3j/LMU7feBDN0W8GiNZjTE/SGRlNBVlGm4908L/+N89h+9+dwsf9D7F+71P8P47Id5/iylGDVuXiti8bGPzehOb15pIwzmC2RjbmY6vFJu4lJRxdBTj+CjB272neLt3IsbA9U4R9aaBaTjHNHIxJ3GH21XTFIJH4Ko4fhzg/ChAsUh0dpon1ers9wGCmHhxGtRSTPpMwmqo1jRsb6/h5s2bWF/fFPHXI653+RHu9k6wf/AIZ70e3Bm721IRyeqNEtTUROyZYk6jKa5gUzCeYu5NZb/FDnQO/XSTew8TgW/K3ncy8zCecgAdSfcityizp8DsJCeSmCWa2iTAKq7patVGtVpCuaijbOuCkO0ejyWVxaqUTNGxdbUhy2EvpwVMx0RajnB8OEJAvOmUiPhM9vOkKKxvM32jo1x2ZF2chc6I3juMMJefU0GjTpMJHfDAdKhgdA5409zgyOGMVUjlPmI7RThOSTqXXd4LYg9bl9kzbUmyeDgkbYTI81RQT2vbHazvrCE1FaSWgul0gsH5OYK5h7JqocIB2PJA78U+xhG7LVkHUUPBcLCYBFiMAwQLH4EfIGCPV5oJOMYydViGhmCewuOzyc/rNohGbm0X0d4posRu57KVn/FIcggjTKdzTKcu5l4Kd5FJjUqjVUSrWcJKq4pysYi7PznDpz85E1KNmlAAzqA5CbQyzZN5KskssWuUnkISSGLpGPTOgMU58LVXbXz9tRJsO4PrBxjMItw9AO4dUKSK4U85gNYkwW2ViEnLzzki2ma6pFsE56tGiMIFosATxCf39cT7xjGF+Qx2meQBpjh0wfNeCPzsV6PQxqsuTwIQyRqJ+E/0bpnocPaEMz2pa5jOWDOzEIGXYpCcEji8imKYpi6LMALOVkIef10KJhmq7RTVdoZypYBypSiierfrYTIKkU2Rr2VworlqYPNSQcTbgw9DdB/FqKyXUVl3YK9kKLQTFBwfprFAwVqgWjFknRwCe4+B0YhJ01hMhjQGywoyBu5RaxHnawk6exguMIoWGH+qYvJp3i1n8bZXNaAUbSi2BaUwg2LNEPk5naFZruHyWgdXNjooOZGs470edj87gz9R4eirgoE+OD7HwdNzbL1awfZrFaxulNGsOTASGonP0H1whpPTGKenCSJiTCtMMJLWQYqDIMcEfVRb19Dc1rFzvY3L17axfXkDg+EI/eEQu+/38eCnPYxPWPyswymZeO4VB7deKePoZIKjkymG7Eqc0lCpwGnFcNocvlPcy7GqIbdtIaFtuQA87gcY9wKYZRV2Q5ezKbu5acaU9qtl/Q/vn0wx6Bqxmjx/+bJ4aeZ9eDQA5N19/FpcYjxOE6FjLaJU9isVy0TJYNIo7xnj3onHZJ7NCgVHFs9e1JFdb4rpfCiDYwpK5YqBZrMuqNoHnwzx8NORiKbsRiaG1dENOIYhdBIBPdIQoGYiOM6GCebjNJ8zahk21hu4tNOGqRYwktRqjoaUM0lhBr0wxcL3MeixKoPJJk3MNxR/aw1DqjNmk0zMW9WajVq9hMxwAcPLhU0+R+bEfWdYuBkaTU0WDWjcuPDc3l5toFxzcHw8wfHRWM6N7CRlOrFao6BnIoGJRLFwfjxD75hDaA6lMzGz7Nxo4NKNJh58OMCDj4bIoipqzjbKVQdO20Oh6mI+HmA27mNjy8Lla46ceUkiYt3LkwcB9u/7KFUz1FcVpGqM4TivV9q5TooI8amkuhkYnVvoneTJLnb+1ih+sTdcT9E7nOLg3gDDrifGEc6DLMuSvlYivtmxyRkcazAKZWOZ8rXghT7cgOcdpvt5f+G9dgWt1gqmozmmYyZpiUPVRQScTPqYTgdyhoWgwR0UzRqKTAGyPw4FuIu5mLb4Oa3WIzRqGTY7KlYaxL2XEfgOIi1FrEcIiWAOevDjMXx6Hi3AMiooGFUUtCpMrSw1VmF0hjA+/7xDSlOL0NUy3FmGg/0eumcjrG/R/OagVDRhGwZm/Qj33xvi+MECN1+4gxt37kArnSE2dxGp5wjhSgBB8My+gmqpjprTgD9RMD6PpfO9XHFQrpZRqatitie6dtD3cN6d4fhoiP75FKsbFlbWLdkjlCs2HKeMarUFu1RGr38s6/R4jtMDT/aC4rGKFVTKpoi1G1tlbGyXZbdDXDT3sk6lgnKlgr2HGfYf8dfpQrIQZwEWaRchBtKlWq9X0FltYK1DdHQJlUoBjmPCMEMYRgBvMcbcHaDf6+Hp8Rm6T0fonwGDM2DjmTo2b9Th1CqCSOd9hYY7QYsKNYL3h9zcxdQZjUf8VA+GPQwGPRQKNCpVsd0p4ivPmXj1uoW6WkNdqeLpXhd7Dw5EAP5oqmN/wc5OGlcsIRpw8exfrLCjnUbXBdy5j8U0xWKawaIAXLNEAFYRQkkjLIYhFoMQYcBubGIkNZgNwKzSYB5AM30U1Qw2ZzkxU6U6okAT0ZEVOzTGcTUbJXRWKthYq2GtUcF6o4JOxcJaxQLGGrwTmppjhNMFvKmLh4u+rGqpLAh4LWUveR+j8QieBrgacHVjB7e2n0F37OF7732CD44PUb1sonbZwoulFbzkrCCZ8doZ4+RsjP2eh/3eApevN3HlehPbbQfblSKUOMLucQ9HvQGstQBWJ8ALKxZeb9tYVywUBhayno7396Z4f3eKz0Id9zMLw0KGpBIgK4TQvVSWqdmCgVc5x7JCKAZnoQYUoRDxvpjgpeca+J1vrePWtRLUjL23cwwHAwz6A3T7Ck56GnoTBWcTYOgB1YYq69aVNdy5tonVYhXGzJBqjI9O5/i4634e+AgC7nksLFwDsykXCSWJmLZzUS0XpHhvYcqUXaSCqs84V6IgzFAniXEZCooOi7/HUJGYpD+M0HtyIKSuzrUyOtcr+G+/u4l/891NNMwRFr1dTGh6PR3iyekoN1CpvN4MCRkRJe/oDizFwng8xWg8lfR8o11Bw7ZR0UyUVRNpyHAar/0KDL0OxfOQ9p5geDjAj39p48e/LOGu2sE9tYOYSWIrgskAEg3ciYUCFBQpIuo+ImMOxQryc7ulYj6lsZOvACtObME/UwDm7D5LLaSpmaegmV9NQqEEMkAkAZVEl/l+rcVqqh7UwglUbQFEHSBegzul6ZPmH+6H+fryWRwihQc3OIYbHKFo1eEUiX6uLEMCrEySDKuEmrjH4N5XzhlLEz2NZ0HgIwyI4WVaNxfDTMPMu8F1UppYOTbEoHeCyagLd3qOwBuhWbPRqBYx4zljOBQhkD3xtlPBfMFzWwKn2kSt0ZFQQBouREDmHjsOeX8YwXNHkgTmkIg2uQKNSzIDyQ+LORGH97AvkMwMN1EKcEolVMtlmU25M1dqDS5m4tILTGoh73BE+9I6LpV2hhAQGI6RPPSvYI8vRL4L40Ke/v2iG5YGTa5/FhRd6ntLLTcXIz9PdX6BlP4X4dIvdMYLDXUpvC7bC/OvscQqM1RF+irve2KwkCrZXHRlxSrpOcTxs5aPXzvvo10SPiWB/qsCdo45/mJ9rur9M+3zV0OrkgHK85rLIi0p05IlBxUx6eZ7fxqt7XoTpXoLTpV7sYbQ+KSxVfqoHWSqAz2IoYcxbM1DyZqjaLrQLZqviLFnv7UNRYgPFpKUQTKGPHVYpRYsuyVduGfDPhbcNC7/uXh/+H6Tairi9VK4vfg9YoBaop6l73d5Hmbv7oWQfPF7v9BvvxCAf1X8lU5f/tTLnuCL+TvfPPlX/x8C8Bd/t1yZS/x4/qt5/zPfw2WwVWHIimds1qb0cHZ6itW6gTdfWceXb7bwWlXHa1UD//BxD//wcR96ZxWXX7uJtcvbWLHWsFpYy02btoL+ZIrD7gB7e/t48OH7eHT3UwyDEEOGIOcZJnPSqsq4cqmFaztNNLMZGukMHz3YxTufPEBXEsBkT8kBM3eUUQTgoiM/L0oGAommS0FcfodeHnhEL166PGJVQSSl7znSK3c7qzJM4MGHv8bkhOeyE4TYyjyByAcLHXVfKFk55pIXM7Fd7Iur1Yx8tXXUVulipSvCQpYYGHaJ2FyIeOL5IRIy77nvKALVVQ3VDrvsVBglpmEVKIECLdRgZUWYWRGLIJBUUzyJkA0imC7QgYlOZkjHyfbVCgrrOrIVYIwAD4+meHgww4OPElnEwzIpaTBlvGbA7JhI5xYy14I39OAOZ6BmVSM+y2ZnFDuAGXMPoKgBVjYy7FwHNi/ruPZsFddvVrB7P5bV76aYjol8DtE9ncmmVrBzjikHY7WSozhidiZEHqZEXw9j6bpihxz7P+Xao8s/0ZHGOhqbCZqbCVqbGlqbeeeooppygOnuJejuxhg9DTE5DRDMIxHxedglFZjv8QpdaNcdcRRPxi7GAw9uz4R7bqLeUbB6KRMxLshULDxgfMAEsA+V/WFMGOsZUpOJICYO8mQ3i+vZj+K0ddR3LBTqet4VHhI5Fchi2ntlgy6vDNOBj8UkxKXrBVy6zhLsAlqtIqajEPc/GWHvwRzDMxWjM00GTjq7YBwdBYf9S5p0fqlGimhiIJrq0uXqzfjQZncBey5SRKEigxp2yEjSl31vTMk0dHGglQpAq1nASov4TwPthooaRT09g6UBcyInmehlB0SSwVskOD2bo9t1cXCgyJpM0vwwEae5W2pZ/URRQNw/TKvbOvSSISIuhxJMMYgpYuHLa8Ybdu55Wd5wLnjJcudZbgo4fGKKJAkl4fwF5iDvXGYiNKVriSlQdnzoPAgwBbaQrh6KimrGjTrxdHQCJjKU5abn4qHO75kplZ2rFdy4XcOV5xwUVwIU2iHu/XyKez+fYXCYwhtocv3bKwaKbXIlGSuPEIyZRtAQzzJkfoAsiMQlz+GPmEp48+f3yHsDj5jLYSs7/AplDVqRPcc0kPDPG4BvoBSEKAURvvHlDv7g96/huVdsTItdnIZn+LM/m+NP/2wmuL0Cu7MMHsaZLGJaLB/0RW6CxM3QLKm4tmXgyo6Frau2LJP9KRUNpUomae8wDPGLdyb4+bsThFFZFu+XxFYSdX+6O0fvyJMhRaKY8rPbHV1QhQWmDIvEVAWYTkP4/QxBP0PqX7iHiPdOoUoyKk9OigGOaEJ2CbVVFNsaVMGBaTIcnQ1oLEgl5cG03bLsVzb0TIBkdAov56UaO6eW6Qdec+KjCxXxCTB1xWEMXx+ulILGJEJD1fGvX+ngX7+8huarz6P5yh18evcAf/8XP8L7P3uE016EsZtg53kdl54nyleDYmhyoNn71MXZE19SwTevFvHMtQJuPMMNdozu6UQOIBQyuf7oj7r4o393ihev2PgffqeF77xZwflshrPZfNmtyM9JGXqxgYVXwum+gu5+guHePkZ7+3g0BB5MTAx4vaghEi2CVYKgpL7x5Zv47jdfEJPMx/cO8MlnT/HgwVRWYyUV8be6ksJpEqGRQWfiPFbw/K3LeP72Jew+muAf/24Pu7sjFGwmKzlksGUdHrp4eJ+4nVBMR+xJclQTDvvCmKxgFacdY+xEmNP1G5lIQhOjXiTLNAxUygVJs/W7gaybdzp49k4Hlq0iZKfLzMX50zFmozmeve7IynQTfmqgPwzx6LMB9h+NkLBT0FNxecfEzRsGHHYlngcwkwx37lRw504Z7SsraF9dwQcPBvjBu0f40U+7OD/JcHZKgSVGTDQ1n+1iwOC1wZSTJilapml7JwEOHy8wGRD5xp66TDpkDYdp/TzdINet1N4TD5knQvOn07JSQjZ2dEny9UhRbRZRpfElijGfeII6Y+KtYOqYMGk3ieV+3Fg1BP08YTexH6FU1VGqGSJuWLqOeKFIL2fmA5sNA5t1Ha9/vYnXv9aQHp/R0MX+7hT/+P0x/vHvJjCLOgwmsmxeJxkqFWC1TaOHhtt3arh9p4pomGH6NEb3OMC9BzM82HMxdCHL5zBDfjh2KbKHh51IFrTUQpD48t6Zti79a5U6RZMaVto1mPYMVmkmeLTM1yWpfHY0xbjvYvWKjdWrRdQ7lqS1iN4Mz32kgxCruoZVTceHBz5+/NDDk/NQELZBRIwdEzkW1lbVfK0paK0oWNvMsHE1w+bVFAHHN4qGwyPg/v0Uj+7HMvQ8fRLItVLWM7zxxia++a1LKJdL2N+Psbvv497jY1lGMUa5RnQhD5Z5P5I31+G6fF8iKCafO7EMFeh45fBblhy++N4TeZTjokjX0CUZFCMLebPjydBCocj3WUFzVUOzWUCrYQnqkx3MtqkJhpSvGzvDWOHw8MFY1vkwBgOgc6aNE/alalhbz7C2ATRIGqmbkkwNQgo8qZiyjp4wRcfUpiqmQZIa2NnGjlkuHjiCMMR0EGJwGMCYpvj2ShnfbpdRVGJZP+9G+MejCO/2Y8S1FEktg+prUBf54ZuUlyubRfzayzV86ZYDTwlkPaSR4sEcZwOKsBTq+F5VsbZRRZp4CP0p1qDhJaOGa3CgeCpUT8Ff7p3hL3fP4GoJKlWiRw2Y5QxGOX8JE4OeTQ7YuKdMcbIfCz6R98GizXoHVToD+fkWAkSaSuJrQgNUzUZzxUGtXpaBp+MwNV2EYRaWjuwMXjATEWLhu/IeE3MraOLQR0SU9ITPJr6mS7S4HsoemKIEE8FE8hINyX39+VmI8y67eEluYTo4FbGOe7/ZORe7GFVZmrWsqJF7R+6ALzKFaTIxTuOIL+YT9tHFqYbWegmtdQcV20TZMuHNfHRPxzg9mSCca9K/yr2hVohRrgOtDrHVxLByX5QjqllJMxqFOD314M4jEQPLjo7QJ6KVCeAUIwqZrAEUnBcTnnytU9i2DbtUksOsu3ARRB46rAfZKMCdJoIdn4+IOY6ls7FSr6DM171D/GcBccpU+wyh6yOdpkgnTB/kd9EQETwlFEoMEduWVUA4TxHNcmc5920Umohak/uTGMMUSdMuxtxj5QjZYllHsZHJosKuZPyZSRWnGz5HQHpuJA5udnKaRQPlqiViP4e2tbKNvU962Pu0j3kvhT/Mhxg8FxhlfqccGDOlCxRr1GtT+FEk3eFhHwgHwJuvFvDmq0XBa/NzMJwm+PBRjA8f5fUZ3HryMyr7eZ49Saei2UVnVQDPnXk/qqazv5oPHu7vFTFXMpG2cOmwz1CpkQbEOzWHmypcN5ZFJKBpsseS9KQ8iRDw/V0kgspmNzh7oJnGpUl6EeVpbhGALVNEu4WkmiK5v7ATWARgAo9i7jGZWgOcegKnkaLWKKLesDGfxzhj7y0FYI893DwLmNB0E9WqhlaTuOUMT+9FON+PYTZMmOy83abZmeecGGoSQs9C1Kq60Il65+yEBiYjCnF8Fn/hUNd51ogyNFcKWL9cQrGmoTuf44x9b/cVTB/k5qxiS4VW0RAbOhKT5xIfWjGAnhnQE/b3VrHRrmOjXUPGIXXqons0xdP9KYKpJglgNS1iwr7FhYsNGpHuEFfM3mf2M8fo78/QezKDFynw+DZznyFJaiChqdMnsjiDXQfam5bg7OvNMhy7IgmDYX+EYW8o3YvH910ZeOu6DadSxOVnuQo42hvjcG8shAcqqKqpwCLlpcr/n+PZoyCTsxa/HhOTaqTJZ5KL+xkalblnztMiOdKUz2Mil3lupAlB1yzpfdPMhYgeUuPIQH7Gsy2HuMRfL1NYPIORtJakCCjuxKlUC6o06ErdDV8DDpx5HuC+i6QEfiZ5XuEQ0YMfutCIDC1lIowyuVhvlHG4N8Ph7hxhQLQg9wNAxTFk+YsMvsfBOetEOK9VpHd0Ns4bzPgcqDX4zOM+1EQwthBMzRxvye/FmELlIN9fYDiM4bmpvJ80gJWrpqyFl2EyYsqF5jAL9WYhr66hTyOjKZBiUQx3xvslh7exfF6F0lWhAc9Eo1VDyXHw5MEY+w/GcJoKWpscruso2UxjalJZwD3PfE60fs4kZQiBP2+1QmpPESf7KU72+O/KKJWbKFUtlFsuChUXk/Mxxr0RVjsFbO1QYLfgTnXMhiqePHRx8MAVXHJtxUCqJZjOXWRaiMvPWLj0DGuCdIShjuGZgf6JDm9qYrVjobNmwSeNZO5heDJH72AOd8RUDKkF6hLBWpIUEEkVHBYXy0VZhQLv4UWpcmICOEzztDgH/9VqHbVqXYQPzsmkQkV6BmNMZgNZGZ+ZkuqyoMUlGLBh6gUYqiW0nCALUS5HqNdiNCopNhvAigOMhwbGA0MMR5mTIdI8BMkAi3QGl8hkTh2yAtSsiLJdR6XUgFMkvnuKVBarNNi7wcSLIyLfZOxh7vpwqhmcWgZTMWVPHLoZRies/YlhFaqwrBoqnQDVdRdKcQovnmJBccHXEAU6GiJQ2Eh9TchpkafBMkuwLAdJFiDNaKIOMWGN1zjARJ7/odzjSeDgHKnRKqBEwg4TwJYlaeEgWEgIYHgeY9xPMB2mQqep1y1ZK2s0+1No4LkjQCiBlBqarRoePfBlLTzufR3BgtPYU2kSic5nqopy2ZLzHMUQPksN+SwmQpda+FPM3TF650McHQ5wdjLDfMpeXBXXbq/j6vPrkjTmm0ljv1Q3RDSBLysGEs4hc2IXcbQUpGgKcd2p7Fl4Ha23dLx+M8NLV1U09BYaWhN7949x78PHuHc6xz3fwtO4IGlhppZTdm6GrN5IBUfOe+OCZg3Ogmcq/Cl77jWp15GaHCWAmoWY99gtvJBQCXG5rP4zeX+lobOqoVLTUKShKFXEKNjtswMzRokG0hJQ5l7CNtCq2mhVS2hVSJawUDEtqFEoi3vA4REQzhWUuW81Mzz1ZjjxpqiUq2jXm0ijBE+Pujg968EtKZg7Cl7cvoo3Lz8LZZHi7me72OueYFaLMKuHeGVlB6+u7CCiafDoHAdHPTwcLvBg5KFes2XdutrE68+tolZU8Hj/GAfHp9DsAGopwPObNbx6qY1mZiB44mOyv8AP9138056LfknFvKFjUcgQqbGIOYVYQSFiFzTTlTSgc7+/EIIVKRfSo8vqQ0PHy8808OuvdnBlzYDr9TBz+xiOXQzGLrp9Dac9A4Oxgt44xmyR4fLVMq5cdXB1o44raw3YiQnvNMWgm+B+P8VnfXau5kEAz6PAqcHzdPiLIoIFO69y5Urk34yCb5pjcWWjyU1WvNzB5ehhnm9pJjOhS92HG7iY+lNEmQvVXAhF7cXbq3jx9gpubQW4teUji4YYDM4xmk7QX7iy2KlOpDrPc46eZ+ayiIIYEai5AMTnVq1qwSnasAwHlu4AiQOkDhTXhzKbY3w6xeHuELtPAnx4VseH53X0tSoGelWeaZY0jfJZU5AVKzH4H9X0YVqsJiDxjUKpIWclkn2QFaEpuQCci0o8b1AA1z5Pswo9MqF5mHj0VGbndjmCXQ7FPQPwCgAAIABJREFU2ByEUzE3IG4CcUO+74zfO12snNGnrHIZwQ9HCOOx/G+n1EatvAlDq0iimMKyiGEUV3We14gI/pUGYunNZc0YjY9hPuvN+LOqYsySc7bK/YkuKeBgMYFPctO8j8AdQkkXUEh+IEFgzpSeArNQQsEuwyo3UHCaMItlWRJoSyNkcYiYgaAogM+/bzFFuHDFdMlOYLb6cM8cBXm1CKuipM+XCuKSjsO6L8POzWPUhPhM890ACze4AB3kzzjWjXwuAFNX476ar0teoyH1pMsEJ88FFAtlUSi/EGSXYqkYHITSw+t8KUZ/ofh9/nWXtbj/QkzM6U/5P//izy7Ds190wy57Z5cdwrIX1CjgZ2IkYg84ryO+N3xfQp+EOPZiXpB5l4I/R29L48X/XwI4FzP/hQD8K7Tii7QqtTC+PvxH8lVLMi0DY3alJiKvWSyJNkSxVyuUZBmWDYNBoIz6CDlZnAna0MwiFM+XVbMCrJRD1JxASESWFSFKbVlhnOOik5RmNe5XSI8wpQpkHEQY+hF8fkaW+OULitLFe/QFjls6M5bf//J9lJRw/sNfqCJfpMAv3qMLqfGLa+Nfvpb/XADOPz/577l4bZfJ6F8RmHNNhb/ni+7fXKy+wIcv/zB7yy3WMHI+5mE6maOghuhUUlxpm/j6rQ6+9lwH52cz9M5mGMxVDMMCQs1BbW0d9bUNZDFNJAtMFgF68xD94QiDp4cYnZ/AVzIslAx+ACx8BU7RxGqzgPWGhaYSoKn4+OD+Ln7y4X2c9Mb8/FgSMyMKjRuHYqUgg0nKLHyDKdbGTKtIBD/nzEtAXaFgpUi0n06CkO5wbkCKKjR293GgY3KoYyCYevAnnrgTJajP1JmxFMVp+2ASlKhdoi/4wFFZLs/+SqqOCq48U5JVbTPlx2FOItiV44McIRPMEhSqTBwlsCrsU2A6QEGFXVYVdn4Y0oWSBQpCiisjCL6Na9ZfYNr3BNHJfjcOqXUK05mCF0s6XixpuP1KB7e+fRm1W0X0Kl0cJz389R9H+Ov/PXegmYoHc1WDecWGvl3AdHchi68bY/vVqoXNTSYGy9IJksVFaNYEujXB1lXgxh0Ta1tL13pRwYNPNDz8WMX+Qx8HuzNMJx6IimbXKR2VmuKg1HZQ6pSgFvnhmsKPJpgOA+madAeA2wdiupgF0Z3faHmQ3LiuYuOahuaGgeqqhVLNlC6TgmPhox+O8dEPJxifhtLnyj9nGERgAklBQVpU0LlSwuYzZcHGdR/P0d11EWcWoszC2mUDW9f5QEpwfuJj2A3gjxIEI7ra9LyPmCqnvPfL9Dhv5nRAxwmqawba1wswy7pg9OhE9iM+FAMZ+nZWbTloe1O6jQK88KU67rxeh++GGJ0tcPTYx8OPfBzv0g2UH7StagSrGsOoIB8+sU8pBHyiBwZmvrwEaRhCSWLB09B0E6WqrPq6ivaOgtUdMx86bBewQtxzTcdqzcFK3ZENi5JxQBTg6fFkuUI8PaLhQUUa6YID7J356J/5cBOAZ1Q53wt7+OJTBSR+vjhgKpV1caWTRke3djBS4I+Y9Iyg0xaVZYiJexaE89KcsixrFhMPD3/S7U2TBQXcVFKDcrNaIoTZ26fRhU5hkBgXbhAMJmLpLl1AVQLBocULFUnARdR0luOQ2E0QQA5KOT0gw6WbDq7fqWL7GRt+tpC194sFdn/B65LCDgcoFjp3qmhcL+W9EpMxgp6C+FyX4ZauED1MPLwpyAR2frMPi/cODi+lr1jQYUC1VUS1ZSMzYmatEfEelFhQ+Tkb+8DIx7dfb+EP/+ASXvlSGUF9hoE6wx//xwH++E/6CGPiLdk1YqJYKAoyqX86Rf90BoWDmAxy83zuMtPdJdy4kS/fXiAoLhBrfOVSnJ/H+Ie/WuAf/nKBO6+t485rG5hNXezeP8HpwQTeMJEha5wS2WjA3rBQ3ilIClg3yZsKMR6FmAxDBGMF8YiTwiVKi/otH4p84FI84wXBlCFTy0UFZSaUOjqU3LYv6d9pn07dBEpMYUQaEfKNIsUVvrZL1yYDM3oJ4D6aaDNeb0zDMJVH0T9XnBMovK74jJimyIYZ2loBv/O1bfzOV7ew+tIzst5++zH+j//1B/jZO7tIeR2VDDz3ehHPvW7jdOjh8cEUg/MAi/MUigd886t1fOOrdZRLxKqT9MC0ki8i4eqlVaxeXsF/+pOurNduVPCH/00Hv/6VGg5O53jSncOpzVCuz1Ft3ES99TWcnNr4i//8Lv7xbz/Aih7LGiQqurGKvp/hfB5i4kforOtYW9fxm7/2Ffzud39N+vj+9M9/hB+89amkGOaTJYrWDuGsJCivZqh3MmzUgfU6sL21I+vD96f46z8/wNOTGZ59qYTLN2hC8TEZsQcswelBgmjBQwtQK2vYbFWw2arCJCGDuBMlwHnBxUglVttCtChgsUzPVXgAbrNv08Dje308/qyPb/zGbXzjO7cxmo7x4UefoTfoCy642TKxtVHE1rqNh/tzvP/pRHqD43MF6ZAbeEO6RNYuAZvXMlRpchlmKKfAM8/ouHFdQ/tqA+0rdbz9/gR/+ben+Pt/Yt+lKt0/TLVIskXQ5dxQE31E0xbvUSHscoDZIMG4mywRmzm3UGFPOqsdhPP8K3QDSf7mPeMXMJWLTTZ33Xxc8YlVqRmCYaURiD1EFJF5kKBJg/dv3scpIHAgyM/C3M1E9FzdKGB1swh3HGF8FsAbZojmOmpFA9/+Wgnf/pqD6zc38cyNLXz2sIe3fvwYb//kEPtHMfYOE0EYc4hKQ4ihK2i1NTx3S8OzN0zsrNRwaaWKs8cTHHzcw9GBi4fHKZ6cpUiKBuKiAVd6TUME7Ln1c1SZyb5y6AgQIUCIxoaDzuUaLt1cwe1nt3H7uS08uf8ITx48wsHuFEf7IXq9HItmFDL87h+u4Pf+cAUTL8PhcYTjxws8eneM3j0Pv3m7jd+63cKD4RzvHo9w/8TDU1IyZgpK7NyuV7BwiQYMUTBC6X3d3EjwjW9a+OY3SQXRUeKAQtEwCjQ83kvw9vdn+OAnLlrFRNaXv3QZX//GDbiehf/rP5/jb79/Dr3BLscRmisp2itMFJqIfQdxXESo6JLgCschInZIseOGeMIgguencHmfZ3eYlQsjHFxxoO2QNqHqGDz1MXga5BUMSUHSRNef13HjtokXnl2RFc/mmJ6PMB0zAeViMvcx9DMM/RTdUb5mHq8T4jOZLLeQLCxYTJQqIcrVDJU2Ezf59c3t7WRCYxZx77z2mC5i7QgHtSRRxLKYIqRA0DuJcPAgQNJP8Z11R9Y6U6MrwLsnPv76kYcfHgVIigriooJauYhahc8rC7UVE2uNFNdLLq6VI2yv7mC7s4MTf4zH0y4en07w/l0X93d9rDYcrDRKSBUfQTJHO1PxrFrGDc3BTtHEpaKF/+3DPv79hz08XUQiLFDEW98pYe1SSZKWpgN4vo/ReC6o65ODDL1TVhAQ8cV0IhMlFFoVGBaNSxrGJxEmJyFq7QZWttpC35jNp7Jfa7dXZREDp6j5HpGJdxFq824YHBye4ODwFPNzdnEpUCIFhTL7pRXBanOVKgpKVQWFYgG6XkKWFfH4wQiPHo5EJG80iQXl5iIXMSWhNkpQW1FRXVUl/cnDFA+w7iyAOw+gE40uaMBcNCZy1/W552O3NEk1JmoFG/WCg9CN0OvP0DufIVwYMqymKYSdwxwYs7PYLi3JG0mGZruGVrsmn6Xz84kYWotE2BYodrDHycdkkGB0lkqKiN97wSKKKU8+F22mWsuS4JkvXCwCDy0iQleK8nONurH0bPIZHnhJ7vLXNWw+V5FFwT5jryL3vIcuRgfc5Odm2sTIkBRSKOz9reTdw5mnI13weZ4P64hvZhVJjBA+KTcLir8ZFsSTm6xGKKPcMJGarqz5FHAnQLEI1OuQ7mF+lgQxncQIUpKetHzoXbex1qmiUbfRPRzi7GCIwUGM4QExzJqk2mjYy63juZDntBQRVOYcLrsx0nGGdAJ8+WUTb7ySf/78RMdgmuEXd328d3cByyIumekHnkTZ2ZtiMWGCLoFaBFSa2aSzl6kHuq1z4Ws5GpKu0umQvWoUBFQ4Fb6/TGJCxCMOpGmEZFqbaQp/EcD3icTkGZHCEhPd+b3LECGHe/R8X0XjltwHY3ZLMt0VSnUAxegLshoFYN/XkaT8LPDMHaO5YqO1UpI0ZO9kITUQNEFlJIEUHVklU0GJHb6zWIy6/cMYKatl7BTNG8DKbQrTqZxnOOSu11mXpIPwjH6f5hgF3kRFID15EW0A0FkvEjPlXhKzc7Gq42g4wdFwCncXmO/xM03Dpg61rMJXEoRaAqOUwiylKJsOKkYVrWoZK3UbzVoBs8kQ08lQzn+DkwjhnNhZB5pSgFJSoZQUrF1XsP4MU/ILdPemGDxdYHyaYHSSwqjpMKuGDKlFfA9SMbBliYr2NROtawbWN8vY2KzAgCGYevYkj7r8mlwRhqcckhZQKFelM3V1W0dnR8fhvRGO7o3knlVuGyhUVaFXcEUZax+IWM9TzckC0pVMjHmOHWeNlAKzpsCwc8FN7pdSxZBhMVOl0ofXOs9c7Oe1SgtYjp8PH2UwyPSGmZOZ2FutkxRSgFkoSMIzSkIEHILN+Lpx2M5RdS4JcOX21xybz/s0U/AcyNOMy6EzDWs0LlXrFqp1klICnJ8GQtogRY3Hb6a9WZsxp2F8EMs+p8o6KVXDoK9gPMqpSzz/m5w7VCIYTO0HNahhFTET9JGGTJtA0QfwAlew5cSX8z7BRXIAcbfuPBVhjRUgJGaR4qZpJWi6A1Vl8tgXNKXvKVi4/Fwygemi1srQ2lClI7Varwrd5+EHIzz6YIzOVRNXXrTR6PCzRmE8w/k5seEuEs2UxcoADh7ZW5vxenc56ylj1qsAug2rUkCxqsBpeig6LoYnUwxOpjJnWFsviwAc+uymVXHwcIrDh1MUKOK1WUlCegPFbx+Xb1i4ctMUEYWrf6oKKYhkqZ0rZalCOj8a4fxoiOmZB3dAMlMsex6GLBynIp3QC9cXsgIHq0WnjIJTFlw2FzMXPP36YYAZK8XiCKVSWUTxAhG/uiUiOK9FXgfj+QATl3VDiSyKpck8r7JiBzUrBVJDEWNYpRqjUY3QdBJsOinaVoruYYruUYrMUaE1dcSFAL4yxiKbYxommLK3cTkLqFdbWG2toNloiHCvKhGimCboCeLQQBw4MvOiOSs/f06QKVNkIVEjRZkJ6bkzAieHU5wcTLF+tYDLL5Rh1SJMF0O4/hxRYAkFqd3S0GppUitAUZj7Q+JTlcyW5CbXdEoRmHs+BuA4H1EQp6ySCNBa1dHZNFAq0/iemx8sk6KnLecdGhFG/RT90wSLuYJ220K7TXx8IotdjcOBDz9IsbbRQGejgc8+m+D+vQkWHgWlBhqtBm7cbuHKjSoUdSHXOM3NGl0dTOtGgRgfWJNM+KEfENc8xRkrO/anOOsyRagjiXTcfvkabr98VfZHFAp4L4wjRdayxwlRTONZIF2juUAX5Wb/OJABNNPmq/UEr9zwcedygoaxhqbRwWcfPcEvf3pPBODHaRFnSgklu4wSHXl0J8WpGP1TNZT9QsCKriBBODMRTk0xYBXLmZjbDJUCcIDpuYtZj+IPhWpDzB5mNUWhlmFjrYL1tQqsNMf9E/N/78kYZxMPm2uKrO3VsqwVx0atYKLCGhxqIUGGfneIPvt5j0McH2SSnNy+XMbaho2JF2Di+qhU66g3WmLWevTgEPvcf7Y0zJoqvn7lBn772m2sZQbcwy76vXN8hpGsL12+iS9dugG/5+Lo4TEe757g0+kCd6eLfA4dKXjjxXX83neuY2vVxOMHu3iyd4BU3ksft65u4KXndlBOdZx/0sXhp+f4630ff7XnQ9kEqtcVqHZucmGtl6MYcBQdhWoJhYoj339v6GI89WBqGUwtFcIlO7lfudrA1260sVbJcNI/QHf4VBCfw3mMbs/Eac/CcKxgOAxkNv7aq6t49dUO1ltFrFZNxOMU3Ycenh7E2B2b2J1Yy0lagtksxWjIfnlW7VBkrHw+L+BeMUkpIvK64g6b92vuSZeIVuJ9FQOWYsKiyYRmsFRHf3CK07ND6NUQa7cc3LhTx3dfuYTfevUSlMldWf3RAEcjTxJrvhXLajbqaDQaKGcKbC+kaxezqS/GA7tio1QtoVJQUBEqHQ81NShWC6qyLis7OUB6eB/7nw3wzgcJfrlv4JG5isdmJzfRGSbUOJIaHTXhWYfzPhsjZYExKFQtULUXKBcgRCpDKWCyNBRnaREqnBzTLDPVnL7BRVFWnokJDZY+FM2HUwtkGaYvyXeaUEe9DN6cSdhctC4W+Fyr5ffFjKZinmOfYuZ2hS5CQ0etsoZmfQeWWRGDFk2OTLvyMy9dsSYDXLy/UXgifTvvUeXvoSiao3Pz+f/FvyN2nHh+npN0zvUSD4E3FBF43D/BuHeCOGTAiHWB3Lfyeepg88pNbFy5KYNCIvdz/ZPnLOocoawooNmMdQoTePORJIM1hbpFCnc+g+fOJCG9LC/OC4I0YuapRRCHzfN1mNcacL/N+o+L8bJUa3APRNGSoi3d43kggWdDnqk+zz+J+Mbfn4u/fK1yQXgpenKavBSAiRbm35VX6CwFP/5FecQ1j1f9Sqr4C1Exz89+gSnO34MLkfUifcqvzS5l+W9qX3zciVkgEjOPkF203KjDM5g392Tle73lvpHbPBGAuTfLxc9fFS4v/v/nAvDn8ugX37/8XctvTiy4gj/OBeBci89Tv+31LaztXIZTa0I1uN9h1aoqVQvcnyQZa90i+L4vZgRihi3bQjqZI53OsFqKcakNdGoxSnaAYiHCLLT/2YpJOeBMmi+37yNbLDDPLEyUgsyOLrLJNAlciMAUV/P+3nxd/DyS4GaYYCnUfl5sTBz0/0ukzUePFwjonBr1q69l3ovMa4bXJV+cvNP5C2F9mZhddkB/IURfdD/nMPL8s5F3RHNRr+GDLBKxXDeJziYRKEMwHcM9O4Kj+fiN79zCd77DZ1Qo6+5HA/z9D07x+CSCfWsTpVtb0mmeDAZw4wwzhbU2rHxdQEt8KEUdCs/9qSb3i4KawTFiVI0YLT1BU0/x/t1dvP3+fTw95zmIArCUh1KYpWOlgKLDlEOas8kDOtGJYBatf+l6WSbTxNWal58zeUsnDXtHDNtYOlN4s1MRzn3pY5Ow+UU8Pp8fI4vp8OEDNt+gCk6BbjIjkcM/V2fTRGfDlD4dboWZpuydpRj2864CJowMJ4VVZa8Nhat8WF2qEvdriAufzpF0qiA8zRAMMrjkjweZuDHnw0D6jXl9yQXODgzoeEZP8IyW4tqNJq69toH1Z4sor42gl6d472cG3vuZiS57jmZjeHRz8HUrmdBmmSz2VxRMSzZK7DWQ3vRAQxbo2LySYPNKirWdDJ3tDIVSht5Zgl43wfGegqM9Bd1jH2encxlAED9EFyNRklliw27bKHds6E6KTKPryM27zOjOHylYDFUEsxTRIhQnH/uYORTZelbD9k0dlRUefg0YxAMbxJjp+OSHM3zyTzN4wxS6pCl4F2XyK4XVNmCt0NWri6gesEPpYIHhcQCjbcNs24Lf4cAs9iL0DlxMuj7SIBOxmBcksRnyARbUJ7VgXjvLNKKWdwc3L7H3TMfoJJN+F1ghMitCrWqgVTNRKqqSliW+b+1yAWuXLfS7Pp7uuTjZDXHyKMXwLO9dZGeOXk5hOEyFZ9IzzZsm3cgBMdmuDsVltymTvuz9WaKGeTcUBAKHBiq2rmnobBsitPBAwEMnE310RRsKk3vsEMqTR6fdKU5PZ3Dn6nJl0injzZN8MzGKkTJZT7cu73P8mlQZl2gIOumIfWVqwLI0GYIwOcXNdzRXZLEP0hQkBIVhRcRhHhKl75d/l050Zf45ELeRpDiIks1kycOM4jDTTTaRh/yY8nCWpzMues+YbFeYnHA1xK4qbjyq1kyF0hhA93voKzneq62h0tKwdrWAzrUCqqsGel1P1vnDBL0HufjMTrbSio7OnQrq14qCaTo7nSIaKEgHqtC1iZ9m6pQJ/4zGAd7gZIPD9GoiGFDpvFCJumE/oo1UixCmvuAr0zA/PGWTEOk4xG+8VMP/9K+IunWQrSeYlCL8n3/ew3/48x6CgOkMOpB0qKmBLFLFEDIduDAUJjc1rNQMXFo1cX2ngJdfKuOll8roYYpzzNATfLiC4ycZPnrbx0dvB3jz2+v46rc30OvN8N7PjnCwO0ZMEd1nEp8bbQXl7YL8/ETuERFH99+4H2HUjxFN2dOVJ6b4meX9VXo2mJ5bouN5z+ZLQAG4tmGitk7xBYJx9MbsAg8F7aiQNkCDzZIjmFH8ZX8WB/c6PxN5ModpTQ6k5NeYugbRkhSVKaizm5gyN+9rKfRxivVCCb/33Tv4vd9+HtUrVVSv1PD2Tx7hP/z7d/DBB4coVi3YNQvtDRUrGxpOzj3sH7ky1NyqFXGpVcALL9p44aUihhMPx6czQf47aoqSpcNu1GHX6/ibvxjgb/7rAC/fKOHf/HYL33ijjNPBDCf9OZrtTFK6CbbgLm7i4SMF3/vee/jxjz7FdkXHTlWDVtKROgZGfoaHRwFOhjFefqWFV15p4ubNq7hx/ToODqb4r3/xC7zz7iOhVejsX3MojgDlVoJKO8HKmoqrWxVc26ogk2JXA/c+dfGTtwbo9wNBwXW2dPROPBngsls6ddnuo6JqAzVbRc0po152pG9yRnSV6sOrBvAMIrsNuEM6AC3oau5QJ5aVAsvewz72Hgzwpa9ewetvXoUfuNh7cgQ/cgVLtrJeEm48D2qP9tnxMMPwJIZyrkEb6zLo5P2+1Ejh1GPUDaAVq1gvFnDz1qosvZXAaCX4p5/08Vd/c45/emsAg72suopUU5CREiCb5mV3u8qDhyYOXw7CaG7w+jnS+CKZkmgc7tO9kJsIuHXnc5ioZ1NXYRo0k/EwmSxxZjk9JHe25l2KXNxPse9cEulSaaDA59CQpyGDQrMq90BvwdThUjiuGvBGIabnvqS2a3YRW6slfO1LLXzt9Saaq3ma852fneFvvneIf3iri5mvYhZognSt1RXYRUMqKmo1DVubCTbXMqyYJaxYJYSTGPNBgPEowOm5j7NhiJQd2boh/YKDITvSeR+3JbETRz6iOBC8PFed1Iq1AlqdMqrlFmrlJg4fH+Hw0SHGYx8un0+KIo75ekvHzVdMWd3TDLsPEzx9HODo4wkmewt86/kmvnW7ia7v4eF4ggN2+/ZijClAVcowK2WMxgHGE18wbaYWo1VL8fIdEy+/YKGzpWF1U0Nl1YTdKmDsZnj/5zPc/9RD29bQKupoN+poN1s46wHf+7sB3v7pCM6an6+yAqeUJwV9z0DA+y8xYLqGdBohnXJfQsEphufHy+RgBrumydL5bOaAjG5jyuQpyRxANAMqJQf1agXNpomtrQzr6wqaNQvNqoVRf4bzk7GImvNgAS+OEOoaAkODRyOMdN1xvxhL4isjki4yofHwHBErHMOuJbBKKcl9MqyiMOMHOe2AfWQcToqBJlGRsJs6iITEwO3yZBzj+GmEbAb8+kYZ394oY7uVYqeV4ZcDH98/9PHj8whBQUNYIJbYgGMzLcnqDR2OFaPkz1CNA1xv7+B6exuFtgK1FaHrzvHOp2d4//4AsWsgcQ1EKe0DPlqaght6Ec8WbNxplfBCy8Z/ujvAn94dYHcew2VVgMn+ZwstdgITf7hpIowXGE0mOD/zcLSfofuUZ3ldet9JeaF4y15J3gN5OKRxYjFgB3IFjdW67EUmE6bnAlRKNVSduoi93Afwc1qq5D2IhaIhguB44mE08TA5dzE9dbGYsYKCNwj2LGporWkoOrr0nyoq+/MMSY4cHU5wdDAV8kqtTmOWLocxdkYxdU2TlFNV8/RJIe9V5bYlDHhe4eCT54K8x9Fa/tkwUaRCg+caus+JOWvXSyIe9nuu9I4yYRSFRKrRXR9LKs6pErlJcTARk2KtXkGtkaMgac7gkEXwn4ophq8Zza7zFKFH4x/pRzlqi3+fpkewCnnyiM7v+cwXYZFkG65JN0HvSSQCMNOwTASKK76ko77K5D+xeDps9r5mGWbsOh348nexP4rpQbqnMzNFqZn34HLfxmWoBixG2Smq8TpK+b1zcKLAn6VSvcEBkVO3YVd0oMDD5ALTITAbZSKkVqvck+ZJQf451iZEaQKV4kNBFzJRvWkLMpOUmmjh44x78oekkbBDPTcisSKIAlOpCVRWSObIMJ6xizlFMc5gJxlefM7CS7cs+f1uRMRhhl/e9fDePQ/Ep5lEhudvu6TgmJ5md6mxpD0RIZdFRNLmtA+uC9oNjaWTQSzEAd5XiAP3fVYd0LjDrvBU+ucqNVuuLc/z4XpMreQGYek1IyFLDkj5kIYdxzxjUDBm6orDeg4umQK2OFC0lgYqdrbyvuQSe0lDRIxCJUa7UxIR1p3EODv0MBuzXoWijga7WJKlsOdz5sEf8rmWYD5MEdsJ4lKK9k0V63dUFJ0M6SwBvBROhUYmVShS7JMkkjzyaXJQxZBDslfZ1uCUdLRWbKxsOCLmPzka48nhGCm776bEf7JjVYFiA7GRybpQjh3DQVmvoFUpotUw0ajo6J2NZU16MaYk2YQGChoTjQXYTT5jiJQLYDe45/Vw+tjFqBthMVbgj1UUeO3S1GVIWZKcSbg/p7he2zFQ3ybauohqqYhwmmJwHAhdx5+z184TUZMpfNUooLJaQ7lVQrGcolhJcb63wPn+QghHvAfTkKI5GVSH0lkuAOcJYEUM1NmCgjoQeQoiV4FWyqCX8303rwHudXgW5CKFeXyWo2o5QDItBU4jRrlxUdWTIU44PFORpGrewygCcBFmoSiDXO6ymZAJFsS2c/jOpAQ7q/OVZfkDG10tAAAgAElEQVRQPk1DwQNy8f4r9Db2qto0D5McQAOTDk/OoQrmgwjugMZuEsAsNLYsMXpz0dTRaNFIY2AyNTGbGYhckhsC6KUQRoUVVuzerEAJytKxTRqUXvBg2HNkKtGX+UzXZNeqULSYNtLFKOLNFUlMFmw+c9lvZCNL2cFLzGb+/CCy2V8kcGehdKE7tRS1doYSKUtOUTpXD+55OPjMw9YzNm68Wpb7/8KNsfBCeAsP7sJDyioynufks5hAJfFgCMQD1ipUsJiWodtFuQZJOCiUSRJyMT3jvMJDySYmmN2wTK9a8kw43p3IMmwLpXop7+mk6d8OsXlFF3rbeTdDr8vPWAHRogg1s7GyUsDqahFPd/s42evBGwdIGQqgsCazMAWlch0lpy4CHjtbOX8yCxRhHKExsLOWKEgOLcOY+yfuI4mV5xzCkj26KfhQfk5yPGuo+JTr8o7nAqvUAH/MsyHndqTn6bIv5/68UolRq4ZoVRPs1DOs2MQZ+7KUigZr1UBWpPznISB9gmSDhAnUnERVKVfQqDONXJEZA4luKWaSePM9vh660I3YY8nv1w8m8IOx0DbCqQFdIS6cP6cmNKOzkwnaWyY2bpSgOwlmiylc3xfyWLBQ0WoBrZYCSytAjYvIwiL8mYHFzMCgP0W/P8lTqiQOcbSi57OtRNLTEZxqikqDaeBcuGQ/t64RrWzDo4FjrIjpiSZgGk7W1hx01kqwSxFs0prmAUZDX/aU9XYJjbaNs7MYZ+cRoqgETauhVq/j6vUGNnfKSNMZkmQq74/Q+HiO5jM6pQGJzyeKylPM3DHOulPs79GMFsBkTZRh4dK1DVy+tiHnHu4VhJLBOhOfgk7+ffPi4LmMdw/u35guSxIKwj40fg0jRadJATjEnSspKkoLVbWFzz46FFrXfZ7NlRJ6OvuKmQJmzQCDBqRUUPxdIOSegSQnpo89Pt9Z1wGYpQSGyb17gCwJMDpxMTz1EIc0qvOeQpMFjfoaLu+0cGW7jZDzCdYcTHyMvABhGqLVStBqpWiWbTQrNooaxUQNWprvvYmLZjcyU9LdU9JXOMcycPlaGevbNmaTSEzCRVZ11KvwwwQHh2c4PRvC6ThwOmXcabbxSn0FnUyHMnEl4Xg/nuOzZIZnVrfwzOompmczHOydYO/wDAdxKOtihvnmK1v4/d9+FtttC/c+eIj/h7A3fZIrPa/8zt233LOy9gIKKDSAXgmQ7OYqkiLZokRKGtqWZCkmJvzB/jZe/htH2I4Yh8P2RNgR0ozHGksiRVJs7mQ3ewPQ2KoA1F6V+3b3xXGem4VuWYowGS+72WgUqjJv3vu+zznnd57ce1J20rIibGsFO1fWRdx9+M4xPvrgDD/pA2/1AWc9Q/sqX6dcqtLygIN5FTZTiS4Z2xbmUYHJjDUYKZbqwFK9wPalJrYvN3ClZeIKqweUEGfjM5yNezgb5zgbF+iOTXSHNsZTYDwJhZ72qdc2cOtTm/Ja1m1LQjgnnI8ehCBB/3BUzno0g9jyQkTgMKTBqAagCtPSZTEkQKMYhY2ylZS7HaYsUxQL9ZNJZdY3kFxNcxwXlBkUfYLOloHrt9q4+VIdt9Y13F7XMD3bxfR8D+eTCY7nEaZ5AYs1Hk0LnWoVSzS/xBm0sY/UDzBjKCCL4dVtuOxNdSqo2lUYRguF1gLQRj7WkI9VDPYOcf7wKR7s+3j72MKdkYuu2ULXbMMmbp/zCh4iEtZI0HzFe6uNGXxMFe4rA1QrPlwiWuFBy5zyupokUCQBTBNbKQCXVanc+9PNXgou3EHQpKsaAdy6D68WlIG3IkcwtzAfeYgCkksZbDElwWyanvTVUvOIkxGm/iHmwYkEX7iYAK5XV2EalTLok6tl53dGIZ7nC5o6WSfCez+hJmW6NxNaYClclXygkh4iRpxF1yf3vxb3EOC+gHUeY0yHXcxGPcQRTSikvvJ+YkC3XHQ2Lsvi/ItzZz6rpA+ZX52EOFrYUhq6eL+eIgomkjJmr7AKVm6MMJ2MRFi+kM0oIPKqIrGK52KGqPxZIHvTlGaXiGSii17XMs17gWQWgVSqhRc1GdyALAhzZUixFHwvxLyPMdALwsnzZGc52/xHgqrMSxme+6SS+vHXLL922cXL/5TicflcL8OgF/Hg8twhISzZz5NKRBGf4i/JaDQQcGbGZ6Qj919BX0/LWofyDVhos3x+5HytP/5zL/7851TPT/7RnxCjPyn+yutQlEu6pC/+ukgBd9YvYe3yDiqtDjS7CsVwQBhblPGeTjoY621i2bNwP8r9JpfGz22coWnG6Dgh2l6EppeiQrplaGDCWqfYwTh2ETHcRUMy9wtBgDwMECgWAtVDKomT8kcvBeAyWcu/yvV7IQAvxN1SAP5YxC0Tu7xP/VMBePFx+EcC8CdfQ7kGhGxcGgf4nJa1SACXQcoywCKY6IWx7WMReRFyXbz2H/cD89ogNZWzhbJqoeRgqQinE4zPj+CaKb7znc/i23/4GawWgaz77x7gR99/iN2DKeydLVjXLiHsDxH2huhHKc54ntA0NB0dTddEreWi1vYwGk7QO+8jmU+gFz5sJcSVdhXb7Rre/XAXP/7VHRyf9fkZoQ217NbkXJsoS9ulg5lIHx6G0ucibeni44CEFzUvzNL9QacQKAhx88+0kUNOviJiEzuCiOMg1/ziVsQ/jwKE/JfCeMKvsyjuExRtIr1MK5dMrFzmELaQxYM+saZEzcqBSDaxuXTwigdWEHf89+gOA9yWBqelCfYrDQpk/QL5MQ8DBUI6KjnE8TNxm8iPwDcVKhKVCRYbS1qCJT2WFFK142BjWcOtlRg3lnNEXguR18YHZyO8fdjF09MQk6EqG96NTg0byzwU19Gq1jGdR3hwdIaj8wHAbho/wRe+1sDnv1ZHey2DZs/FLf7hOxk+fDvDiGmqQSaYNd4QmZzmkJQ3jyxlIb0Ou2XB6diwauzuzMXxyu5O3jSYduLmOhgl8EdzxEEoXWuWU+ASBeAXdcFYUflk6XfMZHSoYPc3MfZ+EyOdK3CJDdaAkE5CNUPrqovWVQcFXTn8unKgTKXrrXGjhvpNsgaJzcqkA2R65MPvh+XNW4w0MupfpMh5UCAakwDjTA7VGp3LSzqqK0RsaBgc5Jic0Q2ewyQmzQWqroIl4ng6LjpLfI+YpYpwdhjh+EmM/lGO2bmKiCKpR1NAAcVWoTh0CWfIIg5wczBBz8M9O1W1giKijtYaU+KKOM451CP+w9R0XNrWceWajpWOjqqto2LqmPoppvMMowlXjjExIYMc0xHxeDFmHKxUK6hVK/L/u+czwQbRIR0QuaXy4GPIZyDTmGktbzC85xEVVKlyUFd2HbBvl5v+MGAioEzR6ZkKc1EEL2lYPgAvPj4i6pXioAi9/CILByMfNDRziH5lKYIx46IQzGkakcscnDJxR1cU3xseWLKZjnzGFMli+MX0NkVmGYIyEQJcvm7j0nUbzS0NzrKCwizw9K4vK+xqCLtM6aRQnAROB1i6YaG2ZaJ7FOL8kAh29p2pNMgINllEz6zERdOJyqGhOGz4TRAxL5hWQ14vrkJhtx3T4okcPIk3U5iEmGf45ise/ovfbeLzr3tQr+qYtxX8n3/Txf/xt13MZ4Zs7phuDkfslmMaM0EaJnBMQxAKdUdFyyuwtabhy1+q4ctfrmPXn2B3PsHuXoFnD3Xs31cw3A8xfBbhi19bxhd/dwXHp3P87Gcn2Nudys8hyAse/rMczW0bS9cdmHWKwty4hxie5xh1M6RzHQWTSDmdhnwtykMjBwdU+YmCK6OTvN8qaG05aG0xPRpLcoB9fsGI6VPezShB6iVyRYomKABnxBxAMfneMy1GJy87EhdOKoV/z8iMBp39ntJRRvSMBnOew5kl2K7X8J/9yVfxJ3/6FeitQNYvfvMY/+7fv4ePHp6iwiFfg8NGDhopPqUYjFN0Gia+8UYbX7rdQJsHo7UcHz6a4FcfjJCECbY7TNYbyFUPmebhx38zwz/8P1O8smPh29+s4ouvWxgHM4z9KVbWWlhZb+PwyMB77wPvfzjHex+e4NHjLjbrKjZrGjprFjrrlmBg374TYu8oxx/+0TV85w+vQdVVzIIU9z/q460fPcVH985QZSdzXUG15aDSstFs5ag3Y6yu6Lhx7TJuXruMJ6fsrTnFs6c+9ndTTMbEexaC/Bmexxh1YzQsE52Kjbqlo0YzElGG0n1h4Xwc4GQwQ2xFsFdzwCUGTcHgREGz0UGzsQSTJCaTnY0BTg4nsq5db+Da9ab00/CZyyqE1a0aGksOnj7r4tmzc5x2Y8HeEr2ZHgJFD2hdprFGLxM1aYq2DlxzdVxfbuKV1z8ta6weYawc4x9+fIy//esz/PJnAzSlw0wTDC1XGDHlQeciawFoHKKxKQGMGNG4QNgvwynsNjFtFbFqIGFHT04+PIcaxHyVA2embKvsblQi6b3h842JGf4+y2ZXKbGXTB/xMaXCJmJKHC2lSzFIQwRZgHmoYh5pgnil+5lDfNn7cSDpJ0hnMTp1Azd2qrix08SLlzdwc3sDunMGzTnDj3/Sx3/4jxP86C320hnS/dvp5Fjq5NLL6HjEAXLgNIel+qhnJuqpgXajJvg3agCT4QDT4RjxvETInnUzHJ9lKCwXza0lWC0Hg6CHod+T1IYsoncdCuM5jg9UHB2yM4nPiZmITitbDjYuu7h61cPauoXj7hAn5wOcPFNx8kTH5DRD0J2jmIR48XJFVlBEGEZzDIMYQz/HjEM6y0FuupgGkSzefyheOhqwXFexwj7qHQVXriq4eoOYzIoIR8ddH71hiJZdQdP2cH6c4fBJjP2jGPefhNg7DqXXi3g3OawmpqC/ic8PaVTh9a4rMOIcekxBjIlIiiK5iPXcq7Gio7bM3vYS/Vi+ZyoQ6Wh6rvQ8Xb3awfUXltFpmnDVCGYe4uRsjOPTMc56AU77IeZxIvtAxSYi1IbLYnFdlf4xfj/TGYeryfMDsE6iBOkm7Hy32UvG+2FZmcDkRZqyLoP70hyJD8x6KuYDFQVNghHg2hmqLok3GXrzHHqh4mvrNfzuWg1blRRblQT3Zgl+Nkjx9jyH7xoIXBNalkHPcli8pvnMzXL4gwjpJMO218QVt4WXX+vg1c8uI7NT/PrpHt7eO8De3Ry7dzLpb83VBEuGguuOgZerNt7YqOJzGzV870kf33s6wP1ZjrPMwJDmA7WAqeZ44eU6XnilDsUIMZsPcH4+x5PHOQ6e8YHO/TzpM0ypMtXG95PD00ySo7mvC5aNGFUOMzholzqYRC/X4rBruyq8mioVJfVmDfVGDXalDserYzyY4OTgFN1uF+PpGEE8w9plXRYpQarG3jFicYnwTDEehYJv5P3AdSjEG7CpoBUaht1AFsVdQ/omlYXgwOFHJrjouV8IDeACTcwzjbh5C2B0HmJ8HqLNBPYmnezs4gll6Foma3jwK/c3FA2ZUGafrBzui1wMIZZlSrek6xELTURwmQAYDqayaHq1mbRSSKEp+5xo/kgS/kylKE1yCsU+nmc2dmxs7Djo76c4+iiRGpd0UWVTXSvRz1mUCRat5tGMYcNzNQEb89zDvSGrRFiBwp5SdrxW1wx4bQ3hOBezJsVfzybZaUHVSSMxMJL4kvAMNKOoRBOEDo2pZaZ26tzTksTDI6IiSWa+3rKHIImFszTimDnU4K/x3k2aiqvL91mvGDjeC/Dk7hzzIVMAOnQiA3NWUxSoLBWorRYM12Aw4oAfWHZzdJwCL1618eIVW/ako1DB+TDHuw/meO++X+5dLRowFVD75/3e97kXLZPvrHrhmS4cx2JQdojtFYMbRTelTAD3mVrS0G5a8BwdMz/CbM6hRiE4eKdqobHkidA8m/uC6yKpiu57miOki4znzZhmgwyGCxgu6zLKpDVd/ZKWSphELAVgPtuY2kxiFZMJn6cQ8ZdrZc3DyloF00GCo8fsJE3h1exy8Enh1LHh97i/nGLeDZAEJT4uqxZIawVWbmrYeIVo+QLFPAWIqpZnqYZxt0D/JEfkl9VJTKhOuyGm5yFWN2151tTbNip1W87Nu/eH2PtoVA6kHOLdSsFX4X2a/ca2KlUG3JtYhQVH8dCqWlhua2jWFZwcznFyMMN0wGuHuVUd9aotfa31ZQeNZVtwskE2kb1S7yDDvF9IXy8pYGYjgdFIpOObiG/bM+FVbXk9nKYqZ1fSBEjXoIB59nSO86d+uV/QFcwnCSaDGBb7Yy/VUOvYZY9oFmHa5f1cgVqUiHChFtRT6DViMZl2S8p6mUCVe386y5Gx9iSkAUiF6hRQPXaxlukfCsCercGzdUzOcwyPMiF/cEbC17+5qqG1wiFtORwMQt7jaOrlfpH1Arx/2TBNR4Qqmt+EdpDTFBqLYZQJI1J5mBIhIS3NKAIGZfKkHF3KbEX2Sg6rGGgc01GtcyhNVrWL4XGE3tMZ5qMIyzuOrP4hDdzsi1bQYhrasRHEHoLQxvR8jEl3DKOSwm4x9a6hCBzkPgXOAnHArsYMlXYmny3LIR6fezMa+mjK55CTn00bReaAndpxNkSSDZCyHzQkYcWU5wVpU2EUiqFGaHAZCXIpTCcRgY4pZw5bzw5ynO/nuHy9gpu36pKiPT6YYzgIYLkRLC9CYuiyZKzMVEgEMRYXfRXhzEE4t2E3HdS3aEYooFkTKPoMYZ/dpVGZjBIUI4d0rJwycfx0hKNnY2imBbvqwmI/pBfDq2XorCmyDp6V1RFqQSR5CxW3DtvU4Bgajna7ONrrIvEjMb0LuYvPBSbdvBa8SkvSQHHiy9xM1SrQ2A1qs5aI53IFBc0B/H2CrKSRsgw1FNwT0PScEMHJ3x/DrJswa/xeDThV9guz9iGRZw2JUESKJTREZSoq1Rj1eohOK8fVDRWrDeCjezPcuzuDXtfgrRlQia5lWokzFL49kmopE0mkX7gu0cZ8rShuEH0eQTNCzCcxht1Yno21Sh2u7WE2m2M+m4m5zO9TfNWxvO6guWyVHfVhCLdVoLrM50qKeRTDD8tKJp49Wi2g3VLgGhUYaABRBf2TAr0TYDr1ZcVJJK8nzbOcR7J/vaQvcDYSQ9FDWG6GRktBpU5se3lPnvYVjM/LWRhfb8cxsbnZwNZmA6qWiIFrNo1kb0LCDymDVoVTEBc5XGhaFZpRg+d5aC/ZaDaIBWel0VhmSSaT2ioRrGX/urjdFSKQB4LsPjkZ4cnuDP1ehGqdRipX+oNpOKPgEwShzGSZVA58Ba7VgmO1xAzA/RB/Tn7P/LzEMas45jCsBJaTYr2T4/UXc3xqB3CzGpyshgd3TvD+O0/xqB9jX6+iq7tlVznnwbkBjT2NOQXaAHEWSihYQnaJKYsmGt2isY2f21gQsOcHgSwagTmnsGkgXdGwvGbh+tVVWd2nIzy9eybUPYYqpGLDjmDY/Dqc1WkISWxh5VlEk40tBpDJZCJrOEww6PMoqGNr28HyminVQ1yGY8KuOYiLHOeDqWDHX9xYwUsbK1guCrSTBJUUsHhfzRXs5yn28wwNuyKrez7B/mEX+90BxlaOsVma1RiR+8LtLXz3zZewVjfx/k/v49H7e9hctrC5bKPZrqHRbmA8TvH2b87w2w8HeJzbeJzxPhOjsRzC0DJkM85Iy2ot7jMDtSQvpSRqFQYcy8C1DRU7Gxp2tlq4ttWGlwfQpn3E/gij2McwDHDQz3HYzzGYmxgFNmYBCVgh4iTHtaubsqpWDY5eEXJF73iO87M5zgY+TgckSvK5ypkOaS409VEcJNa3IqYi6ZLmDI4/O+kxQqHgfnaRLNVNFLojr40WRVBCH7MxiTEzbGxb2CEp78UmXnmpg51NA274GF64K2dcVgcOogDdJEasK1heaaKz2kRb1bGkGVCCEPF4JjOx0EyRmClMqahR4HkbqHiXYGobULIlIGwg2n2G8PEzPLg/wp37E9yfqnhs13CoVxFlriBnjVyTVZJlSTzlKE1HphhI4SMrAuieD7sxFyOVmrhQYhvzGesBSTZwYGgV6ETiSlCGXyfmBLSsvKQhkHVHOg3xPkxnDsudIwlpImJPcRNFsoQi88RAyX2WdLUUNPmz7i5AWowQxEcI466YpJB7sEw+RxrS/U0zGKfWz4XKRZKR7xHfF+4E5NnFOYYkIjkmLKtxJDCzEPFLwloZdDApZvN3JoE8Q0TATUKEgY/A5/OE+xQTOo0hXhWmV110xDINSqGZTE5Njs9y3xA8OGcwNKb6YgpRCgroKcbjgSyeL1mLw+cgUdVMO1eqQKUChEEgAigNikKflXkOZ6blGYTaAPfenN1R3BVhkN//AuUs+QQSEqnlLJ5RF9jgi1Tmc5zvxc6Jc88yy/v8PHsRyJL5+SeIyuXXLMVf7omep1AXAvDHWOlS9yh//aKfWZUwoOg4WflzLwCLCwHYFQF4Np39YwF4USErYqJcuJ8QpRfp1U/+kwvt+bn4+Ink7/NO3OcEvkWadoEy5/29ubKB9sZlVJrLMNw6NKuCmAlgXrd8iXg7ZAqdHZmgMYrVIwk8w4FnuDAzH3rcR0Wdo1Mt0HQKzPwC86DAOLYwShwEhSVCL4OWGec3cYJE4T+zaWNaCPulqHuR8C2F2pJAyP31xRss6dyFACzv1SK1y394kQB+LvKWIuQ/EYAvPlMXr6OYBri/YhJf0OIXPdEfC8D8PsoE8ceMbQrPF1fT8+tPdvSLe87ielDBcBBg8udLIqmBYMjxj3//DfzxH7wOM5jADCc4eLCLe2/fxdnpCObyJVidS5jyPjua49nMx4NZCF9RsdkmXbKGtfUW1teb2Hu8i7vv30X37Ah5MoGuhLh17TJuXdvG+x88wo9/+j4OT3r8ROkFX0zdKTtHS5QMhxqJMNiJXeRDmYsHW7mYid7Sy9QwDyTEijJJyEWGO3FBxA0xFRnN00+UNjPyvYid82Wick83XEa3LtNE7B6mGM3+F2DrhoFLN01JwIrLc5RjPuAHXBP0JRGRqZ4jI5InAObs32NHalg6FK12uSiGzHoZEqJHz4BixNlVgVRfdGqK+AvppuDGLFI9xJoHXY9hGER8JIjjBGt6jm+0NXx1zcTOV9Zw9XfW8c4kwI+OJrj32Mf5oxiDJykubS/h0uU21lptrDWWcNKd4sfvP8b9J0eo6DGqWoI3/2gdb/7RBlQrxNl5F/vPZvjFjzL88ofEXsXy+qvsw7OYhlxc4BIZ58FKgVHXYbV1OEwoeHR+My3IfhE6KgykcxMBE6fdCWLfR70F1NvA2rUSv6V7CmJFEWQmHf6TYYGTuwVO7hVQYg0VSQYr8PMYiZFi7WYVqzcrmBwE6H00QdDnB4MPPR1Ltyto365g1s3QfxpjfhIi7oXIJnQpLzAZ5blD3jse8OR6oiCIDFZbgdUC7IYGu8bhq4rxYYHZeQFnuVyuncM1c6yuOLi0VRdM07PjEZ4dDdE9TtE7yuEPVRlY0jFo1lKYNaZFDWQUIoIMySRCEXAIq8pmQAZDVQXtdRPLVxxYVQXTOd2dMSwiGXQDlzYMXNk20HY1mLECNVBw1I1x3I1weB7i4DxEr5dizAPNjM9GIi3pHK1jfb2B+SzE8eEQo6Evm2duuKzClMEJH1wxcT0yxiMuAGh1HOmoYYcmkwgBu9Y4VKdJQVKf7CLVYHD4mtFzxp+R1mvZP0q3EsW98qlV9rhyaE0NhmK8DArYke2W4q/C5BOFQN2AohkytGJCkUgNeeBScKQgOWNHIwceHHKVrm3e4HK6eKDhpc+6ePkzHoxWjlCPMJiGePiLEA9+EUJL2N9iQifCvBHD7mSoritw2gp6Bzm6+3TZK0CoiBGD6RZpIJHDAPnXZZpDti3UgCwFdt2S5ViamBWIUIkzdi4nmPtcKanK4Nnk6y+Y+JdvOPj8p13Yr7hItkz8X2/18e/f6mHQM2UwEIyAyWmAWS+UoSJ/1qpno151YXOwVARYbhX45psNvPlmHe+dT2R98Fvg/tsGjj7S0LFTLNkpbr/RxK03Gjg8CfDzX/Ww9zRELig3DhCpcqSoEsF+2RLjA93+xEcOT9kdmCMPOQgzSzADE/gijlAQ5xCaO9hy8yQCsKWguWmjteFgzr6jSSid1hHn0DHv2aYMNYhZ40NbXj96fhbiLx3iNj8HHhNWJU6RiI+EaQOoMPMEVs7hhIE4MeFGGepxjBc6LfzZv/oj/Om/+iMExR78Yg/v3HmMH/xkF3tHA1SJ7vQ0nD2b4Wx/JocMDtd3Lnn48++s4A+/3gYcH3AD/OTdMf7uZ0OkSYZP7fBAZWI4NWS986MI7/wwxs2rOr7xVRtvvM5Ne4RMidFcWkVjaQ3v/naCv/7rfbz92wF6kwwTv0DHVbHkKrix4+Cl646gvn/1XoDdQ+A//4tb+PO/uIXHz47xy3ce4t7dLvYfBRj0ItQp+LYzVNsVVIle7ShYbmXYWnOws3MDV3du4pd33sMv77yPk5MA04GF2VgR9ChFJrqFOXTabNnYXrbRcnQZwZlMDPo6JnMdT3tz7HYnyN0EK9sq3JqC06cZzp5m2Nq6hEtbl5BrMebxANNgiOk4FBTS2qqOtVVD7n1r6000l6qwWEaua7jz0SHu3jvCeJ7Cj+j4LxA8zZB0c6y+aGDlpo4pOyZPE7Q1Bbc6Om5dWcHtr3xL1sPee3jYex8//fE+fvr9Hu69O8Hlywa2L5uYRjmmYYHxNMJkFCJKUhhMYDkqciNDbqTIZhqyMfumFQidyeHH2UYEDpUj6S91nAKtpoEmV0OXv0IJoCghDCsvB9YUfIhUdWjqKE1inqmJkO6IvZ3DPQ1h5iPIfIwmGgYjAzNfwTxIpJ9yxP7pbgJPy1G3cuxs2/js7QZeut5G293AkreJIL8n66e/mOB738/wq98ocOsuvAbR2ymWllO4VV7DHrKEVIkRxucTuD7gzIGr1zdw47Vt1NiLOD1DOnVbiCkAACAASURBVOkh7CkI+wrOuzlOznMYrTq2PrWByqUKjqdHspiarFUbUPMURehjcD7DL381w69+OZM0JNHDOy9V8epnm7jxcg3blzy0Gga+93dP8b3vPcX5ExXjYwfZXIGtRHDURF7TdoMIoQymRbxrhlmaSc1AUBjwcxOBJKYTkOpEygE7vqm9IwReuFLg2tUCt2+7eOMLdVx6wUDhsocgRcWswTPqePfXY/z0H3rYfeLjfJKiz2EiB2uWgdBnl6otCd8omQuJgYlxirAW2LlUiOEqJKKbIBhxPEME4PoqE5w8LGUgaSzzNaiJge3NJq5sNnHjegcvvthB3dGR9H3Mzib49XsHsk4nCfoBEBNz55aI2XbHlUVBkotO1fmcyL5SUNQ5uF8IOILlUSOALm45T7BjyJAVzlL4kxizfoHeAXHIxOvzWaShUcvQbmVQnBwkelmmhjeaHj7XdLFppLIehynenqV4LwbmnoWZayHzQ2RkETM1WhTSj3jeKzAaAiswsKIYePMLV/Gdr99Ec03HbniI++Nj/PyHI/zshyOMp3x9czR1BTtVFS+3THxtu4mvbTfw9nkfvzkf4M4c2Ets7LMzbxoinUZ45TMtvPrZFmy37JgaDgPsP6HpQBGxK2Q6y9PgVokbzmV4Kh1TqQklNUusrc1NKHHKRBMnmA9iSZQJIqtgurMU2byKgdZSW9b65mWsb13GPJzi6GwfJ+cn6Pb7mExHWL1Mqgo3hCaSxBJkI+9x43FUJnhpMuElpBfSqeq5HjTVxHgQYDzwUUQU5DmSKsktRClW66ok5oeTHCPiWh2zNPJUyxQx3/eTx2NZTd5LdyypkyUSu3tOsaXEYXFWwj03+5+5r+bgSYbH2sddQPWGjeWVClzPlpRbFGronbPiYCoiZ9XjwEhHHBGbSOMM076hpC5MEldIjZmUqayNazY2XrDRe5rj6E4iaVbYuZjDWpddtLYdDA/nGBzMUHcNbK5V0GjZ0KsatKouaaTAzzA4CdHdD2QPV1vT4LZVMYHyHOBQAHZsOVD7FFuSGK7jwHMdZHGKNIzkew2JHSY2aklDpa3KuYA9aEXKIQ+TZhQoIijEQmZMRvPF4j6yNB6SZkNRa32tivXVKs6PIhw8nmPSTQWpm/k8axUCvqkt56ht0BetoDegKK5iu5PjSifH5RVHnp8cPPSmBU6GGe7tBbj7JCz3tySX0LAsGGhiNBV5xns1ioUm/GEiAidTUdzju/XyfMv9znxE9C05Tzqa7GU0dEymASazUERtLq9JHDbx6RSA5yICU9DnsV3SBSTEpTR0cs+ZCS3EIqGJxs2cAx7+Ot3yheCniYG2+WxzmXJXMeR5ISjg1FPY9RQr60yaVTDuJji4P8N0mKLeYe2RB9fS4dkGhgc+Du+MMTkLJP3Ms3LRAnJ2d17TsX6Dghq7YhIoUVo65RUNo9Mc/f1CsJyWXAOamBVH+yGuvFqVxXsn3fj+JMOzDyZ49uEEjS0Pja0KVJOfx1BIUGbNhuYamM6nmM5mgny0CwvNio7OQgDe3w2wvxcg9HUR+xzHQKtNnLuOGrvbmxbOBuxnH4nZedrTkMw0mIUBEwasZgS7GcFpqHCb/AzbaHQ81FrsDisHQgGRw4MUvYMAp098SU27VQtujfOCBP40glvXsbFTlb3ooEdhhQQaB0XiCMlIYXqd1QPNFGaTVJwMBStdmIyPNLlW4ynJS8Qna7IUK4fiZCA4jV40GiL43oiJ4DzD6DAVAoCkcSwFSxuWrEU2RM4lFAkoykmIyuA9jijKMuVKMYf/DLoPaOFCAKYxpxQmOW9JEopcvpj5Ys5PSqJ6KQDTvLEwrhBzSwOOU6mjtx/i6KMRRmc+ll9wsfyCg9FxiOFxAMtQ0GjpsF1iqKtIUorDA/QP+zCqOdylskoonRnyPtHMxfN0jUjnNRONjok6q6TcEj3J74v3I5qddbUiQ2yiMyfzE0xmJzKjIYacCUcijinax8kcaUZcoCtL0LNFKGQQJhh5752PTMzGJja2PGy/UJH73KP7TEzO0VknVSJFbGpIDKas2RnLZ6CGrKsgYx1Kxv5iC5WOica2CafNJO8UWTGT1Hw2I26cXYV8LrEDnJ30BronJI1M5c3SLUdSyfV2gXqLC6g3gb1HIfYeRfC8JtbX1gSJHDHRN8tw8qSL072eDH1JA+A5n+d73jsdj8/ltiDJmQKTNE7mAIUl7yeffxIdFdTlRZchMZDl1DMOA+laDGdjRPMx8jyU1Lsk31seKk0PUZLJ3j2YJSgCptqBONSEtuFVI9TqAZaXM7ywo2F9RcEHd0b48M4IBjtbV00Jh9C8R8MJjdcaFzsu2Q8riSYOxA0UaRV5xlRbKvvQ6dhH/2wmZoEar0OriukwxIQCai+XvRUNVCuXbPmMiHmBJhonhOoESIoUQVgaO4OQe7gAzYaCRgNw1Dr0vIl0VsPpswwn+zRV8JwaSxcw4x2kbpAuQhMJyQY0X8VZgDBh6jtDZ5XEOlWMZ/68wOiMRlyOGTTUWiYabQsrnRpWlonGZeqOVMQSZx4QU1r4spZW1tBeWYXlVKAZtuBmHYPiSoE4niKOpjBVG5bmSf/yhRGK1zeFp5k/xHROAXhcCsD9RIgM7WXuecreS6atAj+QoMh8oklaueatouqtwnM8EX6ZGK94ntRR+P4QfjCEV0/QaGW4tA688aKOW1d1qIEJLTTw6F4Pd947we4ow5FdR8/gs4HXYAw9d2SRFBITESuGFOI/mULj/I5EAt4/EyhKIl2gaZxKGIP1Q8S30rTuugo2NknvcfDStQ28/MIGnn10jnu/fga9SHDzRhXrGybCNECQ+pjM2a+dyR5uOCFqnfczD7bH6zgQis10StM152WqdDPzuTI6Y90Ph74kOmgSiIholNBUfGl1E19a24Q+GiI5P4Ge5HDsGhTDQ6/Q0c/1Rbo6xslggsP+GGezGYqqgrxa7jO4PvfaJr7z1ZvoWAbe/sFHePjOU7y008CLOw0pdY4LFYe9CD/7YIB3Hk0wr9TgM9HqRvAcHzrPfKRKUDcxMyESzgsFMygwTReeXUWn4eGlbR0vb2u4utLE1ZUGwlEfJ0/20Ov3MC+ASVJgv59jn33tsQk/4+vHz0lJv1lZ2sTy0gZMpQktr8v9djycYzyaYjQeYjwaoVI3JHXJ/QEFSYqLYjxRvTLYJeGuC+wpwx8WlMJERvw7e+o1B7nhIU9iFLMxstkQUTRFFE5x+/VVfPGrl3H75TZe2vSw5gXoPv0Fes9+jnFgYhwamBUF5moK1daw1elga3kZjTRFnejimIJIgBgx8mqOfGG4Uk0aCq7C8W5CT9ehzGrIeyaG77yHwTvv4u3HGX62Z2JX8zC4VMesXYEeqNDkTKnKKlhfRTKVqoE5VGJttWIOrfChVefQmz4UM0cRsGfcFioNFwVYYqGZAJbDq5h4fCSZLyYlxwMMJ4FuUQAORNBVNB/xvI543oCKDixtBapSWSR4iYJXxRxTKAFUfYZcHSDOT5HmfSh5E2rRggpHxGca9xTuPZWy81doISLy0ixGw1U5Q6b4KwLwReUoqyYk+UuxshSxBHcsHchEeNOgx880z6SkEpTUt9APSiIFz1dWWefJms+E1RDcV+oUomkQ4Z6Es2HWoZDKU9bvqDSCyXyfLvRyTSYDTCZDSQnQrMLvl93rNMZ6TgrP4aw7EJMQq3SSKEEcJnLN5dShJKDHUAxFVAqwxFBz/1Oac6VilL2KCwF4oeY+1+fKdO6FkFfu1aVHnWcI+fuFOniR4OUzdmG4EjT04j+CYl4IwM8FRkkBlxjpC8rUx8qxuA7EhMxnEEXgRVR50edM4d6EY5XkkfnMl9fgeQL4oj7kQon+/wjA/1gO/qf/77no+wkheBFML2ceGglcvA/wmgYqrWXUljfgNZdh1zoiAtMsxkrMC8Q2NTs+E1n54Lq+rEathXq9jSwgRZb32SlWqhrajiI04dCPMU1NTDMH84JN3CbCwpSzPoNnnOtJz72Qhj+hxYsIXBr6ytebv77YEy0w1iL8PxfDqS2WyftP/uzPhfyFAHwh5F/8vk+mqJ8LwDRWcGb/vEaVH/1Sw6QJ7yJV/7G5YEF3WWjCku7n969I1BEZv3epV8lhooDNfu7FuWN5uYbvvvkFfPf3Po9R/xTj3gkmp08wPXqEaDyCri5BU5bQn2cYzDPcG83w28EIM1XFza1VXN9axc42SRQrePuXv8bff+8HeLL7QKgrCgJ8/lMv4fOvvYR7d57g5z/n/Lovn6aCHwB2adG9TZGBFzCH8WVZN4dzpWO2hJtLYSn3x2WKjOgrJnSJS3QM5ExYznNJS8hugZFxfkyFRV8KUuJiWNyg+LZzuW061g0RNJ1qKc41mrmsJC7RtYEPEdnonqezm1+DG9NwRqe1ijhVBf1L1xkHN0YlgVkh5ihH71nZc6WEmgyOpAuTahO/H6Il+YaW/gLkqolCNUu3r0tncop8nqCeZdixVLxQ0/Dp1yr4zGtVxBtrGK+to58VGHR7OD/p4elugmePEziag6btYurHeHzSR1D4+PwXqrK2tqvYulLFk70xfvGzY9y/O8bRM+DoGZnwdNfzAM8kAi/68n4hr5+gIUzpIaJwalTpwsuhW9yM8YCgICWyd6YjEvd/CK1IcfmahcvXbNitCHY7Qm7SeU8BWMG0r2Pa13D2OJFF5BVxGSYxV00FRktBbcVBbcXG6GmA7kdzERQrTQeVjg1zHTDXFYwOEvQeJgi7CYTFyeT3ou5RcN9ibqZrlWqwSHzyg7mrgLcKWFWmgXQZNvG9oohFEdesp6jXOHg1UOWQnOlPU8XhUYCjIxbZM22uIQvZ80d0D/sFeZDIEc9MxMQnEt8YRjDUHGsrHtZWXSyt6eis6/CamnRBRVmC45MxTs9n0nHEB3S9RrHCgJkoyIc50kGByRyYzBX4TMlTHCOWi1e5fI4s6VOWe0aqYD5IMTkrRTnBn3NelurQMrbaMhObIGf3nsl0ADuBDFlE0jENw542btB4Y77odyHSVOdryD5Yvr78SJqKCKNy+5H0bIlXF6cZjRaCT+UGgWlxblb4e5i2L/0dWVo6zSkAsmeGN1Q6nMT0EelAyAHqojOCPy3TTKaCpTUP7VUX116zsPOqBT8LcNKb4WB/jv33c+y/xxRxafzwllTUNxU4LYrO5cBleKRgcFwOcwVLIZdE2Rt6gaZQiDtJ+fqVyGJVEip0erJ3pEyT0C0WMWlG1xhfV/5zBrsy4IsbGr77oo7XX7PR/lwVxk0Hf/OrAf7ml0Ps76k4f2Zg2gOScYZ0lkqKwvEK1OseGvWKiMFpGKBVz/B7v9/Am79fx292J/j13gR3fpti9z3AP9XwtS96+NoXPHGkdlYNnA9j6WQ9Pk8QRgbimM7fEn0+R4ZpkcJPUgTEdlLMOE7QO6aIyNRzKQDzcEWThGwG5CFU3qVKexkTT4Dd1OE0OEDlAIPD3EKwXyLy8ENHZAhdUXkOyzXgVEwR8AQRRgMAXyiNiGnWFBRIiHJVTcIq4BQBnILOY2ILFdRRYFnP8OLmEr775/8C3/2L7+K49xsc9X6DO7vP8M79M+yfzEQoodmj7PnioaGkM3TqGt647uL2NQeNjiq97o8PfHzweCpC985lA426ht1TBXunCu6+lePOT3K8dsPEt75p4ctfokuuLqsfBhiEPn7z9hg/+P4ADx76i5p6BRqfBamKV7ZNfOY6UzTA8SDCOFLwuS/dxOe+fBNvv3uM7//woSQIllsVVCsmomyOiJM/Jty1HDtXPLx0vYrrO03Y7pKsO08fyHr4yMfufQVnxyRJlJ+xa5ds7FyyOb+Hxg6qhM9S4l4yFNKn4eC4H+HgzJdB4soVCsDA+dMIZ08jbF/ZwpUrl+BHAU575xhM+oLY4lDlxrWmrLWVhvTlBIGKD+/08ejRUBLDxP+d9ubYP51g1IsREEc4VbD2iom1V01BI/YPIjSyHK+0FLy2vYQ3vv51fO4bX8dP7/waP737K7z3zikef+hLH9/t223cvt3CyWCO0/4cw3EoJAOi6PQFPQAOk5c5jMSDEVWhFey2i6DoCRJi5wsdBXuE8giOVaBe1VGr6qhWmArgRo5O/dKtXy5hDsnGtFjcMOkuNSnyyf2z3KjLp1xJkeQ8mFjwAwX9XoxeN5EhxOlBjOtXTNx6xcELVxxsrnpYabmwdBumRof4uay9p3M8eBjj8FBBtdqRZbmla56ECT8LcX4e4sGHvvS9ujHgJkBzqYHmaktQ/Uk4QRpMUQQKcg7YeL9FgfZaBTuvdNDZ8jAKxhgFEySZgTQz5bM0m+Yy7Hl0MMHjgyk+dbuKW5+u4spOFetbVen8e/YwwNNHczx5MsLekxFmrHcY84akwORAnklFvURQri3p2FrhZj5DbxZhMEsw9jVZGTegdJoLtjWVw4ophz0NLTdD28nw2k0LX/h0BTdfMlDfylFd5QGzxFV2uypOTzXs7cX45S/HeO99Yr7YD83hNJHdRIXmMN1EiCSq5sjiHjJLUnHy0kwoBhPuMVM+88o+Z+6/SHexDRMr7TqW2zV0WhV0mhXEQSnEiplwksjfH3UnstgaUtia9NkRI8vrxZAeKqMkphCJ6aSwHQ4CeehURAS+2Iss6oNkL8l+NtYaNBumrHCeYjoiulZFPHekn1ueRwzse0y6EuWtIOABOs+x5SfYChJsmSY2LQN3+jHeOgnwq0EE3zZksbu1IFKOhibBEVP8Yhqa8yCi1DR8eqmJL6wtYXurhcZLy7C2avj1u3dlPXkU4GA3F816rabhZtvGt7db+M52Cx/2u/iwf44PYgUPCht7mYEsyJAFKTYvGdi4xHQIb/CBGOxiv4lwXsF5byIrI86MoobJnu/yUBxNy95LViQ4rpSoyoGcAnAwKFdZGEEcoQTo5WBuOS5sx0G13kClVofGXlLHR6qHSDIOPSPYlVxWEBalcTOk8TFDzERlwgE5k3E0NGSwLSaAKyIYSA8QE3JBubSCfWmAbapotZnEsOFzYMzeUNrIOOTQywSxoWg4O+jibL8nQlFj2ePWHoN+JOaf8txP0a6slqEBkj83TSki1PBalQ1KOfDx6qqIepokaU0MzmNZTN0mk6KkDvFa54BGZXqbqTZ+TRpteT9jolZFvW2h1rYkaT48gSQQNQrA3IdI4lHFdOBjNvBFbFpuV1CpmGV9iBhxLSiqhdmkwLAXI2RvuBdBt2Kks0IWU5gGjWB5Lka5NE/lNXEsJvQKFMQL89zHfQKTU9WyVqfHZwbNngnrThwQ+VcUTAb4YgBlckQOTxRpDGKQS4MhUaqea0qSiIbPGb/OUYjBUQg9Y40JUFsFmlv8ZRWDkSZkpyudFFc7GVZqFlbrTLYUOB5kOB1leHbOVZodKQAb7MojzoCCYMRjGgVg9jsaIg7Ozlhhwo5vXbqfDU+R5RPr14tRRIoI43xmERtKWs/C64xK00RzhakHYuRDESBIUxEBWDbNpQAcUQiIU0mCMRHGrasMM+QyKacAFP3FyCDpaArACgbdXIQHt5XDaWaS/l1erWDSjXH4YCaoc7tmSk0PDVAVS8P0NMHZw0h6RLl3J73FXAHMZaC+oaG5YcAlnljNoLMqJValq3N0DPQPuYctBUJ+7+PjFJOjFNder+OFz9aRZkwJhxifJRjvp5gcZKhs66hcMQR5S0e1tK6wuJIUpNlc0naOrqJm6mhWTDRqJiq2gacP53jycA7TrqLSaIhRu9ZM5f4Tz1PpQOWzaTiP5fNPcoTsVf3SYNvZ0tDZUuF2CpitTIzBbrUC03LQ24/QexYJxcJQVQSzTPY6wz7TODwScTjDk1WGat3C6kZNMLo0IZ7uz+BVPCFwUKhkwiUtYlhNwGouaqw4tOR5hSblmKJninTOLjoVCYfJTgG9wuRoeZbjeVuyUcQwzhSkUyAWAhG/h0IIF7VlDjvLexHPlHGsyz1OEIBpBFN3pYvQ0G0YuikmnMKYodDn0Ni9y/SvCMBMbFHkChDHARIhCyzO2JIALu9HJLDQUMdVbVRRaVYwOotx8mSGcTeQOpD6CrvBFUmjcYxKMZp7q4xD3UzDpBfIMjxWNZQhh3CqCV2LhLUsKdDsOOisuajUKbJREKcwxm64BFFAsxcFPqK/KzAMA3E6RJQOkQWavJ58DonJl6+OUhrevYoNz7Pl/aF5S9VSeNVCqDfIqkBalddHYzqUHZhnpG6laK2kaK8kUBwTim0gSxwkHOCPdEwOAzGuM0nZaNXgtBSYrRSqmwgOn0lrNU6gJbHMEkJW9ZCaRTxhzm75WJKfRHEXigG3oqLVARptFVUKKTUD+0/nOHjio+I1sLq2gnq1gcGpLzjcwfEQw+ORpLQ0MVszc0XzowXTrsOyG3L+532C94ws5r2w7BYvSXtc5TOZg2e55sTExrk69xMUBYeYjQYIgymsugOr5qK2VEO9XZfEbkBhnqLcFCj4HoYO0shBtRaj3gqxsprg+vUcG5sZdp+M8fjpGLqnw2060nfbO/IxHacw+bXrNjSLiGmKrDRGMZVjQgV7gFviOC+KUIzN/pS0AiaPDRSxhtkwwWxAkcdBRmSyzpQyq+eIZs5Qb6Uwq6E8v+I8xXhS7hH42vB9b9RU1Ksq4qmFWdfC5NzGtO9gOnCgGuxW5iRmjiSbiaDOZ7Y0H2hl3zbUBIUWy2dDaiSqxFDyjKxjwv7rc8AyWDnnodEwyz5KPlyIt86ZyDZh8xrTgPNhH91hH5d2LuHyzpZU3/FP53vk8rrXKJqV7Lsi1pFHpqDOZ2NWhE2hGwk0I0GhhsgQoN8P8XSPf41Rbxuot5n6L4Md3EfHUST3FX9qIphYqHorqHrL8hy32DdOo57lisA8HB9jODrG5mVFOqqvX7Hw+rUKXt1ykExSpOMUD+8OcPf9Hp5MChx7dQwde9FXHEHPqzDyCrI8Q1yEshLuV2U+XJqbpBu2iCVBqJMkAxrGFKkcmI5nmI0nsMwUWxsatrdMvHJtHa++sCaY6KPHQ4RBCIOmKSPDZB5iPOPrUFIN2DhIzScrNBiWC4PuADWRNR7F6J0n8txgHZ3rEi2cYHqWIiMohqa9io5Ww8FSzcW24+EKkepBCHM6g8EOYquGXK9gEusYxzoOel0c9LvozuYYhzEmaYLCKGRO2qCxaUnDZ19cwdc/s42WpuL9t3ax+94Rrl9dxgtXV9Dth3h2NJH6nfvDAE+mMfQqTXqMFbE2JpJZQEbgFVhfwopCFU5dh1szUKtUUHWraHoelisFOl4h1TttW8d4Msb++TlOBxMM/RRDP0N/rqDPswnrClVWFnLPXFaEeeYyXGsFiCvIQhdxwNm5jyjypSowgy/IdRqO+e+T4kfqETtuFaXyHHFc9oMyfcm5HGk/fNKVeloOpvUcRH6AcMyamiF2rrnYoeH+pTW88tIGNhsxmukBzOgQ/fGpLJqSWW1PwdywTdi6jkZmosnEuRJDUxOp7dKaLjSH1Q/sz84Ah66PJhS9A0XtIO0Cyd4E8wcj7N4dY/fuBB+FVdzNWxgYNhShP5aVjnz2cn/BGSOFbt7DCyZlFqvIR8jzEcxKIMYznn/iwEMcukKLpt7A5K/JzzOfltQ0aAYJpwjCKZxKCo/EHC+VxL2i06RVUj6UdBlKtsJ3XAysPNOLcMuVGchTEzlmyJUBMvQQ52eSBDa1ZRGMyySwRAied7QK/UHTSsFxMdeTpPYCAc1Kx4tzB3/2i/71UjzjEGVRqisZEuo7jHoICFZ8RjTKUkwlCbM0w5JMQhx8eZaRP4n/DgWtgrRXXjuLx5SwPnk/kFxCSbxYoCujcIaIXTDsBCY9TnqPmRQOYZsxHJLkolDSv/48kOoV/lUMqjyo8WcUMmW57yox3ItOXZoSiB15ri8tKImLqoXS4F3KdCXBllQV1nSQXFLWhJK+UqaKyxlO7IeI/LDsU16c4y6Sohd46eco6IWk+zxdvCB6CjJY3uuyD5a6hSwGLVldxvt6whkvq9FIVTAkDETD8D8SgD8OmV60zvz/6b7/7K9fCKLP08m8PuSFpFagSEjNqi3Bbi6j0lpFvbMBu9pGnJQGW5lJ88Vc1PhoSoKq7aNiz+FWq7Io6k/HAyhphJZniXk/i2MxdqQw5b4R5haCVIefGgiT0oReSuz831KQL3HLi27fRcdv+adfYMDLN7U0O5Qv0IWIy+fuP/tCifRYXhv/XD9weWkv8M6LBHCxSACXX//j3mRqI6UAXH6/pcFgEVR7fr2VArBg4sWuzuckO9WJx+FXZBY4g6UkWF+q4o9/7yuyHjz6AA8efwAjn2KlAlSI4j8eIj8e4DB0cRA5+Gga44PpDLFp4lM7l/Da1S1c3V7D1Sur+OEP38Jf/eX/jQcP7iFJplCKADeubuHG1U0cPjvH/XvPMBpOaT1SC36YmHbh8plkmjGx87HjgXtQChclOqA815LUwxusQQRxVZV+H8u2Bf87O/WBqBAEDnv+ojxDxATaojeE4h+TQvLmsetTL9DeNqX/tbFmot6x4LCzKQ6gJiGKlGlHHVGiIkiAuZ/JcG46jDA9KjA5knZKwYXVOgbaWyaWLukwDB+6PsfZXoHDj4DZhFhATnLoZCh5uho7nQTH8HGynjdA4hHALqyaDpVu3VECbZ7Jv1tRgK9fLteNN7+Ane98E8YlC5PsCY4GD/G//Y+H+F//hwNxD9u8oQAI8hwrlxz8l//tZfxX/902ZtMC81mBv/+bc/zbf/MM7/x6KBt+dn3QEcHhoFyk/GzyOlnc2BS44LIagLVEfDI3tJFsaksePqSriD2iKXEj8xwVW8OtN2q49bk6fIxlxRyeE/8sODAL066N7rNAEgTEXnGvZVdUNK9ZqF82YVgcquro74Y4Yw+XaWL1hTpWrlcREaGkzdB/mKB7J0E8ymSYSsFRGPeshWCXKZ3N4HeQDAAAIABJREFUvIfTicX7uWz2CtS2gNolpsZ4kNBRZBryiOhuot5iOWwsLTlYXq7IsHY+DzAZB9Jhd3JYiOORGGAeiHholAeX0EIV+Ccm/FNTuvvojq3UgFdvt/Dq7TYuX7ewfcOC4bA/LUW3P8f9h1083iWSBxhN+IEv0SfxAPAPU/gHlBct5IUFqwa4zUIQWXYrlUSrJAfbVezvTbD/ZAKfic6+BgS88bMjiRuRsg+cImXKgYPJ11qH7RnixjZ1BbNZgsk4FlODwo0H7cAona10/5bXrBzdxb3DJCgRfBfpGX7WOAASw0V514bpZoI+YgKFIjAPRBz8EOPH53LI66XkCpbOIIMYVgMqhTxiyAp6WMokKZO2xLK8eLuFF2+3sXlDw9YNTdCc9+4M8NEHE3Qfaug+pM29/JC1tgys3XDgNpg0CDAbRZicGRif0vWjyMBVbrIL5MfFbpOpWY0DKB7iRHhSYVdLATj1I2RBVKbL6Gzm8JRYNyac6YovgE+3gTfXgc+8YmLr63XUP+3hh++N8cN3x7j3bo6H7wLjUwUqcUOpglo7lyUDgzbde4A/naNayfCtb9fxre/U8dP3J/jZ+xN89NsQ+3cSGLGG//pfr+O/+dcbkq7hQ33sMymXYjQtMBnrmM2Y0Od9ScPe0QwfPZngrBdJImUyzNBll9lhJOkD5Bw08tUgPoVv4uI+IO4novwYVWKCbTEQ5f7wYnPOfdDFvXbxfl7sBqpNF42lCmyi1+iWNRgYYSKILx4vMeJ+DcwUC4nCI8EMVcwxGRIjlqNtAVtV4NWdFXz7T/4TfOdP/lPcffC3uPvw7/Dw+BC7XR/HPIydAOFAweaOjc2rtiCLKRyaRYolNcOymWP7ShWXt6uYhjF6E19c2avrTOkA7+xmsh7/XJP1mVdNfOcPbHzjdxtoVa+hXbuGXz++i988votf/GqIX7wV4/goR6ujC0J3MlAx6Su4vWXgy9cNrHcAjRv0OrCydQXLW1fwgx8d4i//6pFg1r79B1fw6qstHJwMcHA6wGw2knXr1Q6++qVLeO2VNQzGwGACPO3uy3rn3Rl+/pMEe494sNOlt+gPvtnA73+zgdl5jKNHAfq9AEPfxySOUe3UUVmqod/PcHYSyzBxVQTgHOfEGD7zce3aFq69sIXecIbHT45x2uthdR1Y2wBev7WJ129tYa2zhKrbxN5DH//z//Qh/uN/eIzPf2UTn/+dDTw56uHde0c4PfXh8xkQ69i4bcmanMbo7UaoRQlu1DK8ermBL33rK/jyt76Cv/zBW/irH7yFvYdDTM8AR7Hxja9fxje/cRmPDrp4fNBDjyLEJJH3UXUzaG4OrQKoXoGquoSaskKZAWkxRVLM5Jkll+5iUED0bcXVUXE1uBYRZtw4cWNcii68b8ccqkfs8hUeqSymfrgJL4pUhoTEohM/zcVEk+W6CEIFR89iHD6L8exxKOt3v1bDd7/bxvWrnqSLiPuPU18c7SlNO4sDCPGDHETW3ctoeNtiBKJI0p31cDg6xv2HI/zs73O894sCngAVeevVkWlmiTNmTUKWkoQqvrilNrDSAa5csfHSiw1sbrqCAuWh8LQf42yQ4KxroDuw0B2pGORjDPMx/uzPOvizP1vGpa0qLMPB43sR/pf//hn+3f9+Is9OLpo4eBjhYUJnsoHED+Jhowwvb7v4zI0KTL3AUXeKk26I3gCyVMOBZjhI1BQhQmRGArduwqubwCSW9cqWgd951cGt10xcuaVj7YaCUUik9BxWZQmV5jr2dgv8239zhL/+y/Nyb8JtEju+loHmKtBehVQqGGoDhtbExA8x8dkfxodeiSukGSthMnJamrz47InnQLPm4dbtdbz88ipcEacsvPPzQ/zkB0/w7MlE0iAh71GWCpiK9Myz/5wVBn7EypIc/ingn3FfzXtjiqXVQj47K2tM6rJzUBVqDOkvdFPrIJaPaaQIrpPg8iVLFpN97HemKcqxG7CsKnJep0ohKEiDwpkMXhQxB+qPu9B3e9i069iy63jnIMDfPhjjx/tThIaG0ORzsHQkcXiWRiUZpbJUzjZmETCNgO0RcH0EvLZ9GW/+y2/j9W+/jneffk/W2z+d4u0fpYIqbNZ1XFuy8afbS/jTK0t4ODzFw9Ep3i+ADzUHj1QLBTGpqQLXDuA5AWwzhW0UqNoVtKpX4FmreLR7KGuWhmzAhOqqcGoWTNfA6IxUikiGnm6F+04gCkj1iRENU0RDCk3lMFqeVTKMEGCHeD8vThCNSxZWXvLQ3GK3Ofc5KsI4RhBFYioZDEL5bPAQzsGGIBkjfrZT2G4Mi51kWgWO5Zbdli0m0WIk8xgaH38cuFo6OstVLK/UZE/FQSyJDJNJInhH2/RgKCZ650fonR1B1dm7WZNh/2gYYjxk2qystaGA4fOgAdIIeK7hoJ7IWOKyOBRh720M1QrE7FCrOajVXYzOFYy6CrpPYpw/8jHtCnZFJiPsDdWqEPGAw7dak0tFrUWTHQdLJtKYA2dTBsisbDEsGrO472HqyEcYEtdqolGtwDbZKx4JdtGtteDVWogptPo5ArrqKbQkEzHvKVFpeiWWkYMiKQ1RMljSM0iRlomyxeGBSTQ1Q24myM0Ux+fsOI+QxzYspQaN2LdkgiydlhUdmY6CexA9k+QE95UUOUTgSoC1tQYub7XgD3PsfjjC3ocjaJkKLVPQ2FDQvsy6EBWjWblXvdpJsNNJUTdM1E0TgzFF3xinoxx9X8fA14Wcx3mYpmR82sh+8UIAdmtlkj3s55ifpdDAnnETlRb364osYnCnxCjPStoR0+QR6QUh+wt4f2ECWEdj2ZRrlfs5rlIANiVhwKEoBWAO5dnnRVyx4apicmOSmmZdJhTYp00jGRN+FICJDY9CBYOzDME8g9vO4S0V0gHcWa3INXP0YIZxLxI6D0XeCnsUaTbpKhg+A/wJz955+dzdBCobnI1qpXm6RgIHO4wLRBMV4VjB8EhF/5CiTw6LA8o8w/QUmJ0BN77cxM0vNzEehHj07hDdpxG0iQVtYsO6lsK6lgmin+h66ffUTWSqJmn9ySRA3QWWqiqanoUKez41G7v3pti9N0F7YwVb1zfRWtXhVmcoiglOHo5x8miMaWxglpjIuafndc7n2iATk+3VFyuyvLUE6tIMajWHoVeRpw4e/Xwqy/MMLK0wLasiiIiXI1o5xpSDd3YuVxTpcu20G7BVS0T1wwdzrGxWsbJVk8RZfzBAEHPoq8Fu6SI4JTzj0EhEEgQNtEGK3M8kscrnFMlZPPf9v5y92ZNl13nlt8483vnenLMqs0agqgAQBEBSTYIURanZLallq1ty2y8d/s86/CCHHhwdVlhhd0sWSVEkRQAkAYJAATVmVlbOd57OPDjWd24CtNyKsI2ILVJEoZB1h332/tZav8Uk+dWQquo+5NlWh6WQNgXMJhxmUrymQZN7YVVdoao2dNWT7w5FoGCxgKl7MA0Phsa/RxITKxQmIgLbLpORlpC9OB8gNpBoTA5ORQAmGWl18GfKkQYDGol5b+D9oNGj0bLqyOyfRpgO46qT2gF8x4bvUIgrhfrEOx1JSuw7DxeQRZILiS7cy5cz3oNWN4kS6PRq2NhoSOKYAlaSRfIeLBfsYie+lejzqtvOYc+7xhR5tEJ96wjmOSZT7s959TO5kP7wWp044ExoLsT6U2xtd1X4Tg+e3UX/corTkz7GTIHHTFdraPZSNHsZbM+WVaR1ZGEdy6GJs2cDnD8bYv9OD/t3e7AaGTJjihTEmFeGDUuNYSmsq+F8gVhUmok5yOe5szJ2pJLYqvruOuuq9CZ7ngvf93D6sqpp8f06NjbW4Dl1HD0Z4+jJBMvBHMFwIWKa6L6GDtVgWtSDbtagm6wZMYUOQBN0TFpZxD1jlUoSp9qXZAp+Dixdg2WwSouGBd4fB5j0+5hNRxBHFKk5vTaavY4k9nODVQQl8nGJYsKajSYQNVBvpmh1Q2xsJbj9aozd/Qhn/Zks1bRg+i7GgxQHn45xeRbB6dXh9urQnBk0dwY+gFkjpqg2DG0dhr6BKFoijgI56/HungYUfUlTSVboZz7burDcdSiaiTRb8oaN3naM3haT/zGsOmklGYasQmOCuGmi3rJQdzWpFyA57OXjDGfP+WzroUx7cOs5vDrN33OEyRhpsZSEP/dfJsppt+PnmZ8zkmAEv87vDFH3to3lVMVsANR8FzdvtcT8/+zRMZ49PoFWOiDLqbfexNZ2QwxkTw+O8fTwBK+8cQOvvnFDKgCCdCIDX19twdOasFddzdGM/cLAuD/D0YtDnJ8ew/ELOF6xqijQMJvneMEqs2EKt1nAa3Hf48yAVVhVNzgT6tHcRTT34Ls91LweTOn9zKpueha1FxrOL5/Juv8VC++8W8frdxt4a6+D+5sNLPszLPozPP50gk9/PcXhQsV5vY6pz/NABMuMYeRNGEVT5nMZq9bKRGZkcUbRhs9DJvMSlCmx6ayx9eTOkmQWktTC4HKAi9Mz6EqA/W3gxq6GN25v4PVbG0IvoiGsPw7wcjbF6WSBwTDBYMiO8Gq/IXWF9xvDYjLVhibntQKWXYph7/RlgPkkE2OMGLguMwQXGRILSH2g2bVxf7+L29tNmNybI6ZLgVauwFJdFAaNETUEgY4w0PHLF0/wyxdPMSYGl53RGs0fueyH2/smtvctvHm7jX9xdx31Anj4jy9w+EkfN/Y5dN/Fpw/7+Pn7L3EwWqDvAxMf6NR1tOu6VGyEc3Y38x5b3Vt7m6Zgsa/tctlYa9fR9Ouo88MZJlDCFHocwkhCXCwDHMwDvJyEuBjF6I9TxIWBmKKsqULlfn8lXNGcFrdRxm3EcwvRzJRAR56HULUIbiOF12BCv6ookOoV3r8YOihpOq6tzi1VaIBBD+4bVbKS9yTO9JkW5PeWpsMFpsMLpNEI/+ZP9vFv/mQPt65tYLe3ATs4Qvjsb7A4+wgjxcVY9RAoCQI1Qc110Ks3UYcJ/WQJ/TRAYEYIrAjOtRaar26j1nZhLxcwowSFfwOFvy9m7zhRsXx0isX7DzH46SP84lkXHzzr4qi7i5Pd6wCF83iMWr5AYgOJU4m4XBRd6RJQJLVqykryS1m2F6HWZL2VjiDyEcSe9IDTqEQyKBOuYvzjXT5htdBEltegYSMVEwvPSty3F3MTy7kFW7smi9+RQllW2Ogril9BhdpBVs6QFudIywukRR85pvCsHbjWDsrMQ5G5K/NRpZnQTMXPvRjNpaO0umnxPML7E/8eZzQ0h/12cpV/j0uh+MkU9Co5zIebpBkldlkFTSrDmV79+pWYJelWSRxXZlFKsSKmU9iq8JZCGqRgxn3LMvka8/esnlE0jHDxLEwyKOc5PMuwzsJSI5gKxWDSVmnuCjGbLWTxtU4ZKBP8KXWbygTM2RFptTz3ZAnpZiQRVL29IlJeJT1XwQHpA16Jv9QymGx2XQeOa0u1DzUOisL8i+nW+WiG2WiGJE6QSmdvlX6neL/SwL/oGa4qG79Umb8QWkVYpWGOQSia0ik6a2JKJLEhYdo9DCu9R5zppD1kiIlmXaWOfxvl/P9L9f2v/EN8afjWXGlGlYhKrLcC1WlC89uodbfQ3dqH31qXPB+XXGclEFpCJd1ISdEwl2hYATTPgu5bCJIE00Ug2kLd9eDblhhglDyGwRoEzqEKE8tIwzzSsIyr+Yd8NkDTLhPkFVqZn7mq47laKwl/BTOvDA1XuuSXKOaKIPplD/NvvQDyYa4MDP/cX/9UAK7SdNWvrkwxK1KYckVFvroL8Jf9UwG4EqUZxFJL0qPoimCCNUYMFXGpwyhz1IsY17t1/NG//B7++F9+D3///v+JH3/wd9joWvjmW7exxyqPD95D8sH7eJT28Djt4fNIwcMgROl7+PrdW3j77k3s72/J+qu//i/4j//TX+LTTz9Bni6hlBHW1hro9eqYjZYYnE0lka3AVEoy/4keZH+SfNkSig58plQs9S/KuMWRqEKRh44C2ADYY0f8V65DzQ0kiwzxnBb+Uhz3xKFJkbMIgbkkjCXp2DDE+WTVddg1Hbqfw/Dp+Felr4pf4uU0RDAJpRNCkqPcaHjBSrnBJljOU/l3xfNMnNpMwdU7OmpcbT6kqpj64CjD5bMM0Zz9pzysVklDwVGLna1AwQeooK1VuI4Kx1EQ5yUSboYUs6NSnM7rmy42Nmzc9FXc8NlJ20OrvYnmloXabgq9F+FHH5zghx+c4NnnEV48SeFbFh7cq+O1N+p4412uGn7zqyV+86sFPvzFHB++P8fxUVT1BIlYtyo3lw/bVRb+qgydQqABow7p3zPrTAqwg4qiXIk4LZHMNBGApW8izFBzVLz1Ow189XcaGAZTjJZT5ET5EtlUahicA8MzBdOTTFYRydaOWtPE9p0aetdcjIcxxqNYRMnFLIHXNLG5X8PaNU/wWuPBEouzDMEpUyccbvJ15ktbuYauvnPsfOHQiZeYTGN3XwKHQ9Au+1qqRAQTJXSjcDNs0PHZqDZNbvZ0zfNCMuwTKVANUZjQcDxigIEgZIqklIc1sRROacAudbi2JsO3Wp3voY31LV4UIUnP+SxD/yLG5UWIi4slhkQMMvapa4gTDXGoiZifzVPBRIkwahpVYsaii19Be1OD39S+6Nbpv4zQP46QzsinY6KTmwUH91X6h8MuwUU7qz4zDlkMdgwqgpDlBZSXYKZ/ZVJMKzARhLzQ8OFXSqOy+LZErGXBvEbnMI0WFRasQlxUwwrdqhzGfPBWWAIOa0sZRrMXmChCrgotzH9HVTwgDV78/ZmNXz1ceTDOyky+a9/6/ibe/VdbiJU5EnWGg0cLPP51iGe/ibEYqlgMNOheIU5yvkY96fQGJuexpA2CiY5wQqwrL7kr9Ew1Ta7+DCy9ZwK4qBJjZk2H6WtVd7EDJLNMFody0nfLAwv3I743ZQ61KHC/WeDdtQJvvurgxvd66L3VwHufj/De50N8+PMMH/0kx/CE83ldekbb20Bnm5cQDlOYuGcXZIKmD/ze9+r43vfq+OThAp98tsBiVEKNFbQcC9/4WhNf/1oLw/FCBLz5nEjaEst5iflUle4em8j2hobn/RifnwbS1xrOSiynJUanKYYnqQxVVYm58CHGQ1P1AKq8UdUkgGnJ6nLLVDSTeNUDjf9XBAbpcWZXVDWI5KHRNNnPbgjpgXsgDzPEtRUghjwVDD570HNdQ2DpSBQV5iKDscjkexYsM+yvm7h/3cZrd1u4ee8ubty7i08++RS/+fQhLhZTTNQMswVNOSqigYreNjF4QL3B754KkkRNIhPzEusbKtbXmanh8yNHg8i+bRuap+K950u893yB8EyXdPWrN3y88xUfbzxooO50UHfa+M8fPJf10ScLPPk8w2SkoFEz4LKPbVpiOi3xoKPia5sKbmzb2L7TxNr1BqLCRlTaePhoil9/MhTH8bV9F42mjtOTOc5OFrh928KdWzb29i1sbpuCmZpPC8ynOZ4PFnjeX+CT3wT46L0Qo3MFG506Nns+bt5SceuWitPjEE8+DzGbZ9A8Imo5CDYEnTMepuhfJLBrCnbvGPBbCo4/j3D8KMRX3trAm29tYLpY4vmLS0znc7z2egcPXm/D10v4WgnXsOEYPi7PU/z9j47x0UdD3P3qddz96jV89ugS779/iMl4iWbdRqNhQuOlpllgfJah/yLDumPiG3d9vHO/g/tv38KDt2/ir37wa/zVDz/CZBjIntm0LVzf8bC34+FsMsfpeCG9Vzyc0gkuFH8e4m2m+3KYiQczqkvymwhgJivE/MO9TtA8RAxxC2ObkCrdM5xTVVUe1SFP9iRJTFWXZFJD5NLBY9UK88O9j88m09JhmUQOakL/IClhMauwg/wz071//56PN19nDxITUEuEyxjdXR2dHQ2HBwkOn8eYDkPEiwhGqeLu3j7u7O9hFIwxDEcYp3NM8jnORwmePVbw4hmwGGdYjjnwVVGkVVcsUzk0ZPTWLPSI/W5pstjza1H3U0oE/P7QuBbmmAesrNAQRBwE6rh1D7h1T8HedRf7112Yto6sUHB8HOMnPx7jF+9PpDswjHJEiyqVyWE89yf+2igmYSDF7a6JB+wMdTQEKTANc7w4i3B0FkP1bWi+LUknu5FLqqdRc6SbMR8FyEYB7mw5+PqDFu7cslDbiOF2IkwWoaxS96BYDZwPSvz8vRF+/fEMpm5I5Qf7nOvErHqlGIwoAMWZjTh1MJlFGE/Jms5gGjlspgNtPo8NWJouVQvcq9grS9TwxmYHnW5d9s7ZLMHLF1McHozRH8SYzBXMSIBJ2R1UwCTtxdYl5VGlY6QhCQbTza4u+D8OkiymtgwOrpgaSET8JaCAaSuHiXAe5PMEpprhzk0Xt2+6grBi9Qefw/OZiuWCQlBVmUHSDZGptkNBuRRTi9mPYFyG6FkueqaLJ6MYvzhb4uPLAPNYw4xYSVcDvBW2Kk8El+V6RKTqiDNVljtJUBvGuNFp4nu/ew/f+PpNDPUFRvoCH310jPf/8Qinx0uksYGWZuMPt+uyns+GeD4d4olS4Llp4Fjnl7MSZm0zFfGXFw0tK2ErFupWB67ZEIRonBWYJktM4jlCVlKwo0hjSpgu6OqSLT2MPB7wokptnfUCiQZH1+BorH2hr7KsLpW8I2gUwypEqUayS8cQZDFNeXz2CE4syzFf8PUlYrbq3eXzjN1v0bJ6bR23hMVhlcHhRXUf4SbBzqAsTaRP2ed53dLg8EJvsuOUw9JChA1Jqkj3CI18/D0qA4lia1BtHfMgxaC/xLBPNh+FWA6Y+H2i2Y7JI/aQGvB8B16NTvwYpZLwBRBxlqkk29FlBTMdwdTAYphWAqMIGBXyy/IrYUIGz0Ypg0ziLi2Xl90K0cZny2zI+xdrXziEqQbVNA5mGQclkaShOTxjjyCd4nTLK3S7EU9n2dBdSyoeyBghdn/Rz7DsE0VaImU3KWsjVgZA1mtQqCy4l7H3UEy5FcpZqxXQawWmcYYpP/SFAVNxxAgYzpj6oLm2EqWEOMMLFc+ahiHDpZTiSZJhY8PFzrW6pAYvT0JB9SZjFfFYQW29QGO3hOaViCmYqsCOX2CnlqNtsz7BRn+c4elxhNMhky8qxqFWJUR89gnn0ItYUJM0h1DM8Roa3IaGeAgsWfeT0/ioSr2L3WSamujtTPDlTGmXIQ00RDZXZkiN53H2s7PPmvQjDg85TCMClBjgVKuMFSwu5l1foFilJLZJHJLfh9qbUiW3uHi+EvHBYjqT6FUV0wH7zkp43QJep5Tal3bPxryf4vRJiOU4g9uieK1CoRjE/X+oiGhLk6PB/vVWicamgcaWLn8+g0Nzv5C7tGoXmJ2WmHONKXoz/K/Covk6BcIgQxBk2H+7gf23m5icJ3j+8wkGzyNofC5FOty7iizVKICwSleUhiH4RFYica01DWx1LegUNElHGhQYDGJZWzfa2L+/Dr/NZOkM4XKByychLp9ESHJ2wuooGBOxWSUE2LJKbG7q2NjSJR1tNBIGjxAvLSynBk4+SnH86wROo0Rjm+QrPguqFPGcRspJLrjo3lZNXm+h4vBOKFScUjrFiWsmDnd0GYrI5GyqcDaIgyS1hJ917hQ0Kaj8irOmE1mky1JI2nIzuYdVoCIiDzVJI9NAyQoQUsnY7817qNM24LR4v2FOrjJ7qIotexGTL7n07lVULOIlOZCWGST7BM1UsMrE80vZD3s2iVrNK5FW2AuSxBGZRgy0PA/weSg1UhlFURvNbpXinE6YPkwl7U+kYqfrot3xRHAcDSKhO7Cmg/tuEGkII6Z0Crm38jLG4SDnEZJCVTkjqYaYNKFSkI6TCiNPJDrTTiQjyDmN/eCkTSmccUTIA12qHii28r7OZ3llBGSFAO/pVRKHez3F5e6aglabcVeiu21cni9FbF1GmVRQ6K4Kv5Wj1s7hGA04Rh3LsYXJpY5pn13cC0TxAjt7dWzv1eX7OJ3PECasqqh8hg23QJ0C3iLHdJwLgYtmas6QiN9mMockOp4HGE7obrBuQJU+bZrEOIsixckiytX3hTLD1PXkMkE8jxDPQnlduEex4041PKimC83gfk3hjfhvW2Yf7HrnHZ4HGj4XpApFZgdVbyg/Hwa1H/4nvXA0ui/mmE8nWMznK6pICa/ZhN9syLyOtBypEApUlExgx3VZzUaKbjvEte0cbz4AXrlZYDIJMB4HmKcR5kWCyazAiOYTVt2oGZYKz48RXEnLcS5B97GLPCcCui64R6Z/mUwG0fHcVzMPSmxjxu5x1oMVLgq1Jp+pPFtKYrizzr5sHX4ngt8JQaviZJ4KzcOxaSJw4LsKaq4ihu2LFwoGx8TM15FFdemMJoY1L+eIsgkKQiYttZodWVdJ4KzqM6cIIeYcgYrK62zLvcqBw65ndkrk7J1e4uJ4KQQbmizXtjzs7NXQ3XSwCFPMgwztTQ+tDU+M/DSWcthrlz70wsZ0OMdkNF+l5w0h2SwXE0TxTEwNTJZCj5ArEcbjDMcvFEwmNKEDtQ5HP/z8VcIKE54ZEeVBE+myCcdqijmRJAxVZddmiTK1kCUqpvNjTGfH+Nq3ffzeH7bx4HYdtxs1XHdcxNMFoskCn3w4wofvD/GE/17PxsQjfS4To7uS1KHGDelChp6h0GkaIx1RQ1owOc/eaaZapUC2GmxzTyspaNmYjMYYXvZRd0q8/aCNN+400bUVwYGO2dv+IsLZJMJxHOEy5r2SJqzqDuH4PB9RoK/Oe7ORgvlIRWvNlK5ovg7TMVOCrMqrRJky1gXRv9awsdlysNa0sN5y0K2Z4qxUZjGUjHMG7pQWIsVHXLpIl5qsx5NTPB6fYMSO5ViR7ynsFKWdYnvTwPaWgddu1PH2rTbauorTxwP0D2awtBosvYbPns7x4Wdj9ClWbhooezpsEoisUio9uKdwl7ZrQLONZ5vaAAAgAElEQVRt4M5eE7evN7Hh6thwNanFKFbnVpk7ZyTbZDD0HIMwwYtZjLNpgsk0xpRzSKKb+UxhN7vKMwbpEDqy3ECZUjT0kIUUn3leYXqd80cS32IJ1ZCSyUWCC3HwWUpCkYuycKuqOZnBVZh5EYKrvJTsPQxHxWGIcBHAczWsr7tiWv7aG22880YHLSOCW86RLY4x6z/CfHaK0DAR6daKsMJJvg6TSWySFpYxlGUEq8UzmgKv58LfqMGp07htw2DoqexBLXoYvVyifzDB6ZMxTg9nOHq2xLN5C88XLUz9BhatplACvWwJkzMIhaRLGlL5DKZQSXGvGqbJM57TVHWJUlvCcEPYfihDiWBZRxjWoEq69Wrxn5BcohisoniEMB7JvkMzB80kimKiLGhgYoLYF+OaqdVX4hEpJZUxWSF9lJ190qu8RJIPkRUjZBjJ2d1zduDbO8gSX+hT7NuV2a3Uo17N+qr/diVlCSB5lUasZierGaq8l9Vzm2nPK7Ka0CIL4SRVvbp8xIrgn30hJEs69AvdrZoHV6QkAUp/UW3xBRqYQ3ju96Qb8R7Imz9F3jSW+y7vNFWdDg1O1bOM/5tvKahZCqbTKYbDsaR/5SzNOiCme3kGj2OkEc9LJMrxecY7YCS/v5g1RKijALx6hVZi35WRqgqVUsNi8IXnJF3Mvawb43/nPVcEUc6cMs5aQkQkWNB4w7m61ABcJTqvKmhX4p+cw7786+p9kGSoCMDV3yX5iQnget1DveGJ+LtYzGWuxvuYYPZp1MqqisXqrFX1GUvwVuiw/08G9P9XkfiKfiZi95VWSo2B77fhQzF9+J0t9HZviRBMowivgZzfSTUkz59ZSv4A6n6Bhleg0zHQbZNyscSoT8JDCtOsQ9c9pAXx4aTaMrBGdDjvEKygUqV2iClgmgtW+fJVfc0qbbvqAf5/JwBffTsqEbhK31af/y9V+38iAK8+y/IrVt8ffu6rMyjPvl8KwDJ7EALA1b29OoP/dgpYVJmr92wlXlfXxAphnqvcv1N0ui1srHfRq7nomCq2mjW8evc27t29g2fHT/Ds5WM0fA03t7roMLhwdIjs6AUGmY9hWsNJruMlfzzLxu1uC3vtBkzfhOUb+MFPf4H/7T//GE+ePUeSBMjTAO2miXbDxPBiiNOjCyzngRjPRQCm+EvndBU1zcQFS5QInT8BL8wz4g006LxguBp0nxe3EqmeIFVSEbqyqSJuIXmjGBdfJQcFx0knDUuvy1QutmvXHXR3HTTXXVlBNMcynCMPShTEF8+Ay9MAF2dkKlaxY3bkWDbzN7qIEUxpFOxNUWLpkuNgt9ZSpa/MNCkWGghCA9OTGJOXUTWQ4QGab05uQC1MZLxQ8efSFRQmsagami0VjZaG+SDGfBhL92sNOjbXXdz7Whe3X2tBI8411qA8m6L8fIjtDQuvfGsDN9/t4ml2JuuHfzfH3/z1EpuNGv7HP7+O3//dLlI/lfVXf3mJ//Uv+3h5mElXUkJcV5nKqnpzq8sWUUB8Pemx5bri2lNUYKqA4mOtrcBtoRqmLXLEUx3p1EC+5IAjRcNX8PY3G3jnmw2cDKY46U9R2gq8ji1dfafHCc6OY4TniiwpXCcOsWvjzt0Otnfqgot59OkQkZkjrxdoblrY3HHRW3dw8ukCJ58ukc0LIKJqvSqo4iGFB0WeHPigzyAXxlrDFcd8ZgbI6BxhWtOrurI40JPZJY+TuortNQ9baz6iOMd0meLyIsfFcYGLkwK2lcAyK1cnhx9ExkxnxAlC+nvZGbm9pmFrTcP6hou1zZq4i+Xwr1aHyNk4wtGzCE8/DXFxklRuuaJAfd1Cfc3EcqGIsERXkqpyaJtKWtfxmXTLkRQ5ai0dO3ue4KD4mb08C7E4L2QVGYeOTGyyY5UPLTqKqyS0yeFv05KfnQd4ThCIvuYSaga/3FckOW5GV2UkTH5yKiE4wsoFw0OKpDOYdE7Y9Uo0O12UdKyzH5HIkEo+SeMSSUisWYVqL5m2k8EW8VJMt1SfM2KwuPex54r/aulvTnkEohCdYW3Xwn/zH/bx3/6HfTx8eoSHT1/g0Qchnv8SePkpzwEc/KiCfHY7Cpo9BZ21CjtyeZBieJTJITUL+bPRYFigFEGzQhtKV4oM2vhQJ2Zeh9e2Ydc15EaCwkgQDUuEwwKWbsHzHDiehdIgQo3qUxWDvV3L8E47wxt3Xdz93jZ23u7hkxeX+M3hJX7+owg/+5sUFy8BXSFCScf6TQ0bN4lNZRKQ6IocSEq0ahq+882arJdPAxw9C9CpG7ixS8SsWw09FAsHR0McHI2wnKTIAwXJnGYWIA4Ab1OTdTDL8Fk/xWBWClYtnDGFXGB6RinckOGJ+ImKpOq2WB26rh5kV93aHPpcOfrknKZUhw0OvvghY/+RyaGX74pbnYcuHgyTOMV8Ekl3LfvcOfR1dcDj+8zOBp8d4SrKCx3F+ZfGoNdf8fCNN5t4/Z4Pto2mSoaPP5rJCtQC+jovJhrmRwbCSw21boRaN8buroW9PQeupSEkIpNCXT2W1bM1rDs6trocFjeg+wZ+ejDAzw77aDkGWo6Oa2tNXN9sYafXgGMq0rH0F39zhr/4L6d4fEBzCgd8Kjzdgs2uyAWF6Bx33Bxv1Arc32/g7e/cwd03d/HoYCxrsszFebaIY8yTBabzJS5fxrg8ivHv//w6/v2fXUOjl2CZjbGMxohmKeJpiid9A08HJh4/jPHkQ6J/dXz1tQ28ereDQp/LevQ0wMefBghSBRt7PjqbDgIxLcWYDBOM+wn8loYbDyw02gae/zqR9a3vdvCt77YRJgFeHA0RJSl+73t38N3fu42Xn73Ay4dHSJYpm/Kkt4oYfA7Je3duonfnBj765Sl++oOniIMlXr3vY/+mgwEd1pMlLk8KXJ4A+5tN/Ovf3ca731jHzp6DnX0Hf/2j5/jrHx0QUITdnoONhoksCJExwZklmNIByYQfu28KBVGhIS4VpHouHfH5XEUx0cX8E+fEjJKqIO0JKxw9TSbs1Kt6L3kYYkL/yhh0demkyaPWtFBrmUjzRBbFBRlEcN9h5JYdjbYF17Ywm2QY9inUEb1GQU3Dt3+/i3e/18N610XTszE8W+A3759i2J/itW+18Nq7LfzDD5b4yQ8CXBxQkIjhKyq+/bUbePdr+3gxPsKLyREWaozUUxCpGpahjulCxcHzCAfPYiQTBcWiojnwZkywyO17Ddy+30CzZaHmG9JDeHI4xfnJQgbT/Fkr6kV1HuXwaWvLxP/w37Vk9c8LXJ6XGM8TTMIYwzk7qVKcD1MMBykGgxSz8xKzc/pCNHjsr2QfYxJjHse4Zqu442no1WxYNR+JouPzFxN89mIKrWNC61joXNOxdk3Fxo6Bruei63mILmaILmfY36jjqw82sbXJ9D/7iCbSyTplt3imIch1zJMCl0um2hNJZDqmA183UGN6kzaSLEGYZBguiCgDhhQDhpH0tPo0ATU16Qbd3qih13bQbbsijkTxUtJzUF2kuYmnz0d48nwk/XXc/ZaxgsuRgv5YQTBJsRynKBgcYUpJ06Q2gQPZznqB7nou2Mta00eSq9IvO52lGAznGA4X8gijAEzBsO64MPmpX6TQsxz3X6nj/t0a6rUSjk0ncoKDZ3McHQZYLpja0mDXVfhtFc1miXY9Q8MpYLFfM9ZRM3R5PS7jFC+CCEdTJjpUjAYqypaNsmVBMRJoylLqKBzNhUUnE9FkpYbFaInZYIZ1E/juTQ/fvNWC/+rrqL36Gj5+8hDvffgzPHrSx8mxiWJm4Ts9B99Zs3E0n+FoPsWJluHCVjBiun5FQalQuSUU1mMsAI0pJkWHZxCRuo6NrTUMoxnO5n0MwqXg72bi4q4c8jStgVhZGTxrItr7hgNPd1AzTdQsAy77udhBKT3LxLtpCIiAjLh/so+6RMikWUyTIh/pfA4BYcgEhiFmD1VPJO26nBVYTNnrq0ndh0XEvEmsZIrZMMNsyGFaIqYl3wNaTD9aStUxS+xyUHVO04DKfldeWOOEdw8Fm7s9bO2uQfEKZHaC8XyB87MZLlhbUDSAvCHCCdNsOb/c/HObKpqtFprtFvJyiUJWhVHnt5kisNBUIhtZZK0G+JGYCGxLg00B2WvK4pmt4OFO0Pe8EFdVLxQRB2dzXBzNsJxxwFGJiK5L/DaRddX5kEK4a/ETq2I+jaUfPog1BAk/kz56u03UWkzMkHiT4Pz5EufPF1iOckFTUxwiIYP4QQo/REomC55RaGipkmZM1DtdBW5XQWrnSC0mBFSYnKzFCmbnqeCIKWDLdYxDNpp8+VPxs6wwdRIhiSOsbRjYumbL0IO9oDTpTDjkfgGh5tS22b9aSNLVsoCexooJoMe9yXdwMcjw2eESx5ckqtDUosBs2bCaTEuSDFMh4gIKwCnEhOm1VEQjTYxjNC/DyKDZTNuq8Dr8sxYIxwXSaVmZZGl8ZJ+YpoqR2PRVwW/TkMyuSzGxlhT2qu5SYhwp9qmlBlPS4TpgMe4YV8hBCoc0RayGTHnObuFYUKR8vjHhPh9XAxCKv36nQKOlo97SMR8UuHiWiMmns2nICi5TBH12OZeI+NxRFDjrBdw1oL3hor3hQGPyhL2CFCdrOXIrxfBJLov3oZRzx1CHNbOhRxpiPUKiR9i6X8fWgwYmLxIc/niK0VMShipCl3/PQO2eIYn3bMbEVwFlxfaj4YnP7J11F3vbPsJRgYNPl3jGe6BaIFVLXH+ljttfacPyCkymU4zZw/ukwPApT6ocLKooTQOFbcEgsnNHQWdHQd3J0HBzOC7TYMQmKxieKhicAKOnGkZPNFjdCN61ADr7GDjUJcRiWGI2BLb3e7j56qa8by+eX2A0mqHVc9Fac1AsYxTEfQ9KTM/YPavA2wPcPUVMawnxtVJdpcjMwip1SfZSWOGiYTkzQrmnM4HLQVDDs2XFywzLaSzzkmDOwaUKt+PAZXfx6i5E83YlAnO+wj01QziPEfEcXtIYZ0qHn2oSU0pkOE3KNDcsEcVzpKwRENwdB4lVN58YOJmw0LlPVgZ3dpSGIZNJFppdpmQVoWeQkhEOYwSDBJvXfGzs1rCYpzh5sRQBeK2joNVSEaSG4PnioEpwckNiGl5w+EwHGawLq8ymUcy0LjtaqwQO77e+78PzKcLzHk9yC02mkfT6JlMN8ZSpHZrnKgGfd1IGfMQU45TwmJDxLNTrOrrrVVcrhZTFLMPlaSzzCnIevB5fY8Cpl9Uqe3DRw/BIwcmzGIPzBO5aCreXSeKOazFNcPaCHdYx9FV3d6+tY61jYD5JMOyzb5WCe3X/JgXCsW1JdIdL7nvAGu9xPhOdGUYDpi91WaSFiWMhI/KXy0DGHkN5jXLM5yWSVBfxVzFsMYEzdMCOSV11pIKML6wkpq6wgTz/cv7Du7nMr3LovGupOVzTgGNSnI4RLgME7G5MmIzOYXs+LP6QUglFqh+N40yOGYhidiiTBJJivRXh1g7w7hsm3r5jIFokiOYJXk4ucTi5kNqcHB0sUweHowEOR320Nkq01kkacKDoHou8qmd5qK96Myli84G8gK3qaHvbqBk9jC9mspYhdR9NBusFH9ZljGanLquxHqGxMUdpBFiEIaKEpBFP+qRdu4TnlAhGGqakh11w4GwjDumsYsKc380FkmwmZwnXt6u0lW8KfSHl5y8LkJfszKyQjkJ/iHNsbzawd60tc4Axxft+ieXIrNZ8imA+xfqOjuu3Pezeqgt1wyd5Q10gUecoaORSKeLb0HNLKmEePXyORw8PEM91wfFyTlMZ24DNXQtbu0RhTjFbDjAYZDg7tjGfUejU0FyjozGW5DwpE6QMsNe6iHsoYyZ/XaEHaArPEEsRbuKlgSTgsL4v6/f+qIk/+e/Xcf9WDRuZjU5qIFsukS0DfPhBHz//hws8vIhwaKkYu6zRADodBUVQQ76sVbVyUqfGc50ji3MRVlqUWYQy5vM3rgxBPKszXauSODDHbDzGRtvG9795C9/6yg7iwSXi4SVePCIhYoGX4wQnaoExzxbsQNdseH4Bz89hscJFU5BEBV4+SvDyUYqdm3Xs3GoIjYW4V5r05vMFlmEEy/VgeR7e7LXwOxstbDGNpuTQyhzpMEAyDDBPMsyKAtNCx7RwsExNYKEBSw1n+RhnxRiDSYLpsMRimUNtxVDbCbbbGrY7Ol7ZdfE6Qy+ehmAQYsm7zUmO4WmBx8cJHr5MEWgKWrdc1K9bcn7MigSjEU1RNGWV6O2W2N0z8c7dbXztzhZaYYl2UGIxmGDQH6E/nmGmaJipNHXRuKZiFJc4ZkiFc/gFE4OkwigyJ2bFUrYSfpPMlgQ2UfUUDIk9prlNzW2YqEMltrlkt3YkxlOGvjhryjOiiPmfNoqcVTcVbYvPeKlaZFCE1T18/suTpMRico756BQ3b7Twrd+9h+9+9wGuNw1Z+egzhOcfYTo7xSCOMON511KhWBpMzYClmkiXOUJSMrg3cn6gZ9jccrC55aLm09gLmLYPzduBZm3BmNowZw6O3nuJZz9+hs+eJ3i0rOFh2MTEqWPsNFZ1RFWnJkmFHF7mfK6wjnLleuSfi2noMk9WwZJciHOck6r2Aqo9FSEqmDURL2iuqO5AxL9z/snPJO/6rKdJyz6yoi/YeTFCljz715Cn7Axvosxb0Pj3NAZyVj2mNFTpITSSMFaqXpaHSNI5smKGQplBUSL47i58Zwdp6CFcUACmiYXVE5U4SSJapdHQVFbJ0jwVUCuQxKH8T1fC4UoAW0V5eRbJ5AxRhc2qCqTKiM9aCib7rzpuJYUp9ZN8RlmypIOVzyaaihBJqlksc/yXUnxdGY9576LxPwiWCIMlHFuXuxCfYfxnSS+jsdb3bHQogtVcnJ2d4eDwCGFIUokDy3JWXcfEmC+FmJLGrDFKkMWkAIywmAwr4yrXCngpf7QqXfBFc2mVdq0S2rKv6TQH0aRGs1pVrUDDWyb4a1ZG5kJX42stIvSKcCUZqS/0xCv8b3WnrXJX1d8UwZ0CsFBPK5WVIE+e0dqtOlrtBpbLhZyNaebNMoZyVu8kDQqrxPbVz8Y/I+e2kg6+SvtcZWL/+UDrfzXoSp1X9M1V4yLv4qpOkwENJRYKxYbf3kJv7w7qvV2kGc/KlRVCaoDSBHlc3XEbKzrHzU0dt7Z0ZPMJBi/PsJjGyJUWMqWOJQOdpINJoGOVos2pF7LeMhNDI18i9qjToFC9djQgVoK8pG5/q7/5yvrwf08Ar9DQVyYN+fX/jAD8hW3itzqh5T1bIdOFvsLPcrXnVWaYSpAWHDircRnEWpkw+fN+8ZdcJyujQfV9pIC8MlLK1ILTiwKvv3IdX3vjNu7srGGj5qPreyvimIM4J50mkj5tT2McrEQRhyjjiojMkNhCtTAxHBQ8X6FAraRZaIJ+MMEvHh7iZx8+xdHpBcJwKeh1zqnqTo6zlyd48ewFZlOekUjUclWs33BkWXEGK07h0mnuO3LZPDyf4/CClw8NKVGw3Mg9qpSlIHclIr/C+K1opXKBooOOziPPVuHbqqQt6e7y2yYaay6chiUl7FnJfkmWjkeCHy6WKuJFidEkwmj85UZpWUxLVJencFEgClkiz8t9iuYW0NmpuhWYIuXmOL4kxs5AMMwQjNitmVWOOonJ6ZJa5gWEl3ummdU6ndwKPG5MOi/pFElSbPo2XtmoYXfXQ/OWDW/bwvgcGF8oyJ6NUTzpY6th4NU3OnjlzRaUzhhKd4xPDjP84hF7eFx8+190ceOGj4PTVNZPfjjAT384wGTIYz65YyzZTpEUFID5cOeHreqiqcqvKQDzAM/LeYUpUxzIQKO5rqK+pmDBhFGQIZyoCEdE49Ahyv5cBfce1GWNpwuMJ0txtje6xHkpeHwY4/Fhgox/nktVBjEU7ZpdExtrdTR8F88fsmdhCq1XwL5ewl9j8oeYRgPnDyOcfRqK+1l+NtqUWJLEDxeFTY3dDlUa3LLZ2cHLLVCaEUqj6lzQeECQZxIT4hQBNNQaGhquhYZnCe7pcpCgf5FjdKFgPChRbxC/l1fDGrrvidoWQ6KKmkNckIVeU0OvpclA3mE6QqNbl5iqFDMKwJNE+iKPD1JB3LIXkY5Rp0lRnUlzYDqU1jmYPvtp+ODSpGuafxamKekqZ0eRCJsUZE4i6d7kUE36rqW8kvc6CsIcplZ9lyIA121JPpdFhCJPEE455Fk9m2VzqR5asl/R9ssniMLLC1MFK265OEtWfjZuWNxs2H3DNIOtChKNB5yqd0pBSjd8UAgSruSuS2dkQZyUBk0OAxKPr1IP7NijAMzPY8bPFN8XHRu7Gq6/4uCt73Xw1u938eGvTvHhhyd49mGMs8+A4Qt2oqmSvvB6iqAu2VOqsXs6KDF6UWJ6fCXyVtsFa42lz3g1EBUBnAcKHkQVproqnB8TwJmaIFsZT/haUwB2XVs6+6QT26ZruBBHezdPsZkkuLPj4p1/vY9739rE0eRU1t/97wH+j/8U4eSwkGEz+5yuPWjg2v0mRoMZTg6HyLMI9RawuaHhrXsO3rrnYnyey1rrOtjf89Fq2njyOMbTJwnOLonQmiNe5FDYJ8XhZEhUbAlvS4W3pWCYlLggGjoAwnmJcArMByVm/QoXwQGiuLPodBP0BR8w7CviYbIaOFMjFmz2yrkl7kCD+0VFPuBBXRJIugrb8GGZvhzsOSzihW0x46AjhWFVndmuocDj+6wDoS6wcWBuoFzwuwNZ17Zs3Nh1sd41MJnNxUk/GemYjDRESoHE4cWsxPxERzxU0dko0Nks0Olq6HaZ2iRGrRLxeu0UvVYKVozVCwVbXR+3bq/Badl47/AU7x2eYW+zh73NNbRqBhyLeL4ci2kufVR//+sZfvzrGY7Pc0ynTLBr8HRKo7qg5abTDNtGhhtOjgc36viD79/G21/bwa8+G+CXn/UxmBWYhcBkUQkB82UIJVGk++3P/90u/uzf7sJrRhgHQ4wWY8xnqSQTP/5cxcePVLw8TNA/DuEZJt55awv3Xu3i9GKAs8shjk5DvDiLUeo6dm41sbbjC9FiOQ2EWMEUUr2p49odD15dx/NPAzx7GOCtd+r46tsNeL4pPeSmoWN/z8WNfQcvnpzg8MkJxpcJ5hRbUx02OyqZwvDaKP02njzu45OPT5BmMfZuedjYsnF+MsfFyaIS3hcKXr21iT/6wwf4+jd2YDUCmPUAP3n/JX7ywbEQBFo1E75FTDsx0iGCIkfAFDxDQFw8pBGBzA6+LJXF7jsawDgcr1BBrIBXZFXfYyKYSkmwJtI7J0cn2c5o+CHiUPpDLRUOMak+U5fsZUyh2yrcFkUl7l9E0DPJyNSRiWCeYT5L5PdYX9OxvWPiG7+zJms5K3F5lmIxjZBFATQ9Qee6js6egR/9bYAf/m2IWZ9ieoGGo+HuXhd39rpYYIBF2ceMGPdQQczLl1P9oKenKU5OEvlO04fDkR+x/a6tYm3DxtqmI99f1hxMxwnOT5bon4dYzjm8LOAS++YXWFu3sb7p4MYNF29/xcQ7b5r4/GGCRw8TQXzN4wQBXf9VFaEMDxfLAosBML8E0pCmIRr2iD9OBYF8zS9xu67g+kYNW9fX4TZ9HF1O8OJiCtQVKHWIUa61oaHTo4hni5AXjKYIRhM0XBebvQ5sS8csnGAWzBAwVT1jD5giSHip9rZz5OwoNUjz0CUJqpCSsaBwlwhRg68b14yY/2mMZlPF5qaJazsu9ncasphyYRIpSGIsoggRD9aKjrRQMJqEGI0DQfkSnUwzwWShYCr9dZWZgGfFbFaIAFyrm9I12eyWsrKCLlMdsxkwGReYjHPMFhHmdJtXqAPphuXQSWWXaZBAyzLc3ndx54aLzU0D6+u6DCifPZvh8GCB/kWJwUUp+F4OpVstoOFn8O0SplgyzOp5mpaYZzkmWY4RjWtTYDIFirqFomFLP7aKAHqZwypsGIUUscuazWOMJxHcIsN9D7jXMvHG11/H619/HefhBZ4OnuKjzwb4x/cinB1k+Ma6hW+s2xhFSwyjAMdZhpOyRF8tYbELjfUsVrVIdkmmGRCWsAodjmJgvdPCWruF0uRnLcY4XeIiCHAZBCipygmyNIehpZI20ohGVVgLoUsvWE034OsUKvi9VaTjludvU2eCP0FRpmyDEdxRmCkIienmwCvIpMolTkj0ocisCPLYMJnW4+e7GkqI580qYVOEVDgASxFQrDdKSZV5HjsBicNUkIYZMp5/Z8QkklxUSjo0iXIs5jnimKjdLtY2OnLWL2sJ5kGI4fkSo/MQKDyg8KteQ50pv0zOGfysXPUbqSpR0VXqVFIRRfVzsG8amYMyc6CpBQyDG2EmKbc0UuBYNdh2TUQaiRVqK/GXiWTp0NbQfznH+bMpglks5yAO+XjnYU8VRXC+BhxA6TwHFEDALuYglZMgT4Sm68Ct1QUba9o5NCOX3nd2Lo6J876IVx3WfJ4zHclEfIqUJrUlL+PyBkMjnp/CCgVgNUeqkMykSWpfLVXMB5kki6t0EpHY3Mn5M5FAwzQJRagq6eDXFDnHc9jI55SqmTj7PMTZoxBOK0N9J4Pd4oCZhgygqyno6Aqaro2W5+DkLMcnn0c4uUgRUWzKClgtC1aTae0CZZxKP1jM9ExRiKnKb6kIxyoWl+xtJVUpg6LncFtM9bLTuxAxHJFa9QEyBkgBWGXCqUBBtDTvqrwPWhyK5dJ9yM9lElbmzcoJX9Vx8IOqWEm1yHiFBU3hMKVKNWdMohRR1QVMRGXCRC5T0ir8jgK/AxF/uRajHBcHMeJ5gXaH5BEDszMaf9iBzmenIj3L3lYBfwvw2zZqbXYVVwlg1clRWClSNUH/cY7LxxRYOJzTAeKzxyroJTBaKfQ2780eGtsuxgc5Xv48wPQFz4OqEIO82wq82xWqj8a3dMk+wApT5/mqfN3v+BEAACAASURBVPe6HQe9rof5ZYbnHy9EBHa7OtyejvXrNrb2HPl00oQ1PI8wPaPwSvFYcgTQfRNGk4K+jtoGe+cLNGygbpewpF+d5sgSZy9yXL4sEIxchCMHRnsJa2MG1WY8t2qZoN7E52JvrYXNna4QBk5ORwjCENduNnHtVgP9gyn6h1MshgXCmSEd9/ZWCXubgylaGhnjpQdegUJDbKJCyzRYuisrLiOEFJiYPuF9rgTqro26ZyFZpAgpAM8zwSeTTuK2fTgtX66BrA+4Ep2q6xxJVTwTpYgXieynlQBsQrV0aETfWzTesxojQJQsJYVCVB/vAuyu49KkbqnqPyUViHcEIuwpYtbbJKIRK03aF00fwPQkwvQ0xta+i619T0wZx4chokWGTgtC84hZucV0GA0iS5qfSzhM0NdVQTtyT+I9MgoLQe0vFrGkWCjO8P5eb9RRbzYAhQnfEHkRQTd4d+bgX0E4pbizEn8T7pH8XpRyF+GqNy00W44MFzs9E/W6huFlgNFlIKLu4Cxj9Tna11U0NzWhybk1HfHAQzxwMTkrMbqg6JqhsVeiwZlFnaY5VXq2T5+GWM5i2I0CbrPE+rolZDeeOcejUN7DZElTKY99lQiQKZTaM3nOtbsmbFvD5AKYXK7quuSOz22/6sx0rRpci0nbCmHJn2XG/tVMg+01YDq+1JAIVjNVJUlMEwATdhwgUlCkqaYicvE7UxnXhSSmMP9HjL8qJBSFM4GSRgCivJnIplBgIpNSVA75K+GGZ9MSBpLcQ1L4cK0latYEu70cX3/VxldumCiYYoxSnM8GeDm7RFga0O0NZJqP02kfp7M+vBa7oYlLpTmJYpeJMNERJQxeqAgCBVnIc3IoCPa1+jW0nA3MJoEsnllpGKBhkIhClBFqLQe1pgO/HcFrsQM7RBDFSFI++13oiiNGL65gomJySWQzBU8bScgO4BCKQTFlIf2cPDd6TR9+w4PjAC6FQyVBWiYiAGdMHTFlxuAFUlzbbODmtY6c5EbnOYbnBYanKoZnJAyxgmSKrX0bN+81sXe3Ba/WhOc3kRRM8FXIyyLnM4ehmQLzEStpLnF8eCnzTBIE+NTg54ZVGLu3a7KIke0PLzGdkARWQ5p4cOukUJBIuJDFBB2FcJKH9KINI++I4MS0Ic1ZFKBo3GG3No39OS6Qlxf4g3/VwZ/+2RZe3fPBcKMX0gQYoVhEeO/DIf7+5318ehng1CiwsBT02gZ6LRNL0kxmJIVxfkSygAadRDTXrCAsqw5qGhFozifFhyh3mj/DNAPbadnputFy8dYr23j1eheDkwtZJ4cLHB+EuJznGGsqlqTIkKpjE8lawnNXIZ1CRTQvcPhZJGt938P6ni8VIJ7P+w/7kEP5fm2vrWOnt4brAPbyDHUOziwdpa4iHM4QDeeCG9dsD5FiYpxrGIUlLi8DXF4uYbYMWC0D03GIwekC/dEcMz/BzI+x3lKx3lTxypaD13d8MawTZz7txzh4keDgRYpBqGDEpK2robfDGkMdw0mM4ZgGPSbcCtTaOq7fsLB33cOt7posZboAJktMxhMMJjOMlwFS20TKrulaKXUD87jE5azEeEHDXiWayrZAAXg1k09zJqNryFJP+nw5O5DUL4U7pmgVpllNhNkCUTaHtUoAazQsCFmhMjiVGTtdq/mipDRJ+mJ6L07EIMQZOs0srVqMbjPC/VfbePur1/HOW7uo5UtZs/4TjC4+wySaYmoYiHQdnqnKKhjwCkr5nMxJqVA4UwXMOmSWtt5xUXdsuAx76XUo6hqQtzF/FmH2PMTzzwZ49PASjwYanucdPC+7KD0XcB0RtCqWoGRbZU4m8wjOm3QLJQ9fclJmvyq701NZJGjSpKZYNFGFYtwK5w0kyzp0jXdEQwikQgbReEdJoZsxCsxRYCamH0Xhd9FBnrjIMw/l6i5B0w4NdETQyyGFc3yKrpLurPD0cTxBEA6QZnPoZtWP61ibcMxNlIUpzwW+EUJfJVkpYfI9rUxk7OddCbI8l1XpRNINaELkJYLaQTXP5aJNM+c5nX+eVWBEdNLV3JXGCiZrvxSAOZuujDIq737SY3zV+EsBOKg+K/ygVDeTiuomAjOfaTmWywmC5VRms1z8WyRA0Ry7uWZjq2tj29Ow42r4/MUUv3g8wjik+c+F7a76J9gJzg70OBLDCQX8LI7EmMN1RU2V5BTJBHkqJhGKuUw5S5L9SsiT16QShiX5u+r+lbCziI0Ue0mtIz2K//+q+1iQ21+Shb/UXCtDXhXA+VKZ/SIVugqRShGIyrkD70Qu6nWivfkc4tkpFeoITblV5UQlLEvVF+diNvd40n+IH6/oJFwrSvSVDLxKelf/XPWzVCKoCJEyR16lx+U9r4ifVQKYob9KAC4UTsRYm7OB9b27qK/tShVlyiAn32OeS9jLHIdyBvEbJmoNE/d2LNzbMZHPJrg4OpOazlz3kWouglzBMq+MB5wfUqMRLYJvVxIh4XvGby8xGqJOVyNvns+FniPhtUqAlQO6dCyv0rcrQ+Sq7bv6LPDXivi+EoHl5fit90mCc9V7VfU2V6lqYtBF+F2leq+E9tVLueqHrowW1e949WtXXa0rwfkKNy6fuate4FWUngIwd6EHd3bw9oN93N7tYbNVQ6/uSRUFFxPT0rlN0lnCKjLuIRUpsa0baOsmwlLBkHOAtITK816U4qj/Ei8vX+LJyQCPj4diKGICOE0CeKx9MxJcvDzF8bMjLGZzKJbCubGOe99p4f53WqiPEjRGMbp1B+tbDWSGgp8cnOEnh2cY9lVZlCx5iCHFICFKa5xJFx5T7lVieoXHkrJuoLeuoLtO9z3d4BZ8DsFUOgY1PHm0wNNHC8GWSGcpN+uUByl6SxLEBNoI/pbDYQ5aiXaFXAo5XDFrBcxaifoah5uAU+OBvToMXT5RcPFElU5c/t4SzSZmboXhFVYO1Q4ecBsFzLUUOhFPExXaRMGSF/VEwVu3W/jjb6zj+jUHx8UcR3GAg88zHHyWI5+n0MIUPaPEtZqKW20Vr+4leHU/Qb7jItz1EdZ0hFqO/qzEL36i4Bc/VTEazTEaLuSwxo5VCudMk7KHiIOfSqWuhulXG7UIOrkBnY4tjT12xIcp6GypaG1Vw/ggY98KpMuE32+/wS5TpmB9bK/5UszD3o6aV6LVlJca7z/N8MGTHEpfgXqpoNFV0LulwetwemEgC1UMDlMMDhI09gv0HpTS/UyUWbhQMTpIMD4gEmb13SPPS3cAU4fqhNCcCLZnwXZtGY5xMKYyZa7RAc2kCTsNDCQpEc6FYBuv37KxtUt3Zy6X0MuLDOenqQjm0VJFEqnyczY7qnReET3JoWDVkaCh3XbQaTkwSw1WqSFaVkIBu5CGF1x8iBbiWiRyMFgI8A/1OnvqDEmW07EcsKt5CsE9E1PtdGh64EasYGOjjmu7LXnojS6nGPeXmPZzzAYVEkfctqveBNkw2B3GjZ1OfZNdvETycihG509SuTx5KaaQzu1NEBqVU+uL58oV8osPNF42+RkW0b3aiASjLaIvBRMdivRG8ZKZyWeN3UJ5XIhjXr5rYsfhnlt1CfOKQhwqkVOJmiLVMsEim2rlKMxjFddvOPgX36nj3tsutF4Jfa3Axx9M8fEHM5w9STA75YCtRKOry2LHmd/h8K7ElDjkEbuZNUR9ojdTqFmKnN3XOvcWOu+Z0K+C5ETNMpGsE2HpQhIaNGmkdGpJ4aAKJVNhrPBpxMLSRer7vNTrWNvQUV4mCB6F2Kh5+P6/vYtvfn8HM+UIU/UIf/Wf5viL/xjg6IDDDw6PTNx5Zw933t7D44/O8asfHgi+bu91BTdeUXBrzcStNQPJ0kAamKg3fOnCotjwt3/Tx9/+bV8Ot7yskYbAn016r2WrKeFtlnA3KvcQB6YcoiynFE5yLCYlFuMKe80HUXUQoMhfHb5UxVxh4BLZx+ixoNBfkbIV6UamU1cMJDwz8iEpgoQCJeF33xe3XqGEQj4goo6oEdvNq6Wp4tYmOpOoWr5fmqPL2t61ZOnsDefgZ8lEYyhre6shaxEnOBYna4TlpYJ0quLaDQe7NxxxY7MrlXuvQ0OQr2B/S8WNbRXgcPEixlqrhgdvbKO16eHDg5f46PAY9268hvs3X4eizzCPDnE5PMFnn+b4/NMC4yTHJCkwnigY9nUkoQqXAxGVXYwppv0MNS1D28pw/4aLf/f9bXzn62t4/9EU7z2a4tlRjIPjBOMJXwsO1yEC1bUdB9/+VhvffrcFp5YhSBeYRktcLHJczDP89AcBfvbDAKMBBy6Z9JO/+dVN3LzVxicfXeKTX19gyeEGCth1E5t7TUESxkGIZBlAY99lVqJRYyLBl2T7wcEIzw/G2L/mYe+aj9v7u9jbvY5eu4Hh+WOMLh5jNA8wWgR4+aLEwRM+Yx289kYXt243cM6exD67lBcY0iWpFLBqRI4aGL5cYvAyQE0t0LaAr7x+E9//42/htXduYpydyHr06ASff34ihqsoKmSxcyrj/phX392Qg40lP7cUe5h+YgotlX2VNV55IPcbEW6E1iqdItxLKqchByTs9+V/CoZHY19hlXBhys2xLeljJt1AURKMLgqMLnMxjG3ecORZFxchIh6YBwaiAZ/dHIzl6HY1vP7Axf17HnbX2tjttfDhL6f4+x/1RUz+3T/o4M49B8eXQxxfjvCP/xDjZz9h4lBFd8NEs0OUXGXW6GwV6G6Wkro9+DwRE1CrV6WSiVLka6NS9OFQydXQpvjosvsvQxLkGBK1fZJjzoG9dKeQuMDhfYneZoreZoavvNnGV99al/eu35/I+vTjGJ/+JsZkxsNfKT23dkuB1VAr+oqlSk87zSJMGC0mqaSNJD0TF9jvAnc2S9y/28Frb+5hd7+LebTAPFoiJ2ZOj6A7FIo4pOWZg3h7A8tggiCYCnY3DmzMFwr6swDDGdNS7LglwpEkAR2Gp8JuazCbPKMQg0vUv4L5pYrJeYUZnw15OdGR5jqSiAbBWPDWr7xax/1Xm7ix3cTN7QY+/+QSjz65wPkowpiIU4472X3KVGfDQrNpSz9QFDHRQTwnLw+KfE64iOUjOprVB37NkYQHO3YoYBy9CGQNLnLMRsSw8Q5dpW1Ml7URFIxURLEh3VDiei5T7Gxo2FnXcet2DXfu1iWxd3wW4OVJIL3Sh89idDsGdncsNGk2NCmEryonVB3TSSzCP78v/Fn5iA2zAiGxnbaJ3LEqQSonki6X7niN514abzSeN1XpxinDAu4iRbco8afvruNPv7UBfd1B1LLw/mcz/M//yxF+9YsR3tqy8dY2LwwxsjLBwTzD40mO47hEfcOQxcSn3+DnO0UwJYKzhJXZsHILVlrCTktsbvmCx4z0FC8mIxxOJlgmFhaxDUfPUTNSGNJnxLSRhskkxXSSgpklhyaIOlN5VQ+qXhQwCqbxC3isf6DIU6ucqjSAUHA4PQ9xeh6JqZSKlmnSSKcKUk7XOATnWYB9WYmYz3x2SVoaFKJRjQQ1j13iBjwaClddU9KJmyWYjVVMJxqGgwj9/gzDPrsviYgF/i+q3vNJlvS88jvpXfnqqmp3+3o7HgNDYLCEIRcLWnGDjOCuNvSB/9V+kDZ2JYUkBghytQqJYNAAJEAMMQDGz9w717bvri5vMrPSK86T1QPsIN4AhzO4XV1Zlfm+zznnd2zLkl4+vQXospfLEAzLhCXPARzmUEigkMie1UiLkVAMpvnOMESEtc3SOJcGZS+a6yrwXBVqwYSPB4dmqkqMOIxx9GSF84NYEKIcnhgV1rZk8jm/NHHR6c4k1Xg/xOCxL9087FjnnpMPcu4VGg1dep/5rnAfJ3jS9UHSqmSwqxQoDSxnFrKU9+ccdqWQjivXcXB+EuDo+VzuGxxoke603gRKNzDvfUygc8pAgy+JQjSBsruOgjsrVtirx0FwuMwQLFPEEVcifx5JADQRBlOmGWPYdV06aWlEo6mo1vTQu9JCu1vH8w8HeP7BBdx2iuaVAm69NLPZhoINS8UGzcJyvU0cHgAffpji9DQTEZdpXtYG8fNGc2wUKCW1hzK4lqy7lTWp1JgNiDAX67gM3RyaIWqlKLya57BUA62ai4pTJiQ5ZJgtAswWoZgVWXHC/5bhDBPk/KOEiFMO8TmAIIWDKGfNYZKESWkKFZXSrLe+QlnBs0RcDvesXJKPPg1rsQKevblIAam3TPizGBdHgRjEKrYha36eYn6eiSmCr0H3gNqVHJWdArqrCxK72jRQbbHHjCMHnm1iqT26eJZBz2zYmivP58W4/I5QOGP/MpHdFBxpyDz9MMPyAnAbxBYbsK+sYF1hlUOCcEqyFFPTiiTbepsmej0TpmtCc0zM+qkI+xfPV9i846J314VXZaKTZ4EUw/1IKk78kPUHv+qt9TZMNHccOG0OzyNZbc9C2zPFPJlMcvndT/Zj9I8zFEYdhV6HVl1Cr03EYLwG/ZRkGCJfVfa6W4LT43nYcFTcfdDGvQcb+PhnfXzys77st2liYyWU0ShgNEgZIeOSBw+mpjRJhsezHHkANOo1NOtV+GmA+WqOKOPurkyYOIYOx9SkbimjmEuTi8/UtQ67XodTb5REIp3VOXw/mYRN5R5HdLTU75A8WZjyunkWZgqfNTbsCmP6n8JeuTjIIxWMSVwOeZlEpQGKuHFSCZgWjCTZT1xxaXqgwaQc0NJAMDyMMDokotvE9nUL/gI4O0jF7OVYBSxJvTOZoQiWlPh2HumdVolRpxGEi2YI3s/9ZYoFO9lTCs6q1G9R/K01apJEnk0XWIWBVMDU6hqWs0IID2Li93m+p4BUpokv244abUuQ6PWGjWbTkc7n86MZzo+mmA1TLEh9qmrYvGugc9VCteqhWqvg8KMIhx9GYqrl/lNzNDRuKKjfXBNkQANCgsEzGipiuI0Y1WaK3q6L3hVXvuvLRQifuOyzDP4FiUqkI6hQqgXURgG7pqNSs2HpNsKhjXBkYxUF0r0ug7qMpmkTnY0eOp0uotVKFlPSy+VKrkOj1UG11pT3h6IOk338Z7y/2JYNk1UGiipLJm4CZ7isfipRl7L31UqjjeWyT7ZE51KE5JpcAOM+730l7pWDbnFaUwDQK8iZ3M2GyNNTNL0VHly1cGvbhE5aQVZSkSbxEoXBFO0WdLuKoJjJKgQLTKpGuVclFShRKJJbWAQGlqGB1RyIZxnMzEW3uo2W1yspIDH/fZoCaGig4OIjz0N49UyWYa+gW0zplkNxGtf5fnJOxPM9DQiLSYHJRYbZgOSPKrJVDZoVQrNXWIVL+PO5nLm9blPIGOyYtNRQ9u0MT1B0l67lOIVOU381wXarhr12EzbTzHMd04GCZ498PHvoI1NDpGqAa/eauPNqD9fvbch1pDCj8exNc+SKzz5f6tCODxc4PfGRRaUoGzEh7/P6MhGoSHjg6ittXHt5A+MJ+6OHiIjo1zdgaDUUaibCv2pMoRlTOfP4fN4mCqpaFVWtJpj2ICKevArbasLQXDl/KaQEqIfItSN85xsd/NvfuYrbOw60IIQWrKDOEijzBD/+dIYffDjFo3GAiRojNoBuxUOn4mE4XWE4YTGjIjRFGnO1SgHd4+eOHao027uo1FzYRJenhgRORpMzDCenskfe2XTQrlloWDY8zcDRyRTHJ1NMJySXJAhiUsYMqQHg/I4iXFnlwbkjaXYa/Alw+CyUVSEevGegs21he8dGraIDqxRWruKLe7fxpb1bSF6cYPbJE8T8XTttoFFFMJnAn46x0+jiemcXhuVhRnPQIsA7T49kvXznGl6+cxXRbIGzwxMcnJ7jMWI8VmKZC7VbwL2Ogze6FbRVDRenIc5PI3x6muLTkxR600a150g4ouWRpJbjybMQT5+tpALNbRfY3fFw72YbV3sNGGEFxqqCwfQcg9k5ZnEIn/NfFfA4g6zZsJ0IjkskdQHqxDQA02RD4kJBkpvKZ0xJschSB3nSRpY0EIc8ixqSZGeXPZ8phkLxE1jGU/jJRIxtNP0bqgtLqUPLXaixKYvnE3kW6jkKPgsK0iQCIQzE0xjxLMZXv9LFb//WNl69V8VmQ8FmLUM2OUY6OcZwPkaf/bhMLFY9qOz71VV0NA2T4wUmJ0ss9RRBIwfqipzdNzq67PGrloWa3ULd6sEpGgA7jIcqHr19gof/cownywJPUh0HRQUDpY6h0kBN01HTywALn4syMlt3hnLeSj1CEtEUammg4T2T4ZGEi1VcPpzqUp5xJHSkiY1oWUUceGsEL/d6nEzyfruCujZlXA5PyQdV+VpzGwXT13wNeWmILMTYyyFmAEWfyVwDaRVKWhVKj24k8IMzTKYvRAB2vRocrw5dbUNX2jBJxuFZgPPXjHt7s6x3SCLZf8rcVqgiFO7L2R3vl5d7AxHxRXROy+vKfXLOBKEUr60r/9Zi1q+lSMVUIv2/627btchWMpIvEdC0nlK4459roOD+RUtlpl8mhA1Jdgb+EL4/EDojAwtxzjMujR4qHlwzcP+KhttGIOvt5yp+8KmO44B1Ni4M12XNvBgBy1k6fzjxw6VQXVZd0Gi8xlHHPorVBOlqWX5mV6Gc7XP2lfPhujYIXCq51Brl2boWhC+xwSK1lS2Ua9PepZD6uZ5X6nqfJ3DLxOpl+lek10t0trx3axlnbeTi+cGyGaIzUanYYijm83+5WIlBNKEPcd1/a9gKKqQBOOyj5hmcNKVESACcpUl1j/ysMlZBwZghNWlwJVaZYiJR+YKOvnwtv3qtl8K40EjECEsBmMbBTXSv3kG9s4uYVWs0kooB3EQudQR8PqRyHXkGfuWKh1f3PCTLBc6O+kJULBwdmaWJgZ8VWjlNSyCpQEdIfY2z5GAp9TC6ZgvVgjOaXE3FjJuSUCCCNMVh6ikU8kvRQyiC/I25z+N3gaRZMJnBvTzrYnkvKMVvEXRlJ7X+7DJhvU4aU+AXfLiYF37V51uG7/g5XifsL6/nJXj91/6+vO7lnqycSZamCpnOfy7elOZZsacUBa7utHDrWkeMZ1ttF5sbpOK10Gm1hZ7mBxEWfoD50kcYJ2t8voLbNQ+3aq7sN09mU1wsY8xiC5NAwf7hYxwcfobB0sc4II2PZgi6YCIYSgSTc9XTPgYHZwjnvlRhFZWWgVe+1cTL32xiYxDLutZ1cft+A1pdwz+c9vHD03M8eVjg8cMywUPHvRoVSAYZkjGRqwVydozSvagoIsIaFg+ACjo7Krrb6+L7ngldtxD6ZFEX+Oi9KT5+bwpk7NywhGrL3k4KBbmdypKCMYOl4jlcCrQ53bslUtVpEjGrSl+Q26aYUQrAPMSdf8RFvXFdfs79Gg94Si7CBwUajVgD3YZeSWE0VuKkVUYqMCYegE56G19+uYHvvtVBq6PhncMBfrE/wvNHKZ5/Rsxa+WVrFBk6SYw9Jca3Hij45ksKel9toPn1NiYVFY/Ofbz3eIW/+38giwkB04ilV3VNq5C+4YSYAXE/XDp2yk+Z8OA5Vsgt6ERXF6Ub1WupaO9osiiWx0qCxYwiW4kbaPQUQSN6qgWXi/0taoqNOrDZUfij8U8PU/zjwxT6GLI6OwauvGzBrisYniUY9xPEEwXxBOjcUrD9iopcLzC6yDBg728/h98vXUZiiJd+XGLJeJBdQbXZxWLBsC0UdOXEIZQigcNeXpaCioinSWdklOfwahqu3XawtWti0F9h0A8xuMhkmMueELrr2WlKdzOX6aQwzBg6ndDsxDEp5LqoVV0ZYBeBgimHgUx6DKMS2zTgYbm8b5ZiBG+wxEgSQ2MKtiIIAjmc0p3MoYvbAxy+ZwldWBq2e3Vc3W3K4P/g8QBnB3NESx6KS2cRD928uRBxQENDWZqpQWNPolOiBUvUL2/4pdgiNyMKJOIC/jWkgXwMyievbG7EnVT2cpR9wnSLUiA1JJ2vW0wpS2GEOAZ5sE0F+5yW2FJe+PKrUBpmuIFib3KhSSqC/89Ij5Aw+QNuJtnaIV433H/Fw3f+sIX7X3RxvJjjeDnHw1/EePiLCJPTFMmy7Pvc2rOxedWGwY7qSobxNMPpMdMoCtKpjnRGwTmBRqlMVZGxz4ROMxoJ+PpcRXDEqplBs1JoTMAwLGUwnUwX2bpnXDq4dMGhWLqKaqWQtdEx0NkwsDxKcP5BiK5bwZ/8u3v4N39wBWnlAFn1AH/+fy3wP/9HH8dHOW7etHDthovWlV20ruzg6JMLPP6XfZjuHHe+VuDGS0DPNtCzTKxCHVGow7SrcGs1TBcG/vL7x/jLvzgprwURPZTvC94LiRXUYVQ16I0IWjNCxTBQ1UzpfCYSeDaKES7Z5XRJZim/9+XDnRu9SwGYzrZSAGYShIvnUPB+Syx8RRE3MB3kvMaZnyP1icV0kfquOBELjVILP2vlg812Uth2IkI/sZk0z7DblDsjo2vA6OryXm50dUR+Jq93MU6lq7qIgJdfaeKll1u4mC7xwcML7L9YSFddutBw734ddx8QdRIKfpUDnt2rNWzvethqh9jcWCFgH/RBhHbVw8uvbaG74+H52amsGzuv4ebOa4iLMYb+Yxycv8A7P0/xzjsZVEeDyu7FQMN0oiOJVJDGaCgFZhya9lNUnALNOnDvmok//HoDX3u1gp8+DPD2pwEevVjh6f5K0PkcxLEf4fXX63j9tTru3zNlUTzkJVgmOZ4OAzwbBvjnv57jpz+Yy4Cpt2Njc8eV34fo34/eG8riNSGq3KU42PZQbdjSl8QlVaC6IihPiwqoomEwHmMwnuD6bgc3drq4fXUXN67soOXZ+Oyjd/Ho4/fgFwWWBXBwlOPxI7o8bXztrU3pB37yaCwrZrrMy5BqCkImZGMNYT9GeB5hq5LhajPHG2/cwze++x3cfP0Onk0e4tn0Uxy/6OPoRR9nZwEGo0yICyWmlc8kRQY8dPUvF+VGiqYiDh7nxBKPYt80qAAAIABJREFUeG/hHoPGKw5rCujy0eIQnAIPN9MZcuLJ2fKhMDHHTi5VEhl0u7vspmafm8bO9ZV0W85GuXQK1jsWdpiUbmnw4wDBaoVwUHZMN+oqNroadnd1vPyShbu3Ob5pwEMdb/90gL/7u1N0t238hz+7gVe/WMeP/vEAP/rHfTx/XuDZc2I+DbS2LTgNDaNRgNHIx5U9W9bwOMOjn4eYDYkVNtHcMAQx7VAEXXd58/+u8u91BQPiw48inB1GODsiko9GDAo/elk9oQG37wK37gGvv9HGqy/3sNGp4Mc/PcWP3z7D08cxnjzmYZtGNaYpS9SwdEGSFuFRfGMKjWJPhiiIkawSQWpRzLjay3FjO8PdWw08eOUqrlzdQJIHSPMAccbUki9pCro5Y6J3cvYeKlgES8zDJYYXGc5OgcEwx8hPMQ0yqLEONdFhGRzMaKg2dHR3iSalMSSC7vB5mmN4BozOMkxOaYDKEfP+uNIk4cSk062bNTx4wH7hBmqmiZpl4b2fn8g6Y79vxGEQDX2pJO92t6vY2WEaIoS/nIMPhUqtRLw2W1W02lXESSLpLtbR8H1WVIJypAUYz5/N8PzpDKOLRIw1q0CBZpIOwZRBBsdjeov9M0aJns6ZWEiwwYFEQ8H1G6QRMKWjYzCJ0R/FeCECcIgqXf5N0mh4ny+xuiSMVD0TZ8dLnB/5ItRwH6KaKvwiRSAZEwOJwoMypYNU8HR6psjKeNghUSezEGUO4iUQnYcwFjH++E0Pf/JFD1df3UXv1av4+CjAf/neQ/zk7RPsVkzseuy+zeGZOQ7mGR6NUhyuCtS2ddS32TFuikAURTGm40AIHA5c2JkFdbaEOvVlH3P7Zheqq+AiXuIsWOB4CBwPFNhqhioNWGKRNqWv7fw8QP88kKZ6WTUN5gaT8nx+Z1CTVBLf29sGTNdApptSDUCxnX3dp2chTs6IWeahs6xecEkL8bRfJYgTdj6F0iVV5bCxYsBtshs1RdU2UbHLzz2rLwRKRpqMHmO5NLFYmOgz2XI2xcV5iMmAiNiy94sHR2dDg9PjoBxSIREMMhEzWfVRqRuCTiWyLyxiRMQdmvzVS7GX152CQLRUxdTXqGpo1mj04vmFyTCI8M3v54uHIY6fsqeqTLhZ9QJ2i59zhhJY0cGOYBe64WB+nGD2jAOARPp3Vbfc65Gm0Nuw0d3goKBM2bNPUhfDFwWeFF4jhT9VMThivynvHakIwN3tBnrbDQwGAU4OZyK8KKkOogXYP0o3PfeSOUkNUuLL5KEGuwE4DaI2UwQTGsR01DoWLE+XZCUXhWEuU+W1qEBNFSxGPoI5OxwteBvsQksEcUsBePfGBnq7TRw+HuDoswuYtQTVTgaX/bxWSYlqezo2SHhJaIpUcLQPPPqkwEWfhrdUDLoWk+aCBtYQ+Ezps1MshmrEa7ODJhjx+Zj3IabeytGIRQMhq2JIZFnmUiOw2amiWXNKM2iaYzhaYjj0JVHb6pGuoYpIQ5T55XmfYnitzoEqjWcUuGIhKtEQpKtElVZlz0aTHWkr7N/kvoviL0lFJKDQVErR3Wvq8BoGmhuWLNZEDE6WCGaJdOQRQbwcZFhc8MzK6pUyLVPdzeFtU8xQUFiqYH7bPQemSTEtQexH6D/PRAA2CxcVOvFXBSaThYiQ23cMWURa0/gzPVYweqpiNVdR3eQw24LR9WVR2CM9ZDUtkIwKwAd29izs7NmIcwXLSMGSJpt+jmhSoHvTRO8m3YnERsdYDhKMn2eY9XPESoZIZXKQkCgF1a6O5q4p3cyZFiHTIzRtV1Y6LrDkeeEkweA8EZSmVq9DazSg2QFUa4aMp9647ONl/5h0kBEVPKSRWkel46HR87C76wrB68O3B/jw7SGWQQJFRFZet1zEe3Zns/qIktulABxNc6RLoNnw0Kh7CNIQcxqSuEGmQZcJufUWHCva8ZmYLRAEJKBQAG7ArjWgmClgsgctQJQsxcipy3DeQJ7oKPiczXkfIyJRhWKTpF725gpmUTDAJQqPxgd+X8ueMoqqJhoNEwZRmpmPNA3lPeGymNitc0ZBRLEhpoPBYVlzsrlnoLdnIGJ67QzyneEQjcBfqfLifYFDu4SELgVOp6zycXivNnVBogezAoFfJo55pmiyx3VTE2KCV60KwWU6XiIMVoKW5vKXJJoAyylNr6mIwOXPK2c3PL/UWjTlmUL2qNYc6WQ9O5jh/GCG1YLvMTtSDWzds9HZs2EZDizTwdN3l7JKE4wJr22guqfKYrc7BZRFP8P0MJdKMNdbwasn2LzmoHeNPbZM2SXwxymm+xlmh1lJaFoUMLuAtQ1YdQOG4UArHOTzCrKZhyhZyaJpkmd9Gmza7TbaG+1SAI5orCx7kjXdQLPZRq3eFPQwe5MpOs/ngXTX8zrxvCcJYA4p12lLjg5LPPQlkpDpVQqpoZjgSVvgnpxdwqbpSEqa8xsaJNhlz9ekFmuxwLBRmDbCVR9BcAzXDHFty8SVrgFHjeCqK6RIZaakmg4ctwnDcZEbviyGFaIsRSQ1LeyEzZGx41O3EKwc+KGNYKYhGAFq7KLtdVF328gKFoXoYqpO8wkKJRQ8OOsfbC+A5Qb8H0jHJk1OpGeQOlRiV2lOsGGZFuaTAiNexwueQWtARAE4gGoHMuxPwqRMqdYcaBWK2kto2UIMatzzc8bGvXOaJLBp7N8o0K042PYqMDIbq6WJ6UjDiychXjwNhTSg2DGu3G7hxv1N7F5vr9GgPAeXqN0iilEkoZDDPvtsjP39OTyrIYu9iMFyLkZ/CgWGpWP3fhM795sYD5c4ORhLErPb3kWt2sYqSRAl/E71URTn8OMVlhEpTCo6Xg0dt4rJrMB4zilBDZbdEQGYVBkdMQz3GKZ7hO98bRf/9lu3cX2T+PsJsuUMxTBGMYrxo6dL/L+fzfFktkJIM6cBdJwqOnYVZ5MFzqfsRyhg6YakzLVKDLXCFKiLfOXI97vRrcPje1Y40FgRMz+W1evoYqSmMYaGMeLbz0cxzoeR7F2EqpEochbhbtipUohLxMxH+mQW6oiXmuzZTg9DnByuZM7rtDSpW7t1q4aNpgU1yuDkKr66dUdW/5MnePKzd7H0A1hXtmD22vBnQwTzIa42e7jdvYqqV0OqqUK5+eEnT/CjT5/gzbu38Oa9W8SqYHR6jqN+H+/Fgawaa/aaCm7UbTyoevAiVSphDo9DPPcLPA8KtK/Y2L3pouZpsMIUyjLD08MYzw5itDdV7F7TcWXbxV6ngZZTwfScpikDZ+EZzsNzBCTakSzo6mizGqfpwDBCmEZ5Lw98Rc6FrMTh+8e6NJHzSNkiPSBxkccbyOI2Yt+ScAKpBbx2pC/yXE7TUZDOEWQLqCb3UwUsCsBqDUbuQov5frKnl/M4YpkZzEiR5CtEQYB0FaKqaLK+/c0d/P7vXcWtHRX6agTN72M+PJQ1yXJMFBUry4RScWDYJuqJImtwMsXgdIaokqPY0WF2Wf1lYnvDgCV1OC48tYmqsgFj6SA6SjF/scLP3jnGOz87wb5l4qhZwdCqY4EGwqKOJhS0pK6TOGxD0pOCjBWEf5n64/OAfcdM3WqmuCQQJzHiNIZbm8Gtz4S6V+QVpLGHFX+276yzZ3zWMhEdiZALdYFC9aHQCAGaIepQi6b8/aXAdilA50WZplQ0H5o5hsIkcNxEkTShUUzWVgijEyyXz5HmS7heG47ThoI6VNRgVwC3SgHXQBpZSCKrDArxQCG/G3e2fF6Q9KCXhDbpai6RxtK3K5WBrBTgUI/9OzR/8hxaJj8vpUn+eZfY4ssEcClsrZOTa6QuZ9RlavKSRMk/m2dvfuZoyI4kEZyLCY8GyaEsyzWksiqIyzR7taLgKw8MfOmWhnuY4B7G+IcnVfzFJ008J36eqW6XOH0F9M9JH/G6V1g6aCkGst6Ao+z1rKrgwXk1QRYt4C+XglhmUphLqneEqFgmv5kS5oeEdQuSyhahpTwvyF9CQ1wnade/++cJYNH61mnatUBzmUiVMf2lACzvb2kU/FwgFDIjzW4Fet06trdbMtcfj+ayqHFwldUznFWoElCoVGnYL6/dbBZgNmU/Ma9DOSMuk9llAE7605kYJWEkK3uUuUTVltfDf16GIst4UpkapwhM6gjF1mqrh97V26h3ryCiAJwxbW6KkZnnUJ4zlJy4ftKpCryyV8OrV6uIlkucHPYx8xfQa4Dq0aRbko+KwqEtC2FiCNlgHuSC9g7DJQzNgWVU5HObqQwq8T5HIxzNDaUIzAkiTQcUPYQ7JSQm7ps5AaAhgSkUGlhE7Ps83Vxem3WD9zrFTX2FBgpJfPNLwxS0XKr1tZL6zVJIvjQ+yKVeJ4/Li7x+Oy8Vftmblfuzstbu8p/zZ+ufhwL5sWBAsbvhodtmFZqFrW4Nt65exc2r1zAazTAczjCazjGcLzAPQ8TrytGXex5e7lagJCFmsyn68wj7cxP7MwUnx89xevwCYZawramsDmHgsmBfcwwdEabnFxgen4lZTdE8rWC8vHfFRO+Khd48w+Yiw6s3bXzlyxV0rpl4qKV4pGX48Q8j/NMP6aZPZFim8EPgq7L5oTijWpmgOSosum9raLZ1tLsGvKoFr2JJNwidt9KHN84wGWUYnK8wPKdCXXanaBRMeGAnglZPkRqp9AfwoMs+GdekaFVIApiHe7drwO1SXMmgean0wRJLSKzX4BNFFi8E8ZFEJPFwwwFczAdnysORCbtuyo0hDcmQymDpOixNx0vbdbwsAxQdta0C8yTCOx/N8P7DpSAFZxS+id9VFLhZgVqaoafn+PYbGr79BRU7L9XQeVBH6hno+zk+O0zxV3+9xH/9/5YwMjojS7exxNzX6RamRui+4sBcbnAyvBDih6xc15FrhhwyeFihWNraNNHcMpFqqSQ2mTharYhtYUKWw3WIezue5qiwi08rcGXbxK3rDlRLxY8+DPCjjwJoPqD6wOa2i2v362WS5vEcZwdLEfxNU0Fr20Z7zxXM0PlhiPODAMkCSCh6Mu1RKx2yTpXiOW9YPJzn0jMWLVTZcOc5sc8FGlsOmpsulsMIy0EElx2BW0wgM8VJN7uO08MVTo7oni2xRqali9DSaNpwvBIpkcshyEcmD0bilBTkcYnjKIgtCXnIZC9TIoNzOpvJ2ufglzdQ+VxVKIQx6VSiNpbzWLrY+A0mos8gjqWZw24DFbeCiuexqVVuO+yJZqcQMYJ06LADjDdX4dPzJp6w4H1dHMC+kwrxjDQ58J/T1QN5HTQl8I512TFQ4gUu+x0u8QVEMWfl4r8r3HpIoqtMiZX9e7yTieCS07BB1B8PKkz+loaDz5O/a5CB4BIUngEMSdPy1iGYZeI9YMiNq11X0GsD916x8aVv1bB9x8Tj/TkeH8zx9KMMzz7iYZkPVKDiabj5oI5b92tY0r2axuifrHDylChCvham/VUZ7vLQL2I2nXocOvBvlBx2U4fdYCcBByFlTx7FX/795RCSghGF39I5SkOBIg8ky8jLRF+kYDXKsDpPcX2zgn//72/i9/9wG2rtFErtBN/7cx//y38MMJ6YeOvbPbzyhRYeP0nx5EmCuhFjsxphey/C7ssReldzVODJOj4PcHIeIFM8GE4T84WFv//BBf7hby7KTSY7mNfYCabf2zsN1Hoe/GKCABO4mom67klXYf+EWLMQaczOOrqEeFVLhDO//CV+4tI9VCZ+ZWPHLmuzgNlQYdY54GRPMnHeYviRP5tJl3hRIGMXVUwkOyMkxEnwx3B0RTR7LEt6C1QV9YaBzS0bG1sOzC0H1qaDQX+OYX8BLUngqjkatobdVgO77To2d0xs7lj47HiGH753jo8fLjA/VBAPNbz+WkNE1eVkhYuTBao1D1/5V/fwyhd2MQ8eYu4/FJykf66i7ji4eaOCbkdHGM1kaVkLWtpGosSItQXGwQIffBrhg4cxxr6CiU8Rh2gRihPSwMXaRgSDHP5Fjt1tEzeJ7bqi4bWbCq71gJ+8H+Of349xPEhxMaGDngkPBTubJt58vYk332iitxGj245QrdVgOxtYZQ5+8ehE1qc/j/Dpz1fY3WnhK2/toLdpYzAcYTAYoz8McT4MoZgWTM8R9z1TZmmcwWSaXqMoDVQ9mhh1TGYGwoD31pWsr7/5Bt568w3YeQZ/dIH5xQVmY2K255itgFlUYDCP0J8EMpS7db+O7b0Knj5eCEmD92D2CuaaiulCx3KpwUkAJwa2vAS7tRgPHtzFl37zu9i8ewsfXbyDjwY/x8GTCQ6eTHFxlmI6UTCjJ2udAFbWBiwSGti1ywEdn+3Vmo7lJMNiTJw877klyUIVgYsO5TLBUCLrS0QhXcc0cTA9zMVkB/u5iMYRs0yUYc5E6YjiaSKLeL/KhiMdJYsJe/ZSGEUOs8hw94GLV96oYnNLhevF0tuqpnVZF+dznJxM0Nt08PVv7KK9UcFffO8Fvve9fTh1W1aqaDSRIyJW3fShWAEc04JrmhieFDh8GEui1WY1RIXduRY2r1io1Zk4cWVvsQwWWCx8DI6BwTGrGCKEKwo55BaV9zh2n2/0gK98pS6rXiFyS8NknOHtX47x9i8nmE4z2VfwzxSUIvc6dGWqvD8a0vtRPveJts/R2wQ2NzVs9erY2qyj18zQbUaoUSiza9ANC6toiVBWLELGdArMpgqWviqDbyaCR+MU43GCwSDD4CLH3M8Rl76ssi+HRiT2g0ZAs6bh3h0Dt28Z2Ngy0d40BD89X8RYMC244L4ow/lJirPTDJ2Wi422h+1eDb1uVXqbnz6a4+lnM/Qvluj3FwhZR8Afxi2yw71aIWYA2+aBlt+dBNVaget3VFy7ZaC72URnswk/WGE6XWIyiTCeMIVEIciEovI18fdlBy37oVOEYY5wpcliNQAPLB6FU4/D5fIeaCgpGi5rJzQRIj2PrlMFC37vAmA4okBE8SaWxdfGFCf/vRtXqrh+pYrjT6c4fjgV1C+TfVpNxUWYoc+euSUTsDQjlvdpmhWZzOH3gEhRDlOzjD1cjqT1kkEIZRbhwWYFL/U8/MZXd/HWN67BR4h//OAxfvnpCUYnwOgY2Kmq2K2pGOY5XkQ5TvNCnglc0n9XteT6DC5WiMJCqjWqtgE79GGvfFRVC3XDlboSt+NAq1t495OJLOmbUnMRaW3e06BheMZBGe9BpZDD34EYaN4b6Prm3vTll1qyiL58/nyB8TQWlDq7wOKIyUruT1TByio079nsSUvLvjGSApbsHiUpRoFTZypXR7OjoNklnrXEtDKllxKHDqDeytBoce9AU42LICwEqc0qAEmBzyhelAPGeldHY5NiZoHJgKn9BBcXM1xczGEYStm7K8ML0o14Ty2JOLqrQGcqNNWxDEpDX6+uoiuduqncH/n8ZbqPlBVfyB4ZZsNEll4pYDdpDmISnddewypiEl1BTMFyKIx9SdqwmyynX7go0Os4IgIz2Te84NAog9uiIG7AcChAsrdRx+LCRkj89ZpR39utoUvces40VSTiYx7rSEIiNJeY9rlvXg8RxGWqClrV4WtsAQkxqDxTK5ogaSkkCGrWKHFlXFphwuaLTVT40xCRH8GuWrCqvIGRPhOLeaVGvF/DwcpPsPLZ4Ryh0CI5n7SJeq2b2GiU6/w4xPlJiLOTDOdnwHxO8TNHrudyb+Q5j/eMKNTEAMKhHgVWi/s/h6hxRa63iB8MNtOIQrysWe4LKXp5poVeq4KqZ0nnGF3Xs3mE2SKCXVHR6loiABNDynunJEuI/K3bYtzhue/81MfwIhA6DUVg6XctnLK+hwKw9EiLq1kEaNvjmQOSYItWkC5mt66i3XHQ6joIFwmGpz6W4xhKpEHhPWuayxKPP3/3GmB3cxEuFJpQbL5WExsUbXUao1MRkPtPM/Sf0ENvwTVc6fBbLkMRo7dvm9i+ba3NsBn8PhD2WfHCs66D+rYDvbWC1mRCL0e0UOScV7AbMc7R2zPRvWJgMszQP6bIZMBzPHhMbGiB9NxFSSw40GCcYXlaIBwXyHnUNthYUZqbSJIw6uXn3WQiiTj9xIIZW/DPMoxexFgMUjF80qykVF0ZKmtGAp1UCyLmM9rKCuxu1WWNj32cPp3Bq7q48+YuNq814C/Z4TlF/yDFxUECP4oQU3DWklKMNssZAVdpEuEzTwVCDVitqQTEL4KDlVj20TR5Su0dh3BJjoJVpksgJuIyJGFCh9OoyZIJppEhzkJJi3LgxN5Lk/08RP8ycczvYVLuzXkuVy0FKvurde5Ry/0+Ex/SmctULgU9VZc9FM0x7CUsCh9FsZIBGYc/pPfQJEmTOhOg/D4Mz1YYnUVodUxZTISulqqQtlLiJeNY7hNM/iahhjQwhLpU287h9TiGExCgYG55b2PSmJQpCuiso2r2+BxwoeqOCM7850w+epVYVhozZcUUZ44J+60XFE2ZwMhgs/Pd5XNGhe2WqRfuA5i6H51G8rr5daIZicbA3g0X1Q6T8+yOj2XPxmci94pu1YTHyqA6RVuKTZEsYmWDMcQMrak0p8fYvGHI4v2c5zB+VicvckwPOKtKsBgncDaBClPzxOfHJnIKJisXWuQI3Yzofd5L+RygqMtznJBvEv7OsZxh+ZlhxzN7hS3blo5DLqa2SGRaBTTw+/AXKyiKKfeTdTuE3EOkT44jWqIkKWJG7ET0Bbera9wXamh1NtDsbgi1gJjlBUlNI1+SqI7VhGXVxdSaqwpW0QThagjbirBLw1ZPR82KULNIrSjJYOxGzzWtTBxKEnYlXX7S2SfsBfINijKho9BY5Ikg5c81zMYkmtGgVodjVKELkpZGzhEW8QUUM0azzaQ38ZO+4I55/JUUc8q6ICbpaIhkb2YAx3bhWC5mIx2DUz7DdKipAzVl9+wMuTZDxbXQqtZFBJmseG5alGanZAWTBs6aIX3srJRghYFNM1/TQNtRhUCRBQoGfWAy5j6lhjiqQncSGG6CZscTikWjzfs/xdwEJ/tTWbapodvxBC392aMR9vcXqLkt1J2WGACCYC7fEwYDDNtAo0dqIcMJAQYnCzhmC9eu3UWns40wjRDSPLN8hsXiGRbBCsuQc0ILVztt7HU2cNaPcXYeI0qYUqJDjeQCkloitHoTtDcn+O5X7+CPvvE6rnVcJIs+4vkAwckCwfES//R8iR888bEfxMiIXXZUtE0XbcvFcBliuAgk0ERzvWkoULxEBOBgRGGf31MbjY4Lp8p7vi39oE07QdNJYOoBDI1mlwQX0wzDGc93JnIR6Mpk2iJIMJgy2Zyg1shQa+So2TSHsiOWewlgNsgxOIsxOC8/J60NG9euN3D3blv2DLHvS6f7DbWL62oX0/NznB8fIFNIF+mi2m0gWQyQzC/KhJlRQa3aRGdjQ4yHH362jw8f76NZ92Qx/KCENDWl+DQdybKaqqyWZqGTu8imwJOnS+wfB8g3NGRtDe1NBb0tlWF8jHnfOCmw0hRZN/c8PLhRRc1WJAnuz1P0Rwb6QwOpESDludNIZU/F+1277crinLSQuq788/1ylJZGtYTJe3CWqSPLeD91EYctxGETGWefETvFefbkTI370pWkJTPZQ7HSQ5cEIq+tARNabkKJPSB2pT4iUSLEpG0RbZ6soMSc+wD/6s0t/Oab27i5q2Jvs4CTT5BMThGOjjELl5iGS+R8RjerYiQ0KMrEidSGLAYJ/CLCsojk+8bZb6NloVvR0a3qMKweTGsTegDokxAr7gE/DnH8KMQvh7msqZshqGUIVXaYtxFFG7BUVRYlPJryZa1Fnl8JwKTREC1L8g7PCCkSUqWyGF5jiUrDL2vX8grilY3l1ECw4DOVna18DjMhTBRkSe8Q4TSrQslrtC9AVWw5F5VY2PXEXuotuQ/kOZqhjUDw/chcKLmHLKMRbAlVH8OwhlD1CAAFMheaWoGmVSQsx+cFyUvxShNT9VpeLO+TAlNhkIgicDk7lPngZbJnLYyWQ+U1UfJSuFqLVqUG/OvJx18Jwb8SgC+Tk5dJWD6LuDjb4d6kPHerNPQgLM3/Kus/+PlbIE+XoidwzcMVBtMlapUcv/kFD197ycStZIqbyQQ/fFLF9x+28WxJAdiG4lAAlsacUoNbi3MUHoVwKPFd1g3xLJlDK1KYTEWxTnEVSP+pCMAxzVnrFYeIo0AQxkwREyctyWC+Z7+G62VdpHTi8veU/t8Swcv7rOCZL9O0l3rhZTL617tq12Lw52HhtbhcBgIKXL3Wwa2bWyJCnp4McHIyRERiBOdp8vNyoQp0t/hdcdbCvYGL/gz9/lRmTIIAl7hvqRWsGwHl7Mg/91eC/Xq0LBvM0rwoiGjirimosoqICGjqUTnpRD30rt9Fvbcn4i8NjWXavDwbF9QrWNm5Jrk+uF7H/Wt1hPMpDvaPsfQXqDQNuDWeN8t6FhQ2FJ7NExXTMMUk5HcwLQ2V3Ouozloslx0FFLGXG2K0lg2IfN5IUeF8vBR5afiHpITZQU/NhhVbHOv+ytwgaXlBpV+aGcqOZmLUy/eo7Oleg7zX3zHJBK+F8l+Lx3+eAP41rebz5PCa1vq5Oly+hlKeL/8jJs4ccBzu3XWhnjFF3e3U8eZrr+ELr72O/Rcn2N8/xsVwgvF8jhm7ov25rNs7Bm7vmNhxTWxpplCofn4U4P1ThiUiqTGJi0Rm5lIXyUAhqTQqTfwJRoNjnJ8eIPAXUNDQxRNgsKA6z7HFQXEMfO1lHd/9poVbrzqY7jUx3WvgL/58hu//+Qz9E/Iew/KLQbFI42aAD68UrQ4HnQq2rxjYumJia9cWNJpSOHjxWYTHH/k4PaBLLhQn++cJaXEw8GAhnhq5gLGaIWb/iVPwnigCpM1oO+ubFnQHEqlqylKYFuahkP+ORRnLxOQzYPKISFS6xlNBP1ANp8gU5Rpi9rT0KCCbSBcJguMQWZDB3TDgbRj47r0OfudPrS8lAAAgAElEQVR+F4kd4UkywsPTGd77WYRPP4g+d9iIYCeaSgE7BxoG8K0vG/jml3Xs7jjodFwYjoW4MHA0yvG9H43xFz8coSBaiov9c8Q7yAe5dF8IppVdRNIeXoaB1yE/xJaKiJhMfvlidgrqaHQcNLo2cjNDThcwgwlM9rkUc7gJKDA4CDA4DFEzgaoB3Lrh4tWX67ArBn780Rw//nBe8qATulJquHZ9A2qh4fEHQxw+maC9w6Sxikqdzt4GlpMUp8/nOHs+Lw/LhQqrncPq5nK4r9aJyzNkI0eTwPS0TAexrwt6KijJzq0aOjdrGO7PZW30ctx+RUOzqyEMNBEvjvcjnByUhycOG+mS39x2RKRWVZa3M43JtC6L1Jkcy+AvFMwuLEwHNop4VRZn8xuXlQ826b/wNBlAEstJBGm9VcByKMqUB+zllGaFHKbDA4MOqw5BBTlMTvdasuajCAN2W52GGJ/H8p7w0MGBJQdAcvnobF6LtZdWcbdKVDmFfxK5eZgvXVuSurz0kP06XkA2FuWNSDY5aSpLXCZ8kBi81jxUlgx/PrjIj5cNTsL+jnKJ8Hsp/pYBc3EX87tWOqg4uOSm0BTnSs6uHH5fCgNZruPWNQUv3VFw+2UD199wpCfug/cWeP/9BU6eFjh+VrqieHhvd008eL2NB6+3cDYMcDoKcfrMx8nDALM+b9Llr2SYFgzTlF4yYi9FBNIS+RzXuuxS4Y2dLkfiP8sHMMc9TCUwWW1QnNeJgyyxwp5DLCO/5xxM5egf5cjDAmYOvHS7iv/p3+3hj/6gB7N+AaPRx3/9foj/7T9FCGIP3/3jG/jCW1v4/v9+IOs33rDxP/xuHQ9eLdDYWcBrJ9CTOrS0gY+fDfDx0wEWkQNFbWI2d/HLn0zwy3+elgdLpezN4sO42nKxe5c4jRb6szP0Z+dwFBs1vSrGiZODBS5OAigFBxDEUIqnTYRkdnpREKKQT4c8nYBrVo08tOnidHsavE0i8lNZOTsyacpYQAZ3TKWLC4ypcRoDuGkSVxOFfkM6M8iqzQUrVGDrioNXX6vjxr0ajK4n6713TvH+z05Q0zPc6BLb4uGVGz28eqMLu5rBqmb4+dMJ/tvP+vjlB0tMniqIzjR8+c2GLH8Yor+/QLe3gd//47fw1m/dx0fPfyiLCctg7MAzDOx0FfSaBSp2goqVoH+UyICxoAu57iDWdHz83McnLwLsnwL7ZxxCQAawHFiIMMC01ZQpcwX371bw+ms1XNlWsFFZwtEC/PTdHD99N8PEL+ATgeoB3Q5wbc/Eb7zZxle/SPzOBIYyQaO+iWbrJpKshb/9yUP83U8eYXAEDA6BN97YxR/+0T20N3T89CcP8e67z5AYEJSWalWgmVXQU3RxNMO4v0TFBSoO+z8KVOvAfAk8fwHpL76+q+H6jo7f/ea38Dvf+BaGh4d4/6f/jEcffATdbMAw6hjN6fguECJAbMxhVBM0N23pxX7+bIVnz1ao1CGOY2JLRiMV86mGjmWgYxoi/u7VVrh16w4efOl3ULtyA/9y9EO8ffRDHDwOsP8Z72MKljMd/lwtHfJRKphJLm7IiIOkYabZNlCrG4LaZMIyW7EXRJd7GId5IlSyB1SiwOxGjKTLzua9b222oeHGsW04NgeFTL6yIznBtG9hdm6huclBRgSdhhbNklTp4pz9jgqazQStZoyvvNXAb36baFEVk+lUOu7DpYfA91BxUtRrMTobNra3NhAGJv7X/3wo6/4Xq3jwZk0qHo7PUkzmEVrbIZrbIVYzHeHMwOSswPC4HHLy5sjh+o37Lm7ec9CsNlCzGyL4HJye4ehsgNG5hXGfXUNEuPL7zHihIt3aN+4BN+8p+M2vb+Ebb21iOkjx6MMFPnh3jg8eBXj/YbAWWymOE4vNewcFqLI/PFroWC3oYC5k0NvdVPDamyZefcPBnTsd3L7dQcVLYBu+DCAnQ2A6TmUTvlwusVjkknQf9BUML1TM5ircBtOUGc5PVfTZdSbJ77Jr06ypMKqqJKSYRkoWBeJJjg1PxZsvGXjjvoVrt2qyuPdK9DIxQhwghcYnn4V48ijAznYLu9stVN0KDNXBbAz89d8c4gd/cyQOW1IGiHgyUro5yz5o3pokqZwwjUVxVkO3p+K1L+l4+Q0DnV4LG5ttccES8Xt8vMT+vo/+BY1lxEBb8JpApclzQSrDIA5DR0PIsnQiGgvpr9zeqqBZo+kpgalkcFQdjqqJ8Bf4MeSxyeSUwv4sHatUw/6zJZ4+nEnyj2eoRs3AGw9aeP1BG2cfTnD24VTSil5PhdJUcOznOCIqdqhK7YF021bYqaig0jVgNzWE8QqreAWFqdzMEZJROglRzGKYhQczd/F739jFn/7uHlpbEfYXz/Ho7BRv/3Mi607TwN2mAd9WcKIBA4MR5HIZhiVrMslxdsb0aI5220SzoaFehKgVAbJRjmTA96SBmw+2sX29g3/6lxP8+GenmPgxQuKqXR2NtgvL1DA7DzE/C4GKAnjErpYoaO5TY431ETm+8qVtWTQQ/vQfT3B8soTbteG2LdkbEvErONNUEyEmNUOkOnvHiSNNkI6BbFLe18024G6o2OjpQqIIZ0wlsu+3kBQaD25bO8DmDs18VenC5aGQKFMeprmXY9KxUXNQrzvo9HT0tigAA4MBEcMRDg4G2D8YCFWF7mAaqJh+pcDT3NLQ3NZRuEDhKggyDbOQrncNO00F2w3SEfg98+Wgm68MqDm7ezUxVvUPVrKYKuZeknQIR3pxDUymMaaTGJybqGFJUKKoLolECk1qjt4G3cIOFosMp6cB/FWGes9GfdNCrjAhGCEJDEQzR1Kc/iIQ9Hr3ShXdvQrcCs0GJQqLRp04UHD6bCH7d4oP5f6SRrtckodWk4u1ZcQxqmVah6hyADbx0tW8RM9zAJHqMkAkzYTCbhSyR5Zpe4rTTL2W+xQ6u+lMJz7Vq9sI/RUWc19MvTs9B1sUQVs22i0bjz6cyBpxaOgToy/6MhKpeKGDvtwv8zXxRUn3NE2+3AOopCRoiFhXUNDUCeloJiKX2D2SQpKVDsewsFFz4VkGFstAVrBKEayYStYE+8/KEYq/NJNIi0vOZ4+L3lZdzhLHhzP0zxci/lKUpomZZp1yeMOONJ47KUjxns5eR5pgeW/OJdHjSMID2Nh00ekxeZJieOJjMUqQUHTlc9jPkQQcXCowKrwvs8M3h97g0J6CFPfbBjqbxLOxfzKTgevF0wwXTzLp7LZNGmUpTjEpnWH7po2dmxZODiNJV0Vj8iF5rzXQJM1k14VaiSX1RcE69jUe+aGnqdwnmzsamjs6zl6scPBJAEN3sXuzi629FhYXpXFtESZYrDIRCqMhO9sh4hlfb2tHR2uX2OcMiRGLAcRzOQzRkYx1pGMNk0P+DuzUzWDXDUF/EykHYq9JESHeTlp7iaPNcXW3i6s7HfSfz7D/8QCtTg2/8Z272LnVwicfPMUn7z9FETvIIwdhFmGZzREjlGvDa8R0OAfwgqAnVo40pNSUDmB+prlgFlBYQ0X6Dp9V/KwF7PrOkC8V5AtNCAusiuDTi/2/brMiOE2uKKEpaSX7cduowDI86Wnk+TmLWZcQSi+cYpGipUn/OYVxGo24HyDGj6lRLg7iuGiWcmyKvDwzhFDVaP1Zz5DrBgqdxg0NhsHBeIHJaIXpKBIDlMe+cP5zJiGSDP5yhWDJxAy/2wXiBRPVltyPGnspqttpWWuTqmL+YxiA6XnWJPI72OgqqHdpQDGRpBSXTagwpdfWtBeyOAvi02I+phidYDkj8om9g5nUL3GVPew8/5RYaJ5H5xcF5oMCFVdHk6n5ro3mtgfdVXF6MMHp4Rhp7IoYQjHW4wzCI+pyPbRmmlrhEDiXCieaDfmes69065aKzducQHFm4EiHOFPr4xcppoMI04sYlR2geZOJew3LKWlIBozMgpmb6PTYLd8RaoG/iKXndjKZYjKeSGqXA2Qa2ln5RDKXJI40JqKbaDQaMHRHUlxhEOP85ALD/ghqwdmZXe6TxGvEHXhpJiHci3uYJFjIYtduHiUwDQ3b169g+8YuVCeB5qQYnk9x/GQEf1qg4m3BcTso8kQ6g6N4KSZB007R29TQ66loVxK0KrGkMW2mepHDz0KEWUi4PGLKvvy88p1TC0Q0ZEs/XVkPp2ce9KyCxULFmAnxkPtWW95bAv3sBJjFA4yiM+huht29Fja3q0izhaTgspTniHUfqdSU8LPAjcAEnlORNRu5GJxYclZg8lTlgLoYIS5G2OoSrXhNzF6H5wc47h9jGUZYBBFsDlzrptyLPTeFR+NJzYVVc1E3UjT1GP40xsF+jPHEQLN1FY3WVdjsCa1kMFk3QRw1RVyD37MIH79/jI/eOxZCwL0HOzAtB0+fTHF0sETFaqJqN2QWs4ppvilgOKbUc+nWDLo1lwDBtB+hXt3EnbuvYGvnKsI8RphHGPY/xuDiIzEl+aEBRani9u4mbl3ZwuGhj4NDHws/QizmwRhqFsNUY1y9ucLezQjf+cor+IOvfgV7bQ/x/ASryQlGz8cYPRvhxy8C/O3zAMf8/tJAXtHRNCw0DBvTVYQpqRfEr/Ka8hnmpVC8FNPjHJNjmql0VNoG7LoF1STe1cG97Rrub9cRhUPMpqcYzn28GOc4nQN1t4Ga15D9EA3s4/kK++czqTVqNQtZDZsisgVWOJMkRHMe65x4XtrqVLDZqeDG9Tbu3Oqg1TDhL6dYLZZwRzackSVm12U6E4LH9pUN9HpVYDkA/AEmqxSjVY5qtYU7e1ex4TVwtH8my08CBEkIR6ujYXWg6R6eZsd4mp8AdR2oaVATE/rcxuy8wKMnC+yfBdh8yZS1sZGiXU+wmmZ4/IsCh58paFyz0bhu45VrTbx+tQVlFeHp01M8P5jidGHidG7Cq9MEBjh2AsuIpf+4veHJYnCD1B4RgEl+4nOYAnBGAbgUTWgIyHIbSewi9OtY+XUUmScioxSqqcSchwiWC8RxBN21YTg2HMeCbVvQKHrIbJT39JqsSAkRsf4uXsIP5mVloKpiq2rhz/70Hv7sT+/CTMcIx0eYn+1jdnaEydkRpoqOKQ1JWy00r3TgMpywnCKZLPD8cCUr2yiQtmlo9HCtW8dmzUXLMNA0dej2Vej2HrLhAunhAYYP+/jsnSUefRThQ6clK6/4MKt0pzvIFl1ky01kGkNRPHn82l+cv67Ru6UIWWKZpYNXK3HInGVwhlhphqg2AhFRkXuIAhOzsYrljPsBwHZoxhxDNYdST5WxgjGlcasti+ZI2XeuAx8CplXYlWsiZbCMCdPLeZ6IhWUSME5miOMZKvUArd5K9BMaFykA8vOn02maV1BkFcSxgWhV0lcpVBPPLHSglIZxhpTKubO0ZWoUhilSX9aWlPUul+KdHHAkAXRJF71M+X4+ff7vO1B/TSi+TA1/3isrSF7+TD6z+f7RwOOXh3gR8/QyXMLF84xeYLqc42w4RKOW4F+/1cA3X69gL5hgz5/gh0/r+KtHbTzzOSiiAGxBTQponKOLTFuqrKTAyjSc826DyW8a7nKYmgbXMKErCiIRemnEpwBMUgy7UH1EKx9RMEcULktjUBrJs1DSpXxvRAwkxYNnN3kzS4GQyt36rzI9ypBXed0/F4i5J12TgC8jW/z8Xb7bl7hmGri47tzZwkuv7MnMbH//DC+en2EVKliFwm+WM1mz7WD3Wg3tTkX6oNNEF6H49Hgo9wZ+HsSoJcI+X1CZQBX0c1YK9PJamUgSlHaZpuYqryMDagx2UAAmtZTzYpQC8I17IgAnuYEkKyuSJIpIEVwWfzuGxFLcuVHHnet1BPMJjvYPEQYztNoWajUaehTEch5jBZYNPwYmYYRJGEsFAFcKEwmT5Hx9eSykE431rLkBJWOdIn8tVjXRKMEKF6M0nCmW/G9TlaG1Eh9qsGJFxI4yRCf/4fd0HagTSXad9r0MKZZp+NJwLcL451f7V73JZWdw+Q/K/y6DfZ+jowU1LSXYn/9L/PM4bV+/c2VdBj8QIumUZ3xqkxvtOr7+1a/h61/7Gh49fIpHnz7DYDQSBPTcX+BicoHB+AK7e8DuFeCNbgtfbW1CW2n420/O8ZMnY+RKHZnSQKaUVY/8MJJmpGUaLC2R1R8e4OT8qVS/KXAIRFPXfQEmanGKepLhN24V+O6XFbz0wIF5/6qs//J/HOI//5+HODkhGoRomAJaQ4dR11DzClntjiLDWCIi2UtDZKI/00o82VmOi5NUcDqXvUzsTyO2ijc0OXgpKkzp1GAStoz86y6H0KmgVHmYpZCXhqkcWGocRG+w65QXgv0adLqa8u/5/QT+OZn3a85tsVb6uU0lmlFjJ5cJs2KVpdYLpvBiJFaO2Mzw5b0Gvny1gVEe4b3ZBM/OQ4yfqVge62vEsAeFeN+YGNtY+Peem+HVlzy88sCDHsXIpisR6xRTgZ+r+PRCw8MLHR++O8NH782xXOTi4hUXC7EeRBpcFnbLy+bHqXyQ06GSstOVAo6go9mzRsSoi9qGg8JOUFix9AMz/UmnfLXK3jBIN9PgxQo1ip0ecP2qg3t3a6g1DLzoB3hx4WPJfia6YgsHtkpxSkWfnQ1DH5t3LWzesZCudKxmmiC2FsMVluOV9G5VmzpUN5cDveBv2e1GTB6HNzLAKWTwSOwd0w+Wp8GuWJIUzsIV8jBCtZ6js82bOjA4A8YDiTrKF4z9h3QP8YDOxDrNABGd/Ctg5dPVG5XpXhlUcRClYhWocn0EF7HuUhV/llSd8UvNh6IuAnC1UfZD+9J5xq4mOrcUQRqyB4zCL7vKvIaCquuh4lUw7kfon4SCQZVEOukg7G2Ra1j+SLHayj2i/PM51JPieVMXUY8Onozo5zVyq9xElMmrMv176fcqb0IiLK/dJdzzGKYqB3v5brBDV75aZZqY4i8Pu3T+c4i5foKWr+dyrX+ePFyFi8/vIT3w/Fmli5wHvRQavvplF7/1TQ+71zTkbopZmOCXPwvx7jvst8mxIlrSNVGpM81go3dVw+aejuOTFY5PIwyPIkyPyj4xqd6WrtASd6VEBZSQhpIMmZMDbi64T6/BW2c5eJPkNnGZGQVRbn4zebjUaxYsk4grmdAhmPJn0BGuyrK1HA0nwyt3XPzJ7+3id77dgVGfwKiN8e77CX7y0wwz30Lvehtuo4a//299/P3/fYHf/nYD/+F/7OLGnQxhfoFUWUhqpGJZeHwa4PFJgPORjsncQf/cxIuPUzz/KBXML7nhpp3DqQH1Lp3qLTS3qzgbj3E+GsvA1FIc6VVeTOMSpWhYsLh5WSdWKP6qtJTyPSGmgoMhlT0mdEWXmBvus6y6JosbmSyJoGU5SJxzdQPtqou6ayNKmcgI4ccFlkwHS0q9fKAXUYEiyrFIU8y4Ia4buL7rYaNhY+YrmPPBHc1RrOa4sbOF+zdv4fpOF0l4ijQ8hd0ou8E+PQ3wT5/M8elnK8yeF4jPFbz2UlUWwhXCsY/uRhVvfeM+Xn3zKg4Hn+Fg8Bj9foz+eSG/9/YmsNGUmiYxAvnDAsGwQKVRQXO7hswy8ZNf9PGTX1xgEqqyYm5iVH7mSSJQkIcqGpaDhu3g5jUbd27Z2Ggx8UPsXoz9foqD8wSD+QpDDryCTFJOrYqBf/PbbVlpNEUWTdBobmCjt4coq+P7f/kcf/lXz9BpVNBpVHH9uo0792wZtj16NMKzZzOkpoXUNIUGSCHNX2YYn68w///ZerNny+77um/teTjzeM8d+vYMdANokOAAUhYHmwxF2bSkkmXrIXZVkpe85N9JHvySWJEril1JRQwtyJRkqhxJlGQQBAGCDfR85+HcM589j6n13acBSglRPwLVaNy+95x99v79vmutz5rEqNkaapKUK2DXmGopsfIoRtn46v09fOX+Hpqmg5bp4uDwEg8fHeL5yQWMtgWjZWFyVmJ6xhRRht52KoM2lz3ndQsXl7H0ABMtQwQpr42Vp8LzFOh+Ad0v8caeji/dNnH//qu4+eY/gtrbwTvv/yn+6Gd/gvHLZAx7u9i9lxADXvXn8NnK5L1mFNDNXFJWrmvK4HE5Y7qOfSDsSasSwNV9o4BW16rFDm8tqwb3m0GkaZLUwZsOnX2K0EE4/CbemMhkPse39wtsX69MFNwUM51kZQ7HSJKo5drZNrC7Q6yvIgdjdgw+/EWMhw8jvHavia++3RX3+uFBgBfPAzx6EsoigtVq0m9B3IwiFRZ2PYXdyKQ7ks7zeM0ETAElVyvBymFPo4pmhykBA/HClGfFfL3CksxHiRBZgn4N1yHPL9gaWbh2zcKDByYevGGBdRxMoJ0dpNIpe/KCLv8Mvk+RxIRG0xQKhEWKMKu6xOn6ZgcX73GjgYGdkYFr2zbu3anjzo0aapaKmqnBC33MPQ9BwMGBIsnaxTySXtrJVYnpFbvXqk0+uw8lNK8BF2cFzs8K+EGOOKVgWqUBNKaQXg6e2S1Es5ShYbtjYZu4zY6OQUfDzbs6bt830NtyYdhNSSNMJitMJyt47K7ygPkUWEwVXE1KXM5jjOcJSh64VVOe397cQxpFMDjcNEp0uxo6HQ29riur2dTQbOXSK7te6fBWGmbzFLM5E54RVl6IKEkFUcuUR2cIWdUQmMYo9vOWWCwKcfyWWYx6zUCvTewQBbFc8PbBAtI7JmjGJIPBdN3IQnNgSsIlVzScnPh48Xwlg6l8TU1AxfVdFzf2XPRVEwPNxNKPcL7ycUX3ccdETkRnbEBPDCxmCS4vAwR5IiYqp8eu+wI5nbQZRQemWhQocQ5FetpVOfh97V4P3/n8ANtbBQJjilm8wMePY3zyOIYb6XBjDmA0XJkqFtwnUfRrlFhPS3izAqsFe3CrA3tnQEKPhoGjYmCzazNGOA5l79zsN1DvNRHHFqLIwovzBR4fT+BnMVzu3SwFuZ9WyzRQmAaUVIMWVP3rrV1VVrthol23pC/tycMF5osYLqkeHKhxf5hpMNkL1XCg2kwmxMjVCKFH8T2DnqswCq3qn64pVcKSIoeeCQY08njfZgdg5cXm9cEUiWE5MExH0sVMVcngJKxwpn0mePo1bPVIMyngsHlGkkaV0Mc+RmI3S1WD55e4mqSYM11G3DiVMBpadFU+k2GUy16rTeJRk4a/zVDdVxEs2Leoy/7bdjQsZJDJoRNnbTQdqZJoZgLUC0JZTHxqMbvvKGzy4J6j0QAajRLtpoVO04IflBhPmWAsYLY1mB1NkpZcNFqm7Exj/2jMqogcgz0b/V1b9oxMcnJvZxOdrRvwZwk8dsISQSuCTYEoi5EytWqRvMR9c0W0IlWHRkXOF5wmhUxFEoIUiUg5YFpSvu8gQxqxZ41DMV1+H/fMRKVzWMEhDYV0iodMecfrHHVTxc6ACeDNXlA1cHZAo3CA5ZwCMHF9QOkYsnjeKtNU7kdEhPIvq6HKNcKtPveHTLsxvcgDP68bwyHeK5XEFt/rNKLIp8OhsUxR5fVjz7gMWLNCOu5bfVOoQGlO5DU/N1UfGlP7gmMrKzGNRhCL3eo0yiQqEj4LJfXBlCgR8So0U4XbUIXYxPTmdJoKOpeIP4rAw1EDW9tNxF6G2bmP1SQRfKo/I4I3l2QoQ9ZmXYHeAJR6CbVewnA1MdP2BhqGI4p4JRbjHLOzHP6ZCu+0qiHQbVNSq0nGfs0Ce9fr2LvRwOGjFQ4fr6S2hkNJChykPHV3HOn5LPVUns3+gpVJCup1khFUwXVajRTeLMdyTLi7jUa7IT2sibdG7K/l5/NpoljmghLP2UnbM1DrmXD7JdxBCZ0kJL43nBfmTFBpWJ8WkhgOJvz5OY9jx7gumHni5DTSU/wc6TKVoaLVBewOQXAO9NKBpeiwNRWtjo3+nitnx0cfjvH4w7GkLm3HEbTtmpUIZQJD53u06SUmbIx95JYlKdfcz2Ux6U5zscFza4vDau69+d8UVU/2OkexVlF4WvWM5wWgK3BIVGi70unJBHuS5YhiGuQUGFoNplarhmhC9+VnMUTBYSQreXjdcM9lsBe1ogXwmiPGOE4yFOzJ5HBHUUVUMWjcsFJYxKTbGSyHmF4FMc+xBsXk6pyYECXLz15QymLClmY+fh+zqwirWSzDTybIohVnN7oYjWujFO4wh2taQklZXiWYXETy9fj90SzRHCho9jl8rc7huewJNTGxW3Yk62VnYbBUsGBPd8h/V+1bafKmWYOvlaSsebvlPbdUsTzPsTzPsLVdw/WbTcGnFyQRZCnGJx7Gpz5Mty7Lrptw6jwTA6urWBZnRa0en+GpIHWjOBHCAc30O3eB7TulpPfzqAZvouDyUYTxsxjhipVjOdrXNPTusNbBhr+sIVpbG1UmRW/QQ3/Ql+fNeh1jtQywXnG+s4JpmGJy5oOXxkjeQ9i9rRqGVBZx1Zo11Ft1ISywyz5NIyGWEQnP/koWLXBmxb5uOe8b3OtX4jVz6XEYI/R4/ZRodttodduw2AlcK+D5CabTEKsl07g2ssSCreqwVJ4ZiZgNoBsxGl12qKfYbucYtXPUdR01DllRIGAakFhmS0XGTr+UZoYCQZ7BzzNEDJBw7mbQMGHJ8n12qpcISTJgkqcwkC9D5MsIhb1GUVvL/azV7qDeqCNO1oiSVYWzlLOpKVhVGa7qTMr5cG0Xrs3Xvo71rAZvZkvlFFeYTBCmU+yM2rh36zoGvSaKgsY6H58cnuHjozOhD9WaNK9qGPQ12WfS3EfMZNNI0bEqusvBYYbZnMSRbbQHO6g3aVzitVwg45wpqdLjmhJjfLnG+MKTPtztax2YZg3TMTC9LLCeBlhPAui2A6teFxyuVDeQRJGPkedXSGj0Weow9TZanS3UWh0orgbV1bBePoG3eoyQFLuUr0UT251t7HS2pd6Ci/3A0Dk/gNSTtOsq9m/Esr589wZ+5e4rGLFnMmQS9gqnn4xx+lFyCl4AACAASURBVMkV/vIgxJ8fxDjPeQ9VhbLS0qu1SlKsSALg+KGgYKsIBY/PnuBSgX9JUY2H9FKeP/Ve1WN/vVPHjTZFqwBpupavcRaUuIpozG9KapJGJt7XSOmZLCPpOqyZMepWgoahoW6QlKNiNVcwFxE4wfwqxrDrCi6z06aJzxYCVY1kPqvE+ijH+pCd1DEKPUKnqeP+Xhe3txowizXMYoVIdeArDeiqjZZqwMwVzFY+Zmt/k9vk/NmGAQfc1hzGJzhMTrE2FHjyudQB30CwAi6mGeZeht51Dd19FdutEtu1HLlX4MXDHOfHJYavtjB8pYmWpaJJo4SfYnwVYr4qkBotZHoTSbZEmi+gm7Hcs5tNBaNRE9ujJvIgRMa9oc/5FOBxHysCMOeTVQqY4m9RsrvchbdqIFg3oIhL0UGesw/eEwQwCQq8z7eaNbRa9WpTp5RCTVhMI7kHO04djttAXMaQv2Kin0N0XBVv3enirTstvHUbeOsOUEQzBKsrLOZTzBYrQZUmuoNYd1Bv2Wh2bGhFhmSxQrQOsE6ANc+QTiZr0HdwY6eJYauBljpAS+sj5RxhniNZ+UjWa4zPI/zikYqPn6s4UGt4odSQNxbQmhOUhYl8tYViNQI7eIE6CiVFrrKTlgLey57al+RdPjvpJOKerKJNVIQWEsbYP16lVvPEQhwacr7kDNmpkwbDPdMCqjmXr5snDeRxC8j61eLXFOFpEzsWcYnGJ5ozq1nIp6hdPgMk7MNg2hqa4aHZ9dHd8mFYpD+oCNa839eBkoIfzfGOmGIqvLMCfaNdvBRhJb26eVZWxhRdjJk0ZtEAueHibcSwaj5TJYF+WQD+TPz9rCf272nqn2paVfLxs8X9Pat8KJb6xMSI8KuorswrWfFH/Cxfd87AF94Ml7NL9LsZfuPbW/jO220MplcYTK5EAP7+4yGe+U3AYYcoDdGVAFylfPlnFxLwESqqSZqD8akALPt9zpQpSWa8f1H/oXjLF53/zJVsiBCsv4mRZzQ5VulgCsZJUi2Fug2RKSJyb16rl6cA6Q3eLAbLpfq0ClSJ/vepQigpK3lt6LP4lA7Ca6IscPfuEK+9viOG1vHlAhfn7EjPsZhJ2kdE/eGoibv3WEFaw/HxHCcnczHOrlkZkTEetUEUS0Sa30yFH+brxLkxv3fpcxaSnOjbnwrXFSZ6c91uKicpqnLWUe9sYbB/RzqAM4bAShIcSKGgDlfVLvLnJNWV6/a+jdvXHZhlgGQ1RZmsYJkRdD2FHzoIQgerUMMqUuBTG6I5m/oI+3o1HZliI1UtOVOrRQS1SMWISWKIKOicLfKzLURBamLV/Kgi6NKBQXMcP4c0XPxSQfOmirE6KW6Iqhtt5TMltzIJVgnvakbysnLzZSpPxGNJoG/S6Bss+Gdi8UZsrsp/f0kk5ltS2eP4fdE8x/o1ptkrijjx0wlcx8Qrt27ildu3ML2cyuL3ZLFKVSfBJkCaB6i3CtRbJe51XXyh14Lpp3j3/SP89BcXeJ7X8SyvSdDVkt5f7vlJ5zBhFh7MfI3LqwOcnD+DHyzlFSnpYNF14gYa0NMYRpbgy9dS/JPXEnzhVQd7X3qA3S89wP/0+z/H//hvP8LhqRRPQG8ocPZVuLsq+k0Fg4aCXo8IGg4ZOBCpCskvjlJcHKeCv0sDHZbJDhQLLWLd6iVq9UL60kwiI7jRoODHbh3dkh4DuxbDqsWi4LNnqyT6LSV/PEO3oQqWUOAG3KgID58JRkPQOGm06XENq3RnRnSAAtRtS5bCeItqi9CiqhHSMsI48jGOA9zp13B7UMMLL8L/c7bE8VWG1qqBdtjAzqiP7a0+1CxGEfpQ1ACaE8FsJNi50cXu9Q4mH1/h9L+cIl6u4dQzmDxkDbah9HfwB//HqayrS6rydHCwAy9FQva5OIzoEtogG5QChcaE3iYiukE4UMRzXAv1Tk1ShnBiWYXOns8MBnt7HEPcupdPY4yfJmi3IevaNRu3bzbQ63PgHAvy49JPMPZSzC80LI9MrK+AkEO+IsO1L9Rx7a0apkcJTj8Ksb4k2oOdQSV2bhvYvkUXViHdMOEaCCcKwhn/+xyhX0AjC76poNE30B4Rl6Qj8ytMbatZyjJtYtwyeOsMBx/nuDgqsXvTwe4tV5LORJZIqXzAoTn77BLM5yki4q1XRFbRmcKkGpE4dPRk4gTiopBO0UxSuTmHGTksy4bNBFpdgdusnDCzcSxDJ6OuQ+ey2ZWRo9YqZfDfajOBTqeTIWga9j0GK7pT+GsUM/hhZs/ABs8h/T2VQ0yEEMF0WbKIi2JnUIWI5uSqOvAKXkI6HKobSSGuogoHLu4UcQRXgniNyCyzcv/wz+TXSzfIWcF4Ufjd3Dxf3rg2ZOFP6+BfiswUgKvu4eo2Wd2w6O6t0he/+Rs9/Mv/eiAmjydHC3z8yMO7f5Hi3b/IUONNqVmgO6yjO2ihPXRg1H0YDR+HzxMcvkjhsQNszuGcBF2F+s7/KwsNalxAJT6RB/82eY6AW+P1vSnA5jmdyL9Yk84TuWkqOUYjF6Ntuh2J9MoRLDPp4qTYzAMkEVq9Zo7tQYLPvWrhn35jB//oKz3oTQ96Y43JusT5XMHVQsPZ1MDRuYr3frTCe3++xG//sxH++/9hH9vXUrw4OsJ0folet0SvU+JgpuBwruDpEfDiEDh8oWFxZGF+ZCPzfaS+B7eZo7MNdHYMdK/VUBs6OL/0cDam84z3MuIteDimEK6gXrNQr7PjiGIPH/6bBxozDpLGjjfOrQpnwyESH3zSJS2u9ADeMuC2E6yo2+07eOPVAe7caCNI5rImywLjeYkw4aGOD3ANRagjDzVchAlOw0gecn3HghGreP5RhGcfRfjcqwU+d6/A2198G5//3LewvX0Lf/uTP5Ll9EzYPQuHixwfHqY4PMywPsiRXAL3bru4d8dFjQX0WSB4x9deH+Hm7R6WsYdF7OHgNMDTw0C6Z0Y7JTpt9ssbUGMTmqdD8zWMdrvYvTuAUrPwgz95hh/88DkKR0dp64iJ6ozZSVgKnirzdNy93sHdGx3sbevY21ZRr33GaSH6L9USnM9XOJ0ucHSQ4OgTQEsN/It/3sXv/k4P3nIBb7lEp9/G1rURorSO//lfn+B/+dfH+OY3tvEPvzFCu+OjKC8QBB7GYx3TmYHMbCC36pj7PqarJdbLWJzMwRxwLV3SRrqZSl+hYZOaUWBn2MJvvv0l/ObbX8bPf/IhPnrv5/jocI6n0wzHQQ5zp4C5XeLqMXD1BNgeaHjwQMfOdQuaS66kLTgt9tpx+C741BRgYIVv5/o4xPokwtdfb+Eff6WHB2/ex+jVryK0e/j9P3sH//Y/vYP1pQKP3dzEFouDkPtWulgt6dwgkcKiKaPJYR3NFuycMTCbJJhdES1KAbgyoFSHrAIO9wF9CiDVIZ2bRn7eSZbQFDosS4ReKitYkupBuoGK4R4w2CPyV8eNV2h2YBdwAi3TsdvqYLvbkp76wZ6JLEwQLWNxMJtuDWlh4o/eOcM7f3yGX//uDfy3/819QY7+uz/4GD/+8TnawzpawzpOzteyiDod7JvojGjIqUwVV2cxrk5jQVnXHPaJG2i3G9IpT4xWkiS4eJ7i9DHxekScFmJo6d2y0b1lY3WeYPI8Qrej482v1PH5txv46lt1fOWtOv70nUtZTx6SHlGK2Ljd0THqaDDqNRgNF/Mox9kiwDSIERREuaQYbEPWg/t1vPV6E7d3G7gx6GGn2cDyfI7VBUW6JT4+WmIVpIKt4oFjOi4wGRc4O1Zwdgw0uzp2bhjobunwfRoENJyfJTg/Y49bVmF4mXKSibzcHWTx0UbPCIe5JakHsQm7iOEUMb717Qb+6W91cP/BFlq9a3AbbRSYosAM7703w3s/neGDD3w8ehThfFxi904bO3fbKFVXcL0Ui0+Oz7GeLwRTwy7b+/dsWXfutHH7NkV8HVeXxMIG+Pl7Pj58z8N0WmK5JL2CA/IEppvDle5SYLirYLgLDLfr6A2aqLdq8NY5PA4KAw+h78PU+Jk0JOU4uyowHec4fJrj8Bld8zwEFOj0NbzypoNb92wRcXRTw/lVgOMzDzOaGU8gSLhmQ5H1rS9ew7e+cA0HJ2v8xXsX+OhojuHrDQzfaKJjMd1g4/kjH//lr6c4vVhXKNdBAX1jljA5jEsLGKUqySwSObw4kfV618WXhw3sDzU0t1KoboKLeYiLWYTZgYbpgYppYWJuGwjqBlp9Ba2egqOHAQ4fhggXxP9W+waaRzpDFbvdOva6dcQLD6vxAj7NA/wc6DY+d/8e3rx3Dz/95Az/6d3HOJvPYDgZTCb5tRKOJDKJUbeRrgzkUw22ruH2lwzc+aIhyH8aCGdjDvAyGY4z7cikHfeIwRpobjXQvdYUU2BJ1yoSRILszqT3utEwZQ9raJX4sVj5WKw9JKwECQog1SRpSxsr051cHD7Q3ERhIqS5J6boT3ObitFuQ9JG2+0Mo0aEQUtFu26j0+JQkUYDR1JziaZh4hU4HCc4OAvx6OkSj5+RdqNDKXTpzuX5gog+YqFJoKAwxh5jIpjnl5UhpsvBaNNA4KsIiTVc0xREBLiCzoAYUwVRtkacr6EkJrTUQbwqsZiFyOIE2yMFo20Frm2gZpsIYmDmVeSK3C6RO6Ugtj0Kr16JYq1ACLB0/qpAb0dHd1uD7xWCmzcNA/2Biz6R+jwvcV+cWChSIrMzrHwPazrk8wQxXdh0jytV/6yIvQqNkDrcFsVGmakgj0qhjshzJyJimVQk7rVVNHs6OlumpMhWNLqFCYavKBi+SqybhtInclTHdk9Dk0I5RaGVIjQdJgw9iiAeMWE0GzuyomWIeBki8VhBVJklnY4Os0FEHhOSBYpIRREx+ci+YMjiIZtOf2JpxbDE1ymuqEecoVDketng5DRUMbXScEqaBo/vL13zYkVXY+nUIp2Bwjifb1wkftDwwucIxSeiRpn8o0BWZ5VBk8mPHFdXETyPhhUauoDRdltWGuRYUAC+ijG/KLG45OufQyG+yy1hNSmAliiskjQ1SW2Z7E0eUERmUrfA+CjH5YsC5cJEubSkQFOlcC40hFCMidf2utjb6+L5hxM8+3AiiVXFMWHVDfRGJvojds3lYiRdk8oxoeteQX+XnboWimItS87cTNbkdFLQnE0hsToDsV84XKuyJ1/PQzG6dvds9EgFa6bQWgnMRiXeM6EQzxTEcwWTZwmmT9njSfMyiQ5m1TFOKgVnBY0c3kWC1TETfQoGtw10rxu4PCb1J8Mrd4f43Od3pRN1uZ7h6nIp+9gXH0Xyvbe3bGR6jnVGVFoG08hgGTRbVaKW69joNOsyhwhmPgLiKElwCIBa20JjwHoPDq6qDjwSQvxFjkwEYL0K2LDjzaRxmFUTloiZhVKI8z9JuXfnYNSFrpCOtul1LSKUZSACMPG8fOZyaMpFhDprtPj5ozlE+mwjVcx6gnAn4s1A1QPbKOHWiVzO4UWFGLspLNKIQuycDIlNHedHEc4PI+mNJamNBkz+2vQiQb1molEzQJGWlRy0AVudFHY3R7ddl8XKo7NDT+6zlmvCbhio99jNy77KTO7jTCyxrpDfn83nhs1EekXi4jzIm1dGmXabnw0ajTdnHel/I/2I5yDOQjTMj1MsjlLcvtfF618aisHpar7AZLbG7DzB/CJBa7uF9nZT7lEVJj7D6cMVzj5e4/rdDvZf6aCwIizTObyQ9xEdRaxh906Onbs8g7vIgjqWl8DxLzycP/arapNERZedyXcM6FYD/qKLcOUgDeZIwwU63S46PaJ+CyxXFFsDRIEvdLJ6o4VaoyU0HW/hyd5Cd+pCKsmJJw7X6I4aGFzrot2vodW1JDgxvpjKYvcjMpoFGqi5DXkeahREDV+MRI6rwfc5D4mkukoMlKpeiZYNVfpO/VzDwmMAIxRBrW3WZHHAXaQhFC2E5q5g1Xxc65fY7wMtTUND0j45wjJGohcomq4gXnkf98NUkqKrOIGfEd/twrZdqCmNHCrCUME6oPmfG0ddzgers7ms2laG5n4Bu8kzelN6Af1gDT9cyayEphkOLYntlcSbnkDTYziWI6tMWkjDFqKVi/WVL8sLJ/DCKXZHLbx+9xpu729he9CSlPufvfch/uy9nwtLtN7gc9nE9X0Xo5GNNU3OnoKGmaJjJ/DX1Rl2utTQ2eqjzdWh8Ggj8iOspmt4c977YlkcYPMszUBDrcUe9hryqI147eDRB0/w6GdP0ehvYbh/E66gcXMoRgx/fYxgfSwYcT1pIU9txHymajpqwzpqwway+BBZfCT0rlyS8y00jW20jG2Mp1e4mkxQqJGQNpotHduDBra3XOxfi2Xd6fZwt7uFLjvA0yUKf4lnPz+X9VcHMf7zcYqrUkFtyC56DQ0NaOqKmME9GqJSGueqLlV7YzTPNoQGGqe9OIbm5Bjsc8+tYmg52DJduRex4zJWAcIlZrmG1cLFalETgBnPviS58bnDihcj9WBkHhw+y1VWOGhYLlmRwyBIhPlViH7LQr9Na3gpZk+7oeL63SaGuw6ePVzh2ccraHoBu15it23iK7sdfH67IcJy3U4Ad4iivlcRGs7GiOYrRIaG2NDQIhrarMtMhT27qyjAWXCCM/8E5xlwnpUIEprcNKkOjIiKVzU0OzRcANdc4LqtQA0KnBwlmEwK7D0YyFrN1hifTLBaZohTB6VWR2e4hfbWFsbjI4wvDwHdF7JKq6thf7eD63sdwFvLZmK2zHE+B+ZeJf5WAjAR7NU1URR1RLGL1byG9apW4YgVB1G0QBhOYdnAYNDGoN/Cdr+NnX5L8LhR7OP81MfBU5JrMnSGNZnfJUWFEM3iFFmQ49Z2Df/i127iH/+DLSiLT6AsHyH050KXmoWJiPuTRIVuNaGZTdSMHHUjQxqGmF35cq/gfMjumUiLGFkRo9+3sL9fR7/TQaO4i3p5B97DJ7JYxRFpOs4jGx+eN/FwXMc00TFNdeSNKxTtc3l+lhSAl9vQ8wG0bIBMDZBoK+QKE53VrPTlktQt+aKi/1QzDhIOuZxGBLvBjlgKdPpmUT9gPccSbnMFzVpBM5coc4ag+sjCLSAdoBQBOJVuYJI7Kywy56fUICwhWAhsT5KWFYmPMxrSJ2ob4bk94P1/Bc2IsZjqWM2J9G4iT4ifN5FEpiSYZS4s82Rb1kZllNQqfw6KwNKRbtlSccJwlNRqarzHkizK5DM/zC/7gP++APyZCPxpNbB86xs57NNffBlGqioMBXpLhxdf2yKAwsVQj1qTv+tlIiIw97AUyhf+BOP5GUZbOX73e3v43tf6qB1foH58jj9/1sYPno7wPGiitC1ZLxG28toJipk1O5xL8D5iCW1IEsAkzwkGmekinj+q5G5VbQfoGk13nLVWZxoyLHI+//JUntMhnz/eWnqD+fcirJb8tJuvUXUF8+KqUt0UaPn1TUMV+gaNFpyh88+TVDARvDpntNQugNUigreOxZxLHeLOnS7uvzaE6xry64t5iMuzBBfn7FHmvEEXQsaDz++h03fx7ruP8e5PnohIKVGwDU64ShZXWE3+2Qzh8TRThR9JuKEGQdpWdZarrKyVUPyZoLkJrdElpduodYbo79xEo7ctPdYFk7Y0IbDNRCNVyJZkLaklYRDjxp4ma1hPhaRhlysk8RhJNMcybmMZd3C2KHBCUy+pUYYN1SA+vdLrMo2ER9bn5FDyAFoRwRD67cvzZJUA576YM2pix6n1cW/J9BozxDq7unle3dTPvTQpVAc7GU7K68r18h7xMsUtQq7cM16Kxy/Fce5DmbDfpKg/FYCrtLAk8eW/4dcm7WSDA/hUcJGIeEUE5DXHrm6aS+UKomk5RZ5Fcj22ag7a7L7OSNYq0GfN4u4Q3W5TQi7sg66CojmuNzW80TfhrNd4/NdP8PH7R/jzxMaPYht6yiBvihoNg24DlutCD69gRFe4uKQA/By+v4Ji0G4pyDFT3BQM5TCB+8Ygwa9ei/DGdQ5zbsr6vR++wP/6wxc4YzcZP+90lLYNmF0doz6xDsQ48ZDBrpkS/jrHap7L8IcoD+KlbLpHHR31mi7DEiaWiFaUF56ol5fV5qJcm4JbMZ1EFl3oScAuPAokdIyWMqCtueylEfACVHY4UFTKdcHqBXEkiGK6vdk7xp44DjLaroK2q6JZb8hipxbdYD5ROkoga2e/hp1rNTydxPiLRyscn2VohA6aiYtOu4Fuh50mKdQ0Qm/AwaaOrZs6pgsFkzmwerHC+ukCqRdAtVLZrI/6XVkfz2x8PLfx5HSF50cXMgRlqpkiFnJLUID8PFP0lT7gT3uBPzVvyeXFnl27bsNpWtAaCfQmI/WMx1fIMA5OmXyYHaaYHWbo9FR0eyr6AwPDvolWS5PX0HVKnAcxzoJYugwnT9k9RaxaCbMOdO64aN9xMTuOcPlJgGjO91ODqWpwOwXcDvuLUKUA/ArRzcMf+yMlbcRUp53DdFXYHFpYCgwigLVSDppcusEHBFMY7GTTsJpp4irkoqufB006aHiwZFdOyAFfXCAJChl88IAhD3r5gFNM5ceLRjcWu1f+DybapGMuJVvfRqPFBwjdWKV0dS6nMbx1Ihhwp69DNXm346FBRafNtKmBFdM0sxyLaYbFNBe+PQ+oItfLjZk33s2DUw67VVcUXeZceWYhS235jLC3uOrz3Vhz5N5GAZiuocpKJP6jjQBcvekqOL2m8EehUAzSnLmkFElzGbQIUrp61lcpZK5fwthXD4CN9Csf5qrrRx7n8nCrXOk0dQ33TAx3TfzqN5v41nfa8lB992/meP89D08+yWSxM3a07chgkEgudt3pNSb3U5w8i6X7N5yXKMJNzYKhodSJI6RLnPjPEjo7kng7apRQmF5yaGCoMBV8+LOXgCJNVXRfpcBrTBzXLEHkhUsmElJ5b9ZTItKqg/D2oMCtvQSfe8XCN98a4qsPurC6CaxejLAs4eUlDk8L/OWPM7z7borgIpL13e8N8Dv/chtOK8MHD89wdjHD7kjFzkjD2UrB6UrB08MCz17keP60xPLUwOLEgMYNT5Gg2SvQ22PPjwmn2xDU1GIdYO4FFZJl8/3pGjuuqvsml2kU0lVHAVjZOAhpwuB6KcsztcRAEt9nOjyJ4GB6wzIM6HTcZRE6roJbe01cHzGZF8KwA0wWOS6mOYKYzh8OZvXq9ZoXOJmmOJqxL1pBXTNgZBrmHKycJ7h/U8P9Wxpu7d/CzvarsKwefvqz9/Hez36KG2/Ucf31OiZhjo8PAxw8jzB7nMM/LnDzjoVbd2zQdFqzIQKBxb90E243Qa2bIFFKhEJoJy6RHWQ5psc6Jkc6hk1N+mHqzRqshosw1/CTDy7xk5+NoTmOCKBMfrLrSswmC7pTVbx6t4V7d1votoBWvXJHsHs+Dgvs3TZw7baBs/kCz06nODqMcPocMAoLv/2bW/hnv7WFq8sZJuOppBSNegMLz8B//MMF/vgP5/j6r7bwta+14dZDBPEMy3WI8ZUhAnBUOIhzu3LRFqEkNWiAIQWBA34lNdFoJWh3Y+zs2Lh5vY/dQQ9O3oSbN3F0/BzHxy8wTxIEmoGEydOeArurYnIQy+p1VNy5a6DdMeGFBvxQQ5CkCJMEkVcgWhMVKBFqSXOujhOsTxJ858vb+Offuo433ryF9v4dzGHj9975Ef7NOz9CNid6URNHYaFkMqzk50eFUSVSkKE3sLF7rSH9QZNxiOmYm9kM/oomIaJRqg5QoTQQp9hmP/UGP0OXHruaA6lnqfA9spnOqmtcEFQGdF1HbwTpgr9205HFAb03SYCoRMvWUTcNpHTRQZP0a4vYRlWRPs8oLvH8OMKLoxhfenuIb397F1fjAP/uf3+Cv/rLc7gtF7Wmg9k6xHwdoDFUsbWvoznQBU/MzrJi83xglziRXDZ7L9lPAlPuQ9xAM1G5vsrlGbep0ubGCYpBAxv/scSNGza++JUG7tx1kPmF1Et88N4CH7w3x8VZidVKl87vUbvAqFNg93YHe7c6yNRMDARhTkFWhybpmgBWPRAM7PawBpdp48hCHuhYMd3B7umxh/OxJ87Cdqcmg7PjAx9HBwEYUOa6/Wofb3xhC6O9Bj782Rgf/GwMzysl7ciUEp93dOlWhIiKPiI4IVItFBqMNKS+iSI20Wlm6DZzfOsbW/jer+3g2k5dkuM05tR7Pmq9AMcnEU5OQzz8JJKk6vPDDIXqIFdtlMKXtkSUyNQlLIcufx3DroFRV8VWT4NrsbfLQRgAJyehfL3jo0RWTiMBE3w2sb8ZnFoBw2U/KFN6ORwKwg0Dbs2CabEqopBFzGYShXBMFS3uO1RderiDQMF0VmA2p+iRY70igQHodhV0u1XPJlGrCy/DeJZiPi2wnKpiPusgQVdJ8N0Ht/Hrb97G87MFfvThEd49HsO+6cC6yW41A13TwGoJnF3kmHgxQs1DpPlQhOmoQUtK6BHRR4BuMT1fJRCZHNvWDFwzLLy6Y+KN10zs7RnwUgVeouJn767wwbsrXKxLrFUdaU3H1g0Dw+s6Dj6J8OJRJH20fITwfMLkIROJw5qDYc2FBZIjOBRKsQxK+LGK3a097A734BcB5vEcU3+NycqDH8WwbWJHiYBnwo8Xhg62ibkuEZQ6dm9pUm1weuiJgMQULj/1fFbbjiHUBS6zacDpGjDZrcuOcJ0HpMrtbTqGGBwpWlIuKbMSi8DD0velUz1PmIxUUIpZkvssPjNp8Kw+q0zKsROHmDRTrypJ2l1bhrkNPUFdiVBj8t/SpfO32bbRbLNzS5PubQ4TZNiXQFIYIrJyH1oAi5WH8WQp9352DfsRiWXcryhIwqp/lh2GdXZJu0xW2jBNB4tZKh2+fIMbXRW1DvvrA6RlCC03YfDZsSaBgEjPDNf3NezvM5FYYV7XYYkxO42Z4rNLpBa/t0woupNkzwAAIABJREFUAqy6EIx0zj2hAlNX0egZaHQNERsXC6K6FLiOgWbDFhrHYNAQUwcF0fkswtnZApOpJwfMlPcDqbEQJpcsgTLJ3pMiOMD5N0lEChOyTARvBOCqCkCB09BQb+tCQKL4RUwXUbLt/RS2osPMTLRYUUDEr6ri6CDF8QFFjAppx2H8YpqIOKf3LBg9C4Wfy8q47+fGgcPppg6D4jv7b4NUuqHLuHoeGTWKwBSSqloNpsFjngOZCud1yT3UpraNZxXVIJ1IRa2lEeggQ/AkI72CyTs66Xkm4/CQSTCedSlWMF3N+wvg815aKmK0YOryZYMLE4lMAHOYz17qKNr0ArusVKih060h8XOsLkL4kwTrCbCelNDtqv5Gd7mnrhKzpU0UMWDVKsJBv69guKUgWuU4e5bh7GkG1TOhegZKGkRdVf47jajJGjBo1dFvN3D0yRLHnyyQcIDSMGA3SXIw5F7HHmGKt0zkk/BD+FZj20R9QBMXHfpRlRDnszjUkHiqGLyZmqbYGC4LeFP2oVZ9o9Ij2y/QGpDww/5iyK+xP5znl/VZIWt1nmF9wTMRX38OMExYDRtmjUOoEKUaIpylCK8yuYf1bxroXTewmhey7t/fxRe+eB1lnuOTjw7x/PElJqc5pqcZGn0LDQ6iNcDnIJ3CJlOzZlqlGjPOEyj2NMByrNXYw3rC+w3PjQrshi5mA4MpPmKdVaajM1n5WpXF14Pir879fMuE2zLlz+GfRvJOmrK3mvcsmjA4RKvOjKzJUBAJopL3Hxp9szxBViRCQbCcaoDNrjsmYVSwd9AWgws7Z4lQtkkd4nOPAnAjE1Q8F40QxNEzvW5Z1bo8TWTZNhPk3OspuGDy8byQbjLOaJhU4s8tfXJWAsXJ0Gm5slazBNOLSM7rQmqzWSsBuB1W9uSyaIKhwEtqm66xV5aJ1eqMm4TqxvRXCdM0FhZaZV6HweuNRCgK3PyMVV3MSqhitFPD3k0mvnKcXy0xnfryeU78Es0tF82RA6ehy76A5/zTj0OpHtq7VcferRqUWoxAWSLifnllIo90bN/IMbpB86SFaOVgeQGcPPRx+SzcnKt0uH0KZdzf1BCu+oh9dt2ukScrNJstNJpNGbrGSYwoZh+bj8D3Yds1EUc5fE3Cykhh12qwXGeTjsrkGqm1HTj1ihjB+UgUVyk8mihC7hVDmm7YT63AIpLYzdHqu2j1HCznHi5P5piO19XzT7VgGwUsJuQbNqx2HZmiY3aVYDlJpOeUixhpm+YVN4XbDuG2QnSdCD0nRMfS0TFZ05BjGYUIOBdo1aC06lh5EZYezz85woy0I+JpVVk1x5bPEK8dpua572dPPNHhFE+X0xWcboHaNr1aKryFhWDFIAJh7gx7FHAaxCJW7z1voBQUGaKmOcO1HZRMxoUuorUJ7yqBN06w8idY+VOMejbu3uji7v4At3a20Wu18KcfPsSffvBQDCP9gY0WiTINmj249+UzFGjXSwzanA8quLwimcNEvdtEo9sSagb3D5EXwJuvsJqu4M8jePMI3WFDcPO8P6ZFKn24DXcbptrGo5+/wKMPX8Bp9NHZ2ofNflSLiV1W4J3K0pIajLQrndJRwn22CqfPii0XunYli8GVJNWRpja0uAs17iKMFwjiBZptE8OdJrpdBzWHNEYVN/YSXOdqOtivN9Cm+JFGKIMAjz68wKMPL/E3RxF+fJphwtbRPmkkGpqmgqahYJ2mskjuEwMHr9m2IfezeIpq0WyVZRKe2L+tYG9fgZ5q0FNVcNh8pvGOdnjl42QWIyk7SMuOnC0L9hMynZaVUFkvkocwOATPE2h5ijCgQdUUEXh6RSExFJNIp1V1PQZJLHv90Q0HvR0b/qyUVVMVNE0VtY2Q3dSZilbQZFWCM4BiUzDUYIQejCQUo6xhKHCSHE5MCpMDxa0h0VVcLM9wsTrHURzhKI5l9oCSmGkV40WKRZBjOFQxGKp4rWfhza4FIymkjub0IoQyqgOjhpgWOd+lYUdRG9LBPRj1Mdga4OT0ACdnB3AaMQYjHaMdA6Oeg1HfQe4FyNc+xrMcx1fAZFURJCiC8X7LeV1Kw2DiII5qCNZNBF5dMPQk5SlKBFUL0GyZ2Bp1Mey10HUsdG0L49mVGAj4GfaCXBoFG0IhqEllkO95aDoGtjt13N9v4euf7+LLr9SQz58gnz/FfL3GdB1ikZVYKwY8hUTNOnR28y4jxHNfus95H9ecUhLijZ4mHa0UAzsdG6OtBup2HdmkiWzSAuZLYLHAcgVMPBMvFhbev3Lw0cxCXKqIWJVQm0FrjgVdlftdFP4ASlatXImQq54kgV/OX6vwTFWXIAIw1R6KlTJVjWUfx3AZQ2ZZSnMwDX18nylKabDqE1mcS4t4k9aRh31k0RBl3qhS7WLQq/79Z+JRNd+TQA9zQRSKZHZAwwNNkqRdRhjshHCaCxjuRAIeq1kN63kNWdyRxb2CtP2JBlkZpyiYVeb8l/2k/BkrrLPBs5KuiymRIQAKazTSUJRiwKnqL35pc6y+7t/939/vOv1MAP77v69CbFeL8wHi7XkgEGMMv0fSTWhGKmNZFH9J4FmFE0xWZ9jbKfGvfvsWfuubIyiPXkB99AJ//qyD//B8hOdhGwWpNcSUk2BCAiRrDSmcFqSykUtJ/cOC5djy6xSAKy1wE0TYmAAo0FbIZmmckuSu7Lc2na+ccUhamOb+OJYUcEwdKFqhjNfVv8szmdULZZEEMXYHF0k1w2KYgfdXnWdY7nNUmeeKELyZ4VdBrsoMx1BxNVcp0O8bGG6xoom9v7lQc9h3Pr7kPoF7TJJ9GrhzbygdwE+fnePp8wsRXy2LZhhSPHjN5lI/5JFm8GltbZVo5TUv5lUmTnNeh5uyho34u8m9Vuhqvqc8bBiOCMCD3Zto9reRSwKYXbsVyJiGAuGEljR4ZUjSDMNegWG/wKhWYNsu0dEC6NkV1GwBL23Dy1oYBwou/AJL1gXlqqw4s5BQ72KohKIuCXRIoPNewawb4RGURxiqEzJwtaQSkz9TkcgiZZBmTr7ueW7JqiSOisJadfxW4q9cAaxV5LUkr8/LGFwlAr9M9fIaEfH2pY7DP79SZKovvenc5udbRGnpY64S2fJVNn92dVCq5vRMV7PyVTM4a2AYkPcEDkZj2GoJSy2x2x9gpzfAaNjDaMiakJqQapn3YR1nVujo2Qp26yXMYI3Lhyc4fHSKHxzP8YOTuVCteqaJOs2zQkRW4E0PsZ4cYDG/wnwxkb2l4tiNks5nlckPO4PNVKRl42Y9xWutEHeGJV57q4P7b3XxHz6c4wcfMkWW8twjk086kBTNwu61BDt7aVWqnHKYWmB8nmB8xk6oCjXUbtno920ZEkm3FT947PZMFOlbCzxG9hnzryR2ja41piCsTBYxVesZrwYNnT6FQQ4iiIFKYLAbjx90DpKZRoo0LKMMiyhDjejGmok40HF5zuFMgV49kXV9t4frOz1czXL84skas0UgyYCtZoju/Tq69xp4epbgx++ucPQigRkbMFMKmBWazlJySdzde8PFV77Vw5tfbeGHP5zgT344RTbLYBNrS+xTkQqK9vW6gTcaJobf+iKG3/4i3j08x//5J3+DD35+gHJSorwqobMEvnSRqxkSPZR+NB4S5RoVE0FVZS0V1cREMVXGXttuBqtLbFeFROVVLe9HrGJ1nmN9nqM31NFn73FNAQfcrqNg1DJknUYhTqNIelPHT4jZZu+vhvauDqVjAV0T68sYi6OQRh/p0KKQE8ShiO3wVKiejoLdQXwgmZDDWGPkivNL3F+8SeeFuAO7fchyDBc2u5AE8h5WBeN5DWVmbzp5C8zGESYsuV4TfUUxsJSOJIVIInb6ROzF5dB6U7e9eVgWRHTndFhLPbrcCPKInzUFXQ46tkx5nSgcMC0SrGPEUYLmroHWro6SA0mFXTE6+m1XHBrHz30cPwsQ+iUyDjc4BxBBQ/w3G878Bqsg3TgV650IVIMdoZEliwJwwT5fubt9JgDL1S/nno1o+7JU/uXzlj+3bci9mA8fCrbE4gvKlz2vUlbGvqeXxem/3PGwMfxUjIpqI8SHGDGOPGVJpKPanHPizzTql3+lIevW6xZu3LdwfpLgR99f4t2/9DBdppgtU9y5OcTtmwOUZox1tkCo+DBqBsy6icsnIS4ehyLSy62XgrhhQNFYDp8jCwvodjWoI+ZOsQrpymOnMbE1dEulTEkzjcb+Rgq/NUsc8VmkCO5vPUklNeFNUkkKZzwob1Dy+zs5XruT4cEdE1+608ObtztwR0SakZSTS3f2x48S/P7vrfHO9wPc2cpxZ5jjq99s42u/1keEHH/1kwkOTnzcumbj1r6NMfGQHvD0KMWz5ymeP8swOwHmp0DdZZpXQZc4432g3rOgWG3AqCNFJL1jxHVzmEisFxHAVa8QN3Ac1lTdQnKPpJlBXEKkF/Baq5Ls7ISRXryYyGkPRerj+o0h9m8M5f3zFzOoaYi+q6Ff17E1Ync1kUcpLq5SeHzdVBtJYeD8LMDZqY/D4xwHRzTuEMNPNCJ7A0q5b+30LOz0TFiqIe5Lfw08fuLh8VMPX/tuF7/66z34eYzHB3O8eOTh/IMMs+cZdl8xsfcKB4qO9EfGAXDwUYTxQYxXH6R49c0MOzdrGN1oiFh5eenh+DDER3+ryLp/X8dr9yv3HIWZq0mOyTzBZBbDsNswrJbcTyLZtMVyjdEv8+q9Gl591YVlkFKQwFtmOH7G4UeOf/idLr75nR7OpnM8fH4pAtXsSoGjO/jer+3hn/zaNRwdjWVdLWIswhIX4wIP38/w8fs5vviWhi+8pUm34TpOMFvluLishgZrT5PuKwoaxH8T+c6EIsXJYGIjuLKwvRvj+q0Ibz0Y4htvP8BWdwt//B+f4Z0/fobC8pFbATpbFvo7LvqjGmqOKWt6sZTFTcBwxAONhtODEhenBaI8QZTH0snrzysAitXlwLiEf17APy/xG1+/jX/1vXt4/cEuzGELl3GKf/P9v8Xvff9vofkGNI89H7n0fKWyWeEdk5vpCmF0/WYfb7y5JwmSD356hk9+cVkh5hMi+6pqEA4p2z0LjY4BzY1lpbGOxDek1ymcp4i9qhGFt6BWp5T+9RoH2Ta7uQw02rrg34nE3NppsnYH8YydiLFc53EY4vmzEs+elbh9s44332iKiWl2tcBq6aG/25XFVMvOnonnByt8//8+xl//zZUImFnG50YuiNPOtorBrg4mvk6eFzh5lqM3MKTXmXQS16ZoVmAxoXuTKUMedHXpmuGiwEDRlz/RxUHV87l308TdNxx87vM1fOULTXQbOt75wyv80f81EaxfuGYfmImYXa+Kjm49RKcR4O1/MMLbv7oliJesWEt3ZbfXRpOH8ugK62iCKGF3vYXpFHj8KMKLZwmCQEMYcggfowhCtOoOdveGgrr85BdjfPJwLB2gRI1+9et38c3/6gH2rm/h3//Be/j3/9t7G4zSpkZDp0iUQ+MhgbUEHDhzCCvkDA6DWOvAlJOG/Ts69m9r+PoXr+Pbb99FXU1x/OQZVotzjF4psfUKRRPiDy0cneV4/CLBRw8T/PyDDD//2Uszi4retRK793LcfNXAvVeauHW9jtLPAD/D+XGO40P2nmY4PIlxcpEgVTSkioruwMZg263qRhqFJM1f3i/pSOXKMj7/i6oDnQYpMUVVrt9WjQhrC426Ke8rkYxlxZ7H5VmG00P2/2XwpzGygMkjW/qfE6YZAgXzSMMk1mUQNlqvMfJW+O71V/HdG6/g2XSGHz1/jh9fnmDV0rFq6+jqKnqagnq7CbffQ6wBx9NznC0mSNlhl+kQJwzvYTys8PJgBSAPgkRbBYDlAW9ed/Eb3+jg7QdtlGYDpdHAD/74BX7wzgscn0cIUwWKo2H/gY39Bw4Onqc4eJGIyz9NUzn0iCsYClqqjqZiYKtbYjSonKzTRY7JgphQigs2Xn3dxYMv1xEVMX728RQHZz6sugurUcP8RYjZC6YKVbS2bRH76jYJOwrOTkJZNNZxP0ODUsNpwrVqgr8Oid4CsW2pGOMcm583ikKaiAmKbsrZQoMhHTYcFvpZAI+M403KMCNWLubBlu5uCnE87NNV7CKKEunlpQu60XTQqDOdQ+OYhjKIUUrXZSXq0hPvsLKmqaJmKagZQK9uYadTw06vhuFWtdZFAq+I8fxiiYcvpjg89XF2VMgixkvMrCSxcB5UVFU2dIZvjVqyrsY+jg9XiFMidFVZHFhxmfKXhcwrsRrHUJIMt29ZuHPbgmvrItzOvBQnkxizIENCdLcN+F4lAJNbSO2Ehz/H1OBYOkzXguVakqpY+zQ+sDqHVBwdr72xg9ff2JVvOIpiXJys8PgXE5wer1BaqiyhtBPdb7HLlwYtntl0uY/mTB+Kll3CpDhMF35YCaviFGd3FwesNpObBkxWdbRNWN0AdjdA3dLR0K2q949FwLGCX7zv46OfeuhvmSJE0kR8eRJLitEcajAGenX+ygxJHtMMyl2s5VSGyLUXwfNZKQPp0VZJymFCu1ahy7lCkgDmxIcXrKevzlSbuZfhGiI4UgAmGYg/u+englGlgCadztxT6BVCj/3VTGe8RP7wrMtuXxIUuH8ltrdCS2ewCGmqC3ILIV87oo2dKhHvuLr0labrDN5lgnCWISYVY1nCoJjV0KA6BUqb/bAUgQmuopBkwOHZpKfKMJqd1cePExx/ksIINeiBjpx1dS6EwuS2Fbh1Fa5qyro8CHD5IpBaIRq5iTfuDgx0+yZmZxHmp1UfrDjgHQV6v4TeYfq/hENTkFCMSoQrwJ8qiOYq2n0HrZ4Nb5pgfhZKFLo2asIdmLDdFezaSvofSulCrfa3WVBi+jzB7DlR5hUZikK80dBg0uBcb8CwXQTeAoG/lGRSHpYiWnT32CfMxEk15Lp37xrefPOWmCj+8w8/wYfvHm86bZkOY8qZfWEqQhpK1QK2TfxmLAaFtGCSnwJwE1qhYna2wmLsV+c6CrsiJDB5wm7pqnanEspTZCsgX3PPRBMssfV6JQA3aVhLkZVMslcoUQrAZUaHnr1Jo7ATjuIRu/Iq5LNqEktPg0lUGZoJ5aAxmJQ/jSjuNmpuR/DUnJ9IB6gWwzBTuLVMTFGskIjSrDKD25v6JIruloIF8aoTVm4AtTrEjDs5UrC4oIGKyVIFtq3BpUCvlghymhozNBsVmYFmQyafQxqriKRGsek3r2g7/FxS+COaWyvYLRcIGnYzOZOzMxHunP8IupAjT5odbBq5iJathqZECceRhv7GtECTDUVLomPPLzypFjBpolWJF9dQ66mwazQPUDBVcP4kw/mTXBKKgz0NRjNBaQdIixzxmmdIE4PdDMPdHLGnw5+ZWJyXOHsUYXKYoNU1xWxZWhlyI0GaOYi9AdKo8alo7zg1uI4Lg6QbI5FO9vXKw2rpbzr6SHnjmRRioKw1HNTlmWSjXnckvUVhiyZfwVaWpI7ZglNdTTNMzxNJXC8ufIR+gkbHRr1rY+taG1t7bUwuZjh8dIKzwwnISFf0OtSE4YQEPSJlb/fhtuoys/BXBWYnHqYnntS09RgE6HEeUqDdo3l4BiObo1czMGjacv4eL3ws4xRGqw691cBs5WG+8sUgxQ1TnGq4nMYYT2MMd9qymKAvwgRaAtiwYBQG1mGEVRBBY5K/xWqXEucvClydkoKiQqvTtJSi2adLtKpGodGZSHbXtqtzv2vLfZfXDqlBwZWCYKJguZrK6rZK3NgxcXu3g/t7N7HT3cKPnjzDjx4/RadvY/96U4TfKFggDleIIgi5YdDXsT2iYGLB81mbREHehdNw5ToifjWiMdNbYTVZ4fx5KOvWvQFu3R8iySNcXc1QKhqu7d1ArzvCs8fneP7oHJrWgu0OoVsGFCtEofvwlhdYLy6hJXURgJHZSFm7o2qw2lw6ak0f9SZf57Qyc6wVBFNHlm6F0M0Q128OcP+NmxgMmojD6uZ5cy/Frb0MO+zCtTU0ibYnLtRP8YsPx/jowyv85DTCuxcJpiUR+qR66GjZiqx1lGAVpzIX4+tPUcVpW3DbFryrHP4V53BMNyrodFXcv6fi5g0Fi3kqJrft3QFu3BpJovlnH17gkydzWL1tWVGWSgK1zFJYRQmL+4cyh1XmSMI10tBDHBmIIge+Z2AyCTGZBGi0dDTbGgqV81ReVAUapOH0dQxqbfTrLfRKA92c/dwxnp5PcTJZoVGz0KzbMLQudK2HtuNiJOZHoKfm6LIT9mosq9btobF3DXqvi/FsjPH0Es/DhaxE5YymgaWn4OGTJQ5OPVzfZ5LcxFevN/H1fZq4Szx+NsWTwyUOCuCgULBKM/gpjc4WXKuFptvCYNDBcNDGwcmhrP6oxJ1XXNy+baHlAG2b1XkRYi/C2VWBF+clxouqnoIGMsOuah2ikKh1SwTgJOwgCZqy1+MiDYJnI9aejLZ76LUbsNMMdprj6eEBnh4dAFYqRAsGiHSNhoMa5hcTzC6muLPXwq+8dQ0PbrVxTRDXGRCcAsEZLpYRTpcplsytuSZyx4aaVevs2RpHHy8khLR120bvmiH1fs1Wibpeoq6VaNVdtPmMzXVcfrzG+OFasPWtTguTqY3nz0w8PNXw7rTEz5cVEYAmJttZwnFnMpkgijlLWiiyPvKsJ3hYbvo+Q0BXVEcRgFW9EoE/xbNyaMuEUvRpwIxkjcDLZF/m2I7s3zT7DJpTJY7zxEYWtZFGPUkBC8GPQjGfx1XSSOapIv1sULFVDTHFJs69q9m3BH9S4PrdCNdfiaAYEwTJmTzD/UUHwbKHNBogDQfyvZOKxOdDlWRlyIgiHPdOhvxMVS+pJH0qtK/6WY2k1Aboljx7aITl/L0Sw35Z6P3/F4FFLP87nMj/7++T30NJhk9/qbLIqqVaUDTO9DVoRVgZBkUAJs1qgrl3hhv7Kv67372H3/nWHsL3HyJ4/6EkgN852BUBOLdNFDaR7HICFJwx51N8HZVsIwA79t8VgEmdpdgu86Xq+6cGUr1uGzFb6iA50GAqmDNYdv2yRkOrfo+kjKknrIFsjTD0EAa+kP5ID2N3cJGxO5ju/wxKSd2LgTOilhWplGKNCM+7pmXIe09yHL8fh2Ywy4GuMfjIfTXTY4H8HlId01jBbJpiOuEeoHq/aUwe7dYFq05ClxemaDbaaNY7cg3wuRQEMU6OT3F6clYlsYmB3tBEq0txI9RTliBNieG7jQZAMyEN1yILvxSAde4vtjC8dgut/rZUh3Hphg3DsEWuIPZZrmfZ+ZVw3QSuG2PbAa67GrbNBF11jqayRlw2ERUNLEsd80LHOMhwtYpxuUywiBwsQhu0kLOWgjVSDAaSSEOtoBJ0WVtYnZ2YSuN2kZZKmirT0kdWeKIF2jTJqjryqIEirm36eDfpaPlYVilp/l2+dw625DOz6e19iYHeXOpVeFAysp/Sn+UzuRGF+XUqubj6DTz3UQAW0uymC1o0ZGZ9pYIok+c7qSFurYF6oykzAtLEiiSAmoXQshBffPAAX3zjAf5fst7zSbL0vPI719+bedNnZXnT1b57vIEngAFIgoSWlESCJqjVckNBSvtl/xt92QjtFyqCK3KXKy4NSILiLjk0AMbPdE97U76yKr273ijOc6tBKATEGwNgMN2dWde873PO+Z215TZqFUfmo6wIMJ0ESFwgdSVkUtJDKMEC/tkI/eNz/Mf37+AP3/tMzIWddgMVw4TJnnDPx/P9z7G3dw+Bz6pbUmo5Y3KqOZ2sTiOCU6cbtATLKaFtpFg1PGzUMrx008HLtxz802mAfzr1cT5OJWWURtwslWEaNprtCM12iMhTsJgqgtOjk4GYXEGVphDsMwXgAg9dPAyJMIoCVcRfPgClJ4ouBd64Fg9B7EvNpDPDn2WYnrOnRcUyUVIrhqCLEzWQ9KDJayNUAE9BtlAwjnJMIqaEDdRdE2pqwJ8agvNp1GI0qjE6zTKWmy4OT2J88rmH8TjESzspbu9kSDomkmUTe4cR7nzkCcqa2DLibQqkU4pGhcKggeu3XLz0dg27t118/0/P8ed/2oPi5ajwgsgAny63PMVNO8dNK8cbv/YlvP5rX8aj6QB/+d4n+OTBIfqPQ/SeBNAzHphsEYBjzZMBmczXeXNS/KXILR0OdIIVOGDFVlFeylDqFDhKiinZxf+fIpnXy+D1crSJ91q1JGFI14SlF7iUjbqF4yDCSRChf5phuE8RUcHKFR3tHR2ersPXdHGmz08DkO1CAZjuAungmwZQ5iq0BceVZFMn0F3AXS7BXaZDrRBoKE0wVWpaOWp0g7cymHoZhs6bla7vsBAwM7o8LelW4ku53/UFXxQs6OYqnFC6o8vikDeOKFoSC1EUfstNnvOlR+dO8dITdwa/E26yE3YEEvFDR74itBWmg/j/5yOtsqzCXdGgWhnIIeAwrUJctGpi/9ECe4/n4hQVhK+YQfhCYmqOeFNhfhT6qgjABTqPA0I+1EQQCXUZqLNThjFdTV7whYgsjhSmLiR58eJJdCGccgBg6SIA82PK52NHWJAVCRARgPnHuSh4lMTsxfchDpUCT/HC8VKMPjPkVBsM4hQi6bBVidVkgqSi452fa+Cdn23AaeZAKcWThwHe/dM5PnuPB5lc+gvXllqSZIQdwFcn8JU5gQyCOxjthxjtc5BEAfeiL4IcIEW7SL0n0NnhVufgpOiHYbeXzlJ6JoWluzuRBAcTGRzi2ZYly6PgNQFmvRgz9qaNi4gTH8R8yfG5sL2R49a1FDd3DNxcq+LaWgXNLQfNbbo9Q0GC3f3cw7/73+f4k/+4wLe+CHzrC8D1l8u4/JKLWZrh4wcLHHYjLNVtLNUtnE9S9CYpjroJTrsxumcp/Cmd2uyqNKSbuNLKUV1KoJfpjHYRZiVkOju6oyLBzHQ8VfzUQE40LjHAA/j8AAAgAElEQVQp7GuxIphWKPeIaRaDA9+jQYEvXeWi5zqXZErMrsDIRx77uHKzgys3l8RJNB4MBUVdRo66yaGYjRs3HAwnIY5OPQynOWaBhenCwMnpAicnc5x2c5x2icFhl6MBxyC+kv2GQMU24ToGIg5DJwHG/Qi9cw39MxXf/G4L3/huC4kaYv94jMPnc3TvxRjsJ2htFXg+UgrMEh3bwMkjH5MTH6+8meDVt2JsXq1g7XJNUlQPHszw8L6PR58psq5cU3H1qiobny4NRWcJInGb81BQg2FUJZFJNxN7D7O46ODeuWRiZ9eCrlDAY09tgv0HAYZnKX7259v42e8s4Ww8waP9HoZTOvoM6cf56tur+OrbKzg4GuDwaIDnR3McnPo4OokEVzcfarh2Ncf1KzkSJUNvmqI/yTEYKRiMVIwHGcbDXFCPtTaTIkx4FQLwrGvLunVbxZtfAF6+tYTrly5DV1z84X/5DH/4x3fgtgG3rWBnl4fBCi5t0SXroGITH97H6VmvSMfRjb5QcfIsxflRKu8Kpif47qUAzOOAUU+gljP4Zzm8M+BXvn0T/8uvvI4bt5eQVRUczab4vT/+BL/3Xz6G6ZkwPUv+rKwiIHa4cEhyVltgAy/tdvDSqxtyiPrRP+zhkw+P5FnO54lqKFBNJhN0SdlV6uwc9JBrvgiG/pSJIsAbh0j8FK5rwHXpXNdk2SXuiThYZ1c68TAaqtUqKpUqfUTQIqa6KOpxqObh889i3P00wRuvd/Ctb63BLeV4fO8Q3eMe3v76Nt7+mR2oVoIo9XD/0Rj/9b/28dFHkwITPud9qcrwoL6sCIaVPZEnexlO93K02UfJYbXJfHwsosmwn0pyk6Kq45Qk1UdTEDf8hTuf/XQhxqchbrxi4/WvlHH1WhmbS450cv7B73XxB/9n90IkYqrLguE4KLkmVtoRVlox3vxCC298sYVKlRtTDg4Bt1yHZZaLYcTwXEzSo6mB07MU9x4s8PgJO85MBLEBI05gJREalTLW1lZgWyU8ftjFo0ddXL5WxuXrZdx+dQc3XtpFya3iP//hh/ijP/wQVpk1G5Z893RE812mEUEjwpgiAjD3b3xncnNdtsuoVhxsXVWxdVXDpeVlXGqvI5kusP/wPqaTI1x6WcOll1Usr7hYXq5gNFNx2M1w71GCf3h3LivhBjzLsXlNw+23TVy55WBzrSJ7svFZgHE3xNF+jIPnfL7GOOnF4rw3K6asVsdBZ6UkdA5TJ44pF4Q40+SzaSjPKd+nqzdGxBJRHiD4brzoyKlSOKkaqFUMOK4laWG7ATgNBcN+hvOTHKPzGMMjH94wxPZlC1u7FuJcxzzQMQiIzdekC3bTn8n6zvp1fGf9Gp6Nhvjbg6f4+/MjdG0NXVtHJclQSVO0luvoXO5Aq+g4nfRwPh0IjnvhKYgFa1uYx1RJ7EG6dkiJSCnKDhK8slbC977axjdfX4K71IHbWcYf/+VdWU+fzjEZcYujYuf1EnbeKGH/IMH+YSwpUArABdqV2w4FpUSDk2jYWFGws8l7OcdoQpNNhuFUxXCi4s23qvj6N+tQjBR3Ho3w7JioNQex5mC672G2z+SQhvZuCeWajmyRIJvH6PMgO0zk/qBwaJkmKqUqSjbF5EhMkUxK+SGTGBlcVxFsJUUzw6FRg4mXoiuCPUDcuxDdH184yWkYpGGU6WJ+nsL6xwM/U3W2oNqDwJPDuaQbXOLyiv1RwrPGLEJITGmSIUzZb866jwwVW0XVZq+bhUvtErY7ZayvVbGxVsVCYXosxNFogWfdGY7OQjHhHO/zUM0BQLGH5HuZybyYGLZUw9pmFWsbNcGDnp+z6zAWgyTnN0zeMxWjZ7oMydM5xbQIeprj2hUH1686sC32kGvoTSI8O/Ux8BKkxEGVNXgL9snGUJIcRqYIwYkCsC1nJwu6ZSEkUSL05fOKoJdpuHZjBdevr8r9Tud7/2yO/ScTnJ0sflL7YZWZgmCPbgqdh08OXxdFP1riA6lfILpsIm85fPGJgebPo/iZyKlZVWDVLKnAKC/b0Mpz6KUZaq6BJmsvTFP21ax//PyDOT5/f4aVTRMrWyY8P8PZKesNMuhNQG8qsGMTVmKKVzFiz5nCWoJCAObg0w9CSfbSFCljj6IqSpJ1TKeyz3M+igUFibgQgIsBgAKTAnDZFAMXBVtWGcy9SPYfFPxksfeQpASho9IQR6GJaXQK6bmIGsStMVVOQ5TP9FBEilVhwmFfWhzrAtc37bz49awCzR5NE3hnMULe6+xyXgBWw4TN96mZItUi+Svp+RoFOpokHQrAGpaXNBGADx4WArAZKFLjkTAp7rLnUUO9Y6DMWNQCgJdjdBJjeBJzjgmzqcFuaCL+cvX2fPSf+0IRsohhdxWgEUOtpnA4wFA5aGflTywCcDhjxZMG17XgVkzM2c9+7kEvmWjsNlBdo+N9DMPkcNhErpli3uA1FE4zTA5TTI9oiJWJooioBolCZQ7eS1A1C4vxHPPxTMwGIlzWFdRXNKlZYedvrelgudPCamcJ3f05/v4vn+DeRyeS8uJ5hlUpNJjEuSbpAxqc2PPnuEQPk3NCl72DWsWVxOLwdI5pzysqqfhCNgpKEfc7YuAkunqeyIqnuYjAfArpJUMEYCY7JQHMKoec4iFJJUxtMBlrCVKSAyB+FtZQaWohAPP6Y4p4QUPDnEPtArFY9Gey71dHxW2g4tbh+xSGaHaKoMo/H8F2YtgOn20FPYJGDCZsSWcprjdgPgHmUw7HaEzmfQuMTwzMezp0g0JmhkpFRbVKM06ORUTTDkMCmtAI0kgV8y2xxz5xoVkiiG7DLToC+Uem+GsoJRhgknQhiMiCJHnRIU6BKcglJBDHpI0psiwmG9yCOkIBOIo0bKw2sL7SQJaw89bHZOzjTFDqCSq85tj7W83hVEiP0GTPynR+93kuq7UKtFfpwyWz3ZfxYbgwZY61tJphaTVHONUxHxQC8PHDAL2DCO0VQ1aiJMV7KyAKuI04cCXVpCqR9PyahiWVRQ7pVybTZIV4zwF0gbJm1RqpADRtMAhhwyk5kmqNE/66NEsFCH12d8ZoLlfRWq4JQWg2itE/neFkb4DxkD1wZekNXr/UxvrOEvqnPTy/v4ej52dQDBcK69zSXFZjqYzOZg2VRrnopYx1nB1OcXY4gW1lqFZpxNewsWNgdU2DEU+gJxMh5DUqBqI4Rncww2gRFRinko3xfFGQrDJTUn9Ele4dTqX6YuPyEjauLMk7QfF9aFEGOzXk3cauYK6Ysy0lEcoKBeD+CeA0dVnVTojako9MZZdyhDDMUbZLKHPfXTZRdk0xK7CbnOfJaGQhGpsYjfoYjnpo1zNc2jRwebWGK+0NLFdaeHf/EO/uH6C9UsLu5bp87vGgj+l4JAP0NFXRaLAegeEOB0lSQY7yRcLMwmwcYTYhncpHlvoIKMw9TXH6JMGlGw3s3mggjBc4657LMHhzewtLy8s43hvheH+EJGbXdw0Kk2G2j9zwMBn3MB33oMUVmGkTaloSEYBDbmL+SXuoL8Wod4h8DzGVbukM8dxFvHDhVpjyz7C53cbVa1uoVGwMzvvwZ2O8cl3BK9dVLDsZ2hTd2CXIqoN5gs8+6+OzT/v4pBvik34siGazRhOsjoajys99SgGYKN6I9yWrplRYVRt21cKUaetzUjpoJtLRaWu4sqNgcy0XSsrMS9DutLC2vix0ofd/fIK7nw9R2ViGu75MYIhUNlHEMfMEVp7JMJvz23AxQehN4c8587CxmOkykx2NQpRrpHKoyPUMEcMiZgqjmoupaafTxk6nhQ5stBMTk1GAHz0+xZ2DASqOi2qpDD2vQMtcrDaquLFdxaW2iSrT+9EUyugcGJ2hutRBY2cXztIyeoMe+oM+nngDPPUGSHXery2pqPjwzjkePhthd9eW9aUtFz+z5cLJMjx+NsLD/Qk+n2f4fJFikSsIaeA0bFTsGurlCjotF0ttFwfHh9g/OcL6pobbL1dw9aoNWwlhIZDqi8U8xmk/w96Zgj7fLzyTUbiyuLcz4PsWvDmRv2UkQRORX/2JaYhJ91WayDsuGk3OEQwk0xnS6Qz7JwfYOz2EUQGWNiuCLk9jPhts+KMx/PEEL12u4Ztf3MDtnTIqWKCU08E9RO4PcTZLcDzNMGMS1zKQmgbSyEQaGjghderxDIqRY/Wqg+VtU6rT2i2gpgNVTUHJIKGAfes5zh4M0H0wQKm1jnJrAyfnZdx/bOD+sYr7swzPPFZEFqvkzFAqTeSZmsQu4riGNKkjSdgbR+MsHb6cvVIU5Qy8SL2KAKxSOL0QuWhY1Ar0vWnHMGyS74p9NP85l+Qo7nf0c0A/QxKVkfgNxEETaVhHGjZ+oobSeMa5r8xtXwRrpEaLQtGF1ighHh6iLwI6eY7Nq3NsXV0gxQDjyTlm0xT+ZAn+tIM0XEISdpCz01SleEoRm1vpC1QNz0OgoM0k8MWQWGiBhflIwiMyU6bAyQlK8S7ks46kNqloeZEB+v+lgIv3808LwMV/fuHdeoGOLgiRnHFLLk0KkjM5h4B/Ls2RmbsOD3rui/hLN/8i7GO8OMXujo7f+c3b+N63tzF7/1NM3/9UEsDf31/Hc7+OxLaQ2RZMkoIodLL3mkIpiZkvBOCLBDCFbc4T2I3NwEUB8b0QgF98FhHkivOfYIPzAmXMs3VBYaSgXhjRitmXBzVfwBc8NAXgGQIuf4E0YaUJ98YhMtaAkpJHMRiZ7DNNGiotQ+pOObtmqpgI4VqFMy0XNvdjpAtFc4ThVM6qQnWMChPNZMTrVn4KYvBkLQRppRT2LM6NaKR2OPtUEYgxyMfpaRenJ2eiX1CSFVnyJxo+f+6FOZlLADP8qBe9ygm/F6lOouZWgmaW4TaW0FrdQqXZQZppQlwzTJqo2UlN6gyT0aTNKsikA3ohq2MBW46OdSvGsjFBU58jyctIUEZslhDbDiZhhv7Ex9koQH9mojdldQyv6KIOseiUps7G2Hah0XBJ+ph9xuIZZJSaUZUp4nwCzeQZiz8DzqmriL3qBQ22iLIIA/ZiL0YBRAwZTFWJRMK/9yIL/c83RhEc/GkbBJ8phQBMHYr3fpEnL866RQKYaPTivn+BoCblkAIwZxakIfEdXy5XUXFrcrbgtaSkARzWvWgJvvj6G/ji62/KTJoHMKH7lGkiJi2jDCMtyZwhjD2p8XB4BvUi/Mk//gh/8o8/huHaaC23UMpzaKMZkt4Ad/buyWJaXMuElwxFN+zcdoC1S6ksGRiYJjQq3EmEqpHh1XULr25YeJ5F2MtCPD8pkKdhoGNjgwO+EpKAnT2x4J573UQuYG+eSaT9xZcgblK6anjBSKSbcfRiECXDQPLJmTJh8oTfekkDWR5E9BLVEVMM7MeS9F3bddDeMDFN2OcSQGGqlCSiOYCxIsuTW5ioYQW2qqDDgc5qBesUJVsmyi0T4/EMk8kMe89DPHqQiLjyzjdKeOcbDj7Z8/HpXoDuYYTJcYRgzAcDB1IMqCfSk3DtZhWvvNpAta7D46ZpFuL5kwjPntDBzw0OC8s5JC7QPXU9Rl1L8MZLa3jz9hoqWw7yZRW9JMJf/10XP3j3FGqkQmFviriXigkFEyD8t0IMBtMQMrVgVxBTOsKcRGVNRXWV/W0XD0JuFth35QPBMEcwBNprNtqrTG2nCGNfSOSdkoYOO2d8Fee+htkkQzBOZCi3ckVFY0vBiIL6QsGin8I/KxBr4p5R2JlA0Uie7VDjXFzt7hKHPpyviKyFxEuQLGI0l0xs7jioNklsD6Vz2bAsGMQ98FDIPk8vw+Q8w6zP/jYeENnlVqDdaP0gEtA0i/JvwgLiOJSNOWUPkwdklV2WhbOYvx4TQPyZ0TklJfEcdpjE02VwXA6/gBnd2xfIOsul2z6FYmfSi+LW6T9SkHo5Qgp/hxHOD/jQZ4q16CTJJQrMh89Fb/NFfzP7w+ThcvGa5uOCCC/p9L1I4FIYZhKbzmYmVAxi5tj/KgI/h0kFeYFdApL4NnVJfdMVQ9GaDvCY+HCfuCUiTCksF0I3JxwvnFAUVIkHoWtd9Fe+uIkWzjNERKSzPzlit3MI28ylv25l1cQ33mnJOhnMcf/5CA8/9/Dw4wjdwwy1ZUtWNOEQJ0elzetFBQOvxwe+rGicIBoXIrzK4kVK5exTIb6R13iWQq+rMFuaYPwsdsRoQBjnCKMMpsV0F536hfjLFykxi+y5CKYKwgmducRrsVuDInPhlOevQcF9fQ24clXB7pqKjYqBrYaF7Rur2L6+gtSYwkcfdz9f4Pf+fYS/+X6C3/oVVVa1UQwOA0XBNFUxCVSMegDPCifHEY5PInjs8+A9bqioNquy7JIDu8yIRogkn8GPQoxnOaYc6GXsyc7Ese6o3DQr4pid8oVP9GyYoVzNUakzGami0WJfl4KzEwqgCSK64Tl8FVICX0Y0xBT9JuuXVUFvyiZr5iP1YlhRjqqu4mtfb+Bnvt7A+WCGp3sjHB5FeL6n4+BQxYROTh60c4EnCNmg5jCtpQsCt1QqBmNJrkhvozfOZVhrZhmsLMOrb1XxyltVSaaM5r448kdnxWfi8I5r2M9xfpwJzmWjZWCzo+Hy9RC710IYFYPTWewfpXjvPQ+PHvGZxwvUgMHuO4UJhwTTWYrZnC5AusH4wiXqzJR7nWhnOpLFXGIwWVp0nZs6e+U1BEwS7YWYnse4fauC27dcTAMf3dFMrrn1rSrW1yvYXC5hs1PGYBxgMPFx/9EM9x5OcXTiY23VxOqqhXZTkTUYR3h6GAqiKc45KNExPGePeIJyRUO9ya4uBZ48vwB/YMMf2vi5n1/Cr/z6CtyqhgePpnj0ZILnx+fYOz5Ho6aiWVNxdcvB9Z0yrmy7qFZd1GplPDjs4uFhF6fnKYYDoug1BHQFz5hsKVIPNFNxQB+yn1ANJLUX9DL4vQy//guv4Xd/40u4eqOBmT7D00EP/+HPPsfv/9ldGAsL5py1A5l0BWY6n2V8ImdoNKtoNqpYpQiyXRW06gc/OsTnn3ZloM1Uk2mzL12XvkMiXjko55Au9DyEIhhwU5Yj8mPpS7l+q4Hrt5nSLWFloww/nKA/7KE3GGI6VTGdaoLj46pXmU5M4ThEbCqYzYBn9308vR/gG+9cxv/wq7cFZfff/uIu7ny4h1/+9Wv45d+4jrPRAA+fHuPOvQk+/TjCk0eRdNoHiwSrlx2sXnGkvkB3Iig68eA6Il9HTtxgoiFkPzH7Jv1YbDIFWrmGeqMqz2iKv1GYSEJoMQ2wsaFhY1PH7ZcsvPIKEXgaHt/P8PBugs8+mMriIJWL5qOlFQ3bOyZeuVmWxb7ZxhI3u7zOeU/mGPU1DAYKTs6mOD2bSgdomKrwwhzTGTs7U/gBk0IKtDiT/lib/S1OQ7DV/f5I1i/+8lX84i9dkwH0/v4cT56M8ORxF0+enEHVTah8KSp8J/He48++2PTKmbU4y8rraLlTwRfe3sJrr6+g1QrRbIU4ep7g8ecpuidzTGcDqNoUt15ScfMlFZd3XOzuuHIYnIcmTvvAe58O8eNPRzI09qMEOzsWXn2VfVAWhl1g0M1w2o1w0o2KcJ6myuHS5+A3TUSkIR5Y1wxoiilI19koElRpzndeyiF7IkvEzpQdsLQUXji1xUClw+Z7V83gWhxym6iwo5Np9CZrM/nzpTkHiGfswkqgmRyKA7NAwcRTcTYADk8zeNNEiDm7boxf2LqC72xdwf5whHefP8c/nnZxYtk4tWzkowD5OJRu21qnjHKbgnMK3U1FLO0PY0k8MvXC75xoTqI6+ZvmxHoxPd8LcaVs4ecuNfCVa0vYfm0HO69dwg8//Qj/9MlHuHt3imePIWaUzVcdbL5awhHfVcexdMUmMR3udDizDkOFGeowQg1r7Qxbq6kQE0ippBlnktkYpw62VoFrWxDE9jzJMPIy7HUz7J3mUNkdGtDIZ6O95cpzoP9shv7zOWJVQSQYxwxZVKCZShVbzAaS3OX73Y8QeiFMh6aMAsUuWC2V7xlgPmDynClOpll1WBVdMKwcbhD1IL1QYoTigZSdk4WDn/hJDkGIlKb4Y3KPqTExUQh0xQUtqrEcenlvR14oiE7WShCRXCNOkYIwk725CTM3oFqkJeXQiYAtGYJyIsp9MuGzngk+Cu1zjEZTTAYBpj0V/oRdvyZqbVPQsbrNfUACL6QoGxV4dT5ffBW5p4oAHC9S2KqKG1dKuHG1fFGVk+OkF+HhgY/ePIXe1KE3DQRhJIuJfSNTYeTcDdD8pkjiiKsYnhS91jwucI9sm46gxMQUKQfWomojZB3OwMdw6KOx6sjSSUpRmJJMBG9N4Yhib0p6CxNENALxnxcEdFGBIrQdimypDpMC8KqN8qoJ1ZxBNWZoNXQstUwYio5opmHWy3HweYiDzwM01zShD8WZgvEcCLj1J7WB4qdHoylTt+xJZTKEyGF2fnLvk0plDvfBxIMTjUvzB9MdNBbwfuJ+OZglMnyUBDC32bzfacgjhp0i4YUZABoNyYVRRQ70GbFzFJlY08FBGiuJdKQhhfWiYiLwCgGYaGb+mSj281lHQZnIYqaSU/5zOffhCVShvlDYUxFPMwRnKaIpsWBMUSsoNWw4TRqCUwSJj0SLZXCrs9tYEu0q2k0Dy21DEsPHj2NZBnHyxHS7OdIaUO6Y6GyWpYuYJt5518e8TzQYFYAcejODXVfQ7jhoLzk4f+rh/Kkv1wq7b+2aAqUaQXVpSKZj38LsNML4MBAUtuHY0C0bCUleMxpvEoT83A0DrV0XtTViAT0ZvGY5XfK61MLMT1OEY8KfDOS+KVhlLq2sQa/xsEYBkPd2injK70iDXU7hVBO4rQxuQ0FjRcelK0vYudrBdBDh7GiBw8fs/h3i/HCBssPKKQOZmiHVKIpycGbIfe+2Yrjti7O0lomYV7JK0g0/6wfwRqEIvUT7Sb2cVMxddH9xkEhEKp9BU54Pi7MX07s0J5frTHE60m2b0kyW8HnF/SvP8hZY5GxcDCDFAC2oxAi6HUE14sIAPStMrTTDF/h1zkN4LdvS+RcEFArYP8hnHd9dfO6FIgQX3Xg8k6vSH8YaKpprKe4yVRuFFKOLxIskKscOwokpOMQkilAu5yIQ8t3HTxDJBJGzCVIEbBjsIkSBvk1pGrSKxTN1HAJaVgjApkKBNICpc5jN9BIH0gW5i+9tdn578xTlpo4SzzxlGk440OF5mfe1gdXlpqzZaIF+d4zR0MdkRixkjkaLpgULlpXCMlOZTfD3Ic6TdRtc7TUNS6u8twPE2UxEV/591vGsrGpYWWG9hQVvaGN0mmP/vo+z/RBL65BF/CCNp77vYDGryl9z9khm7DgUKzhKNDZWTZQrJMXwzM5u5sI4UvTOXZjGWX8BQww5ssSc4yGOAqRE9aasEKrKYlKYieHpfIHnz7s4OxtDVyxoqomtnTVsX1rFqD/A/pPnOD3uQtXLUPUSatUK6vzhKRSOAhimgVajjapbw3QSinHfnw4QzPqCP375pQZuXqujaStoMeEuyO4Anu+hN5xjOPMwzSn6ZPDiCF5MQ78LQ60jCmw8eTzAkydDbN5cwdbNVThmCiWYQgkCSNCJPaElF1rJRX/iodufYjLJsJiUEC5sVGjKXFJQbi5Qbs6Q5AwWxGIwoEhelgQwu7C5Twe8aSaGazVwofouzntd9HqnWFvW8fKNGi6tVNBSHNipjh91z/Gj0zOZfV26VIFj5ZiOJ5hPZ3K/k8BFnYTnfZ1ELq0GQ3dhyN8zcHw0xtHhGKqWoFLlnEbHrFfGtE/UcY5GO0OWLrCgq0LNUG83UK5WMOmRTBZhMTXhT23h+BnVGIodYTjqi2itpTXKltDzctGnLj2HPjLNlwqp5iYTXgEG556YV5vNNbSaa6hVbaEqsjZKyBaeh4OnJ5j0e/jFb9fwC9+uYcmEGA+tOIUZZsimMT78dICPPh3g3iDGw1mKCVlSZT5TdTTKGhquLuLvzAslwcvZJc1KnDmptoHxeYhxLxJzyMq6haWWioYdo04kectAtc13m4U4sXDeTfDJhxM8fLBAZauMymYJll2HadRlUkYiAJGxrKzgfiUmcjVgwjrFlNSlPhCFOaIgh0VjSIUBCM44eftkUE2KdynW2xVsUFTVS2ir7BqO8f6TAe7uT1DRaqjoVSixJjTES6t1fPXVDdxYL8M/fSbLZRLWTlBvLaHWXofl1jEcDTAcD/DMG+HpYgTFclGrLGO6UPHhnRM8eN7D9mUH27sObrUVvNRQYMYp9o4D7J1GeOIreMzzuPRbGiIAu0YJNcfBUsNAp2Gg2zvDWa+LrR0Tt1+p4fJlB7E/QeJPMSOpZE6TuYLTCX8mNAdcmGe418pYi8fkr4s4KCNcVBH5ZZnpcaa2zvqvSw1BQPMcH8esbepicHaKMJ8hzKbyzi5X69D0Erwp76kcrYqKpqvixiUTr99wsN3JYGMEMx0jmnmIph6mPB8EmpyFFpyfBgqmPJvTEJSyn5hmbhrHctTqKi5tWdjdtlCm8EHxhvtEmqZYLzGJEPB5tFjHZLGGp/0S7nY1HE01+EQ/c4KpBrKs0gyOO5MEXRLVEccNpEkJSewUlEciXUW/kRhSER4RAbjo5pRkHl9hLD8zPWiGB9NKYdqkIyXSZ8pzQbmawKnQ1LRAms2R+C3E3grSsIkscZHHZYDYZ5UYYIrLViECC5aZvzNrsyiQUc9gdQrnliSI8f2cSt1hc2WA5mofUTwXM9NszIDaCsJZB3neBLLmRR0EkcpFLZPMUCXNrEtFBpeQPgU3zGqSqSyGSHSbz2fuv2lStJDHLrKkIsEjCQIXX9DF93QBhBQdqzj9F4L2P//nnxaAKZLTLMzzFWfVRYkF57oFSSTjLFklRluBpfowmbZmOjsPsQj6GHun2N028Lu/+Sp+7du7mL3/ESmSXfwAACAASURBVKbvfYy/fd7E9/c38CyoI7FMpJYJSyN5kHV1xXVFoicHgPw+WO3EHmDO1LlP51yd8qdIeRffV6F0X0w0WGslWN7ivzOsxfWCRFOIpEV3blFJxPMkTdMUaFknVPyVom+aMnTiSXozijypluLfozOVKWhuF7l3pshFEZiBH6Lxq1WGCFQhq3DvQHJL4BN7zz1QLKSu2bQQgPkvpt95jiDFam2jIyuiMSfKMZ34GA2JbL+gq3LuF4UIuY8gYv8nOkPxeV8IwLw7dPVCgWD9niR/TcE/25UGnGoT5Ytll2sXLtqLmYtmylmRswQKxxmrBFUDXjKCn45Q1VOs2Do6ZowlfYiGPkOeO2Rsodpoot5uQtcNpHJeitHrJTjvJ/CSTCoZ5UrhtlpRESkGYs7JM1JziJDXhExJuohlpLANnvdoKJ0gV+dF4CRRMJ3UMJ9XinvywqBRPAOI4S/2Yj/RhgQ9U1wiRXr/p5wRL66Xf7Y/yHcqArBgxYvnjBjL5TKT2PVPnjMv7iNN4fdNpHUiZ38ukj8t0xEBmIV2rCTbXGtgc7WJ65ev4fqVa/B9VqgdY+5NhIroNlSwaKQGYLLwcEwzrObgxvo1rDdW8eFnH8kCQ3J1B+poiuTJIeaP9vDj/iF+3DsSAdhIVKiZqFJa7lYV3HoduP2agpy7Vo0vmxz9WSJDhdfrOt6o6fBbCfx2ivt7Kd57P8N8QdeSi93dEs6eJzh7nuLkIMDJYdENeIHJLug+Mk0sno0cPnEwwL9Kx5Q451U5NNOhQRFYBOCqirxSoHx44MkWMeIRxSkFG9cctLctnHkBzr0AGQdRUQ6VIm0vB4stIkNDzEN9WhQq39gu4We/3MJrrzSg1l0odRd37u/jzr09HO6FOD8gNs3Cv/heE7/0qy380Z/08J/+pIfxUYRSkEsnJh9qZHjTwRhpMd768hK+9u0VuXnf/+EZ3v9hD2puQiVLMI2hpFHRpSdsQQrHoazXbOA1C/jC17fwle/dhr5Wxf/x/af4999/imgWSzoBdMnFeXEevsA5s99YzTS+ziWtw0JoAWpS9NjUUd/UkWnsieCwj51cQOxBDtgU6VprJVm5msjGnk/sugmQ8Dz0HIw8RwZqeRLBcRO0L+WoruY4P8/RO8vhD3KEAw56Lp5Okqi1isXXgJrArStobehwqgqGw0gWfA64MuxereC1LzbQWWcPxUwOFpqtQrX5mTRBIbI3+uTJQvBk8uEktVPcWyYxoY4F27YlPU5kQhz6iGNPbi7bojBNdyix4/8cw5dTe2aKC7dMFBrxrFoERQvFfczkHJHE9RUb1SXiOWNEaYTGkoWlFVt6g0cnAYaHPmb9DPM+p0Z20RnC7YS4gYh5ePEivWilZhpVK1BnRU0DcanFxqH4wRaiZq2mCo7JcQwZZhUCcCJJYIq1krCTARWxYxRxNXELzWYZPPYt+3RFc6iVyb1AZJGodhe4cN7qFM0NDgQ55GJfpVoIwMRqeJEKL9aQhzHyIEbVBXYuG7hy1caXv9LCl7/Sxo8+6OPPf3CMe/cWGJ8zjapj/ZKL9d0K9h9OpE9sacvB1dfraK7ZuPPeAHffG8jH5Mfh/c0hBh8I8RxiTABRehzSNlUYbQ55VTjsEVUVEUGm8whuBag3FOkMt4hvzBQMKYKdJ4hmiiwhoBS1ADIEoYOdOEaiJJZXVWxd0rDWAZYMdhRouPXKFdx6+SoCpYdJdIDP78/xn35fwQ//TsW//Tca/u3/psuh6/BwgdTQ0NiqIDVtfPjjEB/+KMLZYYTuEVMhGarNDO11E9u3Oti6tQxFL0ExyphK90sf/f4Yg6GP4YiodIo3CszMgJOb0pV9cjBH98RD5jMNoYg5otnR0F5mOrLoy372JMDzx6EI3sGU7iXuBHm/8XqoympuzNHcmIkrnQcmYhDVBVBRdfx3/31H1llvjAePz/D4sY9PPwYefM49YNFbZrVylJaBakNFg52IDhMORRfxKEowIspooiMYm1B8HevVGBvVGNs7DnYuOZJaiNUMQcbesQQLDl8TA1Fq4unnIR5+7KNiqvi5d2r4xtfK6KwFWF7zMZgDp0Pg7r0U//APIZ7vZ9i5ZmPnmoXecYj+USjJGhINiOhj6ieM+Wu/SEGr0qXKHm4mpfh9cTNM5IzF7kfDFlTl5Jw91BFa7LmrGmxkg5/FWN608drbbVy+WqRNzVzBPMhl3bk3xUcfj3HSnePLXyvhS19zCiNOrmLvIMCd+x7Oifp3Ofw0BNU26IYolzXUG8Q0K5hQyOBcIHahRC5+9XuX8K9/5wpGiyn+3e99iP/n7x+j0VZQXwKWHBUdR8W1VRvXNhxcWS+Lc7/SdPHx3gk+2TuRFOWjByYGZ8y5EcdITIyFasOSYTvxnOy0Z48snfrxMEU0TPGbv/QF/Jt/+XVsX3bRDU9w//QQf/SDx/jPP3gMbWZBn1FQZ7dgKmm/AmeUYmOzg42NJTRaFtwaaQke7nx0hscP+qi2gGqLKEtL3PIUzUQ2Tpli87AY+ogD/nx0EZz4rm82LXzxZ1bwpa+voLNak9U9P8HjZ0/w6Mkhjg8hazbQMBswRZrh2q1UBFJvUcZ8ZmNwFKB/FODbP38Tv/Ibb4hj8//+/Q/x4797iH/1v97Gv/rdW/js0QH++t17+OyzKfafGTg71hCHNAuF2OVh+5WqdJSH6QJpHhYDVcvG+IxmcAWj0xDDE08qAZwaneYq2u2mLD5sOHhcjEOc7Y3hDed457sVfPMXK7i2a2B3XceThwn+4P/y8bd/Q5QX3+mx4IU5bN/YybF7NcfLLxv4ytvL+MpbHCwsMFssMBhl6PcVHB5muH8vwKOHIY67IU5OQxGiOYTWmWi7MMfx3iCGkYZIQ0yRJtK4JOm0XCkwV7/9O1/Av/6dt3Hn0y7+4Pc/wV/9xX35NbjnZxc4J188FLNIXgQUbmJ5JiAKOiUuiFh4FdeutvC9X7uJX/jFSzCUCXRlgj/7sy7+w++f4NGzGWDnqDRyvHZLxau3FNy8UsLNK2XU2KloufBSHXcOerh70BeU0TyIsb5Uwku7NWiRhg/+cY6P31tg7yzG/nmM+rKJ1W0TlTpTiMWwh8M3YhS9qYr5SEX/JMHJXoBhlxSQC23vYvha7DsL97IkNLkXLVtQuLIMahAKyrReY6exjkozh9vIsLxqYWXdRtUtMPgGcgwliRBhOM/FEHd8lOLZwwjTXoLLa8DldQXf3d3Fdy/v4ng4wT89O8QPT85xaJRwZJThnXqyVNDNCTRWDGzfdLG87eC0Swcv++ETTDwOcICybsDRDSQGl4lgFCDo+VhPNLxVquDN9Tbe/M51vPWd63h69jGedj/G+x+M8cF7KZ7uAau3bKzdtnFK89BJVPTxifh7gXvKNKgLDYqnY7WZYLMTwyVmNleQ5ipGlouxWUFZXaCuzKRPvb1WRm4aeP+uhw/ueHBLuqx6u4zWiitY+r1PRtj7dASjZcBsGuLYjqZ0SBMRShywKv2seciBe4p4Ectwr8YU35ohaUou1paMDgtB15J0kIlG25Xfi88pJrl51Ofhn32T8xmxm0GR+A4j2VdVKhyOFnuxLNMwn+ayKOKaLquOeLZgkl/DvEdBzBMDl1tzBdGVR3Mkno/5WY7ZeS6/nutq2NiqYvdqE822izS3keSWDF0MM8J4PMbpaQ9nxwv0DhQMTxXopUw6XJc2bKxsl0WIYt3McLyQ7S1XTBPdEEiZzmTYytJw82oFN69VJNmgIMbBaYh7zwKczzKUVi2UVixESYg4CSWxr6cKNJogiHskKtAiTluXzjjSgpiSZTcmTYejswjD8whqXvSEVWo2llZIgNJw/HyMk70JVi5XsHqlIu8D1rz4QYzZOMdsDCQU24MUrEK16BznXCYsjGwXhmgkEXvODRg1C6U1E+V1Dsvm0JQZWh2isU2h1QxOgeFxjsHTBINnCarLCqrLQGbpCGiu4rufgk0cIafINuFbhmlOQ3CIHF477Dd1IElb3vMkT3GgMh1xuEYBpDhHci8fhykyOt4YsMiYDGXVEL+nosqAe1KFOHyNg8zCdU4Bkj1dFHIrDaKbuRctBGCaL9MgKVJpHjvhVDA9bTrskE4Fkcv+SSaYKDRnGbsMifuMZEmalOfVMYkdFDoLChaHQOVmGW6zJIbjucd0diT4VLNaGBy52uyBbFmIOCx+FqP7LIbBnz/v92qOrA5U1xysXarBrVg4fzLG+ZMJwqmBcGJAcTJojRh2HWgvMTVUwvkTH70nnnxn9Y4Fp6lALYfSA5ulTNOXMHwSon+fWF8D1XUXbodY+LEsptqpc5U7Olq7FiorPAcVXXXSK8vzy0mK4dMY0VBB2WFKqQqYRbpLdXVoNUv6qCejMebjBZRFFcq8BncpQW09QHUpk/MmsdW3XtvA7Vc38en7x3j3B0+wd38Mr58h9Xi+slCrskswLJavwp/RZKiitpahtpYjN1ifRLe9JgIbn1H+OEY4JX2IndRFn3Ou8VqkUaIQpflupEU4mmcIJkQ8FhopjbpuvQS3XpbOy1SJxEBBJD6faezv5TJ0C6bGLrAUScJewgC6uYCi+whmRJbTAGxCs5jm53VKY0eBxuMi6l4G14CQqmgYBRh/Dy563bhXUMWUSPw3sebs1xWspewXC/MMe8BT30HisZPVl+XYqSQNddm3SPWi9FwHrICySnCdipiloMfIhW4UItND+HOANFolsaFnJZh8vpRiuCViqtlJSJGZA8AIi0kkpI35mPe9gUqH9SGJ9FVTkKNBnH13rWYdrUYD58djHD3rYzgM5DzFG6CzZmB5nbjpGNzZS8KBz41IR3eQozsEllaY9OW7wEfgT2Rgy7ASn4trKxZWVyykC0dE8OEJ8Oyeh9PnATrbCTpb7E6koMz+ehuzaRkLz0RK4ZsD3zSRXsJKhUPOMuoNJjQpBtMMScG+GLjz2qDoHLEChBUSvZksYvk4TKb4y0i8kkVwqhU4VRfrlxvYutpCiADPDk9w2h0g8di3rWJrc13WbDrC6dE+er1zaLot3XJLK6tYWlnBfMqagq6YFLa31rG6usKxgIwHzg/3cfr0CVwzxhdfX8NbL61gs1nFZqOKJJ1hEY4w96aYzjyMZgucLjx0FwuhH/G+1NQ6DLWNyCvj0f0eHj3oYev2CjZvr8KxYyjhCJk/RzKJkZGI1+yg0upIWvjhkx7GY+45W4JIbqzkaCxnsGszmNUx4swvBOAgg+OYKLEKp0z0uSbX13SQwZ8wY96U1T07Qrd7hO0NG2+92sFOpwxrHiOfRvh4OMJHg5FUfm1uEcPJ9PsCwSJAuWzDLTsI0hRzMarZqDgNOGZFaINEuj+6IOnwPuqsO2i2a0iDJaRhB5oyhqoShruApvhQSaNhzZ1FGoqBzDNlD9A7KchVpMzolRSD4RD90Qg66nDUDkyUZcDNw1MUjxFGY7R3DVlEfA66nvRmX755GVduXEGzWkerWoe3mKPfP8PxwTGe3D/A6OwMv/1bG/jt31pHk9CCeQLdT6F5MeJJhPc+GeLHHw/xdJ5in+IdqXA8Nzs6mhVDFjHdFICjRJh9lMuQMqmkkHIVYtwPsbRs4PJ1G62mgnwWwEgi3HylihuvVHF+FmPvWYC9ZxHu3Ynx7FkMdxOobAH12joalW3ouok4nSLNvYLAwWH6RZ3V+DTA4DDE5JRIWV2Ecd1VhEKhcl5IYySdZwihaQk6dRPLdRNNs4SGUcZsluOTJxM8OPBQQRNu3kQWxFKTc3Orie9+9Tpub1ew9/mH2Lv3IZY3y1jecNFotFAtt2AaZYwmQ4wnIzxfTLDnTaDbNTRrq1j4Gj6+d4RHB2fYuOxgY9fBZinClulDCROc9ICTPnCQmDiMDUSKhUyzZeDvGg6qloF2NUW7lmI6HWE6G2H7ko1bL9WxtWNjMupjMuxjymt8Bgx9HcPAgJ9yn1oIGCIYBTHSyEVGITSggOuIkYL7XRrdtnaa2L2yBMsEJpMRBsMeDk72cHD6HJW6JnMewySCtIU0tjEdhpgMA9y4XMONy1Vc2cxxaT1EpzKHlvWhJkP44xQeTecxqy0M6esd9AsBpxfk6Ic5SksWaut8BuVIvAiOluPWFRe3rrryxnOYiB76mHVnCKbEG9PQaeDJ0xU8fraK+0MLn88VjDMdTcdEzWbn5RRJPoVRnsOqzKQvNInbiKK29MxnrM+hoJFe9HzKJo6GG1aEMH1XUCN5rhL6EcNC9gKGtZCAiWHx3UsjDueyAUq1BWyXZ39W9nGGvorE20IWUZi1gMwANE8Sj6rK5CirHCh48v3CX99HBs6lMzGn8h1JAo3F2o5SBKcUwSifwHSP5Wc5HWtYTCoIZmuI5stQtSpUtSrPEhrBCjrmhVlR43WgF+QCznlp9JSAUAzorAAYwCpRLPfl80YhgyY28mQJiDsFnYcaC8+Bkkz+KbH0Ik0sQtlPCcD/XxR08f8nscQwYvkzMj1KMyxrI0kFkcSoCKs5HD2ArbPaMUCW+VgEA0y8Li7v2PjdX38d3/v2Zcze+xCz9z/E3z5v4C8Ot0QAjk1dRGCboqTOos3inUVzQyEAk8RjQqdQLIaIwuAq8u9F0ro46xZ/3gs+1E96YH/6v3N+zGokno9pwOdfWZlBKk+RvGaatuj7LX4WrJEitWMmSGjfm8FfTBEFHhIRhX0RgnPuC5jgRAab+2hSamiG5XusVHzH/GC+F4uYO+aM2GetRhGcLCTJ4pxbKtu4cWsHN25tYzScYTic4fxsjO7JAJ4XFcS8ahWepJWL2gAxg8gvdCGAS4Vg8avysxRyBWuINChmCepF8rfaWoFTrsk+QjNsSZFrRInznKfqxV6GCVpqeawtgoVJ2MM47MNWEzRNFQ0jQlMfoqZOi71u7mB1eQlba8touSWUKOJmNPx7GJwtMIhjDLMUozTDNAVmmQpfMeHzXk8ZeCMhS4ed6XAUUrpy1FgZoo+haWOkGCPKppgHGc7HdQym1Qv6CvfuxT3Dvb3CBLE8C4o+5AuE60/0gxcpfukMvpiNv7j+i2uJM5ILzZLd2iQNiMhfoN9pKhWjiZCliBZXRWw3SPlSOLcOECaBzKtp1aYAzC10o1bC669cxWuvXkGntYql9gr2D0/wwcef4bR3isayg8ayjVXDFzrz2WiKe6cjqFYLX3/jHbxx7U2c7D/A6f4D+JmHWEsQHhwj/PQxxp88wLuLMd5djOTsa/AxV5Cv1LzWUPHm1wy89TUDfqTADxWc9HLsH2XIvAxfbhdLXQPUdeBgkuPuXo7+lIc2A6aqo7+noPecabYEk3GBcr6ADFxcwBcqHi/EvHgQ85Cuakzs8fIu/sW0LJVpumX4sjcqTH9c4AVyARJKX9/ybgn1dRu9aSRYNOK+NB68xjnSfoaknyLSgVDLUS+raLsarl+q4QuvLWNjoyYYtefdACfdgaA1K46GzaUyVldK2LltY/u2g7/48wH+8s+HGJ3GciZVmVTmRsXQsH65hLXdMsoVus+BYT/A3pM5nj9eQEn5MqJFregEIJZYZ3pAcIp0ykZYZj+CmuPyTh03XlpGc83FSEswVlN8dm+IO/cHmA2I9TWAmBdRgXTgRSXiD4suxe1eYBpzXRUBuLZBATiRvqEiecH0LdNnRQK4usLEpi1oYw69eSAvm7ksL7LgRyzP5oVP8ZG90Dzb51gMcsz7ACt82P8rD1Y6SDiIC4nVZt8rMTHcSDJ9yQdOJs4UupOZpuTa3K1i90ZbkAYDCmODCQKmmqgRh3TXUmDg7xVjMeInKzAIBYyUDiqincii1wqGOz+jlLMza8we6AICHRG/FxYJyaIIvejmJYKpXC1Qgy/KyzlIkkMpzQ+cZulEODFpW3R0mSXWqqSY9xLMzwtxjYupErtki+AkbiEtgaazJy0pkBJcLGs3+QClYyuRlDDTi8QZ8IXFBzRFEeknYw8ue9tMPqQu3FcFkUJeAOwR46KjjCI90UhMszB1ILhBCr9M/3IVcxa5x158h0z+8vvjry3l9DRyCy6DCU8FCVGfTG/4GTot4K23Vbz+ho71zSrWNyr40Y9n+Ku/HuPwhD1kRIYW1zTR5OywI5Kh3NBRaTNRpuLgrofDu4ufiPeCSOC/6e6IeY+Qv5YCdgrNVaBV+PkBkwN3Gtv4slVSoQYwNUUjBQcPPjvy+hlmgxQJU7PRxcuZwojBnoUihZjxBZzHaDQUrKxp2F5VcW1Nw7U1E7s7a7J8tY9xeoRHzz381fc1fPKhgX/5Gzb+59/g4HyOO3cn0o+2ecOF6lh4929CWWvLNax16nCrTJZ4MN0YZsOVNfVyTPwcZ6c+Tg5mMpQmdo1u8CmTrF6KaKQiGWkIpplgrmgg4QugWXMusIBSaC2bPCIu2dVFDC2H6XzxigtJHDUc6Fhy6HebIdwWEeqZpC0pJqu+Jri+r7xTwVe+yf6aOY66Y3S7EY72gMG5hp3tmqxyO4PZoqsrxoKp5H6C/mmKQTdFWkqRlhNJTQRTE+lCRxUxqkqMtS0d69t0EBdcEd7PvfMM4xF7HZlkA2y1cPG16hquXFGwc6kgBFjVHE/3I9x7FOKUXbVTomYVrHQ0rHZ0eDMm+4jErqNcWYJquDjtD3HaH2Bvz8f+vicDWibQLCKOogI/KcK1wmS8Iqlp2fQTEcv/PZRwNkpuhlI9Q73J3jtbhp6rS1VZJ90ZjrtzHBwvcHyygBfGePU1V9ZwFGM4jHF0FGP/OYeyFEFNQWj1u4Est6Kj2WLCQ8H4LEY0V/HW6zfw5uvXUW/SXDPF4dk5fvjhMQ5OJ7h+rYbr1+sowUdJ8dEsGWiyH8w2RcxlUvJkPMXJaIr9wxx7T4m5pStQFWMEDwKkV7B/StDqHH4z7RZksCKuFP/jv3gbv/2bX0d7XcOT/j3cPXyCv/vgFH/3YRfJWEcypljD1zOfmC+utQQbW01ZfG7qZoGq6x5zcOXBKXO4yMMVpXNLrlefg9BFKgn0dBFLd2XZJV6ujt0ry1jfqsOtJSjXUswXKeZeit5givPeGN2zKQa9FP1egnqT3WQGGk124TLFqeBkT8f4zMTlzYYst0Z8L98FIYbDAcKQQv0OvvTVbXzw2QF+8N8eSCrybF/HdKDBdhU4roqtGyVs3yghVQNMF3NMpp4Mk7jigP1iKtIwl0S+Qpi9EwkGVVPL0pVE41FE0TXP4Ji8d3N889t1WYPzEM8fLfDwXoi7n6U4Pk5RXyLOLUOrZaDdMrC6rmJ1VcHysgLHYJ2CiuPjSK6p4VDFZGphOMpxNvDRH/iY01BBfKscVIp3opjCeNAVJ7AOhaIP34ccMsZMj5q4dLmGS5fr6Cw7WF528PTJCB99cIYH9/pQOWQ32DVnyPdoE1nKzpo8lwEQ0aWNqoVmzcJyvYzVehkbyyXcuFbB9qYjZpLu+QiPn8Z48CjBGdNSMbtYIkGZXbtqo2lnaDmkCBR9pIqlYZKGmGYhVKMEzShhMVQwOUkx6TN1MMfM9zANFUyiwpCo0PAkQgffsUWfLN+ZTJ1FgS7vg/mU7m1uwnk44ztNjjgFnpWGOaZCs0iIKknKPhtdOlOVMIWeKyhZDko0AJQo8GRiOuIiAr+zpEni3+A1YIcIE+6TTewf5/js8wiHBzFqWYpanuG3Xt3F//TqJempvdPr4qNhD3cyBXcokgWGLFvJJWmrOznUugqlrMCfEP+VYJpEmGQ0KeRSqcHnN8plckkRs8N1OkMtyLEVW7hRd/HOd5bxre+sYKEk8NQUP/ysh7/90Rk+fjhEY0NHY8NA91kqBs0spGtWkQQiBX4eS+OpgngKXFrRcGNbQ6OcyyCbtRlPEw1PYw1mFsPNQ6w0DVy6VEe17mCvG2D/NMAiTbGgwZJwSQ4/EorymazMSZGTpMLXVCx5D0mHwUiQSmc1aTbcD1BMY8ecCrvKd3wiKX1/lMIf0mmrodQy4NSMwgzKahi9+ByGrQueluYypg0pyhDX5fue7A+lxZzDH5rPiI17gV9lbQoZWKzZuJBgNRFPZZdZCMZMkfsB4iCW+52DDaZ3KYawj4nib8mxxLhFIk67o6O9zCQw92cJ5jybHEfod0N4YYBFEMCiCMNEhs40WSqJdqkJUXOEwwzBeY5kUezfXFvDzesV3LxRQeCRRBDg+CzC86MEIx8/EYCTPEJKUhDdUcQ70zTKdyAd8g4d8iZ0HpQp7ksarHCPz4cZ5kNeBUXa3SnRaGHCKpHqw8F7gtqyIph8ipijUdHJyGQq9588mBH3prIWh+bBiKJwhJS1FBdGSB7as9SE5mowlxQ4HaDshCjZEap1Q7osmfCeDHJMzgoxcPgskRoEUoRUpjYtS0hC/syXlc+Jsixs26wL0JnsLbNDl9dGJiYRkm5ICOAzYcqk4Ii1JooM9IvesosqHQEs0ekir83iPMPni5HK81GIDRfpEQp3HOg5ZQW1Fq87DakMH1WZTFHbLBz8pAOxN1mBZqmSTIjTDKWqJoNXSfompF7xt2b/cyJ48nKlhGCQYPTcgz+KL/5MCuyaA6fmiKl37ntS9eA0AadeEA24GkTiV23pDe7uJegdJKjYCioOkJWByM1h813asQSXPdrzMN734ZGUNVZZGwpnKZcEcMnVJGU3OY4xPYrhMBW2agkan7836yZC30ToG/C6ORYnTKeYsLh3dU3MulNMT6eS4KRITeHYWdLkbCh7/ozUnkxoSgFFnD73CsSWl+EQP0f8cVmBUtKglCnpJYJ9Xkw8aGEFalBBZTVEddPD2o6Nzc0Wtraa0lOtWynufTTAR/9wju6ej2he/JxJMyJNJ6K4kjNpkWMxKowwrU0L7S0LETxZgm9LdDk3E8XNNLZ07/LcZBLNXPSHRR4R7xksw4Bl6JJ+oamVe1Cm7XmNlSS9WUJGoZ/fXV4QGDiwpHmA6RwOjkmyEPM7cflqBKscwLQjoXRzjAAAIABJREFUMU/QPEf8HicJxO3RlEADDBNWROtLwp0HaJ5/ecbT+KR9QfIozpEWe3MFT6zCdlnJokt1AfGB0lrMoR5T0XNWbeXw2Ws8TkT6MVTeU4BV02Qm44vJgSQBQ4Ry6Wc02RHOlB4XxV9SmShSakh9mkM01Co5apWCgMXkiCTEfa5MxEySfPRy0f2rl1MYZRoriT9kV1oZIU3dC75bQsyGARYLJutZXwQsXyDj2XmrxjF0dg8rfLbYGC40DBYaqk2gRu9eTlPiDEkcsIEeuZZJer7T1pHMSgiGJRHs9u/56B74WNpOsLSTIPRUzMcqPHZuhg4S9jfbhphQypaBkqWjygQwhd8KE38UWDQxBE3GE0Q+zTGcnRiCaM7ZU++TDsQ9SxFXyomyjJkkiqDqFhTDRK1jorliwqqkyI0AieBhQ1m25cKxyoIQDIIJ4mgB3TBk5Zkry5+QplaEJCplU/qbG2vV/5eu9/61JD/P/J7K4eR0c9/bOU1PHk4gZ4ZBpMiVuBIFS7Jsw4J/sRew/6KFYcCGjRUWK1vQrkhpGYZhyBlycqfpnk63u28+OdWpXGU8b93L4RqwgBc9Yvfc6VOnqr7f7/s+z+dBY60Cbz7CZHAE3v2bTQunGNNWMtFyOQT0MJhNkakx3AoFDRkGUx+DmS8GDT7KUJpQlA6isI7D/VCqvqSjsazDsgOo2lyy7RaTEJGXolZqoF5uYu8wwPZTD+OJgiRhUJGL5mqKBikktTmMyhRR4mM8ieUa2bYu53o2zik4m41yDA7oHNdRd5ZRd5cxnO1jNN1DqwacWS3hdMvFqVIJLcvC3ckAd8Z9wcq7VeZTsm/CoTuFnxQO65ILHhG/rDtwjRr03IY3CeTvftT10GUWuEkMMSNTXGQJ80drSEMPabRApZTKMJTGiVRn/E2EklqXenIvxL1bc0Ekuy0VZk3BdLGQa2yqTbj6kvz38ihFRqGVP4QfjFA7ZaC2aUjz39QtOLaLWqsh5ShVuGoNo8EIu7tP0e3uYzam4H6Ov/2rTfztX26izF4ByTMUn5JoNArx609GePeTEfaiDF2SVvg96qo8x42ygUbZxHwRSvQB3b85HVjQ4Ecp/GOxCIUvHaEu2KhWFHhDTsoSfI2GmDc6eHjPw8cfjPDwUYjtvRz7/VxoN04zQclpomx1RGjHZ52xGzRchBnJEnznxPB6IaYHAaaHvG+AaJHD5nVnFILO+KVEBox8zhjl0jB1NEjO49lVIUEpwePdEAdHCarWEipWB0auChL98nIN37x6CqfrJj787BN8eP0TNNdcqXa7ika9Asc20R+M0BuOsecFUsw1LVtVRJGKp90xupM5VjYtqTUnxZrJTIoUe70MB8McQ1XHUCEZUkfgG7D0Mlq1OpoVG1V7iqozg8V3vRpjdc3E+pYrBKj+cITBaCxUQpJWxpGKcaJy1F0Q/FRNKC2sJCB9swJ/bmDco4OXFKoVnNpcRqNpoVbXBGF7sH+Ibr+LaTqQKls1VKw6LLUiEVQSW8dBjTbD0hJJTwrW2ypOtVXURcgxgxIuhKpCcSL7NPMJz6cp9gYJdocJQktFYLOvo8JtaEIz61QUdMoaWo4u75SyYqKiGtBjRehBjJJ8vKfg8Z6K+92m1IGvo8+oSxK3TANVU0OYTxHlU6jOBHp5jFwhpn0FSbQCNValCtJosaYXDBwaG4pGaDEA5hmQdCC+t4hTnUtpRtG3pROTKN5c9WXQbFiMr6oi9JgnuowsXIGSVQUxy0EYVDosFsdYWQ5+KfhnH4TCvWIAzF5UEpOelKPa4BAvhWFzbffh+YeY+wdIhFrlIo2aiL0NxP6K9FJyWFD0rHABC96aPGkScQvBKvuAjArIcoq8F1ANH3aJvaUCtUwjSBrriElSi20gbUDJ6sjo6Jf6/x8AnwzMCwfjiYP2+PoeX2f2vC2LzyHDFApKQMq9CgfOGcUi3GenMFS+4+bI0kCyc8N0Aj8e4vwZF//DXzyPv3jrDOYffoj5hx/hl4+b+OfdLTz0a4hMHbGhw9ItcQHLmVUSK3IZAAsM+3itk2He8SC7yFz98rOdmDeL7vMJEfPL//XEAl24f/lzigEf+w4i/qTQTo4MBRGPbiPpLR8PgXP2FRJGnUZCTok4AA4KogfJHgnzzgMPlpbKM1lvmAXSnNNP+XEUqiaYMkpzQuFe4SI1jj8b+/3ewpee7+paA6vrjWKu4oWYzQLMpr6QjkirME1L7mEKZYnCPr4SxQBYhPB8JvjPhZqAZxs6AVTTgVttwam2YJVqUsz7FUEDI6h0QwhaBRHDlGeNdDWWH7OYTxuK8KCsp5I5X1FCOJjCgocorUpxPUkyzoc0uKYB1zBE4ENBRZz6iFIPfpbQL4gFiZMsSvYoxiStJTahJhZMGKg7Cuq2irI1Q9meQVenUDGFHys4WnTQWzR+7wwvpiCF81fG38eo7+KYemwV/4MsYIoB2Ec/6QX8fgAsw97iHikcwCTIcAZF0gDnEMXZUsQENBiISLPoPRTnT4p+6dRno5XGUM6rOG9L0aqX8ObXnpcSXHus4N6Dx/jw05s46nexulXHCueFzQRXmsR+j/H44EgE6Oe2XsTm2mVESST18IsvcOfmLcwPDmAvfCiej8/GC3w2JqVkhtibytyMX29OZ81b33Pw5vdcjMZUpud48CjH7TtAOErxzZUA31gJUD2roXJWR19VsL1QsDvMJH+wt5th+NjEcNsUa7ooMYSRXSgN+HookLcFv774tWDH6zoHwMf8dtru6UTL6bpQUSrzMKrAI+M8SKDamaBlyx0d9c2SZMsOBgn6gxRKqMiikk4zRP0E/iBGyMwWNcHWiokLp2xcPNfC5csbsJ0yfvLODn7y813BB0dxiNdeLOMH32vj6pUSplou9at/GUuNu1RxFG0i/kzVVfC1b61J7Twe4eb1A+w98TAf55jzUEl3M5sClI5wY0X3jASZFwsPixgDVl1VsWSoOL3q4lt/voFv/fkp/P2Pn+A//PgJ9p4yU6gkTgkeComGio4xiHwZUZAs2GReT11DdaMYAMtBE2GBPuaN5Cvwuhm8HtVZhqDAeNDS2AA2U5gGFUq84almJwqSNzLRaRnGY2A2ArJxjkzoNiqYVsruEhXTdBvngYbc11FeNlHZoFRYlUM9MdJEGvEan3pGwalnVCxvNtBZW4Lt2Bj1Bhh1Bxj1U4x6qeCAJkSgERckGUl0hRfIX8E9S/Yx348cDHKjVxxyeWIXVQuV/FRmMbA85kGKA3I2vbiIFnkFVONyaMLcwCmHb9NchriNVlmaiqPRHDPPR7XmCKohziJBZYezBNEoR0xUGVH5OiSLplxl3pUu9ykXeW4adCuAbRqwLRMlp4SSWxHMUJ4XCIwwsBD6fFHzGkeiPCu6pDTfs7lZqGy40PNzcyDPxtNs6okSlw0mul14eBecmKDiIINQ7neEGn6sFpPhrwxev8QcyEvvSyJGEdNmFZWJAFnB5hrwr76X4+23CoVPChPvv5fg5z8JMfSJdKtIrlvvoYfuQw8bVw2sX6VcOxMs8myUYPIww/hRKvliNMCLaIDCEGIKuZhwIamkQCUTQYJKpI9GZQ3zhzPUqoqUZRTqycVcRe+Azt+iMbwY0VZMy1uB56SjjaotNtMqZUeyBZkxSIxZq6Hh3CkDrz9n45WrDtZaday3apirfYxwgMcHPn7znokvvrDxr79bxvf/uII7dyb49a8H4ta59EIJdtnEj/5jiH/+jwG+/yfnpVpEx2GAIJ1gECgY+gqeHs3x9HCOxw8DbN+NBFe1edrB0qqBwaRAC4+e5BhtQxp2fDPy8HXxUhMXLjVlaO0HCwy6EfYep+gfUqmkSqNRs0K5v0TpdhIzbShQiLlkA8bh0AqI5hRrqEBkwlIMXHlJk/KZDzz3pZFLdwGfl298fQPffHsDlaUUei1Atz/Hnc+muPPpHJ9/nOD2RwnK6ylK62zcGPA9E+FUA0h5mMVYOpVj+VQmjUO6qfy5hqcPFHT3gGXmm7ZjvPR8E6++3MHKGvHlcyjWAoFuwdcsfPSxh9/8ZipZYBdOW9haMdA0MjRMNl9jqFqM9vJZrK5dgV1Zxa0HD3H74UO8/94Q770/glPVce6ZCioNA5Nhitk4hc74FiWXd3dvL5GNY3ldg9PWisbmXoyVFX4vFF7k8BbcQBm49swGrj2zjjt3j3Dn7iEmc18ar2ygXThfxYXzNdx7NMf9Rx6O9lJpFHHA1F41UG1p6HUX6B8tUKkyR5abbmC0GwC+hv/x3/wR/qd/80f46NOb+E8/+gXu3t/BLEyk8f72G1t46/VN5GEfWTgQ4U6aOPDmCp48HUgRg8uE8j4VxjvEYmporhmotHR092Mp4nJ1mxsdqj4dKLGFppmhZWb4/p9+BX/1V2/DaYb47NF7uL59C7e3PdzanmM+UDEfEOtZOKf4LhEnXRBj43QVG2dqMCwikWZIUr9QkKZU3xXv1SQyJQeMbhW6yqaMasjoQIIcbjdO23jp1U1884+fx8WrK9h+/ATbjx/jxs0+bt7sYzAkukaHv1CK/NZZiGuvO7j2GhuovPczDA4y3PkwQ/eRjv/mv76K//avr+Lzzx/jF7+6hSCZ47lXq7jyYg3tRktQd7/53Q7+5Z37uHtrgvGeisjTsbTJTCKKt0ysnTOxiBbo9ac42Jvj4F6O/fvEChkw2dRzDVTKOmybjhlPnDnTiY7ZmMKNHOEsRbWi4co1B9eeL+HrbzXx9bdb+Kd/HOB/+7f7uH1jgTzVBPt56VUFl5grfrqEi2fKWOkwc1okYbh7e4C7nw9w53aOO7eAwcDCwi8LyiZVF0i1BTQOcOy8cJDwHR0qyHwizXRxuPMdyeYhhVDMeeUBgK7wb33nktQnHz6QOtgLMJ8yb5ZUnwiUAq6c0rFKekizjGqtJhv0/e4Qo8kMp0/XcOZ0FVdPt3Ftqy0ZYak/hjcd4+NbI3xycyhWNKfSRBgnGAy7iGIP66erWD9dQzKYIu1PYRLXU1ZQamiorZqor5potFbRaK7i098G+OG/7+Hx4xHWL82xfNaH6lpSg6GCXg8IPGaMMpeYwjUeepmXTkcZhVtsenNrmSPNmeXINbXIkE3ohk4sGYiHkSfFKI9gUuSXilEqoX+rDBVukbXEKSCIzwpQr+e4cJEkDNIuImycYcaigywv49G+gt/ciHD7ToR4J0L8NMb//OYZ/C9fOwvdDfHY7+PWoo93Fz7e9RdYcdpYdVsocz+YxwjiCPt+gKMghBVpUgs9wNRcYMEh6B4QdVUYtZoUc6GTcAJtGsHuK9gwNfzguzZ+8McOqutXUd24infvHOA/vXcLv7r5AE5FkWt+dIc5W3wWdck75uAqoYsNzAsvhrVXthy8dLGEZboKGakRBvhoEuHDcSTOITvNsdku4/nLbWyulzGPY3hxhO2xj+3RArNBhLiXMC8BdqUiFeQewpxZ1hpszZH9agxmPxMLXwhzuC9is820CjQphxvTk7w9P5f9iGXrqDYt2GU6pyLJs6UTjg67SsNFvV2BUyKWqjh3zL0x5vMJvHkijSrukYQKIk4sS1Tj4sDkoTOmI4+5fgGatRKa1TJCL8FiGhbZph5/n9nARCDqSLQUCaWzsk8zoXKvP46AUYRzl2o4d7mGzlIF9VpZNlm9oym6R1PsH0xwcDCRrGE2tohyJS6bA2wZ6OipYPoXByliDjjTHCVXw5UrFanxcI7JYIajfoKDHnu5qrh/WRTe8UCZRikSL5UhMIkrREGbJYoabBkemBWeH1JBC07HGcKpIlEOPBSLsJIOWTbD6equm9LotkoezJInYq6DPWA2KegqUlQuk2wT0umkiziU901CrPVx9hm987QOKm4OrZ7AbMRo1YFWLZe/l+64gsP15inmgxSjh5GU21RRajID1oRWIf5Yxaw7x6znAXxuWdzEUmHNa1nWYRFva8bQrRi2bcFxHBFqUlU/HgRgnyz3IdfccImP1yFhx2w20slHt4gMgHNoFnPaC4zhyXSYpBwOc0si7jIl31eEAZECg1gyaNKMGU8WiGKSbY6Hyuy3AKjUeR8bQvNhtAkpJmzScE1vt+totevwjkIc3hlj2vMLJCkFkWUbVtlGRGy4H8i5q9KhM/j42JADFTplXBvBRJHh72AvRaelodPWkLg5AiuHQrFWhc0sDm0TzPdizIfFmdWoMEJIKzDPdD0TNz0k7Qko13SJW3JqiggW+Pf2xhyGKUjnJnLPFLqSotNRq8GfzLAYz+HUUpQ7ueQ0Mk4HBoWfJvLEhHcYSTHvXLKaM+a4W1JWzYRZpStZRW4piChInCzgzwLoSQl66qKy4aN6ZoYLV1t4/pkLuHppC48ebePhw0e4f8PDvU+ZIU8MuAZD19BaUdBeKQgyrPmEaNZYGsIrZ2pYPlvHIhlLBTKYBCLmi44hApkTZ7hBcbNTEIdijw4nipssqQKlrojjxxcUfQ67ZMNhHAxZ3HTJSk4f9+5sDBeiPTa/5OzNYQsBHwZjYCK4ZfYdaGd3EEUo8jgpABVXRyKCUp6ZCkRhQVj4Mq+sED5LdjGfU+b+2pmINKutEqpNV86SxArzHVwuVUTEMx3PMRt78EeAPyKRKBenvGkrqK7oKLU1Eav6PjPOSYEqxMS2q4q7mKj7OglaC8Z+aOIWYxEX36wZaNYpnvIRRHS68Dpzz8Lv3hEKgazdCCVL2K5mqDRtrG20UW9XsX1vgO0vuD8uzi08Ey/YsNczrJwxsHrGRM6YKC+CCRuWRlJEGbPYxCwxYZXpwuc15TDUQ8qGI4XLeoJWXZWKJy78fgmjfQU7dwMc7QTonCEJLcZ0CAz2gGAuqedCenIaNdhN7jkrUjX2rNxMMmZFSJACD+49xv17T7AY86aiYIPv4xbMUhOaSnG4DZNnXLMQjIZhIE60MFYEwUvhmVkORbi5dbGExrKG8XSMyWyE+YRCo0RoFa7L/zbXuiJG6mgvxxH3EGMTWDhi5oiDMRTFw4VX1nHh5TUoBglg/HsFMOYerMUCrprC1VIcjX3skohR03DucglLKwZm4xDTUSBIcm66UrSRYAlx2sFiZmIxJ5p6LGU4CxjlQFDORJxSzNs0KlK9PrB7lGM8pXCLzV8djfUYzbUEZnUOvTwXl8xoyOivVPKrSXcrlwyUXQOjowQHTyhS1rHc2sByewPz5ABeegBbDVDTcmzWS3j57DourbfxZN7FU6+LecIMYkYL0DwQIsuId8+hUy1lE6tjQddd2GpF1rXDJ0McPh0g5P6RvTTGRWgUYhBzbEsF0xjBLMJyx8S5cy7qJCVmh4iVMVaqG1ipruP2xyN88O4RBqMApY4Bu6mL45jNbkdvoWQuQ0sMxIsFIo9Izz48bwB31ZQ6dWYJp7eWsbrWlj1ElKZQFhWpg90uHj58gPH4EI7jo93O8Ld/fgb//Q/OwPIjBIce4nGAeBaJEOCdj8Z456MJ+kqGuUv/RkGaoHCk7nIdMeD5seTec6hD+gAFKON5iMk8LNZ+HVha1XHqNNdZBf1uKIKYP/vOBv78Oxv47IMRfvKjA3zx0MdRoGMYqtDNEIYZwuT9rpSEskIhAvtI09DDNJgL4c02VETjCH5vITEF00Ei58lyq4RSi6LdBH5EdC+wtlLHSruCUqKgFAPTdIZ+OsHUCzHt5ViMNVRrq1JlIph1AxdrFbyx2kRbzfGjDz/Fjz78DBWS/1YcLK3YWGoTNa6KuPWgO0bPy9Gd5xIrwiEye43ElUZKjvaqjs6agSUbWDYZv5Zht5/icJzKQDS0NcxGCqZdinxrWKMrv+XC0g5hawfYaJo41bREGFxpaNAc0gqmOBhN4U1ULCYKZikwVXJEfI8bzNzWj2NPGKnkIF640qM92l2IoO+lV65JMZKELv6joyN5/xx0j6C1I6itCOX0FErpJuy8LP0h20xRW+mjttyH4cxg2nM0yxpWqiWU6XKjk97nvUqimo5JN8ZgL8LTwxgPBzG2JwmMJR3Gsg7DoaM2wcaKgecuuDjTMZEMU6TDFHXdRd0ooWE5qDsOfM/Az3+b4xfvZ7jnl3HPLwnymSJKgmtquoaSpiLIp/DzKXJ7AMUdIlNKSJMNpMkpWBFgMvqOQylZ9UTRUOCY2YDhWknxFrM36VikmYu0yPIMdmUqPSaFPfOUJJ0AGYep5hzQQ0TTNYSTdSBuA2kbmuJIhB6fFRI2mLcrClYZK5FuyCYq34uLYgicKmJoqDQStFZilGshNNODZnjY3TnC7k5X9sflUhOmtows2EQarolAjCIpUo6k330cx6XSeXicZ5xmPpLUQ5yNkdChbcwlCqHRtsQAxXMLh79J6CATRHYZSk6xDffkdHEWg6oTF/AfopJP3L9fZv8WvuYTtzD3KURZO04ioks6QRkRlzNHmiayXEUimaqUbk6hYSJ0C0Enw0OqzKUP8t99/xr+9RtbWHz4IbwPP8Avn7Twn3e38CCoIdA1RIYOUzOEIMI82JTfocAPCyR2QcOkuapw+fIznVTRWeWE5ARn/XsfbOGpPTaHnWSU/t6EKANCbuUofCkiS4X+wguUHwvMOfzNuO4qEjvJeBCSR/lyCDj4DdinJzljgnAyQjwZwICPVttCo8mhKnOaOTimUViRsyqNQLNpDLdkwi1ZcFwHrusiCGP0eyPM557EeNDwIXTXpHCz89qLMfDY2X3yuSR98vf03ZOdoVi2CjR6RtIfyTIlGKUamsvraCxtQDUcidYTpDeJpRQSywDYgGPbsC1GX/BcnSCKI0y9KaaLKTbY51szUDdzlNkzTUMoqSdk1FnUwixu4dHeGA+edrGIEriujXLVRafVlrLzGcx0KE7xWFEQIseCkUNZjMmCsVtAGNqSx61lFpqOgaajo1NaSJWNOVyFQhEdB/EqjuIOgqiIR+LnKAa3J7m8RX4vyRMnrl6Zux///+JuTtNjvDsPgQVF7oRQTBHnCVKag2IK5ouZJ39u4VKX6yvfAe8LEhC5ZyARhuJgnt0KMyxd4lkcot0s4Xt//FV877tfxd5OF7s7Pdy4fQ8ffnITvdEQpy8tS72+peH1LR1KMED3YFfc4k5lC051E7WlDVSXNvDLH/4U//R//QcMe10sr7fRXG1ju59gu5diOD7EZLwnZhlFU9S8WtfwwmsOXnjNxWQaY0zlej/HUZek2hyvr2R4bSVDaVWRGqgqdkIVB2MFwz2icXkQMpB4VH4UubUcKlFVxEGWWKSPVRknXOiTXOAT2z0PzMz5kQMaJ+NUz5oqXEPBeExXcQJwwNEC7DYb+TasqilKwNkwg7JQoAcK8nmGdJ4g86g0y6WuXmnhheeX4VZtDBZUo4W4cWsgzWcZxGYJ3v5qC3/zX23g4vkSbjwc48aDMR7dDvHoNhUWPKjTsaGivGygvmrhwoUyzl8s49EXE9z4uI/uHnnwuRyKuMjwYJkrNnLVLpajvFC3CbZVO8mUyuCmOWppjrWagTe/2sHXvtrGUy/DziLF3YcBbt3wcHRA7VcMNSe0NBMOvgxpJZeQvSJVHMDlVU0O8YLvZOg0Z35U4DOfgZmcRwnslganqcGsKjDYlGFjQOWNmsHSDNiconFon6eS4Tw4yDE5zEXspLFpTNs68weI39Ni5BpZ5nxBG9AcTYbjfJEmAQd9EKdtuaKhtZmgdSqRRgYDxpNUx6A7w7A7l40jVcBUZM8GbHAzD6tAovHeEbW0OHiOOykyoOawkAqWwmEiN5gM3jUZvsuLiw/98YIgTQ1mbZkZbFeB46rikPN9OtgMNFq2OJfjqGgEtVoOWm1bFNm8N3nQz+YqUq9QcNBuznxPDu449OLAgFlztBYq3BSIRJYKDzpXiT/gtL5wpBIjFceG5LgmaVKw+o+/S0FvUG1O1wEPGseKNWK6iPmS8qmKZWYFmwFFNpksJBT8nNSx81e+jOLd9WXIwwnvniI2Qa8XL0FeSJ6BShZwdkvF976h42uv8sCuw48MfPRxjN+8H+JgpABEs2kaiOqZ7Ae48KqLi6+6grrr7gfo7obw93Ms9vMCe2pxYeaqQdccr5sJ3dCRuhky5j1REWXmsB21wNlWDThmBscg3lrFYqZiOsox6iaYMnM1yBD7fJaohM/A3hMbvBwAFw0ZE94iwGLho+rmWG6quHzWxJuvVvHqCyXUDaoLFcSuj7C0QHee4vZdYn1VnN/ScW7LEEfqw+2Eok7U28xfUfD5zQy3b2Z45aUOXn5pCaYZwvd54JhjwOeFh4VhiO4oQO8oRv8wkYXz4pU6NjbLeMj3yv2JbNQ5RGLThdmTrBNMHXNK6R6aDBIM6HSeFF8i7yGVDnNis0XpKtN9WWREk0FXGYem8lJgpo6OkuWg7JporSVor3HokGG+YDZ7Bm+YIg8VvP5yG6+/0sapTWB1nQOWHPtdYHc/xYP7Uzy8P8PQTzFYpAiIiRMllgo7VWGlKrRyCL0cyvOgqQaCuYrDJzkm3RxnNxKpN77Sxpuvr2Bp2YSfelikPmZQMFUUfPhBiF//ykcSpbh0XsGZdaX4fnS6I3M4JvOQO6i31qEYVdy4e4CbXxAZHEjZVQ2rZ02YroYhnceDQlFFxOu4m8rgMNNU1M+wYa5j9DTA8KmP1WXgzBnmuhZkgHK1hHMXNnH+4ibee38b77+/LZh8y8ngllTUqy7qlRJ29xbY2fcFG58EhdOIjiAO+oZDD4MBm2oaXJs5yhba5RJWWhW88pVNvPKVU/j0+jZ+9vPbOBqO4NQ0tJdsXL3YxjOX2kiCMeKAm2UOrogR13D3iyPcvXskGFzmQPjTXBq8dFVsrPM9ZWH76QKPdnyaGpEZVHfqSAMLWmLh7LKJs0smvvmtF/Hdf/U64Hj44Itf4uMvbuDWvVAqiw2kLA4WjxGZzJajE6yzRvGCA93kOkisIBUmxU6KLhBKgujMD4j9mzPTi3lyGc6dquADHIAGAAAgAElEQVTsZhnrp0pY3Sih3irDLdP5oAsi9eCwh4PeBIf9CcajHN6cymZd3s9sVF54zsT55w2EiwwHjyN0d2LJZkt9HX/5gyv4y7+4is8+2cZP/vMNpGqIb/7JJl5+c1XWy6P9EJ/d6uGjz46wS6fTkOo7A+eeqeHcM3VYlRykTTJHjtm1xLWyEU68qW0ZsDmU4rtd3KZs2HL4ncCbMS4A0qQoWxrW1y289GoN156vQks1EUi99+4IP/1xD3MvweY5G6cvmLjwnIELz+loVFQ0Knx+ckRehmEvxuefT/H5nRkODyEVRtwdlpAw/yhaIEx9ceAYzL5K2GQoBsAc1qcBm6fHByRZC1LZYFKMtLph4+1vbeKtb23ho98+xUfv72A+5YCTyk423ZgLmqLaTKSYhUdxkqabqLd1NNo61sQV7yIPmHGYIvRCzOczTCdzPN7z8GSPjhMXrluVDfN8PoWqR7j4bB0Xr9Wx6I3h98Zw3AzVlirPicPDjVQNbrmO7ccZPvk0xEHPh9PwYFR8zOhamXCYp0rUCPdVdOsyAPxkj3kiKOQgjUMZDgjpdNQtouGzIm8xKlyfCfcEedE4h69AIZZc8F4UOjBGQhVl/0n+DwfpVPQ6do7lJR3LSyqWVlMsr6ZotVw0WyUEmYadYYK9wxjd+wG69wJ878ISvnd+CZYTY5TPsJfNcSOKcTOKUbOqqFtVZJxhDSJpsI0RY0bXl69AoyO2Aig16oxzRKME0YSZ8QVGn0rvPPOhErs7VbGkqfj2swa+/ayOrWevYevZZ3Cr28cvb9/FB48eI6M6VdUweKRiuK0KxYQo4VxNkXDto/tjlGMxzHDllIuXzpdxumXKu9dUcvz06QQ/eTIWx5qlAhudEp4928KZ9VoRJ2GauN/vS/X2F5juxAhnOfSaC6PmIMpCRHkg70ebeCku/4GHOGIOqA6FNBKlOITxAF0cpBVB23E4wOw3Uk4kr5ZDOw6t6cb1mZtaDP7KLRuNlRLsCvdUx6I/MA+TDtYc/pz5oRSKsfPOZgWHzRTjHQsKBY9VkIVUiVcxEPkpokVBFzlBO9F5xy1dSioHxZcGG5pU70Lwlsk0xvJqCStrJVSIt7I58OZ+MkQUcY9A5xwwE7TiQnKqNOaEmvy53P8lCPrE/2aIvaKRQbfTxSs2Ll11MOwupPr9DL2BiiBRUSZSeY3N2UT26xSA0P2LiEM10gDoxuPgw5C9PnM1+bwvvBzzWYZgCilauQq0F52AHLirqC25UnbJh1XyhcrTO1LlV7oLKLwrWgmKiD9Tnv0WFAKFSCM+O8V+lJEfOvfHNRU2HRDtHNWyKhVGpFSIt0GIO2mco3c/QO9BKEhwu6LCqpgwqpYgrGcDH7Mh+bN8fgs1P13gvBcKty2XJa5NMWzXhFMmVleVZ5zni2RRlEAy9CILLCdlgE2UlHSFBApFCNQx0vHoMnaFv0e3LpvkPIvQzcHIBQ7L1d8PwTj8JYCWzRru0RNi30QoWpxBCG0qi+P5vxwAF4LeGK1WTYbA88MIB5+PMev6Ql/SODt0+P0Zct9xgE+xZKVNVD33OUV8la3rcCm+GwK9p6mcyxkfsrSqIXUVhKaCnBnmViGYDfsKoh4xqomQdJgpXF0tzoVJlkp2rB6r0BMN5bqO+rIG3VGw8LgGppj1cymdZBfTRE7UpUeRFdOs+PlDVJopaqTKlNj/oJBVhT/MJfeXzlo6gAUXnhWfg4JXvit0l59Xh8LcVM6W+czFBdmlOFcB7TPA8mXg3IUmLmytY2t5CZ98+BCffvAAB7uBCEUXRIVTPA0V1Q5QaZMoUQTBB9OC6ERiSW2lhNqKi1jxEasc3qdyzzA6KZkV1CveZ9IE5P2hs2cAZDzmCVVBFxfwibeEjo2Ag83sDwbAGgeVFHEXZxY5I0eKCJOIYmaxgawodHllsJzCAazSBaRYCOiWCphrX+z7pbFJdzqVHhIMQZdQQUL6/XFP0FG8ZseCDauIjah1Sqh3SphM5xhP5yL+KLsONEWB7/nw5yGCMfOAVcSzHPGc5ysFlVUDLgUFCQfOiYjbuM8U3B09goySWrKkIl+RITqFVv60uIZlR0XFYdRQAJ+i6rA4x7GnQLEGMc9hWuDxyk0N9Y4hQpRyjbmhFvYej7H7ZCzXXE2KvhLd3KqTY2XTxvKmjdQPkS0CmByy6mx4u+iPc/QnQLNjotExoCgBomiKOFkgUoit5gBYQ7OuIRgw19rB6IBO+gDDowjLZ4GVcwpGh4w5SxAtTNhODczGc5q1YghMigtFNCTaqSSV0NhQnCuePtnBkyc7ImDgvo8DYJuYWacu5Bbuuzj8pWhF55oowv4M0+MIJLL66FKrtxSsbulorTJfOoVmpxgMZugPZtA0usuKCJycmc5Jjt6OIZUFLgyqPxiZE4yR5XNsXKpi43IV5boFp0yCWwhv7whhb4i1poPVpi3UmeEshOYyP1lBpQ6JMgnndBcZQlGZeCWMpiWMZ2XEkY04tOE6c5ScGdwqHZ/k54ToHk0wGc2xWqpipVzFbGqiN9QxHvPMlGPGbNuNFM31FHZ9IS7ghHujGQTDyt4KI50sU5HPODrKcfQ0xaRHlGYTZbcBODPkzhx66sEIfJyqOXjrudN44eIKdgZ7eDrcQ3eeoL9QEKSMNiLavYgNY6m2A8UuIctMxD6FLBl6+zP0DpizZ4rgi0hkP2LfhkIpF7ZTwmwUYDYK0ekYOHfeRbPDLl0XUMZouhRNtvHFTR+f/m6KwSiCTpFdpaDbZLoGR2/ANZri0PbGI0T+HBbXH5vv5DKqayXUmoZk7rI/sggALwDCgYmwT9HzDKMR/3sTdFZjbG7l+LO31vDnb61D9yKERx7CMeOjYowHEX72yRjvfDLBxASimiowNu6X+X81x5AB8GLBATD3yzSX6HIWoSN4tohRqXH9o5GCBCpibbm35nej4WvPtfG15zv46L0RfvxPh3jwJMBMo7BRg6kXZhOekXh2dUo2Ku0S3IYDxVKlSO8RSp4XIzl2LI+6PoZHPuyKC6viIMkT+LEne6fl5SqW2hW0FQUtBfCTOabJRPocCfHIcQWm2YJpNkVgHi0ibFZcvLG1jI6p4scffoYff3QdpRUbpVUHrY6JdkOH6yg46s1x1Pcwkbxbmf3w9S/iPJ8DmBxYWtbQ4dmgpKBDUmAEPD7MsdvPEJdyRC7314DXBVy9jNXVlvQWdWMAwxjgykYVV05VUK8wK5wUhxC9eYD+PMRwpGI0VjFlz4YJ8tx30v3J/Ntj40fgsd9iIVzoCOc6stjC+YsbOH/xFObeFIN+D73eEL3uROhKejuG0Ylhh0twwiVUTBc1l856Pnd92PUBVI3O/UCc4Mu1Mqp06QUFXSYRKlYuNLp+N8HhJEY3iNGLYhgtTWppycRqx8RGy8BWXUfHVBCOYoSjCM1KA81yAynFQf0M3SMVv7tbwu/uujiChkP64QxFYh5tTYWV6TDpGsw9ckCQOH3E5Z4goJV4DWq0eqKtkn0kxZXi7mPkn6i2uC6eOICPo0ESDoMTOLUxnOoETB3NESLNAslKzyj+FVElEM82Ec02gaQGZMwUJQo3l95zMW4+dtvIosvYAfbPOWCLkFHtI6IsCpkWaK3O4VYWyDkYzgM8fTzB023ia+nUrsO1l6Cmm0C6hiBkr419ea7zBYKYTkEOgEm/kvi+fIY0nyDNR0gwgGYEaLXqaLYamFM4MKGQ3wHSCpDbkt/AtUaUiRJqVPRkpS8rccDFsLRg4RZ+WRlsFxbg/8+fpQY2KxzAOomjmZSSOVCyIus8JVGHMuNsDLrHUrpSSegwinziS2cr+OvvXsb3XlnD4ncfwPvdB/jV0zZ+vH8aD4M6fF1FqGsieGAvMyO2l0QwbuEKUI/0yTnIO25HiYCqiLT7su9dmDJPPssxaeP4Xyhir05Gv3/YK+ddQ/IKh7XsaxYc0pMhuAyCOROSsyuPJ0UfnX+GLmDukQohVwBveASvu4c0GKFUIkGIhrtYrpucu6R/lmFOgc6MMUK6CLjK5RLKVX53Cjyv+FkyOKbwgN8jhUwRz8g892bFPIH9dQri+ZeSAXwx6Jbca4kS5efhXKXIsdWdUpH32+igVF9CubEsEad0cAtpNCJWl3s39pFd2NynWMSvp1gEjATyMVlMZAD87JU2nr3aoVwR4XiIzJ9BUwIRWyyCqtTRMMJBL8CcdFZxj1CQztghFzUzQt0IYHG+IntZ/jZnBcAiVrCIVYxpMOGeksJw9ikMoFWN0a7FsNU59GwqecHzbAPzdAlBSKMcn+0TgUBB0OOZrJh98FoUw1reWEJGpdNczoMkSZnifi5w8qT2cPBd9BlIYuCZWXK0SRuj6eh4z0eHOOeKcljhIExczpYYLBn5k8n3SCQ1DzgUF4Votyr4/p+8hT/9k7fw8N4TPLj3FLdu3cdnN+5iOB3j7OUVnL28jPPOHOddDzUjkhxkzlhTVJDrdTROX0Fj6zL+5R/+Gf/+f/0/cXBwgPbGEpoby5glZczSMnoH2+ju3oU/G3GWZ+QMpD5zxsbpMzbmC18GJ7wo/GxVW8W1ZQPXVgwYlQxmJcMw17Ab6ejPVPhdBdFYRbmmoVIjMIjh0740dgxmkWjMCiKCj+N1DoYj8QTzQlK9QGeH7/EmjiXLZkynT5bBzwA3Z16Aiv5Bgv5hiszOYbQBvU40GA+IOqKxIq5MZQZocwVqwLzfBFae4kxTx+mmjle/egavf/MSjrwY//c7D/DLj/cwnUVSHBJyQf/6Wyv4m785h82NEn74oydSzFlhUfHMrMhSW8f5F5s4faUCIw9hIMT2XR9f3PAx7vNBKYayx7M/ZHkFWV6VG0fNyEH3i3evvLmKF6yVZHDjDA0VuNgxcbFj4fI3zuDK10/joy/G+Hf/cB+fXu9KnhPxJZlGDNcJ4oAYWPnrSy6Rs6zAXT5uhrCZxsOkYsiQZ3QQSKahxeyqeoHpMKsqY2zl5meTj+o/Fv++QZJiPkrRf5xispfBZA4b7+OMQ35TjpxEWTPDldmTtYYljlS+xPi3MkpsUOjYOlfD6XM16FSDOgssggSjSYYxN9dHCXpHKWw2rA0qVRUs9jlUofKfWDKqQ4mdpWO62IDJO/g4D1iwkNLIyaHIQ1QcqonAlOYQGy8JBymcDiZQzAAqcR8yLKTqv2jMEItVqRMLrckhiq6vpRULyytk3tN9RuwJd8nCFEeSL6QoWCBGmnkHYBonM4LCGEkUS6OEWAdvmmFBtxgdC6JaYhOJzSQu5zzMF/WHhAZZrE7YbsfBB9L4p8tXVD5srhXIC8GAnwTeyx6+aGwdL3fFz/0vlE6FK0Ec0Xy5skHHPGEOVIn1Wcqxtp7h0lkD33rFxWvXXMx9DV6g48adAB/d9PFgL8HBLMfAI7qL6u4Uz75VxbNvVzEZRdi+M8fTLxZI6JgeZUUjhx1kvtTp4pIXOxthGmIrRWzyEJYLLrhet3DqdAMra1XJI6b0/WgvwsHTGMNuDG9MPCQ7iwXOkAN4eenyV4MOb1UQdxwKzInHmIVolTJsthRcu2jj62+18OorVejBBEYwgd42oK3Y8BUVe90EBwyjn8ZYzDjwKSNBHX6gYDIpkGNJYiBNdMEesYjhGg8XGAwCTLwMYy/HIqADIBeXB7PC6g0H115YxdbpBj56t4uP3z2Swy2VkpUGEdslLC3ZmAyYwRJi0k+LfKNFLjmjbDqebGJOVG5UFQmSTtRFx45vya1L5BrYtoZq1cTSUgntlo1E4RFiDj9Q4fsGvGmO0X4Efxjj8hlb6sXLJl6+oqO9VkFaacE3LRyND3E4PsTvPkjx29+lMpTRFKozVTRKLpolB6NwhmEwA00vxHmEc0VwjmzwXTuf45lzOb76cgdvvrqCZsvGcB5itAgwykOM8xAffZjhvV8WSLiz5wKcWktQMw3UDAN1S0WD36ljSiOUG4Gbn3u4dWcOP9OlmOXoNov3bu8QGPX4nMSCZZkOgHFXAXcKjXMuymsWhk/mGDydY3Upw+lNYOOUhdU1Nu8bWNrYkvrRDz/Hj354W1RSRIiTRhHR+bwwMBnHmEwiOYhRbGA7zCVno5vo3pk01ejCRqRgfZl5x2fxlRdXMZ0NMJkO8ODhHHfvLZDpGU6dM7G6yfxRE/WqIdkhUchBD7umNcxmJq5/to8b1/exftbA+hnmL6dYHMQoZyourVex3nRx8+kUt55OMYlzeKLO05B4OozUwouXa3jxUhWvvfEsXv/aS1hgjN/cfge/u3kdn11PcP2zBC6HFmXmxjLfPZZMcQ5iFswDl7wgXZ4v2XnLDccXMp9nbvgdLKYR5uNQMHd8R7Eh9kffWse3v7WOtY062ss17O15ePcXT3D9+pHgB4m2NiuhFEkMwy7zanRsXSxj60IZy5sqlk8p2H0Y4LNfeejuhCiXc3TaBr79jQv4zjcu4OanO/j5T7+AYSv4/l8/g9e+cRo/++kDvPPT+3j0mPjuEJMx322QDLHnX+vg+dfakm8180IcPPVx8LjAdptlNqsz2IYFmy5BNoL9SHL+OEiMIkX+OQoSbKxbOHfGxqXLZbz+ZlsEHj/94Qg/+6cRdp/O0TuaY3VLxde+V8bLb5awuWlja8vBXNz3vnymp/dCPLwT4sF2ggePEkHq8dDEe12+C+awjhaCBhKhEZG1xws+Uf/8TDyQS4v7eD/BwRGR5htbJs5dcvDKG3W8/NUGPv9sis+vT+XgQLoFCRyep0lBm0pxcP7kARWoLv7ou5t48+vrgt+qmjo+fG8P7/x0G9vbE0yDBDPBUdMRl0JJNWiyweXalMha+pU3G/jKW3VMB2PMBiPBLy6t0/Vrilgw9QqkEyvQbHjMTI9VDMaBoMW3b8ywfYP5YDpUi3m9KjI6EgIOqkmUocOKwxkI0rK5bIvyudxg09hAGBeNZIq3iKvlnzPMAo1YUnWUVV1cVd4ik6bWZOZjNg8E38kmDod/PEzxerM1b6oKKiWgXFZw/ryNy5dLWF7T4NQoWEzwxW0P9z5f4JRp45TFZnaG3IoQGAn2cxUHxOxSLKEaGO4l2LsfYTJOodZUKMxOn3LAnqHWLqO5XhE3I90pSRwKQnjAfGMOKZkvlxNVrKOh6Hi5puLlqooX3r6E59++iMNsjBtHT3Dn6ACzwMI8JJLVwOzIwHgwx2g4xDxaILUUpAYKl98ox+XVEl44XcLV1So2GyW0Sg7+/vo+/v7GAUIlFrLEWtvFpfUGzq00sVxrYanWwr3eE9zvPcHOkxkOH8aYjFKkRLKXi0MmxW06XX2WK7jnaLJAuvBRaltSdLL4IQcdirgLHJ1ZUhkyNcUizCTPh9+JmjDMKkdOIZ5fNEW4/pXaBuobNsyKKjlKCz9GpUwqC5X43I/xuU0QpnNEGfNMiZEm94h78gymzrWSNBIdgyPimtmkoFOgUHQzvoDNdTr6uL8txm1cj5QCi6nz/JJK2aYu5BeugRQhGpqKak1FtaqjXGqhVGphNJ6g2+9hEYqashjGp7Fkg4b8Lnp5QWHgUKSs4fzVovrMlj+IMBooGA1VxJmG6roh1B9BSSeENOYwubejO2WeyL6Mjk+rwn0+c/7Y1CjwzRyOexM2nLmv1I5ja7h+k4ShorFGd04FboX4T2L/uQfSsFgw/82TkrMtB6O+JpEQNJLRhZzFSSFUSSH3sVVhLIiOWkdHbdmAaXHgoaF3FGB/15e9aGedAxAN+/d97N/zZX9OWg/FmXbVFLKFN6MwLiaGSYhPPIAzCobkHg7CSPpJKBAIEsnfdarcB1owNLrSLIRejJA5iBKjEiOLMxkAy75aiEykTHGQrMAqKXAqFKHSkce9XOElYJk2hy2ZONZjeVcQ/qfRK3DcgOK9mUM1i9gPnjPilDhgHZW6IcPEkBmybKKEgVSzWUWjWcOc4qXPp5j1Ahn+qi4RmarkHnIInmvMQmcGcY5yrVCcS0uPzQcA836O/pNClL28pWFpU0fuaIiYfUwhkxIKriyfmMgmBqYD0jrC4ry2wnxuyICD1SiZqJdMEZ1xkMP7dTJIMe2nmB0lmB4mKNUNVJdMZIGG2b6C+SGgEk1dV1BvpWi2k+MBgYVooWL42Mfg8eJYqFvg0wp+NhsohRhE0Hta8b3y+eIZxbBc6KaFOPcQ5XOJZDnzXA2bp+pYqVVQ0x38+ifbePfH2/CYjcgGKb+beREpYtZZhYhKtxX53ym4SALGTGnQq1xn6FRms4wI9yJahnh33iOGocs7gtFKEZF/0kUiwp7UKbXIkS5ituUszaYc/4hdduCUbRGgEAnL+4FCSW7o4+MBMM8TGTHqKptNprxvmJOtEC/JfERFFxy77xPJynvdgMLm2XEEk6ZxQEuhzMkA+BhFx4Z4SMExHVA886qSld1YcqWG0xlG03mR08dsYe4/2NwimWqqSnFtIAWO5wx3WReCDpvnLDauNdWRZ2M28+Ud1li20Fg2i2FLwPeQhmReYKBNJYOhpPDTCAuubXxXMLqL63HFhuNaMhj24wDtVRurp8pwyrq4njmUnwx8TPo+YsbrhWz0c+qUy7t/ab0kFfsFftFULdhGCXliY/epj52nATbPNLB5tgHFIJJ/CD+ZISIEWiV+T0eroctaOXxiYHyUY3AYYjaOsHHBwsZ5C/2dALt3fWShg0ZrGbVmG069KhXOPYTeXPbNdIDzzE2MeqliYDA4RH9whDAglY1Hcq6HdRhGVb5X5oqbXDscDpaZG2xJrEFv4KE7nItDiBmoNs+LzRCNpRwb5ypYP1fBfrePg15PnOUkZVBIxdxq1vSgiul+BYpShl0qCa0nYcZq5qG6lEp+9vJaHStrbeRxjN0vtjHcO8CzF5bx3PlleRZJPUiZJW0SaewLopgVRgbCyMTOPvB4N8PuAXsSBXK704nRaceoLxmoLzmCcH+6c4Te0Qhn2nWc6dQQBSXMZw6GAwU7OxGOuhFa6xwC5yi1fbithcRxhQGFXWyU8pko0mh5/hz3FPT3FIy6hQiBVeooKHVIvZojGY6wUTPxnTfO4/Xn1vF0bxs7e4/weBDhMUUoPKO4mTim2e+pVBglUIFqMUNRweDIx7DH83iE6TAu3FglR0wDkkscUVBQR7NDBPMcw76HRkvF6bM22p0UpjaEqU6FfGJrLrbvKbh7CxiOU6RmhMwiMtOVsvUKbLWMaMH/5qFgvDe2lqVa60201pqIUzrA9jGd9uH5RDSbmOykGO+kyBOu2Ska7QSnLyW4cCnHW1daePtKE9osQtRbIJhE0ovqD2K889kY71yfYMHIpraOWHK9uWZnqDgGqjxnE6/ucbDD3iJFPZCBlB/xnqEYsnBBUphpWjo6qxZWlm2cbpVwpuXid++O8ZMf9fFkP0BaVZFVOOimu1cTTHIacnCkinCvVHfRXm2hvdqE53lSPHsx5Y5iv/7BFL3DKVRmUeoFCSNIfMkHb7RKaDVL2HQUqTxdII4Zmk5B+Bp0m5hgV+rwcIqdvQE6JRtfvUxntoVffXwDv/roBpw1B/aag0ZTE5GubQC9QYTuMEbIPrX0FCHCSAosiMHnGrHSUrHSVtGuKWhXSfZQ8OCpgu0jIK4kiCsxolGGsJvDNSwsLZflDKRaC6lXLrXwFUbiGcS2jZEEM0zjHJM4w35fw8FAwyRKscgiRMJ6LGRGJ/mvi5kGjzS21EXZ7aDstlCXfqyNvf0jPHq0hzHJAzxYMlaxGUFvxjD8klSrYmJlyUC1miEzhsiMUYGjzyERVCvNMuqMEeG6E+cSbzToBiKq6U0VzJibq0cIrUhiGxjl9syFBl680sJayYQzi2HMI4TzEKEXobW0jFZnGXuPYtx6f4T791PcH6/i3ngNoRNKcY0m7t3gkDIwpeeqwoeW+/DLPSyq3GRoMOMOrLAjVAX2WjKFQ0fugimqoRu3cACTZnkcMS37M7pyKfxw6yOU6kMhEqWs48GsxAjljGewkXhbUshccfdKa5amIy05dp0WZqxiYFWYo8RhedyUU7UImhaj0hyjsdKDVZ5J/yAMYuw8CrD7KJB9TaNTQaXchqltQsOqIMznMzqTC2ML9xZsvQgDUwnFeZyrI2RKH5nCXyfQzQStxjpajTUMjnQMDrmvKMPQalAVIqVJ5uHFIsGCzZwvB7snFqFjNOuxo/lLnsjJAPgPf2WGrKFxLxAjFnJHBF0pSfGdwWgGRgMiGSOPx0hppIpTMVSUajkun6/iB988g2+/0IH33u/gvfcBfr3TwU8Oz+JBWEegq/ApiKLxhYNdxihyX0ihqlxlmQAXuasnbanjiFHB654YZIREWxBniw9W0FG+/JdO/uWT3y8+N6kH7O0XbuhjkubJzzpJ1T024p2I7goRXkG+lRmPAkx7+xju3Ic33gcUT/Z1pMpRXE7xJOkfdPQuvEjiMot8ZkZQVVCv12A5jrhNeS/H0ViKkSHcL5LGQgw0c6QZh8khMAXOPOdKkBsNZkQ1k5xGYh+NesyPFpNfDqdaR62zhvrSOjSnJjnnEc/pMfew7H0F0rNv1eto1+swJe7EQBAEmM7mIiqZ+lNMgineev0C3n7jPPJojr3tbcwnfVhWLPS3aGEh9mzEiYsodTEPdUwYbehnmIcp5lGCTlnFGilJAhLN4Wp8p5po10gg1ZAoGg6GPrb3Z+hOfYQUTeeMioOUSmd5MEGeUDBwCmq+LMNfPwiLDGiKuMX1XlxfxgdxUM5rxLxkIbBKjEAxAOaZkDGfrGIAXMSvsk/N0lX2dApBAn+T/QJGqDFSguaBNCuE6KIwlv4YiZAWFjEx1RNZywyjLOce/nnGD/zZn76NP/v+13Hn5n3cufUAdz5/iM/vPMJ0PsW5S8s4e3kJ7vCp1NZSCZcurqPeqGA2j+DHKhoXX0Ljwkv4x//nh/g//u3/jic7O6gutVBbWYbdOAW7sYGjR3ew+/kHmA+PKDrVcwlLnnAAACAASURBVDpdlhomOk0iEanODFCpAp0ON8Uq1uiwqmpoHrtX5ipwmOc4HAPdbQXDAzo7FNSafBipDuTUnw0US/A2RUadBpUDYCrHidk7fmJ+33Aj2ihJsVAyzJihpXBvrwsOmo6uST9DbmbQGxlyJ0PAISVFSRMVIQ8r3RzhYQYzyFDWMjRt4NqZGq6dqWP17BKWzizj3tEc//DTe/jN9d3fp8rWqhZqVRvPvtDCG28vS6bEP//jEylL02GpbBgRn5Sgc8rBM2+s4cwzLew+7GL3QQ/7j0Psb6dYzGgJL95HRMZStZzBlSEw7zY1ncsAWAa4zB87ziQwkgxmksHJgGVVwZKm4Ot/eg5vf/8sdscL/PyjXVz/fICjfR/9LlXEmqipC159MQQTbBnpNW3A7hSuTv5FdOgw2ClLFMz6IaaDEHZDhUPHWxmyYPMtKmrnMMdyw8RKw5CXxdSLxYE42ckwP8hhEScnSixmMumiRufLXTFiVJcsVDuWdGPZoGVjxKopKDeJlixj9RRRTGLhQb8bYOdJgN5hgtFQwXikoFLJpdKZAp8b+liD1dAES0YlIgPOfz/85ec+vne041zfwgFM4SAP/cxJLpyV/H1ipRheTpyb4caigOfGkUNggXGxcSLoYMClsr/KwZmOZsNEo24hjVSEC2a8Md/OhBLrSDJiNxaCFuCQRNxFGbOTmR9ZXEu+yBdzbroTwTQxL1LWBHGGH7s3jwexXOQFzS+7lGNc/7FrXjp23H0LJbpwgRYS8GMkhzhBi599PP495tx/qWaS0HKZHBSLGNcSYujEsUmUITf4XirD3MtXdLzwko4Lp3VcXtZxts2FxEaW27j92MMnD2a4vR3g3tMURyPi8DSpU1dcnLriSBP1yece9u7xoFyo5ItNE4eVXICKPK2cBwHex1YuzoRSGaDYiZtXDn9brRK8QYzFIMbRXoiDvVCw0nTmcKEjQkFcH8eKGxmEFkTAomFkavBmkQgSNjsKnjun49lLDq49V8X58w7CoxHC7giNsy6WrtWg1TTJvRxPAjy8F+DhFwFSpQLVbiCIVUwmxHokguYolS1ZdOfzAINeLPhyoqpkIELHeMRBloJyzUJzyUFryUWr48q/e/fjEe58PIbuZii1VLhVFRVmclnEW4dSxHKyOctNAfOpTjASJxkmdIXL5oIDYP4jFzM6U5oK3AYbvYU8znaJAHRQr5mCD5mxSbHQJLuNqnwi8IJxjLWmivWmiitnDFw7a2LlVBXuaht224FeGkIvDfDxZzk+vp6j26X7PJJD0FKzjKVGGbujKXaHU1FxRz6JAyTepXCVHC9etaUunC7j3GZZ1HqP9yLs9yPo7RRGK8WNT1N88G4mOWabp32srMRCInA0C03bQMsuRClhkmA4ifH5nQCf3wlh10iBYPOf7iZinjN4PBDN2FwjUYLYthzjAR8XHeVVG3bDxHhvgfH+AuvLOc5tKbh0sYKr15awvtWCr5Tho4xf/GIbv/zFNtLER5PX1QFGAxXjgYJwniKcZ7AdDZUGnUaFYo/N2Om4yBu02DAzdGxtVvGNb2zhheeXcP3TbXz26WPEmQXVqEgeFbGcVimBw5xU50usSxTaCAIX06mK3Z0BdnYGqDcN1FsmuGYoXoJKrmK96qDjWujOAylGB45TBXOfOeoZ8kDF26+18fZrHVx7/hKuPH8V43CAX1//JX57/QZufpzj5ic5SnUb5botTUR5j8dU7TFjLRYnFBF/soESJ1SRzy0vnciVivwQ4cIThf7SUgVraxW8+HwNLz5fF5W8qrm4d2+In/30Hq5f34fGYZxpyMCVuXFsmHoe3w0aLr/QwOXnm3JYIdL3yR0ft9/3EE5zXLlWwqUrZax26ljt1NA7GODp9gHqTQff/tMX8OzLZ/B3/+4T/N3ffYzegJs/buTpEtNRrpm49ExFqtcP5PePdiP09yJMR4kgNcvcSKaGIAbpZIsCX4a+ga8j4kGUzg4tw3PPlvHqV6rY2nLRanOgauK3v5rit+9OkaUhbDPE2csWXv16A5eeLclghXV0tMBh18f+Dl3KMQ4YoTHS0Btq0liO0lgUoI7DTECujyFmk1g2mhx4sPnF7+ikZNNp6rBMZo/KKxXNtonN0y7WNy20l1V0ljXsbIfYeRyK24bvIaJwF54uA+AomSFOpwg5LPMtLHUqeOtrHbz0YgPeOIU3SvDr3+zipz/bxqOnUxIW4afEAuWC1mVjgBhPZrN1lmxsbFl47pX/l6v3fLb0Oq/81pvDyefcc3Pq2xkNoBFJkAAJkSJAQaJGI9WMy+Oyv7rKf44/uMZf7JFHslQez5Q4NZJoucQkEaCIDHSj8719czo5vTm41vPeBjUGaxcggey+fcK7937WWr9l4vbrhnSxBr4nn58q0Z4WO5whA1aP73mYwGg4cFeqyF0H44mGfi/HVx+c4e6vzxEF3CQp5jGpR4cXL+fFAZ6XSQ5hiKxtLDioUVQss47BQJz5iHOaEZOLriOei0xoqomKZaBq0d2rwE8KjKQXzOAxxs4uUy7iOHneoRgyK1CV7A/lRXRzw8C1qyYubelYv6ShWgeODj0cHfrQmE6iQEXnrZbKeS/USgi1MkazEMNZhF43kYTazMuh0hilKwjYATxkR3QZi4tVlGoa4ETIjEg6xAenTOMTu0lHO2RgXNU0bEGR9dZ31/Cd76wjblBwHuLpdIwH2ykebtPH7MDIXXhTH8PBSIb+gyDEMIiQeYr0b67XLVxpWbi5XMO15TpW5yr4m3un+Ot7Z5hEIbkz0jO6MV/G5nwNWwtNEYJPB12cDrt4ss0Uu4eTToTE1RCz05cDIKJ2teK8S3EwGvmIvRB21RJhL6BZLojk8kRSRblkQqFwRvIHz/dFYBGKGCAVWLEBm4LJxblXLWfQaxlSnXtwJKvZLMmSigmKwEmCaTCCR+QRI52qUaRR9ESMKhZpJIqB490AJ3vElBWDHKGJVIjgZKI8FSFCyD78OWxWgBQIfM/PZEmXLi+KUsORw6BpgOJn2US11EalNIepx9TdACF7IVQmhSjsMPHMFDHTxEz3q0hhiHB7+VYuq3OY4vyAIoiG8cCQ4URtVZHl+algoIixJI6RveTRhOe5VJK0ZpnppmLxfClJVrY3DBRMB+w6VwsRmP1i7OwyeI5g56sN203huDQeaFA0S/qDR4I2mwiJQDotA7WogRF6RJHW5DCZFTSluibiL3sh620NtTkNEc/JqYbOaYTTo0BEvvlVHaWqKik74j35s3P4SzMfUdRMXE9miXQogkl5vxDl2FtOoZAIZwrpiU9jTHE+NFymqExY7PY2WYZbbFneNMBsQqEolk47IQVJZxOxz0zdKtJJLUhpg8MQiuYcChSiNgVgp1LQVpKLriYJe1DM0gtyEc+m/PdMRdIYF8UUlXne0+TsTUE4SlmX4osAXG9U0WhUBYt8/mCMaTeAzn5EV2FYo8BJm5rsm0QQu5UUbpkDuAJBJ8VKOff8HN19YHAMtDdVzG+oyCwO+TXECg0ZTGgnIv6mIyJHmXSlYRdw5/hnzzFjEi3IMNc00W5Y8u9gc+CdSpXQtFPQY7x+UiD9F3Tp8x4d5hgfA9a8CbNtoNJMUGsU3+0kMBGONAx3fQx32VnH7xgJBVnRicVkrDREFVQRyukyhuNghekx14VRsqCUfKDk49JzDVy9PYc68crjHFEnxRe/OcEXH54iN3JJnMtgxStMs5mdFQZydohTDJ8BcS8TxLHcQUiOcHUYJU3uZ0IGY5IyYgyIKV8O6ihAc4/mvsI7F4W5ohORc9ULEI98jigC8kLi1lyUaiXBQaY0gMsUV8rGBH3MVHRRvVSYg0jQodAF0CDCJFaRVBDy04zPYX62HGgWKR6FUZi4TNZoKXwds6IvkNh99kXGQSQ9p8WPW3Sm15nSXbAx9X1MA3bLpSJcFx2DFDjYQ87XSBNjEikUPPtZTR1WnQOyGKoSQSe2WS8VVVHEnicRam1DkruRz7sAEE9VJFPi4TmPYL8nG2y5SAkoOsSZ8CEOkMa3RA2QKD7ml8tYWa/J/a7X8zDoe0ik85J3aSb5aAwgJl5HqUnRlElhC2FMY7YvWOuSXUYeGdi9P8XegxnWLtWxttWAUY4R6RR/ffiszECKRl0XPPXoSENnR8P4PJM+Pt75Nq6WZA0OQxw/8BB77GRtCMHEKruygmmAYMLu1kj+N5yhkBpElOyMe08wLuhiCU0b3BdrsO3KxXA2lWSn4zIVqUmllOVq6PZIfJghiZjsK8hsqhnBqeRY2nSxdMm5GCaOxXTPNBHNa/3jCIOTCOmkgWTahKaXYJZ456Bw5CPLiJcvMKTLa02sX1qApmY4OzrEqHeOK6sNXFmto2Qz2U60Z4hJPEaQzKDnGYyc3dEOgsDG090Ej7ZDHBzxPsRhdQ3VxgSVxhTNNs+fVRm4Hx100OsMsLZQwtqCC8RVxF4Ng66KJ489HB0FaK6oaK3S1EUBeCZ1UqyV4XxFRBeFiSvAUIFRV0f/xED/jF3WiZwlSy0DpTkTOikp3girDQO/840NvH5rAb2zI1kPT2a4d+JjzPsp35+yhnpNQ12eyy5yvSKp4/MTztuIu07FqFerl1GrlxCSpjeigAPUGmVZxKiPp1OUqjnmFnW0WynmyjM0XQpvhZlsd9vA4wcmBkzDGxFSk/ss+7NtGGw0zE2oNDamvsyiltYXZBV93SYmk3P0u4cY9Gkes2VNjxRMj/kMovgfY3E1x4uvG7j9ioGXlk3cXjahjlJEHRoCEozGKc57CX5xb4JffjVGVNWg0ayh5phNWPuRivhbdU34U4YYaEzLCdaTPk+RSRQFy+sqVjY0RCHQ79BEp+HaDReXthxYiSrr099M8f4vR3IeVBg0oagq9xT2gTNGxRkwz3nsTDaxsNwSVCVnaoLspEGPY684Qb9TkALjiJ9vmt9on4+E1mGxT7di4/ZCCS/Nl6GEY0STgYSPmvNXUKmvo89qiV6K+3td3H16jkbNxe+8dgUbCxV8cecuPr9zF0pTB1r8XqtwuXerQHcYo8cauwI8JDMsk7pilsPj+SpIsVhXsVQnHQzSb+7HwJNjFXsdBSglyEsxoimJF6RGaVIdUWfCuJxKGvDl63VZFT1E5o+RBDPMeCdJcxx1VRz1FIzCDH6eIOYQVNi0nC8Vi2Q8b0zzURmt5goa9XmpKqLR6+Ski4PDMyF2qCgJsceeS+HMZdBDDVpEIpWGdluTs0SUT2Qh5cxYQ92x0K66KDN6TxEpZGiHaf4IQ4rUvI4ZGTQin0spyhWKVgpe2Krj5atNtFQN8amPpM80HE0adDc3ALOBJ48ifPrrMbafZjjP5mUpbgSVuHubiXza6Wgq1JGFTIFGMJQQYekcfuVE9k8jasEI5sR8Jv89mSvyJaKxjP/AM4BcHuSzRqOTzIlp2tJilJo9lBs9xMlMUMqs6IMaSD9uGtaRhA3p/U2DxSK9R5qj/HpJkRC+0BCfpWaL/k8K9M9OAipMmwQ5D269i3LrFIY9RjBTEEwVnBykOD2kEcJErVVCuVyHZSxBV9sYj4vvK8+SrKRiArWgO3LYN0auTpBrXWRqB5rhCZ3Ntg2UnSWU3SV0TzR0TvjFLcMy66LFMOHM8x8t48Vh67eskN+inn8LixSWyD8Lx/5zkVhCbUXrL21mF/t2AEN1JfRHuhPnurzjgNoHq8NI/AgT2C7DYcDNqxX86Ltr+N7zDcze/xCzX32I9w8X8NPzK9iOGpIA5npGtRQBmOZAVYPBagsayC9q8H77cz6LPj3DPvP9uJipF1GpIi3824H5b//AF//07FcQsVBMBBcBnGd1inyPnyWkaWC8SFE/e6mYBuadV2daX9fhDU4wPN7GpH8Az+sijIYolRSUeEem6cuy5IwqAvAslFQvl+O6KJVLcBwbJol0Jk3FAQwtROCTMpOJzjCdsG84KQwI0OC4vLc5ImL6vo8wopE8kzMJ06Jy7qZRQtNQasyhubiKxsIaUs1BqpJ6qspilVjk+7K/1Eol1EquiL+cN1FY5R1wFnjw8xn83MN3v7GF776+hXAyxPbDJxgNOyixhspVJIySeDrStCya2DSyMPRV9DxgOAsw8kLUOK+uGSjzM58qKKkKWmUdc2VNRFXeBTlDORvMMJj5GCcexokP3c2l0pR1nfy5SCNy8nnYeVNmwFxM8eqmKXcCoaaKIMyZJklUTAmzs7u4a/DMTeM676+smaKewNetEIE5W6YQT0m6uPFfiHESRmTIhOYVUqhkSQd5Ao3985kBjXVH0RizeIRM4WWTSPbCLN+aq+KHREC/+23sPjnC3vYx7n+1jS+/fCjG8cs32rh8vQ3j7ADG2T5aNRdLa8totBoyV7MdF+X1qyivXcFP/vbv8H/9+V/iyc4uFKsEvVRHY/UKGitXcf70Hg7ufohpjwKwquSMsXMgxuWzfxIJFpYNXL3qyuag5iGULMRz8xXcmq8gc2J0TQ875yE++jVw5/McFl3TZjH4Km7a/KWL8uMi61pE5blMbtxWsWwHsojMpPOceC23wj5Lxth58WfiTpOl6LGgAyKE6HKQNo0wnOoYTjR0n6To3I9hzzIsuwo26wZeem0TL7+6iacdH188HeHR/hB7xwN0elNxEvLCfPP5Odx8vi1oZ7WWYepH+Pz9nix29zJFO98C1pcVbF2t4vqrl7C4tYhf/nQH//DTHUn+BtOiz6f4gKjIONhRWPSsI+dllimSLJIDXqyoSOhyFo02531XxBs6rEq5hnKu4/ZNFy8xYbLGXgoLp+MYP/n5OX7xm564YIhBELww3aQsibczaG4GqwnYTYoIdObx37Oji1hKRZJZsZ+iPKfLQZlx3kjlUCtHMFIRjDSsL2tYX9Ik1XrWCzHsJoh6OeI+n+MaNBbKKwoiDpH4+zKNYqWw5nRYLR3zLQ2LLQ68NBg2hxUXuGSVmxwvpBpO9yJs3/FxdsiBpiZ4X7fGQRFj9Sp8utlyVQagdlkV8Xc2i4phwMV+JcgpPncvcM8XbD4Z5HBITGGcGyaFzlqDBy4D5YYmwyirzIHexVAvTRFStBOWPi8ZxH8yjZoVh3LFwrCboX+aIJho0qfJvkB22tDkwOEyRT/ZhOTQUYjXGV+nOEYSx+J6oqtaLruMeHFDkaFHgaITTBw7XIvS0q+F4DQuHIZCtLsQgOXxzu/TxVdM7usX3zjZfC5cLtycnoEuCmRFwX/g7yEoswt0NX//AmuQSTcakzVvf6+CP/hRHRtLCtCbQpkEaFUbaNYa+Op0jA/3u/hy28f9Bzk6QwUbNxxZkULgSSa9IN3dCIMjYrKL1ILC3t8ol54i0y0QexHdxRovvfoFgltBs12I8CIqQEFnJ0d3h7hCdp8xycWu58JhxcGy7Vw4gzUimYq0bcJ6PnHRmwimMYJZjBevW3jnLRe3bthwiD43gf5DH72HPi5/w8GtdytorvJy7CHwPNz9LMKdz2IMpxomMQ8d7NJLYXGgaHHDNrF7EGD3MMT5CTDuqvAnTJDHskKmC2Y5Ll2Zw8tvrKLWsrC338Xh4aBAoo1ylKomqk1bHFunhzN0TnwEU02W9AmksXy+Cjx4Bl3T5FDxNTr/2WFG/I5EzAOrtxysPucgUhP0Juw/TgVPx+eYN2KyOUE0VRAT08ce0YCdzDlIWKxYOaolVTBTFGpqDQcLCwZu3QRu3cwxyjVZTw99bD+d4ew8xEKjhPlmCXvdKfY6RB9nGPe50SnYaOXYWtDw6kvzeOX2gkzIgmCG49MQn34R4PHTBM+/4eLWt1xs3wvw2QdTxEGI5Y0YzTYHlexptCRhzOVPcvT7MU6OIjx+5OHRIw+1OVOWLQJwXGAueXHQNQRhjiAEhv0EfT7HOJwlPkbRMO3GmPYSbC6ruHFJw8svzeGb376MxfUmPnpwho8enuPprieL+1m1VOxZgyE70dMCCzjhHgWQPMa0EIecPCoSlz86y7C2bOPqZQdrTH5eJhbMwD/9Y1fWjReW8Mbbm5I8+OLeAQ5OOqg3+Kzi18WBqjjo94Hz8wSDYQzb4SA8wbijymfNUBRUOKDm4yRIoSU5llomllsGJoqObq6hN0pwxG7ffoT33lnAe+8s4tL1TaxsbeF80sUHn32Ajz6/h0efqXj0uQrDZSUAhQ2m3nh4hSTziLRkAonDNhobiA+VRB5xNzyA+zYyj7jTALruY3XVxVvfvYxXXl2FPx7JOjvNcHwEnJwRqdXDxJug3LRQaVgYDRWMhtRkWA8QozGv4PrzLVx/fg6P7w/x+P4I50TxHSSYq7p49711fOONRTy418fDewM0GyFWlmNsrDfxwosvYnlpA//u33+IP/0/fiM/PzGdds2E23ZlUFirJKhWE/R6qfQOsy+aVQc0QVk2cTS6GMrYj0lcrsaLeZbAJ94yosmNPY46vvudJt59pw3H5LBjiPt3p6g3TVnz7Qzz8xkWF1wszM9BVy3cYYr782OcnmWyaAKzKtyPiKOwoOg2DvfGONgbw2cvYsqeFwiONg75/KYTVodp8aLH4X+OZltDs62j3iij0SjDcTI4doxqxUCrVZFO6+P9MY73J2KEYXou4FBW0sw84KsiTCRpJOLJteeW8MabV3F1q4oyhtDCIT6/4+GLOzPsncxweO6JMSxmP1FKsSiXRTMI0f4bG2W88a15vPhyGQsrI8wvj+VzwxUHuphPxgPg4MDDwYGP4STHcJrLULm+bKK+UEKt0YZlV/HFhweyukcZhmdF1yaJCaysyIieTImF5hAmLgbBRBmWOJ25KB/V+QMSl8/vfXFhY2I6ChS4tg7HNgpkrMUhVArV4HudsDlQ/sOuLbpdiZEejDwMRgF8opun/O7laFQzrK3puH7dwfqaDlONYCqRGC+KVHHRXRdFGlyjDdecx+ODLh4d9hBwIFHVZKg2G1Bgz+BPU/iTDA3HwHzZFJy80sygVCmysVfJxOAoQPeA6Qh2SamouEA9UVBPgHdfbsmqb7mIFi0cZTn+89+cydrYqGFjsw6H06s0Q6/v46tHPTx5OpAEJZNtFQWoQsGl+RJuXqpja72Kz88m+OxsivPODP2uL53qrYaBlbaJ5zZt3NqwoQSWrDtPJvjlF108PvGQ2ZYsdkAvb9SE+uNPR/C9qaSg6H6PPZoNtAt0FU0gxLSaqLYNMRCyzoBGCDGJ8HvpaijbFub0sqxUSZEoKSYRxewhBpMpDg9DHB1QAHbQarqC1DR0ipYpRlPWNEwErx5FJkrlDLUa6xloYgESpn4OEvQOmYSh+MRKE6YGicct6l8MVy3cv9GF2MqOVpXpYIrAHA7ygk4MKJO4TGozXasii1QoiQMkdoF0EzwoMdY8wCcYkygxSOQMRp8kP9sJTJgVDZefj7H1QoKz3RynuznGPROzEQ15TADHqK3EmAouPRVCAwVrPrtTjySHHLrDXjkNBrFj5VRSqTLXyRRMehamPYv1jyIc8MzMfimej2IKqlki4pKu52i0bcyvlmA4Ks5Oxzg9GwuqmphcJVbkYotERR4R5fzMQZ2gMc/6CWJhFVRqiQiX3aGGLtPEMw3hjOfRovOUaDSe2+hS75LKsOuLwFlt6SKojrwUIz8BpgowhXRHlxq2JCT8MJDBsWBpk8ItL4M/Bl90GgL57C+jWi1hzJqG06EIal8T4GRAyLQtJC0tAjJFc51DoALTKmjwgD2iQKXFFDid2xpS3lsGMfxBIlhvVlGYfB1tRdIsTEhSRCaenmcU+TUVTehDPocPcYR6vSpuf78ToftkBH8QQncV6C57zzJJtKomxT8akhUxJJt2Atdm1QR7Xnl9yDFlZ/qBKqbs9jowR6IgDSY5B+fEvkVIiRekka2nwLUcqQnh98+qZoBJR34sKdpmU0ezSfR0gkkcwp8miLs5kj73kGJIxbu7U+azVcGkk2PaU+G0HDhNB2Y9hFn1BU0e0uDUUxGT8kEii6RXWc2Ry10y13IoxIMazKZYskByg0/TRS4EIdVVUdvUUd/UcelmA1dvNRGPMux9OsbuR0MMB+yqnsJkqqxpCaKdd0MOfLw8hJfzHskUj4mMnY6DRAzLmZEiNVJBT+slpmuLobEY4dipIQKwDdt05F6f0OSeFfdMCnqZ3J0KQlVx1eIeRbOrhmqrglqzgjCZIkqmkqikmMDB4rOBHZHATOhIH5hc5CjmJdCYspVnIU1IkYg0NK9YbhlWqSwYfaYYFIWVMEyO+IhjIibZgW3DsS2kMQX/UFLsAVOzIN5dQ22eaZriHpokxWCW99RCAOa5Ui+WkGwKNJ5e1uVZEseBkClo7jd01jnlMghMEco9m12WIclpNJcNSYhTkM5oFkskqRhrGRI+dykAsdOQEETdgcEqiwpJLD7mFipoLzUEv763M8Lx4UTqOLiFUfwNpjQfm1jcKqMxz2RJUYkUIkCY+3AcCxW3BCU2sPfZVFZryZJnkTuvwGpnyO1USCasLarVWcGjY3ig4vyxKn3kxAfSoHP5ag1b12qYncboPQ0x6aaC849i1hBwv9Kh5ja03CpIDkmEmN2yoHGPZJdUlqSrJfnI7vo6Ko1KIfq6FIRylIiBtVmHFEHRIsxGqSymbaPYlL+zgofeAt3xoTmBUEgWVgryAKESJEcdP41xshPBtZuyVD7MWAchEDJ+dkPEAdPKEyyslLF2qYFSjXMrT/ovjSyEkYZolHS0qpYQOYa+Bz8K4Eg/MO9TFVm7uxm2H0c4O2MKewXzq8sI1T2E2p68notzTViqhmGHnaZT1NsKGnMK9KQBLWhi2NHx6KGH/X0frRUDzRUdTtOD3ZgiU0kFJCadP34sog2f+a5lYtZ3MThlNQLTsBEmfnhhclJRdVI03Aib8yZevtHCzc06MJsBsynuHPTw8W4XPT8qyE2ujnotR63GWzbDDzRLF1hqWd1Y7o+tdhXNuaoYNSjgz2JUKgAAIABJREFUcG5FIYI4zVT1ZalmDM1hmjzFjZUcl9qZGNxIN9x+YuDhfUtmCqQ6KDwOkDIjs5FiPtJqVLBxeRGLq015DhllHcNRV9Z0NEIw8RBQIICFCBbyYQ35qCqiYZR0sLCS4O13mnjzuzVcrfm4Ug2AARCdaUL66I1inPZjvP/El5XUdBhLhsxuxgNPZoRFB7Alfc0ecd+kifAcoypwSoa8XiubFIBVTMc5jp6mMFTeoR1cv2YLMp0hgAf3Anx1J5A7M6s6pO6CdQZ2DpvYa1aAMIVGwwrndHUb9ZoN3XJhsGNSRGd+p9n/HmLGfsx+hGmfc5EUipmK0Yc1ZKZj4ofXV/Hu9VVkoy5Gp0ewVROXNp7DQvsSdp72ZH2038U/HfTQWKjj9777PJ6/3MLBzgMcbD/ATE8w1WMREWm2JaWvPwkEgV4YuPjo5e/FyTGFV1aRpFgs67J497LsFLM0x/4AOB4rsI0MtpnBT1TMeEYyCmpco6pguWFguWngyrqBy+smXJNITJqOYvgR01whzjgDIB49BgJuQ3zFLuoFp5NUhN3AUxHMeF+n6XEJ1WoLw0kfo2lP6qt8n+lAPhvYJW+hvqyitqQKylqazFkLQAHFYLVgJEuJNUHsl9SCwsar1HTMGhB2QEPubJGdIaX5knV6to6Kq2G9DWzMKdhsmNikOT/KMD33EU5Yp7EA013AzhGwfaTg6aGCHT5rRyp8JgppwiRCX2h+BflDOntJX+RVjrNmVp9ZHcA+EcRwHs0hDeaQTGxZOc/TDueOPOAWKGamVFm7UCSIOFfjrJez4QiVVhflZkcSwEniQdFoRmRfqI1osoZotoI8JRWtJCYtZGYRpGGqlYtpbAniPMMqF3u31DOKAG2gVBvDrY1hlc9glk+gaFOEUxvBzJbZ8qBLUc6EU6KJvATDqEFTCxMKl2HZcEqsz9FFgCfRQ9E7gNFBpnaRK10R2Or1OkpuHUjrUNI6euz67LDyx4VtUQDmrPGiIueCOPlM/33W9/tfpYAv+nT/62Tw/y8nTAIcBWmisPUAuRFIMpW1IIqhylsg9Xw0i6nsCC8IPKZLckyG61dc/MGby3j7Vg2zX30M7x8/xq+PF/Gz7jXsRE3pAKYALDQhmvEoWuo0FGswaXCjwe+iIvJrPVc0+IsU7oX+9OynljaMC/HvYlx+gYYuxPBCX/jnonfB/LlQjC8SVhdy/4WuVSSPCzn5GUn6GRq4qDShiaGPaHyE2eAI3e4RRuOzwhhc0aTayLZYq8E5VChzGmpJpMNIxyxxzqS/WTQrmVhZrGJlsYajgx4OD3uYjomGZh0H53Y2LMtBpVpGpVJGEAYYDgeYzUhFoM5BibMQzVl3oFEwbC6gubCMensFfqYhSEkEtWFwuMksSERBNYLKmqoshUMTiWUWz2X21Wch1HICpRLjlctNvHK5BX/Qx87DXUwmI1RatoRLeN/nmvkGpp6BWezATx3MUlv0piBmkpwp2rwg1+Y0RamwlBAWAsxVNbSqKko2DdsUz1KMglGxkgijNMQ01jGLeea1YMc2zISmjeJ9cVwaLCqiJ/IzUIjABRZ6OptKwpYVQEUg7lk3NklkvKdQUyABiERY1rUU9GJ+96mtiVk0TeTeTRO7K6Z3zuyLsAiJPnaewc1S2ClTyz78zIOX6PASE3FOQ7uKWqOGb7/5Et588za8cSrhwbtfPsEH738qPe6Xr83Jqvlj1L0xJrMUpxPArtbx8u2reO7mJWglC5pr4dfv/wJ////+DR482MFwnGPiaaivX0Nj4yp6x9s4ffIlZqOefOrF42DzxebHnW7fco7VDQc3rpfRbGroDiboDcb4znIDb600UG6n8JtTPDz38eO/jvD3P0vkhVDTZ66LIp1Y3IaYVimeyTpL7DWq+YpsmHTQ15qKDL75olE9ZxfLYoOpOBWyO1mmKPcGo9VmAsckaijA6cjD2SjAwNcwDDScPohxfCdCyddwqebg+kIFN76xievf2MTffXCAv/jrB3j8dCgcfd49tDwVN+Nb31/FW99fwxQR7h/1sHc8xvFDHycPWUVfCFE3tiy8wQPO9QYaqyswKg38lx8/xl//5yfSkcjhP8f/4nKiCMheGdkkLro5mdhI6cxXLmgV8rIXfUDiJClcQ2piSvroUiXEZiXEt99o4gc/XAVcA3/+tyf4q1+cY8qLNrFUCQVeBRqdy5UURi2DUc1hVhlRpwBFAwIx0AXCsPgmMOHEy7EpQwUv5gE7RzDQEAx0bKyq2FhhN26Mo9MAwx6HLQBmdDmT0WwgUjNE3Ixd9hsVPYp6S4XeVLC+YmJrxUStUjgm+EXjIYTJGl66VdXCyXaCJ58FMmgTBrqiwygnMIlL4UAklKYDuA6H3YUATGcMXy/pYX/m1+Efh4OemDi/YiOWfgRiUugUlY42Ba22hla7GNqzy4pYPaYvOYjx+eCJOKhl9xEH7vyyMr0eIp6ZsjrHCU4PInhDooU4lKAATBhLVEQvRXUtNpziDedFnk4TOrLpvCuQRbKRSKqIUybaCTl0LpK4FGULAbhwWDIJzKE/U8MygCCHJ+H3pxCaxIQmvcjqBabigk/PYxFdLUqBl6arpDiwFDIxhWbpS2NCgb8nt27pcspQUlWUVQ3vvlfHH//rJtr1HLtfdNB5PMaVpXlcWWrjwWiEjzsdfLHj4e7dHN2BimuvV3D9tTL29z0c7PkYHMWYnWUIhoykMsWkQ/VTKB4xVzmsEkDjC4NdCXteazz4W2jMqWi0CzTLjOjmQYjTRwpOH9MlX/RdyTCfAyJTlYsgL/nPuhh48SYKMckoNDswdQeJFyH1Y3zrlSr+5R+0cfmKidP+BCedKU6+SHDyRYrX3qngd/5NA2tXOZNi/84YH76f4MMPEozossohWLz6vCKXZOJOuR7vJ7KOD1T0zijcKlhajrG0kkj6JppkePHVNfzgD59DqW7i57+4hw8/3EHZLqFil+BeIKWYPLz7aQ+P742gZK7gdNkNoRtEfhZdW0wbGGKg4CCSXu/iM8fkt8ruJ74epoLLr5ax9WoZszTG/ukU3X4gPaMhHagjpszoxMplOCyHag5e6KSUqy8dVDlYs8lBS81RsLGo473fKeH3vldGad1AacPE/d0ZPv58hEfbHuabDuYbDo56AY66Pjo0S3QAV1Px8mULL11xceuFJdx6fglP9/v48qtjfHV/jA8/CvFkJ8V7/6qF3/9XTRxue7jzGw5kAzTnWWgPTEJDMCFz1RLmaiXpf2Zi8mAvxO6Oh6dPidxid7eOcpV7SYx6k0MIB/W2jfNeivMu8SgxZlM62dj/BxlaT3mp6ue4tqHh9g0D33h9Cd/53nW0lur4Dz+5K4tSEBe/b+z14gs2niQYsV9+qCIdcdCbw21xqEtjApGBGSbHGsZHGl66XcObb9WxsqZBc4mM9/Hh+wE+ej/Am9/bxB/9NzfgJSH+y0/u4/M7B4LV4jAHOXvLSjg9jbB/MMVo7GPzkoXNLQsH91Tsf0VoB78rdHGmODv1BL382pUqXr9aQeramBoWOoMYD+/2cH48wZ/8y2X88R+tYH5jEeX5BRz3e/jNZx/js88fY+cLHTtfagAvT0YiGPwqn5OlwggkiPvi6SECGDtyCzGdB1QVSmAAoYlGE5ibB65crePt71/FSy+v4O6nu7j7yS4e3Pfw8GEoQ2W3xsN/jgo7rZoGjnZVWbW5HCuXc6xf0TC/WMHCYgW/+VUXH/6qA7/Pd0LF9a0m/sWfXMc3v7WKv/pPD/FX//EBXnnVwXvv1XH1ahu10iaQzuHP//JT/PlffALNjNGap7jooLJWgd00EPtDJP4Qgz4wGBT9YkW9AIfoplxgZn1g2uN+k8Byufek0m/MKoBL10u4dL2Mt75dx9vfaQqR4Mf/4QS/+kUP33yrgm9+p4JLWwbW1ij8lRBP6jjdV/F3P3mM/+cnj9Ht6ej2dVQWLCxsWVi8ZKPacFFtuth+MMCTBwMMu0z7cFj4rOWW4pIpy2ZS3M1QrrGXjYkDdqbXZLXn2EdVuKfZ6TzsZfj4/XNZBUIikQ7g8ZCECg6Wi6GEaTiwDAfffpufy+dwecPC8b1H2Lu7g1/80wQ///UUAc8pLiPGF2c7OUfRAVxgZzmYfeH5On7v99fw+jfKUI0jaPoRdMuGbjsYnus4P+R7nWHnYISnB2MMJsBgQtQq0Fxi6qGCy9fWsbgyjwf3j/Dw/hH2H8Q4fECnKxNauSTUWEPBxWEqca8cIFk8dBukdURy0WTyTjrhLR0WTSGaKqn9YFb0GXIgxYQg6QF2pUhz0nzkKjYcLqvo5GNX69DzMGI1ykTBdKKQuw01DdFuqbh82cHmOoc5GZaaKcZ8BsTs7yPCi6Y7A01jGU1jBR98cYgPvjxCXs/Qfo70Ag3T0wyTsxS9LpPBMSp5DoJ0nBKgzqvQ2+wjq6Jk13C24+Hg3liMMuV6ihLPYJkiXew/2LDxuxsONm/Po/biEgaug3/7vz3Cv/3fH+Hm803cfL6F5fkyWlVHEuW/+eQYX3zVEYoE8bo5H/x+gqWmhWuXari8WUUnStGJM+zvTbD7ZIwojlBuqGi3FTy3kePmeoZ2viTrq30ff3//DA/OPaS6i1R3sHmtgY1rDSCfYDw4hTcbCr6P6NvJGTBhbR3RqZoKt66hvKChsqAVwx92vxOF7lpwK8TQWmhUHay4NayWagVlR8txPuzj4OwUx+dD7D0NsbcbYo6dcHNlEfD5DeIQdjgeYTSdFcml0Ea5mqJGHB6xWrMM0TjDrKPC6/BCVwjANEnmpRBqKYVT1WHXiL2MZPGExc88j6RhSJGvQD5zgOVYOUoO70Q5pgMFs6Eive00ftG4RsSnTaObSbRqij6NPueJmOUZ9qSlK1YtMYhcogD8fIKzvRxnu8Ckb8Efs25EQ2UxRHUxgDdWpI9e0ShiEfdKQ1+BrtX42WfqkXeESiIDWPpHed+YdBxZFICjkL1UqtBcdDPDZDzDdMwy4uKIu7jp4PLzVZRbOk5PJzg9mxb90YOiEljn+ZtpRhogpW+b35wE7RUTSxsW6i0KtkwNxtg/BvZOeCJm56UjArCqz6Q3u9muoNkuY//OFAd3ZmLUrTWLRO0oSDAKUuTsLR7TLGih1nYF2Uy0vsdiRBjy3gn1hiIdh39a8aybazQw12xg1JugczyQgQsTWnKcEqR4kdhVKQIXQfECLy13F3btRWIqdCoU0dg5LtY7EflHJyFGJ0GBj6ZjncvlGYEO80wWU+2axb/zDsBLvyIGKxoi6s2qrLAfob87RjAkAlqFbquIFRqHi0E6h918LdizTtNUxSVenIkIaZ6DN2I/po5xT0d9MUNjKReali89xjQWEZGdyhmdad52u4b5dk36lmkiZlUOiQgcQtdqrAvQ5f/ujHxMBjFy0lSGClTp5+V9hClkVizk8hmkQcauurIUJ0DueJLkDjtA0lehTkyoUxM5hTElRcaOZM5K+Z3n94FDc9WGrTpCDyJtRcy0WgzFzbB2u4bV2zWsrFewvFJB96mPL/7+HF/+7Bx2uXhu0vDl1El94nNfEVrVNAoxiZjuJ6nJBPwc6jRBHibyaycqDYQmdA5QaG5mwoc9YBdGCu6PFIH5XOLPyd5tGnxZ+UP0uWDbpaKnGHsIEs7UUJ+rygqiCYJoioCVRiENjuw2IznGgKaQvGLLfZmDQOmW40eEhnmaka0MwcU9mJ9Dq1yGXa5+TbcSUZ/Ei8STyhL2D5ZKjix2i6VJCG/GPRSIEqA6B1TbhcneEEGXCHsmhXkQKrTvovKI5n9FKgekL81kbzsrZCgq+CKm6xopZzmi1BfEtVtj6llB7LFH1ZSKgaCbIh6nMGwi9fies36gMGhzaMaQAO/MHHjWFyLU5yNUG2U503gzYPvBEAc7Y6lnYqI28jIEUyJvHVx5oYm5JRe9zhQ9pmXNSJbjmii5DpTYxOFnvizWxJSaOaorGqprOrQyMCa+P8jkc16p6ujvKTh9mMMb8oIUQ7dSqe7Z3Kwj6KQYHYRSp8WaCiaEC2IXTWUNEVtJIYqIoWUKNY+hZqz60UU44nyCRjkmaOrtCuqtMqoNA7W6CbucCglI0UPpu4xTX/q0w6kKPzTgRwYmxP6Obcx8mkKmyJQprly3cOU60YLcG3L0TlLsPYyw9yhGa66BZrsBVSNGucAXpvxPmsAbjeENx5hbYAWNg/oCz6Qq3EaO4VkPo/MeGq6O+Zolz8URK9qSCK6WoqQRE86EXB2Huzl2n4QY9GjKuIStm5dwOruHs9l9eS6tzM2hbFgIRj4iz4PZiGDWIzh5A6VkDpOugQf3fNm3G0sWmssWrPoURm2EVI3gM+0tcxlW7tDc6KBWdjEblDE4LaF/ZmHqxxLcoGmJc4B5ophXTVxetXFjrYwriy6cJIGTpLizf46Pdk5wPvWhMllnkTzBe0+K0FfgTdi3qAtmeTLVMBgkGAxS1JtE91ags+orMqWmjD3frCfTywH0cohUozgbolnN8MqWhpurKqZ+gKkfYmfHwKMHNoYTHYqtiAmeVWFpFIkArMY5VlYW8MKr17G2tYxRQLTmDEcnuzg6eYpg4oMBRRIrUt1Gqlmwo3lY0TyC2RCj8R4WlkO890er+P47bayZPayafaCvIzq3MOkDJ70Qh90Inx7F+OQ4QcIEcFtHmKcY9T05N9ecCwGYBDtioNk9zt5xXcXiko2FJRuthRytBWA0yHC4k8FSVLz+soMbV03cfzDDgwdT7O8nODxM5ZlDqgFFG81NoLkxyjYpPLbAEIgZpQjsukxPKShVGnBZNk1KBgVglmUFOZIgR+9wit4BB5Ip7BKpTgoChj10He/duoTfv3UJUbeD/v4eXM3Ajas3sba8ibsPT3D3wQn+6aCPD46GaK228Ic/uI1Xby1idvoU3tlTHEzGshKoMHXicjV0xzP0Rh5mUYZZRBMSiV2GzOgCqdjIMO9oWJD6Jxr6YhGAj6dAh6AKDaAnNVA1zJi8M3K4dopmWcHVeRdXFhwszidYmE/g2CQWcgBI1HaAMPDRG2XoDTPMEhWhoiGmQShTRCDq9xIMuryfq4gTihMuavUWHLeCTqeDTvdc5uylkiHkqn5HQRBpaK2aaK6a0HlW5FyDh07uxWxxp5jGGWqkQ40NmLEKk2KHn2A4nGE09uCnBvxUh9pMoc7H8sxsODYWyjau07zdBmrE39O8NUswGdPwacAqbcIsbeCTuyE+vhvgcGiiH1XgMVVrR7KYgjdyqyBp6gXWTqgU/JlMVskxNd+DaZzLnD2KmwiDFuJhBfGoDJgx4IbFWU6m3jRHFbMybs55ThpUQaahsbvcOke51UGSBEgT9qtSZM6QJVWEo8sIJ+tfd+JKVzsxrjJZfYZkvNA7pG+YsznOgIueQp5BeW6sNrsiNBtOFzC60v0bTErwJy5m00LE51zcNJnQ5uzPgqpZmE0Lg6RpleQ95ew4Yp+370O1T6FaJ8jUPjJ1gErVweLCOqrlRcyGNmYjGutpLCUNxBbShAjApDFTNxDaCn/OZ5HX3/b9/hYLTbPBRdvXRV620Cou6iv5D6L9su6As6MAuRmKeYIkCr4HNBNyXuuy3s+iaSKSZdoRSo0Y17YsvPfmIt66WYX3j59i9o+f4jfHS/hl76okgGcaBWANFrugpauVdZfCN2FqSigyz7psL9RZSWhLhYa87zxc/LYfuOh+LQx68pf0BD/DcBYm8YuAcFERpJCMUgRw+Idl+rPoUS5CjV8HqImn/loALoKPNPfJM48rmUKNevBGJzg+2kW3c4hqjYYzal5MAVPwjYvKwnEgpAOa9FklkgirmK9jhmrVxs1r63ju+hoe3NvHg/t78t9nvZXUaJSJES+jXKHYWRLtpdfrYTqdCr1KMNBF4ymMchVmpYEKqyxai6g2F+GxEitiEMKF65TFGM77V54w5DhBMB0Lspr1aBSTSYJk2LGynKO8lONqXcO1hoZJd4jdnVPMfB/1BReVpoNgpolZZTBW0R+TlOAg1apC2RRRPmUzAM8YsZgjtZzVcirSaIwsHGOxBlmrcw7W2mVUSwqmQQ+zoIejsY/jsY9+6GIUNRHFLswIMGjauehmrhCnXavJeVsQ7xS0Lz6ro8kIg1FfAiOFYqMKVZeL4Q9+vlkdZlI0142vTTgSwJTKeponeT4hxbGo8SBFi3Mmht5ooC4pCSpZhApNNkosaxzlGAfcw3hH0VCqVvDi7at48aVrKJlNlK0WHt7fEwH45PgUq5s1rG3UMK9kmEcmoYyPt0e88ODd330db77xPJJkgDgZ4uGd3+DOJ/+A+3e3sbs7wd5hgNL6ZZTXr2DUPUL34BGC6ZBkH1M+vnQD0bG+fNPAyk0DjaaJqm1LAnFvd4q93QnenrfwXfY83HDRuu3iwM/wp/93D3/1kyFUQZjw9kw3Kh+QBaqPDxEKd3QoP8sCS0ReL5J4drkQEjnUpjhcshRUmEIyFMEd8xbEvhsiBeaaKtYWgXKpwPb5MR2WdAzkSAYJ4l6MmtnCcnsDSwvryBoessYMH3x+hr//1Qm2dz054LGPlZg0doC9/bsLePsHi+gNQnzySQ+7O1PM+hlmPYp0RVL3jW8u4F/8aAMrKyV89WCErx6O8ODeAA/uD+RLKn3bfBoI7oWPilQ6WeR5IaIl0YGFUCmXXiIkLjjGjKBLvJwJUsFkGGgYPuqGj5ev2Hj75ap00R4EOXbHKT750sMnX84k4ca/iAmzmgqsOWFmy6Kgl7MMXPrrite9UChVGVBwgMALKLuruCmw64iprlZNR5MX/mmC87MQU24gTBJHHOyYEq1PtQSpTuyzisU1E0uXLJTmgVKbumYKRbBqZM/T1auhNW+i2TYxHkUYjUL0zjJ0D3MZFHAYRlchXSTEX7ITkotO5TSxpPvFn4YXTn0eBlD0vNpEu3GgVCR56Ahh+sISYVCTRbcMUZD8THNYJ3gslb0JHBiLA0Aufuxr5SGKbl46mUW8Z1rR0+B77NfIMB1TRFORETPi64hzdh4w3n+BABPDOBFFpFXygM++TB7KeOnj16F4T+j+ZqKIPwuHdTJ856VakAMFo1/6gVOlSFEQsUe8JrsIU5aOi5H3wpjAX5PDJ1sSDznRHjkfQgZ01ZBLuQx8mIKQhFPxeeQPyYeiCMni8OHITMUrV0t45UoJV19WsfUqpw8JntzxcLYd4eWFOl5erOMo9/EgmuLeqYc7D0McdVM0VktorLo4eRTg5HGAWY/4PnZr0dmvIKPgLMdpOvqKEgsiuHWm/KsK5tqGLA5O+VwIvQzd4wD90wjTATDlsIlJfLqgbMB0cklnFGl7DakkWTm0S6GXE1gVBfVSGTW65CMPZujjlReW8P3vXUelaeHXd7bx8Vf7GGynGOxk+MHvr+OP/4fL2LhCd9JT9AaH+MXPUvziZwmWN23cvO3IAJKDmdBLMT7iShDpNmLDwZPdCPceejg+DbC2DqxvKFCjBFqU4NbtVbz5zk1YVRP/8E/38dFnOzDTCsysLION6ZR4qRjnR764ZjVYbBcUpyMvvDxo8nMhji3iX+kmI5oizyR9yoQ83fYLS0QoWSg1iUTTBEfJdGPvnJ2GAQZnNDQo0sEmZgIK6nKw5mtLASiHZRTPaukbZv9hpmNpzsQf/tDFj36vhPKigdKijkcHM3z21Qjbex7mGhbm6rYMMIknZb/3LEhQsV08v7qCGyvzqM7lqMxl+ODDHv7uZ+d4+HiGXqfozvujf1PHH/23DRzuh7jz2Qznp6EI3kwu9yZAfwKszjtYm+fQPisczL0Yx6cRjk5jORTaKhEhKVbqMbbWbelaXr3UxM9/3cHPf30OQ0vFcWvoRC6q8mw5241wuhvhhecMfOsbFl57vYnbry4LNuXP/uIp/uwvd7GwWcHiZhU5DQm+D88PEUSQ5Xdy+OdMLZlor3IADfR7HoY9H35Pgd9V8K03F/DOD5extKLAC88w83o4PVFwdqKgPlfH4koT/UmEz746xUl3jEtbLrYuc5DF9y1FtxdhMIwkbcaO4rU1G37XRtB1ZLCtGgE8P8DBQYhuJ8LanIW1NvHpNSyuNCR9eOfzMxzujfAnf7yOP/njNZTny8jLDg67PXx29yHu3D3E9pcqtr+k6aTAjVebCppz7ETnBYvue1U+p7MZByR08enybFIo/ik5qq4i69btJbz82joqVRv9Ht/jKc4Oxzg7GAupo++lkqxqzJmC2QoEGR1hyBqAnoIbzzfw+pt0uFWw+2iM3cdj7B9MsH84Qb2sYWvVxZWtKq7damNhuYqf/u0efvq3+/jdd1bx3/3317CwWJZu5YcPx/jgg0O8//6hpM7WLxuoLVvQm4wqaZgSWzOZYNQHxn1+Jy4wpkzAcX/Mif0tunVFRFDpGs4lnWdrOt59b1GWa8dQEk8SQH7AhAY7O2ey6vWSID29qY79nRjbjwPcudPDnbvsG7IEAa7ZWiFAMsltsxPOlARNqkQyFGGnC52FlpajZKlYX6liY6UGx7BgqETbxvDjAfxojH7fQL9v4oWXV/HNty4JTuiLT09x/+45Tg7Hsngx4goDDpN5mQFai4Yg665v3cCNSzfQqLKTpg9v2sfOky52tvt4epzJ4sxcpXmHiVm1GB44vNyxx3rJxuaqixvXKnjxxTrWNwx43hl8/xwnpypOzlScHCnonig4P8kxGIfoj0JWgYHhZqJRK00NrUVXvruLqzVEcYwwTnCw42H34Uyej96ISdJEOuUpQDzbK3mGokOWON44jpBQoOPFSyfC0BQ8tiA8iY7SNASRj4BvPN2ZNNBZhVBMAYxIUA79xYWqapIIr7RIENHhWMXZgn1USk5xjC7w4nzh8n3SMtQq7NMyUHZ56U0F+6ZlDWhpE3/9sw7+5qfnyKrAygs2FjYdNKs2LN3AJx/38elHfWCWwolJmgDikc6OAAAgAElEQVTMtgJ7js7QCqqNCsadRHDlPBMRM24oCZZcC0slE1sKcFnJcePlVVz+9iVoy1X8ux/fxZ/++C4cpyp4xstrZbx4tYRKGdg7H2PvZIL9HQ/7O2T+pILsqldZA2JjqeEWpgPDxM7BGA92BgiUBLU19vqpaDoxGnaMVbWJVaWBcaJgLwzRiXNMEguTxJa9mrSVPJsiiYaCN+R+w784bI08BSXHRqXiSNcuB2hM0WSaWuDchGTC9J0u2O66baBt62g7Blx2a1YcTDwfZ70B+sOZnOH7gxBLK6tYXlnDcBzg6e4ZTjsDTImqiiKYVhkGlSKQ4uIJoqlw8rLLswwtLxX3FIWD5xATfwKfmFR2UDPlahTpEzGj8dguSGWaPxUxiHBAy73UdYirZFKIvfG60DdmIwqwRb8sSQu8JNIYO6FRqRsXPwdfH+LTiDeu6ti8wWVg2EkwPGciTEU4oQuZojl7zHg5LQuK1Yt8jGY9eJ4nNBcimYnN4qJxQmG6zFalroDDxvEpMDnls46ibTEso7hFcS6ikYI8Q5l9KGgsm1i4aolIn+sUcVJ091P09lNEwxyKLxEVeb94xpSUqqViflXB8iUVZVYIJBoyX5XL6N4hywMNmGULikWndSA1LS2aFNplnG0HON/2hS7Asz6NbjRr+qTpTIBMBGAb1XZJjB+z/gyzkSeIe2LQDGJUa0wsMqDBVEgmaUAuinbstiL+mJhb9okqfF95TjZJqCnQlBSBaY7gr8dhIs2+TEnxeVVtUbTRJQHGz8boKMLoOJTzOf/sVlWBXdPk7zJ8SbhnMzHIpUmal8MskkgmvVRErNaig3gSY3gwhTcKi3Qs09x6LouVEfw9dacQ+3mmLzEB7PB+xiE5O1WJsKe6YMj3jytRWZvMVHYmgmfMwexxislJirkVR84wdlWB4tAkSruXOKIE18nn19RL0R3EGPdShF0VyUiF02QvMF+XGAr7rpgIDlUZXkm1i0GseCo1CmnIXmsgC1RoMdGT7O3kHbEQ52WWx25c3lXUDK7jiEEyyVX47KsmaUkNoNgJbrzUwo2X5kScJFazszvDwaMhjrfHqDYcMVORDsD7JFPFdPzTYFvA1gvnP+9ZxAdSuODTKMgihBlFQ0eSOOy35YYfexGm5xm8Pv9IRQUD75RulcYSYtcD+F4gRmSaAHjnZWKV53PBvukKKnUXlVpJhCkm6sMggu+F8me3XBNWiSmFggwlyQKeNXg+v/jUyXvIXmIKzinvjfz8MN3M1DCNxpb0WdOcwx4x3gFpWGOfNjth2W3GPbEQq4o/e7WhoMKqGBoczCIhTRGYf+cdjOYQmkf4LCN6n3ME/v94/6C5WKqPmLZP2HXOgRhf11i+Z3YdsOsKDMWGqTrwpC86gteLxNjDJUkc3mksA7pN5D9pGNzXU6ysq1jd4OtBipYBb5zh/DDEgPcjdiFydsEuwSBBe9HB9Zda8nfSU3jWdZo53CZNFhRqKH6Y6B1p6B+psCiyEp1ej1FqRNAMnmmLO3C1bgn56OxpjP0HNHqkUoNWrqqolquyJmcB+vtTSSLyfE1Th4gU3PtLTGDVRMwKIuJEQzTrNho1B45NMkuOmqujKQlLExXWHYhwRNJFhoBAas5AUvbh5VKzMfX43VMx5V3RI52OOGkDiu5gfauFta0WNLMH1ejK85omo9F5iuPtAEfbIaqVqix+wXg+5Y8bs8yBZKlwhiScodag6SZBtQXUFjSUm6TBpbJUplooYhtE2bLQnSxcPudJzahDiRo4O4hx9NTDbJjh2vPLuHZrGfudfRyc78EtW1hZnkfJtRD4U4ThTFJiXA2njLZTRzAy8PBOht3tHNW2I8toDKHXu8h0Jtd5Hi9qDSig16WyzcKob+D8SEf3zECa0uhgI/T6CGcDrK44eO65OTx/uYHbSxVcn3OQekMk3hAHZxPsnEzR8QKMtQBjEn6cDKmTYXisorfL5DrNhMQzWohyHVFOIaGYXZi5BSt3oaWWmDlokFUrAbQq969EUKytaoJrixE25xJJf3qxiuMDGwdPXfS6wHg8g+cFaM0ZaM2ZqJTrKJWaqFbrqNYrkuzf3z3H/t45EsuXlZNlH/mSEI1y9io7KKEBF3WEszFGoxO0F2L84L0FfOftJtaMMVbNEdSxhnRoyNnhydMZtvc97IUqdgMFU0OBR2GGHbNj1iekKJGmY9I0l17U8jA8zToDHS+/4uClV92vDUIkFZHMVbY03NyysbJg4MOPZ7I6nRTDIXvuVSgW93jO6iLYdgjH1OAYhuDzn6HyyzUauSmi8UClIbd0gChNW0dOEUfV0Hk6RGd3AEthGsxFhem5PIGjZliulmSFwymm5yM5p7MvkVSvxwcRnhzGeHQ0k7W42MAPv3sVr92chz7rw5j28cGTE1m1ioVrKw0s1F3sHw9xcDLEgR/h0IuQcF+vFGZS1lCooYpmKUOT9EUzFeN+EOc4Gag4nypQ3QwKiXeCrdVhERFqAI2ygs1lG5s0PNQCWWUmcZlqpNGa1UtBjKFH82kOP1XZrir979znYz/D8WGOk0Pu7RyiW9DYJWobMneMhiHCYSBJwUtrcwijGE92OjgbjlFatFBasp8pf1Ltwj2D4igfytImF9pAxNQejTYhopCmFD45aFChCVhHVk2RNmK0mzo26w6u1B0s2SqWLNYNJuiexjIr4Sw0VS2MR1WMRhWcnJs4OTMwzWxEhoOUrw3PMqQkCDGRNZFFKIbiHQVvEde0kL1iMK0pTGsi8784riAOa0hmBeqe+49iBELwkIZYOZyzH5bnc5K8SFYIoBo+dMtDqXEOt9GR+z5pJknEyj8XaUT08xLyuH2RCL0QBiXPVsTCRAflHJf71rNELe8IPLDlWiH+GArK9X2UavvQzVBws0mqYjTQMB5qmPkzWYZelv5my6p+HYqKib4POZnlPm8jTdjHOkQU9qGXuXrIdQ+5GsgzY3lpTX6NzpGB80OeVTVErC3kPNjkGYg0UgpbFFNz8OvFIcAz8Y1nD2qNohaIFlH06hYZvmIWwvflWVq4EIO5kRcCKWl2SXFQuKB1RlBUVjEkaNZ1NFiv0C9IR5blo9b0cP2ygXfeXMa3nqth+ssvMfmHL/HR8Rx+1VvHI7+KXg5MdB3Pb7Rxa2MOCVPonQl6kxwnoYMBq7oYRjO4Dxf9f5wzG7JXsPlSld7Yi2aLr+/qcqt8Fuzlv2dvs/TsXbyvcn7jZ5J1pQzyFSYJpsCzuIwsYRI8liUhCBnKP6tlLFL6/JwwSUqqEisJjGSCYHyOo4On6J4fodFg5YSOalkTYmochRj2Z+j3p4hCVaoGaBCVfmMJ+7CywMS1K8u4dnkF24+P8OTRodBRiSznnlES8bdc0D5pyosCBJ6PMGayn990+ux05KYBh0ab6hzcShu2MwfbbVHLL8hupL1oNORYQk0yDR3TyQjT6Ui+V3yVGZzwpzTuZli+lshqRz7mIx/DUYj9QQQvS9CcS1Gt5hj17WL5JkaBhSglDYs1JkRhFLVbifyHhRz86+J9y3ypT7GUSNZSw8KlhQpaNKyiB03poTuN0Z1G6E7K6Ixb8MIqdIVhDr6vVIFpOiKlgFTXRLBVahphoT6PhcYCZsFEiAmdcSC1tn1fAVwFOekGqQKH4VamHFxD9IyIncFZCj3O5WqpCEKWl18apQxkRJUzAEmBWT5DERw1R1lRUZHPCv9HDKuRpheJ/hVngVROXb60iq2tNWytXMPW8jWh9vEcMB5NirlBSUFDU9BQFYz8FEdTnstcXN5awdpaG35whiA4xXTnK0wef4HHd7fxxf0zfPGwh6i9hri9itmgg+npPmJvyqR+KS86QgvR9vV3XXzj3RJMXcf0XBUE373Pp7j3xQxvNzP8TjPD628t4PaPNtHVDPzPf/YU//7Hx8xsyoIeyoOJm4UkayhCXjg9RRzlPpMWaVmOznjoV6y0wA5Rc6Vzlt/ni3g2Pwr0saSKisvrFl6+6WBtiV/8DKaRYaEUY96N0LASNMwEzfZlNFe+idLibdzrfoSvOh/iy4dDfHlvht3dFGcnqgydC4Zwhu//oInffaeF450A//A3Pezc8+WyZ0jhuNxD8Hs/uob/8X96HdWqif/1f/k1/vLPP0fCHitikem85vlQ8vIXCsoFnpVhT86M+IDJiGwRJAVdMnSeS1kwFLXAOPEDw27dhJJtMiPDDTebKd5YBm5fd3D5jQU0rtbxF/+pg//zP55j7FHQzGHWVTgLOpxFrUgX8wGopDCVRITxi3pZ5FL8yksVC69T5JEOJbQEE60YERQzgsluNM2EN0oxOI/gT4ixYzcYMQyWPPjAjdgIsLxl4vpLVTz3WgXNxVzWydMJdu+N5LLGVAETHLdfm8dLry1gb7eLvf+PqPd+tuu+rjzXyenme19+AF4AQASCOYuiSFMSLY1stS3b5TBd4+r+rXuq5p/pmZqqsWvG7banLUs17lZLcpAsiUEiQTEAJOID8HK8OZ98ptY+j3axdolFCiDevSd8995rfdZ2C6Mhh7SWvJgqMyaqMyY6nSm6XR/DcYCJsOUzdDsOul0TwTCQbB3BTCYZLAfwKkCRjrOGKYfoAnM7HE3Ql+WKgwobr5orNTgJJet02B9gMOpi6hP3weVohskEUswjI9E9yjJEWYwwpaIUGBLrJXt2BYnPLCMV0VAVxWTAwSGx5JEh6k2FCAN65Soq1Cpd7kRvsFFQoQR08lJFGGAS8cUYQdFimBywWKbkFcsSzafrS5Eiyg6JJnlMzOOkCoeNphQVcvxiYxPp1JPvMmOoVToR3KihWnJ5c+HMQQWVl3SGyHOK9xgfr0JRyLONPd3AH/1mA3/0Vh3qwgjjShfH4wD3bis42NTwlVkXr8266BdS7LsxNvpT3Nwc4tFxgJjKMt1B87NAKhwTu8fFc06u5sOcQ2DT5QCKThMOZdhsqqjOqZhfVjG/xFxVHaO2hu5xhv37AY63ZTMtCgYuyTnEp2vGLiWiip9MM1EHBz0VYV+Tpr+0FKO+rGKhWsZirYxKPEA1GeLKYxfw/AsvYarY+Ksfv4+/+9kn8JsZ/JMU3/n2E/h3f/oCVtY1HHc/xfbRHfzoxwl++OMYb75VxR//aQML8waOdgIcPAiw+/EEex9PsHCxgcXHGrj5cICfv3+Czx90sLZuYm3dgqcE8JQQj11dxjOvXoZWMvHeJ3fw0a1NYFBCNihhZ3uCh48G6Pd4+szFI7rGrA82C3Tx8IDBXLrToSoVpKqeO4KTWBr1ypyB+XMWLlzzcOFaAcOej1E/wHRAJLWJzlGCzft97G0OkTJXMOCShGIbHuY4DMr7ANvNS54VHEIFOoIxmxMLv/PbLn7n255kvTHT++HBCDc3+tjcH6NeJrHBQkHNUOR7TQ+R6AHKhQouzTyJc7Xz6MV76MW7+N4PWviL/7eNR49CVDwNi3M6fu/flvB7/3MJ+0cJbn4e4tGDEPvbIQ73Qhy1Yxx1Epw/Y+L8GUswfQPmAQURmgOgxSylgYpkoOGsm+BKI8Jzl0t442uXcPnaGfyn/3wX/+kv7mCuoeDaRQuVmo5A1zBOFDy8OZF67nkTX/2ai6ee9bB2sYA41vBn//sJ/vz/aOLZ12t49o06AsXHYauHk+6IT1YZKvX2IqlqrYhz5+uS0/LwQQfbm115dEcj4M2vncW3f3cd8wvA0fEDtNu7sFwPluNi/yDD1maMw2aEJpc5moLHH6/i8cdruHerg/u3O+j1mWnIJYOKhXkbC/MOCmoZBbWCKJhgNGmj2Rri4WaE3f2Es3RxpD17ZRZfenpJIAO//nBflnjf+c4qvvO7q0Axw1AJsdPs4Na9A9y528aDm8CDz/L7lMdeYthnFiGO/DjmcNGS3B/mYcVTHWriQCHqM2aeW4Tl5RhLyzG+/s1n8Vvf+TImU+DP/8/38N2//kiG0QmzhqqA3shQmbMxP1+GYxnY2+hg70FXnAms199cx7e/cwWXL83hu39+G9/98zsItRChFuHyZQ+vvlzF6pqHhFigMMOvf3GCD39+gt/7/afwH/+3L4sY4rv/3/v47z/6FId7zNaNcO6iiUtPWygvmIgtg2s7tLtjdHoTjNoKxh0FEZcJ3AP5HHQm0KgoJ5WZwIuEaux8QKgHQMM18R/+1wv4D//xAu7f2sfbP9kQdfFrX1/HUy8uYOPBQ2xsPESaVmHoC9jZTfD+Bwe4eauDThfo9ACv5MIrefB9YltDcafLlD/VsHyJWep07FEE4QuCumBnqJVUvPTMHF58ehaOWoEalNBv+7j/8BHu3d/BJx/FUl/7rRfwh//uK5If9Jf/9wf42U/uCOpK0wUeJv2NONWTFI6r4PxVG+cfd/CNL38d33jtLRw+fISf/fgH+OD9z3B7J8XGAQ+0NlLdhlrIoBa5xKcKm++uGFU3Q8XN8NwTFbz8bA3nVz3Ua0QaJTg57qB53MEHH0S4fj3G1maGdjN3XZ/2XiKcoJjHdHWYHh3hJubOsGzJ4146W8Pe3gAb91s4eDTC4Z0Jmls+DFJHShRxcXNgni57cxxvkhHbGFDHL2IaU7dhGxY820G9Yku1Oi20ui1E7PwlronYnzzjqdeaoNcan5I3gGrdxpUnGrh0rYYzywaWlylWIl5lIPffg4dj7O8Gch3FI+DqioerqwVcXFFxdjHFTEPBcOJgNHXwl3/Tw19+t4fEU7H2tIPHni7iiefqOHOugO//7S6+/7c7GDcjYEwUEiST2qsrqC96qC94ouQfj1UMugF6zRH5sbgy5+HKfAHK7gTK7hRPPbuCl966jNkrDfzXtz/G37zzMY72XRzte7h2voDffK2Ixy4YCKwU/SjCO//QxDt/34RvZ8AMsbYaXGgoaSZWSyWpjYM+PtlsYWwnqF9yUFggJn0qta67WNc9cWJayy6SgoXjkYET0lOaHTRbXaQJhxxTWAZFAwZsZjzkzFo0GiXMz1ZgKin8IVXGQwSqJo6HETOi6eaOFZQzHWVikqwAZSvEzGxDKowz9AYTjKe5iJAIu3NrV3Fu7XHcf9jEz96+gbsbOwi4gFFSNOYqqM+WMRiO0W71ZKnCJb/jWahWZ1CpzsCgI5U4794ARzttNA8GGLWBcRuwuOAgqp8zNFlc8fLhe1WFP6Rjkf0O3cuZNM7IXBlOjwaBuCEoS1ZlUEyyhA7+FXQi+J1IBjT8XETgwJzXioGz50tSdKty8U8XO/8b7KO4GOUiuTY7i9rcHFq9Lh5sb+LkpI10nIljqOBo8LggJMHOgGQaUWxi6gYGe74UF4ZKyuynFEE6QcQH3mmEkThkExXOjILCWQWFRRUzKyZmVizsfB5i91aE8WGCpJsi9dns0SmTicuZNX8uwcJqBFszEXU9TE5sbO8MsLXdh8p8qIYBOBkCNsUW0JjxMDNbQO8wQu8oH0rLISjlgooOjliykpMhF8BcGBRlCDM+HmLSGudhQyQdLXkorXjSH3FwyEy87l6Izl4ogznb1YBAQ9QyEA/5mUdQrEhyJ+lcIC2Hi2ViCCVLLvtX/DfvETrSbU+X/w+HNP29WM4EFEZRHGOVc/GGVWevyww8Iua5WLCg05Ut+GgFnZ0U3Z0Uc+cMzJ0zEU9DDA4ngrz0E34fKePnkFH8WFThlCkcokggp+I4jDggZnqYSlY7RS7lgiUVB0DE5SuFMTo/wgzZJEbEfLm9vBqrOhprOswyACL2zVSG1CwOZljDfia57L0mMDrR4A80VM4ZqJxj3+EjnuaLei7J2TRTmE2xRcT3ayt3on+BActJYOxx8vcqZ/uSlcw4JA5V0hRe1YFXdRGZOsYq5TYcC42hWSGefXoezzw9h4NbAe7+cojj7ZEQpoI4kOdBY7aB/miAZruDIIlgWBYMyxScPClicTqV+B5+/4WSI8t49mXjMBRkcMmjACREFg0w6RJDnqG3+8UkNEWl7qE+WxSq0nA4xmjIdwE/LJKh8gEvBeBQAhmO0aVOoUIusedglv3sSM7wTsWWys/0iQi3uEAmzo/3HDPnJXaG6FQrd4+z/8vBhBws8MKwpG+kYIyDWj5y5PFqkHSRiyaI1wvDPEKHM49iMUeRMkf9C8Qd04k44KXTga6VNMp71nwqyMUAR38UsWvwo0R+z4jO50m+lBBstZ7BqEjEo7g0K3ShtGJ09iboHwdyn0hsSJDJ+1V1HOgMziRaXx9CsSe4+JiHixdJ/IlxchBg1EkRECM9VORyjPi+pvAqibCw7ODqs/kCeON2Bxu3u5g7q0kxaovYuwFdyHFJSjNDuYZMYwRL78MALeYkr+mCoC2VbextTvHg9lhc8guLuswYkqCIxC+gvT9Ec6cr+aiiACICWM+FGHTfFIolQWNPp0NBeK+uzGJtZRYFK0DBDnCm4WB9oYL5og2XLsaMgnAOaCc4Gfk4GPhoj4H2xEWbiFBfzwl3g1DETBOfkVUUy5Xx2pvPSm3v3sD23k0MuwPpPRgpcbw1wcn2FI7hCoUm5TUS6/BTFT4Y1URnE3GdPlyvJ1WohKjOGSgxHiwoSg27Iww6XahOgNJyJvGdk5EipYdVqe6Bj+bOAOEowJUn6rj6RB0PNlt4uNWCXfSwuDInCEg/HmAaDxCEUwTBFAt1C2dnXSRjE/dvGti6b8CteHDLHvRaC2r9AJnBPEQDicxY+D2pqJSJbNbRbmXY30twcqTDUmdhabOYtLcx7exgfb2C519axXOXF/H8bBlXKzb6vT30unviihv0gFbgYztrYifroqcDXR04uKVi7yPmhtuo1Olc8mCUXRgVD93+AL3BAHZqoaSV4Ckugpi47xhKaQql7MMrpSgVgXopwlJpgNnCBEHmSXWOPTQPC2juR9i5f4LWYRdXnqziyhMVzJ9Zw8zSReFCd0ko2+3g5gdb+Oz6FmqPlVB/rATTGUONO0jjEaaxBz8poGS4KJkegskYg14LtXqC196s45WXy1g2xljWx9CnKjDW0DqMcPNGF3fujTD0LCnSXU6CWMQFJGOljMHRElh6ijDNRDAw7KsYdjQ4lolv/JaHb/6Wh/sPRrj/YCxIc4qPakUdyw1LIgR/+osxfvKLEUZDxuKxrdGQFGzANVGyfClTy2BwmZTR4cUhuYESf33Dxqg7wqg3Bi2DerkAo+pB80zoPFduNHG80UJJtXGmVsOia2NWDVDJAjQHIzT7I1lIh0PAKSpYuqKhvqpjt1vCTrck7vjuPsXSJbzx0jKevVRHAwkaSoK/efcB/ua9B1hbLODrzyzjyZUK7m40ce9BEzeHY9wkfttMYZWIIDVgBxbs2ESpGKBUCGAbFOsmQsc6aqpo9lT41RTTagLP0FFSDRQ1TehoFU/F8hlTyrOGKNgjlK0URaKxVUUE/JxvDSimFAGUKrNhooszZqCPEmxuqHi0oSLzXBgNF3DojPRlmWuPLamnLp3BC0+tiiDl+s3PcH9/F9qMDX3WQcyYkYSZnBGSZCLPU6KeGd+VBJ5UrxvguDWAH/kSneayPOa1awgLCXwvwpkZA0/NuXh61oUXqHB9BbfvB/j4to9hZqB8tgTFdfDwToyHdznkr0FBDYbnwKyaeUQJ6YYJMJ72MPF78p7gOYkKJRFV0fV5iqc3nUhIMXTvEfUahx7SYBZJMHuKeeailXTJ3OxCYSOJPnEylYgEzR7CLPRhegM45SbcchPhlDEoFvxBFZP+LOJpHbpWhq4U/2XZS8cgoxXypYCZu4s1OsmmsuARg1GqyQJZoUjEZdYto5ruwi3ck1gTZHOIwgKa7RitdoJx0MIkbMG2a6gUV+BadTm78r5QUxtKYiEJSLrSEQZ9hOEhwmQfVmUIqzygGkXi6crVCpaXl+HaDWzdVbB9l/eWlxcHvTzTklxiadBsHQVDQZEUGhJHKChgPiwX4NxL5YFyeRyF4Ma5JOYckrRBmofyyhfBJF/mC+Ag41ycflGR2UFJxlCTHhwzxOKCI9U8SdA8SeFYI9RrPVw6r+KNV5fxwuUqBr+4jf7Pb+OjgzLeb8/j9sjFfpSip+n4N68+hm+/+hjC/Q6at/ewcRDhk0EBm77zL59z7jLUBG1u8SyaQqYA7CNjcbbnESmGSroK0dWnWcCKgVSauNO4QmHdceNEsV2QF79fLUAaO4inM0iCAlKMkWIiyGAKzWUJzDMZj0tfzNnVnNBoZhGsNEAwaGN/ZxOt4z0RTjQYsVLJTXcUpLaafZwc9yVSaDrljF+HanBxz1kUF+c61lfnsL46j61Hh9jePMJ0SmkjRRQG3KIHr+hhPOhjPBiIM5V/Kp7OqMuMePguOkDRRrE0g3J5HhavOVB4UBbxsdw3qY8smaBccrG4uIBSuYTuoIvesCfGHRYNfJO+BtMEHns2wKVnQxi7JzB3m2hPVeymBfgm0Kj2UXIZcVjEyUERg6iAcVqQ/FvGkxr87ANLKIKZliAjhp+xJFkqQk4acCg4pmljMhxirmRhfb4kuetVp42a28FwzMitFMftEvZPGuhPq9BsDwoPzgrntiM4egxPT2URr/hdWMkEV1eu4Oq5K4iSMQZ+U6Jib26l2OoCqGoATQmxgXpiSARNUFQRmCkmsY9p4sMMU1hhJsZH9i4ShZKoGCUagsyCn3GmNCFCV1zsnuGhYLigfMDkt6ZPYGgjJFkfQdiCovqYq9cx12jgpSdfkSoXGhI7wZ3VYDqU8jQNBQpnHAuJa8lCX4TISDAc7UiVm9toHG1h69ZDvP3RJn728Q5OCjNSwaCPqN1EFkxJnjUz5pCcXXclq9Cuh3BqASZcwh0o6DUzHB9GOD4McdVSpb70pTm8/u0VhCUN/9ePNvE3/7yHuG8iHnAiwibalz8MHRpc6oqynJuGL+KB+RCV6QkHExEyg/xvXvBUO5zm3MtVy+aROcJ0r2SYmdOxfI4KQKq2MyhBhoaRoGHEeHzRwlNnHdiVBjrGAo6VGYrfNxgAACAASURBVGwdPMLmwSNpvokEIDY5prWezQxV5TYwu+pibsWVHJK3f9rGw7sTcbyyOOw7s2RgeX0GyxeWMQ0UvPezh/jk/d3TfOM8APo0YlVcAKL+ELWgQHhzNbDYgHMv7hcOaTXRoCa0ECjyTuGdJ14SRYWWhKJQaDgZlsvA+rKJa09WsLJewMf3J/iYmSmHIfZPQlDs7c7pcOd40fFwn8FUVVGTUTWZRswGotpARcwXqah1uR3kjWfkzgc3FDQLczlYyZQqUMAfMnuIzWMKp6QJBq86r6O+aKA+R/yqiXLNwGTkYzIOZCjdb00FcbSw5GFu3svdUBUPd241cfd2U144xPpRnWwQTWep6DQDtFsM4s5vImKqfCpWkzzfynO4KIW4RNwCc84UeDyMcEjmshE+zf1Luaw25IUfcfgRKggDHsp4EeYZMnywk9eecrvCDz4lWteAaXKQzB1+IEW1XUxsN4fDKh2gVOZlGE8zDP0Eg2mCmFmNzDaCDo8qR01DazxFazKFbpiSI0hXh0IXL3+uU30LFd0sDg15kBH8gc8/JxFtdADnhwBxiTOfV9BtdBifQsmpXFepolclu5i/hgIVgwx9ya2mg5rotDyjOMlYKUpcnFeAUoH5SK48gMNxAD2N8ZUXPXzlxQKiQoSeEeCgFeHmr2Ps3M3w5pKN31i2ocypmM4q2PIDfLo9wsYxXfgupqGHk3sTnNwbSy5Kng/KnSbvgCzPVbNyaRiV325BlyH/zKIpuSms/kmGzn6eYTRoM9eOp0ISAFSYJvPFOdTIs5L5nKCeiU76ildCxSujUE3h1EJYXigOhWSg4PElXWplbRbLjy2Du9Yf/OwBfvreFvpbQH8b+M5vL+Pf/+kq1h9T0Eu20Joc4O4tBXc/V7B+tYQnXy4LfvT6z4a4++EY05MI/nGI9aeWcf6pZdx61MfPf7WPz+42sbxkYGlZx/KMKbV0roal9RmMowy/+OUWPvzoAIpP/rWDbj9EqzuVa16R65ZuitMXsBAEcmVhftj6wl1A7FEqOJz6vCWf4eyyhWI9RaFGNW4qz206p4d0VjZjdI599JrMumP+oyHPWRlqckyVcMmcyIDJdPMscooCSp6DxbkS1s56eOk5HS8/y4F8nr3++cYUH30+FefzTF3HTF3D2bqCszVFVH4cjJZKJVRK87DNKm7ePsBntw/x68+G+PDmRJykSzMazi0beOPrHl7/uoubn0f4+S98PHyQN+djZnypIQItlDzMmQIVY7znYozCOEfIaVzgQepiw8Ar6yaeXC3j3NlFlCo1/NWPHuG//GhTllELMypqdR3VBQeFmikuOmZVr60ZuHLVxNlVEzPzBqYB8N/+toe/+9s+XnizhuffrGIcTrG13cFJi2r5AspVD7sbPnbvTzEzW8SVa7OiCP70+iEe3Grj7JKHM0sunrhWx5NPNVAqJ+gN9tEfnWDsaxj5GrYepti4R5eKLnjiypyFSsWQz+/Opx3cvtGRBX25zkOdLk6lcJrJEqtgOeL0YJ5yv+/j+DBDu8XnsyrPxYVaAUv1Egq6gmwygK3GeP03npEaJy0cDbawsXuIG3ebuPdogE5TQ6clukkRKhF7rGsBdJ33pQ3TstFu+mi1OOili8uCRVy8R2VnhieebuDJp+twnAo0rYzDwynefXcDH324nWdCxhrsWRXOkgqvaqDoWfLeO3kU4PhRiPVLRamlsy5mZjnQBH75T0f41U+ORQsYZwmee76Bb3zzDFbWHBy2Ozg46WKXmLF7Q/zmN67gj/7tc+IW/Kv/+gn++w/vIGEjlqlwS0CxmsKuKjDrGmArGHRCqd6xgv5JvqwnapJuF0H3iNOeAgyKbjL5d8xBe/JKCU9dpcPVxBNPWOh2RjjY68uSvjZbkmFRfziWmoxsjMcedrYD3LzZwYMHA4ynRNZwZ6nLEoYHXF7TdECxEWhUdSyvWFheNeHYfFTmSw9m3+T58RRr2VBSvlNMTCchmidttFt9TEcupiMHT7+0gi+9eR7t9hQ/+N4tXP/Vtjh8+PxNOGSOY8zM2lhc9rCyUsL6Sh3nV2pQkiLUtIjtR3u49dktPHx0gGYvQ3cEWOUc56kzn9ONJXuSOcNFj+IMT2p5zsLSrCHvq06HzW2E45MJjo4n2N1LsLuboNdPpalhHqa8x0TZmkceCI6Z5A6qYesqKjMals8VsXSuIAOA6VQRLPbe/b4sgkfjCKMR0Yr8NSZUK0f2iOCOFA2+P6lmp3uJQqqMb2hT3KZ0l0XoI8r6p81qTkNJIqIwVfhU3zMfzswjScpluuptzM5xmUzcNc97AbLYl9zE0E+RBCmsLIGZJbJAYBUKHP6HqFRTLCw6WFhw8fYvfbzzyymOOsAUGryKjgsXbSydMbGzH0j121MMO1NBVfsBzx0anArdnswDZXyFKrSF4ZGPuB9h3rQwZ5rIBhEwiPHSs7N4880zuPJkDb8+OMav909w/YMAH34QioP28VUPqysWqkT6NzTsPQqx9yjA9glz3AcYB5GcIVxTx6XFmtTJcIzNVh8j5tbOGUgdBaPmROqMaWHZsLC8UMLiShV22cH+IMLBMMbOfg87B31ZKlXqjHBRkYzycxPPeSzmOBbLFjQ2fXRlBiFS05Jidh6/CyISqcLljtqhy0zjwD1vdtk/Mo6DSFbeT2yUJYtwcRHt/hAPtvdw0unlqmJNRbVeQqVeRjAhLpcY1zwrWiI5NEMqX37EmI4YRTHGZBDIwopluMzT1cS1mOVKVVl88OwoC+AhBWuZuMfEUR6biJlNdJrZxne3RJDwmpcsKx2WYsOmyj8j8isStwXPoLoJzC9WpJqMdDgeynlBrm8Cf5jZToqAUYRpFhBEPoZ+T8QjacSYGN4HVMOnUGwuXDhTy518JBKNDkKMDiKkEfPF+fznmS2PDcnvHYIBcweAXlBgVRU4VRUVZvoumhgLoQUYHUUYHgbweWajgEYDZhddzC06KNRTePVYKC3DYxWDAwXdoY8eRZ2WAo2cRJsztQQqUXGyMDMFQZtFOoJRjEnPRyRuZA52MiRcHlJg6looVSg8Zv7sGJPeNM8pLBgozFoozNso1Gxxi1s2BXFjqWDK3CwSKBIEYzFWyflaHuanyED2JRQGGDxYi8pfwYTuTUb+kDRU0EUswe+Ix6nBYYrBAd2zvBYy2GUVTkOHO6MLVIz0BcaTiGnQVMXdzedldzNB51GMuTVbihjOzh7dzKHs3unepYsIbgazoMAsEjGtC/LeZLyKQMtiTPsJRnRXqCaqJRclz8WgN8Wg64uYwGDGZ5wh6MaYtmNMTlKhmNRXTdRXLTh1UnlycSXJkLq4gTSoKRfARNTHGPZShCMKCTWUmdm+aMKfkBQ1FUoRI0oong5iZkdGCJg/2cnjiviZ0dXDv8+ICCclSlKSOCRL5f43KWjm/WRYUA0bRsWB0eCSENCcEXSbCwRH8KHtzQhHd30M20S/cgiWSFYencNE1XIpzPvd5oDcNuX5QBctl80yWz6NlKG7gg5jCkRKJQfloiPUGCXzEY1C9A6BwTFFF6wEhZKJUp0XLGMUOCehzenUbSSH69wBTKECryUun03LFCcyl6tRSLrUWP69XbTgFEm6yhe0onPguICfEfelCcRtzNK4JDcE1IkwShBxMUt1eka8b4oozIlrNGhx1swlcJ7lnV/WsgBmVlyawCsQDcpzAa9fVdwhgfSJ7DcoeuD3lJOCKAjl8pco6Fy5pcCPiIVNkBB7PT2N22bvyR69wQxo5rXbKDgORs0Qnd0pekf+qXFKEVy8zjgky0BCNqSrQHOZFx3j3EpBqr3vY3+DbttIkKfsv3k/8OlUKOqCUJyZsbGw5MKyNDy43cWDO10snFewcIFDbxPTgIvPIjR9QcqPulKa1oVp9aEpUyQUJ0QKygUTZc9Cv01SCUXXQKlMkgPQPVbQPeazPROBM7PAKdjOXdwaLI9Z2Q3U63UGCmASEs8cYHG+isW5CnSMoGcjVCwVdddBUTegc6EZEQHvS7Zue+LjZBxgECgYx55k5BGHOOW1ESkIOA+J+T2FcuZ5+vl1qSBoww/aCIYTBETU9yME/RQB4wY0F7buoT9KBf/bIdI3SQWby2URhXJeeYxiZSIZ7MVyigLfW1kRJgqCHR+PeB+FsCpEpDOL0UQWmzDTEsy0CAsF2IoDneKHrIMk7eLBo5HQeOxSEYurcyjPmEiNHlKtj+FoiuHIx2LDwsqCiyywsH3Xwd6mhYzkD12FPTOAM9+T82aamjLPSad8h8SClWYNurosf7tNC1pchhaVEfoHCKaHqM3qWFyr4NpaA2+tzePVM3Wk0wGyyRB3Nrq4cbuDThBCXzSAGQ17vo9938fw0MR430YwICqdz98UesWCVrXk/giIjk0M2KkJ/iV5gSQXlhIYpRiWPYFlDlGyJ5hhnIEdI4SJiLEyQw+jQRGjrorukS9ZtrNLBmYXDZheDZrTkPNxp9lF87iPo+0BjrYGknleWmVGdADTmEp/NuHMJfLgwATHyeEwEAFAvZ7ita+W8PIrBZyzNJyjIngcIeoH6DZDPGR00q6PLjOZVRXNIMWJT5dpjNEoFsevYeTGGi4yQ4piYw16ogkK/CuvVvCVV6v44LM23v+sLW6klRUHcw0DLocHQYq335vgnfemMicTp7+mIjl18lbcCGU3onZJIgN5to/4bNE0IU5WqxbGwynGgylizrc4U/OYJ1+AW/fQ3e+ht9/DrOXh4swczhVdzOkhKkqI4+4IR90xIpIKmeHKYbjax1gfI3HKiJ0ymtsBjjbGKNsGrl2p4PGLZTy+UMLjiyV8fOsYH90+xlzRwrWzVSxUbdzdbuLu9gmaioaWomKUMRKMRLAY/Q6jymLJs67VKd6PuG6SrPVOR0NvqCKp0iWbCGnCgQ5HVZmIJq4/Ur2Wz1ooWmMUrDHKPDMyPoSEBT9D4GcYcaHAWSijA7lgi4FgnGOD93cUHOwo0D0Hbs0VwRoXtWEYIhtpUmtna7h0kc5SoDPoozcdYqJFmKokGH7xbqDwKKdcEfusRbrEmflDLqJDjHzmW1OspMgSmC4101Ywv+Rg8ayDMxUDi5aKRVIMexHiXoy9VoKtVopBYiP1ynzKoHkInBzymqJgyRKjU3JK9yRpyNIsJBnFWRPpCfPMcpqsKESnmWQiZdghLNK3mBHN5W5sQYlngLiRE7uyXOwsDmCJZeQCk3NHX0p3+rCKHRjuAJY3guUyC91AwBrV4A+5TK5CUzxoqvOvCOiM704usDnLt6QHV1RGAPjiMqSpJ6d4mDLTdQoRnAJzxjdhu49kiRMFDQS+h8GIEUEpplEH07gDy6yi6KzAMbl4zilAYtggmXKSSa8SxQMkaCFRTmAUpjAKE9gFUmgcFApllEsN6EoJx9uaFOkgQgiRaEGSfUjAsGF5NhBEUjwP0qnKebOQQCUOJSfo5FSSUxewmPHyWSRnu1/wk7/4O6Epy9mF9zTpVCE0bSJCK8dlDJeJ2qyJ/cMQB4chqtUIa6sxHr+o4+VrZTx51sbwnUcYvvMQ1/fLeOdkDncmDo4oCrAN/P7rl/D7bzyGwcMD7Hx0Hxt7AW6PqtiNitB4dnB4tsxnwwYjALkAJl2M8+3TBTCXwBINKevSTBzC4mFWDWR00Z/OI2RJRXMXyTZamDs4dWLFOUO1kYZ1pBFFVTkplK5u9gayMOf3/8UqIuF8/zTGg//NjO+vCQbdFibDLopeioKbwGMUqpMiCnwMehP0e2MRf9BIIQFbfA7yiJUl0jOemS9jeb6MZnOIZnOE8TSnBPK7KBRsqUGvi36XdFqaxUgMySkBim3DLnt5OWXYVhWq6sk1y/es4Kp59kuIRJ/KDKRSKcFxbYSJL8WIEy4jh/1YZjK2neHVtxx86es2cPcQ2d1DnHQSbE9MjEgUrE/gFH2c7BdwfFBAkFQQqRWkXIPK/UosNfdSOWVG6DPciSh63v+kUymVz6c4Q8VRMFNWUHQimPoxTO0YilKAohbgT8sYjioYTiwRt4+iBJlqyfdrqAEsdQJHYfkoaiGWyzUsl+vSh/OeOxlluHeUYKufYmIkGOspChTcUdSppfDNCDGVKuTiG4nE0tm8XyLOgHgmZ2yBhQiWzHZJDxEiDxgrSmIiI1lpTcgjF0k80lXuSScIoyEyJZDerVr28MRjl6Xm6rMoFcqS7cwjeZQpKGoKiiRaZhlGaYqBT1rkSERqk2gP43Af57QezmsDjHeOcefmAT795BA3pwZuTA340wlSfyRxQDRJZ9WGhdfemsdrby3gwaMjbDw6wsFOiJM9Zv4pIgLlkGwuMjEXGXj9lXn8znfOwprX8NfXH+LvPtrBZEeVkqh6LnUVNkE5EilfYuU3HRsJYcQzKFxVkWghUj0UNJrkHXEvSRMs78MxDzAaTDWGqUSwKjwc5jk0QYvYZ6CSZqhmKd56ooZvvzCDrGDieifG+yd0EQ5wsjXA5TUTzz7u4OyigRKbn5IKo8bcWg3NWEEzUfDR50O8/U4HD+5PkA4UQYy9/JyLV55z0A103NzWsLXPwdsQ09ZEMjcdI0coCz6CLyoiablUFBHNKR6B2CaildhA8aPgoJJ7rViHnjB9k4PLPKuKpghBBsQpDCpU+FzRgbmahhcvOnhy1cLEVDE1VNy4N5WFSj9K4c3p8GQBTGdqCku34JIvycP+ZITAD+Tw4LPh/uKpTTltwAGCCrMUwSjHKFClwKxROgJ8UwZarfYUg5GPxqqCmRUF69fKuPBkFYWiKVk8VJ3fvzGQiqO86V09X8RLr83i/MUqeu0M/XaGjz84wSfXT8R9uLBoSQh6wJzbIBNcSOuY+A8uXA1BUxFXZ3gZls8WceZMSRxplSpQLCtwPFUcTKIuyFJMRhHGg0hyQgctFZ2TDHvbPva3fagcfNmZZPzUa6YoFhVOHpIQrmXCNU0UPRuVgi1KeipfaJ0gMpZYYoPNmmGCUbyDOEYvjNHsp2gRk9QJEHUCOLqNxkxDhha377dwe6OVo+NOQ4v5/ctL0iR8ny4wDW4pdw5ILkOYySCZ/5sL1/g55Kp4HmYks4CZv6d4EcmXgCH5hMyc4ebOs1wU6DhGBI0DxChCGEYIgxiTERf5wNl1liLLvbl6A66hYzzoIgkGuHBRw/kLGnX2aAUqtndT/PodH49uBHhr1cLXOTReM2CvGzjMYvx6b4S7R8z4KEodbQ5wvDkQDN0X3H0+AzhgkUwOyfXjsF9BuWbh3PmyLCKY2zYZTXGyFePoAYPP+VNxAUo8XB7ERreZbVLhriBkyHumwnQCmG6AixcW8diFRZRqGXRngjAYYevmEFs3Rnjr5Rm89fIs5s+Z0GYVHI18vP2rLt6/PkDzjoLmXRW/+y0X//5/KeDitRS+08fUGCEaWAgHJrSyC73u4uYnIb73Zy28/w8DFMwMBTPFtVfO44mX13H3UQ8/f28bNz8/xExDx+yMhmuXa3j8cg2VuiVD+4PjKf75Jyf41XttcYRzqEY3Usj7nt81c1D40BBkAgdVzAjj50g8c47GloYsgCCumbu9uOLhzGpBluhDv49R0EM4MhCOdfTbKdrHMYadPKcmYSOncshO5SKHvTysUGzBQ3EgDm0WBz2U2K+cLeKVl2bxzJMlrMwnWFlIcNjt4KjTxfUbAT74KMW9BxnmZoG5WQVPrat4cl3F2nJFkF+FWgGBqaAbJPjh3x1LtZnFm6YoMP/mnI6LqwauPWVJ/eznAb7//TEePOCMyZSFkDMfwJ33YUYmrNjEZER1E1F3CcozKioNDa2TVOqpMwV885kaLi+WRak/7Fv44Yf7+OH1A8F4cplJzPjlayWs0+kbpFLlkioZ9xx6MM93NI7x7i+meO8XPl76WgUvfq0qC737d9s4Pp5gZbWGc6s13LpBIsYQC4tFPPfCvAgu3v37Hdz+9Qlef30Gr78xi7lZE5USnx0h/LiLcUCcVIydgwj3bqe4czNDoVbE86/PYf1qGeNhgPHIx+cfdvD5r9uo1jWsXXYFn//g9gQbtybwiqq8u3g0jMNElkTMmKQar3San0mcZTxWQVHws+vAMxccXHvmq1LHnbt4tPsrfL7xCB/d7mNjb0pepQzLFDhQFCqwKeIZIBj7qNQdVOuu4K077SmiKeMADHiOgsXFGCurGn7j61fx5tcex6/fb+Hvf8BckjZa3QG6g5GIi3itFZc5xGB2HRHkdEoq6G4b6G4Z+J9+fxHf+oNFjP0+7t/fx91bR9i9H0nJMi/O8NrrZ/CHf3IZZ9cs3Lh9H7fvPZIhVzhI8KVXz+Otb17BeAr8xX++jf/2g0eC02zMe+IK7PUnUN0Y1bMKnLKCSSfFpM08KaC1z4HeqXCYFhjDhsKcP4VNnQ+NQ+1AwaW1Iv7kT5bxrW810O8dYdA/yheWnoUgVHBwEKLZJBq0BMstotVMcXgQY3tziof3RzjY9+XgJsUlFdXERI3aJFkouESn8gUTS/MOluYclD0DrqnJ663XT+T3vn59iusf+JKfSrk0FbkxG7kEOLc0h3PLcziz7uHMuoXjowHe/scd3LrRgsZcQ8eCzzPA1MfVJ2p48UtzePHFZaw1lrHeOIN//OlN/NM/f4aNrSaOOxMMyB/kokJVUV0oSJkO3b+RNN8lL0CjkuClp+bx4pNzMBQ+Y3w8ejTF+x+M8OlnPg75GZxkiJhjw0aEWK5TBKQ4JvlMiziYzmM2GIcgw3nm2hYyLK+YshCfma2h0WggChRsPWxh+2EXuxtT7G1M5R1am9OheQoCIntJ6ghNUYZzq6OEPmI/RTjlPydZgXhPB25lIsU/U8JsJSpaxxn8aZoLvNUMtZqHmZkiCly2mIxfSNBt+uieBCJy4tK3YOmYq1mYoYqXFBovQn/sSg2DEJNoArcU4itf9qS2d1Jsb2f4/LMUH32coNuJsbQYY3ERmDtXkWp3hzg47ODkKMbhpoXmPhEYARTTR3lZQXWFYqEM44MY4UkCY6zAGKsituKS843nivjtL1fx5RfK6Dkm+raJ733/EN/7/hFGzQxVw8HSoovLz3k4/4QLQ3ekPvzwED9/exd7R0NkzD23NTx5YRZPXpwBpT+9cIy+EqOvK+hHCbp7Y6k5S8esqeHSmRqeuDCPWtXFdn+Ind4A97YGuLc5gF22sbRWg20Z6O1O0d+finLZn+TYXY3oWZ4VKHSjsdv1pIjyjuguJGYxTvM6xXdRdMPBoe0BbjmFbuXCQTqCmTnEyswYASaCJ1M0A7puolgpolguQgkdZBNXliJBPJaMzuFoLEX8J8WPEmPB++10sUIqgKpzmcNhdSbYUiLi6fTjtcRfw+ExBRzlGmDyMjzFeTHyYUqUInHjLh+7+QKYn8lcfUbOY3EaYBqMMZ2OMB0NkEURapUaapUqth52sfWoI44+hYI6ic9hkZ6SZ0WaFt8PzPakuIJUG1UQfsyulaVzMT+DCbI6UjA5SjE5pMgkV91SwEjFueDTifjnGYENKrdAAhAial1DccaUMomwdQwMmiGOH40wOPHJ05XWZ+1CEasXi4IVjjVmDIZo74Ro7ZEQRecCsXEKYi6c+Apycxw79fcUwpZLRVRKRUy6IVq7A4y7viwZiOj/Yqhn2waKBVt2toMW431CVOcdKSLbvYqGWqOCen0O1WoD7VYXnVYXzaMeWoc9DJgbnEbiZiRWOhuSG5cvtGw6JUr8+WipJCKaTv5AKEV0YTLTk98vl2yMQhgfZxgd52wDnnftsg5vxkRhxhJXJvfIIz9Eb8p7GSjVTOiqiu5GhM5GiNkLnhQzhlvbY4x6oajO6QbXCgnUQgq9ABge4HAJWSnAKzqIgqkU+7BRJ4al2ahVSih7BRzt93C43xfxSGnekIHf4DDC+CRB1MsQ94DaioP6qiMxPk6NiHIu9pj7x15dE+Abhz3tli+ZdRQIUihVniF+2xIaQfvIRxKlci3bloaIOcPMDaOImGr6TIHFPGNdRTTVpPhnYclLjrhkhb8ecEzmQubo3uJiEbMXq6ie0eHVRjC9MY4ehDh6GGJ0nGB6wucwBRiqDP84pJQMN/bfxBy6NrxyURawY59O4REKZeZ/W0izCH4wRRhHSEiOUDLJYq3Q2U2xKZGUpDZ1M4w6GYbHMQbHieQ604XNnkwy5Ud8UeZuI7Yr7G94FcQUkSS8p+gU0mE7piztiUoOgokso3l+sN1c6BL4XHblA1k6atNpSpwXinUXhZqTCw2YtRxHEkcymfBtl6Ojc+1CHtgnaHrSYMz8eSBDRIUOIoqVQnGFOMy6dxXYninF5RZzSnkfSAPKGQ3HD2LoJ2qPPQNb0FzQHsSZoE4lk5TxO6cwDsNVUZg14M0acAwTtmEK/rm9O8kXwKc5ea6eC81j5gnzeyPVq5aiWFcwv1jC/GIRR/dH2Py0i0EnyB3wFNzkZEbMLxdxZrWEStmCqTJvOMHDO108vNPD0lVg6SqHwg6i2APQQLl4HqXieYn3aXd3kaktmC7zzyaCoE2iDGXLQJm42dBD7HsiftBl6Btg634eQ2EoDjynKO/+QXeA0A9QqLhSC/OLWFhYRMLBYTIUZHmt7KFedhFPu4gnHYkG0nn/BBTZm4gZDeCHGAf5c6Hj01miIVELSKjWyXL3iqYxG7Io/X4Qj0SEd/6xulSl5KBaspH4Aab9MaJxAEexpCzVgaW62Dse49ZmB3vNsWT8TZnflwUIMh/FWozKTAS3GMGxJiLuK1gFeFZRPpcgZOQQ81F8ec9ZupeX6sFWXKwsnsX5lRWJXfr4k+tSGxuxlFMuY2ltDlUuOUsdaG4XnY6PTtfH4oyF1SUHWuricNPD8Y6DoR9IefMBymcC2GXeP6aQ8vIF9xQ2iQd07Q8d9NsuBm2XWwKpWGkiUZvI7ABKAbi4WMQfPrWG37q0jAL7kFTBT97bxt/90wN0wwSXnz+Ls1fnvR0C5QAAIABJREFUcbfVw71mDwqzA5OiIL73947R7vWh1nRoVU3c6opNXCV5+qQVqCgUXRSKjKJQ8gx1rQ0l24etDFDRSVHREPH6VCkypJixgCR0EI1sxFMTqhlANQKMAxX9qYZOd4rWUQu9NoldutDZ3IUA7kKIYjVDoUDiB4kFDiahCyNUYUYKwn6McTtAow58+WsWXn7VxZpdxapTQ9IfY9Luod8lySoRqlbLz+vEz9D0gdY4Qpv5k0EIw6ZoJRMhWzDIULU0zDKCZ87BC1dn8Pzjs/jRB/v48fUD+V5ffLmK5UUDPpcXTZ7/fbx/PRBKk+yQaKqg29BQJGKmVsygxCTPsRfikoYRAAoaZQuNsilGkilJgJxX0oFomigv1FBZqGLSHWHSG+FsoYwn5pZwoVLAnBmhqkY4aI9x2BkhU0vQrCqawwAfbjzCnf19zJ2vYna9iuMHY2zf6Aqtb+GMjotrBXz12XNSg4OxlEe8NHsmhfuME9w5bMIol6GXyhgEKY57U+yeDHF3p4edkwFmlxzMLlGxG0huN2kMw4GO8ZjkqxhaJZbZLyk2fFbRyEDk65mzNpbP2ihaExTMCcoGUNLyBXBuXgEmaV5cADPxbxKmGAwpKE/ROgZaJ4DrklzgyqxoRDHWJDdvjYcZZho2FhcdzM56qNWKYro57nWkaEZhURyURBSHcfDuQPEdDLsTDDsTiSyg+47xIRRR837krowxGc9fbuDLT83jTNGEMQ6gDqboHk7QPRyjn6oYqDp6kYeOX8ZgWoQ/4eLBwKDHOW0EgjPGE+4W6CguwvWKgk8nEl98LzyKSW+W94kRlyQkHJpEpXLxxv0C57U69KwODXV5J+eZnXmmvOS1CuKa+wgqqgIYbhdmqQnTGcp/z7AY7cY8b5phqgjHc0jDyukC1ZDFkCwKaaKhKkgWpDaDaXK8rEIBWJT//enimQJIt+RLWdY+TGsfkc8YmBqmUyePEuOzNekhSHswtCpc8xxsoybvbUNTEExiqank5hLBPQSMPkDhkp2TLMr1EmqNKhy7CDWjE9pFv6ljcEJCKpe1PLNzMUoDjo5CuYRCpYhha4xBayzxVdzF5GcImtfyJWa+5M6Xcf8adJvvDtirf4GElhXqKR1HZ6wGRb3hFHHIRT1//imcUgKPgrCGhs29CTb3xlhY1PD0k6S5mnj6nIZLtQzjX+5j9Mt9/Gq3jJ8dzeDOxEVLAQLPwh9//RL+5GuX0Lz9CHff/RQb2z4eTmdwmFSROSYyx5KsYS5cSZDh3IbnhJDEU8nOJtmTWGSehhLoGcmo+TlWGimNKzmZtMv3zHgt7rEotqERgM9oRq4pYLRKDUi4AD6NCDtdjksclSDA83BhHkV1Xcm/h9PsZIpxM0HfBDA0X0pXfWgqz8+MEwnl2UfxDOdZNKCRKpOn8KRCLppl7FyZ59ksL97v44mY2kqeITETnU4bnXYLIWdamgvVLsAslmCXyqhUihIppWsuFHJIEk0MfhQRioBT59k8QBwGIs7UDU0igwxGFtlc8OfY8G6brt4B3EKGb//xHP7NH80j+GgX4Ue7Mu/a7AB9xLBnQ2jlGMd7BRzve8hQh6rP8FuQhbKf+oj0SGh/jFXQY4ouHGSag1RREQRDBMFASBckXthGBMsYQ1UHCNN9ROk+ysVFlIsLMJUK1LQgRIvtdhP7vT4ybQGZvgg1G0NFF0WT8RNA3c1QTCMU0ghVp4ZaYRbj2MKjXoydYYym70tRUMB9LxHNfjZBokUyd5Iy8v0RxchTCtsj7iY9QHdzAyE//yyP1KGgm78HZ+5c/tKpnndXNCwmCGKaZkN4Lg2PKs6fm8P5s/M4t7yA5aVF1Ko1mHYJhlVCSU1R1FKMKBocjLF/3MGDRwfY3j2ArxzCVw9xbQF44ZwOpzdB63Yb2zda+IftMf6RxCQKWQRfz7mcomZ0cb7wlbrUvdsd3LvTxslhLBl5FNLmWdoZvFCHFxj46ot1/PFvL6J+TsOPtvbx00fHOPgsxeFndJXlA0quruSGIMb2i9Bl+aEpkqXSgLZlMtpDxGoEjRluloqEQxOb/HYFGLGYH5XCc1OYZQV6lbcw1eQp/FaGBvL66pNz+NaLS5jowC92Ovjnra444PrNGGtLBq6umVie1VDxFFRKKiqzOsozOvo0TkQKtg+Yk+Dj5CSUoSEXWdeuOnj8qoOtkwg//2SCew9DUVYS92doOaYvdzrnP6+s0wXpnCtSckfmab6yIBNyVyQbTuKUdOGyccAUymd06u+ETqUKB5pEUEaQXOQLcxrW5zQ0Fh00llzcuDfGux8N0ZpEsGoazCoxIbyE+OY0xKnFXCbmN1B1HIn6nAphPpQ4iOchLM9AsssJrHIKM9NgpDrUUEM2Zb5PnmfMId38moK5NWJ7bVRmHVHO9o8TtPZibN+dYvvuRJSXSysm1i85uHSNWV42tjZiqXu3+rh3qydLzZmGAcfhUiuTJbC4onSq7ZnFx+KAJYHtpIJzJtaZwzf+2pyrT+cs3RVpnsE4jjAehRj1UxEscOF8chji5DCAXgG0Ch0ZhjSMjqkiDSOkYQhHM+DoOkpcAJdcyejgyyuNppLfy1xhnbkcbFYVHkhjjJMYnXGGzjiFl8UoI0aj5mF+ZQ6K7eL69UMZpqaCluCCP1elsZuWbDETktVhUv2c8OdPEHEhFVIRT8VO7gLlzcmf91/S6tmQkynPx4ZGtY7FKy9/KCGGoztSahpB4SFIPhuqnhQU6IgomJidTzEzn8HWiVSiJjGDYQzhOGOcWTNxds3EST/D9nGGzc0Yn30YYPt2hFeXdLy6ZGDtioszT3ho6wk+2B/g88MA3SMb3WMHraMJmkfEAmXiiOSBlD87BQ46cxZtLr51FCp0jduo1ZlXYIsjo300QucoRucwRjDNc6IEcU0VIN3sNlFDERxXh1PwRPlGhZ3txWhUKlLiA4qmGPbGOODS5d4Yf/DNFfzBN1bgzMQ4RhvbvSFu3fexsRFiuqnC31Lx9Tcc/N7velh9LEXo9BBbI/lstMjBIDPRVXR88KsA3/uzLq7/dITZCjBTAZ54+SKuvfQY7m/28M67m7hxYw+lIvOiVDzzfAPPPtcQh9poGmJnZ4oPfjnAzU+GMsAWGgLdQ4Y8gKFkFGLkz0m+MHLFYv68EHy+znsiv2acUga7lKGxYGJmwYJb1HCwP8TBwRBpRPeSIUv0foeDX57u86EJXzSKwkwROfrkKNiUKrYYJt34DtGQmdTcrIULK8wcdVAvJJKxG2pjBNoEt+5H+PhGjHsPUhQtFQVbwW+8qEpdWCljcW5WkLF3Tia4tTfGuz/p491/InInQ2VBxeyshvVFA2vLBlbWTKysW3j3V2P8jx8Tp8qMUt43GuyZCE4jBiYasgnROhx+5YsCIuyKJQW9PhdkwAsXKvjOK/M43yhilwiPzQjv3G3jnTttaUCJaqxUNZxZ1jE/ryPm7xWmWF33cPFKQSZYe/sj7O5PsbcfYu8gwuplFyuXXXHZ7m4O0OuEOHumjLNnK9jZG2N3b4xSwcG5MzXJIT7e6mPUGuPFlyp46eWKYA4j5osHoeRI9kcjHDYDHDQD7O9CFLz1+SJe+Mo8zl4oYnd7gJ3tITbvDLF5e4jV9TKefWkOC0sFvPvzQ7z3swPBwRYaHIQxW5JY+jyfXU1UGGXArACTQSLYvLoDvHhJx4tXinj6pa/imZe+hs29z3Hz7tv47N4mbt2fYOc4gOoZ0DwdaWhJcfjB5oD5vLWGg2rDRq/to9ueyqK74BiCpL5ytYiLl0qoVquo1ir46Pox3v75Lna2+5LTGMaJ5J7ZVgZ3QYe7xO0JB8KpIDeduAI7LuO1b1Tx2jdq2N1r4v33tvHx9SMMWhqGLR22mcA2Y7z2xhl85w+vYG7RxHsf3MGnNx6h5DgoMWv62jyefm4JnW6E//LXG/jhj3cws+ChsejKcHcymSKzYtg1QHcyRF0VcU9F5zCRZ46qsAE1YNkGj/yIOSydTBBMppir6Di/6OLpx4t486tVvPhCAfv7J9jfO8FgTEevjpAq5JQ0Bg0RhR2phv3dCNubHCKFODkOMaRzqGzKs0+WBizmozLHvqBglsKRui75NTrzvZnTwxxQAFMOG0cp7t1Pcf9eJtm5g7GPiF1xxmw5Da+8/BheeeUSkniE4aCFve027t5qY2+XGR8mFMPA4rIrdflKBVcuVbB6toKw6yDqOvjFL2/h7V/eEqdnxGGNrsq7j8P8xpyFxryJYilFoZiIcrVSzNCoKOIePr9SxdGej4f3h7h7d4LP7/jY2AzR7gPtAYfRmaAoibyV4sCXjTrzh+jq4ZBcBN9sWPNFMd1O1XqeRb10poozZ+uwucSeJBiPYhxuBzjY9jH1ffjJVPJYInGgqIiZxcjcsSyESiQwCSDTDBHPOqktaC275MMuBfJOYraLxBUQgyWcqPy86xVtlIqOuFaZ80S7Wu4ep2OSIjJN8LqzDU0EegtlFYtlFcPAluqMffTGY8l++vKLDr78go3BEBgOFNx/mOLTWwkOjyMYug/biXDuXBXnztUQZFOMwhF6/RiHOxqO91XJ+p5MpyjOKagucTDNoV+GSEqRRU7MTBklxfPnbbzxuIeXrxTgzBbhzBbwF989wP/zt4c43k9ETFMtW1i55ODcRRcrKxWsrFTx+a0T/Or9PTzaGqHPZaWv4vxSAeeXCyhWVdhlYKqlOApicSq1DiZoH07EGUIs01q9hIuNGqqehU44RjuaYOt4jM2TCWJVh11wxfk3OvIxPl2i85wt2VE6B02nuRQ8dzkOTJdD7RDxZCILYFGEctdi5K4bvjc54GBGpu3lVAw6pLgAZlRBsaqLgFCxYqGP6IYtuZk8O4nLd2gh7dnyXklVZm8z530iNeplGPMzFdMaz2HMoSW1hecZA2lm5kLO0/xHi+5MYoyHgD+gG4RnV2bC5W50utfCkA5zLliJc+W5K18AWyYdmyVUS0XpJeKEQ4AJBp2B/Pz1ShH1ahEHexSSDOUcr9F5SicGF8kOqSkR+q1YBIs869EBa7gcMOsYEXfPbFw6OwtZnkFLdCmTrI8z+MeZiKGIc+R0h88KwZqxbxEHKvNXc2Q1EWTMmFMtHYrJjGJNBt/8DKf9WNxnzJ/LggTnHyvj/GMVjMMIneEUnaaP3mGIPq/5ogKjRPdPvrDn0ozPQQ4YoiSTn7Fa96TG3RAnWyOMWwH0iOJUuq8VWaLqmvr/M/UezpLd95XfuTl27n75vcnADAaJiCREUiAoliSKopW8K3sV1q7yP+Wyy65SqcoqrWyJ2uVaohhAECABEHnyzJt5My93Trf75us63/vANVnfAkFgZl533/6F7/ecz4HBMyKdMotYnJSdbQ+dLQ+Vqia5w81mE+3WGmq1Dp4cHGP/4ATj7qwcGCcxIqNAQrFykKEIcuRRhizMzz4bigaIeeWaSLdeLGhjfoZ0/jHrV86qhMF1CwRdZnWVWHCrqsNtmvCaRNFT/JwjUTJBXWuOAmYe8vY1uBNLrT5dwepVX/Cyp49mmI0iIRuo/JxrJDHQhc3eAnOgeA62YXOgSMJTwnz0DMGY0T/M7fLg2S5ODyc4OZiivmJg5ZwtZ3Mi9MdHCbJpgWwK1HZs1HcsVNcU+B3uSQXCKUtsBzKfDYiM7idyR6Hzmc+X7TAfXcN4EKN/EskdxjLKOxPFzLzvcM1NFnJJhs58Zbp2IiJ1LXEdsUjmIjKdzxvvLUqWlftooWHtUhOXX15Fc8tAUgywjEbYvxVi/1aEZMLohlJgJvdtg3tJSTzieY7rg+VacKvM/DawjAOpSq1E/WYFcxYDOSOwKcFzokOiBF3fcscsX3uyVBEtFMy6KWY95s0V8r3jM5cErLMeKR8R7us0B7N9yD4fo13OJrIcxrKYzUFOF/c5Uqd4phdKVZzJEF0abFzriMfOGXfkSolAhk5lcRAz05dEK66FPCec5SRyYsuimPwMYc6HkbEl/H4LXSGlU7HMIPeqNryqI4K0+TJEmCTSeJdB+pkDmIILXRBlvEaUJClxIvCPSVXpFXA4TCGMxrNeR4fb1uHbjhBr6DafHIeCgC4x1ClsVZOiAGTJPkpFRWfLQov3Gc+WOrk3w5PPR4LOV6uQCIovc0q2ztdw/koDlsSURRLzNOgt0e+FWLuaY+3pHJZXQVHUoWIFtrYFW9/GafcRur2HUK0x/PYCuh0jlHtFgYapo24ZSBYWQu4NGQXgMdQiQe+gQPeQziEHtukiCVNMBlPJf3Z8Sxy5jXpDirjajMINW4VtQCqe9xHNB8iWMaOlUTCLPKuiyDwsokQqSGMEWcxUQUDzoWhEJC7B4BJNs6FqrjyzUTaBYiywum5hZd3E9tYqdjbXYJL6xVzmmP4TlH8fcj3LMRhlOGEm6ywXwXmc5AjyJYJsAcVdQvWXMowk0lTTY7iOC8d1z+KIKDhjbh4FODz/MQ+5Iq5pHosubO3g6UuXUfNreOed9/GLdz7A0ZEhRQdwZ7uG+roCtzWEURmj2wvR60ZY7+i4sG3CVl1MunWMuz56oxl6oym81RyNcxChBbH5fB6X07kU1xeKopczD9Ohj9mwgmJuyX6uOl0odheFkyB3Fay3HHxzp4Wvbraw7VWw5VXxq48P8KNfPESQ5HjuK+dw7soqfr3bk7J0H3W/KYSJwWCOCbG/RoalnkFxDagcNlCkEZcOM353uX/XGMfUUuFYE5haF7YawMl1mHRtis+a38cqTKuBJLIwPC7JiowrYTHjdZnpmC9izCYzRAsihT04ugu9GkjZfgKLIikTmEc2gsiGRrHVskA8zrDsZ1hf1fD736/ire9UsaHVsKHXsRiMMDk9xWLKc4WL2czEg5MZHpzO0M8yDAEM00LE2nOuOzxkkdw2z6TWaxrOrxi4vO7g0kYFlzaq+MXdnhS/s699tSnC99MnMxzuBfj8swyff0aXcoGMtByBH6oSk1SvAvUaeaZlXESc5/L9h6mg4+no+EZpComZd51hzvtzTpJGBW6rUvZFUeCpVhOvrG/iIteKeAR9OcHuSYiHxxEKswrDb9L4jL3uAMfjEeqbQH0DmB6lQttgDrvmh2iv6njzpR28+dI5pMeBlMvBvklxloLjIMDxIoDj+nCcCvrzFHvdOR6cTHHjcITd/kz6sa11BxndvxwAxzTdkECowapmsKplHikbiHR3MrbDr6hY3zSxvmHC05fw9bAcAOuaDKDFFJIAy1yB6IB4dshzLOICA/YeZ8BorGE0VuFaBiquIeLJ4TCSSLGIpICkwNYmz/cettYqWG9URDixd9rD3mkfyzzFsmAcIO9LOjKi1ue2VBAECII5FDOHWVVhUnjg5nB8YG3Fx2rHx/ObPl7arKLB6JZJgOVwjuFwIdVdaOguDYwZfQIXYeGhyCtAVhEiyXQcYTiIMBhwH2OsX0WKzmLD4bmeJA3pTiKn67IgwSORInJZ0cnH5aCXjyujEqrQCq73pUipjOygYoh3uzKrVdFnUPU5DHcCyx9Dt5dy3+RcIwxsqWRZRxZ1JOeV1D2ez+SvdORKX453bh2qYkm8EBeBMjqT4Yt0AZdnHA6WSVbwagvoWg+61kcYWJiPGlguuN+SVsS80zlSzKCpTdjaDkytIfQgRogs50spRkZES9IIloAVSEwC+wfsqTZaNbTaDZi6J4KSsjSJ6iq/x6SrmFB1W1ygcnei6WccS5EcSbEnTSFf0kulScP3j3/lfaBUhJVt6BLcdebc5B2+zFcmektPU+iJBClCUygoilFtRbCrKXSvgOYWePB4igePZ9jZ0fH66x5evm7hhS0NV+o5pu8cSf3ysImf9dZxe2Gjx2+Vq+Avf/cK/vL3rmCy+wR7H97G48MMB+EajuMmhoxRoalGjaEpsYhPiTHnz59qJlKN0RyUGJYxHuyPM160fNUqChkAcyTHUzxfZ2nCEQQ0KYwiHl5A0YMyJzivQMkpLBMEVJmTLK7fctbF90Q2ByHblLhsIbuWXV+oRQq1oPMzhK6Q6pBITjLdmElMCkOCOY0dCzpjz/zKYjBmXz1HxSApgBE1/EwZH0JyaCjZ8DRKWioFIlNMphNEJOFpDhTTh+lVYLoVVFwbvsshqwUq6zgjYBQWhYW86/Dul2e8D9LxXvZbhWhECqtLhzNFgBkmoxm63RF8P8Of/fs1/Omfr6K4eYri5gkOH89w/3iJU86dWgUiHzg9qKB7UIGpt+FTbaqYCBOaYyKEeiS0R7o/1dgUUiWfJH4mJCvoagJPc+FqHlSVytQRcmWKWOkjVvtwtFU4+ioqRhUVk2tNgf5igEFAZHIHs2UHaU7iyUxESFsrBrZaOtTZEMp0AE+twjdaSOCin6noxZA4jsNZBDXn3Y3PRYRc1p5YBJQsxotZuo0kUsWEwwGwxhmMxImdfWvkq8O9nvFUDLMJ4ZkWfNNCkRpiTGBG+yIOyhzgMwLHaqOCtYaPjTWaqhpoNLg+urBsDw1TRdNQEdA4159LTv39J0M8POwjLI6xxDFevKLjjWcdrHOmsLfE4l6AH9wZ4gd3BphmuRht+UwpimYUrq/i4lUbl67aOHgc4XAvQjCjSZJqAL4AKiJi6KkKI1XxnZdq+Ovfa2PnsoH35iP8ajDFrfcSKWJsqb4tg9d1FFJEJzAjtfwqaMQcK+UAOCkSAeNK9pWmSfBy7pfEUgS55KHR/cly66pkOtHOPzxNMR9kWNcLrOvAV6+t4xsvbGOc5fjZg1P89P4pFrGGINLEtdewc1RNwDeAhqPKQ7C9wjwyNmHYxNURJ7pM7hOquZRYMKus+4cLvMv8jAcRpgMTs5EhFyGWykwvi7lSbEjoMDjIZBOLOGVLg8uLHweJZ4M9wVrS+q3pgmLTshQac2FTNn9K1YdKx4lBhC8Q8oKZF/CtHHUPeOZKFdevVHFjN8B7n41xMouhegoUT5GhOQ3Xi5mKBbNRqdCl0poNV5V2+AymrUmJE4uZXUUBpwpxFeZLA3nISxAvthksU8HqpoHVLQOr28T2aggWKcajWPI0hoc5+k+KM2xvjutf8fDqNyrYvkiFRLmo3P4sw63PmL0c4fSIitoyt4rNG4lMLoCdpypS1SZVyQkcO4WrF7C1XDA0fKYmwxwjuremxDoz4J4DYF6ymWFAZyCfPf67xIxABokR14pWAa1dKvZtDpoJd1gkUsRQ6ZkKz7ak2csDWjhfIl5QlaOJXZ/PKA8APBRTHcQFkGiWeVrgYkfBtTUF5y9WsX5tFfAc/OJnh3jnZ4dICxcpPEGPZViiUOLSBUv3Q0H8gSmvixd5Nqkln+sM7Xe215bX+jPHNn8EDu65SJumBdPiADhHkCwEC6XlhggK+ByxiSJI4aIc/F591sfVZyu/2WyGxxEOdiNBLm5sxdjYybB92cf2JR97xGvcW+DRwwT3b6U4eZjjuaaK51sqXvxKFV95vY6ZnePdozE+OwjQ31PRf6xJZuloUmLMBG1NdwddakUOt8JMFqC5amF1k805B0XOjDINJ49ngjtazFKEdFaJ2YRNd6Ig6I4v4BKXUcmxsmFJHt7atgvHK+C4heR4LoYQxNGwH2PUixCOYkSjGH/5p0/hr/70KcROgM97T3C/PxAF7GCYw+mrcAYqvvZaDd96q471nQyJ0UWqjaCkHtTUx8lSweGiwAcfRPgvfzfHF78MsdGE1DOvXsX1V6/h/sMR3nt3F599ug/ToGNXwStfb+LV32qJ2OP4NMKTvRB3b4V4dD+SzAypsww3ydI4w6385jQhDRdiWPjdT0UU0dnw0Fn3YVcS2H4qeFseyDlIeXgnwcM7xJWUAhS6mojmS9k4P+sJibqPh2X+lwcZ/tZ85goewIlIdFBt0V1LhVVB+Ry0TEHF5KC3wMoFTWr/NMbNOxF2HyTIAw1FoOGPv6vij7+r4KkLPlr1OvpTDf/y6wl+8tEUe7cjqbVtDRee0bGxrmO7yQ3YxNqGibVNC5/cnOHnH47xYDfBsKdiNmcGIqC6heRqMt6aaDtenuSAzD2koAuBeXM6vnG9hT//5gZ26g4++2yKz76Y4eO9GT7Zm8NpuGiv+/B8FaaygI7SybIIcnz922387h+ty2XpJz/q4fMvxuIW1VyiEEs8HlHko36Zvdhpu1hpeQjzJZbMyRBkkgfftLHeZq6xhgsXTFy8QORXjkE3xWgYo9dfoDcIMFnEmCyYEaZgudTFpfrMS000V23cujHG7Rtj9I9iDI5ivPDCFn77rcs4d76F//yPd/DP/3gHlXXAXyfeXcViWmYYVg0NnqEg0VOkWirDf+aAca+7fs7A85d9fPN3fhvf/M5v4/ajW/jlx+/i5t0n2Hsc43SQoKBbzAXiqYF4qiOc0VlMPFCOWsNCvWFhPCCaNhKBw8amgaevNvG1Ny7g2rUNfPLrE3zy4TEOjiY4ZmN9lmAZqYJDadBd0EhhtDToLU3W48lBjmJm4Mr2qtSF63wuNNy9O8B7Pz/BJx/QLcHLmI1OK0KnFeKNb2zg9/67p1BtmHj77fv4+KN9nNvq4Nx2B9skRJz3cNJd4O//4SH+5UcHqDRtVBvMh8lFSJTrGWI2pNndnOoophqmg7h8TTUbnTUX9ZaNRZxhGdHpucC4u8QLz3j43bdaePlFHxurClrNAt3uEt0uB50RPv2C6FkL155bwfmLdRwfDnB0NMCj3QQPH+To93NRc5IEsXPBx/YFDysrBlY7xAuzwUgsDBAuFUShipODiTi26AYSBS57gdaXrj2qTn1RVz55PMdsxoZdDL+i4Q//+DX84R+9ht2bT/DB2zfw6P4JBmOi9mIUvAQXKt76/XP49nfP4/yWh7pDUUWGD341xIe/HGL/qI8nRwMUTgZnlchhA6ZhwLF0tFtEVAMr7QKr7RyNmibZ3/WqBeusAfbhB3P8/KdTPNiNMA4KTEgGiUqFKpGidPZycKRouJhTAAAgAElEQVRT9Ecsk7iRkt/kCXE9KkVPcruUvVYyDPUMG9suts/7WFmpYKXdECTRaJrKgPTBgx7u3DkWcUaRszlHZDKd40mpCDYoqiJlJBN8r5aa0BIOxkipiQWn6tSZP6yeITbZsOIQhxefckhWrs/UB5eZiMQD64oFU2OMBeMMEtSrBc7VKzjfqIB2P2ayTBchRrOF4KKfv2TguYt0f/F8V+B0BjwZAMejRFwf83mEFc/Diu/CaRawWwRJZhgOc9mr+iccssSwXQ6O6MIsFdqyDkw4oOGaECFNI1xuGnh2zcZzGy421z1sbXj4337Qw//+gx6OjjJoCTPMdHFIki7wyisdvPrKCo57E9x72MXuboiDfeDoQEHHL9DxgJ3zrsSP5DZwMFviaLJAr79Eb7DA2moFa6t0YjhYLWz4gu5LkZspTsMY3TDCYJxi2E8xH2fIZimyIAOJaRTNJwpx/zkyUwVsHYoIkUx5tvJliGy+FBwzD7Y8E+gVA7pviiCQQw5VgstI0qCKtszkq7cNQU7TVarwLE03nE23sy35agHRv6cKomMqMgHLK2RY/GVky2zMoWop4OHnTve35bDSEsVJkYEcyErHX6XOotuWWazEiSfyufM3l2gbYrUEPsY7D93CHA5zAGzApDOZ1B/eiSRLWEMYxBh3A8TLCKsrNlbotJwkkl9YqLo4+qno59pAvHb/dInByVLuasz2tV1TclTtionZeCaV6WWWLM/+tsN7j46oVyDsEiuYCFZcUPM8u2nl+ZzF4W9CBKCnoVa3JEt1sVQRLDXoDvfKFK6rw3eJ4isw7c4Rz0JcvNzEpctN9IcLPDmcYHAaYjnKEE5zWMwJb5ZI0zAq3wsOruluYrOTVW0aqLQMBCM6YkPJxtYXOjQSoSqqfHf584pYlwhcNuOMAqs7nhQpClWLTec6GrUVuF4DN+/s4dbdPUSzWDLfBU9J8RPjScRmEguCmUXTG7Pu2WCUNUB03DzLZzA43PF1GVgLej4vxI1KpDJF3+wNmb4Gt2bCrhrIohRplMrQ22qosCrMdi2RzL2bMfq3Yqxdq2L9maq4mI8fTjAbhlBsRYbAbkuB21Rh+Cp04u4sRYbQEkMq2e7EExNpTte2AY+oN8NEn+LK4zk6Ww62Lvtg5PnhvUDez3SWI5sV8DcNVDYN1NY11NZKvGMwzBEMeK/KpCkVcrg8oPteRWvTRW3VEq5wkWYYDRIMunzPyr1MMGemKkVOeiE5WHRVLEuRc+5BzTykWYI0jYW0RLc12z3LSYTltHzdrIvPdvDC17dRWzFweHiEw4MTdO8n6PLsKfFFdOgwv53rADUiRKeXBB02r5i1bBPp7BhIJNYnglc14VXZ8OMwlXg5ujzKoX0JBWQD9KznKQp+5hzrWIwzBJNMGoJEMXMCKk5pRnyVPZ6SpOOW/5tY8VSyj8sGo2CudZ4rzwSxFDSf9QAEvyiPX7kvEi0sPRJNlWGo4znIUt5vI/nnJFDwzsjBNsXEIlBgo5EkjiKRaIMy254v6YwWJU29BEWWnmUEMw7IQ7XhMRQJQRQKtrt01xci6sjiDGqmiOuer4lIXN5ppOfLRndhwKDTisPwLEbBBmRThc0YB5/DNF/yupkDPOvHmM+XmM9CGAW9NGWvItYKuA0TO09VsX7OR5IoEsXQ3Z3h+M4E4TKC2Qb0OgUCpYV481w5AM5D4PDWHP39JXIKjjUF7QvMtU7geBRhdqAWK0jndSRBHaenu1JWLUD7XA67VoirLs4KNC0TLdMU8Xj/mOcFiutyWGaBdFFBtqwKKp/F9XkynmMZhCW5xGCeuyaZ7na9CafVglWrokgCFKRLBBwA9yXfW5z1uQPTWoFuNsV1HaZ04yVIFObfcf11pGnPsZItAvJSYJgWIaJshEKbwa2k4q566tJ5XLl0XjKXDZXy3hwFRezRApPhGNPhGHlMMlgLWuFBp5I9Y77orKxigkkxQoil9LxoxuD+ojukpdnwXAcmXVVBCCvPhS7QaFQRzpYI5wusd9Zwfvs8PLuKX757S2o2r2A2q8KqOKhSPLiSorIyglmb4OQowslxhLWOgvM7qlDL0nkb4ayGw+MRDk6G8FZUiajgAFiw8aS8TWdYTGYwGAml8f7DnOgK5sMK8rmDPHBh+kcwK8eSQ63Tme2ZWDMKbNgqnlldxfXVVTzaG+CL20eC479ycRWrK3W8/ekxfvbJMVyvipV2Gy7RGkQ3p8RCLtALAuQW909i1ssYAvbVvjQgrK4rWFlX0aiFqHlzuMQBM6yaLs4swSJN4PpNVGodLGY67t6Y4tG9mTh/hPRl20I84X7E8ytXoarro+ZWkOtTFFK8BIdimJlHFmaRCW2RQVukiEc0w+S4sGnjv/8fV/C973fQyGzUM1uGv/2jQ8SzHGaygnxZx4d3TvDh3RP0tRRTD5gbGuaKgUXOvhqJORn0MJY61zFwecvCRSL/PQ0NV8X9YYD7o0Ccr889X5OItgd3Zti9G+D+HeD+HQULnrvVHIVKkRQpbgaqVVWyxxWe0cMQETtj9MCYQMfS0LHZM9YkwmcWZJhMExkCMz+Y1Wo6aDVdPLfWwesbG9g2FSS9PcxPD3HjcYovHmco7CrMagMGRYSOIWTJwuqiMHsoAgvFxEcQJhjmQ6hOjJevreOlq2vInoyR7k/g5hqqtg3XtkUMmxClX5hSx+MQ907nuNud43Z/ikfTBWodC/WOJd/fZRbJmYYDVUYfeT57V9xMylx3rhWM7fAqCjorKjqrKlwlgqdEqBuqDIB9ZiZTGMvIOZ4rJIad4sdUBsDdpYr+QsUkMDFZmOBVwKWIbZmK4WXQj0UcpxgFrj5Vx/PPtrDTcdHi8C/NcP90gHsnfczSTBCp7HkLNSnSEY4NRGMdcb5ElC9hMGavwz2U8XIJPKfAy9e28Mq1TWxpwCoRoqTmTOYYj6eYRkTYx9g9VnF3X8ck06DUdWi+DU3pQFPamE9iibdgnMnJ0QSzaQzF8KDqHkyH5w/2XUjZsaHrHnSjBl2rirCOvdA0pzM5kKHub/6T2RDnmCAzy/e7RECfDeNEnDSAavUlS9tyQ+gmrVJlRF0443pWRRrVUSR1FDkHZKUn9DcDYMYx0RFFA45iC1GvJFCWHEZBvVIoaTAmKYZXm8Grz6FiAhXsb7qYDVtYBo4MghIiqSXXeAlNacJQdmCoNRiM2VETyTsN5lPZ94s0Ra7FKKwYCilcDokiJZ6XkTYabIRTDdmSe5AqTnOJfaTATvWh6U0UsDAPA8yXC2ShKr1XUgdFDKqUvUbSR750/pZ337JPyPepvJefHXXO3K+0rIlDlaJUCiOjGL6jStVaCRqdSPqVPDenSoJ7D8e4vzvGufMa3vgtD68+7+D5HRNXagqGPzvA8KcHeP9kBe+MzuHW0sJpusDSSvHXv3cef/X755Gc9NG78wTdroZuuInDoIn7owj3xhHULICSk9JBPQkNUgYy3UamW+XZgIhnnj/5zHLNpcGGL4gIaA6A+c9l4E9XNGdVZZYx73CFSjzvpBTXFXR/M3bGgwIOgsv3jAMrrl3yHgoZis/n2b1BxOkcDhdQCv7ZqXyfDDUtHZ/sP6jMYy6jQLj2sfhFVplVqnFQXWYTG2kIM13Cr9Xh12pyRuRsrUgTpOFcKggjKQ6AE9VCrtnQTBea4cBUVBhi4y4XXgpHMg5Hi6gkP1FQeBZlSspcwWG4msOmaJC9Qv5ZlC3MZhgMh6j4Cf7k+038yfdbsPZHsJ6McPh4hNuPx3g8X2JY0TCwDPQOq+ge1FB1O2jVVqFrltAcSRhZKglPH3IGZvRJ+T7E8lk0qzZaNRsq0eqpiUyZI1WHSLUpCovmjiXSeRVZUEPN8LFS8eX5K7SFRBYenDjYP3GwJHlPSaT/9tQFF1d2LETdY0SnRyhCTYhgueogdVwEioEn4wT7Yxl+yjpgcFAvc75EYhIMg0+/DcBBGhtiXCKSXlEoEGHxXlauRVy8SPnNtAjQE7SqDbQqdSShJlSw+WKJaTjGMp5DVSiKZW68AU830KxraLd0VCrlnUo3Nax4FlZcW+6xg+4cR90Qj3oJngxCLJJDLJIjPP+shq++7OCyo6HVBazDDP98o4cf3OijTwGgyt4Ln0/DKgyDeYMF6u0ck66GSY8c8HKQyQYGMThKHkoDi3vRW9cd/NXXK3j6qokHXoy7RYJ3/zWUWi7P0MW8OPFLIYoZLmqpPOREPRF9pXNYofBrliLlQ0WlKvNWXQVqlbepAlimKJYZmusGmhvMwmEuUzlYGg7Y7E6x7arY9hRc2FjBxa119OYx3r9/ivd3TxGbFmLTRBwkiKeRoJV9HWjaCi40LZxvmujYOtp8k6oemo2K5O2oVapOI6S6JrV3EuDGwyH2DhIMhi6GI+JqMqlcCwFjKZN7NtYcw4Cp6rBUKtCJKCNCkK7NssnJ18omAj9I3SQGOoURRVDENaVKwUmhOKngrRLmziwzLHlLVHO8erWBV59uYL8X4MbeFL05LfQ5ElHb6chVDVMZiPHXlRuhNFZ1ZqqmonC2XV5qqdAuVR6GWyqvFhMDyynzEDIkYYRaTcHV5zxcueZJo5nY5se7Ae7fnOLgQYTRYY7xUQHTMOWA98ZbdXz7ew3UOyl6/QEO9ye4+Xk5AJYMH0HN8ZJSKowET6GpuP5aHddfr6HWpsJxCVNPGHkFIynQPQnROwlx+CTFwV6GwakiA+5gRsUNf8/ShU2ncpkQVGacmoYOwzCgdnIobTbd+OazOcesthTRjFhBolnKhqjjMNcBCCYRFvNYnJJseHy5+fFiJdZ9FIhIAVKB16+ZeOtFG1efq6HzbAepa+InPzzAT/7rAeK8gjivItdSKAYP70Q1S6ASwsBENDdl4BnyUpj8N/e3NJskU+AsW/rLLZgfoVw2Vckzs21LhqvzaCmuBCpymWNJF7Olq5KpYWoOGk0HL321gpder2DB4cw0xoNbU3z+/gDRcoEXXlVw/Ssa1s7VsXauhlt3Zvj1h2M82g1xfMD8I2DbAbZdBW++3sB33mwjrRT4xckAnxzMcHo/x+n9AlM2/gN+EvxctTKnl9gUZKi3gXoHWN10sbHtl7miJyr6J8Dp3gwnj+bl4UrPy4za3BA8QumSK3OJWJvnLVx+zsfmBfesQanhye1Aav9hhJODBONehpqroOao+Ms/fRp/8SdX0U9H+Om9O7h12kVwlid1TtHAukZc8wtt1Ns8phwhRRfIfBS5j0eDHHdPU/z64wg//9cI979IsFEDNurAtZev4urLT+Ph7gjvv/sIX3y2L6g/CkFeebOJV7/VwmSe4s7NOR7tRuge5Rj2mDNIZGSJSpdnSyaxZw2nswB0HsyI+D7zEgjy/OLVGi5cq8N2E1gemzxEDpWKz3ufKLj3Kd0HuggdqO7IiXemo0KGyGWDid8VihnKAXCZV06VpGX5oizqbKdYvRAhy2J091NMe6n8FCaAC8+6UqNZgr39BY4OYmgLG+rCxp9+X5faWqMDRMPDwxT/14/G+Od3ZohIkRgCF67ouPqCgc11bmAGVnwOQC1xGN59PMPHd0e4/zDC8WNg0KVqmDwXTVTs2TKHeeaWNKmon2SCAIapi2PpWy+u4S/e3MGqZ+LHPz/E2788xW4vxoNegtZmFZuXWoJemvYGmA/GCEM2nnPBD/8P/8sO5ssCf/e3x/jVr4ZYvZhh5WImn9Wgl2FJIRSdtql6hlgx4bQiqVlfxemugZrj461vt/C1N5gdE0FVIvROExwfJuieJDg8jHBKB0QeIc4iVKoW6k0b7TUba+ccyWn96P0Rfv3+WJpqWmHipRcvCN54fb2J//T3n+Ef/v4z+FsK/C0gSXTMh7rk9az4KpqeIviuWcwGKhW5uQyFL2yYePqij9/93utSn967gx//8le4dfcIJ0cZRiOKHnKkRo5wpCIaMt+v3OO5DnmeIbWYJljOEmxuUUzi4rkXVvGVrzyN7a0N/O3/8RH+9v/8CGFWDtT4BY6oJs40dNYTrKwnkvGWsrE8BoaPMpiRjTe/cQ5vfv08Mn2KVJ/hi09H+PC9CW58uoBWsGHl4umnElx9KsELL7fw8te2RCD2kx89xqcfdfHKK5fwyiuXYbupKIIf74/ww385xDvvnsKtWuJuaXQUNFfLxmV/TDRXDmVuQJ3rJXo+WKK94mBzp4qV9dJhQczT6DTE6HSJ11+t4M/+bAXPXrMRTOmkW6LfLzAYFPjgoxC/+BVDfW381je38dyLLdy5uYc7tx7h4AkR0CqWIfd4DZWGiStPV3HlahWbayY21y3JgiLSNgpyHBwUODwocOvWKW7fOsVkEiOhqlUnSqoQB+bOuRWp/UdL3Lk1xWRM1wYxUDr+/V/8Nv7dX7yJn//wC/zd//oz3L99CDAzkM4624BrG/iz/3AVf/YfnkbVpmsmxKPbI/w///QA//iDByXiVFdQ39SwcslAfY0Daks++049Q6eWo11L0a5maNUNrK3W0Kj7ODyKcHAc4sf/NscP//MMBycp7Go5pCjdmDkMh0X1qgm1sCULabmIRKDCbHcWm90qsfTEKLGxllDIVUYYdFZ1bGyb2D5Xw/VntnH5qQ3AVgFLw0cfHuDdt/ew/2iOZG4iWRC1x6Y+s57KXGFxLCVllrKZ6jCZCUxCjZbCa2qorlrwWnSolhh4OsiSNMNywcqRkjpwdi02ZW9lnI4Lx3YFVwZ9Lo3iC402Ltbb8CSvVxO8LHPDw3mI8y0V55tsbpQilsRWsbA09MNc1tLDwxDaRIM2UdHe1NG5qMNpQPJm6M46eJjicDeRITYRrDrzSat0YnIQxwuEgnS5lGqpKtZMAxeqFp7bdvDcjoO/eXuKv/nZFE+OUySLs7wnGi9sDV/7WhtvfK0te1KURHj0KMIXn6W48VkCM1vIZfP69TpeeqkDw1NxMJjjeBygRxfwIhZxTXu9Aj/V4I4Bh9jSmipRHaGtIbQ0PD5Y4M7NMU4PF0BE7l8OK1dLhwzRdrxSOjqKigGlYsLm+YWN3yBCNluIY4QXK2Zn63UDesMQ9yGxsjxjMK9PsLN0fOcx6m0TjZYhA9KCKm66hkwXum5jOuU6kGK6F2L6MBSXHYfhPgfGZlnBRBX6UcTmI4kqjJ9xUlhuKjnxLOYW8WLOYXxjRUejo52hmBUR0ISLEHmWnBH22fxjtIFZnlUlp4xDX671+pmLk2pwDr4dcboPT4ncj7C+oWN9XUMU8efh0M+GYXvQTGZXlaLOfjfAoBeI61Ch84ixJg0bTsVAMJ8jmM9k0J6SJOJqIgr0HEMGwIzSCaeJoIcFI0vxAx2QJN/oJN/QAZyh0jDQWXXF9dTrFoK5Z0Oa59omszi3q9IIDkZzEVCur9awvlbDwf4MD+4NMexFgsriGdXpGFJ0A4qTUSFJhIISHanKu0wGpwk4DQXhNMP4IMGyX0AZaVBHHB4zZ5RCUIqdYrmXOk0LXtsUt2tjVUfV1FHRDPg23TtslLj45ItH+PTGQyBW4KgcclhQaswZ5JmJiLcIMTO1RCCaI10wi036K9LwV4RARKKIBqdGagqzqvgsFFicplh2E/l7zsQM0moqBizPwHLGfTlCfdNC+7wrmd5cg+JFit7NRGr9mVo5AA5ioYlMR4xnKA9ffltHpa3B9DSotib4cT7nfI54t2QGKqMMljM6HDS5z3AgNe2FmPYjGaydv9YQEsKjLyY42V2IqI7lbSjwNlRU1zShYvF5npzmmHZ5RorFkcA7KCkDtmVi/UoV7W0XwXCJxZBDpgzjEYcGpZqXPTKeQTnM12wbqmXLADiJSaiJoSt0cvmyz1IcSzcfhUb8HjL/nM5s4qorazouPdfCs6+uw/QU3PpsH/duHGP8JMNknyg/G6bhStOKf6iQuGSUmZy5i1NxnZkUi3BtOcO1k5jjsglA8kDOJnAGTZ53CrEK6V/wrFyegYi/M6Hr5Z04DjkAOmOE01YSKihC3kPLgRBdOdzr+GtjrrPR2QBYtyQjkGU6ENc83+fybk6RfZmTzFxZ7ots3vLcQLEF73m2ZYsTKAwoTmZfgGKkApZvSomr31AFE5gWsQy1y7RgCjwZLVMiq0vaWF4+xwrPFZ4Mgfk8RfnZr5O4r6IUQjB3m4bq7EwwKtSDM0oGRQ6qJfnldENHjFtg4mkdMOoKGpUKGhVfCD7xOMdylGI6DTGdLSUzjf0Oinu5HVc7Nq4818T2pfpv4qCYgz3an8tg2e4AFoXcdIqrwNp2BVvn6W7McfeXY3meKyu2VHM7RWM7gW3XoBUdFFETs66BWddEr/cIve4eKqsxNq4acDsqAkFxAi3LQssy0T0g8WchgpiKr6DispfTgaWsIAmJ5qR4NEEwY68rKsUN3IOWIeIwhN9cQ23tHPwWnWRTZMkMy3kPy6CHOOD6wvOEC7eyAdtfERcki+cRrglUUTAejXE9bqFJ8fPg2kwMaooxMmUK1QylLl7YwaUL57C20kSdWHhHx2I2xGI2QO/kGN3TY/hqE+vVi2gYLeh0lscZpulM6njZx9Gih3ESiCMwYn/ON6D5BioVZmK7cHIFxjSGlRRo1D00Gi4W0ymC6Qz1SgOr7XXJn/z1B/v46P0D5GgiL5owSAto5PA6EerrMzjNOY72ScaJsNrOcG4rR91nku0alKSBvf0eHj/pw27pqG7YsCqk6VHknMpAZDmdwdRortAQTFyM+x6mAx/ZwkYWOPAax/AaJ7AbGux6HQZJFcwyLBI8u9bBs6sdTCcBTnsjGQ9td+poeB7e+aiLn3/UhcYYrXodtVoTjXpHBlAH/RkOe1Mk+gKJxul9JiIXDhMYXcXYns1tBRtbKtbaOTqNDJ6ZS1xOQkRnHGEeR6jWW2i21zAZAR/+8hhffNwvsQOFCrdRgdeqwqSIigMcg1SQilQUDRFGIyQEaqoBYhDVbMgAWJnHAEWe0xzFRMHT53381V/v4I//aB0m78zLDIOTE3SPDpDNFNSzc9CDFfzkoz38+OPHGDgpFm0FSzpvLRcRTBG6LMc5/CJCJY9wYUPHpR0LO3TZ0AGZx5hpOWZqIffXixcq8ho+/3SCm1/McfhIx+EjA3OeoSnKIvZYt2AZJrwKzx46lIyZ8YHQMBYkfJtAmxhoTm+YW6pamHHfH8eY0LmsAIwaP3e+gZ1zTby0vYo3ttaxrqYYPrqN7t4DfLgL/HqXA1sXWsVHu1PHM1c2cHGngXFwD6PFfThKDRVtDdMoxaPpCWb5HJd3mrhM8s7DAaLdAeyMZxEH9YqP1koN7ZWqiBbzaYq93gI3Tua4MwzwcLHAYUwEPM9aZvla8rQUGeea3GcqtgJf4uIVyTqmFsiSCEKg2QQarQKU37hFgpquoKbr8DRdTBA803BLZXFDUc8GwMd01y40BKmDRebApkFCy5AECU4OlhicEp1eGnqeu97Cyy+sYrtuwo8SpPMQt07GuHU6xoRkKbqVIw0JTT+hjuVYQThWkVsxCjuG29ZEwOHXNHgqqWIa3nzhHL71wjm44wDq4QCz/hiD6Ry96QzjPMUoS3D3sYobDzTMcgX2ag67acDQNqQEbRywjzvGyUEPk9ECcWYgTg2Yjg6T663DjFIiq+swzRZMoy5ZpjQ4xOkSURKUZ+gz0XCecl5RZtaWEXpnhlU5y54JLp1T6M4JDCeEZXPP55qqiOlqOW0hnDLblS6oaukelgEznaAchHKwl4q4TOilmgldo4mnDHwV0VVOqkcMw4phOiG8+hhebYKCaNc0xGJaxWy4ipDidkyRYiLDIDoKVYpz8m1oqEBTaRLhujLEfD6SoZ/OPdfIkZsFClI2XEeqVnUE/63wTj1m70ZFraKIUD9kxA7nJ3kdqrqCNLUxGA/QHw+gFg60gnFIZe6rmG2+nPGK67cc/rJPKFq4s6zW/zZxL40jX3qfuT9pcSJD4GZNR7NqoNlJ0FxdwnZjBIw5WCa4/2CI+7tDXLyk4Zu/7eH1Fz1c33Zwqaaj9+N99P7tCT7ob+AX00u4vTRwEk+xMAL8x+9u4T/+/iaM2RyLwyHGAwv96QaejOp4/2CODw4CWEoAC4FQ6niv4vMiA2DG9QhJkmegkuTFc5AMgOlgptOcQsWzGA8OHZnNqvJu9ZuM2jEyDAQhTgEAo9I0hb2+ZnmGoyWFjkVxnfP3lE22pKlQwFEQQ126rMVdzAGw5L/mqPoGajVLiFD887jPz+Yppoxb0UitcqAQA0kxDYUGdGYu5lhZbUmxv8OZGgfAzP5lUdBGH2YMZiAbyBRmavKZZvOUAjHeaxn+ymeYn+ISBRalG1wGfuW/y89YXO9IxXhjUsvI/jUd6uEUk/kQVT/Cd7/lSNUnEeqTEId7fdy8e4z7owUOHBsHhoPBUR2DwwbqfgurjTYMzZY7bRhR5FKunRREUVSap0RiBzDVDBsrdWx06ggXCqJAQVhMEWp9pMYcipiEgKDrYt51UdUdrNPQUdPRaBRwnRy7jxU82FMwjAqMswJrGzaevVbFs085WJ4cYnFygPkgkrhE4lmdRhWF5eJgquBgIrpzac+TQlrxeN8qzawc5CepjTSxkaQUaNrIMwMKh/wCvaDJs6QRiPlKy1HojNghNWUL5ze3MJ8WGPYTiZoYzHuYLse/oSUrjAONabhgzGIBzycZaYE0W2Ct6mCt4iKfJ5jRkDLI8HBs4vGUPcdjLMITXHseeOk1Hc81LVxaWlif6Pivn/fw/37ew8EyRZ90YcldNvRCLN5u6aiL5yqSecmDJwuPsygJKz67XqVKgZc3dHz3KQtXrxhILmuYtlX8y39Z4F9/uECw+FIpcmZ7V1RB+dKNwya8zaafQRUf7dK0uIhnX5QYzOki/s+wExmUlKjeFHrdhFEnvpTIywIF1be8kNM9uubg3LqNYKZhOFRx2o1x2p/jdBAgdzUUDhWbGZbTDA7xpqtAu0HllRfx50QAACAASURBVANXdVDMUxQBrfO6OEFrVQNb54Ht84rgBukWI+oNFrOsVCxSIv5MHA8yHA9SnJwucHoaiOPUVE2YbOrw/VKIjWMDthx0igJFlg+qtImEIU7NEHcB0QUkvfOyVhQGMiOXYgaXKVZ8GsepLi+w3alIWV4O3aU6P8IiYWZGVAZeKxayxBBVQsn1J6qBl8EEaUEVAweI/P+5FrI5WiDkYS3NMBsz74kK1AKOl6PZUrG1Y2GlY+D0SYHu4xyDIwX9Yw3zYSKZLHkUYfOcja1zNq486+Pp56sIwwQ3Ph2KKnDQ57A+R2vFEORKtcrQekcutnQ28iJsV1JRCjHXaMSsqSmzS4GULPx5LjWbMni8wJLu5IRqmVJ4w0GFLFRcrM9GalSEO45ZDnW9FIpPfAfzCYi7K8qMt3mOimeiwkM3dT5s/FKNEhBDzEEkxQ9U7ZTIAy0rYLD5ymwBDoGVAm++6ON7X6vh4jUf2o6HUQH8+J+O8eMfHCMpGNrtSBOrykNQhQ5vXu45ONIw7+uithRkOpNPiQQ0tLPngs9BUaIYJEORjWhuSCWeSzn72dh4ihNiXEpVKleq8xddnL/gotlw4LlsqvF1sPmQYtTLBT10ehjjeD8UZ+0bbxl4+WvM57RgeSY+/2SO998dCwlgPgOWC6Cilnk2332jhn/37QbMdo5fj0a40ZvjeFfB8UMF/T6H/mwic0M1ZdPSnQiGHWHjvIrNCyr8qi644XCh4fCBguO9smnF76aipdB0fu9LPLplGDh32ca5Sw78qgrbY+Ob2Zls8maY9DWMexrm3UyKKDoOQ3kgu37NxzPXPHzrlQ1869UNHMyG+OmdXdzc72MyLZBEBb52ycJXL1rY3KpjdbMBy82QZEdIsx5yxUWhuLj9GPj8PnGdMT75OMTeboIKAF9R8Ozr5/Hc6+fw+NEMH713gPu3TrGyCqysKnjh66t48RureLwX4p1/7ePuDWb6FYhCIvTK10LkG3MQU1nHzuSN4tbTyh0nL9cPDn8aKwbOXfFx7rInTW/b1TCZzjHoT3F8MMeTu8D+XeYBEo1NtwEdF5HkQtCFIMNfIpkkc610Un0p6uPlhBnXumlgdQfYvFCg1mQT0RbHHn8dzwDElC2jRBytRA0xL/i1Fzt4/cU2rl+p4NnLPvJsgv7wGLtHY3x4P8Xnj3IkYw3JhBc/BdUGUPNzNN0cnWqBnSsuzl1xcPvREh/emOHhwxj9Q2Ax4es2UG3opZiBWWFUxoWJqIKnxzlmxzmcqir11vNb+POvX0FNN/EPP9rFD995jMEix2CZo7ZiiVKZjaNpb4nFpEQ/tVc1vPRGBa+9WZUG0IfvB7i/u4TqRdC8GONhLvnlYFY7TFiaCd/W4Ns6vMYCfmOB0amKg7sWqk4V3/mDNbz2RgO3bnZx60YXc7qqkgJBkJffuyEbiGyqxXjmWh0vvtiS/NLYCAWR+cmvAnz8ywDPPrOB69c2UW+wwamKO/AX7x3i3fcO4a4B7jqRoiQ8aFATBU1HFbfvnAivkO46hg1q4oC6+JSNq89U8K1vXcdbbz2Lj+/dwb/96kPcuHuC44McAzrAYjbvChSRiiIukT98PEo3ZolYtEzm82W4eq2JV766gZWVKganmawjX3x2gs8/OxFHiOEZoj4WMY7O/UNBowUkHPKkzMwrEI8yNF0bf/i9K/je967gi5sH+OLmIW7fnmJvNxKhD4cYaqHj29+p43d+p4bVdV3Qyd3TEO/9vI97t5b43h++gu99/xX0hoe4//Au7j3o4sOPprh1ZyH45/Y6He3MWsxFZXjS5VC/QDJWkU7oluF+GcG2dLhs/jUcXL7s4fJlF7YVwzZjtDrA+gbRp2WswKhf4PAJf8YIiuVKrgqDZ5jLu1wk2H88xv7eCJZjolJzUasbkjHdqOuSM1/1LHHlM7uXbr7JKJXnbDIvBA/cH84xGAaSi5vndMtyL04Fo33hYhMXLrZk8Ns9nstw1HYUeU7e/PbrUm//yw38p795Fw/uHgBajnrTwOtvrOO1N9ax3jGw1tHRPYnw8EGAO3dmuHt/JOU2mbFooLWioLMGUae3mybabRNrHQdrK47kQnePxkLvuHZ9FRtbDbzzswF+/vYA9+7F2H1YniGcRgHNzjGbFZjPCnHZsBnBC0WemMgTKmWTcjjGSwXvJrx9EaWdKrIHM9+6dFdkIljjwKrZsrB90cfOpQp2LtWkjg7nMlx6cHuGBzcCHD2OSrS0iMDKZnE5cON+novrmlVt5ai1C9Q7DhqrFXhVMrVKJM50GmM6Za4OG73lz1E2GnjcKB2hXBttwQlzwBjC1Aus+DWseHVU+FnXNRwfLfDwwURceNsdRUoayhVi3E3467acTcdBgv44wf1fx1J8P+gmba8buECEz0UbBwclTvzkSYpTuhzyAtUO8aClc41I3GSWIZnncAqgohXYrGh49ZKLVy87ePdBjPd2I+weFjjqKpgGpTGNebTVuopqXcMz52p4/kJTIlDe/qCHt3/VAzgAWCa4fLmC68/W4Tqq0F+m8wRzrQCXGjYkCjOHlQFOCHjSTFfQsgC/s45Kex3Howh3Hvfx+GCE4ekM08ECZqbAFNoOYRMcAGsyAEbFEKyvyQzbeYRsvJQrtuPZMDwdGR39Tgq/aqNSs2T4FoYcALOBXjZhmN3KyojNW1JNTDEdW74GXLcBz61j8HCE41tdoaA4NRVejflHliiT07hE+HEIEAYLcVbTJcwisjjmeYwqaYoZDRW1toJqW0U01RDOqK7nHZHneZI+UnEpm8wAdZg9Wrp+xGEXUlvLsyoFiLxrlesth6L8ntMNROw9SRmTcSprBtFdtulLhA4zlOI0REIHGakvdAdz2ER3ODNIBescC31GQmiJcCaRyKRjTTlzrWZISdOJS7wXmxeSa1ywQUBMK3OAU8lUbq8SQ2VgMFhKcfBDvhrPNH7TQKOto7NqoNHUz87YKbpPQpzsLTGf8PxaYuXo/mXJe0FXIrWtcdk0VZlTXClgNACzIXFZiEdAMlKQHmlIj3QZBpktYt0zyQj2PQ/PvHwel66vY77sYR72YOQqLE5iU6K3Ic5vioQePxlKjqNOl4ClyfCXjQRoiZxBeamU/Y/O34xZyUA0Kwfk7HiR7kbxgVMzxAXM95PimdlxhNkJUX286HMAbMD2bMEQL8YLLMZLrFzwsXGtBos49XiOYLLE4E6B4d0CK1d9rF7z5bOc9hYyYOJnSlwgkeY+IwIsDYVO9zmxtaRPpPA8ro86wiAvHaochgt+VkU4TRFNU6xt1bB9uYnFPMf9T0Y4vL+AEltAZKGynaK6ncg9xfZLYeDoJMWILsicd5YMSqJAixV4jo3OTg31jof+4wkGT4jBBaKYTWs21Eq1PB3JvAMrjgmV7i06RxM2/RNpOrEkA5skKg5Pw9JNRwcvv8fXXl7FMy+twWsyOzLCdB7gyf0p9h/MMTtOMTvKYBm+OPZ4TqGTN44XJXqajTLe2egApvPfteTP4YCNz7Xt8fysCq6ZWbml4LQUINFlP5tSBFYipCXz2qSQmEPmUggiCFg2TjJNXAlKYiAMUiyJEGfTWE1L6sSCBDX+/BQyGuIaN20q+HPJUhUyNJ0Ccsbmd/VM9BRFsj4wO45rC4VGjuXKMHY5D2UwmxJTnjCP2JDiM8j4LHECixCcg+BMincdEYYwfktlY5f9z7LZZhHl7ZnlM8yoA/56uU+zxxhiMQvl8EbRkTghBIVO4mNJZjJUAxYzjQqi7mN5j/m9tlp0IenSC8nmFGwWSGel24ZCnnjBQTajiyjEKlBpm7j4TB1rOz4O7iylAn7nwqSkllUKKaeuwK2paDRdNJse5t0cDz+Yo7cXwesY8DsGVi+oWLugIE11IbVN+yaWQ0MqWAywCIaobWbYfEYvB8AcvJNWY5lomCZOD0Ps7y2E/tDkHcQzBAkdzegy06HkzGxjVBTP4Wf+KCKKgwCLRQDD9OH4Lfg1YvtsNJsOgvkJ5vNTBLMZ5rOlCDhNuy0O4FK2zlkgh8AUslOoy0xGxnFBeg7iUGdPls+wFkEzU1lzXebOCqq/wNb2Cs5f2MTqWgOzyRCz8RBBMJJBgl/4aGurMGNHYmrmHLromVCDRskEg2SEZbaUTHsyNOsrPuqrdN+x4ZuLa1hfqrIGCPZUSWEZ5RrD76Gl1RAtbNz+fIJbn0+RswdFSorH3FCeVTK0dxJUOwmO9iMcHoRo12NsrSVoVnl/WoWjNbB/OJRSXAVmzRAKgLjNiapdUhC1gGvZUpOBgd6xjsGpiiig4KJApTWH355JFIKW2WhUfTx1pYkLO1WY8zmM2Qyz5RKTkM5tDWutOprVqmSpsh6dLPHglChGu6RG2FUsklTunlFBR9FCznzMYhR0bBQgCgO0O2pZDUaj5HBMRv8w3qsQIkmYZfAqVVRqDUynOT7/uI97tyeCFWbRKW1XbBSKJsJkokR9x4PvMILoBJPpMVRzAbuSQ7M5VDYRRCbSWYh0GooXjQ7P5y7X8Mff28F33lxBPhshnw8xHU8wmUyQjHUY/Q6S0xrevnksNSRBjWQmX0NiMkJOkWz4ZASs+oXU+gob0IoMLHmeknWVERMVOnptNOoOFoscn98c49btKXoHOnoHGmZpjoDfcIVazZKIyHsRz0C6EkIrFkKsIq02N4AmM4IlbqWMqiKhaz5LMZ2lCIiEjgtsbvnY3K7gxZ1VfHVnA5umgunRLgaH+/j0sYpPHisYJ4rk5nZaPn7r+R185ak2BtNHGMwewTIpkGgjSAscTEeYZUusrVWxvlZF//4A/ftD5CRZFDqanoevPL2Jl57exPBohMHRGHeOZ/jkJMCD2RIjLcFcz1CrmajWDB4zECplfAX3MppDPVOFbyjSB1hEmUTAuTz/14F2S5HMZh85KsjhqypcGocURYSzCXMhmYF5hnKgHSUIgQP2nMc8Y7goDAdNz0Gn4kBLc8x6EwTjKdwa4NYLbK5XsL1RE3exGUQIpyHu9Ja422fMTIF5UmC2KO+eYUiiCvcGBUaFa24Gv66j1jSx3vbx9GoHV1Ya2HFz7LgFtGmAvD/DbLrAYBnjeB7hYT+WGkc6pinh9Tzb8/zIxWsFClZKW02hIQoWWEzHCGZBmQs+jITUYboG/God1XobplVDyihDcfcS0UFDWSrnHjZtRThMuo4M374UOcnmLC5MVUugmRE0g4LgEXR7JNm0uklDGokbDtLIxnLWwHJWR5Fy+FuRgR6Rr+z0lmYMnlVJFmHsggLD0MVgVA4IC6RpKtQpReUAOILpMPt2BLc6FqoH7/vRvIVwso0odJGghxQ9ofeQUqUULSjpptBRFJXIzzkW3KsWA8mhpakEFHgJBq8UZ7uMt3AVuC7PLxrShSnnkXrNlqjDmcQhFlgw0iByEfNOkyWIZQBaqi5KegpvV+w3sM8tHtiSeMO7yNkk/f+f+fsl7oT/H2kgJKtxjXYVTZ7fihXDpzC9MUe9NZX+73gOTOYKHu+NJSLs6lM6fufbPl570cPlNQ+bnoH+2wfo/2wf78sA+DLuhDp6yQihOcP//Adr+J/+YA1uFCLtTzE41rC/X8O9AxfvHSVSOx0bOx2LjXwE01BIbiFUhGTLsI/PgGDJAU6hUlBxRkLk8FfA8l8acjj8BQf93JnLQXhWDOXzKhCIAIhnGB2r0JQVGaRKz7YwhEIm/VWddLZIBr4yg5FBBS/qEr4nfQTm7BZpLGd11yXVk8KC0vz1JQIaKgVBRD1zTsbnOoVCFXAcYa3tY61TgcHzbkIyTITRNMBoQpEY13KeeRmXw9dGrDO/27zPlBQTDv9ZxFwXBTE2fO6k8QeFTTzOkvhc8HIm9F5CmTPpxfgVE7lC8ugYnjfH6y+EeO35ECuJgZXUxMnDHm59/hi7vQDHlSpO7Som3SYmvQYMjedZG1luYBGWAvYwj0WAaFkqPEtDxQFqbi5GrortoGI5GIxSDMcZFsUEkTFASlPdGbknnbaRTjrQMhWWkqLm5Nhqa1ipaRhNDYxmBvaGIXb7Afy6hquXPFy75MJKZjCTGXpHExw9mYhRoFI1ods2JpmPceYjLgpEnNeZFIFHQqXLU8YO8Z5uIlxwiM6IFu7CFACUrnFNJeGO37USDy5WL84EHQNfffVZKQq3H+0OsH/cxdHgGEPu2YJVB9SkkLpysYmXX9pAZ8XC4eEBDg4P0fAzNLwcZphCGSfoDwp82tVwa8Bz6RxpPMPOpQUuPRPgWlvB07qNc5mBD24P8cGtEe4PQuySKEZhPUxJcPlNk0srI3zlh8iEBa/AYnaBpspizrrsAa9WgWcuGdj4ugfvmoP/+wdz/MM/zREEZwPgs5kGn/tKE6g0AN9TxfLu2hzwnD30wrPnIdeCqltii7dUNn2o7KayhioxAws6ealEposu/P+oeg8nS87ryvOkz3ze1Hvlq021R6PhQYAACBrRSjQSNdKEZhWxMdJoI2Z2/581sRGajR2ZmdFotRIpR4IkSMI10A7daFdV3V2+6nmX3mycmw1NLBk3GAECje5X+b787r3n/E4mavNKRcfJc1WcOFvFh9dG+Kd3Ojjc9uHEChyiaMt5dow3A6bMO2oApy4BrUUN03EJs3EJh4+nOHo8ReJyya2iUdHwhRdtvPaig/6Oi8Gui6VlC8++WMHiqQKSgo5A1/FwO8HDJzFu3Zji5sdj9I/4HbWgc+ggrz4POhGPBlWzEKcD5yWcNbB0ot+YxWqmUJwIqsGGyoKhWaBwmA5TR4tQ0wOYdGfoRKQzV9iBoTi4/KyJF1+iOivEaDrBaDYDFPKniHOlgoq8dFVUzsRtBcy7iiLJrGImH388PBA4/D/uB+gMuNhJMRhkKNUUzK9paM0ToZYjJT74+wDv/ziAN6iIqlY49voIpdIYL7xWxAuvFVBrF1CsOni0EeGdvxvi00+mNJjDtDNcesGWWlmroj3fQLVWQIHPQpGZiQeC99q8O8WDT0PsPKaqHHIxyV/8uTJF8lJF0RVLSaYgv3O02POLI81UKm5r5ssSNSycQZV8/UQcHVzucljiuxnmF0qYXyzJoI1IpxkVugEddmz+dXGcyZAqoVsYMEIFOp0YTw+F77zWwO99pYXVcwUMqwq2pyF+8lfHUrFIJgzMrZlYvWSh2gICNgzBDP0dYLCjSGPORsIwVTjFz7MoiZbkoDBf/hIJQRU+1eFERjMjha4kLg55WSNahi8dDl34a732pSZef7uJ1TW6f025nNz8+Bi3PungcEfF4Y4Gd6YiTjQsnzDwje85+OJXLbhBBtdPce29Cd5/Z4TDvfBpYDfpM6aICn7vrTL+3TcraCwl+NQb4f7Ixd5jDftPtH9ZjMw8Zi4wnI6YyRnKDRdnntFw5jI/zwzTMQPhU2zcALbvMdvWEqQ10Qq6EYhqhnj0YsHAa283pcoVDtoU9AYTPNg8wsOHI2ze0bB1R4chri4dCYegsY9aXcE3vtXCN7/dxpl2EWfnS9g86uPnn+3g00c9dA8TcXf88DeK+J3fKKBcrUCxKoJNi4IDRFEXiZGjQ27eUfHhNeD2gxgbOx72DyJR2mKs4Lk3FvD8mwvYfzzDjfeOsftwgPOXFKlLry3j0usruPnxFP/tT3dx66Oh5JwRD11tWlLTSSSXXmZAf567kSvIDMlz4AWh0tCwdMrG8ikHK6csrJyyBdXM2t8dYvNhB1v3++hsQ6pYs1CqWXLu8PLKIVHgMS/2acYlg7ueYl5yMUF+gRX8nQYsrWlYWzdw6mwZ6+ebmF+qiKDHdTNcfa+Lj9/riTsyCRKsLFj49//+FP7DfzgNPWrBiFp4/OQRbt77CJsHu+hHNoaRjXRiIpmYcCeJDHXULETV8dCsBbj0UhkXXyzjs80QH1z38Hgrxvgod9wur5lYOcG8SgP1moGDHhcYM2xueehspuhupqi3gUYb+OqVE/hXr16GmVn4P//2U/yXdx4K9oUZY+V6hlozD2QYdYi7VPD8qw6ef9WWhffcMoU1fLY09EdAf+piMHNBDCjL0hyUnYKUYyoomHS3jVGuTtDd1/DotoNysY5v/XAFL36xgf/y5w/xn//8ARI1RqHGCx0HsfliIJSBbIRvfHURv/P9NVTnM2x2DnH/cQ833wtx870Iv/O7z+GHv/schsMRblzfwrXrT7D5JJCyWhA3BDUj/kSONVR0gAamqZeX4VmwfBvNho0zLxRx/oUK3nrtJN587QQ+uX8f//ThJ/j0XkdyiDsHgDvIi0MTyaWkKMfMl8Az4vsmwMISsLgMvPKFNXzla5eEDvIX//E2fvTXD/IJKtGsgo2zodpcALrQHB8VDncqOQ57NOTCgydijNWlAv7g31zCH/wPz+Av/uwz/OWff4bNjRmmUwXujBNKCfPB//hH61LER97jovhGF9c+8LH7SMUf/09fl7p28zp+/I//jFu3d/BkW8FRR8Xq2RJWzjK7NIVTZj58Iq7co70cben2mNEYwq4QRZYhGAI1x8JvfnsJv/WdZZw8E+PkmQTD6QibT3rY2Q3QPS6gc2Bik6izu2O8/pVVfOu3z0g25D/8eBM/f2cb/Q5kyXzxuQpefr2OCxcdnFzVMFdT4RJVP1Cw8YDf2yE2Nnw8fhJh/4BDUCFNykCaiznipVSlIIOg2KPYIsaZc1WcOVsRl1ocTIWmUi5xAFPBpUtXpH7208/w1//1A2w+3JN/ZvWEgz/6n5/FH/8vV7B57YnUex/28N61KW7ed0WAx0FY64SVVyNDqxxhcQ5YW9GxukyBTAtLKy1c++gIv/jpE3nPfvHtNZw538Z//D+28af/+xN4AfM7TTjVDIW5EKodo3eUO/kLc0BRcqs5+GX+NoVviSB0eJk2eNlMdMGp0zGVv+fYdHxOLmA+NdXhQG0xwvxJ4K23V/Dm2ytyseazdfvGCD/9uz3cvDoEFDuviBkX+caGCCM6kastCkIyrKwDq+uKnG9zrTk4xaIQYJm3fERB36Erwyd3SnIJHVPsizjYiQXJZegmTJ0/I9732WoBRasoVa0asvjfvD/Bzat9PH44xtICsLwINLnYrWlYPV3AqYtlNJZtZBZNHAn+9s9HUsStEhBxct3BN363jde+3sBeJ8BuJ8DtjwLc+hXd0xHml2M0F1OUKXJoIke3DclBzXOYmqUUb10q4EuXihJlcOgruLer4OamgsMRM1eJF0+xczDC9v4IP/jiOv7om5cxm4X4f959gL/+2UMEY0itrTk4c7aAiqUj4fc4UJDUTaR1E8eTETpTSmVjGv1FILWQAYukRpy6gtOnnkM3inG3c4gHu0fYfHCEnUc9mAmH22KWkOFZSiRumS5g4mB1aFw+0gk/8AVXXG2VZOnmqlN42hT1ZgmNubI4JWZ0bDIDyQlhkZAhhBRThohE1HJxSkd3EmlYXz+D9dNncPBwH5vXNzCbjGAVKZ6iE92R0vVc4c/srWF3BM91YZU0WGXtKQQ4j6qQrGlVQakJlJsKvJEGf6RBSYg7p5OFYgTGfwRwypYU73V8pvxpDG8QIZgkaM1XpLiUif1InGUT10OqJCJeaq84OD7w0DngQsZCQS/LZzTzJnC9CeyKDqeiwyraMItEUgH9nTHGxzMUifGrKDAKFvSCJVmp/E5wCTQ7ijA95GLThsauhL9fjVg6ZklqyCJmSJFylKDcKKKxUBOs4mAwlEpnBjKXWzQKZCO0T5h45e02zj9Xxb0bHdy9cSyOzekuIyTJZtOg2BqsKh3sfMfkWVvxNIXf43sfsOcBZx5QaoBay4d8OgOLxjrcDR3epg69GUMnJj2I4PdjLC+28Vs/fB1vfPUS7t6/hbv3biF2efW3BDnY7Y3R6YwwHmUYj4gH5tDLkKWKaiWSjwy6+U26KnVZjBFBbrC5SCgcc0U8lroAZyWWraNQNaScCjG8Kob7HoZ7zHhKeZzBcEzYBWY2OZj1p5j1Jli+UMepF9oyYO2POxh0xhhuaBht6Jg752DuPNX+KQI3ROBFmLqBVLGmSykGxzDMSU4F10tHSq2WnzcUrk4G/DwpdAEKpJNRiOAD7aU6lk7MYTpI8NnVLnYeuNDTCvSsguoJF9WTLowil6fMrs3Q3YvQ2yeVK7+asvcv6hrKRQeN+RqK5RJ273SlYgqVmHvFfunpOZkFAVIOqgoqFLr6KfKOmTkXC6acM5JyzUG5XkBI3N0x3ZMxjKoCs6bgN757CV//7iVMvSFu37mHrY1j9HYV9CkO7MSYdYjO45C4IYPL6WSI6XQkWGyZs9Exw8UY3dEOF5xktceSv8v3iLhwJUeZUQc6lECHEurodl30up7wpHRGNDA73NREqGwXA1iFIKdUcICWMaO1IDjfUT+Pkwg4oAx9ESaQtMBZqwgvTB2FMvN2GTrPvo7OUfY5prxLiAenMCyKQsSSw0s3AuOCFBTsMgpWCaEXi5M8dEPEYSSYPD6HFNQyD5xLbl1c13lGdpTmZDXJ/uS9W+G8xRDHTxiEUtzdsigcZRawydxwuk2gYDKcYjycIgsZ+JsLoDSTGYL8tfNMSgp1LI1LbEqvY5lhEBnKZWzuII7z5S/zpH0+p3SpNjAeDTAZDZGkoSwcKW5YO0+ShIOND6bY+GBCjQaUksY5pNwXOEOoreiorTBWy4SjWxjvp9i+7qO/E4lbrTinYeWshdWzFoaDALtbrojCGG8SjT93dUVonACWn1FRaGtwYxVBrKFimaiYBo6fLoApfG3N0WVlobMb4Hg3gK46KFhFGDrfExSVctaTf0nG4zEmk7E832pmolQs49yFNZy/cALj6b5Uf9hDfzCC6/JOUoWqckBFBQJzs58u7pNMZhNCn5DwQrrKFVgl/owZVUGMrPEv77/dJ4+x9+QxTq4v4vmXL2H93BqG/QFGg0E+sFZcFCITtaCEuJdhe6uDg70+tJIFtWQyEAezdIxE4Z8v8Z/KjAAAIABJREFUgWUBK6caUnHiwfXHQm3Q4yLSgD1SH/3xAIsLdSwt1pFFlmCNB8caHj8EnmxAeh8WIxicMu9cCpZO6Wgsqtjf9bG366FR8rDQ4CLYxHyjhVqphv3DEfYPRrJUIK2C9wLxstNST1VVEqJcKKNSLMvdcn87xsEus21deK6HSjtDpS0xoUg6wFqrie987zl88c1TeHTjFh5dv4lpGsIXgY6JRqOGuVodLauNltXCTz7axX/9xUPs94iebKNaaghq1Skwr3CGIHJl3kQBEMWLcTJBnE5QKWtSjAJp1DIRzBItznzppxopWI4Np8QM3hQP7g7x5LGLenMe9ca8iKoo7uHydziI4c4yyRa0dAfHR49xfPwYTjlGc95EuWHCCy0pl9mrIxeLZQ3nFi28dL6O3/jiKl5/rgV39AjucEtE2xT5hn0DwUYJ4w0bv97s49ebPfQLKmYNE2ExQ2Ll6PhsoCAbqDi1YOA0yYvNRPI8rWKMMGNkn4p2i1E2RVgMI81M9PoRPr3Xw2cPRxgfaRgdaZIzOBbTUCYEMUOhA7YA1XRg6QEswxM6XvC096mYKqpcAHNFqOhCO+GdbTpNMZ4k4oibX7Slrpxo47XTK1gu6PA6exh1jnB7T8Onexr2hi4ORjPM1x189wsn8aXLC+iMdtEZ7sCgc7Jah5cpOBy7mMSRRAVVGgU8ut/Ho/sDiQZirETDKeAHr53Hb792AZv3drB5fwc3dob46NDFkyAEqpBs8nqFbm0DqaEi0uj0o+CY8QaxLMQKqibC7NEsFBdnsQoRws/PqVK8L7Orc6DCJPcuBfw4gk+iDX89je9VC5pqY+pCaDr7R7xPFmCXClhtNXGi3UJJz5CMO0i9Hkq1DMVaBof3YNOCFiZIhx5mwwAP+ykeDjIRZLsx0B/H6AwizPwEOsd2BaDYAEoNoFrWUSuaOLfYxlcvX8Jr6ycR728h2ttCPJ4hmvkY+wm6ESQq7eMHAa4+CGA1DdRXLAIX0enFGI41xEkDSdpE0XFQIp5bjaBlMwTuFNuPu9h+3BPRHKvWaKE1vwLTqmA8Jm6W4sHcHEHzC2cqEp9AwSNFRU+Xw6RZclYri1stgKp7MOwpDGcK3ZpBt2fQTR+aycxeRgHWEXkNeNOKVJaUwJ8I6Y/kEuVL4KduSCGWEAGbwbJVEYXni9E8KoPLo3wB7MG0KdYYSPku73MZIncRsbuOOCwhwq6UiOAovkqayMJlZAlFICOk2Qi+35FiFBLPZMUgyteRpX+xQDw/qZs+DN0VgawaF2AqOcW00cjPx96xgj6F64xeCRTYBUdKFoHEc3++QBenJ01SnBvm/+Hu4P+/AH5KK/zvNmAkSoKIs3id85My6oUKrKwPOxugVOyjXO9BNTx0hxa6IwuHuxMc7k1w5ZKB73yjjFeeL2GlWULLttD71a7UB91lvDtex31fQz/pIbaG+KPvtvBvf6uFGiKoEw/HTzLc/1THrfs6fnmoSr18cQmvXFpC7AfY3+vIrJgiFEY1Jk8XwPkqlvQYjm1yg1cezUNhAW0Ln+f/UgpDYq0lS9I46yLOjpASA616QhjVsAwdK/I55jGnT1n2/FnoFBgF4jBPSHJTNCHeci/BmEnOEgLXlaKgiM5aEnNIQDIlYgcSHZby5OQFiP8Mc+i5+0gYy5FisW5gqcGlv49gSsGAh+44Ro8RSxQV8m7J+y/vg9TXB+yXKC6ykSQ2NJ3u4pxMg2yGLJv9iykIKrHT7Af5ieUGxCxkLE6EVrsiBhCzQFHxGE5hiPWVA6lls44Vs4FjRnNd3cCjwwk6tTl0i024gyZmg2aetJMmmPkKJp6OsavmZMTUR6NqotUsYLVt4dSShYU6HcuMUlCxfehh58jHJBshcgaIdcZr5TMiLViDHpwQIeZsOkBB9XF+3sKpOfa7DhTDwa3tET7a6MnQYX3NwflTDuYrKtoVFdtbx7h/d08+Ry6eScdK7AUkziJmSQw3SZAaATSLCK4UcWgjCUkF1KWIAresspABsuxp5rjqQ1H83IApe5o8K7tYKOAH33sT3//eG9jZ7uLm9S3cZ7b1wS4OB315HsmZ5fJXizO8/upZfP/7r+DEWh3XPrmFa598CqcwRqEwRjmKUXOBfh/4xQ5w9UD0p1KNxWO01g5wdj7CM1UbZwsWNh+OsfFwLNGd1/dm6M7YL5JK9nnGN824mQKDXHciwzjgkhUcbfUcqGeI6UItZbhYy3D+tIFzr5fQvuDgJ7+a4qe/4oXIgGk50jixgRGlK3NyqYTnoorKah7kEpZEhR8VJHRv0pWj5sghXnx5IKmBXEw1Di6KluQwup1IskhWFlQsLRioztelbtwa4b33Oujue+JGsPkbN8m5o3JNQ5LoaK8YuPiigeaihkf3E2zdSzEdBJj1Q7RbJtbPFjHfIvIngq2F6O4C3Z1MHIiLaxqqzRxvS9WMCmJqDUEbTGcBPCptEw1uoGD/cIb9w6lc4qk+5wNAFDb1H6aSo4RzlY2CTE+RcRomimC6h6lIyb2sRASYXHQKeolNrAa9pEAvqrh80cCLV0zMNahQoQo7xZNHMbYf8QHUc+Qc0Y5klctGnwrlBLZtSPF4oWopdynk2bR8idFpWijqqDWo9OCBRMWWgsf3Yzx5EMGf2Ij9gjBKVMWFbbk4d0nDuUsqUsOAlxnY309x/3aIwz2GwWeS/8rsulKFP3dL/nmiIPlrc9kwGo4xGowlS6p7lGLECwozfLkg5WdN9Q4/EcrbJUMtrzyUnuol/vHypQXPSzZMdJuyEiJ/I6KbYnhTZixxEMh5pZLnCrYrCIIA/d5IcD7863xByr9XHMC54kwlwiUxoCXMLotkAPNtWQC30TqhY1f3sTlwcfWfZ7j6kyntNVAMIgWAUjuDWaAqnErWWFAr3iDPAOOggj9aLoH5WeSKcx4CuZKdP488i4tuJCqt+XPLETG8hNDBwwVpqWSjRDXgQu7CoFiM2WgcDB1sezjYceVzZTlFAw0esuctvPyGjvNXNGw8CrDxKMTmrQibNxJBIjCAnW7SMKMcQ8PvfaGKP/lyHctrOvYMH4/8ADcfeFLTUYYZ1aNUGPFKolPpSEROiPkVW7JeKT5gVjOxcXsbKg4eKaRZwJ1mqDVSzLUTNBoW2u0mWq0aqo1YajqhGxM47vrYOxrjqONJRt+op0D1dCiegRLRJ81MlpgvvGrjxVcc2KEGO1Bx3POwdTTCxA1EVdSsGnju0jyeu9gWVLLrTqX5sQr5MCXURgi0Ea7f1PHhRyYebAH7kuUaysCU9eKXmnjxrTkcbUf49P0Jurs+3vxaAW99rQB7riR17cMJ/uG/HOHB7ZHgKBxmksqQli+PGONeJM/j5+evaWkwqICqMG9PzUUzdV7mIaqrUsnCjEuyiYJeh8OqKbrHLmYDYDokWshAscwhT44LobMgmKkIPSrKc7e5ONlUOqpUtJhx3iZaXxM1eY3L1qop2eV0C/CyYjjMNEnw0a+m+OiXUzhmhpUVDZefKeObXzuLb37tHD67McXdmzN0B4eYxTsYx0OMEh3TVIeV6bAzQ7A//P6ZaobFhorFloKVCxpWz2v44FqEf/pZiM0N5s0RZ5KhMaehyYHOionVFRPTSMXBIMPeQYr9B55UqUqxCvDC2hzePrMCLdbxN+/v4ac3DnPLg5KiXIPEG/CiMOwo8F316QLYQXspRWOeGB5euhxMXQ0jb4SRP8LxPnAsGZH2U8efCZODKCPFQivFQpsYPgfTAZ3PNkoNDXohw6d3uvj0TkcWeswBpAuRLiIO0nRPh+ZrePWFGr78RgNWJcNmd4jHh2PsP/RxsOHjG9+6iG9+6wIePxrj3Z8/wfsf7WEURhiFsSilM1NBHKgIZ8z0oco4hq0TyaLlyGHfgBnQ7WnixS86eOELRVy+tIxnn1nBgyc7+OTOfdy618ft+wkeP85dg/Esle+r1FMcr4CAVIppEjz/YhvPv9RCwbYQ+hqO9jzcvH6Iu3e68u6hC88qFmGXKzAKGfTCGJrDPAu+J3X4YwVeX8FcvSDu53PnK1g9aWLlpIWf/vMe3vnnfRweRAjoQs6YkZSgVE7w5a8t4CtfW8C45+P21S72HrlyNtt2Ab/1vTfwW999Ez/7+Q38+V++g1u3d9EfKXADFavnLayeN8VBTxrEdJzgeI9LSZJANLgjHboZiOBkoWVgZd7GudNFvPJiFa+8VINqTqFaU2zverhz18OjRwl6xwbGAx2lYiK1draOU5daMiTfvNfB9tZQHDEsiUuoUdFJlXEuPCKhZDpR0Tt25TvbG4YYTpn1kuZ5qMRA8sIt16Jc7ZwjkTkxT9Fu2Wi1bRhsuLJQ3l0vvXwWFy+tCTmD9dFVIrB3pIF94dkVPPdsE89cjnH52Qgff9DFJx92cX8zwO5RiuMRVd6R1PJSGStLJSzOK5ifi9GqA7WSjgIHokcqjg81eGEk7z12T3S2pZmGX/6sj1/9rCfDWi5OiMBUTTpE+N6h0EgTrLJgMRMViU+hDgdBsRSpAMVy7pTypkTncgGRO4AlMoPZN8ypia28USoxwzHC6TNVnF6voD5nolo3BJm9cX+CvW0PUWhIrlXRVqRUQTERyZTAKZuyhJMsFzvPvKHaNUl1+Bw4+RAH2GTEZ5Hv3fwmprMPe5onzPcxkWB0b4lImEpNyu5kUJi7IBtzOva3Qzz8zJMBdLUMVCoKWnMqWi0V1WqOwptrmVg9acn7euNhiI2HER7edvHgUw4fVJx7ltj/MqyqIkuzg4MIO49DDDsBgpmPNAzhcJnhAOWCg1LRzof+iQ9Hi/FGy8YbbRtpy0E25+DGZoSfvOdiYzeE4ajQbAVBQvdohAvtOp5bbMExNfR9Fz3XxcR1MXY9+XudkiaZdmGXZ0aGmHhtR0Nv6opohhh7vnvKlor5OMFCEmOpuYrl5hpCU0NPCXAwmYqg4slOH94ohjfiXfUpCZEuvSKLMkwK2gAtTAVXKZjYsgnNVjENfExDP0eUO2yOmeyRyM+n2jDkefgcDedOIwz7PiZDIjtTOTdPnFzCiRNLmPQm6Ox04HsUQuSYuDjUEFF5SUUGsW9s3pjBxTuywX8HMzDTvDeiWz3gEIjDeT6bEGRw7PG+TOQdFfY8G31ZqBKLazh0v+cIbsa6hNNE4g3m2gU054sI2cAOiGKOoTI32+G7X0WppqJ7FKF3xOxT4VGIgp25TUkWQGOGqqWLQ9osUpEOWYwGI26gqHpPYFV1OA0KTolJ5581hXscwztKRNDD8aPEUmhRjs2m+Del2zRX+jPPttIqyKJpMvYwmXhIPQWZl+fZFuoqags6Fk7aaCzo6B/66B96GG7HGDyOxRHJZRix5Vz+8nnmeJ9LwXiWIRwqSIlmnldQWFARl1IkJQpENBRIlHFVTB5ASm8k0Bup3IdqThErC3VcfmYJp082sX+wjYP9HSEGzaYaBoMIvYGLXt/N8w0D3qup1OeQI0NmcAnF/pR4bfareREfyqw1Lsw4U+RiJ88H5nmcyd5GhJsFIjtVISJNe3Rb00nJRZkOlbl7uo4s5ACFLrgi5s9WoRRijKY9jAZTTLY0TB9pmLtQROt8SWJ6mK1JFDApItNpLDmDLHZwMy7VSIWiS9vIUK9bqDdIwAox6tN1wB6PLmBirk2pctUWJPi4H2Hr1hgHj3wocRGIC5g7E6O5zkx0Ck0ZSZPB7WeY9Xm0pYiyBCVLQ6NgSLwR3X10V473XIx3PRFuU/jFD4TDV4pps5ACgggq7z9VbtkzJAGz7Njc57E/zEvlz1Zku2kCp6Bj7cI8TlxoY36liPZyURZmW5vb2N/pC5Z60gGisYN47MAwbImSoTt/Oh1jNhvJMpR3aC7G6SZmP0iBk2RnPRWaM4NXRMmFnKRD1304hBQ/a37mdIPQUSvPRE56h10hcSYnT+WOWl3yuw1iKf1MSig70luSXkFyUw6l5vlUKBbhlIryPuGSl4NjQb6bFryJC3/iIiLxLObKhNZPvnNIrCii6BTluaMjl05g5tALJtpQ8xx0Q5W/l70Lv/8U1OfnFLNTGftDRwuf03wIyeUxnebyfVeIpCYBxIJNehAXwIqC6cjFdEzCF4lruRCDwhrJAA9CiR1i5izdfULaUJi1zgWwgcKcLnd9nr/hMEPM+LyAM4UKao0qppOZFEVZdGRUmjpq84b0JJtXZ9j8aAZQiNjgQpv3ISKxgYV1BwvrBfk9MdN0uBvj8AExeAlKcypK7BdOW1KTUYj9bQ+H20EuvuurQjkp1U1UFmNUV0IY5RRuQIKLjrJtyhL4aN/DDg0BYYa5poNqyUL3IJYiFYEZ68ySN/V8EUxiBBf5rjeD580Q+7HguTlgrrUKqLeLUC0SY3xMphP0GUHjZjD1Jgy1lrsqJXud9Ft+N4ivtPOlD58/g7MZ9ijMl2TEEDPc6TosoFotonu8g97xLhpzRayeWMDCQkOEv6Q/eP4QfjAEo+fs0JJl/MHBFJ2uKxm/FO0lio9Elh10rDDbDhKLMtcqyALYC6biYvpckDhxJ5jOJqjWHNRqDiyjDE0pIfbLON6zcLxvYebNpKKEWHAfpVqKE+dsLKzpOGL/fjSBo1MIHKNRNrE0X0OrXsZw6GE4ojsxxYwil4RnEE0MpFAFSCMflWIB5UIBvaMUu09CHB1E0Aw+e6lE0FhlBfEogb8bo2o7uPLyEp650sY8nx8T6Aw72OkdiLBGiS1YKOJS+xQuzZ/Cu/eO8DefPMJ2l3EMRThWCSU6dysUQruS1cf3LfGeihHAcjxx+9EpzmJfULDpqIow5FniJUIuIa5VBBqWKsv/7W3GazHL20LoWZJVTkw9j0fOOqIQKDiO1HhyiMnkEE4pRrWpoVg2EUQOgpBREaHkUS/VdVxkHu+JAl45W8XltQIi/wBRcCgO5lkMzAYqxps6ulsaru94uLbtYmyp8MukYGSwnAiWnkJ3FWiuiqV5zldV1Or5bMByAD/kMjnCmdOLWD+9JKKd48MRdvbGeLAzw+a2h/6BgsG+igmFebz/8CzlHZpzLot3OIpeEpgaDxXep/J2p0D3F+/rOYBWKEjEg7ouRIBOl3GZ8RUFFefX5vDi2SUsV20kkyG8wQg3Nnzc3PQR0C1X0CQ38spiGWfmHAyCDgZ+Fypna3w5UnQDE6ppoDFvySzszq0u7tzqYDrOszubBQdvn1vFl8+vYnPrEFubR/jsaIzbfR9HcQitAuhV9kkaqrwbKxQHMqdbQcSlYEoiJPNIKSyNMfUjwX/WmxrqDQ1zlQxzFMwmCgopyYKcjbPVy+AmMTy+Syn4kjg1TUwR3hQ4eBKhc0Biog2bvYxaEEMQncYLZR8L1RCLSxmWlni820iiAkI3QTieYTIOsDMxsTuhoH4mNfJjzJJ8rs/vjllWUa+oqJc1LNcLOFmv4HSzgrNzFZysOkjGx0hGHbm/0lyw041w/yDE3YMAx2EipfAu6tBxqmE6VeG5FuKkhjip51miFFQZEWzy6NMIo1EshJvpdIrpbAa7WEV9bgGlahOWXYJhOvD8QCIpSIXg//KOTowsz2AZtki/TGEjF7EeFGMKzZxI5q/hcPEbQjfC/CwlSYFYXlkA1xHMKvDdikS/Ec+fRzN4Qs+RPI/UlB6S923TilEocYbK5S/pUlys0ZTJDUYM3QpkCWw4AxjOEJ7LmZOC2F1A4p2Sn0ei7iDWdiRiRTcotKwjCdpQUi7lXKj6BEHQgR90/uVcFkemXoRilKR/rFYp2Heh61PodKSmDeioQaWUQClg1Ncx6huYTENMXVdEg45dFrR27pbO3/OMhJMsZCJ4aRPl91Ew2k+jCHPIhfRp8tfoYZXFN3ubCCH7Dx2Yr7UxX22h7bhoF7jY5JJ7E148xMG0ItU7HqB7PMSrV2z87m828OqzFVQtE4VURee9A3Tf38evjubxzmANG4GKKYZQSxP8u++18Mffa6GUuEiHIxxsxrh7w8SteyY+6Nl4v2/jlQuLeOXiApQ0Rbc7Fidsd+qhM/OR0MXLIfvnBFZx4vK/nO/T18oTKs33C+Kf5WKMLk4KLxi12EeUHSFR+oBK50UCPVuBjmVkqZVn6T4tfnqfL4D53szfnWp+V5KoSRO2ReR6iIjPMUMTlQTG0yUwl7bM/+VdNIwpnJDFEHST94C8l6P5rl01MF9hb+FhNhrDnQWY+BomgY5UM5HqFPNl0HT++iQSMKaE5hEbcUIsNi/HqpiFzKdCfO4LaCwTry8jWeUZSOTfmXoRMj8SXDWLxFaj5KJYmWJt4Qhri0c4XV7Aqco8ehvHuPf+PWztjrBfaOHYmUMatJGGLYRRiDCewk9IXnEQprbctfluLFj5zKZWTNGqsu/IEExIYDFwOAikQn0KFMfITN4HdBFjKuE8EMznfXXkwkCIlp1hzlZRaZRRbVSw0/fw8ICC6Rks1UfFiXDlYhNXLjVx+HiIh7ePMekNYKYTEadYlQascgOJaSC2DIyjEANvJqTFJC0hSUpC7yI5i4I/RtJwlpQq3J1yjuci02Z5Hy1UTxkGoGTb+O0ffAm/8/0vYftJDzevP8K9jSfY2t/BQa8rjDkab8WImwJffPUCfvC913FitYVPrn6GT67ehVboQHe6aCkRVhMF02GKn20EeH+bol1Hqt4eoLV4jDOLIS60dJypKdjfHGBvY4BrWy4+2nRxRGLUvyyA8/gnrg5h0DIuWUz5wIO4TxYHlOyI+PJarac4e0rHC6+Wcfq8g6t3J7j62QS6WUK5wqxKW1x7VOUGvgff8yRP0R+rCF1VFOF0W3L4xMEihx7EPzGMPvZMwQEmVInpHipVW4pLhGHHR9FIcOWchvOnTKROA6ndEITkzU+6GB67sLIU5lMUIC8YusXLro3VswU8/waV7Co+/NlAik4jfjmef7mCr317DsurFu7e6uLep10c7To43i2Ijs0oMuc3BhHgJZXIvDIunixjaVXD/CrA0NpRlOJ4GuPjmxNcvTFGv5NiOiTGTKC2IDjgc768YOBYbI4F28Sjg4eUBj0lhiTfy+d7chVGRleCBq0dQW+HuHxWx4vnTazMF+HYtJ87ePenPfzynS48j0t1Dvi4hOBwniJkNh0ZisUiSiUibtkEziS0fmlRx+KSAceK4NhEThqwTUcUDVSwsMKYWWspAl9F4GmyXFJSNoHMhoywtBKhMwN2+kB/pMqwO04YBk+HioJeN0G/m2BvC9i5p2BwzOGs/NFk8cymhYclXT10GQmOjtEHzEo2/jv6g4c0FeUK6WGJGF6kQeWSRdSxZQV2RUGRy6EqEEwtBDMT7igR/CsXbp/jnVtzFbTmqqIe7RwNBM/ED1xeD2pefMEL2ovqPMWSL3kY+FLffrWBf/XVNsoLGe75fdzrjvHgQ+DBRxze2eKKS3VmqLn5UGKqISY3kWoQ5lY8dWHK65WLbaLTiB5jXrG8jHL1K/HVXOB9vijMoycU1JoqVk9pWCKmu91Eu93AaOhKzk3n0MPhnodRn98pZqlq4gDnAnb5lIWLz5dx7lkLpy8CraUM7743xbu/nqK3ZWCyYyGdAaZcMAJ4KqOcFPz+Cw38yetzOLfuwG0o2FNC/OTTDn56uws9NcT9nl8niDBLUKwyvzdFsVhCsVQU9RyVeb6Xon+ooXugYH/bl1paBc6c13DydBUXL67LkHZ/fw/7e7vYuBviwZ0UB4cJxlzkh3xhpjA5lB/pSMa6fG9PXzRx5rKBlfUIq+sxuhuhFHNRo5CLXw0vPGPh8vkSirXTKNVOY9DZQWf3nlwAGkunUJmfx0x5CBcPce2agQ/eK+HxtoZRkKA/inD0aIqjrRle+XJVqruj4LMPIky7Kn77D5v4nT+cw34/xv4gxsfvj/GLv+9hZ3OCSi1GuZIg0RzEugNvkMDtURBApCePfQ57FZSqClZOOVhbL0rjnCozJGmAKKBDzsDuo0CKjYq8sImP46KI6qKiJjgRiiN4oSPePZjSeUf1ZJ5VJZcCI0OzbeKZFyo4/2wZzQXi2Q0ZLOuRidFxiJ2HQ4z6E7SWI7SWQ3zwixgf/jzG6XUTb37ZxptvNbG+chHry5fwF392G3/xn+4gSIdYPEkMXIIJsWgAGkUNzaImf04qtIqmjtNLZZxYLqK2EqC6EuCffxbjr/46wYMHEZKQCGAOBCGImwsXLSlYBYyjAroD5j6P8OTuEKaTiZvjRNXGpXpRlGLvPXRx7bGX584rESpVoFrPszj6HU3w4y/QAfwFIi1jVOs+TMtEmtYQJSYmYRfTsIvHmwqebKoIfA7ymT+jQdN52Q1xesXB+nIBtWpF8gWHoww3bh7jzv0eYi4SuKQzmdHJmANmpUUw1RTlpIhSWsSFkxYun7OQGSm2+j72+x6SsYt47OKNN07ji2+cxo3rY/zt/7uLX/zyEMZcCmOOOGkFs5mKyNWRenlunsVllkHXpIUgMKEHKoxAxdqSjre/auKNNx2srM5LHR338Xh7Hzc+G+GX1wPceRhCCWIoFJdQMMJ7SqQh86lEVkR8UWtG+NZ3nsE3f/MStu6P8Hd/9RC3rh3JcozvhICYyjhFoVJFudqAVQKMcg+qM5L3vTtVEA90JH0Nz1xYwPd/eBbPvdTA1t42Hu1t49b1GW7dcDEZ5ddzNofzqxHmVyKcXC/h1HoZBxsRrv98Cm+Y4dkXSrjyYh0vv/wSXn75Rfy3v76J/+1//QVu3d6Tq7tqKVi7oGLtoiRxyPdmOszQP/Ix6rJptSSHB7EPJfHx0otFfOlLVbz5RhVrywZOrBjYPepg56iL27cjXPtExcMHCvodRRreN95i5q8FrWAiUvleouA4hJHFWFngMqKIQc/Hwf4Mm5suPrvr49HjEBPPwMSnAzYSt0/KHFrSP9QM+lSBwZ8rkbjEBknDlS8f5SVBjJrg9tg8Z7DNDBcvLeP3/+Cr+OrXn8O7777LYca7AAAgAElEQVSHd9/9NW7fn+HeVopzZ0/h3/6bt/CVN1cw7X6ESe8j/OSXLn7yKxe9EW3GtiyNCu0ZnPYUp9sNnG7VsbqsYWklQbVCd7kBf6TgH388wj/+aIhTFyt48Y0mNEvBZ3eHuHdvJHlu+7uBiEXtmjCSZRBO7LzY64gSekoZEJJQyIVuBsWKoNqRLEqbc1T7Zxj0YszGdInnyHnmmbMUMETLziMr2ACmniz2OUg4c7GAi88VUG3oCBnNEAGzCaM7III+lqr6iKKZiN00vQZNr6Lf5d1shF7PR5/RAbwbMEOTzpGIyHwu9vIURS4BrCIdzjQVc3jPgW2en05njBLkAjkuAa1yhuaCirl5FcOegv3HCjr71O0xY1JBe1HB/CJtdgn8YYRWVcObr1fw8sslmFVdsIc//YcB/uY/8/whIttCsWTjwksFXHy5KPfxaRTh4ImHzWsTHG54NFCJ/v3EmTJOnCnB0yN0ghnSMMBrionXVROtF+pS79+Z4S//5hjX7sygcmno6KhRrd80kY0zxN0UK+0Srlxp4NKzdXTDHrphH71piO4kwqSbLwyDgXhF5FY0nEaSda9XTZSWCqiUdbTDQKppFNHUS7DrRejzRcmN2zoa4NHhCEe7nghJePemIEmhS49LYGbY8y6kprDpgOMyTpYcbJXp4GSW5FNBXprfcTUOZKrMyq1iYakqeHSi17jAGA9mmAwDyR+nEGp5tYrl1VqeW+nzHRnK4oruO75TpyP+tfxuyWVHsWSKwzNOiWb15T7OpQkpMaFH1ChFlikUI2+wqZo1FC4K6BBX8n8uC2VBI8tX4kMj5nVlSJ+6vBotCrEsTHsRhgd0Lyiotg0U61wmxrKcY4zA4DjPFlTjfEhq2CkMmzhWZtHqUOlaZDQMhTwhGy+KXQJ4owCFporKUu6oIxKbohSfGcAdDgc+xzVRd8C7KDOMFGiqIiY06hxMIkfr+RCb2diMYsmCBGmQolI3MbdcQKGmIlI5cAlhwJB+Z/AkQnczkMgVOliZYWuVSWDIcxR574/pkBhT/KuiuKChuKDDsyMpKtirliXvtcG9CMO7MbR6Cq2WYe1kExfPLmG1XUaRol2E8KYTuJMpjgcpDnu5A2UwCjEYhjJo4R07yxxkWVFO2ESdSRSATsGbymVvjp6nm5KLMSIJnbIjjhtmxs9cTxy6ERfBcZJHGqnIXXszPsuGiG85PKGjgKeIbZqyPC21LZQXLIkxmfgjTMczuE80uE9UtC5W0LpQkQW8Nx3Dm3mYCjUlRXPJQWOxgCCK0e978AO63TNYBUYsFNBoFjAdU8RKXDnzuphZpaBZKktR4MAl96gTYu+Bh+5OjCQk6tzCwgVg4TzfOaQg8fNLkPoGMk+HG0dStYKGpbolmd1HnRi9TgxMVShTBaZjwy45smz0fV/6/CxKpIyyDqPOfDU6YHJBov703Em8BLGXwC6QEKZifqWC179yGa995TIOjzs4PO7i8KCDw/0OekdjuINI3v9qOA81aIvwgu4EP3AxmxFFPUGhaIlbL4oC+KEnPZegIg3irZ/Go1DIYfJ7wwx0vo+AyX4saOkcGiGsZPmuSgqG5KVlcOoanLqOkM4+CuYktgewSKESJxIH0BYyDtckaSWSTFw/8qU4eHUKZbmnk+pEIYhjWXBsW3IUx72huP9lHsGeX8wfCkrFgrgGAjeCO6a7mKKJfGbBPpg9dC4ag+Te21VmRXO4l1N93HEsETtyXjCWR1Nl0MvFIwXFccKIBk3wyXzeuUwm1cAdB5hN6OTOGPspi+5iwZGF9ZjCoJknZwTz2rkAlmxUi8QPLoANEVFNhxGCQb4AVgMN9VYR9VZJSFskTZBwtLBKIpIuwjHOQx594kppZYpB+I7K45l4jz5xqYaTz1Qx7gToPnHR2w4x2EvgjTJB8FdaKpbXLCyfsIQ2dLzv42jXx+g4k0zr+dM1LJyuwWkG0MtDpOxtfRNBaMoCmDnkR/sudp9MRCDTrBcktqN/nGFwlA9R6bA3dRuOVYZtlmFbJUHLhhHvGT7CmYdoSiSjh0j1EGse6ksl1BeL8AIfvc5Q3htFow1HayKUQTBRpRSQ6jC5+Cs34ZRrMrsxynwkmP02k0Euo5GYxc0YLQq+p5MDKS7V6AwrEQ1qF1G0CxgMOhgOjxF7EZRIlTOqM0wwnHDRSwG+AV0lqyzIke38rmgZSgUFpQKvKT68kEhJoswdJKouLvcwpLOO9C4K25qoVSgObWM6qEh1uwP0un2hGI3GJGzEOHu5iNV1C71eD91+D2qcwsgUiaphL7jYJqY0ke/XYBqjN40wC3gfNhHxnRl4iEMPlaKNctFC5zDGziMfneMI1ZYu78tMJyJfg3scYvLIBzfIjRUTyyeL+MGbV6S2dzZx7fZ17O4cY7APREMDb5+7jLfPX8aHuz38+MEuNrtTOQtUxUK93ka90ZbF9GjkYxaM4cdjpNoEjVaIeitCu8WYNA72OVAlftQXqt5gEmO+3cD8fB0aTR5aKJSZbofI6Qy7Dz3sbbhQnmaVE0wa+rwyU9TvoFx1EMVDRMkIToGxFxChTBQVEUUlMX2Q4LfSNHBp1caFBQNna8DJMpuSodSUhIREkR71+FGC/ccp7h1muHcIuDoQ2pD4v0YpQdXK4CQqnERBU+haGSp1G4USF9ikTEzhzqZ4/soFvPDsBblH37r5EPc3j7HdjbHbSdChaWYXmKUqPIqnuPjNGAmQQimoUB0KyyERFE/HyWKAsBwFJnG2FFdReERnfkRCIbOU81kxxYDMDj+5UsezFxex1CpCl2zbAJ/c7uHapz1UFstYWG+iVjZRiUIU4hATZYKJMs0XPArFUSVUKy3UG1XMrxhoL+u4evUIH390JAIrivAbZRvPzTXwfKuJzZ0+Nnd62Oq72JoGGKYRzGoGq0LhJVApcj6uIYt1JFwsahpizg9luRPD530/jCV+oD1vodXUUXdi1J0EZqjCYg4KxUMJTUQJZnTIcZlpKlKcB/IzIwGzt5VhtAdYZQNW2cRgmOG4k6Jsq3jpvIUXzhu4cEaRCrwCRoOS5ClTJDWeheh6ZXS9Eu5vdXBvq4Mp3X1FFWpRhVNnaWg7Btq2gfNzdTy/2MYahbPRCFY0lv4rS1z4EZ3oDu48jvDep2O8f3cCZ0mFs6zKz45Ce/beqbjlioiTCuKkKs5IYpkplCg5vBtxCEz0cQnbW7vYfrQLRbdRbrTQnF/AyuoyWgstjMZDjCYjDAZjDPoTweSbRkkqx/Dy/fs0dkWbQrOIfB7CLMxgOhR55hnynxsD0lRH5NZkARx6FURuFVnK5a+TSxBUuv1ILbGBlOQeUjt8WIUQpWqMUpUiLmKhaSqiwYgv4hwVqzGf3RhCNYcihPZm3GnMI/VPIEscpPo2UmNbMo0Z5ZKEFcRuUxb2TikXlgRhB2F0LHeZJA55i4SiVaCbFYmmarQyGPoEqjqCodqw1CWoSQvjoYnJ0MJsbGE6tuGHOaqX9xHHrsOxa/nFQHzDT+84MmfO/yxCqn0aecR7wNPwB7lgUPgsecGCteXdIch3CJqCtfYa1tqrONNMcLaZIIwe4Gj4CY6nR9jx2tjxWhgNuhgOunj75SL+8PsLePWZCjT22pMERx8e4/iDI/zioIF/6ixii997fQKnNsOf/KAtxWcw6B5j70GI2x+b+PSujY8nValXLszjlQttmKqGCb+jkwC7vRF2ea8iElmyjblLzQXbjPzgco7LNt6O8hQ+zuBzBLTsaYTywShHLoA7SJQOUrUn6D0jyx3ASB3iq2QBnAr9VYGm+1B1xj3m/R77cz7mzOutVUsolwpPo/Xy6AwWnd6mnVNnJOZuFIognc5t/t445+SSmCID/h6bJQ1zJR2xO8O4R6oIMcpFhGlRlr8Ziw4RxRPMs7jE+WdNKOC0ENG9rbBXIGbZRNE24PsUgcYI0gwEv4gQkndMzo7dCKkbi7jU5j2vFqPYJEHBw2Krg8VWFxdaqzjfXsXgwRHu/vI2Nh8PsWO2cGi0YOqLMPUFhPEYftSVO0WmlaEYNZTrRZRrRajM1o19GHBh6WMoSYBR18a456A3C9GnONP2YFZnUK0YiW8hCUwkYQ0pS7DX3EtF0DwfVhph+URDiovb/iTE8VEP3f1DzIY9fOPr6/j619fR2/awdXOA/l4H0eQASjxCo1GS0mtlaLUK9sYhHuyPZGmaooZEqcNSUjF0qtznSLQZndcUeJhItAkSnkN0f3N+zAVwnMgd84c/+DJ++Ntfwc7jHm5ce4y7Dx9jc28be12SYzPEPEdoxE0VfPELl/Hb330LJ1cX8PGHD/DJhw+ROHtI7H2smiEuMrphFOEnd8b49YaHyGxKNZpjtFp9nF72cW4ZON1OMHjURX+rg4/uevj1HR8Hfd5XxI4qJEMKDeCYOmxTh15QoBVTaUJ4UMkQ/KlqwjZCOKaPpbkMz50v4MyqhftHMe4fRZi5BsKQtuK8maCamo1hwOZwyoWcisijM4bFFx6VDjx8+MEmiANiDw0kXMSVQijFCEXTRIldLRW1UYBqKcOFMxZOrJjojhz0hjZ2dmbYeTyGOwnzjF1RteQK/WrTQWPBwfIpG6cu2tJ0cvn70c8HKBQVFEuQBfBbX2+iNW/i6vt9fPz+AKOhhfHIliwkyihJVjfZDKoZTs0XcGreweKyisUVFcU6k6I5RM+w8TjAxpMAh4cJjo9iuFzAUCmScQHMvN9QhgOx2J1VaFR5CQood7HqzACi65TWf6rIiYsGMzl1aHz4q1MstTWcaBtoNxxUSgVRQ/36ZwP86p2BZE6QG0+kh1VJJbuMS30ejqJ+Tw2oBhHKDGlP0J7XpQwqW1RuVXVk8sUyZFjFgSeHCFSj5sx6XRBjdAMW7BTlso9K2Ud3lmF/pGAWsj2m+l0Td6FT1rC/l2BvL8Huowg7G/lAS0LSM8Cb5Zhu/ns+fzFRjcolr84GUxdq/tPsh3xAxZdUzKEw73RP3+tsSuyKCqtETBJVjUTtmQimJjxZAAdIAnLYiVkmRoMuEnLcfVHjU1EpCJrPO2pp86ny4kFKBDUHypxEhlK/8XIdP3hrDkYtwbVBF7cPxti7o0mZRVPypyIOpSIXUcR8TgPxjN+jz1VWT3FlHPXL88/BQv4fYiI+/18uCdgAVyRvxBSHNpHR/PPpdgiTh7JZhWNWMOi5GPRd9DueFNG7zDRRiWqj6lKNceG5Il77SgPrz9golOkmCPHOz6b46TsTzI50pCNbyNmmlqMswiIQFIFvrFXww/U6Lq+XUF23MStl+NHtAylHswTLRaWnKLYN5t6oUvLsJ1xQ0WEQwX+qHmQjTDUZF931Zoq5+Qy1agG18iIKVhO7O4fY3TnC9laM7Y0MwwlpoZm45hnKblspwr6GiMul55r4wpfm8ewXylCdYyjOMbauBXh0zYfiKag6Ok4vm/jiy0U8/2wRM6Uptbd1gJ27j+UZO/f8OZy4uIxBsoFhsoH3f6ngF/9o4/FjVYLqmf1HMxmdUCunNaysa+jupNi6FSN2DfzrP1rE7//xIq5eH+Hq9SFuX5/g3vUpvEmMk+sWFlZM7B1H2KPzZpRIbmOWpDCJHnQytJZMtJYMLJ8sYOVkCbqZiGqceYDdwxTdgwzH+zE6+7mrUJ6Rz8ksdGHSXUOkDIecPF3EaUSnuYZGW0GzxRxeTbJ16y06MEuYX2KGTyKVBVRT6fAHIUYHY1pecPYZSN25FUqdPFXDK6+1celSG96oDG9YwY9+9AA//tFDWMUAF64YqC2qGMWxNDFFVQHnUQpzceJUFN+X1+s4d7qK0nyG8jzwNz+e4f/6synuPwygaTz3EsmCZmN48oSOEyc0wTdFiiOK/c7OVIqEBw7e5wsGThZNWTDd3I5w7yCCSlRKTHQlUCWCFioGHTYmGp5/2cBzr/D7T9V7KHkq1SpzoG1MgwEm4RD376S49xkR7MT0GOLOz1WgIdbmi1hb4AK4gGK5gOEwwcefdHHns4EswliZqiPOuDQmjjFCwUrgRA7sqIBzJ21cOmcjTFPceezioOujWUjRLGS4eGEBFy8u4vq1Cf7+H47w3ocdWO0EdivBZKBJUdDBXDa5yD79vHhWJ5EONZA5A9ZP2PjB95v4xtfrohR2SiY2Nwe4e+cYdzenuLcT4skhnVk5Ep1ZbBTS8teOXQ0F08KVFyu48mIZi4s1LCxUce/TAX7690/w8P5AFhocQDKjMMpiucDV5yriVis1fJhFH4fbEQ62QziJhZrq4IUrC/j299exfrGCX354H+9+dB87jzIpn4JbAOWKgmdeMnHpJQupIv4Z7NyNcPe9EFZm4xvfWcDbX11Eo7mEZnMJP/rRPfzf/+kTPNygKk6TYeaJCzrWLnLZr2DUzzDqxhgfh5gNeH8wkcQmTq5kOLEKvHClguev1MTRXqlFqNYi3L7fx537A9y8nuDGxwqODiiugCi333yrhje/VJef3YBDKpefYYDEj1Et26iUbfS7AQ73fTza8nD3nocn20RskQ6i5w58ztOY4VHhUCBFJdNRybhcsWFYlmCgNb6fjUwGtgYH0lmupCdR0jaAtdUmvvTly3juuRO4fv06rl+7gb2ugeNxDSvLS/jam6dxcb2I490bONq9gdsPI3z6MEasFFColFGsW3DqbLAmaNoFNJ0C2k0dCwvEESmYjImWSXH9Yw/XP3axdqaKZ15uyNLk2vU+bt+mu0QX17liJ1ALXM9lgm/PF6h5U55GUd7ARqogZekEZtYdz3C6f1mez8iHSBbAkS+0UMlKIW42IxKfDb4MvSO53EuOY1HFqXMOzlx0UK2ziSOeme8XNuMkHFAMw2zKHM0p5I+gjMTnO3KWV9/DYOhjNqOrjks9Xi3YKuXEEaFz0HXDJaPF/z93BUszzKaR20DeWVLekfOF2eIJFYsniaYGOrsZeof8TqniLp1bydBcpkMswqwfoGQAz64X8cx6QRwyJ87auPcwxMfXfGxuBHjyOMDxMXHkRZw8W0CppcJu0p0VYue+h8NHHiYdio9inDzLv6eE0IkxyHxEYYjTAxWnBwpe/uoSXvraIq7eG+NP/2oHH94eIbV0KI6OSoNZ6wb84wiznRCr7RJeeqmFF1+eg1IOgHKAh7tj3NkaYdgPpWGnOETcDRow9jKMGDFgqOLe5fKxEgaoBiEqiY5qqqNcL6OyUENSMHHo+jic+djdmWJ3ZyLnD4ftXJgx54qEA7ptictj3jSLfQldUhFdq5MU3iQXynHwwO97oa6jUDHEFcXyXGY4BwjcQDDOglueQPqOas1GjcusAgUGmjS5/HnQfUdUqjsljpWLXZ7dRMjS/aLAtFOYDkkLkRSH6RxykS6jWlmudYjoGM4kk4uqfBk58D6t8nnnYil3DsvSOFGhZUzgYQazgUrNRMRoklG+wC3VDcl5zG3mKTqHAY4PQ/x/TL33kx35deV50me+fN7UK4cqFICG60Y3mmx2NylSNNIEhyJHpERqR9ofVppZ7f5N88vGxsb+MDsKbYgcceSoocSmbQewATRMwZd/9bxLbzbOzeqJFeMGKIINot7L/Jp7z/mc0GN+VJG1yuGvQQOEZFhRKc5zfyL5oURIMufW4/M99gWPWl035D4XkQziZzLM90/TYnAth82zGCjJOWODTRMnCx0tpqPAqTKXlG794rzOPFMK8apNG61uSX5vMlpiPg9QLTuoVGyEEwXeIIc3TySrmSJEZuBSpEkxCJ12iZ8jXhSRNM6ZgzBwIoSlCLatocp4gVjF5EmE6dMIZcHMatg8V8PFnSZWqiaMwIPm+3K+Z+31Yjw7jtEb0dWZyjvOGA4q3vPcQprZZwNgNvpi6ERNc2AfEfGVyXnQoGubxKSqLUPg4sZWuFxFxJPQKS3hWoL8jT02tUlxMiXLk5lrvNPW62XU6mW5jykOBWIhgmyJwA/hHyjwD1R0rtRkAJwiktzGYBnI3YvP18pmFSubFXh+gN7JBEvfF0eW5apotstotcqYzQKMZHCRyFmF58CGW0LdZSwQcdGhDIB7T5nvSww2G6YaWhdUtHc4AC4iOpiliaDIB/ayEH4WygB4o+5AjRXsvwwkHsbKLJipVazTZVIUeM8tUKx8X7mCKo4iTX/e84jVlHeDGHAOu8QvlaK74WL7ch1rWzWsne9ibbuLZy96eP7iBJPxTDK4OfhcDiN4EzZGujCyFRHisDnKDM4gWCIKPcF2U7xM92+UFFm6FPKwkUm6D/+udNWT1EInMF3B/DvNDlPMDwuxj1BQNN71CoEuaRRsLHO/LNUp/k3hexGyhAQsUroY50Q3EjPm+Ac6IuDQuScK2YtnK9IHNMQRv88cMS+uOfdZC5ZlIQ0icVhwvQqWzP5OAGIfOQAul6RhSKffYurLALgIjeXZj8VubTE0pvPXqRYDYJ7nKOag8CJYEBlVuH3o4pFfqUFmPyXNBG1fbuvyK/s1/D3mn5OalQZ8n3JB8lsGCSQG5kTUs8GmqdIv4l+BAgKqkZy2BqelS+xMxPd6miGZ5cj9Al3MzOEgoDs1QWfdws7Vkjgb+Zly4Hz4KMDRLqlvCpwmB0ZsFDJWRMX5VxpS/ZdLvLw/xegwxHJcuK4bHQ31FQ2rG6aUDICPA6EmJGwUBhYqFGB0LOhlH3AmSFU+Pwbi2IRrGiiZJibDCP2TQHCJJVuDqWtYjouieI9CMvZhOPjlENixq3A4CZLhUirnQA5cQ9/HMptimU5RX3eligHwDOGCdPQV2GggFUFgLAQVu8pMZxtmuQzTLcOg8KzE55DN5IDQUnnmeB7ksNctUZDuQ4GPjOK4lHjKFM1aHY16HePRCKPRCAmdRlkuA8PRIsHcz1EyLDnjq3JJDGUt43PJ54GiFpvNZhFiMQJARWKwuUmiT+FAChPmz4eoNxrodlfRqK8iCWpIAmbqLjA8XeDkaICjw1MRzl69WcbOFQejaR/jaR+xz7OiirKj4/ymhY1V5nwWz/VokWIw5d9TQ5hYiGJiy0lw8FCvWKhXTUyHGXpHEcajVIQZpTopf0UPyRtGmB2FsvW2N0s4d76Kb79zBd95+woOjp7h7oNP8HJvgKOXGSY9DTe3L+Dm1g76gYLnswQniwCTpSfZs7pZh27UMVtEmC0oiJkhzGaAuUB3LZNiliszXZn5xzWJz/Z4zkgtBWurvDsxyyBAnM1lEDibG5iMGWEV4PmngVhgTdJM2NOKmDWeiyiCZzO6EJk9bpgxTJtkHGaFO4gCWwSLJDbsrDOvto5r6ya2HB9rpocgnEullo68ZGK+yLH/1MPesxCPewp2ewr0mg53xUDZAVwkkkfrKgrJ/Sg1UpSaqWDhNdOGxixzcYr7uHntMm5eu4J+b4rbtx/j4eNT7A8yHA5yzAbM3dYxi3LMY2bY51BYPEszdqRcrFmC8c0Vya6lgITOU6PCe07xfMWSza0i4CDIZ5EikEIJEqyv1ySCptVwEM8iBBNGJE3x9MUMtW4F3fMNiQhUF+z9hIidCLFDhHhG/iiqbhnd7gpWVxtY3bTQ3bTw24+OpPg9c0FzLQOXmjWplydz7J0scDD2cTgLMctjGNUcZjVHucxoQzp4dagR75YqljnfyOJuTrcps1Up6mVe8LlzJXTbBsqqD1fz5SNVJC6gEONEeQYPRXEP4HmY66u4qCMD+rQCdeFgmQZYJCEG8wSnkxT1qo7feaOKd151sdEOsdkKMJ3Y6PccDEcZRtOliDVnYQmzyMGL3gQvTyaIOXiqFxEiJIk0Wja6VlFrjokNR0fLzGDnC1i5J9+Vpig4GgJ7p8CjwwgPj3w86vmwuxqcFQ2hp8Of6YgYNefzPkgqTx2K0kCmFeIJt5SjXjGE4mNYFRhmFSeHQ5wcDgSFzv6JWy1j/fwauusd2V+4r89n/Ll8BB7fdVOK9BqeuwpJKsWWU2h2H4Y9gcH+qMN36jO3a0EZ47AmCV0kAeMVajIM5gBYBddUntv53rE/dybqQghaGpyyj2ozRKURFHTIjPu2jpBxKNTZman0THNtglwlAtqWSoIO8nBdeqGKuQ/FOjjLLjaQEs8f1ERwUq6wJ0ABWw9ByAEw9we+PyWoeg2mVUGz46G54kHnTILzhNyFkqwhi1rwaXZaUuRe5JMyFi9O5/J31ZUqNFTEUV5EPYj3tzCHiLyWrtdCcCCfwVl/UQRtNAHKAJgzhMJQwTNfzD1HydGqNNEuN3G5m+LKCvfCPUz8hxh6QzweVrA7qsAxQ6kv37Txva9X8fqOLbEv8TTFyftjnHwwwnvHDfyk38VLttiNGdz6Ev/b91bxv39vDVY4QNA/xN6jGPc+KuHOAxe3FxXcXpRx43wNN3bqsofHsSr0hZf9EV6ejpBphoiXaOgy+PPx/CMDYAp0KXI9+1kVfs7i4xexKN3UFKCnmCDJh0hkAHyKXAmgYxU61qDmRW407xSSRc1zL8mZOge7cjWQ95cxmow9LZVMGQQXSGD2EHhGZfwh75cc8uaYzwvsOXO5QzLy1eL+yfuWZMsqEcqWLmQeOomX0yVCP0VKxz+jfIhL4X6tJELgoKuZRBJSXChSIX2Vw1/iuw2KrE0TJYPnIN6xc0QoiuRTnj04mHVyVUqeNyWCVY5hN2K4tRCdxgTt5gRvnNvAzXObWLzo4cmvP8Xu0xEehHU8TxqwnVXYzhoMPYChzQTlnjMCQ6tCNU0opoU8ZrygD5XxqWYgMUXDUwvDUxsip+RMzPZhuCSspoh9F1HgIqMbN6vIjIZiU/nQ/QRqnKLRdVBfIcWR8y0N48EE+y+P0e+f4ne/uoXf/doWgtME/acexkdjTIcnSIIxVhoZOoxzqNdg1Wo4Xuh4fJLjhATBpAQ/ddCssJ9NN7gqppkoMjCPbHixgdT0kBpL2gZBZhf3QA49XVvHn/zRv8Gf/PHvY+95H7c/eor7j57h8cFLHA36khP0htEAACAASURBVNvMIuBWTRX8zts38Ed/+FUZAN/68JHULH2JafYSF8sJ3m7a0L0Y730ywG8eTTEvrWBe6qDVjLDaXmJnPcCF9QTbKwGWB30s9vt4/46Hn90KcdSXAbAibnCLFnQrR7VsoFo2UWE+ARd0Kkptor8cGKkOI9XkwjVfTlDSAlxvGThfN3ASWTiOLTx7HuLxIw+TKReBQkrCB0nyfClwpQtEMobPELdsAuTZGYKLFzJFMsboNjZaCoy2As1XoVE1yRy3eoJWhwd9F/WGg91PQ+x+GmE+i+AFzF4o1LkFt4DIYR3ndmxcuFpCe5W5P4o0A+98sMTd95dYWS9cGXSTXL9ZkVygWx94uPWBL+iAjB/OZ70RTvsZLE/V5Bkuu2znElrd7WjiomVRjU8b/UEvwovDAIM5sORBlmqQjK4NTwZZdP6aOl8+ByYzlAwOWWnz56JO9TsRY8RakUVfErUQFObcjYuFWtHkAM2sBiqp7t0Kce9juhRUUa6bbg6zQoRrDiW1oCYWRlRwDxJYToJ6JxWMKh0ubKhSwR4uiABTsBhoCGf8roomJ8PGDSXD+W0TFy9a2NzQ0WppaDXZnfMlp5GomTndDcz7sJgvxMs02VsWTnp0cBLPEIqKnaitgpFP1GqO0xPiatks5Z8ntGu54EruL8VVZ/8q+BTF3OssJrBY7/j8lvhz8HnlMD0XdxURuBz6MGstmCbIEwWVagnlmos0iqSYORgFVKhzTMQGMBvVhcpanMiCh5ATnQzWaVJx9By/e7OKb75bR+qk+NXBEJ/sLzB6rmH4nHlsOmwqdPIYfhQWCGffQObxoHIWFC55zEUMkKCghBdfbK5nkiT5fdPK4ZZVnL9Uxc6lKlY3Hayu2/CCEE+eDbG/t8C0b2DWN6RBQSVtGrPpTgUbD9SqKFAsuxiKv/nFOn7vD1ewfcnBaBzgpOfh5/+ywHv/skA056GcFz1+BwUaLucArQ3ctG28a7p4c6eKV7/QgL2u478+OJRyeaFkhreQRagwprCCSGIq0jLMpxn6xymOD+j0Khy8FF5cu+ni+huuXHTC0MNslOPomYWTl3qBGpz5WMwUzKdU9yqwm8Qt8nsqNupwoCIYKPjK1y7h299/Fe98bRX7w/s4GN6XodH9X8ZgvNlWR8P1Cxa++IUybrxawoEf4tAL8eTuErsfLSSb5CvfOo/PfWUNJ8EResERfvrfEvzDfwGePU6RqIk0Vi5daknxchUGM5zuBzh5Hovf5U//cgv//n/dwn/94SH+9odHePHEE9dUvWbjnS+v4sprTfz6wxP85oMe/EUsDWO6CJhN3uioOH+5jO1Xymh3HTQ7tqihT46XONrz8PSBh2cPfEQhkXOF85BqdHk2z4arXBPYFJemMQUFXFsT/mcqbnzBxI23TGxfLGFzx5XvhVh631Px4c8n+ODnE8kq4XPnaimaZozNTo63v+Tg7S86OB4scTRYotXaxPb2Kyg5q/j1zw/wm18cYvfxBI93J+iuq3jjcw5a6xqGUYQx36lJimSawVZzlMwcGx0Lb73WwhvXGih3KlJ/9cM+/tP/eYRHzxawyxl0i+hBDhdz1Ms56i6bZcy/IhONBAkO3RIR23ANbTo61ks8QCh4eMjGbwKF9+oAqHQU1NaLqduYLs6Fitc/p+D1z5FCEWM+jFGt2rh4uYHOqoN54GMR+Pjklo/f3qKbifn1fJeZT8rBe4J23ZKiGIY55EsvlWHN8VEEp67AIXkgVuEHpAjk4vwulzLkdP97Oq5eruCN16tY+hk++HiCw6MA1y+4uH7RRadVUAnu3VvgF78a4da9EbQqkVMRFkNDiusjcdQ8eKd5sYbKQJgY4Yho6gzXX6nhP/wvr+CPv3sO82iKeTzF+78e4Gc/HWDv2EOiZQiyHKMRSyK7YXBPIl7a57pexff/9Bp+8KdX8fH7L6WeP1kIumwy4cGSzfBU3F6pEqPR0dFhZlTHQGeV+esm7t+a4/7tGTabLq6eq+H1Gy18/ourqHVM/PgnT/Djf3qC2cjAbMQcPJ6WY7Q6Kr7+na7U7tNTqb37IQ7vAZ1KHf/Tn17GN7+1I2jP0SjBz3/xAj/56VMc9+YyBOLgZPtqCVtXHYwHobw7o+MQi1PixfmZFWSHf/cdF9/5jouLW3XUnCrKJRuKMwOcKT6+5eGj2z7u3k7w6W3i9IDPvw28+ZaBV6+vSRFJNRwXOL29lxxmeZgtFCnihMNAwXicoHcSYjRghjvV/czcJZ7fgF1L4dQjVFsJ1uoG1hsmWp06Wu0GKnVFhDklNxdlJpusappDSzPoWS5nDzpvKhxy2sToz7BcTBGpXUTaVkERoe0mGmM2H2A+HyLmAC3JYdfLqHSqKDfp5lnCMhaIgwyJn6FsE53G8wtwMIpwPOGAg6pWE6WyhXLNwsLL8PDRHM+e+1CtMhS7zPR0ep1kUEWRIP8ANoDZtEkSDykr0pDFlgzf6ehgZQiRUSAVMkaD2Wd0FvKz4wCYCG+zaIrEBSbfVnlZ0cQR11q30e5aaHdNaGqE5YLr11Jwthxs8O+5IM7U41A4hT/P4Q9s+MNCiEQXFp2iRBJx+MH5mcSV0MEn5yyeIs9iJYRckQl6lf+MrjMDjtmXKhK+g3RtzyxkMxPb11Scv8afP8HwJMLomG5fXTJ6q1spalspMp0YsxAIM1QCHQ3FwJtvOnjzpoPSShlaw8VBL8ZPfnKCX/1iCEu1YCoWNi5a2LpKjLUqTXRmTz69t8CzT5dY37ClFK49TirCSv1ZCuNpih98bwd/8t0d3Hk+xf/xo6f41YMREub5Mh+I2G42moYZcJKhU7Wwc6mCV67XZKDM+vjBAP/ywSEmXiifd7tlolNS0XZVzCIN81grXDvTUJTIephCCxO4IeBGQN0to9VswqyW4dsq5pqCg+Mp9o+mkp1JfC73OnGf8tznpFCcTLI3TYuTChTYaS9DQtRqADhVVYYd1RbxuCXYJUMoKXTwLeYBFrOgGDjxNsCYWz+Xf7YY3gPljonaqiVOpiwpnKiCVo3ORCJ8Vnn+A3O9UnTWbHTWLAwYu9CfYz4lTr4Y5hplVRyypFzwbsF9iMULd5HzRSQrs5kYsVLEjxiaBsek8rpoCLBMDh3ZpDjLimIMQ3EaVXGwP8Ph3rzIO+bZlHcRk3XmOqWTgA18onf5nlQc2I4Ff+HLUKnEQX/XkkEKRQx8BxaHMRZHUTEA5kcjiqIChWzZRQ5uRMJDlog6nWdQnlWXkwzLaYZyV0F5VUGlboljiWf33nNepAM0Ow4aba4xJeh6CYtpiP7RGIPeGE5DkX1SEPfi8MkRLYvBtlm3YNZMpOUQaYVuCA0u0ZGpisVBhMUhI0VK6J4rodXU0WC0jJHDDkJYHI7FVGqY2D0IcO+Fh9NxVDQ2YjomWDxrk7bA7C8ulUWsjAigBVVcOB7ZJGSTmph4Ijo1yxCXeanOf080KxsuFAPQ9RoiWTJTToGSGNAyQ549DoCJxl1Zb6Kz0UCUhvDCuayVqRnJoM8/BoIjBZ1XquhcriJMInFWUYxqmqbc/TbONbC+1cB8scDBwTFmizkYv0h3dLNdlSxsnpP5bPLPJJqaeWLcNxwiBlMOrkLM+gn6z3NxRBIdrBkqyl3A7fJnLYbx/D5yz0HuOwhUD6Hqi3hy1S1BCRTsPQ1wsh/C1l04BvsCqqAt4yTCcunLALjkaHBsTdZGSp0LShObT4WbgVVrEtme4/rrq3jrixewsl7DHtcE1sEUB4dTyR7j/kY3Mak0iyFzZ5swlAZiOhX8EFHoI2XjKA6LO7FgpYq1hIJaEQ7xsaaQWFNg1VUR6GkWxT0ZsjjH4jjH8jiHzXMmryJ0EnI8zeYgc9/zTDDa5SrRqxF8r8gs5nNCLfAZM6rIC8xJG+PaRJcEY1xKqDQd9PbnON2fi8tCAq8UYv2YT2yiWnJRLZXhzZYYngywXCzlj+IAuFJx5b7qL0LBMvOeWjy4FGkQb81oqGLYKwPgMlHzdLQkkiHOISyH+hRV8X7LvZlULdMkrrQ4w/H+TxEN7zeCIua5mmIWrpsBndqZrKEKM0hSDX7MO20CxzTE0cCdkjFKXOPsFkVKFFMYIkDJlrkIXVlhwr28EPJwEL5x0cHVzxPRp2F0THysLzFQwz4bqHSXK7JeqRUFRlXDufUmtjYaOHg0w+6tIUYnoQgkKHhpdXUhGXW6jEDSMZvF6B2TgJWjXm2L4y9IfYSZj8xYQrEXyFSuDYyl0OBoBhydUTU5vBmR3twHKAYiocBGQlxvEImzlzuIadqytpWcOkp2HSaR8ZYud20+54yKmGcTLNIJ7BaH4iqWfoBRfw5/BlhJE0ZaE2QliUfM+K60Degl3nOp0afwnVFeHJ4UzuM8i5AmSwJy4Tg6So6BRr2MRqOMMJxhNufAYI5OpyE0sMl4ielkKQInNrR5Jpj5EbwoQc1yBJGcLCKEMx/eMsKUOeJ+AvMMz152LVQrXGg0BErGrx5lk41nA4PxGMPxBPVWDRsbXaysdqGhLDXpZ5gMcrx82sPTh3tIsyVe/XwVF645mC37mC76gjpezikg0LC9qWFzTYNB04KuYrLIMJiR9mUgiErwien22eReotWw0GqYIvKbjTLM5zkNgFIpXUp+gmDO7OtE3PUXL6/i0isreGPdxevrJQxGR3h59ByHJzO82FNwfKyiWamhWamiW1tHt3YOPIocTPo4ns4xXuhSXpTLQDhWfKTaEoYbYGMDWN8AatUAtSqH8BE8/u/TuZw4yFHCykoJ3a4rLl4/GgpC2QstzBcWXjwEnj/g1NcSYgjFREm2EIRovZOh1qEAlMhxTuPpAgxkHQ8WBoKFjsU0w2KW48pOC1/6wiZu7NjYtCZoaxOcDubo92cotSk+qCGIgGcPJ3j6eI7dE0it7jjYuV5GlSSEcQyVhC4KM3nedWOpWFUQcVChUahGYlaK61tbuL61jeHpEvfu7WP3yRgvTzIc9rleED9dwmgeYjD14Mm9rkjf1KsZ9BpjJoq+qpIAOrNn8xwG158G3x+i1ingAcJEgR/xzk7jEGDQNR7naHfLWL/YlCi70fEC495S7uALjzEvFty6LT2P3GduQwK9wdiIHCqFLF6GeqWEjXNNrJ+rY3XdxdpGGY8+2cfunQOMhkv4HDRDxUa7ivVODcfDEMejUFzd/XEgFB61lkKr5nCrCkqMtOB3GFgSCzIKisgmjSIgO5X7At/llU4Jl3aq2FgxoccTGPEY4TRHNOPdooj8jpkPquUIecnj184BMPuhMVDXKtipnkPXWcGTo2M8PjrCNE2wUHJ0GPfyRgtvXa3CCAbQgyFOT1UcHZk4Oc3RG4QYThN4MQcYGuYcptJ5yBiehiFY141mDZutGrpWGStWBYo/QzDrQcsWaHJAXNHhqA4crYTbD5f45SdT7M1ChHaO0MmR6BpiXUO0oPDPQSD0iYVk3Fs2cc4thPkQUT5C2dUkr5aEC9N2YVglQX3TDDQZzTAYDOV81Vyro7FWQ73B+IAq4pBiIcj5ezZhXA9jQihMIjbfB9QFVHMEo3QK3Z5Kf4aCOJ7nqJKSIV1O4hvNTYwIZF59A7HXRE7xFrje8hxR0GKyhANgu2gmqUuUqkvU2h5q7SUSnquY17zkOZtOUN4LM2hGhCTn0HCM0K8gDCpIowbyqFWYwOxjKQr205iC/hKSsCJRApVahlI5wtI/gecfy/6WJTQelWEYdVhOGbV2T6oQhtMFWUMwbyPy6xLJwYojTX4+Go+SiPtkjti3pRjDQuyumJvOnL/8WXkGlLMBD8n8uCQbmD1ERk7wzMLIDA6AC+xIYTMpzHvMpWVd6iZ4pZvALU+h2kMs4gU+eZHjznOa9iq4erGCt68r+J1XU5zv8E6mIprlOPpgieP3Pfyi18C/DFewxz6WNka5Osdffm9Tygx68E9f4OVugjsfN3DnURWfzC38dm7iIiM8OwYqTgma7sra8bI3wovTIRROVk1bqBdCQZGBQnEQpZ6b7YVCwJUX5MAzcSIFfbkIRecyBKYDOFFOkCnEbnekNDSl+ExREF70DJJCOCWZ1LmcS2m+Yy+QYkxeuBghyt4K5xy8dxhWBotEJysTGhnR94yzShNeNnhWpCGA4jMOUIPClKkaIg4gjp2/8vnjd6MaNPjpSJQMYR4Lh0gjwVBRoTGCi3MXPUNCUx/FNwICLjK2+XwmKt3XPNPTuDmFkgXoVspSaTRHGvMdi6C6CSw3Qq26QL26xLuXunjn0irik1Ps336AB48HeP/Uxp1xCVZlFXZ5De2qgm41g22YSHMXUeIIKWM0T5CEAbLYh6qnEnPK2NP+qYHTUwOum6HkZtBMno1nImjwvTp8vw6oLhSN8Sq8xhYCSTVmRJcm2b2pGWKt4WK7WUPoB3h51MPJYIBXb9Rx/bW6xB6kIl7ycHI6grcYY6Uyxkp1AqdUhuNWMA5bOJi30fdcDL0co2WOrY0U2xspLEaF+gYWC6L1NfQ5N7MDcSszDkrLaF6lYNgXzPW///638Kd//C28eHqCj99/gE8fPsHu3gscjwbQbVeKRAjasL/0zusyAN7ZWsVvb93HJ7c+xcH4CfbHT3GlCXzjfA21NMWHtw5x+8EAp5UV9CoddFoqNloZzq+GOLfiY7M9R3jal/rNxz7+5TchDntnA2AOa+otZtxqqNgcKmqSPVVqKYIF0u2SlBlrUvP5EqeTMczUx2tVFa9UdXjVGrxqHR99PMUv3hsIGjCTRYLN97PsVjFVsP3CF41da0m7keJFhjx8TjYyoj6IzuzqsFZ15NMc+STHWlfFpcsaVjYMqGUbqWbg0/dnuP/+TBqFKnuVKpstknxVOJZzBZvbbGrZqFYZGEZVbIqDZxEOnkZYO6didVNDs2NKM4l5wQ8fRFJFniFfaWJ7z9QdOi/1dAoQ1ZVAy4iyybDa0rF9zsSFbQvVWoFvORmF2Ot5GBGZBqouFFiqD0vzRVWZE4PCC2NG56QOq5zCLlOJnIhDlwdiHsbJoRdsGUwYmMLEBH6UYRHSIQtUS4BrKTg9UNA7LA5XKnM86RAtxQU/nptISjVFgsFpAlMGwIUDiYsgL+mzCTAf51iMFCyHCuIFPz8NWq7CUlLYaoorlw3cuGFha9sQR1StrmA2DTGbBJJ/HDDHUVNgugWSmVjVKDExmuUYzzJ4USiXMG6eREQTL31ylKN3lMvFiI06uWyeDXp5+eYmJEZH2ZT+x3hfHMIsvi+2S4UxlTK8ODHHl4ZxNuNzKWkAeqnkmlVrLiq1MpazBZazpeQOMueLB1XJf2C+mmSm0plb1GeDZy7YDVtFw1HxO2/W8XvvNhHoCf71yQC3ns0x3FMx2qNrpMhG42CXrgcq1nPy+UM2F6i2olOD31+Bwk75M7L/edb8Ky7pzLtUYDtFDvXWTg1b56vS+G51LAxGHj75pI+HD6Y43VcEv/OZlUPXipwV5kjL3pYBaxs6VjcN3Hyngne/3kB9xcSTXQ+PHvj4+NdLfPRrT5qtFBPw58yZlWFkMNY1GGsqzgUGdmY63jxXwe9+uYW1ixZ+snciJQ3+iIeHIuODf3duJjxQjYcRxoMYw9NUMp753TCreHXDwI23yrjxeRej0RKHezPsPQvw8FaKJ5+yWUrHTCHk4IJglTW4K8R8Ez9YhNJbsQYr0fH137+O73z/c3jj3XX8+vZH+PXtj/HkViLVsnO8uq3gxmUTn7tZxuUrFl4ux3i5GOHxnQyPPiTGp4J/+73z+OI3VvGof4zdwQl+9rch/vmviBLLUG7SoWvh1TfW8Orra3i+e4rnj3tYjCJkAdBq2PjWD9bxB99fx9/850P8zX8+wKSXwNF1nDtXw9tf2cSl60387d89wY//7rFQD4iPq9Y1rG2ZWN82sXmhhHMXHckyY+NxMmKmd4CXTzw8e7jEswdLaDqzoZg3cHZoIfYmyqW46vFNITq5UqNTnxdqDaWyilc/r+HVzzP310Gj5QiidTKm+CLDz/5hjPf+cQTPI4ACWKkD1zaAG69o+NKXS/jSV0rwkcCjcEFZg6psYzio4u9//Ah//98eYb6Ipba3OcgoYWVDwwwxpkmM4bMUw6cpHD1DtZTj/LqFL3+hji/cbMBttODWm/h/ftTDf/q/XuLRizncei7CFV48mUFvEVNCR7k0zYr1ziWBwNWhUDRN97uiwKXqdp7jyWGCvZMECvlWno7auorGtgrFUDDrF43m669nuH4jw/Q0xfGLRFBvn3+3jXM7Lo5OPBz1PDzeDbC764tTsdxU4FQUUcfRHVSyDVFyqZK1XGTnTZkhN+eax0E11WDFukNyQq2RoVrlM2tIXbxUxtXrVUzGCX753hBH+wHe/lwL73y+VbgkIxWPn3q4d3+Bxy/nUJwQSimCNzbgjUzB2Fg287nZUCNySYGecEDIa3Yuv3/jeht/+ec38cffvYzD4Qup//7PA/zdj0cYjGK01zVxEPEQwLKYBUdXmcZDqYX19Qa++4Nr+N73r+GHf/Vb/M1f/RbHhyGy1EGSaQgzXnJiqGYC1UoFSdRZBTpdG1tbbTTqVbz/3gDvv9fHa5eq+PJbLVy5XMXKhgMmf/74n/bx45/sI2E+kGfDLWmoVVXZq9/+RkPqw1vH+OjjYxzshhg+A7Y7bfzFX7yJb3/nMm59fICPb+3jzr0ePrl/imUQobPmoLPuoLtd1NHLBZ4+nGLeD6CFOYwcgqitVHR8+w9cfPvbJaw2K9DSslwEx9EI43CMDz9knm6M44Mcs5GCZkPB735dw9tfZFZcC2W7LUi4/mCBk94ST54u8Oy5h94ww+mQZ5qz/Fq27dj/EDQsHbBKoQB1LJQqKZxqjEojQbelYqWtod2uod2qSZ65Q4UlBTu6JVmD0ogNUlQcC3Vm8IYh+ocnmA6G6K446HZsZGYXobaO3inFIk9wfHAIRfCfKTotDW2e8Touys0ySjWeOTwpupg5KKWLLfNVLJcZ+ssQ0zjBufNNqfk8Q78fYziK0Tvl8DuBW6/Crdek8RtnDEakQ6HYgUK/qDRdIsuWxUU3NhFHJvyA+zIbor642rwggceGPpvUPLQz34mXNeYNUuHqhaKKokunUjKxulXG6nYZtqOL0CgOfcwmVFsvYJq6NLf7gwT9YSyZ94sZsBjTiahL/Y8phLgzE2jc4+zCEaZpvFjxAlxMw/gLsfnido9iGQAwkoLDMRgKEiMXFXF0aiE+tXHhhiZFR+moF2J8EsMfaFKVcznK5zIobiQuwHiZIHgJKAMFN67ZeP26g+tvN3D13TaWSYb//q+n+PkvhujvZTjdy7G2zZgDB+0NA26N+KoMj+7OsHtnhlpNR62qQ6+pyMrEz+bwdmP4uzH+/NuX8OffvoinvSn+y3uP8cHTETzdQKDpgqyPmSc6y6BNUlRNnoVtrG04uHq9hSvXW/jtwyF+9uExpnGAzpaF7pqB9bIuFeQG/MzEZBpj0PfFecXBAQcIVpBKVTQLNeZPiY3eQepaOOxPcdgnitvHuE9kJqM5ivNcbqXIbX4vxZCKWPBgzAgNQp506LmGSlsX1xoFm3bJFMcenxOiRf0lz+d0PRU4ZorfKIrhgIvO18jPUNsw0dwxZfhBCoe4Q7i9EQMbmuIaY25WknswnBSbOxWc26ngaH+Go4MpZmM2monwKnLT6F5Jz9yjJCrEy2LYUjgP2dTn4D+RMyUFOxR8uo6NsmMXAr1chevokg1tsfHPd0Ch+MOUevakj2dP+5gtQoQ8m0pOKZ1xnP0UrnW6LEO6/ZhIw5wmV0cs4sMQTt2A2yL6nY5MDkQzzA9CzA5CGVjwXibgG41iXJ7hiqwqITxQTECMLu8UKtGCCQI/QWPLQH3bKM4ruY5gmmPwNMD0MEatbUlV21XUWnX4ywi9vSF6hwPoJBJRlXeGTUyY6bmkszaD7lrQXBNKNZLiGZrDcYMDOeY4zzKsrTlYW2VGYgqduOk8hhNlMPnnLCxESxvPjgM8PPIwmrNJx0YWBU7E4PK9Kdw2MkcjdUn0YbyTFkMvlqhgzhrXdJDyv1dtO6i0bdjMXyvzeBvDi9jkDkQ4Gc1pkNKA4Cw/mlnKZo7VrbbUYr4QNGqY+1DdVJyNFDCy2ufL6OzQJUhM2Uw+32q1LHcVYs1Z8/kM+/uHglVlY9O0NdSbFEKfOYCHjAvJJYucmeTiTuZPmdLlnWAxyNB/kWExZONag1vToJZTKOUz5wcnPLGGeGoimZlAuSAAlHT6RiykM+D4RYjBIcXJJdjsC/BuadKxFYvzPgojNFvFGZPZh3M68en+5efKi7n03hTsvGLi/GULV66v4Ppr5yQy6v0PX+L9j15gtkwxXaQiJnXpIk5yTPsJFiPGvlRg6GVxwjInOQn5/FLEQDTP2TVNcoaLfYh3R4E5nGXKW3XmT9O1z656KoN6vw+pEoe2NBIQXZqSQsZBTiwCIdd14DJjXSKrQjkH8pzG/Hr+ewp8hQjBJrCjSpwLB3or6w10Nuro7U1xsjeTQT3FP3RaShNP09FptaS8mYfTwx7m83kxiKWItuLALTvwiU2e+RKXRAcLhWzch3jWlKignDmoHGBTAF1QFJgZ95kQS9Y9unljCgeKYWWmkv7EeKuCpGCUiNpn1hxdewUJi2cOoTQEOWKKHOjYoTgzz2RdkgFwzrNuKEIwGXa2Odiz4RgWct69F8VQbj6P5J5AgTPv8YzkuvaFCsrMt3+8FKIFnTtzjz9jgYnVSyqMtgarxcy7GrrVKvbvz7D78QiTQSTDequkob1uoLNG2gRQbSjwGRfGNdpT0WysSA2GY/SHY+SGB4vri8XnVhXXngUNJvMA6dImcjbIsFwE4rzOAht54Ei+ZJYR/clhbOH2t62a0Ldsp3jnDN7PmKumAMt8ikU+hVmjsIWkkwiTsY9oqcFMmzDTmrybSpaIYMBpEPudIVZjmYraVgAAIABJREFUad5qqi0YSjatuW4BIeJ4ijz34di61NraKtbWKEicYjQ+xDIYotF00WgR/RoJSlKw1QbfhhRLIsnTECXuLQqFaRGWw0D2bUY58LOn65mO9lq1hAbRjJaGJdvI7H04NuqOjdPhCL3BGG7NQafbQHulXgzFDRv+zIE/dfDy8QAP7zxHFM1x7WZV3N5ePJRB6GicYjgshKfnN1VsrqlyH2bNAxWTpYLZ0sTcs7FYagjOBsCdloEOIysSXb5bRswsgxiLgIS1COnybNiRU+jv4pULa7i808HlhoLLTWA2G6I3PMXpKMBez8DxgKF37MMBO60dXO68giRT8WRwhBfjEfozoD9TEOUaIhoD9KB4fsoBNjcUbGwoKFkLlKyl0BeWfE/Ya1Oq0PUKWk0TzSYH2SMsvFOEaYREsRDGNl4+NrG3awo9DBH/FqRfEa/to9pJUOnEki2oK7bESCS5j4gO46mCgDFr00zEWK9eWcPXv3IRNy6W0FSOUclO0R9GGAwj1LtlrJxjLEaGx/cHeLY7Qc+z0PNNrO3QgW9LTu1iP0Q0iuA6QNkGAj1EoEUykCQ+lfni6xuKEA+7dkOq3wvw+MkAz18ucXiaoTckDaEqxTP9nNQCCguY77qModdzGHUKCRgVoUiDW1sWolarbcBu0ykVQZEBcF4MgEMgkOhAiQUnCBf1dgntc1Wx1h2/nKJ/tIDCc7vGTFXeCQr6iuD78wxWUxNRiupnUGd0yFtCNDq3U8Nqt47VlTr2dw9w8OgAg9M5pnQVRxkazZLsr/1pWqDTSUYbRwjSBCpN3XVGY9C9nMNOLNihLbhq4konzPwtZzBciq2I3tew1nVx7VID51ZNKP4A8IdCpVqOM1DXwzc1pt7RzOVewf4pSVsUv2mRgrZdw42NCzjfXMXtRy9w+9FzpOxRN0luKuHtqy28ulXFaP8Qo70jHJ/mOOpr6I0UDEfsv+YIolQctpmbS5H+0+qYaNdtbNXq2K7XUFVKqKoOptMhjnt7iNMlVjpVtBpVaIEBzTfx8aMZfnl3hGEaw+lqsLs6lpGKBffDeRnJvIJwFsObjhH7vjh8WbEyRwLGNegiXuGeajqMWTEFA60qZclJPz44wMKfwqpqsOsmOt02Vlba0LUaVFQl6odRSyyRSPKcTySyPoFmj2A4Q+j2QsS8JGhmqS6FnAshRfTMVy3W/ogoaK8hwz6OwooBMCcI7FVaMgSWXGF9Abc+R31lgXp7Lu7cghxUgj8vC63K4h2SkVzJCHE6Qhg0EAZNZHEVWVIR8ZDhnEox0k2KmOyYefK6DIAdl+8Nc8qPkSU2kPLMU4VlV+C4DsrNA5Qb+1BzB0jqCOY1zEY1hF4ZpYqOUoU95rP/y3TJOieBZD7MMRvmUET4y9kMYxfPcmhJ2SCKXYSfJLjyzFzEofCuwP41h78KDyYyLKTITJE9gX2gcDlBsJhgsxlioxWg1UpR62RIlAR3dwPcexzgy19YwZff7uL1nRRX12folAPZa8MZcPBhIvWr0wbeG7dxxKGENka1usB//O42/sN3t2B4h1iePMazhzE++qiNTx7W8Sg0sRtaON/SpSo2P8eyrB3PTwZ43htCtUpQKDJgT4FrBMUnZy6yInZLTorSJP/MWETSReHqtZArPnJlgVQZIMYRUsygKTVoSh06OAheORMVfCakLYgHRYwlPzfSwfjs8bxBQXwgbm9GSvI+RaqDaaUwLOLnKWxUEfg0oVFUQDy6As1MYBgRLN2HrfuIUh1hqhdxQuwtSYZ4JqQ4OftS0EnxDuksXAspaCVxih53mkbOBsA8HGtJXmSQK9y3TCS6QggsQqLevSF0xcel1QYurjXgL4YIFkOJN0lpWDRTlMqh1Neud/DVVztQx330Huzi0eM+fvlCxcfHBozqmlSXQpMa3bgGAsaz+QZ6Y5KaaFaLoWXsKapQ3CJirT9Q0e+zB5egUefMZIk057yPkTMd+EFHkPFgFriQVDlgJ5HBEfPnPJlhkcyw1XTxykqNOzj6sxlG3lyImO0VBTXNRE2xsJzG2DueYTIdo+X00C6dwlYtoZv6WMc0v4BJ3MDxJJC6cD7BhZ0EJZoBYhvzmYHnh8DBaQ61lEApxVByA0pqICMBNl6CoI8/+/638Gc/+BYOXpzgzscPcff+Y3z65Cn2TwewSnWYbk1IFRS+fumdG/ij734NF7ZXcef2PXxy+y52D3axu7+LV9csfOeNNXQ14LcfPMO9e4c4qLZxUGujUdXQrSrYXomxtRZga9WDshhDXYzx3q/m+MefzvHygHnoJnK7rGH7ShnbV10oQSqoDbLAPTokqCqHgZSpTrECkwtmSKRhgKad4IubGt7c0mFc6MC40MbPfzHC3/+4h+fPmcHDyzYl/UUDTai2MgQu8k6pYv/MycncJE03oZCVQQyKlsHoalLKMoWySPHaVRdf+XIdK1smDpYRDsYh9u962L+7LHjlVLLJBb/IYigGqTEsujYZwK2yNFgyGKYzkvlVutR8qaLXUzAa5xhNAoyngSi9iYoigjBJqOomPqLw9UtmLXNw+ecgFSRytaJJg7lQh9rwwggLgty1DFZZhV0m8pDoQ76oHKxqmE8UDHpsLubodDO0V3NBcpgNjQRWLIc5vClVT7Y0T9v1CO16iIQuEjWCpmUo8aLMi5BZgm24ovCch7GgOYlI5RDCYpYdHaeqA41B0SqdWwtESYTpEJiNIAo6XsCyjI0eLpYGLNWEpelw9AiOFuLcORXnL6iSR8ImVJhkODhKcHCYYnwCTE+oWNLEicvLacADXKiI4yyh0t6haiSRz1UwZLkOb65K0QnARl1xoaYChhknxbMoOaeC7uCvxUCYzgpWiajhqiooZD43IixIeYlX4cdFBgdxc8xVpqvCtgr01nIewJsTE5hJxog46bgx0P0jD+aZLYIHAonpzWAgw6qrYK2k4CvvdvF7X1uHr6X46YNjvP9ghIMnzHYpNlMZRDND7bPMJi6yzA+kIELwGmeqNOlREHmroNky0WqbaHZ0cbqX2Vw0Iblen0ld6ZRaUDUzCtEb+BiOiA7jM1LkHBQkPw7N6OAqGpusL329hi9+rYaNCxrq3UzUmcT63r8T4dmjEM8ehtJ8LJcMaSbEWozETOGulVBeLaE6A2r9HDe6Nv7N2xW8csnAXX+Ou8EcL16EeP4iFNcOsx3pADjez3B0kMJfZPAWqWCOq3Vglc3lV1dw4ZWGZH+znu5O8ODuGMf7AYbHwLhfKPj5XTNLXJw0dMO7pjSF40WAeB7itUslqS+8cxFvvnMF9ZUW/t8f3paa9jMZ+m11M9y8xouSKu71jW0TkyyQ2nsKvHgA1Ep1fOPrl/DGm+v413tP8LN7T/DJL0Lc/RmzCA28/paDV667KNVrcBs13Pugh08/OBFawvmdGq5cq+P66xVcf6OM9/9pgt/841iQQKutGtbWqlg9X4ZT1/HXP3qAv/7hA2gO8RQaupsOXnm1gZ3LNVguUWAJJpMQw34oGZt7TyIc7kWYjmLBpMohxuBgvaAoyLklolyLDqgIaRZh+4KN196s4sIrZTTbDupNE5o1g27PxYG99zzDZAR5XhYL4OQgxvEhXYrM3smx1lTw5iUVb1xRcOMm8NqbzHXtQK90cHis4OmzGJ/e9/Hbj+dSbIjFaYjNdQWvXjawtqVBb+egcPLJB8DjD7gEJrDNGDvnNHzjKyV86QsuLJc/cw0/+scx/u+/PsHTAw92pcBDWjUdNtdBpDIADphjM+amqMigduuCi2aHwwoN/izE4GApg9QnexleHlLta0MNLTS3DaxcKtB/3ihE4oe4eDmRGhxk2HuYodut4qu/vy5N/t/8qo9f/4oZFRztFrhxNtOI9rGZscbmmlw4uL4UjU8ekImPZc70cmpKESVDDIztpKjT7dIgtq0Kt1RDo2OgtaKjd+Tj/fdG6O2HeOftDt5+ewUHzxfYf7bE4aGPHgdu0wg6G92lFNHCEJw9lYSmSbxU8X1RvKJSNBPR7aCi2dTw6rUuvv9Hb+EbX7+MF0cPpP71X0f4p3+aYb4Azm2XUa4beHG8xMvjBfQQMEJgtVvF5nYd587X0e5Y6HQs3D7DY42H/DktaZDwAJhpiQyiWLVGjnqDSmQXF3bW0G628N5PD6Te/XwN3/nmClZXTEzmEY5OfLx/a4IPbk2QElHua7h+vYO33l7H9TdqyJwhUmeI3d0Qu49D9F6EGO/HOL/Wwn/8i7fxrW9exd/+6D7+9kef4sXhBEfDBUxXwdUbdVy8WoHhQoRbzx4s8ODWDGqU4MKmhp0tEzs7FZy/UEHZiOAaIVp1UxrWbBw8fDoXF/qdOxHu3KEb2cJrN6u4es3BznkDKx0VTz6N8OTTEIcnMY4HCcaTFONJLLmkUaIhZhPdID8/Eqxrd7WKVtNFyeAZREOrrqFd00QJaGp0pHEQUHC7uS0Qr0scH6MuKDjwfROeZ2A4iTGcJLh8pYubNzclruHJ3Rc4eXmEz71Zx+du1oU08rKXYffpEvfvjXFyskB7jYP5HBvrFjbXLVTKhqzxBu/AxOwYARynBKfEhl2CO79ZYnAUolbhgVvB1uU1bF9exacPFvjNB0Oc9n3BqHJPajZKaDQcOBQ72VTxpYgF1kNfERWozM6OBI0n7kSq+oMc80UmSDqijmaLBEsvg0ekPZuOzZK4Cbnuc++cTAOMRkWEgu0UGecr7TI6nYqcv+ioIj5y4UWyj1QbfBZVzMYR5pMIo5Mco1NgMqDzsVB9i7KEQy+eSw0iuxhZwEZNMSgSvZfEcRTuIorKqCIvHMOcDnEwzA1eQUYXGVXEQx3xUMP2NQtb10yJ4Rj2U4xPU0TjDPE4RXnVRHnVgFmPoFaWQujwD4CoB9QcQ5x2N99y8fbvuGh2TSxiFaNFjg9+M8H770+gaRoqFVNcuBQMlets7HgYDossXSk6Zh1NRIB5L5X6gze2pIbBDL9++QIPB1MMQxsTuiV5n6fzPw4kY8/Ic7iagYploNGxUV9xcDKMsHcUYh7TFZJJVlvHNNC2uBZx+FrkvbKVSs9qTpU4GzJBBC2MAToz+f1yfFtxAcfB6cxDf+5hOg+k+BnyHWSFeYgwjwos9BnxYTkOBJFcKbmoOGVUmjrKLR2+H2E0JFEmkvw0xrVIPjNR4+LQK8RRRS4pcaa6lLsBVM6zgUc6TjEAznlbjlVECzYlitgRvZyIW3X9XAVrmxUc7/s43ieWloplxoNkUBxe+CieYeNcRTjLMO8ngrlklizR9FY5g1kWT6I4ldkQsHUTpsaIkgLTSmyv45B05KBiV1B3K+i0yui0y3h4/yUePNjDaOrDjyghpDhXE3SfDGdCKvyZ2sCfnYJaNhBJwaGTgYpqTTJZ+Xfh+Ykf7ewgkgEwrV0cZohrUkvkvlK4wIhfpwOSChZ+t4YIFI1yBNONUO2WUF0tictwSoQ4SQfjFNE8Fbw2z2zVlQoaaxXpRnlTX1yMIbHsSSjiQA5LMoqlpHFPx4wBzTKhVxMpGQCXdDiWLuKXim2hQuy0mUKleyFJJE/STFVS+3B8kOFkP8PYzzAhMjzknlU0sfjzkL4gja//3yBHJsHisivefR6rBPLOcz+bJ2cDK6tkwXItWDUNVkOBXiGmMUSmM14gkyJ4IZsWg05mU5t1FStrTXTWGpgO5jg9GIsAls1w1VaQ+hYS30R71URr1RIRw+kJnaIpmo2GFJu0tbqB2XyGk5NTLBYLyWKmO75UZiQM1ecxxmPeBzVU645QTcKQw0ZfBLyMgVlSoPQigj/JRIjV3XDg5b4UcXRGZgrKbNHLsDjJUNtWUN/me5QjGGTw+hnmg+Ln1In+NRlPRG0m71t0TAraC5sX2zh3oSUDqEGPGdx0oYeFO7lkQncNvPuljpRtKVjOi3f4wYMxHj4codRy4bbKSOmQnnlyvvNnpFPxHlDEJBSDyajAJ8cxcrocz7LWxbki8UKF45//ORvMJErASpDz7KQXeGYOiCOmncxJnSiy1iimYNOX4g5mgxP7a5oWDMMs3isKhpjbyZ6FagqSkkX0OO+vFPYyu9VtmFily+xcQ+6jvBcPKHw5PMVktJBcVkQqavUqqrWKZMHOxyQLhfKZUohhWCSAaQjDWNY6aeKZBixO9KhOUiiAIsGKIZkUrBMbzMGxJnfiYAkhawXLVIQbRBtTIMU7BDH73LN5VjLL/OcoYMyFqMV1yVAphKGLOBGCFoUDdP5n/L6Zf6zTYW4I3o77Iu+15a4Ft2vJ73ENyUkXWSaIGZdB96kfQZVhvIZ1ktleLUmW7N6nS8lDpUs4oJCRYk+VURka3HUDpY6JMmy4cHCy62Hv07mQpHQSFCoGWhscAmtQrAgqi44bdnpyS+hnjCA6PZyhdziFVUvR2qYTHMXghUtepAjiPAkLcglF4YwrCv0Y8UxHPDdQck1U67ac+2cTumaJVnSgqyUhdek6z+VF74fI3FBZShGJ7TQ1ofWEPhsCDlxjFY7KDGBfKlUXkhlHVzKb6uxjmXR9aWXYNt2+dBFSOrmAqoVw+HM7JlY6q1hZWUOULDFd9rHwh9L3YhQAh25cFyydZ4uSiLIjFC5ob+phOfVEWBUwGsUvCAzcOxxTgWOosB1Tirm6/GvnqoaabUvNPF+yoOmNYK431/siKoEDqza0tIPjl3M8uX+IMPBw/rKLzR0bMGjlXKDXD3B4TJxkju0NDZurRIznsIwMUW7CT21Mlwb6Iw3jCcULHsJwKfmpLC03EYcm/IV2FunhybNN+plq6dBJrClbWK2Y2KzZ+OKlOr54sQ5vNsfp6VhykKdhFYuwBCMMYIr7qIIsbqA3C/Fo0MP+fIrEtBGzsSRNZgsZzRvqDIa9xOYasLnKvlAILSfrQEGscH9xBLWqq+5ZnrICLxhi7p0iBvOnC2Td0QsbRy8sITMQcc+WULnC2DQFToPnjhgx3fuMfWCMhJEgVVKEExXhVEG4zBB5GV6/tonf/+plXNm2oCyfQeGhUnWRq2VUKoyX0OHPQzy918f+0xkqaysor65AdxNojo/51EfvhYfZMEKFFKWqgXEQYMLPpczIKJJ2LGxvmzi/ZWK2n2C6H+PkMMT+sY/eIMKEIkuPlJAaSm5NyAXVioPZLMKduz08ejwQIYRRo7ssR0jTQ5RDlQGwgnLblMp57suiYgDMoyPFohwAzzloV1GySVUozqXUaJ3sz9HvMUfZgKqb0GHApLOOp02FsQ8ZNFctHGUUc0xCGcjvvFbF1qU6uvWW1Oiwh/FRTwbAo0mI+SIq1lJHFYTycJxLDyv0KIRQYLYtGE0duRkhNyIYmQErtpDRIBXk8CmArDKCjz1AvlsZVtqMfqphiwPgcAQ1HGE2zsV040UQhlJInL+ZIbf4LhQxHCLwSwzUDBcXWh103Sru7R7h7u4RmmsmNi+52Fwt4cpKDZsVBw/uHuLh3UP0lhmGkYJFZCCKeR5grySSnqfCHnQlxcqqie1NCqEtrJqWoJ8lFmrJM5SPQUBamIZ6vYNyqYHR0wmGz6boUdDHNdIE9IoilAb+DHTKI6gCQQOpxGLQuU8nIfvANGKaMBxD1grH5v9PAmUOu5TBsujqbglRZTKbYOFNEWQzRLkHy3ZEcNaonUOzfh5qXoHvFd/JcrmQ0kwin0cw7DkMx4NuEOVSxAglEYmPxHuwL8scVZ7DTXHXhl4JoedKPq+q0AXMSEamlHIATLGJCUX3oBpzlBtT1FdmqHemItJj+bMKvFkdCizYgvFl1MkAYTJE6HcQ+B1kicsLt9w5TWcE0xkiCZmPbIkwOot5l1JQcol6D7H0e1h4PYCUiLQDy6rCrdhwa8R1H8OpHBf46kUTi3EFk2EJQWCgxlzWNvuEJMEkKBlNlPUNKJErFJLewUxc2onBAI4i+5eofwqphRxzNgDOMhpwEjk7F3Eb3JMZYUXClip9ePLAFYuGswTh4lSqZM9QsmbSu+5ulISUxf7l0V6Mr73bwlffbeGV9RDrtTEq+lLuUMEsw4uPdan3BzX8ctpEL+V5fY5m3cef/+EF/MW/uwBl/hyzg09x/66P935Zx61HdQysGoZWDVc3q7i6WYGpFvETs2WMZxwAHw+Qc/22HDkT0AVbnOt5B/osA5irRTGTEhEOoxYEf8ymBp3lJJKQcMIs4ENxdxMNrSi2oKC1fPVsAMyhceGU5p/9WSyEoIklEosDykAAy3I2kdygAgGtaSEMk/nYpIzoQnokWppiBwoD6AA2LcahBihbpBRqUjSAUDTPOwopraaaIkrYL/EFJaxaXCd1hLwHRTlc05L4ByKgA3Y4sxQGSQwyAC4MWzyWkkKQ5KSHjOFaAW5cbODGhQamwyNMhsdCbQspmGOPxE2hlVN8840OvnmzA8cbYvLsCV4+7+OjZznuHehQqrxwb6CkGxIzwD4QTYGDaQYvM+GljODgAJ9CDhWhosBLc4ym7LElqFY8KWYax7GHJOEzuImUxWmHfN5nQt6cw3AOXlX4qS/kl5qRo2UVglJNsui5t8xEOLfRdrGzXpdZ09OXE5wOJ6iaU1StKTQvgebFUMw1KJVXEKotHA4DqbX1COsbESquBdsow/NMPNvLsH9M4Y8CXbLhiSbRJTIoigIRuP3PP/g9/NkPvoFJf4hnu89x9+4TfHD7MXZf9GDYdSlNiaW+9O5r+KPvfl0cwJ/cvoc7t+7h06ePcP/JI7y+08Aff+UKNko6PvnlA3x6+xmOKnUcVmqgAbCkRDi3muPyJQ1XL6qoqQFqqo9/+OdT/NXfHOPJsyUUijTZCL72TkMqGATw/z+m3oPJkvu68jzp8+XzprzrqvboBhqmAYKgAQ0oEhRFSUONFIoJhWJmv9PuaiZ2YmNnKcXujEiKohE5NKIAAhgAJNAObaq7vH/e5EufuXFuNjRL8rIjgO7qqvde/s295/xO20fnxMPJMTPSIlFhTUNFPiiGOPL4PwXLdQVfvqTic1cM1F+cR/2lOfzyl118778eYfPRVDIQWZ+ixT7NauWnNXdByk1bhnl0tal6QTACWshLQgy1pUKdUWGGsdSrN+v41jcX0Vq28MFODx9vDzB4EmLwhFZYyAue0tWQWYgz5hh70AtTwWwEPQVGoMu0v1kgqlnF4iI3eG5IFh4+SPDeOxF2dqgM9aSkx8d+IdUWoYk40gTbShcxlQQ8vH5qG5CGpQjO2DAgU4/qDuKiQ1TKCVozGRqzQH1OR21eQyE1pE4OE2w+DqQRurSWYWkV0Fu2FDE6p5sRugd05xrwPANryypWl1UoZR+xM4VKBW+kwoGO9Y0aNtbrGLg+TnoTTIhJpatV42CAVv0IrWYDM80GPDqIJCNmKs7R9j4PIAmCLJYsmlrLRonZkYaZP7SGD8f00WgmaM3m6Afa9k96MR5vAZtbCs6eAN3HGRJPh00lv6EJso75W7x0mbU8k7PWgqC4FWYmUXFFZRZvPWxgMk8rTJ7mAj9t8PqRqMe58QiWK8nzg3mIsD+97FbpIOfFP0d2yYU71eGnkRQvZ3Sm0gVALjsblVQJ08XNHBUiO9mg/p8BvbnjMF/McwQnmfJmEmO1CKyWgM9/bglffmMNUy3Fr+4c4J27bTx5EOPxfYoEclGRoEeoDGeot6Dm6IbPnQfMPGM2In82rl9sMi+vFbC8WsDSqoHFVSrCFHEJs7FyshfjZD/C1qMpHj+YCIo1d20oUOkaIUZcnJJUcKdQYqqLKbzIxRf/5q8W8J2/moddDnDa62Jn18Xtj1J8cidF/yRG/5RCBgPVMlGBgG/EiKwUtdkKajMVKN0EyWGEqzUVbz5n4cZFA71Khm4lw1vv96WIVFxatuTCevtDXyrfdFWsbCi4fEPBtecreP7mOjYuLODerT7ufjzArQ97+PjDruQvgc1bvmbCvqF4AiKe0C0DiloQ4UAy9hGPPXzzaw18840GLl9dxMzCAlzfxt/87/fwN39zT9DZHJxfvpDi5efpXs8wu6ijMavB5yanAqdHCo73gJpTxxdfuYKrF5fxvbfu4Hv/cge7n8Q4e6Dj3JKDN79dx42Xyxi4Bvqugd/9+hS///Upzl+s4HNfWcTLr80K0pomp+0PAqm6XcHF9TnJaIt0Hqh9/Ncf3sN/++EncFopli4ZWLtUwXMvLeHiMzMYT/sYu31sPRli8+EIO5s+9p8kaB8Tz5KruniJz93VXGu4FrFxYUtJB1QN8fwrFXz1mzN4/uUG5hboEDGxf3CM/f1jvP3LMX79T1PsbxPLT6ED3eqmIDTDkK69DMszCj5zXcMLzyjYkGFpBKd5AcXmBfzudhf//C9P8PbbRzg+LOD4oAAwy0bzsDyX4dKagtV1Dc2LOgozOt7/qSLFHCpDC7G+muHrXzXxxdfYTCtCMx387DcT/LefDLBzFAiCj+i8xrItZTC/AjH6hzFOd2JRz994pY7nXq5jdVnHypKO9skY92938eDBBJs7KXb3ORAtSrXWLcxfYbZWCn/gIvNdrF9IpI62Ujy5TUdRHV//o3NYWivje//PHr73/+5hjoPjNVMGRGGcZ2e3WpocbINQlWxgGT5J7MBT52Oqor1XQGe/AMMI4BQ9QfkK4rvJYf8c5pfnpPEYKyEOdia4/U4f3aMQL96cw4svz+H3753io/dO0e9xoJWTLCiWYQ6p5PyGHKpRZZo39rkWcqCghEIJw9KCgbVVE89cW8Abb7yCl1+5hEdbH2Nz62O89XYfv/5nF35g4vyFJqoNG1tHPWwd9qC5gOZmuHKlhRs357F2voKD3TYO9tponwZoM0NX8MY6qJqEHuXO31kLzVkLBSdDwUpk2HlxYwWzrRm8/dYu3nprF69/vorv/MkcbDPFR7/v4s7dIbZ2Y2ztRtDZfEsUfOWrG/ijP30GL352Br9/8DF+95COYxvHh1bu/ul42Fhu4q//3at44/Ur+D/yamAUAAAgAElEQVT+4/v4z//pffSYmWdkmFm28PLnWrj+YhUj18fI9bB1b4rNj13Uixlee8XEzZccXLnCtaKBx7e7eHy7J4PrtQuGqGbffS/Ae+8FePI4xuPHEV76bAV//tczeOkzVWkssAH90+8f4qffO8DuUYaTvg4vJNpHk8Y7HSAFuhGtKTLbxfyyLe/DxkZdchSrRRXzDWChARSYyRIS/5ShMxmh644w6bqYdFyM+z7GgwCDXoo2c327Og46EQ7aIT7/5Uv4wz95DiVHxe337mPv4Q7e+MoMvvqVGWwfdvH7T45x656LO/eAs66C81cgdW61iHMrRdicchCVF4aI6UR1QszOtzA338KH73j4/nc7OHo8xYsXVDx70cTC+UWpX7/VwQ/+cV8cz/MLGubnNMzUdMxWiSE0pfiscJgQKBEym5cuSxqjhkFMMp+TEH5AR28iuZzjsZLXNMNkmklzYHW9hvmlsvw+XjLa7SlOj/mZjUTkyWFsvVhErVjEZBBi0PUxITqaZzNdRWsOaM4riNxIms7dowxnB0CvQ5yAqOCQMWYi+BTvnMduaCodWRxS54MMcf4+3ZPFZVrQhNrAQTQFF8T4yt5LWzkdlQMg7gNLF20sXirAjzT0egoG3RTJKJAqN4sotxwUWiGs1pihZpieKJieANO+Arev4KVndXz+szquXivi/PVZNFeq+MnPj/Dj/36I7lkGf8SBgYmNSzbmV3WkRojMjDAZxnCHzOOmCDIfwmrTDLqb4bPz83htfgGxMcF+eoR9z8Vez8HxkMIHRd4jX3fh6ZyERNCnqlSkkcTAS6uFNLXgxSmGkYcgiVBWTVRUxj4YcAwTjZKD2WoJZaeAjJuuYUGhKy8K4A8ncDsjJEECyynDsIsYBBH6foih72HgexL5Ytu25GISwT8JSInJRX/+NMZk4CENUjTrNTTrdWmElKo6Tk5GeHS/jfbZhFALKeIULSKm2HQiWspL5CzEc3sWMSrAgr2QwF6JYJRiKFT+0d3laUh8XRriXpeOukwQxxXiRWdKaLZKOD2IcHbAfExaGhnGGyMxYyRGgnLRRLlkwuun6O6z0UbxkAqVTcsm5OxLJHDMs1mWY1KJVR11QozavPNQCQ5US0XM1FuYbzaxslLD6koVd+4+xt07T4T6QkM8L7zluoVynU1wuhBihB73WWbB82wQCG6MqGDuHRw2gkIGDqMppDM1DD8dAKfMrbXEkZpqATKV8g2i0qj0zzNJ6J4gvp3q7PpygNpKAKdSgVMuY3Aa4vDhBKN2IAICCtB5lqbLtjxXQH2xCLtoyLGXZ/z+wEV/MJWBsqGxaUpnNnOrObhgzAppL/nAnPeEQonnYAOLSxUpferCmLqC/GQmcsxnOWUelorNhx42HxDTqUJnBjibqgEv3yl0zRK6BTfKjJlufM9zIluuxfxXCyl7W3mcBptF4l6NOUzn3mvArNJRRKcjUGimMKsJht1YRHphO0XUzt071qwKZ15HrVlBvVlG/2iC062BDMDNFmBU2LQo0q+NZl1Fo6ZhMvFwejyB76doNlpoNVowbTZ/EownY3TaA/i+/xQtTrw4H7UMUzfDaMwmqoVGs4haoyCo6PFkJAgyCwV4/Qzt/VxIsXqhjLULFXTcfO9JAxVGbCN1NQwOPPT3fazcKGD5OQfTUYTDhx4GRzEyCrZ4cGZUEQeIfFN5UXqax8PB6MUbS7j43BL6Jx4On4zQOxthMh4jTkKU50qozJXw1S+v4I2vrAgS/P23n+Dh/TMcH8ZSq8/MYvXaLKauj6PtDvpnU3GwkDBEAQM/wwkz3SWjlnsZqQOxuKJ1EgNEFEf3Bb81/jNNMpyJRQ9TH2HGmKRE1n0Kb+lCidhCEBEQtQAGMr4WMakvARIKX/isKjoKRRVOWUGpYqFUcVAo2jg7neDsdIxwEiJhF5xOkgKFjIYMgOdWaqg366g1Gzg97eHBJzs4PewiGaVIR2yA2+KAZhOPuEwO00Uw/5RwxT4ExS2MLdB1HY5jC0WE+xCfscAlFpbEtViIOBTD1VumFLPPSdYiFcEnPp54fmLNpTmYQiFFQEhhFGdDMsU5xCsYdPDa0qBl3Mp0GEucwZC5YRySF4ixV2HyfpyS1JRT28oLDsoLBUHZ65zicihOBzGHqaR/hQEMDgwtAzNLpB7lCOmt2xPsPSBnSCBU+RmXdK+KhtqqjQozYkeqVHc7xNmmh8AjacxGoWaiuaxKBXCl6JquVSooGEVZW5l/fbLt4mTHRWVOxeqzNkpzOqZRIkMLhfEAdDc/JURwmEj8M53mXk+hWQ+tuYqg2JmdfHzYR6/D8E5isXkvZSOdVCdTBhWmxczcAInuo9SypGhy4DDC0KuoOItwzBa8qSs18doY+21EzNwThCMH8Gxol1EsklrDexqFqJ6IPy3Lhm1baNTn0GjMIc5CTIMhJkEfE78P1++LC5N5tCWzhJlSQ3KDYXiIFQpMz3B40Ibb5c/HJVFBQdPE7V9k5BRz7fU8C5txZhEbbIqBkkkBji1o94h5pVEAlwSE1IfpRFIlYxklcwXd4xC7jzvi1Gds1cySBacSoFClgHKKrT1X+j1rCwaWSPvTI5i8EJhFZEYF/bGO/aMYZ51QxGlsahNtyKIrNo0K8Mca2gdjtA9HT6mJCsyaLVEaTkGFE3hoIsY3X17FN2+uwh/4ODscwvVVJFYTqV5FcTqB406wexxh8yDBw9MxHnS6OPKnKMxUUGhVhIBITG2mkoM1gGGNsTybYmk2Q0rCAc0LdBpSRaKzG1eEDgcWm/JairHbxWDcFiQlP3dWzcDZoY32kY32vov2/hhKSvF8GZVGAUY5gVFK4HanmHSmyOjML9EWryAaqAgHivy9FJ08f20ZX/vSZWwsmxh37sMb7qDWWkCtuYCiybiyBNO+i+27bZztjfHMzQ2poTfCSecM+wd9bD8Zo90JUWwUUGwW0B55OBt6aMxYWF4tYmOjhAtrNs6vFXDnnTbuvtPGwUGI9iDDiGQA7pEpqRIVlCoVrK/O4uL6rDjQf/6LTbz97o7sdySlhEYKTyONIANI9ExVVJsGKi3GUoVSRMWTCOR7CnzeOydPRS1lnvsMlGtEiJIc6KLT9qFIjqQBPbJgBCaMjBSTGKbJwXmuJolpGuDPNKvh/PNlrF2qYs6ZxXxxBm6vi2m/i3Z7gk7PQ2/oI1ZJ6okwGigY91XpjZDyopo6rBkHZsNCqHoIlakIrDgEZgSN4HcTFYWaBqdO8U4eGzDTMPIB8KIBNRxAC/sYDBQM+wCBNRRZcABMbDTXZgqGHfb0shwFSyfanFNA1TDweKeLzZ0uLlws4sYLdZybK2LBKKKcGHjv/RO8+/4JTsMQPTVFatpwClURq0y6U7hdF3olgl6NsLJk4fK5MhabJmrMKU4znHUo0JiglygYEidsVlEsLkDXGtj6cAdbH+xC4Xo0Z0Ol21SWQLqLUyklrkGPmjK05gcjYlxSdyJ47XKlhVKlJUIqRZtCowC55MMueiiX5lAqzoGZlFESYuIP0R0eoT8i2j6P8ZifvYSVxWdRLs5L/5h93nb7CGedI2hmF3aJw1UPppULsRJGuUQWIq+K0CcimZGIrkQ50mHJfZ65uczLzTOA6ULmoJNCX+7FfE8pLnChmmOUG33U5waozQzgcvgsuPk6vGETKmw4JZ7HQgThGfywDd9blKKTWIAzWgSrMIRpD5HKUNpBGvNsTRINRaCh5J9O/Q48vwMkM1DjJcHQlusqyozAK3RgFDrwRlW43RZGvSL6XQNBkKE2N0Z9bgyn5MMpBmgUlzFbvAYjaeJouy01TBSMEmbf5oc2Ej8YJ2JZmojkSLfKh7+hCGqIj2bxDEShqFyXePUxNBg81xu8Ox0j8U4QJGcI4jZqLQsLK02UHAdBRwF/lC+/WsKXXi1jqeGhrHdhZmMkXoBgFOPxrSI2Py7ig24F744q6GVAwZpithHhr751AX/1hxeQDjbR3/k9Pv5ogp/9pooPHzaQzswinZnD9XNNKfbpB3x++1MZALNSw0LKSxCzf/OREzTBWasyHGXedB74RAkPTVOROIHBPF3Y0CSqMUGq9BEkh4jSrvxuNgn0bAkalsScxUxkGQAT70yvrZ5AJWWGJBVGzmQ0efEsyYzhPLs6IU0mJl6cggWK6yn8p2CBd7IadKUholUOgC0zQsX2pYauisFURUCyGmcnlB8YMSydUVqkOfagGRYKxRoyxRIx2NRLUS5QlFSUOY/L+3mcwCCRijMIublpCBQSa1OkCudLAzQqAV65VpNqn+yifbyDIQWBngWf5siCgthR8O2XZ/Dtl1uoJn14x9s42e3gzqMED/cUhMVlhMUlZEQzB4rMFY8ErR8yz4kHPTQqDmaq+aB+HCYY+7EIzcZTH44zhFMYIUkoJqGhgKTCc9DUdYQpY4rYD6WbOhftkvrF95pnNRKstGgiVa/pmFuuoDnvYG/3SOrC+SqeuzErgogHTzo4OhnA0kKYWgilOwa6EzilWVTmzgN2E0edEIftCNWmh2rDQ5WC22oNYWRheyfGwVEC0yFdLCcN0DiamxkjySL+yz/7PP7yO19ANB3h7OgY9+5t4+13H+GTh2fQrCo0syr9Y9MM8OrLV/GHb34eq8tzuHv7Pu7duo97Dx/j7oPHuHFpDn/6B89hpWLj3tt38fCjTZw4RZwUiyKI8ccDLM4quHa9iBvPFrFczbBcA37wwz385//yGPcfDqHYupkRgzb/jIWFqxbCfoSozwYH0ZZ0tVCvoDMJC0aWwMhiQUxy+DlXUvDSko7nlnWUr1RQvlLGu++N8Iuf9bC7HyLlkEulygKIZSCmCpebFzTiExK+aU+zXk3bgmnbMKhiRSTK9cjKwLnGQiHDggOssYl5qYZM13Hr/gifbLqIOgqiNjF93DSZs6Ui5Iap8kARoNIK0SpomLEMOJECdZDCChVxxdWaFvS6A6NRwO37Pn79z0M8ekw1WSQNbs7dqELNM6NyR2k+pMzyzChRjHPomPuYxVHCzGNO/GOiBLlGcPBIfnmEWj3F2jkVq2sqVho2VhrESxgYTwxRTwVmgMAMsX+S4OCUOSoppj02/ajwz//+6oyCyowCqxLBqBCDqyDu6cDExMYFHevndUzjGIMJVXmpYF65OFy+quHKVaJRqCjTcXoSYWfbR6cbiUKNh6lay0C1ZaDeJN7ZQoHqHmaaBTnC1dYSFJwEjsPBI92/EOxzd6ChywPSCIh4qaWERKMLW4EbJOI0DZQAoUJMFHMr+WAym9eGPy3IoYpNIIEVaBJo+dQpDthU/xeMp41KNgRjURsTxciBO80bfKG5mOf219xdy+xgKr/J+5cAdA5ftVhwC0RA6Komal8hh6VPh7z85zRCkNYgCAiWsJBFkU/sd+CGWDIyLBoZrl6v4tpLDbhaig+3+7izO8HRIXB0xGENkYNsTqnSlKNckQMSlnyrwv4nGkITTC/RlcQ+0zlrM6NBY7Zb/nniksZnxx0mUr1OIIdeZpLmhmX+39MQQ4Vfnw5zLoKqDLxzd16KL3x9Dl/8g3lMgqksNts7Y5y0gU4bCEY5ikMaYnwJ2UxpqDCqmmT+0BE0PUswOgyxqgOvL+l4ccNG/YUmGi808KN3jvDjd4/EhdWqGpIr8OBugId3Aly5XsfV6w0snVMwuxyhUKTjw8JkpAvimHV0MMXxkYvphOq83H31aR4VHSsUE1CRQcgts/Lm6wrmGwq+8tlVfOW1NRRLCvzQw97BGD/44Sl+8I9nqDczqcsXNdy4buDChobWvCrOqZ2jEDvHoeA1u3sp5uo1fOMPLuGVV5bw23v38dtP7mNwVoffXcJis4abz9tYX9UxGAYYDgNs3Rpg6/YQ8ysWrr5YxsolB/2Rj8GIeaUhDu9EqBUdnDtXF9fDTsfH1tkUtx+d4fbDUzTnM6ye17B8rowLlxextNbE4VE7r30Ph7s+uu0M46EOz6U+LRSlmGHwPeWAXJF1lMQLlZnNiY6rzzbwzHMNXLpWwKVrpgzl9namONzz0O+N0euPsfsklkzj0ZDPWiqIWHE2GMTM0i2QYnUeeO0F4OYNE5efWcDlq8xVjiQX9KPbPXz8URv37o4wnViYujZiZlNlIdaWMjx3RZG/e+X5KqpLDv7p7yb46d9NxKVAvMnaqo6vfqGE114pStYv6xf/MsU//GQil33bAUp1DXPrFubWbcR+iMgL0T9J0D2iA1jHS5+r4qXP1USZpVPkwotHlOG0F+HulotHe5TxM5iOl1kF5dn8cD2lytpP8IWvlvGFr1SwtznFnffHglp87UuraM2V8cPv7+Aff7CDUl1FqUFqA1WRKoolDTOzeb5YwM08SsXNMHF9wecy35XZuaFriFOXXXiFynCNzmEFpZqGqy/O4pmXZtAZ+tg75ObvSrM1HKdozFTRmKnh8ScDPPlkKGo9ovoo/qDKlNnDikqVKDNB8pztLKNTlEVkXo5BWpwzsLrArNoZ/ME3ruOVz6zh1q17+PjWPXz4wQgfvD+FG5mYXa2jULFxfDTBydEEjk20dYa1lTI21ojGcjAZjTEeTdDrMDc+Qb+XoMdM5zRFUQYaXFtsVOo2/EmISd+HoepYnK2Jc81PPfjpFBfWLVy7XMC4H+Pdd4a4fXuCXj9Fv5/h0rkSLq+XcfVqAxuX6qjN6Li1uYPbmzs4OdJweqTDtnLV/6WNFl5/5TKubizj7777Mf72u7egFFQZMMytWvK5WzqnY/PhBI8eTlCtmJifs7G+bODyqoJWWcHRXiJVKicolxPMLwPzKwqcUobN+zEeP2AeaQFh6KBY09BcyHPoKRQ5OUjx8G4fj+71oTg67BYbWjZqVUfU7oaWCnJf5R5EKggz2ioFFB1DNposCfNhEzcuDh3kYJhh4AYYTAIZdOXnLu5vEXwvz0mbTnJcEzGPX/7SM/ijb72EVkPH3tYDnB1vY3XFwsqKhdORi+02mzqh4PVI3uBAVIai1Spa1SrG7UCyCIddF8VmilIzg+GUYBTLuHMnwK9+OULoKnjzSy187mZNDrqse5tj3HkwwnAcyc9FgY+jZyjo2VNlPvcv5lax4UKBAx3AjPTgmYmDJLpXQuhWjCaze+dNmAUbPPfxaxJbTTd7c7aCSt2B6zHXa4p+P89Qnnp07XGQzMubLpEZgZfkTW1eUHk2U5gZS4wVYLNBatnye+gwm3Lo/TRuRPZ9UkkkpzOVmAYJlqBCl0NHIafmhws6gInSNR1C6CVxXZwmEc9FSu6W4vYbDjJEQ2Buw5KiEHHqK5JrFY19RJMAjZaBRsuEVaYrIXdMBZ6GSFzwGTIvw1xdwdKMgoVZE+vnSI8ooj/xJVPt8fYUDx97GE44rKATTodTCeFUIsljJIqIDX7Xi+BOYkHSTyYZvjrXwlfmZmCWY3TtCXYmAW49VHB/J88yVYxYhACRE8IwUhShyNV35GcYeqSeaLAoglMUxGqChE5RqpoVRsIosCLqmQ3YqilDTf7sdAsVyhmcSgYLMawoRFHTUC9XUXbKGEWp1NbxAI8OevASoqSYNW0iynxBisccLBC1mfE8YcHSTBRKqgxhiGmli2zErLmOK9nDxOWpPCvI8I7iOkiTVPJ4kzwTiO8b8ztRUaA2OMCPkCU+sjDAtGvA6+jiYKVrjc//wkUL1QVDnkXWpKdi0tPEcajTua/G4miJtKcEoJIqaOjBSQpvQmxMHj/gVCHZ8HyGIwlF5TLO4YkGf5wTLvgZ1FRGHFiS61irF1GtWajVLOxvd3Gw1RHxBIf8dKDLa8G/j/h0PxbHNNXTMkiSoQvPvLmLXXKK2YB1mBvKRg4HwB6G+76sQxQ68kKT8fOgc4hLH6QqSGDEtHkRHZfBKGdorGSor0ByCIOxjnEnwegkFIyzyWYJRbMUaqbM8dRhFelaMOCUKAzVMB6RmBDlGF1mjcrAji5SPmH5fUqcO3om+2Z1llnPxOnamFm04UwjOG4kz0voK5iMs6fI9wTtboZOL49tYUSDEHgkk5NngFyZTyKBSpGKIO5yNHGOgc7vc/yvxqwwoiQ19V9FViLm5Oti8/VUJA+YjS4KqN0kkoZK3MmQtHmuUWHNq7Dnc1IAz7KTk0Bec67l1ixg1EmpcqAaRbRqutRk5OHoaIjJOELBduAwE0pnrhzz0fOoHTbnnJKBQpEu3JxgQLFExM+5oYlYhXjoaRBIVn0yIT5bRzpVkXiMiFDldWwtFtD3xuj7EwR0Lvd0JBMVCYfqXoLl6w6WrjviDNu5O8HwNIGt5eIKtZhKyYeGmEEZtiZCllg638TS+QaOn0ywfYuoXlcEb05Vx7PMqnxlGXaWgOlqh9s93L99ipMjF6lGMpWDYsuSolu8vd/DpM8IALoxKDLKctEN3cYBY3ViJGEkQ1qelVgCxpEBMN9XFapggnP3dsAGUuoL6tgs8DlSELCRNmXeLMlUsdwPVQ68iIiU7Nz/qQyguFZTUjgVXQYWpYaB8YhipliQ/gk/l2wC8v5k06FvSNVnymjMVOSzNBnTCe+jdzhG/2gsDUP+fQIXYxY5aQSyQFAUpYm7Mnet827HnzEX++Z54jSR5M0uCkg4OKAggI4qu5hhMmBmNxByQMVnLSfE55QoK4XKDPgCh8CZDIAtJ3dBk05A8hHvsMw29ycpRnR/DzPoRYrrc0S0wjw5nofpxEYqKFeWSXIGaQGZCoPu/ISZcoHkYBOJz3WhOWNgbsmS2K/tBy72n0zFscwcSI3D6CJQapqYP1eWht3kJMT4JMRwN8JwOxZCmmIZMCuaOHpZaimCVo4EY0kcsRrr6B8G6B8F6B+TUpagMqNh8QqRswqGQYRJFKMgEgm6wWJMx1ybEiFq0KXothO47VSyzutzOWqQsVd0n4Fi/9QWegPvCRlJJxQnRLTV5MXPCEu3cxwps2sY6cXmcsGheNJCSNwibegKI5+ISy3BDxLJI7XsUJr55XIqUQ/FogZVnjm60B2YBvPveC4nBcNHENNJ7cpZJWVcjFJEQa1J3nyl4qFQ8NDpDQSHfbjrYn/HldfcZsPYNGEVUth2TrdgA1VXdThmAbZmQ6dwic+8GQNWIjjcaRRLJIxuk1YUQkuqUJMaxl2gcxQKnaLatFDjkG8mkDo69bG148vavzpnYqHFrxpAUwIYxQrMUh3dEY0FrsTysCHPxnmzDrQaiiCgA9fAdKCKAGlwwnMQn7dcJEKSBPt00SCAGWX4oy9uSE1O+jh+dCRnbq/oIHYcrGg2VnQLW4cu7u4M8aTnYd8L0eEMwCpBofr8aQqYNGYtD6UiUafAYott85gBBdQUYsL+n2qgoJVha0UokSbF1/rktCtu0daGgeqiiVHfxLBvYtQJMDqbClVQNynq0aDxGSvp8Noupu0pYGfQahpUipqGGpKhDn8QSF2/3MKXv7iK9RUD7ugQ/vQMTrUMp1LGTLGIOcdBGkQ4OjhDvzfApUtLuHxxCd3OCAf7HWzvD7G55+KoHyKrGlKkvxFFPlNjNqyDtVYBKyQC1VU8fuLhyRNfCEgdxrr57GOZUDId/SGk1uYruHSuJj2qDz46we37XXELMk86KSSIHH6+GK2qQktVlIqKFGPHSCUISA6cci3g/TdHon5KB6s+FZ1yDWMfjCQ8DnFS3oF9FSoFjAlgGYxByxBk7AnT1UkhfYLarI6lywWsrpVwvtbChWoLJ0enOD4+wXHbFSTp0I3gOJA4LVutSLG3c9IeYuD5SAyKL1UYxRimk4iAUUZIvNO5CpKAwzoLpaYFzwswHk3RrGu4drmE1SUiQ8dQozEGA0hNEwWBqgp61Syk8gw6qgZH1RFNVbgjfk0NRY3rsopQdxFqLs6fc/DMxRIWykXUgyIcr4CtgwxPDlLc3uvgo70zqKaBK+uLQqMbDgcSIWHYAUw7RLOhY3GmgCoxkiRvhpHg0c/6AQbEBic2vMxBggqi1MGoN8aoO5LekcYhq61A5WzNYv8td/kmfgmJV4ap2SiTPKMB/a6HXo+mKhuqVhBzFUkFzDUtFFwpy6rB4gCEB0hSiUBc/QB+NII7CTBxA1jaDArWIiqlOdSqDZRKVZy1d3HW2RMHsOWMcsEco7hUE6FXQeRVEPoFhJ4jZyXL8aAZHO7mRpPpuCAZvlniQCOGmt8c2BiOZaBPI5FmTKBZQ5Q4AJ4doNrqY0zSDx2Mgwamgxloio1ShXt2AD86gR+eIgrWEYXrMkhOswCKQvHeSCqLSsjisvSgQzbTwWiNCKZFEQSh+xMkfgvxdBGWY6DU9FBqeWIsY1YtncduvwbfLSLwGU8BGM4AhjNEqTKSahabmHHWUTFbckezYOKjzR4+ftwXOg5dv8yvZ4/dKuT9JgqvpMceMHOe8w46WNlfyhHBHAqTjsE/x+FXs2ZgoRxgoRTgbLiN9nAbfhYhpSBDL6BpNNEym7hxNcKNZyI0ShNY2RgGs2TdKeJhiAcPalLvd4p4t+9gqCioliIszQJ//rUN/NuvrSPtP8Rg93e4dcvDz9+dxa3teRRWFlBYXsR8GZinQCbivSvGaBxirzPAfneYH2qYE8kbFhsIvBs8dQCTVMVgodyxRSpsRI4DFKEe5Xt0bgRkHFAPXrSHMG7/65zBVNdgaWuCFWc/TqgzGZ29xIaTShPL148zkiG4vTMqiwNmrpef/plABn7c5/n+0xEehybUtAolo7Ocd20PqjqFrU5Q0CYIYgthbPHExYNcHmWjBlL+tAff68k5vVyqQdcKmFJIQ6EsD1aaLREeQUqKUgamodiifs3jL904woj9Ko1RE2PMtSK8dqOEzz1fQvtkB53j3af3LRPDqYGposFTdHz7CzV8+wtVtKwRkuExzvb6uPNxgnufZGinVZylVTnXFK0SwkTD0Esw4F0jsSQ2gVGXBSeVez0jWBht58c+/MiHbrnQLTp/edZknJgNDfPiwE6VBLrp24oAACAASURBVCmFLjK0llNPTmxlpCbpRynvfPmzV3JS1CsqaiWKeqYY912snC/h/LUqwmSCR492sL/fQRQXECUFlMIU5YjnIRK0DMmT9sIGvKiBIBnK+uRwP5opgcjgdltFr8f7dH6hpEY8vz/ksXCVsoM/ffM1/Ombn4WeRfBGA5yeDrC9N8BJh5GDBSld92HoAVaXm7hycRX1SgmnJx2cHXdxetaXrOKFWQfPXmmhZmloPzlDZ6+PkWlLPdrcxCd370I1+li9qOHCZQ1X5g1cntfxo58c4P/87hPcfzSC4qCY8RJgL8Wwl2OkHAKNMsnydGhj5uXDtJGYBZi0qXMyriYyqG1aCi5UdazXdRRWddgrOm7f8fA/3pnilKcnI38WiPJgyH1GRVBMdEsmzfOQql2D2CHkzZ8y1SeASUmCkmAS5nV9QcP1RV5qTbiKiZMOcP9jOnx4uCvApANODaFoVDdS260jNnQsrCZSz61beGHDRjXKMN2aImxzQk8EaQn6Yhn6UhkffDLCj39+gnsPhvknh8HcT++avC1JROynXH1S86RBooiLjg0GDnupIGbTIiQmO1IEg5fbEnjwCFAuRXj2CnD9soIXLjlSM82KIFNCxcD97hj3uxO89csx3vrVWNwjHOTJsJnNRir0K0BWAUo1Zt1kSMYGRrs2vGO6QgKsX/KlQedFQKeb4XAnR1i//kYJr79RxqAzkQv54wcp7nykyvCvuhSjtpjg8tUyLl2pYGHeQquuw1CI0B3D7U9F6WsKIoCfZroVqKw2clUr32iF2QEZbCu/vBKt5BEJwoylOEVn5KI7nqLdTXB2BvT6GvodB4NuEaEXiEpMoeu7kMC0OShlI0zFwlJF0HvFMht/bA4F8APmFrrS+BmPqX7PD4pEdhGjwQEu3Z+GnaKmO6gaBdALwE8GFT4cILJoz+cw3DItUVQzU1AwYBZddXRI5s5jDt4HoxinvQCdno+5NMV8lmJ2RcfMuoGxluJRJ8ROL0Z/pKE/Jr47QcTBzUSHPzYlA7JcjlEpESeRX9Z5YWQjnZldDhsUponJIHfytI9DnB7RRcKmNJsDbMflTl7mEFFtRLxzrv1RBHme8FKYW+qkoaBlFhxHx+r5ROrq87O4+sIcdvbHeOvtIzzeYbAKP7gqtMiQIjpz0A3l2a2uOqgsWCj4MQp+gs5xhJODEM0gxU1bwcurRbz8Z5ek/vbtJ/i7t7cwGnqosIHiZ9jeDLH9KMS3//wcvv0X61hcIyLKxfHREL/+py7e+fVAUMT9LgUBeSOezx2Ve8z/U/mx4jA+ZYYHi89bjFIJeOmGI/XajWt47cZ1DHvEDN3Dx7cf490PUrz7YYblcymW1jkAtnHtSgnn1izUKZ5wUrz7gYt335+gux1hvJdgdb6C7/z5BXzl60t4fLIphewiDPVFzBRnsNYAGlaIYaeHUbeL/oGPwaGH8gwwc16FUU9k7bj7cIj24xidx7HgOpfXmZ8LvHNvjN89duETZ6wmkh20cQ5YXCxiYXkB9UYD9++f4P79Y7RPIkFgE/mum440DeLYRZxMoeuqqPe5sfDgyCY3EZYkJ3znL69JrazrsEsu9nY6+P7f7uNnPzwSdy8rd8Yb4jDQCoE0vTQ2oBQDMYcVE+b0JvjcZxJ85mYZ16+/jOvPvoxfvHcLv3z3Fm7d7mH7SYjjfWJTTRkeMwOX+IwL6xluvqDgxs0irrw2j5mNOr77v53gu//rMfwwkjwcDqte/2wLn3mRquqRHKp/8y8BfvzTAIdHqSAwq3UNy5ctLF+ypOFJR+SgnWLYpmjCwGe+VJE6uzXG2cdjlEs2Fs/XERgqPnzcxZ3dIbLIRBbmrkTFjCQfcXKSQQt0/OV/WMVf/vtVbD3o4b3fHEvG+nM3V1GulfDTH23hpz/ekkYjq9aw0GwVMDdnY3bewNycgSAK4cchxnSaEmM6TDDoGJgMiKpkhjbz02P4Qw6n884Bh0if+2YLn3tzBg+fDPDe+20M2lNUqL7MVIymFkaujbODAO2DQPIWG3VLBCGdEx+dYyrsbXE88OuJaCci0o/54hE0m659EwtNAyuzBq5drePNb23gM6/O4d23H+HdtzZx9/YEn9wNMI4NFBaqUIs2hochRkch6kuJ1FzDRKtkoeFQYRcJYYLP6KCf4fQ0wOGxJ9EC8+d0Wf9KTzPqjrY8bH8yhj+OUClqctl99rNlPPtaGQUjhZ7EePzQxz//0sXtj5klzHVMwTffWMA331iULPkg8tEdTXDvSV/q7BhoHys4t1HCzddquH6lhdXmPKp6Bd//wQP84Pv30Vop4+Lzc1g4Z2F2ka40D2//Yoi3fznC69+Ywb/96yU8f93BjJnAPfHxX/7TCf7v/3iCL7xZxhe/UcK5ywoaszGcYpI3CI9TzC/MYW5+DgdHPj6+08FHH4/x0Ycx7t3O0cxxGGLjho0rr5aweqGEleUGFuYq5F1BiT0ogSH48ZgNjFEId+hj0Buh3xvh9DTC6WkoWWGEqfBsxCEdkcj03XEdz0g+MLhfJaCRT40zzDdz5/DXv3QDf/zmK1ha4OflEUaTLXGEMYNvlCYYSlYbz29sgBDrJLQ5WEoTJprYuj/GvY/aONjuYWlZx+KShkliSD3ajfD7ez7K1RL+/b+7iK9/ZRk//NEm/uFHj9FhnlPCsw3zbXlBYZ59gMQn/o6iPRp+8ygGw1bhExsacRBlIPaoiGW+WYhaK8OLr1Xx4ms1LKzSUVNFbzDF1lYHg0GIgkOnBX+2IUaTYd5cH2Vw3QzumM3zDFOKsTzm8OXCOzmuSYwPnYTETAOzCzOYWWjBLFCsNkEK4qby54XNJboLOJylips4Iq6nYuhkbj2zSSXjkU1HGlJ0iR+gEIkDtnAaSTYgJw10S3EwGo6IEs3QXDXQWiPmVEfKiwzzESc+AtfDfEvB3AzfD2KzNCT896aJzNBhcyiUJZJzGw4TOKqKlaaFc7M2rjxbxOXrRXxwr4///ts2bt+PcHhgYTzSMTMbSq0tVaTCSYDuyRinJy4Oh5D61lxNqto04TUUbA0T/Oq3Pt79yBdHEAwfWU1BRkx9FWgwG6yQ4rib4aSToqgANV1BySIWkpcgFX2kGPD8wezgUYp4AnHIc0+i8I9vDfH7jTUd8xyk8ixXLmCxVsdMuYpJrMJNNLx//wRv3zoUOgZdnuU6FeUc5uYDYOI5S3YF8/U51MtlpOZEik1BzyMRJo9rFeSuCMV4+cozL2QokijQUh1GVoSWWnDdMabuCIGmIzTNHGUfjxD7Ewx2LfR36RyOxbnQWjJx8SUijE08eTSUmIrMd5D6FHtwyOBBZRSLQmQVM8wzyXonhnnUVeC7T7OXKEwosZdMoUIi9x4OO3MiEvOJIa50Dhy4KFgFFaU6B0eaNNqo0B+fJhif8c9p4g7jz2lw2GPm6mcKGYhyJdaUl0+/qyDs57lPHNQU+N62mPOpQ1GJcdMw2JtisOdKE17+oyvSyFOEkpPTweHbUPwCtFIEveXBbsVorJhorpg4ehjimDnTfYoX8lQTxnwQ6yctcZ5JYw55UxRrBuqLNmrzNqZjSHajNyFGlZlYFDtSMqghDomC5mFF+iQyrJlZ01Ff0FCbV+XXqgtUpwpUnyJO5kSluLvpYnPXR6JZiNkQ4a2bgaX8cGR0d7ABl4toiM83tBzXxiYDj50cvPOeJfEyKQeuHNhYUA0NYcaM89yZmbHLJs1LoEjEaKuGZrMMvxgicEKkjKk4yySaxlrUYS4oGIwnGEwmCNoJolOifQF7HjCbGrRCEZpdxCzjAoh5Hk5xcNCXrFBizCF3Gr6nGcKAwkmKQlVUapbgOilWVoxQmqaabogwN8mYW8v4Js5JM0zPAPdIgR7rqJTyP+cwhqCmYRROMQxcuKcppntAMiRym3cSDYtXi1i6WkT31Mfjj0YYtYmlLqFaK0KvJ1LEGmahnUONtEicCvX5IupzDnZv9/Hgt20M+75gIhc2yvjWn13HH33nOj781RZ+96ttbN3rSezF1ANm12Yxd24OfurDTwOMumMMjoYIJuwTlKAZDmLmo5KsxbxoEUDyjPV0AKzRlZpf1GXQKQNgPkOa0IM028gHwIkvexTRwRz0T8cavAkd4wF0x4dhprAoIJZMWFOoKzm+j8NQYllj2KUMtUUV1QW6vUzEMbM8uX5TUJLnCFMAT0dnmIVozjlozhVQqxP3XJP3dufRMXYeniCekliRO80ZgUUsNfP3eI/m98hhP4WadObnsTjUJimIiSym+MakG9QWJDjRj4IKVnzQxzHu5fFORJNKhl9GdB6z/9i8fzoAJiGAxkUOfos5Ctvi0Fyn65oOaWYJE/+cIZgCVtmGXaZzXxHKAmkIHrPJ4whKFVCqCmwjz3MtGRaKGt1rBuIsEGEPBTy2o6HG/MkGXTAUqro42PUwPksxOsugVwFrRpH1Yn29gfm5Mo63RzjeHsLdS+HtcZ0lXU+BXlLQWFfR2FBQXlBRms/3aQp/wnGG7o6Hzo6HaZ90BgPllobZ8xqMeoqO72MUhqgXKqjbZREyEokrTmketBMF49MIoxO6W2lWYX+BPQHewUguc6BkBZTKtkRXeEMXw9MhJn3mUeb9IApay4yz4RnC5uuQYcC1L0iwtLqAxZUFaTLzbmvI0GQeBauB02EXZ4OeNPGsQh8NisMWqqhXioIGjqYcHFCMRsU2G/cccnENi6VMIpkdFUpcROpXUTTotPUx2/AxmroYT13cvd/BR7c76PW5n5VgWQVBA+sOqQkhAt+Ho5mYL1ZQMx0ZbtMVbpRjGJUEId1CMeNcec/yodLE4DJGQYU3tuCN6NRlc1cXsVJzOURrOcDRSYTt7UgytJdmTMzX2OPwgMRDsV5DqdkUPOSdT7rYPRhB6O0mswAzqchjAxcYdxRMuyrcjoKFFRPzy4ySo3uU58YYnROK9hX8ydcv40++cQmjnSPsffQI3dEQg6qCsGrgRmMJzzeWsXnQxe82j7A7CtHXChiiAD90pGJ/isSbolggjjJDq5Zhoa5gsc4zEcU6McZpiLMwkCzXil1BySghmtiIJzYO9kfY2e0iNSKsXLcxf9ESmpIfUEQVIRiH8Kc+PN+XvVxzHKh0z5258M9cKCSgtQxoFRMYGcDIxPjYlbpygdF4LUE0e/4IQTgRfLHmAOeqs7hQm4elKui4J+IQvzDfxPm5Jk73xth+2MPm7hgPTjzsjEJMisC4RCRzhlITmC9aWLAKWDZMzKkh5pQQRxND6mySojuhSUhFsUDXs4Xbd4a4c2eE5aaJK6vE6QKbex62jwJBdVIUmlUSoM5BL5WTumTc2lqMgpYTDATPKXcnSNarH5K6pUvkglFJ0RDykAVDVdDvRxhQTEZHI2c7kxQYJ9CIYCaogkP5UJMyGCvV0FGdN9BcNrC8WMCNVgPPt5p4tHWAh9sH2Dub4mSYYhxQjGlivm5hdWZR6rg7xu3HB9g+6Qmxkc8vyV71porYSBFoRJBniAcQsVWtVURtpojJxEe/T/eZgmtXHawtUSHHu+L0XwfmPmmZOkNYVTg02RQpxDTER+72UnSOY4wHvPPnoqWFKzEWriTYWLRxcb6Apuag0CvCHJQxzmYwyVr4+fvb+IfffCK0l6999gKevdRC1+2g53Zgqj4szUfRUlBm5JuqYOi6GE6neebxMMFoasL1bIw8E/2pinGowaK5o6pz4UE2nYrA3SySLKMiCChGfPrcj20Uiw6WlkqoVCwMeiH63UCMNCSncWDOvZeC04I5gmOOoTLzXCsIHcJ0SPogvSaEYgTo9SbiInZHGqYjE9XKHNZWV7G0tIjTzhOcdh7LkJbuX5khmAx6dOCPZ+CPZhD4OgLfkPNyoRwKHvnTPup0VMR0WEKWUmxXlH2SvWK6Kzj45FlZM8dPB8A91Gf7qLR6GPaAYT+D229i2p+DphZQrXF478GPjuFFR0jjq3kldIEOQcu7ZoyhG2MozICPqwgp9PGmQu2xGZFoMw+WYhD2j1vwBvMSA1aa7aI000MaOsjCIrxRSb7vJC5C04i3VhDEPQRJF9VaB9V6B81SEa3CLOaqs7iyvobL6+fwvZ8/xvd+/gT9SYSiY8MpsmgYMfLgs4wCDL5XgfRoNIVRF5aYD/jr1A2EVOPYFPtXsLFYxssbRby84eDx4V1sHt7FbqeL/Z6PJLPw7OolPLd6CSvLp1hdOoXDnz3yoHtTmKMxMPBxd2cG97Zn8D/aNt7tmHA1Da06cG7RwB+/vopvv76GpHcfg90PcPteiF9+uIp7h6toXVhG88IKjKAHPeghCxnNo0p/4Hjo4njgQiuWoTmVpwINDvVzAhP75hSNsIuek44+df9yCMzXIR8ASxSUliFMunD9HRnu55lrzH89j4JxPjdmgJ8XCvJ43+BQNpQhMP+OXO7IZr0nQngOfwVTTFqMynirGMVS3odKiZIPLWRxBVlSlTtUlIwQx0NoyQBaOhChgqaVRDxKiiKn9hFcRJgi9HoI/R5KJslcVYkFJcGWNYkNuLHBEbcY8XjH4yrNn1TiL0FRnI+e50ExPFQrPpYXInzxpo3XX7Zl+Ns92cXBYYS9fQNnPQPDwMTQt/DHX3Pwx18rYr42hRb10D0Y49ZvY9z5MMajoYZHAw2legszM7MwnKLcEcNMhTdgzGmWR2BYY4kZYuAHw1oTJUDKs6wRSLH3FHiOOOf1tAo9rQnJR9VTiR8Lsggx30eFtFWylRgbYkHhXIrPFtc8eChlHvTUhJ4amN2wsHiFka1tPP7kLna3T9CbzqPvzmPBtqUMfYhEP5FzeKFwFYXCM9g7OZNi3EtzyRaSD02NjG0ToXmQiJCQCHXGtjilAmZbDXzj9Vfw5hdfQdlmDGw+YwoSA2FqIFJUxCoNgDQPBTAoqmVvg9eZp4IVETRHqqwPtkN7bgqw1+BxfzWkfvWbf8GPfvxPOJs8QWM1xPxGjJvnHNxcd/CTnx3i//q7LTzYlAFwIeMAtjivoLgAZFycAypoIAd1XpTouM0MQ/I5mNPB7FwlTWCmQE1V0LBUnH9Gw8ZVHduHEe4+CNBxKdrVkdo6spiKeV0eSua9MS9v2AsEXUaMEGtmtiDllFJRQhCnQzcgVZbXVhxcWy0yLgfH0xg7RxHu3fLx5H4oqk2bjt8oFdVKmMh4Epqp4jPPQGppkSHyNtx+gie3phidAVeuzuPKM/PY6nl40vdw9/EIt+4OpMFN9wItmlqaQBclyP8PESasMC6KHMo+zXjNz9+inOEfpTKXAtBqnQOnAso1ukjocIhQKoUolSKs1Eys1k00HQc1IoN0A2MlwRgJbt/1cPueh/39CGdnKVw3yRXxdNYUJEIGlVkVjXkNiauhv6VivK9ieS3E8mooGXiVGvnwSu7ujDWsXChIDfsTjPoTjHsKxj2iRVSUZzJUZlJxRNebNkqOLos7lb+nuxN0j4nnMFEqEQEXQSEPn4pen/ljBjRukBmbBln+/ll00hKLpCKIY7kYcmDiR6F8L0FkCYZ0xOH12MB0GkhR7RHQ+SEPcO7SrRQLqJRsOBazaVIU7ETUqZYdy0WKixjz9lg8iMYpkStUIYYYDEM4qYVCasOgOlrn4JqqFzbG2CM0Bd9k6rnLjBcM3UxFcU+1NSsX/aty2BsTZ+1HmLczqaUVE0vrprjQutM8d2ziKxj7bNpQlGAjCnSELt0oRAFNpWiqYNFBlOdU8VBHpZkmB6Vhj5fQDJNR3swWVLS4FHLnPR0AsTgMKVJgnrUiC2mUafnlj92POM8N4fu4dlnD2iVVLqjlagHHhwEefTKSHB7FJMqN+chUFbMRkoj7QLNUNM85qM7bSLshEn5PgxijQYwmUlwvA8+v2vjcm+fw2ptr+PndQ6nDkxDemE4DDRXbQKVg4MrNGq7crAtC8+R4jG26yX4/xsM7dO7Q2ZBjqum2pwuDjjtuuinxkxwIP8W+OQUdVVvDbE3DlXUdVzY0PH/teanNzUO89fZHePudB9g+ULC9r+CFl2y8eNPGxrqJ5QUDFWarMwUpjrC1FeDJVoCIrJE+sDhbxhe/vI4XXplHZ3KMzvgE7qgJf7yEZFqAEoQy8PD9MTx/Imp64uALDeZeJUjMCHfuuLh7x4Wj2FJsrAZhjL4bYa8f4XgcAcUESjHGbEPFQkuT/ADDLEPJbOxuD7GzNcBkmAq6jdhFTbckGzNJAykiLiRbmgY10rJ0FWsLFs7NW/jS1y7jS1+7gjDxsL17iCdP2th8OMbONtXg+UGn34vQOQsRc5Be52GYqLMcLaz7KUw/wuUNB1/6UgsvvTSD2kwL9VYLP/nFA6nHj110OwpGw6fDJaH85PkSiwvAlYsKrj5bwLVXWljcqOJ7f3uGv//bMxmWVMqK4Ik//0oFN18owSonMCspfv6LMf7++yPs7cWSJ1pr6LhwrYAL12zs7U2xt0tnOF9vKoUNPPeijWdfsrH7oYudD11xTC2fr0ItqdjtjrHfnWDY0TDqUrnI7m4iA3LVA6qmjr/4D+fwF//LGj58r4sff595STY++/p5NOcq+Mk/PMJPf7gpTkLWymoJaxsVrG+U0ZpVpE66zD2aCo6z3/cw6McY9zVMJ3TwS8SlNPL5GeHyQVW3U9bx7KsVPPdqFQ8fufjg/SEmwwAN5gRqwNGxhuMTfs8Rxr1IKACViiG/jjoxRp0Ipqg0DVmTopT5LRwS8qDKjmeOE12atbC2ZOPatSre+OYKXni5iX/+5SZ+/ctNPHrgYetxgmmqoTBbgFowMOLF8iTBMy/WcO3FOoOMMWy7iF0fi4sFqb0nU+xucdDNOIgYhaqCtWc4dOehMs9p33nIjClfBCwFI0O9ruEb357D1/94Dt32FNubA3xy18WtWyH29iI0qooo8b72xTV87YvnoFuJoCj3z/r4+OEAHz8YYHCSSa78xUslfPbLDWxslKFFFsKJhnd/eyZFF9P6lQrqM8xnDmAaREJSLa3guZeKePkLJRQsDSdPYhw8CrB5uyfo51ffqEs15+nW8pAkAc72Epztpyg4FGVVsLMf4qO7IxwesZtcElSnDh8afNS4/y7pglNN4pz4kURE1YVQExNaUpBMe2/MIYcnbtaJ52E0SjEaEyeUZ3SySSjKy0x9mqFE5Ddz7RXYRNjTKaWkWGwYWKgbeO7qCl68vo5ykUrDAwwGxwg8NuoiZCUVqOeIzAKjiPk5CSOpkHlBfgknxxRaTGTo2mgROafAj7hPs9FiwgstlMolXLnUwOJ8Ce+8t4vfvrsHEhLptuGhnSpv36eLNm8GPr07iduQA1FihcW9mWSCZaVLj9nD9bqO+QUTGxcdbFwqCN6cT8hg6KHddgVTRNUP90KK+RTNR5IQP5W7dYOIOHae83SpPNszd8Bzfw29VDK1Rn1mqZVRLlVkP4fKdC1fMmBTDnCY413gWSFH15HwLu4rDhSIdqZg0WXmNoc+3I/yhjJdfZrNvZgOn6foLIcKatI2UmneF2smijULusVmbJ7/5Y89+Rw0agrqjHQghlrlYV+Dm+aZh/rTgQYHAZGbu6YahorZoooXX7Lw4k0TnWmKnW6EO/cjvPdehCebESqVBJVKiouXyrh4uSwK5gnFdn0PW50EW50Ur5oFvGo6OL9YxtJ6FR1fwd//uoufvd8HmJNlhDBnNFjzGswKMyZzsWGvn4hT39EUVJlPK5lkdN8qmGQZJmkGzVOgewqCcSq5uKE0o/OBLNHJUraKyv9H1Hs/SXZfV57neZc+s7Jsl2mHbjQ8IBAQqaET6GY4omZWa35YKfa/2oidjZ2I2ZBmZyhqJZFaURQleg/TaLS31V0+febL583Gua8hCXHFAEPqrqx872vuPedzFAVdhwIVD6sdD02vgWatgVvPRvjg4TEOR0vECRsYEPShWc/Fbcw8ac9z0O900XBcRP4S4WIp2XBhKL7t5xEYCjTm+9hVdIQ4FJ6TXohv10sLOnOYxBacCgpcdSyUKtfPUBCT40NVinmaWRoJlnD7cgNew8CDmxM8/IScb4r5LBgk4lA8ZZYywC9N5jSlkv/FDKpgRhwzKTQcFhJVWjna+KzSQS57QyU6R57qEi9Dnz+Bm8T6OnXevSh4o+ud8QUlohk/LXOSKc7hlbBSq9MtQSSvXVfFtUxxZuzTtUcHWzUocmoc+OnivFM5UcwVTJ5VqF8ZAPP91hVBPNOxTHEhJ00KP29qwiV+bpPZhHQKVpn0g/0Mw/1MBhGk5PBsQuElXfG8EFFnz+EEhZDEyxHb2OhYUGs6lBrJRxGmk0CQxGpiCIY0jzkU4AtZXbraazr65w3BtvKsYNQLrJYm1kpTclsn4wwnZykeHcQ4OKGr/jkHPM+gcCDF97ekipDiGpKOcmgiMuTqU0UsiFNUYlKq8zjLtNgQc2CYdP4/z3qWjDCuJ4XgspnN2mh6IoIK1QyRyqzrDGqQQ+Wz2FWhtBXJwGVmaLksAQ6uTUDrAHqTl3gbumGh12HZ8BcRTo/nMjQljpZ7SIXDrX5Okl/4/dHla3EdM+ngZ+Yyo4wqLGZE529MJHAFMojOgOCY+4GOds+We6lj889QMYsCTOOl5P4Gz4Ay4N1SR6Ovoda14XUtzE4THN0LEM0KtDoeGi1XPp/qqhJhQOGgV6vuo511TXCQhVHi2W0fTz6cy3O+ccHF9oU2rlzextXLO/jgp4/wwU8e4+hghsmUSGYVWy+sYPPKCmbjpWTk+sMEy2Eme4huOdBMfj42FSMhabDK/PlgngIIYr+ZfS7O7n+NqvrUBUwncKakyJkNaVbudP53FAEwU4z0ChbRxUyRVHnvEgcwO2VVXq58J7yPG6QbKPB4t284UuE0w2IUI4vpXufgmTEBvEPm8qywml0P3bWWkK1IWPFnc4yPE0yOU8TzEnnEuyI9DLk8Zxz+ejVT/p10JZ4b+J6yu5WRplbQ6aRDCaL5KwAAIABJREFUV9ncJv2iwp6yqcjm/HSSY8ZsatLPSLqiYJ1Z6Ekhmb+6U0peGQkBusO9SaJOwYhgishkAJxwbwUC5jAHCqyaCbvGWIBKZ0GiQrgkLrIa4NCUIg5gnShpA7ZmwOIdhkhNZOj2DfT6PDupIvIlreLwSYyT/QTRuEQ4LuH0FdS2FHTWHZzbWUG/38LJ44WUf5wgPE2FnEASD6P0eqQ7XVBR6+moreiybycB6WkFwjFJagXSWEESK7IOcx2jg3URsS9RoO3V0HLrIuyazyIZAPNd41YR8j42y0XE6TWJA9XkzMDeiVI44gBuNptotZqIliFm4wkWkymSMEAaBhWqv2WLi4t7f5plGE3mWCxDdFc76K62YRMZaOnSbEfqArmNzEiRGqkQvDpdoEYcPnsriorIJ4GB97BAims+HVwUD7FHo5mpnKl1m/EHHoq4JQ6wVj1A2wvRtHVxjjw+mOL2o5GI2xexDj+mzJzrHaO0KrJTw9Gx0amh5RCXyniuDLbHZ8AUx01SpEjLRIS2PEvwd8xackg5JkbcqLDiroKVjQwrm7mISfefsKFbYqWno91irBEb6AncWg1eo4XZosDDh1OcnPpClSDNrN1U5d7ATPAZxQIjiiV4H1aFsEJXOcXkdOQv6eaOq/P1u6/08c4rq1Cmc4RHI4SMmbALxLaCDbOLdbODwTTH01GEE7/EKDYwZe/medxPGC8QxnM0apmc40gfO9ewpDQ7hm7HMgAeJZk0cetODa7pIZiaCKYWDo7mePpsIs7pnZdsrF8yRZyTMlZjWGByVsCfFojEEUUipgW7aSKZB1IUa+hNTc437PkR1R9yoDaMcWm3hrffXMHWpimupLSYy3tNQdh2s4u9dh913RKcfZkl6HslVlzgeH+Jx/d83D0M8ckwwaNlBt8usbRLXLnQwAsXGujZJdwiRi1P0ShUNOSe4iJIXZxNIxwNZ5J322x3YDt1PLo/FaGcVhRCB6Ir9HBS4GTBBn8p+eFoAGhWW3y2pJ+klHggmkdU3olMrinMLa+K2bWMXdK9SuTGSKvVjiM9u0oMyp4ViTckMOQomSucl7C5jlOEIyFSGgpLQekocHuMmFKxuWnjjbU1qVv3DnHz3iEORkuMwhxxDux0a9jterjUX5M6Hk7w4YPHeHw2EfFixL6nnUK3MwRFjrncVYiTB7RUQa3potZ0sPAZ5xNKX/bKNRfnzhlQ0whqFmE6LTGdFIg4kKEAz1ZQ94A6UcK5DjPXMR/mODtK5d3jrMdtKrh4RcOFqxo2mw7WPQ8FaXq3Cpw91rC+sY31jXO49eAAv/n4nuCUt8910V9xUepLQA+E1MKS8ww4YMoxXSaYLGMMpoXUdMFICmLydWSqgUwzqgE9z6VBimzJPkWBRldBrQ0s5qS7aBXuuLRFINfr0VhjYnyqS5USv0EaFN93Es0oVp7DMOZQVV32Mk2niMOEYZdwagFMN0AYEoscyhB8Ni1h6HU0Wz00W21BDrOYjU7ROu9jtk23qovFqIPFuIM05vNvQ7di2LUFDCuuYuZKBcHclmLmqqE3JOajINWOxftllsGrB6i3lmh0Zqh35vAac8zGKmZjBcmygzTsiVvFtCmCoUNzKIPYstgBil05uxWlDyolFQ4A6QTNagDXZt4ni0gigZgDa1ik5fG8wPNzE8myLWcPrT6DXpujDNsoghbSoI5sWZOsWpXiP7rds5msAY47hOuN0HIV9FwH650W3njxBbxx9QX84pf7+Pmv9vFskGCcMPNVR400ITnPMZaKd+tMKGTM92VMBLcltTCltyHvJuOFVB0Nz8Z628LrO5rUIjmEnxzJu7J/5CNOVVza28Kl3XPoNk/QbZ6i5RZoWSZsHh5GY8SDOa4/pqN3BdeHDq5PbIS6ina7xLkNBd/6fBd//PkOouEhzh4/xEe3Cvzwwz5uH69h48ImNi9uoKw2RChZJoJ59gaGiwhDPwLRAYpTk/t+Ij0DGryqs7GckUUky7sXB8OZ3KE5DC5Is6IDiaNRkh1KXxDXaT5EUkyQ5mPU7Ivw7Asy/BdBOnOhhApSRc1wCCyBoQrPcDQFMpqnGgCL2JxRJGo1zyBdlSVIcL5zsStFYxsJakVBSsQARTKEYTBmzqlEW25NBKBC/sgpdPeRJgshgjVqNZi6I1jpJDUQphaCjBGpArsWUxnH/rTx8aZD6UOQFPDDArkawnRmWF2L8N4fWHjvD2wk41Okk1McPFni/t0Ez46Bw8DDYejhj79i41tfsXGuXcLKU6EbfvTzCT76zQI3xxY+mZhotlextkpHuyNznqQgsrqQta1kn0YPxeBkqBRicFDNWJAQqZIgUWh2sZEmdZQUPZQ1KZKeNEYKkJMpIt/nkV5KAbMwYDJ72yBAqIRrJmiaMZpWDPqn+bnb6zk65yisXGJyNsPgJMTjAxdPnjnoui103BYUZYq4YLZghHp9F/XaDsakI86X0BxGJJYiMk3iBtLEQxSlldDlU/c8Z5IqKRcWvvDZ1/D5338dHUas8pyt8u5PAQHFgc9v9XKm4nfOPi/XadLBFLmbMJqG51vOqfjcWOxF0IyQA35kw48s/OSXv8X3//knOBw9hFH30VgJ8bk3VqV+9INH+G//9Sbu3xszzsUq6Ujo9E20V7lwM6Q6gm5U7gYh1jxHGdu2Acdiw7NEwk1SmmQF9KLEF9818IXfN2TzfEJcJNngroPcdWAWltRwFuJ44uP0LMTgMMJilMGiA7PUsbdXk2q0M1ge7e4xkkkuOOpLu11c3uliXqR4NJ3j7sFScIX37yVwGZyuKlj6KmYzKpC4pRFLqOB/flvD//I2FWcGpqaJW/sZfvqzAIOhjm/90WX88R9dxv/7Dw/x1//wEE+ezTFfZIhiDp1M4aarRQw1p3X8eR6s5G5SEUTkCZ0fFJhXtvMKq8SWAgc3FWpp77KLyy/VsLVnSi6dWctxcLbAwWABzVeg+SqauYpuqaNDNc2mI3US5DgNcnxyN8ZvP4jx7CCR4a+i58jMUnpQ7S0DKzsmBZMYPcow3c/QX+FhusClCzouXzYFW8qoMj9RMUs0TBMNYRAiCgK0aho2ejbaTV7EKuXvIoBk8aWJiiLTMBvleHw7xNF+gt66hd66DbOeQKtFkjk1PdEwO9agxwp0otxdXlgLNFsGet0a6h7zAogsCwXLyIZFvemh2WkK/pHu4CAtMAtiQfKMF0uMZ74gIcNQRxRoKANVlA1WUYhLZqXDg5uBc1smnGYpWD0iJ3O9QJSp8EMDwzFw6+ZSCoEOJagux3atwspJvg9dP4kpahtdoXKcL1gVAk9lj2Q6sz3NZhjfAU3sGrLQrK8Aa70Sl/Y8XLrgod00qxisEghz/hwl3NYKvOaKLKu8TOZxjCycIAun8DVgwQpzQeH5foEgAJYBm64xJmOiHEzouiUHJTYAqdiWn4gN5TiTBYa9P1OG7yp4rOAhMosyUekWkYIy0mCbHAA72H7BweQslvJHQDCmk6lAoRHVzkZi5Rz5ND+L2L7etotm38bsIMb0IBI8GZsrK16JC70SL+4Y+NxnevjcOz18fDzFx8cT3Hlc4PFTDVFo48t/0MGX/6CNwMiwNFLc/GSJX/1kjvu3Ivgzuq942SHPP6XhmDodUV0zM4GbckpcYlnA7QO1DQUbqxYurdSx27XQryXo1xNcvvImLl99E7/41SH+8q8+wPf/8XblPs+Ar3+1h69/pYdzWwo8l46ICE9PfRwNl0IhoFupVmpowECv3cCFy5vY2usjyZeI8wAn+ykOH2R49jiWQeTZMJK8v8LMBO/T6FqS/6bXEoR5gtvXM9y+nuLlF/tS3Eg+fn+A00EIu2XAamvQGzH0ZiRh9026v1IV01GJybDA+CzF5CwVNDnV65InLls0fx/U/lcDIyIaJVqaLqumgS++08aX3u3gwuUdXLi8ixs3z/Dd736CR/tDrG676G06UIgzNA3cuTXFxx+MsAwiWZNaXV6mDQQLA400RbeI8erVNbz39dfw0ptbmEZnmIZn+N73jvB33zvG8TG/M1NyJ+joU/VYGsh0zzWbCvp9FXvnLbz6Wh3buw5+8IMZfvCDKUjB7bc1nD+n4923LLzxmg23V4fTq+NvvjfGf/mLUzx8FAlqo9M18dJrLl561cVHN+b46OOFYP0aNQP9FQPnz6s4f17Bvfcj3H2fWQm6ZEx5LWaAxQiSBM8elnj6oPq5uH47BuQyu7Wi41t/toM/+tMdfP//G+A//x9PQan0V791Fef22vjut2/hu9++jUaNuA4VV6+18fKrPbz4chPtboF2L8etB3PcfMDBYIDBaYjZhA0wRTIYbbonJP60QsIxW8VtEDuuY2PXxuaujQf3Utz4MJZGSrdbCU4ePijx6GEh7hLurUQpskFL3HfqA5lPVxHzn6v9ja4vCiR0osFInCYWbMpMZAcXzrvy8xL3fu31Fv7+7+/j+39/H48e0TkIpKUCjzlaNsRtwUbKV79+BV/5+gs4OZzitz9/jGePB3jzzb7UR78e4MPfDCTnjcKitR0bL7zl4dwVG8+OZnh2OMWjOxkeflJgMebhq0SrqeF//bNd/OmfEkE9wj98/wA3bixweJIjjApc2uPFQMW7r17EO69dkqyl48UED0+G+M3HE/z24zH80xLL0xKXr9Tw7pfaWN0wcXIc4PggxP6DEvsPCrR6Cta3VKFPJMsUelnivfdW8N57PbQ6meCe7t5O8L2/znD7owxXdiJc2Ylx9a0urr7Vg2alWAZzURfv38uxfy+DT7VzoOLpUY77j4n48vBvvrCHt9/ZgIklLCwRLBMsFokMVD+5SXRMwN6/CJGoBiV2h4e3JCbamM40onM5jaBDkYKAErVGjnqrlOe6WTMxmqcYzzM4niYXZza66kaCppGj3/CwWnfRqlto1ixxsx49m2JwzAY7bzIF6nTY7TDrkIdeFUg4EF1KjacaxlMdAYeeNK5wyOewCcwGYSnDy81+Gxd312BbLp4+i/H0IMLRyQiHJ2MRC9gNF4WmYBkxb46Zvpo0ztlcTpMKvSkjFZ6XVCJYS8neJDJqY72B83tt7Gw3KzGXDTy4N5UiEpb4Z6KcY+JgixLdFQXdHi/yitBo5PxjZVCYHaXUoSp1LIMECz/EcpnIu+TPSakoJDNdPiQdOlSIUbAoF7zKKexsaHA3KlcvcUPEQXFfowOz2j8zBNMc/piYSQo5nh+4XQW6VzlNZajnqDJ0s+sKPK9AzePfY0NlKaqgQjmgCGahlOtS3U83GvPKLES5gsEsxGQeowjpGqC1y4JSMNOdObw5vDLHW28UeOv1Av29JjrnOrj9MMO3vz3AL34+l6E7Bx9XX3Nx9TUPboOrA5u5Me4cJ7hzlGJ3oWJ3ruHd3T6+/Po5aYj9px8+xX//5aGoZykAq29qaDLbwVMQFjyXlRWaeJELjcBzdBjiiqsGZJLxShNHybw1E9EyhT+NkESprEcsy9VgE9fMmSsRk7qC1b6G9VULL29t4uVzmzjx53gwHuLBUx9PniR4+iyFvaJIFVaKTI9leNluu3A0E/PHEeaPmSVJogVPRPxSqzOaVlOg1RlfUSHpOLyzDAuGRtJLReypOaYg2b26iVrdlGFHqWTIihTjAeM1iNAOEMW+rN29lYYMV57cmODJDVo72DSic4GCEw7/NZieIVlYPDNQfEUhAl3AnOFwmEtHrO5VjhwZqIQ8e8r8VtBCFEQmmSkRJRwimyadvdXwOIlZFFLQ9UQBoAHDsOT5yoj3jROYFBHVAK/BrFyKDzhIrwSXYcAmKgezRAabsEwOydjMKTA6SDA+oAO6cu9yiCADYHG48eIp+SrSJmj1XaztNAR9O5/PsFjMsByXUhxCKWblkCe9hc36TwWyzA+Nlpk4sW1mTFIUeMVG44qD6SLB2SBENMqhTlUopE9x8MK4A5MDOUXuOasXTNRWqr09UmLsujXsup6IpZ7s+zg8iTCeFTIwILaXSFxmgYnoS6AyROQSIkrqArlgFZKZn5f3OJ59qbInXuzT/3EdC826C8fiKJDY31L2ZH42EhoyDnv5zFkcYmkiZFxykE0XLCOE3BKFpyCzFUTjHNE4k3uGyb/bUVCQKsocVVWFoWho91y0e47EPYwHRJPFCOfE/HHYWKGNP8X1cRgsDw4H0s8JcAbpIDVb3GNcE+k6ku+UGcgjIB6QCEEntY0m4304RFZUTMIAk5DZ8wWio+qP7exp6J6nkFZDEmsIBhn8o1RoFLWWA69ho6SrmkN4P0I099Hf1HHptTr2XvFwOl/gZL7A6eMYJw9SdNsu3nxnBRfOdxEPPUTDGu7dOMTdGweYLX1BjRoNBeeudbB9rY2zxwsMnswRDFUkcwdFxiGLAc2k63KJMltKc7bKi6wG+WJgZ5wOyQqkCWV55aKtyP5yN5doGSG7VKKMT4u4Zv53GWOB2IzJmSVpsneHIolQsAfgcKhPwRNzYokEq07m3Jt6ux5WdjxMh4xXCBEHuXxXXCN4DqQDK+Sd1icO2ER3x0Nz1UKDFK8WsH/Lx5PbCyzOSiQzXVy1FKbwvu95HADrz11CGZeeynHlcZhNZwmbhVxPqnOk47GJWIrozTE1jGc8UzCHkXSBStwke01Ukm4rwhTm7NotXYRj/PNpNzAMPnd59V4QAx1xAMyIGP7/GJJvxjsIt1c2W4lOTpP8X565KmapytGmEEcEDJV2HnsXbCmeiSZBhOEwxeljCko4vClR+ECTw9/zHNSQkLSKTq+DwZMAg/0lFsNAqGTLGekqHCoX6F/QpdyGCa9uyBrMuKRoUQgJi56SQk/lvpvRHZ/zzMHvsxDRV8Nz0fRcef8W80ScagQRsCRrOQXqdRfNdoUIZXOPw0s64Nns7bT7aLf7yDLGwkwxn40wPR5genKGZpu5rnUZhDAjm87a4YAu/zlsUu/qBpptT7D/jCmYnMTyubo7NfR26ji308XO7ooMQOezuTiUQ19BsFBxdjbB6dlUMjW9pi7RNVYthlWPoeghoEdQCg9q0oGaUSQ6h6WFeH2jh9c2e5gslziYTHE4DvHgOMHj00TiCLj2qHSTO5mIOdfXbDQp2hEiSw7PbsO1O2LUyMsABQKh1rCkuVwqmE0NDE+Zr8lYKzpnSqyuA/01yL2Jju84zVDrUkjBrYYLVgHLdOBYLqJlgdPjpYhhKlwG0KoZaNVMLIcFRocUy+YwO4oUBeKOo0tMwnhMSlMJ4zkWerup4VxTR0fX0KK5g/HUZYaYa0VgoAgMwdxmahvTpYGTM8bdsAGboMgTzLMJZtkUzUaGflfFVlfHnleTyowAuRnAL3PMKQxQdXguB5QOJiMd07GO4xPefWZQrRw7L1rYuMi/L0KGGMdPFTx7qGI2MJAEHB4wvg5odilMCaU0nWvK8zO1RB/wTJWjWBY4v9HCq1dXsb7GhvkYuUoMbAHTLbDebGKr1UbHrKOW1+HlNoziFGZxhsOnEZ48THH7JMNH8xwPghwRnax6gffe2MEfvrmDhuEjXh4jDSbQ8xr0og67bMAqGzg7neLh00P4cYr2xjrq3R4mJzOpo6MAh0ek/hUYZQamzEK0U5ROCqWmiQCMw9JolCILMzgUN9SZmFF9Rr5vXHNogKjOQAoJm/Kctzo2eisUXlHAVwlNB8chBseRUBiKuBS9jqOpgktm5jgFmQHx+2kGo1Wgs11ic9vBGxvbeHNzGx/fPsKNW8c4mfmY8y/XFLzQa+OKVAdXe12cDof48OEDPJ3OkDoNJJaDRTLHPFlgvMwxXlZnYmoQHRHDWrAcknpSMTzVuxouvlzDJglBaQIj5WA4x2xcIKY4jU42C2jWNaky4QFQw3SY4ewwEQFQ5xzQP6fi2kUH1y7Y6Gg11Is6jvZz/N0PJvjN7wJ88fcuSSXBAKPBvrjdh3TelgVWVhSs9HiWIDHCRpimkrPphzGmIXuxBc5GpdRkVmI2p2hOR63jwW7YQumKkgjJEuLyrzWA/laJ7kaJ0ZmG8Rmzyh0xm7geoxc4vNAwPGxhdNiC7SVwGH9DukZMERHPYnMpIf/Re0WqSEZhHMkxU7iNmeCiKWhaLFIhRQVC/yFW10CtmUtRUsAhHPdexo2oioXxSR2jkzqKtI48q0G3l7BqZ5Klzrsa6Q3hQke4YAxDHZbREeMO13FWzHiMyEevH2NtI0GrG8DxAlhOgPmYPXINZd6Cio4MoFJMkZYzpOUCKTcy9KAovef9VW7sqdwn2d9j77nk2UbjeZ/3pkhykSl8NiwHpmmjKHj+capeqBqKgaXwV1AuV6DEDSgphek8mLKXm1UO0JIZxyNo2hgNJ0TXzbDZdfHuq9fw7ivXcPTgFEcPz/DJsxgfHCk4DQvU6D51S6TzGrJFXQTXpBXlVoSiFqDwAqhCNtNRJA7y1EGR6jKMcvUCV9YjqU43RbeXYjYh0WMmGfT9nQb6uw046gCuOsRG28XO6iqamorw5BizoxHef7iCDx70cG9Sw8O5KzS/WivD+kaO//h5A//D5xk1w5iIOd6/peKH1+u4e9rC3t4qds+vyflHzkAkXxAflGeYBQlmYYrC8KR43+ZwMxTTAoXkvJ8XErlBTR0F81qVwyE4MGoCmX5TCjWFQ7BMhOm5MsUiegI/2kfTu4CGdwGaUkPJqCuhilrybNHpy6G+nBSpdJMnlIZCjl45WGYkDWM9MonHo/PbciguryJr4oDxf4wyMGDonDHQPX+EKDyW+xyJoa7noVZrPCcxBogj7hfMFU5gmTpclzhhE2nKuDGKHR2kmYtMDGPsLz9HX5NAxgxqheJADjJNJEWARD1Dp7/Av/2KjX/3FRtuOJc6uDfBzQ9HePAkwd2ghTvLNv7DVwz8x68Y2G07qOcu5ocx3v/5U3z421NcH9dwfVRHu72BjdUtEe9wWB2lPsIsR5RV0bKGRHVWxife66NiibAIJGqCZsIsd1HkLaDkgJiZ3Y5ErnF4L3YbceyR6ETeBAWijOV4HgWjKGjUSnSbBVZaKUz4MJUFvMYC9fYCnG8aSgfLhYfrHy1x/aMAtrsGx1sT934QPUUJH41GC00e3AXzzNcvgmItUcj8pIc0bYpRJiRSX7Wha644gePlEkqe4u13X8Rn3nkRvZaDpmPA0wyQUatzTaR3Ly8xSwrMkhJJyWRqLooUwGVSeZJLkTRZ8zTUnBINI4SjEd/vSv32xj384sOP8fT4CaKMedBz/OFXLuO9r1zCr394B9/989/g8b1TCo70kofSVttCq23L4gM1lmwwNnE+xU+x7cxcFduqkD1JlEu+WrisMLRf/6yJr33WxKIocLjIMMx0LGDBV2zYpQO7tAUDfDydYTAIMDpmZmAuWGFL1bGz6UmxKWq6IUwjgctBWl5ie7eD7Z0OTuYxPn4yxR0q155mODyu3Ea2USBZaoiIRil4WS7QqgH/4+sW/uQ1C6cpcGsBXH+S4YMbqSAtvvWtS/ijP76I//vPb+O//MVtHB8vZaDLBq2oNZ4PgLWS05gqi1UY8s9vMdXA7DlhTAaD/HuZycINkGpMBVs7FnYuWlhZ09FokyVY4PHAx6OBj5AZYSclnKBEKwW6hoa97TrOn6thSVWsXuLukwQfXA/FVckMc92qFHSFXkguWWebA8xSclmZjdNqEEOn4uKejssXNVGckSLGhe90ruFspiGO6GJM0Gko2Fwz0KxXeaKs4SSTIp4tDnVBUD97FOPsOMHqOQv9bQt6PYPixjLAGz1TMX6q8o4hLhBePu1mjnbbwAqV4p6JPI2QJ8xMoXuPuJQauqtNuHUbqUK1ZI5ZlGAeJZgsQoxnS8x9qic0ycfLiXYmnivLYOQpem0NGxsWzm1Z4kSjGo7uh0JnE08VVMxsruLhvQgP78WiWI4CPr10AlLlwUYaXQkFDMWCrpowVSKhKap+bskgrIauHyrKJZOF/8mMQ0NyORutAM1WiHNrJnbXXXSJ6TKozFUQxBUaRq/1pbg0Mfso5aHJnyFeTrFQFcxZYYY5sTtLqhhLQVIyZ2Q2Zx4AFXQOdIPtp2r4W+UbE89RFS/0BrNNqMpUSvAaFs0zadpSaKSnKhwKC857WD/v4ejJEsf7PpIZEc0WSl5wiypvTz7582YJVUymo6G1agu6b/wslkYhXS9sLvRawLmeggvrOt646OGNizWcpUupTx4BH9/TMPVtfPOrK/j3X+vh0WCBR8MFPvxgiV//1Mf+Qw6cq5+7UgNmQhNghCSbdWwosq2jsglqKmhtKpLv1KcLzrGxWbew3TOw3TPR3dhGd30bP/rJMb79nVv44Y8foUEHfFvDN95bxb/9w1W0W8QxzDEPiPdJcTZLkdA1F6ZY8wxsN2302w30NtbQ7ncRZjGCLMKjmzPcfX8mmaIP9gMcDWNRQCoOsLrnYW3Pg1HPURgJlnGMR7cKPLpd4rVXV6RGp9UAmLnBG3s1rJxzUNqhVBEAha8hmBUYnMQYUdFOLOJCqVwr/A0JJqfCWuqmJvluSZ4gzok8oku9RKdl4Btf6OAbn++g0VxFvbWK3/z6DN/5zi08O57gyhstXHipCc3WoVk6njz2ce/2FGHIw6wCr65gcqpgfKpgpw5c7gKvX9vEZ/7gNWyeX8XtR3elfvaTmdSEjVq1ciUTZyK2WmIWc1Wcr/WGgq0tEy+/4mFn18EvfjWXaljEZRk4v6VLtvAr10xozSb0RgPf/+cx/vKvj/H4SSSfkc7Xy1cdvHDVwY1bPm7c9KWJ1CWSqW9gcyPH5nqOJ3dy7N9ldqIiiDWvQbw3hZgc/mbYf0C3FYcqgGcBG+0Su5savvIn5/DVP9nG9/52gP/zfz9Aobr46n+4iu3zbXzv27fxd395W4ZvrNfe7OL33u3jpddb0M0Imhnio5sLfHTTx/FxKI79YEEXYpX3IJn2Kod7GuptHfWWhk5fQ4vOhJaOWpO51zmtU4v3AAAgAElEQVQe3OJhrkCzzY2kxIO7qSjq6NMWNaJkenDYUOWD5gEdR5XrmoP/mHmJ7JETDWaVyIaK1O6Oi0tXPFx9uYl3v7iKyy818bd/ex/f/dv7ePYsw9kZ9zfAaxeS9RYTV++r+PznL0kdPp3i1794gv1HQ7zx2gpef30FH/76DB/96kwiIfYu1XD+iovdlxz0d3Xc+GSIGzcHePqgwOFDRQbhdK72ejr+7E85AN7DT358iv/6F09w4+YMPvtEpoo3XnKkLu+t4vLeGpZFisPZAvePp/jd9Ql+d30qOC82BF98uYXPfrkv7/T1D89w88YY04GFycBCu1egv57Bc0voeUUd+MY3evjGN7oIw6U0xz65keCnP1Vw/Az4N58p8W/eLlHr1VDrelhGEcbTBSZjNtV0BAsdk0mGyTTD6QA4PFXgNWr47Oc38ebvraCMI5Qxv/cAo1GI46MQ926HePSQWSU0gFEpyt8x3TlVLhtxnCLPo0vPJm1CQ6NNQkjl7Oi1TSkOf0fzyi3XapmoO0TzhPC0DNv9rtRywUxc5jJHOD0MJQ++3YZUd8tDZ7smGYHRLEdIQVtA9XSIs0GB00EJhWe4pg2roaPUuUnE8AxNanujjRfO95GlBn72yyl++8EUYRwgiAPJMbfrNkr9+XCJwp1cQ1ZQLUxlbXXwlvgmo5TLO1GawbIiuWxutHDx/ArObTZlaEWn351bY9y9PRHCCV22xPkGbKzmOfqrxBsbgoQnmYN/lubk0Ch4UBrQ1IaIoIIolqwiDpnDIMdsBEyHJWKfLt5qcEYEjzTJ+c5wLVjT4K1R+GbANJjL93wATOpHlqLIiIqmUKxCGhd0bGYcmKviMuVwjtEliqGi5HDa4jqaSyFxUKYOjxryLhMF409CLCehuLkYdcLfJZHtYVbiZLDE2ShAumBWMBW4dJfa4j7DMoOR5bhyMcOVCzmuvNLGC6+v4Gxc4gf/OMZvfrvAeFxgMi5w8RUHl16x0ewSwcvLa4an4xJPJ4D1NIG5n+KLe6v4nz57AbZp4j/9+BH+n18/FQ8pVaeNc0RoqjKUWoQlFqQxxoUUnUm2ywZJKcIDOsgoOqsyICvyADGgy0UkOHo6V01brQZWJjG9xGDzQsb1rkSvq+Lt3S28vbdFbS9GCfG9Pj65tcTNOwGcvgp7RYXqpVDcVJxqxJOpmYL5nQyzuxXyLyXyTy5hz4c6tVIGwMxopVOGWbeGzngDVdydbPrWPSI2HTSahggVKXIliYVjhPkilaJjgrhSnuddKnpSHcf3FlLEOqVJ5S42DV3eVcn5rBsImVdEik1IYWyFJLddBZY47OhsVmT4G5MAQFM63xm673MOj4mjzWAYdBGzicV9hGfXUggpPOfz3sUIBD4fzH9MGZ0SxCKCdFtArUElvyn44YSK6SIVfDpjUgz+rA4HwM/FjigwO84xPeGFsnIiy4CMvyQahKUxwkzRyrHKjKPVzbasX8PTCUanE3EFUvTESbViaTI8lhzS5+hFNlXSoBChMK9RksvHBvwrNtqv2iJOXSwKhMMcyWGKbFDluipxCbvBdcpAe1NHb0eH2eKlmG7VAOc8D+dqHmZ0LdEVeEaCEB3h1QCT0CYOgHmO+jQLiudKDn+F58SLHgeAIp6o7nFsRssA+DkN27VNNGscABuVMr7kd1K9+2y25XqGkjQsi4QsBYtRLsMIzcpgMOalVqJwNeS2hniSIx5nlZDC02QAnJglcom6U6RZXe85aKwwpy7HfBRhOascjvLeMIOMQznJa9OkUSp5Y0omfz8dOVxTdNdGwia3H2G5JJq/Ok8zmzwZE4uoo71mo9EyuRXJlsQB3JTo0RnF1lUKWPeCjt4FHYuJKhWNCiSjDGXE3FxdGuocypa5hdgPEPsLbO5ZeOWzXVx9p4nHJ0M8PhlhPgSWIw1rvTpef6OHjdUGnn5UYv96icP9AQ72h0jUCDqFvD0VG5frWL9cx8mdOU7uLBBOTBQRM48ceZ/5HBbxEmXMfLwEudwd/nVoT0cKm0c5G5d5laVL9bxQlvh/xt/H8zvFp7h4DoEVm4N0Nm+ZP1453rXIgkqBSboUNK3qZVCJ58sql0yZKOwHiqikf8HGynlbonNODyMRPBApzuEwFf8118RsmIpggWtAY50YUh0bO6bUwf0Qhw9CjA9yzE8pvKnuoYqWo163UGuYCEMKhRMZeJg1DZanIecZQ+H6WsUNsUFONLVLB5lnoOaZGM8SjOeJZABTcMI7X867B1HOxNLXiTXW4LQMyfVlE4vnSuLliMn8dADMgRORrBwAUzhFnLHgxrknkMoRVYNiatwo9vjUjV2dYykIe05RU0hf8/DC1RrCIsHBwMfxSYTRPjA9KOXdV2Ogy4iRyyba6w5aKy149TpGT2OM9kmiWmK5WMqew2E5ey9cI7o7RkVh03mPyhFMMqEgmCbdMjZKM0ZhkjCWihOIP2/J+wGHuzXuCzaCgE7CBGFYIOYZIOEdjFmGBup1D41mXfpASz9ESJWxDIBNdNrr6LbXkSs5wtTHMphhdjzA/HgosQmSsWjpMA26h1OMBlNMJwuhW/HZrtdtNBqO3ImX0xRxWGB1t4nVvRZWVztS7EONhhPMpj7CpYowUDE4m+JsMJVs9daKI/mmTjOSKnUf0CiYsIG4iSzUEC+ZPRrhrd0VvLXTF5EBEeWDeYzbT5e49yzA8CzF6JTo1RyGU6DZVYXc0mhq8JeFlK114ahd6CpFL0soaoiSWH0SNYg/1zXMptwrDARL9sZyWGaO1TUF/TVFzq8nhwGiNIXZLGE2yor8RTy+acM1HBGo8w69mNKUUi3NdcdC3THhD3IRMPmzHM0dHc1d418EIL6fiog+KQp4XUPIF14ZS63VHGw2PbjMcCU2OAUGZxkGZylsew21xhbCyMHpSYzJhOKPAHm+xLycSrVbGdZWFGx3dOxYdexYNQTKEoHiI6B7inIh3UCtRneWhfFIwWik4Pg0wOHJQohrWxcNrO3pz5HZEQ6eEAevY3JqIvZteZ54r2n1CmRFJKXrGUyjcjZFJAvxuQ3p12FkUxuvXKazykChjVDo0yoewuYAuIbNdhM9o4Fu3kEzqyEJn0k9O0zw+GmOW2cFrk8LPGEiiFvhfL/25ja+/sY5ePoc/vIQvj9CRGdT4sGM6jAixsnNcHR8jCBJ4az04bQ6gnZlHTwN8PhRgGMSOiIVw1SFWk+kFAovHUPWpGCUyNpFtDqF0hQ8G6QyJHRD80xPES2FpFyTKKhT0OjY6KzQXUsiYSX+Od0PcLofynmDZyXBf9o6XEuTHh7Xe8n7VPh+FOitx1hb13Gxv4WLK5u4fvsY128fYRQESBRi9BWcc5o45zbxynpXyvcneHDwBCf+ApFTR2C6GAZzDMMZBtMMA5IWMv69qghwNIruDQ3+LMV8HKPVM0QktbFjowxClCH3Ct6ZeVTMJf9YNUka0GDXVHlf81DFfJRX76NeYuuKju0XDFxdt3F1w4bDXNuZi4MnOX7w8wl+93GAz7y0iXde2oLNwWpO5PMMTyY8O8VY62tYW+HP5UDVXSyTDFNGWQV0/3KInWM0gdSUtKo5zxk6Wv066m0Hvu9LJaGGLKTgUJEBcG+jxHhgYDKgAIfPrwnL5drP87KGyXEP46Mu3HoshdJAFrnISQfVFig1X+ILKDwiQpdDRu5nXmMCpz6H7TKaQBFS5HwRSY/Y590yztHqmmh3q7W/orcocGtVZm01AGYGsIc08qDbPqzGmeR4q8TMlh6iQEe0ZKZ9DbralMFxFZOQII4niKMJev0E65spWu0UtpOIS3c2VDAbSfcJmtZAjhwhM4vzORPBReABMMO19Twblq7jDGWioyQCks7E3KrMdlZWDYB1X4Q7HM6bzGKgR7E0RRgdZhwqMfZxBfmiDz1vwiga0icqtQQ5xU1KjJRWIGUKRZmgbi/R9UJs9ky8/dIL+MzLLyAbTJANxrj+JMaP7hd4OKUQnEQyBdmsgWzalEG63IqcJfL6HEVtAT22oCeWECqKzEMcch+k4iXCue4C290F1tdUbKwRcZkhZDZ3maO7paF7ToeazqGlM2x0mriwtYmmocM/PsD4cIBf3+/i1/d7eDR28WzmoLBVNPsFNrdz/NG7mdTktMDjBwXev23gR5+4uHdSw9ZmE+c2W1UMZWnAM4A2xe3IMCV6nXdSzZFizrYfF1hybeEQmPQQce1W7leuGWrB6KAKB80ozUyjqICxeVWGOEVROeaYhfcwC+6j5Z1Hs3YemlKX55biHQ6AKQIvQPdv8nwm+SnekgJ5drc5NZMbtTiCNd77eHcwKVysCI98JsMlh8oWTMOVe1UYnSCKj2Ew3stgTKaLuteEYRiIwhAx2fkchTIylPMKis1VvTrLyFybjvOaDBXZOeX5jbQP/hyOUsCmYpYI6tRGlC6xyI9Q78zwza+5+ObXHPSKCL0yxNmjEe5eP8X9JyE+GNbwwbCOf/8eMdAWLnQbaJctLE9iXP/1Q3z4wTN8eNrGB2ct6VGvrazBMkmoDRBnSyRqjljJqygxCjg00rSo9lGwzHwsswXCNEeY0N1bgwI2TetQaBlTeBem8JC/U5KceCInobf6dEKpyZ+7pfICdRfodRT0OzQFLeDoc5jmEKZ9hka9hpXuRZRZD7/51RC/+eUQir0OOBwALxCnhwDmqLumnK8d24HrOCi1CJkylbtXGDUQxzUZ3KbMH9bZj2tKFGC0XKJIYrx4bRNXr22hXbfQ4DzJ1NHUDcl8/5RERWLGCSPPch1xaaFQ2G+IYdJwlSTIkwSOqcrPwTzjXi1Gw0pxcObg4NTBzYdHuH7/CZ6dHsD3BzLA/tJXL+NLX3sBH//0Dv7p27/BwcNT3tvVkqg6NjJ4QSRLm2ozuTnL0KlSQPAplsk81fR8gMsMul6KY6tZ1/G5V2wpP0twsojwZJDjySnw5ESFUdpgyhnDnJfxEmGQyOVWLgw1FRrdVoqJpkq1Ph1NzEotcW1Xw7VdHe1tG61tG3fuJ/jpj3w8eJjIxafkBd7NRaXYgI5mYaDjAe0OXZolXl6t4+V+DR8+CvGjTxY4GOdQFANe08HFVzu4+GoXf/OdA/zNXx1geBoJ0llckOK406CTvy1uUBUZp/PSIKFig9gZMZaIkol4MTaomsy0WTGxeZ5IUkuQrXEcIfBTLIkRIg6NyNU68ygz+Cf0bBcw2WQjXsWx0XTsf0EEc3OmOzZXCtSbumBE+f3Q8m43iHvjMIYqVmLTMnkgWQy6rnlsOFDFW7kJTGYE2bao1MVyH6WCjWTTdDoEplSJpwUiunBCukN1RCEXHCrPUnQ2NHQ3+TsvxZW5nAKzUwXzYxVarEGLiA9MYXdSaXoR/WQoauVoC3I4RpULRJWF7dClwEMI8U3886rrfMJ8NGK9aN3nYY8uOMOSEjxQHgmakGgMNkJKIv34vaRUzaQwtVK46p7JvGILpmJjWiaYFCkGkwRnx6kgjOnC4CFxtWtitWfKoJoNH8vQnuPWAM+pLu6OQZs+m2pNqFYHillHkDyW0ssE9OjaqgqP70WuYDxKRX06WroYLT0EVEcXcdVU5DA8pYuBmXF0JLBBwQNWLohJXpI/dfdatlnlAtu6/B6q3wcb6xUOgP9IsDjR0aoKH4nUfJBJOUQbOKrkcTb6Lhp9D7NJjOkkkZxXyAGOz0GMKEwQZJDcaDb1mTfM90BEOBrgD3P4oxy1Von2KgfAOvp1Q4anG7aKDeIhV2M4/Rh3Dku8f0fFs4GB115u4LWXGrj/OJA6Oo4xGNI5VzVSeAHjx2B/hg075nrxX2Skp6vobzhY3XCxtmFjbd1CEWcY7PvQEw1f+uwVfOlzVzCLhpjHQ/zslyf44T8P8MntGa5es3D1JRvvvNTDZ15eQRot8ezgBMskQWO9A6NZx62bJ7h18xSXV0y8uetie62O1lofbqeFp9M59mczfPLrBT7+6QL7T0KM2BiIuX5U/cPdF2vYvVaHXuMIu0KDnx0UODsssNIxpbiSpHECp2bg3KUOVrcbGPuh1OHdEE9vhpicVu61MKTyrMobkR4lnWq81PdMyW6k6rXZdXB6NsPJGR04CaK4kAyXz75u47Nv0D1SQxTUcPfuEr97f4DhJBLRRnfDEiQ+q2pGWOIo4SGXmZj7D0Ls3w/xudeb+MYXurh2pYvOag9JruOH//QI//hPD3F8muDkhAhgDmp0WRPpNOMhR2X2tGRpF7CdHKvrBq681sLWnoePr09w/foULUvHRtPCzqqJl6/YuLhnYp5qmKcqPrm7wAefTHA8iGWYxPy0dt9AZ8XAYBBjOGDuvI6Ga6PT1LG6mmC1T4cMRT/MdqlQ22z8NFo27BovIinGw0RU5HFQCCZjrVNga13Fu1/ewLtf3sQ//3CC//bnJzz64LN/eB79jQb+4bv38YO/fSAComZNwe/9fhe//8U+rrzawPHpWOrmrQS3bj5/jnlg5OGRTkJVFYQ6YwtaPRUrGzpW1jVs7hpY3aJjgs7tEmcnBY4PmD2qwbBMJImCxw8DPHkQoF4jLrfCgkaBIYfAZMlcrUQu5sz0ovs6ZROS5AKnEMxtPs2lzl908KJkhjbx5rvr2L3Uwl99+z6+85f3cXqcYjFTxOVht4gw1OBZjlS35aDTcmSYPRrEsmf1Ohp6HR1P7tMdu8DueQ/vfn4Fl1/yUOtQrZziZz8a4ac/GmF8pmA51QRJ3l9Xsb1n4t99cwPf/OY6/v77Z/jP/9dT3L0zF3dwt2Xhc2+t43NvrsOqBbC8AKMww9G0wOOjFJ984uPmJz46TQocSrzx9hq+8N4F6JqB733nIf75758hiizEkY3ueo61nVSwWtcudvDCXgMNr0CzVuD+vSVufOwLPqy3WsP6hovLexpe2NNw61aAm7eWODyh6CgWxfebb/fx1turIg5JQg60FCwWuuTPRglVxynOTuleKJFKLkkga3PdqMEziNmpzjSzZYCJH4iyURw6sswxky+CR0e4o6NBgUCTg14dK1IG/ETBkshW9hU5SwyZr+mjjBK8/soe3nh1Fzc+HuNnPznE/v4Cvp9Jo/u1dxS8+o6CdsdDzWtgMi5x966P49MQjW6JegcYnjAPLYOju2jV6mi4XJ9mUJUZ1tfbWF9vwbQJA1JweJzgpz/38bsPfBEcySWFQ1JmzDEflE4Eg/ELHHb/K+6ZjYvOiolmh6p7DgITjA9LjI9KNGse1lYb8oxFy0Bq7udCXSEKj/ptYs2pmoyzHK5DQYmk8FUCvEqbV+X2sEFAxyRduCbFdmx6lxUSVeEFwJChGcWJjDMgWppCK2IBF34GQ9ygKgwO0zQqa3m+IxqUOLcqG7HRs9FacQVTyRWeDXk+fxwycOdWud8uCwyYA+WTzEDHVgZDsSF6TsaE8BIdE98eYTYgccFFd82D06gyguM8x8lZgLNBgHiaI55kMDW6ZbTKbUtULRtZhgJPV3H5koFrL/KcyUGFgcGkxM9/NcfPfznH6q6JVWbudtn8LwTJWlp1lFYDz94f4+D9CT6328H/9oXz6DZM/Pff7uN7Hx9hOFcxnCvwzhVoXcwFwRcvKAwRGa0cAHgvYPOazzex9RR/ukTk2qa4hYjZTJivzAeXtIUanb+6nF1YgvrjuyBDqxSmXuCVzSZe3mjBcRxohoX9kxDX745x/f4YVl2B1SBuWIHLu57BzGbiPEuEj3KEj5iHSeSZLneAklQMDuNEIMA8pcoJxDsL1bTEiAvqi3+UrslazfN0g643q8pCkqe8oJspg1uzBN1n6Bx00YlSwB9mWA5TjM8CqTzhsJ6NbRVOQ5W1VEjDBuRuQ3QtRQdOTYdd1wWhzM8TzFMshomgD5VMh5Jp0iZIKe4TpzoHFpAGlmYoWHKQsWBDoppMaqoJQ2PupCbrQxIkqHUg77hDNx/dxvLRq89FIQuLw1k6sjnwlnOkBoRTIJxAhtK55GB/eq+phBK839gtFXZbg1u34HnMelUxGfiYDpbIc1XOi2zcc7DG5j3P7myUGNyb+NbEqjgmy4QDWQqbCrh7RlVsxNdqiCYZzm5PMXu6hJqoUFMFm1tNbG410FhR4XZzlHaCs3AuVddM1DUDy2mOwSkjU3JEgYqYtKDqy3z+n5U7VBDAjOsR5NtzmpNQrZ4ftPhzMndVTCTVg8LhvmvzPkpsLptCvHdV52G+I8TiGR6/ewuGY2B0EmN8QoEYh3A5TD5bbRt600Q4DxHNI3iuKecT/q7o/eKAgthrltM1pPhuLUcJEp93GpoRSMSpsovZ3BRPNoeLdgHDKqFR7EDaHMNvOVwq2SzPRKhA5K9W8A5Gt04hjRVmBzsu6QgpyozrIV01PI8TSV7drZhnxfLnOpZzQwbYKQcq87R6z+nS5v1bofuU+bsJdi7V8Nrn+rj2ThcPD07w6OAEuuLCM1uy9neaFrRMwf3fLXD//TkWkwDzSQijqaC+paPW19FcNdBaNXF0a4mjm0skPp2bTaiaDdUiqSBHHkRSnDQyj4u/F8mZJkJfJx6dd8IqQ5cl5CQ6gSvSpTyjdPuajgnHIxJSlYZpqsTIYCElio04cubWyzNL104E1cmgOGzW6SJ6IU6e//Bc6vVLuP1SUKRzuk6XdIcSOsrziyt73mJSZZaSNAAjhl3PsXXRlEpDQ+r0aYSn93xMTiJuhtKCITK62XWxjGLMFktkBRHxjCqiaIl3YFVcrKRWsC9geiVsDpnbhtR0mmIyTSshJH98ukuYnRtU7l+L+yYpFk0NOuMN2ExWSa5hU7pyUovoJeL6y7xfwKAIwGEDkY76yjlPrCLXSo37HgXEui5rrTi65D2r8OsUxb14rSU1D2M8fDrB0WEI/1TBcgjBN7JWL3jYuNoQpDO/dwL+xk8hFSxiidWwDBWdlid3o/qKjnqf4m8fs5mPQAQUNAbwfSFq1ERKhKBSCZS4P9GdnIU5iiSH67KHowuOej5LEJHiwPcvV1CvN1Bv1MVN47hEEKaYTHgHi6qmb04H8Bo6rXUoplYJ24sUZcCcTN7vxoj8kfQnPJ6xihLTaYDFIobu2NBtW6IJiiyWfbbZawsljfsYUeEJMdVBjCSOkKQREon1oDhNge/Hgo1v9epYI+Z1k9E6IaxGIChS1Vo+jyQwEExLhJMQqZ9ia9XF5pqLcz0P57p0HgNPj3zsHy1x75AVyJ7N04/XUNFdo7tYQ8r1hWbcuAYlqgtZyXXoRkml31WQmmfwvmliuTQwmWhY+uwrVGS1/joHwBAs7mjMrMwMJWOouJYRjW8ANcdF060h9gucHvqYjOgAZn9Eg02kuG7Ifjw5ooi7wMa1BjZfalRC5ILOqQjhfIkiZw4yezeMKguQxUus1HWstU00bBu2WoeS23j42MfDRws06hvo9/agwBXRNr/fOF4gSnzE2gKx5qPbybDZA7Y6KlYVW2oS+1IhoxdIjHBJ6WFz2JJsZebUHh4leHbANaZAd1NFZ0MREa7bIt5Xw8FjDeNTFcFcFQdYg2QgZh0zUzhJYFo5bN71jBLLiEYDFRlx0WGJvc0GXru2gq0NOgFn4qYkVpS12aphp1vHiu6hE9ZQDy1MlmcYL0/xeJjgwVmGu6cFbp0WOAspAm1ge7OJ39uz8dZ5B64ZIc0W8GMfR4sCR4sckwMTk2cmiiCDXkRCqAtKE6lqiQt5fU0X0RFd2oxnuPE0xL3TUOKy7G4u2HfeI0hwWc45ICzhMr6C2cNeTYqDpanEK4WVW489UjlXsu9poNE1YNeZzVoJqCePEowfcZjMNYt3YhW1jiHEEj4jcVhiY3UVu1ub2OwqWK1N0PYiqFYLitnCRw8O8dGDIwRZDIPxDURtTnSpz7ywjrcvr6OmJ4iDIfw4wDDVMMxUjPIE4yzBYBRhcMb3k+QbSwRZgrxWSwTTCMEowkrfxEtvNWUAPB3OMR0u4JguHNOByV4zow3UBEurQGCVSH0FmU8EPXNmCxEZXnyjgYsv1bBtAds8u55oCA80IfrNfRWLJSN9ckR0iFGU2irEoBAUHA4mcJ1C3tc005FSeJipCDNVhmKDaSi1CBWhYJEG6dNRDQrZ67JfLhY+FotFFUlXanJObXa432iIli6igAQq/jvnCDz300xkwh834Y9b0MwldIsTbworWzLcKpQApRLAsmNYDskljI2ks48ZwAuYdvC8b2wgLRLEKX/GAAs/wCII4XqWZNjaLvtPPP/zLshzn4HFuCsY6NlYx2xM+lKIWocD5RSa4olzkxForIJRaKQklJxzMPeVaGySzwaoNyO02gnq9RKOq4mQcjxMMRnSzcxIFiJtS8QkAFHtSPqTyj2xjSJvVzEKcSgCYxHOliosndGPrsT6EQnNwS8dyoZNhzHd05wtEEdtIU41hAn78RqSaRfJrANTacPR2zIAJq43VyLkzJxVU2gqTRMLNN0IvXqM1Y6Oaxc28NLFTdSjKWrRFLf3Y/z4NgUgGmaqBx8eyoWDcuFC512YZkDbR+HOANeHUzbhlk0UGSPjNPhBisnMB/H4TW+BhrdAzSlQc3KstRxs92qy1q6vJthY47uZI4sKdOp1bK324GolloMDjI4H+MndNn56p4PHAxPPRsya1nFuz8DlKyo+f82XGh7peHTfxPU7Ln5+q457R4w0pOkEMF1XaqNZw16njpqu4vhsjKPBGAkMJIpJPTUWSSHk0YTEsZziMZIMGeXA+1f+HAVd0V0qrx//VxUhU32nEbJyhnnwAPPwIeruDhruDnS1Ic+yUppQZABsVdhmOrbln2ooyzsd+xYVWUlDlsdIeSBTaH5JhB7EHoaqkPpCkokpZwxN+hTcR2fIcg73uSdGQrhyLQridUQRo5ECOC5nBxSt8dxjIC8UBDxDEFFXcJ+sVwYerfLNcv3mWZnIfJsRjHKu1BDEc0zCYzi1Gb7+5Qa+/uU6Nu0UW1aKaDTFyeZM3YMAACAASURBVNMB9p8t8OO7wI/vlHjvSw2pC6sNrOoNpJMYd64/wK0bB/jtfg+/3e/CdOtoteuSiUtxJu9jOc+ZNDcyZjGKpcdiey5UCgSSGfxkLgNgrmsl+Fl7QoDje0eMvIgqOASmaez5APhT6hvfDYoQ0yREEi3/f6be+8mS677yPOkzn7f1Xvmuaoc2QHfD0wAgSJnRBCWNNLMTUsRO7K52ZvYf2h93Y3ZjV4qhVpTdoQwJUiBBwoNAw7Sp6u6yr8zzNn3mxvlmQ7FEXIpBQo0y+W7e+z3nfA5s1tMVDJkjVwuhrCQ9RhTvo1Yv4PKlm8g5bXzw7jk++NUZPK0GTyOCfQFd70FXp1kvrxKjnC+jRHSJStP4BDOPtYARhhMSvyowclVoJAroVagiVPM3rqJeTlEvAbaewFRjqeNYKtmok/ZjpGJi2D0NZXVdC2OatlIdtu7B0T2k0QJpyPNvZnKql3SsLxlolnQcnKo4OFGxdzbFHs2Bgx6msy7CaIQXv7GCF15dxe4ne/jkrXs4PxxCMTjzE2xxxkRn4kxn67A4A/h4cOiWDdXkEAZV+mhNg6XVQK1uoLVk4fltGy9s02Xho+fOce+xh0/uBvj15xyW8SJnSSE2NzpVYbcuD3sK0ASUhoL4PFsIsqRts6bhd75j41+/6SBtJ0A7wUfvBfj7/+pj/2GK1oqF+rIJFEOgEOJCUcfVgoHtNrC2mmBtlb1qFWhhBT99d4i//ekZiYi4fbOCrct5BCUgLAO//PEY7/x4LLhj/nL4L2K0eNF6WrUjvbIee/4UDjpCSUdz1sUzrXxvio1q1cLSsoW1CzauPp/D1Tt5HB+N8PCrHvYeznG4E2E8SlC9ZKJ62cD0LMTkLJSLvgxg+M4Q5AdF3iz5V6jEqDRDVJrs6nPkomNqMQyNwwge8DiEj6SDQnM4XClC1UoIPR6MF9CUEHk7EiFjeSmP5VYBk4mC8UTB4bGLR3szHBPzuAdZHOzyAM7eWn+WiYD5aoxCPUKpyW6oFB4PB1MV82E2PFoMFSieAYU9L4zVNwP5+Uh3kstBYnZxpHFeIAhPe6k4meFL2mSnBNMOxKmZGgxTk0FWmd97LUG1zgseuYsU/V24foi5m2A6pyPZxGJqImRqYxqgZCRYqwObLQPXL9ZxbbuGruni3Frgyb6HB5+7OD+OpAdJiZmUNnBxy0CjlhMElG0Rx6GIC7FWclArOsirDnKKA01fQmKswtcaOO5+gqPzTzDojTHuLpC6KWhxgKfirBPI2j0Adg9TDCmyc8BAAJ0IARnWl8lgDnCIfOD3m6cLO88hVdbtyYsgXcMZ1ojoSBU5J0NnWhaRfoq4CxPdQKAqGCcuJskCw5NIVs0BLrQ11KsaNA5ZczZcP8aCIgUPyYusy4o93BR7Jr6CicdDOfvodEk+8eJJkwAHSKELVJeB5gZQZXpGd1Ci42oRIb+IsX0zxMUbER6eJXj3yxT3DlU0GzYaDRs7X7FzmCJ4DKvAYXnWkc3PkMQgEjriYqS8DPInRNxdTsPVa1VcuVbBSiOPdjWHXmeOj949lmfuv//j38R/+KPfxBe7b+PL3bfx4a97+PRujLOuite/k8Nrb+RxoVbBVq2K7ukAX97bR6ikuPHqZaxeXsWP/v4hfvSjHbx4wcC/ulPApY0iCo06tHIRd0/7+Oy0jw9/NsP7/zjD6UlI4oQ8wClTJh5w9cUSnnmxBD0HuEGEOdFhwwTTEQctPpTYR7OpY2PTxvp2CeuX6misVvB4n/28Hj57Z4Rf/2yA7rGfpWYk4UG3KtEgmcDPAc7yho3lDQfL60Usrxewu9vF7u45el1PhsPEjN6+ouDWFRXHh0DnUMEZRaoeL4pMqKTQrOxnTlfrlWsNPHurJcmCUd/DoMsu9SF2743wh7+7hv/4JxextZXHYBRgZ3eKv/jBIX74g0MZDjEBlyXaVekpihP2TbMzg643IiwTGEaAWkvHxVtVrFwsYvfhAI8eDlE1DayUclipW7i84WC1beKw6+Po3BMMam/qYszOdxfwQkVEM4bgeBDTUjrOTTi6I+jsesNFve6ilMujmMtjPArR6czEGV2uFVEs5RGETN1n6Vx2U/JrW6rHWG4ruHGnhRu3W3j/3Sn+8Ud9hImFmy+tolTP4ec/OcDPf7KPcoG4MeDlb9fwrd9s4uKNHD7+9ASffHqC3XvAo/vZ/s+0BVM9hWKWBuudhOiehmjQCXlBw9oFHZefJQkiG8ZxzafEn6fwffZA5TGbaTh4PMbhkwnabfak6vDnpiRch10Vi9kMi9lcRCOjoCONDYQenaHcQ2jEihFPfSQzH5efsXHzTh6Xr5dx884yVtar+OEPdvEXP3iEYZ9dsBnu0CoT56hheamM5VYJ3ZMxeqcTEcSK+SIcy5J3CNekH2Hcj/DCy3V8/w/X8czNHFwOPQZT/OPfjfBPf0eyAV13Oqo1HZev67h608I3vlnHq9+q4+/+tov//X87kh5hvte3Vgt448VtvPHSNvrBDnrBQ3SGEU6GFg6Odeze8/HonodLzyi4dA145VubeOO7N2VI+l/+17v44f+1A4UpSd3GylaM9ashrt9w8L3X1/DSrQZ2vhxg58s+Pv7QxQfv+1hes/Hv/riON75bkQFc3jbxlz84wl/94AiP9gK58FaaefyP/8s2/of/vIXU9yXpm4TsADRwfLjAL36xh3ff62D/wMHefg5GxUO+NcfKqok7V5dxfXsJaRAiDUOcDwfo9HuYMWGi5aVLJg5nsgqOhkJOR7HAigYDpZKJWkFDPa/CSw34iYHJNJFe6WHXRa8zgTsN8Prr1/D668/gxz/p4M/+dAcPH07EKMHh3Hf/IMH3/jBBwShA9Ut48jjCO+/38Phojs1rFjauWTIsG3TY5VVAw6qgZtjQ056sKzdXcfXGqnSVP3wywN2vxnjvAxeffe5LBzVR5kQ00yDG1BzxWhR7pf6CO5V0tTOxYGBtO4fmMrvuXGiWi7NdBWePeHq0UCraIm5Ox1NMJzM4BTtLFWt0Sybw40gSIb6U8mamQw6umS6iGJJGfE+wo5UmtRSloilJ6XpDR7OtoN6kwMGEmwPXy1DjJGoMxz56Axfdvi8r7QFpn+ctAxovENLK5CPWAzh1ijEK1q6WcOF6FcUak04eUjWAmVoweLmLPSjRQlIjO49SHB6z9oGDiRCWbsPW+LNVoTOB5sUYnfsYnwdY2SphZauMfM2AWVSeCsBzdM+JwQ3hD0JY7Ja0mbQD9LwqCb9Jz5R1cTnA9S0fzz2bw51X2shX8vjzvznHn//1ufx5TJdVS0CtCCzVLbTX22ivt/Dezzp4/2cdvLpWxn96cxPrDQtvPejg5ztn2D1W8aijwFoNULzsC+UjHgDJiEhlE1qe2MpsmE9ho99zxbBUKeVQKTsYnXsYnxM7xd5dmgOY5KDJ0hSzkSSHCebRE8FuzuYUkENcami4VNfRLjfQKi/hbBTi08fn+PTJWdZDaaYoNZg80GXo3B9EGHdjBIcJggOKQRYU3UTKuwoPlkzHGDx7hijmDDHv0RhI0wZpKdKWK25gVhhkQ+1iNUuG0CFM3dDMx7ByMZqtGtrLDWiagRnFu3koQi2ZYCf7E3T2p/CnEVLBwD4VUQocUNqwipakKUcdTzCkDnt+SiaKTQ3FhobJ0MPwxBWBXY1MEYH53MWG/xTlSlNDRo/gGW86jjAdhZnwyGSeRmpNTgYSgcu6gEhMHuU6z9M0fHJwQz+L/NDRGwXoDQMGCbK+T4dmUJ41KASpiBcaQiblZ8SfJyImZf3EPKyqKLZ1FJczvDNfyqxOYc/ptB/wQMG4ndSk0JgqhB2JEnNkSKQaUXc6Et+QPzONM9qL1lBkrVxoYGO7hWAS4cmnZzjfHUGLdGihhutXmrh+uYki0aCWB09xcTwf4mgxkp87BWqm/L2xAm/CzmMVwfwphl6I+Jn4J2Y6DnioRJEAkGTDHeLG+JdoBk91X6E7ZaVg0FSaMDiIYR0Ozac8m8rVVKoTJJVe0lFqFIRmdH48x9nRXAy3cp5vWMi3cnCaDtwFKwOIDrNQreahGqoYXWj2pBGAlCOzrsFs0JQZYyEGAfZaZWaFIKS5gs8xK4qEaY1COaO3GNwn2MlHdBuHOU/vVxQ81ViHykGvoGyJudPEuGFqqqDKWU2wGGeiAw09kh4tktKUR62Rx2JuYTGz4FNAHLhY9F2570yJZOVn7ilGm/fVC89UcPubLVx/qYHHBx08PjhBo17FxtqyGHFngxD9owXufXiG+x+eZwaDGCivWFi6mkOpzc6/BIYT4/hzD8dfeIh9B6ZdforMZ9d1iGgSIJoG2eeBtNSE3a4RooDpCSYH+ORlSaCv71I0gMgvj7/op4hjp8Be1rygQd1wLitSLBGBU98EXF0EYDX1Qfg4WD9ghzKI02kuVi1YqglL16HkPSg5SvrUbRV4/B1OfOmcbzbyWKrnsXh6V51NFphPh1B0D6tXDFmVShWVSg0nhwvcu3uG070p4inTsAqqSyVUWyURHYbTiTwHNDPIijm41KTPl2QGPheaA3kXcN8st3SpJ+HifEG+f9Y1LIBowTsWMbFpJgQXVcGZp0/j5hyiM3UVhex150qlcztckK5AsZhmA+7pxPJl5gk+c5yh8DkjbtwySTXg2EgcvgiJXY5D3LzZkDUYu/jqQQ/Hh3MEIxXhlGdIJnFSLF+qYv1aHVYJmHo9zGYjEZ2GR5bsx6R+1Oo2Ll+uY22jLO9KGjKODs9xdNTFbBggcjNcdxJnCR4/ocE8QqFCKltOTEI0+9FA/3VF1XxOATgSAZiJGXa4NRp11Bt1SdPwjsY+yl5viOl4gTTlQ2ijUmyhUlqC5thIjAyJn9cN5HUTveNH6B7tQk99FHKGDCon04z8pdsFGEyRziaYjobIlyxcub2Fzaur8ChATn0c7Z1i79Ex5vOZpCCFAPA0gEDRPY4UtFabWN9awfJmTUyVZnEB3Z5Cd2aYz3wMuzHGRLmfx3CHMfRSCqOc4vkLS/jWxWXULBOTPuvR5vjoYIqP9ieYMaSxIClIRbmlIV/Xsu5vGwhGFoKxhYKpoVIEinYiQ9bId2HaOZi2Az8wMJ2rmM1Sqeng+WhpBbJ4zpvOfbjsmiTelDj1p/OgarGAWrEsAvDR3hj9c1dSTIpmQMueMCwGNLr7gvvffqEpi6SRiH4NuhSCCVRiJblJwMBgPJZVKwPtuoZKPo+S0YSRVnD3qz7u3hugVlrBWmsLjllA4HN/9jCdTzBdjAHbBSwXrXqE1WaKtbKCcqzJOhvPcTaZwTU1xCUbZslBtZSTpPJwtMBwvMDhYYz9gyx5lq+RQMTUJEMVKoY9DWdHGobnKSbDCL4XI19grzpnMMS3h2L4cYpM9bLnT8fc0wU17xMBvVHA88/VxASrGTNo7HllR3oSYa2Sx1azgCXNRnVqID/RcDQZ4mgyws44wMNJhEfdBI+PSd8xcefKEm5fXsJW3cVWjYZVkghSzOMI9wYT3O9PsXM3xe5dIAcdazWeR1Qc93xJkN6+U8Ht21WUYSHnmTg7CfCzX/fw/oMBik2gsMQjQ9Y9yzuF59FAyoouBbm8ikqphnKphvHYx+npGN1zJq9iIfzkGIKpMMGrSGLYLDCkkNXNzB7Fsij2Eu3KWUVxxUKuYWDUCzHuh3jh2lW88cItXFvS0Uo6yMUDHEemrLsHHXx20BETKO/zJGccP4xwvBPi9ec38MYLG9ioqKhoC0Shi/1xiKNpiKGqyOqfL9DjDIL06EIeCmkcaoRADeGPXAT9hdDLbr1UxcqmhePjETrHQ7QbNSw3aihpEexoDiVxcaLHOGUyf5TAH6Xw51n3ernm4OarDTxzq4r6IkSDVIgnCUa7gBWa2Fwpo1628c7nx/jl3WOYDRPVzbycO508Kx25V3uIYxfzhYI553qJhVhxZOZyOpjgdDBFEGsIY13SpnOPJiuaY/KCJBYBeDbN5qSkXdpaZlRxKJwWgbQEpxAiX2JqnyZcAy7PEIsCfPbVYopEmWZY+qQBJDkkYFLUg50nXnkuZy8idLPuVU+qxmzbhkUajx4g1VwRpybzMSazMXTeZXULxVKMUjmEnedZIJG6FHe6BG+6hPMOMeGJdACX6gupKtTUPHQlL4jdNDEzk5NLLDApZtn5O8EZUpxlIrTji1Eo7xDvbqHXXaDXnQsemLUAlKCYAqQQzPMmDStxWEUc1LIzwXwhhg7RFVSGjErI54oivATE6agu7MIcdnEBW4xcrLAwxOzsByY8z8BiYcMfV+GNqrD1GhyrJnfyCDOZj5PCAGoEJKtoHsp5H7Wij0ZZwfZaGVtrZaybC2wYczw+9PHOFz5+fWTgSdDAkV+HujChLXiucWGbc2j2BKk5gWLPUNSaKGgNxAEFtRTT+QL96QhTN0N4K/oUaejJunGxhtefX8PN7QI2a1NsVqeYTS3MpyYKOSYti7A1BouO0D/v4q17Vbz1VQV7Zyo6vQTlholnbjh47paJ2xsD3F4f4PzIweOHRXzxsIyPH5awc8yL4hSpPkWuWpJ1ub2E22tt1G0Le0cnstyYtUYq5mGKGZPUcVaDRnsTk7Mke0rim3MHJBIEFO+zCPV8Bkm/4pyAhn7W/AwzBLT7BHlnFQV7TQRg8too/lIEpgCcUABmlzDTxMQ+0xgrGkcm/ioKu82zuqEkXUDV+KyTPMWADu+vFkKf5jDjqbGdJwemuz0RgaNkCF0xYLG3GjpcbyZ/Fu8YlWoBumYiSdhjn2C2WIgIrKZlWSQtMhDEI6FoWaQzKRpshUGWp3uqN0Z33IFuTfAb3y7he6+VcbkGWTpF2XEfnc4Yf//eDH//7gzfeL2Ob7zewOXlEtYKBahzH3sPHuPRgw7ee9DAu/cbSE0TdolGzadCOfuaCoCSTxEsFvDYqatqyBdLMCwDU3+MqT/KTC28wKtlGHoTilKSOWgS0/DJrl2evmlPZrI+I7rxkES6MemZnjvGYjaQUGfRslHO22jRCFRX4Hn7mEx3sNQq4M6dW2g0VvHR+6f46P0zDKMcBlFOwgzFwhSWucgwOMEC1UIDtQLx7gmCaIbRdIzD0z5O+zMUGxso1jegGHVArcE0K7DtvNBNNL8ri3ShJORnVMVa08FKzULdSdHIpbi75+PuEx+HEwfnXgVuYiFveCgYHlQi3tOFGAptQ0O9bGJ7pYDluoO9ToQnxyF6swR9EmVnU0xnfQThEFeul3HlRhnH90+x88EBRudTOVNl3vKn5S9Z3y1fFimsfCKOKwqP1ar9tKSdPTx4KhARMUilL8SrWxZeuWBCq6QICgkeHAR4/0MfH3zow1B1WcLIT2I4FodUKsoVDfaSKets18P5ricHGj7my00D//53a7IeeRM88qb49JMQH/40wekee/M0FPM8jPJiFuOViwbeuGrj6oYi+JR8KcHde4as3UcuHj2Zo93O4ze+u4ZnbpawNxtgf9bH+VEqiz0l7LQLwlQSPONZllCZzugeUxC62fdN0ZU/o+ySyQuajeYKMUXsFVNlUSTn9zDsu/KSYJ8MrbCpyo06K6v2n77cOZCPQrobFZTLKUplCmw6KiUd5WqCYjVCoayiUChI3D+nx7K8wMfCczELA8yTGHO6xBW+zC0UrRQVOxbsasEypGSa4h+HB6dd4KyroMcL+ZAuRzqWIehOdk1R/OR/nhAZZmvYumZj9RKnR75E3bvHCU6eJJgNU0lB8GKZ+jpSX4NZVWA1szRASmSdRyRxKH0ylqbA4q6aZCg7DmL+pfOBLhzGFmhxUWhASMXJxU5hpqpLVR2VeopKk+7BOEsqB3wGHYS+g8XYx2y4gIkI9SKwXNdweauAK1sFKLlE1mycYHiSwJ1w6+WLP4dazUG9SqcmXwK64HVS3iCSgPMy6QTgBSiYxxjPHAwWFfQWBbh6Bwu9I0jh0YRDlATBUIM/UuBNmQABusMY3VGMRRQJUiZS6N5nCpCOCw6TOKxj2iNDljDRTNQ0nbJcgtDSs645osS4bJsJD6DCg2iVKWimy3S4kYKzkYezsY9oHiFexLi65eDV5wtYX7Phxpqs04GP076PxTSUv48WKEcjcoGapi1rROflJBBsJw+eROpIgpyu+UICoxhJugkzQ1L7t7ZyuLWVx8qqi5VVD1/s+fj5pwE+fhhDsXUoloHhSYxhJ5GBKDdmcR1l+7TgUJJAQxrx4EX8Dd2xtvTWbq7ksLmShztLMOpzCEvMwQKrjQK+/fKb+PYr38UXO2+LCHzcmWHQtxGEFrauath6RofbS+D2ORGbQjMHKNY0tC9eQK7Wwl//5R7++i+f4LWbJv79d4u4vJmDZhcRGzk8Wfh44vr41Y8nePuviT0OUF0HzBLQP4rQP4px/aUSbrxcgmrHmLqeCHu9Y172LTQbHhoNHxe2crh8tSLDBkHMJQk+v+vh87vs1XZxduSKsFGu5lAsOgg56AtiLBYB5uwzNWiEoKhmorFUQKOVR+98hG53JILcbMKDpI4X7hTwwvMFHB9P0elMoGpMMJURpxrOzmfo9+dQ+ESnBnK2jVzOlmRZ4HmIAvbuxrDtCK9/exW//Vubory+9945Pvmoj/sPRrh/fyyXNPY6Sd6VaRrZ/7JO6qxrk1dzCtmRpF+3bhCRbePocC6rbOlolixxKzUbGkplFae9BCfdGNN5gPnCFxdbIZ+XpF13NEd3tEClxD5Z9kfq0jXpGDrqtRiNeoz20hKWWy2cn81w/34Hx8cUgS0ZPLAGgMIoE1V8wzEZ1WwAzSUFa+sVGRrtPHTx6a+nCBIFy9sFce1+/tEMn388Q3sJaC0BV5mmvVVEZdnA+x/28f5HfGck8s6QMIfBhICOZsuU39XJATudfEH8NtoKNi+ZeP5beVx5lkaIBXbuzWGT9FDNkx2A8dREt5vi8b0+ntzr4+ozJTzzTAmziYbj/RSdQ5oLeHibQ3N0QcbJ5DUrJ4Eq/d0BEpfpmAgXnzFw7ZaRoZqvNFFfKuEf/t+OLJp3VM2QIQLFDjuXopCzUXRsMVf0OgvkHBO1uiNppWHPk2UKylXFredreOO7y2i1Dew/6eLJbh9ffAR8+XEqySA64RotBTdfNHDjjonN9QI21wr42U/H+Ou/6iKNcvj2Kxdw+0YLSwUFS8SPJ4cYJgc4Hvg46inYOwKe3A+xdz/C8y8W8MKLRVy9toRLl1cwGsX48//6AP/w90/k6+S+/eLLBr71mo7VNQMmBaHYwL3PA9y7G6JYsrC05GDroo4bNxI0Gil2HsbY3Ynx5PEYjx+PkXOI2Gtjc7OBq1cVWXuPJ7LGswRuqEon/WlniGFvjnZ1Fa3aqnT1JMpIUE8hnZx843Mozv5RzRX0Hj9jusJOWA0Rh2OhJ1gny3LgFFU4BT6XCdJFDCxinHQ1nPYoDrC9JMMes3OMz//qahlrK2U8eTzHl1/wMKvIgL1Bd/9KD43lHvoDA52Og24/RX/qCgK2uepgac3B4HSOwdkCi66KYGghnWuolFxUii6efWEZzz3fFjPYu7/qyue9PyZCiQkKVlowIasiiIi1zpDBnKlLRQgT0BUdlSqTqTpKZV3eaaPRDKPhHCQSkSRi6Rllw9BUzKeu4ILtvAU7b0v6OlJ4ueJfWd1BhpDke4HpNBruUhlMBET/csjjccClQUuZOtfgWCps6V3MEqs6Mc1MJWYcVCSsTqBISzFnqiKdaYKXo5mMSTz2D3CwWW7qKDcNFIo2CnlHzir82U0GLqpEmxUNFPOp9P0ughRHgxRnoxjjiYfJxEcwNxDODEnUcD/ke+3rLs/ljRy42LlIbKsbx+gOPAyIypomSCckTHB4kKFKjQJNNxpCjwkxE2U9RM30cWnDwp3bVaxtFnA+S2Q9PBpj52iMcJLC9HUUTRMrV3JYvZrDzr0Zdu5PcbtSwh9cXcZG1cbDyQT3hxN8tOvjw10Pas1Hfi0QQxHF32QCaGUdeplueHbmqZIEYzqKonyxUBBkEhG13ozpHhImMqFQ9hebyewsAUyjp6RDKcIS+ZYoqFsB6paPtXwJ64WKoNP3Jh6eTFyECRNUETST5kY+E0y8MI2YYHAwwvBghMTTkXiZUzmlMVXLsKVc+aKOQokXG54Vs35pCgCslvBFzAhhFRTYFT4fqlAnOMSpLKmoNvm5o+PaEjwkxW4iVpnI5rOb+qzOII2E50+mISlqz2Q4X2rmhbTClG//eC4/F57RTHYOM0VbU+Gx7mMUCSI64Z3CV6E6ARQnkGct9PlO0eTr59mP+MDZJBTzFs/nHDRJfxS7vH0O3XnXYeVAhsjjPs2vlb8v/j2TRYLJPJGqFXaE0eQpKWCL6TcKOjy/03iqSgqYYk8SJrKXEo+eq+vI1TOcvU/hZRHBpUAy4QOelT3zM6aQKczhk5TuEhGeaW0837FTSjYM6a2NpGdayQHNVZrayiKij85nWAw8obtQAN5ulXFxiQlxinYBvNTHkTfFsTdDqMWIaFTwVMRTJlQVzLohFn1GeDOqjDjLqTCqT8VfTtxImIkTSeazK146TOlBFMpV5soXAZhbhkLxlQKwIuIvFa7MyU8MHLt/idClqO8gV7Iw6gWCpOYJSSe6sGaguOyg0LalYiVKfNgOEdD8PKmSjKGoNu0xER6itGajuOZIhcvocA5vHEoal+YbicKQDuTxrBRKypqJGxoYmJyiaMv0ehBlzzqHOfyS+fNJXP50ebfiUFvNfkX8Bs0AqRlgeq7IoqBdbLFHVEMxV0AxX4Af2PACG/NzF9OjMWa8y8q9gLhK/r55J3NQW85h7VIR65eLWN3OoTcYoNsfoF4por1UFwPwk/sTHDyc4vTxDKePZuLv4ffU2HSwdr2I0hJTOETIuzi9H+H0fow0cWBxEEQTiUlKRwC/H8Dr+xkNgkda3iWYPo2ziiouUjF4lmayge8S3q1NdDLczwAAIABJREFUk+Kd+fQdw3orFaZNszWvQf7T35GFiAO8iB3stnSXMyqbJq6Iv4rFGhwK6I6809nsIC9DkxUPIYy8Ar3I/mwm25jKTaU7veAwXZSTagBvFmA+nSFOfRSbKYpLKVY2GljeqIsh4Px8jC7vMuw674SSMKeJhIlSP/Ilkct/rhIryFmWdFTz7OW5fMZSpHxv5hSUWkC5Dcwn/Fp4V2cPdtYBzFkzDb0U3E0nhs65eo6GYhoJ+LwxjaeKIBPz/sp9juaQKVOHmSmJRIGAewLvq/zMZOP6pyM49V8EYBF7eK9WI0QchKYxbtys4+bNuiTm7n7Wx/HeHDE70wMFhaIhXea11QLqGwUxts/mA8xmE4w77JVzxEhEvOZSy8b163WsruUx813MA5qyZjg/n0v9Azs0E18TIZcI2SBl6j5Gvmyg1shJhzsR+lEQCD2E9/Ao4nuOfXmA73MwT1qClS0OE2mEkf2Cfeys86jCsaoiAlO0oEE24sdV11At5lEt5uDPBwgWA0Qc+MUeFgvWPowxGLKr0ZZKHUs34LD+puxgdbOC2lIBJ/t9nBwMMB0tJOUbUfzXOH8i2pBUgAimbgveut6sot6qod4uwim6sEsedHsC3ZlgMfcxHtCgnMIbU5DREOgBAi3AxZqD680ClvMmKrouA+CHvQAPegH2jufYO6KwoKLWzqHStJEr0jwFeEMT/siEjgQO8ZUaDbcuwvCpAOzkhX7D9zpnTN1TD5ORj9amgqULxIzTiJVhHSfzWISmUoXJVwXNSglLlSr8WYyDx0N0TxfSQ8r5iVRzMIIcsuOd8xMdtY0q6psVTIchZsMQeT1EvRCixLMrTZGwcHByjsNOF426go1VE8WcAy2uIPaL2D1wsXvoQY9p+C8ib+ZE5GFyqDvqoTfqwSmGyBUDLNdSrFQVLBeBPOtEYuB84uF86sHlWa1iwyg7qOfzMmgejCbojyY4Oo5xeJhi7pLaEMssZWXbwsq2KZjPyVDFqJdgeE6DcCgoXMPI5iUUiDgL4Dubn1EvNmT5T8lQW+sF3LlVx/oakcgzEYF5g1DTSBJxm6y3Ug2UZoA9ifG4N8Hj7gSPKP4y0esbCMMcdNXBMvueqzqaeR9LeR8l4owNzm4V7I48Wfc/D3H/8wi2YWKlndWUsYaBNIlXb9Xx6nM1rBk2WomBszMPf/fxCd766hwoE2lAw1JWqUZKIA0SDt+zYlDnO5kXKAvDEc2acwyGi6yrO45F/M1VNUHX07zCuidS0ixTRdhRER4r0g87nPhIdAX5tgW7bmAxCTCf+Hjt+mX8zgs3sVXQoQ2PEbsjDNjTbDs4nI5wNB1hMp/Dd30x8IxPSTlM8eYLG3jzhU3UjQDKuIvJZIon8wgHixgTos41XfrI3X4An/uMbiDUTKSkFJp8cc+BxQxlPjtXHVTarBry4c58bFUb2K42UFIimOEMauJjkbOxyDsYnnsYdT2czXx0PB9GUcVzVwt45kIezjCCM4hhBCXoQQVOaqKuRsjFIR4e9/HgqI+ookJrm3DqJorl7N4/daeYujNJkrq+joVHLC4wp1F15mM057vVhKJZWHhZLQpn4hTJiMH/enYps1s5k5LyoMn/pqlMs+Zg5/lZIc0NGPdNzMYmosCSxZoT4sy5X6Zxhs1N2UuQ0OTAvWOR7bOqJSavrGbsa1HMFgSvYgQI4inm/gSLYCJ9qCaNbaxg1FVYPOM62Zk5dOuI3DrmEwvzsSX3ciPfh2YyIMWEpJVVIJJoF2dUQv5fGU6SGKKOZZmWB9P2hUrFGRrPE/2uK4vVgzSZUFD8ek6WEfI4E6tAUypSQ+S5C4QhTSuRmCFzdllWsPAxG41FBMzXeXZkKIgkGQYsNMQRRTxbZt2BV0Tqt2UpyHpQed5O1YX0vYsnk/fylGJfAC0dsYEZecfD9kYJ25sl3Fiu4Ga7iv7JDF/cPcPdxx5+PSrh3rgIPbahRxYsy4PjLKDZY8AYi9BKc7niFxFzvyD1k7QqqUTiD2qCVOW7po/5oofNDRu3nm3g0rqDrUKIrWKA02Pg7BiolBxsXsijYCcYdXs4O53g7d2GrNOhisE0RaUBXLzCuogEV5pTXG5O0e2UcfCogd39Eu4f5nDU16Hoc6j64mnPbwFbrTqe22yhWbBxPhihOxhhOPMEB50Jv1ltRsKHi7Qwob4+7RfgL1xoY7wD8D37tOaVArCSCcAJS4uSCdzgCG54BNtowjaXoKtFaEruKZI4SwALtYe2zPSpUV7Oolz8Z2QH4JjJ/IjpPw+qzjCQLzobFwVgfmaYcpX/TuHdj5Mm3mtP4IenIvLmzDo0xYLvk3Y3k7lXqcxgInvWWdEFIdjRSKOBYjGx4fw6KFDzPUxSlibmdhr1NaHwxpj7I3RHHUAd4sVnDbz4nIGXLxXw0qUCitoc8byH7tkYP35nhJ+8M8LlO01cud3Epc0iLrVyKKgheken6OwN8MuP83jn4xxC04FesaHoVpYkj4l5jZA6EfyFC3/miunWyRdgkDCWzOEnC7hCp32KgE5rANPqrN9g4prUKWpyYuDNPre8+9NhShM3qcVxPEMcTUQA5nunYOmollLUSgncxQkmk0OZsz9z/QLqjSqePBrhyeMRDs4VWbzvVeupEBS02JdVsAooWgUxC1CEnnsuzodjIXw6pTXYpVWhSwYx91N2erNSyEGrkGKJ5FBvKsY/x4iwVNHRYO2g5aNqBXhwnODhcYr9oY3jWQGL2EajpKFJclmeZFeebRjGVZHTM70vp4V4fDzHk84M/TkwcjVMXReeN0UUT7F2IYe1Cw5Od0+w9+kBJr2pBHsJdJGHhRs/UTRU03PlBJVWilpLwwW6OC7mYRCBp2VYSnYDsZh+98EA3aMRvr2p41ubOirbJpxtAzudGO+84+KX73iw2etBPApLuGNFemcvrOhYWzFRbudRbhfw5SdDfPXJSAYeNIyuLdv4n/94BX/yx6v4p3sn+Kf7p/jyyxCPv9Aw6igw4xgmU7qCrE7w/Vct/NGbOdy4rMIqJsIU/z//NsD/8bdM2aZwUuDl51v4oz++iuderOLdBzv41YMdVIpFWUlqw/UMTBcJOr0MHXBwEmH/NII7TKkhSfqPmF9epHg4pPNmiz2GL+RQIfdejcWtvfuJj51PfOkC4+Wo0jawdj0viYaTnQVOd5gaJYONSTpDcH7s3li7HGL9UoTNFQuby+xkTpEvZkg7QyvB1AooGzFKRozheIqz/hidsYfTWYZmocmXI4jNpoYrKxraRQdlkxu2ji93RvhyZ4gnx8DeEd1fHIpl3TwOkc05RbBNpqZjOuaBPZIUx8tv1nHjpTLGkynGkwke3fWx8xH7jHhApa6dXS4jX4FZs2E3HWhW5raP/Rju2MViTDeRBsckXph/P7uF/n+ubIUsd1NevsRB8tDLSw7FpEKZbvcEFy5puHRNR7HKP5pDQT61tI4UMB4sMOhNkIQhcvygFhVsXzCwvWmgVTLRLpviVtRDHXrCjr0GTL2eJabVYmYO5wA6WiByRwgXI/gzD97MRf98ivOzMZ4cxXjU0fHkXEduI4GznmCWhhgFAfrnCbpPgOmZCivlFmoiiIIM+8wjk4Qn2AvpIGGJLMtb4EJXietTZSDEyyTfOMRtc32NRv4XWAQT0xw6WUB7WcPKKgveiZDQMVso2D8MsHcYwDES5IwE3361gj/4fgtXrxbQHSU4H8d4yI6fgznGAw/+LJDC95W6JgjS2C4jsco4GUxxeDbEaOTDG2UX/mpDkb7YAKH04xJHMzkGSqqNf/v9Nv7w+y3Uc3PUcjN8fG+Ktz5c4Befu+iHwCBQoLsqNFdDMCE6nJ+RVAaAsCmws+eEQ2E+DzHKTROXbpexfbMkiOl2wcAXnzOR1sdSNcLv/7aNN7/RwmrjNaw1XsPnuz/HFzs/l97Gol1FPl+AXomhVyL8+t0+PvnVAM2mi9svBdi46MAsrcBP6vjzPzvGD/70CP/qmxb+5A+LuHohE4/dyELfMNAzDLz9oxH+8Qd9zF0fF+8oKDVTPPzMx8NPAzz7SgnPvVoCjACj2QzdbojjhyUcPSji2k0fz9z0cOPZMm4+t4xSxcDx6Tn2Dnp4/xce3vuFJ4k31eEgz8H6ehOtVgWT0QLj4QL9HlNhCxnGUpznZ6dSyaNcziH054Kymo0VzIa6IGRe+vYSXn5tCSenx+icHmN5vYRnX9iAaVr49ONTfPV5X3o70jAnGNizI3bPUHAlljDAC99wZN28uYxr19bx+KGL//u/7OJnbx1nSFSLiVVgRpQXD0XSfynkpWzYGjApyTRC5uzlZ3TjGQOtCxp63Qi9XoiCraFa4jNL/B6HqAm6fRXn/azDLA0i1Mt5XNpYQqng4OHjczx43MX6BrCxQRS8Kl2MJjTUiSauarh0cRuXLm3j8LCP99+/j8/vnmHvMdDpKCgVFekjzuezQRb/c0NICmomeuYs9PshTk99+GkEo5zI4ObokSXrwgXgwgUF7Q0dtRWd1R54590p3nl3Am+cSMcq8Yx0CLKzeHPbyoTRRy4Odl0RV9nvu33Fwhv/uoznXs7jl2+N8au3RljdqOD6rSXoVg4nZxoO90M8/PQUDz49xSuvtvHqq22MBsDOPQ+PdheYBQsZbrFnUbE16Z+UpgseMCMPCRfx7QGwdUXB1ecUrG7aWF6rolAq4J2fDfHOP48EtZAvEmtLgcaHpvP/iV12CnrHFC0ClEo62iuWJJqP9wMcHwTyZ3HdeK6K559vwNCBD395gE/pkDspYdgpIkpccfY212K89IaJ515hz6ABIzXw0QcL/PztKTaW1/En/+E1fOeb2+gf76N/tIeJ1sVYPcfhYIGD0xCPD0IcPkhw8DDFm28s4zvfWcZyuyiO2+PTBX700z384v0j1MqarN/7nQL+6N+VpDLivQ8meP/DGT7/zJb1u7/fwv/0n1Zw/RpRjuc46/Txwx/O8Bc/5GWc3WYJXn7hKr796nN49uoGhid7GJzu4+1fdPH2O10ccaifKNIFw4TDUlXH7735LH7/zWeRuFOMuufY6wzwy3tdfPxkAK2iQ60aaLdSrLRTVEltSHSYsSKJAqIDFaMMxajAKsawikR+LdDb89Df8/DVA8iKWFNRM7G2ZeLOSyaeuakjWHAwMRenJy/H9TL7ei9gY3kJnYOHsj75MsEHnxtwYxWtdQWNtoZiKYdCMYdBdyzvyL37AfbuJ+h3EqyuqlhdU/DyN5bw0jdbePjFDP/t/znF7sMJasspyktEK2XJmpj2qtSE6ysYjjJsKP83ik5rGzlsbuVRLvK9z+7hALv3x3h0fwKrAnA+yuQv01LEQ5I4QYMRUWl2jklO+g+z2pFssAA4JGCYTHtQ6A0lbTRPFFnsDONajCAkEn+aJRkjVxExIA5i1BoGqg0d9SUTlbqBco29iZEMJ9LIQBoaGEx8nAxnmIXs7SRSzkBzyUFjyUY8Y/elgsFRgN1PJzh+OMP6Ks+sGlrLJlrLFpSciiFSDIIY52cLnJ+5GHRUWTTH0UlLjy1pGnylL68aWF5jB7AqBqhFmKA/DcRgYHIgz07VCPB4gSHeuqDByGfDFTqCo0GIoOtjuazjzvU8bj1XxLWXa7j+ShV/9ZMDWcdfxYg6NnTXwNrtGGt3IgyHCgYjBVeNEl4r1rBZzMErxBjoIf7p7lBWkvOlvkNlcnLCfnpAJ8q7Rie7sLBkiMF0ShKryOfoXmdXlCrimWGYgluks5giH/tJ2QNME+HX2GU6mzU9L0NvLRjJ2rRNXHLyMGwbI9PA0DAwWTB540n/NC+0NDJBL4rp72j/AIcH+wi7QNhTRATm5kzML/uTDCtGvqojX2NiKEZIB7bgXw1JkHPoxuGbxs7wMr8tJso5+NGwssX6FgNfdwjOpxSLs05Zvre4WrU1tGtrIgCRkMJE3/7jMxw8OUdzs4TmRgnuLMD54QTzMd+x7GzVYJdVWGWKRkzRKghpIp5B0rdWKZQVSpcmPwM68nkizjUZLM4ngSQVaRAUyUuQtpmRksYIBiOY1rNtE7ZtyTmePfIcZDDZQROLGwXSUUxsLk0dFIFp7qMpT4tNMVfxmeVQmThdmk3zOQdWSRPDguv6mAymcKfsHea5jcKsYHsykwVrg3RWmWSJIRKtuWjuSwJR/7P6HC36mtSJ6pKJ+rIlAqYED1k74qvQAhWrloMVOwdL9NwYXhzhKHBl+flQVsqu1rmDoE807ByTjivPAW8GIgzyC+DtnC8sJoBpdQ9j6HHWNcV/kerElZVuZAjRrwVgGtIoAEtUlXhw+SsS8ZJ7FvfFQt1CrkxRJYU7o+DNrytArqKivGKjssZDOw0mHOLTlJYlcUlMYQrz7HAhq3mphOalMubDAKf3x5gP2BmuwCkwsW3Kmru897F2g2QoDeWGjnKNRmEDUUTEG5GlFD9Jccow7kxJMyFjUUmncXsaSKJZzsjlGKMjYHQI2DQeXwCKdaYAinBQQAgHYepgdDxDd6eL2dlcCAysb2FtTarG2LhawcVbDbQ2c8hXNOTKfNfN4XtzVIsOGtUizg89fPCLc9z79RDeKIFHSg6DebzLXMxj+9kKKk0dk94E0/4Y3UdAd5fmDAc2cXFFHZrFslcP85MA81NC07PebxHj+KylilQLsd5E0nsU9ojuZs+yyURBHvliAUGcdWP/y3BODEeZITeKLEQxh3d5GGlezkWkdiTRDIodQCWi0qBY58h5y5uzYsTP6niUFMWWgtKqKgSjOVPpcz5P7JkjwYaJl6J83ihGEOua0lRt+Lh4cwkXn12CXVYQaxz6L/D4wzEOP59Jup7fQyaQcC9KBd+cegqq1ZwsVvjMZwt4AeuUdMFtldoRisshgjl7X1WhmVA0Tmg8YA+5l8KwuV9GGUKcvw+5tlOc49nZkBUztRuEkq6MZzqSBffizOzmxfxcEnOY9X7z88sMBv/dMtl3S2GHbgr2wkrhkXwmb9ys4caNuvQl//q9AY4ez8UXwvFmczmHxkoOuYYJp8ZO0wjz2VhE89lpEdPTIhItQGq5WF23cOvZOlZWbBydneP4tIvxOMFkRPFXh8YBIfd8Vh25TJlG8j4gSrVcdQTjGbpMmnO4T0M1sZ80x9qCt18sQukEnk+4GO3Lhuv5goNqtYxqpY5qZRnV8oqImxk6mnhVpss0LC2V0WqWRZCwLWDujjEcd3HeP8dR5wQnZz2pW+JqN5ewvrIsyPAyzTx6hC8/O8CXnx6K4cd2cjLsk2eVdRVPcculUgXFYlm6ifM865Ut5MsBcmUfuj2Gbo9k7yZFYkHh1y/A8xyM/DlG3hx1I8KymWCzbOHWag2XWxWczFWcLlR8cG+AX909xyRU0GxX0WwVUa8laNQSuEMD7shE7PtSKJ3EMwShK8tiWtDJC5Y+1hTpET3YmeOss0D7sob2ZRUmMbu6As9Pcd6NMJrEaLVULLU1LNfLWK7VRADee9THaWeOgCJIpMu7mR3NrFKpkERWtqHm8lBzBfSOXfSOF1gqA1c2daw0HeTtCjTVwf3dI9zbOUKrrWJ7y0aeRLRZHvNZDp2Bgs5Qhdv34fdclEwHa+2W9PgedU9weE6aAb/vTPxtF1W0mJqPI1g08c0i9GYR5sR11y0Y5RwaTkH+nO5wIKvTSXB8DExmNIKzPz7B1rWcLL5QeAaZDGJ0O750ifN3zDmsQRqazoRhZszgizJUTEQq+4JpyFngwkYet59rYH39qQDM5J4aQVcjLBcKWCtXUFU0FGcB9Alruma4fzzFk2mCvTm1qzyWa03UCjmo0RhKNEZOj0TYr1omqpYDQzWxP42xP4nx5ReeLCNnoX2BCXZDOpPdSYzvPNvAm882cC1n47Ju4qw7x599eIC/+aKDmZ1gSgpJnqYWB81iDhfKBTQdW4wZrH+TAMI0QH/sS3/5iGQrhluSGLlaZkajcYWkF1aklsoZ7UUdcBk4PXdxdDoD86dO04JVNRD4PnzPx29f38a/ff46VjQVg/0OxsMRvHoBbqOAuR5gYXAeMETncIDz4wnihS73it94cRO/+dIGbG+K0d4+zs77eOQl2PdTTA0DU8OU2bAypxEaGIds9qMRJweDaFplBjsdwSwF0NuKBGVsTYWlarheWsL1UgvlNIQWTKVWTq80oVcaYuY/Ph7jwWyCL/wpQivArbaOZyo6cJIiPUnQrK+jvbKFgmrAPOtC7fUwWMzRd+eYFYBZFTBqNir1AkzHwNl4iLPRCH6YpUpH0xD9kSsdwG6YCmaYe41t52TvGw5d2Qf5nuUZLU9yVZFJ8+wMlJnmmMLL7ii8q9i5CE6e2HoV3Y6FcZ9mTFW6TaUC0KbOQCoWE3x8L2UGO3bgaoYLi8Y3otQJsVHmUp/Ew4KiEC3PeRTPkAv4yQRhOsmMpqx8CR2kHvdJwM57MEzWmpSRhhUgriCNKogxQqgcIlGGclbkkiADk58qTX+GCMDejEYpzmcD6JoPwwxgmL4Y8lh9w/tOv+uh3yPCV0PCpC7rnlI9q+iKM1JezirDsXhPIlHCRRh4goL2PRc5qwLHqmA+nKPfOUcULVBuGyi1dNiFUBbvLjSoRkEOcVBCGtZhKBuyotBEEDKQEUI1XWjyNWYUTdIUpYd33sF0+gSaOsL2VhHbWwV88+ZNfOvmTUTnIxx9eg9fPOjhZ8c23j+zYGo5Mbjx58dEtm4RKT9GqozhDk0shiYiz0HkO6iXy9jerKG9lEOSUsCeoDfaR3+8j2o7xYWreawtW7hoKbhoqXh0L8Cj+wEadQPXbjiolIDu6RSdUx+/2m/hl/ttDOcqFj5QafjY3PawfWmB1YKPlYKH/kkTxwfLOD4t4bBnoj9jx6oLTfcw8W1MfQdrS1U8u91Eq5qTuS3XaW+I0+4QAeFExCLLosGAzx+1iFhER3m/khwTZ/uNQrMVKatqJgBTWaQAHKczBPGZLF2rwNDK0FUmbinIZ0awLMEufLSn/fWsFSWVyJczVXZP4UVCLKhQtACaFkDVg6f/PasAeCdjVRcNyZmQmZGZlKyG0t8TA1jBbsNQcwiCqdyX80Utq4BKKdRTBKbOFIv/lV3F0lfMz1Q6E2MvxV/qCGqch5YUpFKO58KFP8L5qIMw7uHyRijrt15u47debqFV8KEFPQy7Q/zs7T7++e0e6hdbqF1awqWLBdy4aGGplMIbTjA6nePtnyv457dVeMTN1IqINQuhR8y1isT0ZfnSie5JOtrm3mkbiLUQiRZK+pcrjGzEYQlJ7AD8WYPmPNbT0sTB83FGUcXT2i7+7JjK1jQ+J3MYko7P9t+Cw7l0CHc2wGTcRbGoYPNiGbWGjfHEFVP/Vw9IqfGgmiYa7QKKJVOChrSSWkRVy56RmYVJOJ1w3w1YJbYsizOeKTt7WSmrW8jZOdzYrOP6Zh3ufIJBvydp3ko+RZlVtsYcJX2Gg66O/a6Gvb6FJwMbi9jBWquM9XYZK60yVtpl2BaT6Qo7qpDQZDjp43FngEedPoYLFRPPlCqAiPPhxENtSUNtSUdvr4Ojrw4wGzwVgLlhVOs5wT5xKMxFZ6jJBHAOKBRNQYaGRMR6SlZcP1PFVXh2MsVssMA31lRZ69eLaN8sYX8U458/nODtDyckN5HcAMfWJbVTq+hYbmT9d7FhIjYsPHo0waNHU/nhLpUVXFg18RvfW8L3vtfEP3x8Luv+gwidxxqm5yqsQEFeUXB125J152KCOxdDUfX5CPUXwA/f8vEXb/mo2xou1g3culXFq7+5htaFIn7+/il+/t4ZCtK5yIN/xobiZTKIfASRh8EiksXLNB3y/PDRiUfhVxhYdIYYRKwKb0u2B7rVTg4DnByE8kJk2ku6FsvEsCYYHvsYdny0qzbaNQflsoVcyZSLfq7iwan40mGbY0cuhyosdudQcJZD6DooWzHKZox8PkauEInQPfQT9NlT5ieY+mS5pyjoiQzfldARh+Hh2ULWZMFUAF2uHBJkncdOiX2QHF5I+BVpnIh7ut42cftbdVy6VcLh3ggH+2McfBlh/3MKu+wISqVPLHPYMlFhw6k70t8aenQNRwjmgayvkzmcJWbqJtEi2WJvExO47MHlr4HiuiYOfPaWcVAcS7KsuaLBKWRGDw4lmX7UVAOJGyGec1yhomqbqDs6lip8jmLpfFkq0iVoyUCBQ+zhzMBoZmI4NDAakuuryGVQARGpU/juTBy3XNOJhxkdnuMIp2Og6ypoXNRRv2hg6kUYMO1xFqN/kGLapddeB0FFkhWgU5fpIzq0ZFJBt1vmgmPpe5Ykl1FG5kKj2ECsLvE9Eq5gUoPpuwwvm/WZkftOZA4TUtzwOJRN0O3G6HYjXLpg4eIFG88/V8QrL5aw3LbR6cc46SW4+2CMzx6MMRr40hlFT1OjQNy1Bruah1PL43S6wGGf2IAIiUtxSMPSso6lZUNE7fnCFbRcQSmiVS7g+Vs27tyyoUxdqFMP58MAx+MQu90An534+Kzjwwx1WKGOgJ1zfXafspckZeUt4CmyylVL0vTsciqtqzJMsaYq7JmKXt/HSd/F1pqB3329jJefrSPFKhKs4ddf3sMnX3wlh5Bnr69gfa2CJ6dd7J32MOvNMevOsbIW4drtFPW2jWlQQ29cxI//2xl+8qNzfOcbDv673yuhXTdw8DjB6RlQv1RG7VIFP/3RAH/zp6fwAx/PfcPE6paBk46K046GxmqKxiow9z10+wtBHZ0+cnD6KIfbL6W4/RJw8XIe6+sV+f3e+6qH+/eH2NtNsfeImGs+18Tom6hWqtIzNR17mIz54skWX87sA2QSRJIHhokkDJCGWU8CUzr1WgHPvdKStbO7j92dA+QKDtY36RA08PBeD3u7YyjsXIkdSaoMzjwx+tSIRF4GXnuzgde+25AelNFAxc6DGT54j6jpMXJl9huqmZB7HiKkyMutj3P+bO6VCcAnrJHnAAAgAElEQVRhVmDPfvhSLcXGNRWtC3TkAqNhKoNvLcq6rEuVGAUO340CoBfk0nu6t4CpaFhfKaBcNtCfTtCfTbDUULHUVFHO2ciZNhyDCL5QVr3eQK1eF8zW3v4ZnjyeYvdhioO9RJKVXHV28bY0cZbTTJLLKQimNvypjUQhToiHjxiJlaGnjx9rOH6iSRL0ylUVtRb3RxWhmuLLHR9f7njwmPQfUfTOho+8sNTrBgoFHaeHLk4OXPlnrl0wsHFRx/U7BtYvarj7oYu7HyywtrGEZ26uIYgM3HswxePdKQYnIww7Y9y+3cTtO030zhLc/2KO3Z0FAv7FjhgzS1+wP0ahgsR+u9hHGgVZ6icGnnnOwq1XHLTX2ImTJX8++XCOTz6YIw7p2iSpQkG5zp6cBFMmA/oxSDlzR6l00zZaBpycipNOgJNjH6tbJla2LKys5rCyXJAO9fuf9fDo3gT+tIhgWoRqetByczRXE9x4ycLF6yYmHRpFiOs1EAQWNtdb+Oarl7C5WsX9z57gwd091Ldd1Lc9HPU9PHgU4P7DUAgfJ3sJ/s33t/Fvvr8lCM/Dkzke7o7wyafnePR4gBdfdPDiCzlsretYX+ZGGGO/4+H4NMR0WsV0wouJjs01FavLIZZbCxiah8++SPDZF8SrF1GulJC3C7A0BzrFxVEXi9F5Rsfoh5gHgJeqQi1hcsPQY9y+sYI7N1bA5s7Qm2E0WeDRyQL7PQ8xk126BlVhv5APXgmJ1XEMPns0M8XSN6UaZUTsgMRcLoXxNPn/mHrTJz3P88rvPPvy7muvaADdAAhwJ0XSlChRsizLmpLKsacyNZ4Pnvkwyf+VpFJJXCmPK/YkKcuSxtZKSiAJEiCIHei9+923Z99S53qarhTrLkookGy877Pc93XO+R1kqwzHZypOzhURK5yaho0tC6+9XsO16w7m0zFm0wkqNRrDKjCNCoq4jtizcfjkDAdPTjGcFRguVFhVHZtXTNQ7NHNxAMdkCzG9AY6ep3jxMIM31/DND3p4/4OuILu4l3j+OMAnv/MwOIvQ7LM7mPua0gZbWjvYR1lWZHB/wIQtUwntVhWdLg8WrIco35vEKC6IrmWyyCk35RRmmS7ksJ7vXKKQ2MGo0PlP19+FE5d7EptObu4HLgRgvkFjhW9omhXL50wSAhFrJnwFMfc0/HvAzimaI0o3b7XGe19Du6uhu1Ggu85+XEf6TGeLBEenPpZBCtPVpHaA+F3uRWZnwOSI6d8Eg0Mfs1GI7S0L21ummFF4iEjZ+c29Dod0JrFjTMepsoitZjrT9zJMzhNZJN40W5pgeBX2d5G8UQARTW9ECi+YUuZgnYI4+74NmA4FRCY/KN7kiOc5GoaKnZ4h7/r3PmzivQ8buPvCw70XHh7djrB/O8XoeYrWboLW1QSZTsFZxWZh43pewRV2JW25qLZ0/MPdIf7rvSE8I0ZRz6T7zKBRjkndSibra7cyxQPpJc3Z8ejC4H4qpYOY6TsKeRVYjiFDf6Y5uI+mCY76IPdEOg/SmiUHalMNYSoBrlAAth0xKSS1CsKKjbOZj7OZJ+ZJ6W/VmAB0xGE/W04xX06RzAskM9JWSCthVQWTXEzZ+7JnMpi+oOAgHaAlEpkHS4oZTO0qTgG1UgrAdEmTjrF1xZT7ZjoJcHriCXlEybnHVOG4KVw3Q93toe4QXcc9blmRISLtPEGt76C65spBdjaaYznxpRNeBkmCKOWGpxRGWS1KEZhiqm6lIlwzJMtDOhMQLjsqdablEyG28Dogbo/DqjTOJGVIdDUHaEwK8dDO4ZrrWpIC5v3BAUQYKTLUi5jkY4JM5xCOKX0iJElwSgQlyz2diMp5KvtSGoWqVfdf3etMxQSrsEwI85zAMxFVKW4G+PjlsEQvpB9XcNAXRk66H4uE5yoeVS+SghfXs11T4DBJ1dJQb/OMWSbQbEVFPdLQIBmG/X1+hlWU4iSLcJrG0DYAfUOBSuF/aSMcFhg/W2J25F84+kvGHoU4dprmF88v6R1hNysTwJy7iABMD9SFAMyhzMWzieIv91z87suGctYCxdIVzvQan1eGo6LS5jDbkOF3sCzFPj6z2Plc39BR39ShWuX9Ljg4ieaWeGYaAaaDGNNBhN5uDd3dGlajGGf3l/DGEWpt9hiqci5iopACn+fzbMBOTkv6cnldcuBKUVeubYqAKdPhF6hfj6ZSDiaJ4aZwWCYIjGa5VgPIomDduazDqWtIVjrSlYFcZT+fBW8QYba/QDgOoYrDnskF4iQz7L7Zws33e+hsczhbQLeY/o6gIYTOeyczcLof4fPbUzx/6Ikwh0SDUVdgEMd6pYLLN5uo1jUMDyYY7k8xPlAwOWDnvAmzZUnySbc5IEvgnycIztMydcR+8YLnT/Ztp7DsMgHM/t0oZPcae0VpdjBQbdRQa9QQxCECSSrGgjdmhYkM+tjXmDsyWFIL2oWJqOQQboU88wAjhGIQq0iaGYfXfO8wEc/heHldO20FlQsCFoe2RPMyic+/EBnSLUyjNNO0fH/KYMRI0L9cQf9KRf5Zq8n3RorhsxijfYp2sRhKONhSLxK8UjGYlrVQHFaFUSKdqmHEy5uMYAXVXohqLyrfi54mZkV5JfIWIMIxIqGBCGii8/mALhPxNGDnNDU22VfNFEsqnxPx8NEMSNgNT4YloQFE33FvxG67i3M7/yUyJ2HXOt/fUitF9Cbx3oqYxq5crcg6e57g89+scPKcmO3SUL61V8UmwwZ1FZqrCLFjMlhJHUayqCBZVlDrqGiwS3ZNx2bfgusUODqb4Oh8Uu4HONuMNSgpk9caQpLIgpLyQUILiSbcG2sqUxgxciKg+WsOv6kyVcLnKtO/XFnMd4Ry0WVMyhH/tw7HrmJz4wo21q/i7GSGs9OZ0Jv4zuEMo9l00GqyDoLSQJn84efGnsjZYoTZaiJY9yhO0G31sdHfkER3ykFusMLoNMLohDUcjhDg+PxZzMfwgzkUKuZKKjQZyypNfqSW1HmO7kJqwyx3BbOyknfjcp5gPi8wm7NihM/sUuh31ACO6qHvKrjVq+JahzViDlTNxZ0XU/zu0QjnK95HNTiui62egs2+itmQ6a0cYchUeoQsD5GrMXJ2LDsuTMeFSiHCKOCTbrMfYTKI0d3R0L1EEY/XBXuzc5ydJJhOMmxsGmKSW2+7WG9XkPgpjg8WGJJcQ+xxZGDlEZ2doFHX0O+xAsRCmLgIEwfjowCToxCteo7LlxWs9Q3UqhVJ3dDMxfeoLShHGkgULFYu5p6NiW9g4utQQwVmoMBVTdQdV7ajL86OsH92hK01BdtrCtZIKDNJMFFRE8KegpEfY+wlmDsKVk0i4R30rAbqakV6KE8HU4wnGcY0LAY0ZeViKt2+ZuHSNVNmityrLmcZzg9zTM+JtC/R5CSi2VVelzrynNclqW+S70UuXYA+rl1t4J03N7CxaSLIxgizKXSThLkcvYqL9UoNLd1EM1VgRwUePJ/jwYsZHk8yPJ7T+GyhU6ujV3OwXsuwVs9h6RFMPUJF1+HqNpTcwMksw8mUvcwqBicqIiLyWkBQZBicBkIG+e6tdXz31hrW4wwt1q8sI/xu6uP3swCnvocT34PG6pdGBd2qhS3HQFNjd22KpZ9KSo1JL/5vrhU7ujlHQy7vVL6nDJcz10zMp5Uq738T+ZS1JQVGA5oxS1yoXlGobcNhL6yb4ju7O/jTm3skeePBvWOcDWaoX22gcaWOjPVrroLjs6nQrU4PZ9AzQ95fP3rnBn707g2szse4+/v7eHJ4hjOtwEADVoWGFfvg+WgpYWPwuaeXNJoDFC4qto9aZYV6J5fKg0bfQdOuoOlUsZMZ2MlNqKwhiOeIixC605L+yMOzpayTPMEpCXJmii5FeXaMD4DkvMBmp4+dzQ1UWBUxmSBZzEUkVc0cUSVDyBSpq0N1KshVA9OZh9nck65gwbOHKVZhJHU03LnkNKcxyQhXCEnLeYQo4r6RM8sctQbTxJa8/+OU70+e28oAC/eeNGDxemYwyF+qGJ2a0r0rhzuGWExbnlk0NHDbRYMdz1Im916aD0UNpP6FMy+FgarUl1l8wlq6RJc/G0MJrFDI1QAFUcU0CjoOUp/0JXa7k/IQSiewwu62vCLiL1ecziS5GWezf6V4cpbMn4N9ocTyspauiGgSlgGlIHedSgS3yi5uvttMeU/MxiqmYw1xSqMpqRQXVJmCNJMakrgO27QE+4qC2N4lsjwQY4fMeHNbrhFv4WM+mkBRYvS2K2iv25LolVQviVDUCfMKlKwJJe2iyNZRpOtIM7NMH1PUskMR7Vi7IP2qcSFrtTzDfPYMeT7B+qaC9Q0V37hxE+/cuIkq31UHZ9jfX+Jnz1X89oj/Lqvcd1nsIV5Cs1byWZP+GSx0+HMDNbOFpt1Bq+KiVVXRqhaouxEaboTZ/BSz+RlcGmYuWzIX2zI0bJkaHj8I8OiBLxSJS7ukfRRCN5pOgd8/28Afnm1gmWiICpJlPGxfnWPn6hw9p0DfyXF60MHzJ31MFx3EShOZ6sKkKG/EOD5JcHQSo15zcHm7gWbDFiMW12S2lK5i0su0CwGYczBVo/nqInB2QTApg1cl2bBQudcnuplG0K8TLzSkEAM9EmFUgQ0VDgy9CtOsC0UBFH/ZbU3BV8RIir00CfDsHAsaukRA8xrn/cNqLdI9LgRgmvC4S0/KbmqeTSn+0qBAUi+7t/3oGfz4mcyAq3ZfzuOcJVHsM0ijMYlEppnBKc0WYsDgGYyJYhuaGkhPNE33haRAaeaqIItcmX+QSOrHU5xNXiCKT7CzGWJnI8SPv72BH39nAxvVBFo4gTdZ4O6dFb74fAnfchHYDnavufjGmy62+4bMtbxxio9/HeHjX0UY5lXMrTqiC5MdTSFMP4PdyiRg8cdWqAeZYiBLlQipGiGIKEgnyFImf9kLRLGdzxGu0oBYkneZ6ub/533LupSSSiACsLYqzRxEcaslJt1UIyQ0ZPgBHCeT6j7OpuMkRJSEePYsw7PnPPuZcCq83hhBKktxec6j0mMaGmz+uhB0SHvldddFknUQiAGbyWXqVaTUGdi71MLepTZMGikLdmYb6HGvWNVgYQVLWeLgLMTBeYiDYY79EeVsFzevX8XNG1elbrbNcxGdLnQjUxPwZggXE3zx+CnuPn6KwSzDeEWDHelI5Zmv0oCsyeEJzp8cwJ9RADZRVKo69m62cO1mU4aBdJ7QaZikqWBwVvNC1nTAXjr2LNBZw0RAefjSiwzvrAPvSL9iB7feXcNxnOHn90f4xd1RiZSbAZc6FnY3HfRb3JjR9a3gZFLglBg9JlnnIbY6Bd64ouDajoFLN2vYuVnHT38zxT/9doonT1LZeIQTDXZsoq3b+Ms/a+EvfthGzZxDSUaYr2KcL3TsD3T86k6EX38e49amgW/dsLF300XzVhWxY+Ff/jGVpeozKNocjpWi6iiouSo6TQvdpimx9MJNy8E7b0C6RGsc5nDw4iDLXDz5cokvP51gPKDnrESPJSyPV5kAq6PdbQquZjZcYDX25PBHhOE7b9bxzpsN7O052N4xpchcsNOej+kEmE0KLLwYyzDAdMrUnoHJuYamk6Np53jtVRtvv1VBu6chVnIERY7xPMd4lglaaXBGd1KO6VTDYqlI/zHro5wq+yDYG6QiWBJXpcBqZLL8KdPOKapVDkoVbO1auP5WExt7Lr68M8e9z2Y4f1Jg9JzDhQIWnSLcaKQcMEFQVZWWLZ8DXc7s6snZgxhTNNKk1JtDX+mv1Ylo4xg8ke5bmwI4sVN0vdPxzoe7RuQHDQn8DooSbcF+ZI3OHwWmmsLUEjQUAw3VxJrpYsupoW9YcLIVnMxDg86KSi7xjcitY57p+HJ/ifv7Szx9nOLZ40Qwkq2aJSJwFMcIYqY6I8zplqe7nNKwUiDgzW3l2L7uYPu6jTkxz6cU1FLMz3P4FLoEPa+goDrL9AFRaXyJ8JGealASDSaHgS4HS7m4RtKEi/dUiZbiYp+fVVcFV1WtM5FH1Bfd9TQDFAiXTFgnUNMIBfEOQSGDxu9+p43vfqeD3csW1jq6IGqPBgWOhjl+f2eMP9yZYDaliJiDczpHV1A1FXQvGeht6xjGGY5XMfw4h0lXvcaUmIOtSw7iOIS/8tFtVvHqtW1c3WrBtJYwzBUmjxNMnqSo1VT0L+lI3Rx///kMf//5HGZiwEpNpHMgGuXS7cOuDCKRDSK2kgJXX2rhxptduF0VM3WORbKE/yiH/5hChIHWlolXr9Xx3Zd7uLZZxcHEk/XR7Qk+uj3F229t4L/7yR5ee62Dn/78IX76iwd46ZIi69JVFRu7KhTHwP6JixeHFj7/wwRf/H6Cd9+t4Ad/1oKpKfjon5d4cDfCt3+4iW//6RZ+/o9D/B//0xGSNMa3vlfBS69Xkao1JEoNfjKVF+TpuYfT00iSkuNDDZMjDe9+YOO9b9uSCK24BqbjFLc/WuKLz9gXws2zLYcr2wjEuaQUVRFnPT8R9HOYEFUaQbVy2DWi2sqBDd1SMiFOcqz1TWxtObhyrYbrb/Rx7fUePvtkH5/efgF/SVxlHXGgYnC6wmQUCCJEMCF+IqmFSiXH1T1NOmP/5AeX8f0fXMZvfzXCP/yXQzx5upTnGIcVLlO7dQNHBz6ODjzpMLqgl5SZGRGA6TjUy249LUOjm+Pyy8D6LrBcaliuNLk/FmcZDPZ7bRVY39awfrmH9Ss93P9shdu/nGA5jdBqcfhUwGymsJopqiZxHQb67Tr6nTrqFRuLyRzz6eJC9OSrraw340byyYMc+8+4gaOTLsLmjorLexoabYo0/J0FTh+7OH3soN6L0N0JYNQLEPq+DFQcPU1x9DTBa6+rePV1TVDO3PvxjThY5hgscvgTE/6Y/Ry81+le5UdCugEHuiGmQ/bX2njt7Qo2dtjdE8KpRjh8luPoeY7NjUvYvbaLyTTDb353gIcPzmGpCSw1xY1rTdy43sTpUYL7d1d4+tgHbKrMHMIwcKWgSDWkRKDyjyjTeKL1ShrhW+838M0/bqO7wU6QAItViIdfxrK8eS7P7WpDEzMDqwVOnkY4eRbLplIpdNRqmghVJA0M2Jk6CrG2o2PtcimOUbUKFwVGx7EMKpTMBTIXbjNGpROivQlcvumgv2nixacB9j8J8crLa/ijb25ja7smG0s6+D/65RE++uUxvvlDHd/8MwOnoxSf3Ynx+ecxxmfA+LzAf/r3N/Gf/uomhtMAP/vNET67M8D5vod4GeI//Mc2/sNft3F2HOLLz1dYLFMZEFRbBja3trCxuYk7Hw3x658ewjFCfPvbFl59nV3oFWhOBZaxI+vOJ+f4zb88wp3bz2DRVW4kuL7XwLVrdUmKS99YkOBkMMFguhBUos5kr8vuZ6Lxmchm74sBbwmslsDJ0VLMUryX+Z6q1hVcuZXL0k32rzTE5T6arLDyQ3RrJjp1EzFFpbxMw5lGgXbTxt6VDrbWaxgNzzEaDdDoW+ht17BcKbj9kY/P/hDg9HmMk+cxWm1gbVPF2pYp2GcOyO/f9fHlvQC1Bg/vuRgLjl6w29DFX/3HW7K+vP8E9+8/xslxjNGQznBNepRMu9zrRT6PIynbv2FaOao0jNUuAgmS/KlDUxrS9XbOfY4fot4qh5FRpsqikYqdeZEfo1oxUalYUPUECofg8iChSEysrlKi1S8GA2qRQb0QpaRjVlMFn819AvcCgo/m/kP6m4jYJaHGFLw+F59JpJu0Owqu3lCxe0PF+qUqNrarWC4KHB1EklAxrFLPWi5TLJYZjl8UOHpaYDHPRPShwW9zs4KNDRerEdPyIQJfQUZXZ93EjVc03HiZSR0KbAp8onfnGQYnCR7f82QxHMtEhySnq0Q8a9BqBlRbgz+KEIwiREkhSHp2MZadg4walv2XFAFo4iBBzcly9BsqvvmBg29+4MJs1WE0a7jzGw+/+YcJ7vx6Kgk/vZGi0ldQ6QPVWEN1pmHXquDDWz3c2q7j7x6c4e++OsVQTeEzFWsZqBs2qrqFUA0QqXTfcwekiRhayOKzTpPULNGjHALT6NhsN8R8JNhwW8NkNsVkOhPRzcpUaEwL89+lKqhWVaEzXHUoANtoN6sw2nWgUcHT4VIQhaZZQ7XShHUxTOZAmZhu4rPTgH1/BaaTOYbnQ8zGU8wnU8zH0/KRyOuIyWvuPWk2EEGCaeayQ1VSmRaNB/zzEF9nSTp7/ZIhA+dDCl5+Acdk3xe/11A6wIrUkaQB92sc0PLIWXdbqLtNqDzTVHXEHOaxn2y8xPAoxOQsKukNFjuHKY7zHQ5BMAv6lGldDhxkv8jhOBFYHFYAvkcXP+tQ2MOmifAbMgEfc69Zfhek5SgqSUFEtzItyvMK7e6skygQ8LMSDHYOgwkNk3tdC4EXCR6Ue0HByhJNJj2srLIpRQVvFsKb8ZDMahIajsh/L43rRNwRwf21mMBECN9R3KeXQ660dKzT6cCUBIXgrNz/mq6CQuPQLC6rOa446G/YqDuaLGWUQRml8McpFuzwW6U4z8vVvGWhedOS/issDPjnGYaPl5jse+UgQOZYBnSbAiafD7ksidcnFLwhe1+eU0g04Y9YuvEpAJeLSRbLskXw+zrOnOShoIKZA6YIrFkKKk0LTsWAN03gT2PouiLXfoXi7RqxygpUSxMxhGaBgMnUiFUzCnKK86wZWObo7Lho77jwBilO73kIpol0uLJ7k/SD7P+HarMqFrrbVbQ3HElmgIsDRUmEX2BsExVFSGS5guUCmC94vbJfFdB17q8yWdGiTApXmwba27YYDcYnMcanifRDcdFsEZ4nyBaEupZjFmKHozjFtXdbeOW7XTQ3OWQq04lVk/u2DKtRhtlZjpP9GE8fBxic8Lxmw9JsuGsK3L6CtZ0Ktq7UxeB69NUQR1+NMD1VMSVFgQJig1hlinYUNDJEwxzRMJPr1yWivyDCLZBeVukqNzgoLhHQvC4p/vLzqjXrqLfqWPkreMEKoc+Obop1WSlSUvfL6QipSAJYhyvPDYq/ee5LPx8HsmLC5a9z9hER83yxH+bn6kqYDhqfUYZS4vBNG6Zhwx8n8EeJCLEczHEATuM4h9lGPRcCDa+VxhYFHx2pbyFeaRgerjA4XCIllcGj6kqBlR3WCtp9C+1+6fKnWBKGFC0Z5VXgtjxUWj7iC0OSQKUk3cJeXwrbGuwq5wE0GvM5yGusQBTTNAPU2zYa7TLFwkqixGc3dTkf4DuXQeNMKbPT8gi4aHAS8h7Favk1GsR4finE4M5ev0bHQKfHXl0NJ48yfPnrDOfPS0M0yUBXXq3i8itVcI6a6SSNJDh+5mNwSCORDT23cel6FVdfraPRAJSEwzsfJ4MVToaM4F+cSSIVWcR9siozLC6rZsBimtxgzQKNQRlSmsejHG5Fk35HCr8ZU+7EgdKhzP5Li4m4iggWPLN7XojRmOcPFbu7N2U9f3qC509P4fmhnJ1U9rNZZWVTTqqCF6HZbGJtcxPVpoNcXSJVllj67JhdoFppo1XvS+3A2ekpxoMpHK0ni3ULrAhaeTMcHD7BaHQiYjmFFg5Q+bO6FQozthgC1jcdrG+xZiSAWwtlprFcxBiNOSRPMRgV6DaasnJ1gbgYw9Vj7Lg6dlwTO60mLrdbeDha4bPTKZ6PU4znFpLExNX1cp2dejg79UWQZXKTfATiujUmPG3uPV05q4gQlVAsLmeIDYr3HfYPlsQIdi4zLDEZZtjctrB1ycZaW0O/SXJEgtEpiVgx5p6OxYoiMFGLKdodDZubBpoNE9OxjdnIwfQ4xOw4hFtJ0N1K0e4zIWqiUbew1dzAZnMDoTfFYnEms7Wx52DqO/AyA15mom3VseY0YLFqZEXRfIGnJwd4dnqAvS1dVtdQUSHFUFfRaVvodiyMgwiTMMTYyDGqkm5ro6e10SiqODie4fCIPZkZ/KSQ/R2HwkkB9C9psihOcmjvzQucvVAxPiGJowxOVDoKKh2afm3kkSOJMEltEf+thTD1AC9f7+CPvnEZ/b6JwfwI49UpdKcQtHvLsdFxHLRMitIVVGHhwaMxHj4a4/55gvvDFMtIEcxzv27hnWsNvHu9AcPwYBq+JOMoQCSRjtEww2iUQokaUOI6xnmMw2KBU2+J0akHf5bgg2vb+ODaFrTTOaIn5/DTDOONJoZtFw8Phnh4MIBSYTK3hoatoaMksJNUrs3hOIXJujFLkVc1O2gp5NJcxiCF04D0/zJExsoCpj5t1xaxgD274TTEcmRgMbTk3MJeWabqNrYVbGwDb25t4Btb21gMU/zyo2M8O57j1utN3Hy9Ba1hQa9bODqb4tmzc+nndVQLjmbiJ++8jh+/8waePTzDP/zff8BnTw7hNQGvpsALgFVQ3ucVl7QJ+biQqwrimY1kyrqnCJ1eIPvLnctNbG+20K/3sFbrojGcozGaY+FPMEinmKTcw1ShKRUcjHxZIXvD+1UkJskSC/iLFcIJZG03KtjrVmHpCmaBDy8N0e/bWOvbUJwIuRUgVBTMUxur2EA4TxEtEowmKcbsm2Ylm05BlUZECwYrBXwHceBcVAPS/JxAt2LBKteaJmpNQyq75vMAKevqeEQxFTSaDDS5QtuheLWaaxifa1jOSrGX+0tDr8DQXZgWSXAULAHXNFGxLOTw+XSVcyHNCxTKpP7Kj+D7kN5iitBMgOs2yRUpdCuDbTVh2U1Ey0LqVZjabXRCMV2rnHupJtKogSyqww8XWAYnCOO5vAt55tSEsFSmlPnuU4XiWIEJG2nmIc1WqDUjNLuJzEVEUEstLKd1LCcNhOkKYT7/1w5eouqzYBtpuA1DK2DSHYAFUowBxS/DUIZGKni5vAC+t5LPZPtyE/3NCjx/jpU/k/k6++lNrQIDbWh5F6HfROC3hMqVK4YQ+iw3hu3kQijh/j6LVKShhtVigLzUUDAAACAASURBVOnsBeJkiGrTQ7Xh4daly7i1fRmXVBvrRH8PM/zTowy/fpEhVDSErPPRlzCMGTQzFFILjTwRz9a+jiv9Ldzc3kFVVxDNR9CzBfbWFeytq/CXpHXMoFULOH3ODjW0DR1tXcPDxys8erJCZgSodiNYNBfnGqLIwmePtnDn4SZ81mkZBRprc2xcHmL78hBNyxASwYsnDTy830KUrKO1dgnNdgeulcr66u4Q978YCgG40bVhV5nYLSslSUgJWM7NKZ3GNC0FXWKWKeWVf9H8yuCbGHRlk8f9TYSM4qSYIkiZoiGZe9wQSTaR9bUJ1zSqcGncMKqCNeecN5XqKiqaTMuUP0/BSSJnGl8jnXnsoGBJAVgvReCL1jqkCavDyjMef1b5eQtDrk+Kv6UArKHitEQA5nmLxgLp2S5Wct0zmawoNPIyfEYTEecspL0G0mfL+1YzynBcsOJipURF9jt+OMHp+AG8cB8bax42+j7+/I838Off38CGm0FfzZHMA5lVcj06S/DwPMaV6zY++A5x4xUgsBHPdNz9eIa7H8/xbFHFi7iJJTj/4T6RVQ4BtIwmA5oPHBSCoKdxt0CUs8rMxyqIsPLZFV6DpnahqXVJXGsaUaLEbBP3TNMu+8C59/ShSXq/JnhulXt3dQFNZRCEAaoIeeIjSwM5yyo5jdTUonyYjg9FK0Xp8zP22JvwfRNJQiIO65fKh3yRM0hFA4qOimvJ2Zv7XMPWMJ/WMJ/VEZPwK/vIgnwAmGqO9fUa1terWOt1sd7vYaPfw3Z/DZ1mlS5/IFti/3iA/aMBjs65r2WlnIt33n1HFo0epsUAIa9bGh1zqJGPeDnFbz67jd9++gccnns4m2RCv5FqFoX7cBpFUsy4v9w/QLBcCXm3qFQN3Hyti5uvdqDqARTDF5RxWVyeYzpMMeVhbpxiPiqHD5L+ooOHqrau4FoLuN4s8M0/6uI7H65jlKb46d0hfnZ3hHqhoV6o2Gy7uMTuFUNDkNLhleFknEpCcR6nWMQpXt3V8CffMHD9qo64ocn6za89WScHGZYzBQYPAZ02rq618N23dXz4NocuM8yWYxwPYxwOdDw51vDgaSLr26838eff6qG9reFU9/FinuCzf9Zw51+YEpigwLQUgNmDVFHRa1GkdmF1cljkfjfKTjEOtnIO4jQ6O2wRgZ8+8PHgi6UIwJLeVCimarCJAGvV0Ww3ESxTHD4ZY3y2lAEmI+NvvFLF66/UcGnDRK+lwzIKTKchprMAZ4MC54Mc01WMpR9KRwo7IdlT3G4AnTpw87qN127aaLd50qKYWgiidbkEDg99PH/h4WyQYjIHlpzhcZBoktlPp2vpCKY7WB4GNXa7FuI+51rfVHHjNQM7Nyx0d1y4LROf/XaOT3+3wPSogDfQJC0syQODYl4pLtdaJppddkUX4lwOg0RmJzIwMjQo7LS1NXHbSqKlSJAU8UUfogq7UqLsiI8itoduGgpK7F1OOBhl7xoPsjxk5jlMLZbV1E20dBs908WaWUNLNaBHHrTIR8XJUHFy6FUW/FUQqhoOJytJub44SPBiP5EHrcV+qEyV3kMOm5ZBIu44DvCZ8LMr7MQu4DYhnc+9LRfDkxhHT0MRQkIiuL0Sq80hnTyFpCSROwoKwExkq9ALCuGaDAekE5suuiKHxuE2U83kuhsqNEfueei2Jj1yTEkTR0iHc2nIyJEGpQDM1HyN5gVHwfe/18b3v9dBt23KTR+EBR49j/H4RYK7Xy3wxf05VksO5gpJ5ugF718Vm1dVbO5qGMUpjpdEZQGtioZ2TcP6hon1TaIUiI+L0GtV8dLVTfRadZycTXB6OsXkSY7J0xxXL1l47Q0bjU0Vf/f5FP/l8wnMVIdBN/ZSQTojlq6Qg1yc5GhaKhqmivXtOjavNmHQCIEplukS2aGG9FDH5paFnWsOblyt45XLbTSrBm4/PMInj47x8H6OR19leP/9DfzFX17GK6/W8X/+7UNZP/zQxZ99WMHWtgqnWcCPVTx6YeDJcw0n+0ucvFjg1TereP/DpnQ+/fwfJvj89x5+/Jfb+PFfXsLPfzrG//Y/nwhe7zvft/H6O1VYnT7sdg/PX5zg+f4x9vdXOOOh+ixD6mmCDXrtLQevvUW3UIGA/aHHCb78IsLTh+w5sWBaxDQmIgLz/qDLK410cb/GdAspqaDPVCbs7RI1H1KICYBmVUezpmNv18G1ay6uXKvA4Yana+P2R2f45KNzTEZM25kiAAcrpnw47SwHmyo7JOg07Kt4/RsuXnurir0rfexe6eEXPz3D3/7NPmaLCLsvVdHfIhabBfdM1Xo4eOHLO6HczZfhQI3d1uxxTohrpQCco7eu4LU/0nHtNQOTuYrJXMHR4xiHX4XQ8hx71xTsXTdw6Xob2zc6+OS3K0lbj84D1OoZmt0c61dVrF9hCtCGzU5jh50hjiTsz4/mOD+eI4hihFEMq2Kg3nSQZDoO9wucHjEVX2KfumsqNrZIuODgQYHjKHj2hYZnd1V0NgtsX89gNlhNoGG+Ag6fRDh8EuLtb2iy2l0Tusk7TMPx2MfROIA/MxHM2WFBp1kmQ3HSMVgfTtML0YC3Xq3irfcagoFeLOZYLpeCBVwt6Exfw9albQxHCX730REePx6hWVMEXb+xVsXGWg2DE9YrePIs50GeB96vhXcOqCgAc3rN56OuMcVBLJOON95v4P3vtVDvAOeDKc7OFnj6MMOzh0z5FtKNVq2r2LyiS3/gydMYx09jVCoOqq5TYvA4HVdSeOyZj2O01jW013Xp3yL6nwj4kKaiFYfBdMMa6Gzl6F/OUOsCdt2EYenw9hX4LxS8+94G/vhPtsXN/vTFBE+fTfHo4RyPH8zxrR8Y+OAHBk7OU3xyO8IXn7PHq8BqVuB/+OtX8T/+9St4djDH3/z9I9z9coCaXgji7Uc/ruLf/KSK/ec57nySYLHKUO/naHSJ5O6hVuvh0RdL3PloAtdI8M7bOl6+ZaLWcWWF/gbCYBO//fU+fvFPX+CLz55hZ7sia2+3gmt7LioVbvo1BGGK09EC55MFlmGIRRBKKlmnmclgB4sjg206nvkdU9gdjheCLiMuq9XRsXMtx+VrfE+byAsLY3ZcTXzpv6bhrNOwBVWpmZoMlsNlima1grdevYIbe8S77+Pk7AApRSLblo75zz6f4d69JcanOkanGvau6Hjllobemg7dZWIMIv5yUaym4MYuO7Vw0O3U8b0/Wcf3frCBjz5+hI8/eozxlMG9utRSsJeGi5hZYpVdh/gvihtEyNIJzQNVeXhiv2EaU1DNMRhywB6jzW7IrlMiVqFitWLPUSgiSKPuoF5nN0qAKGWXspRulpgwCkWSdioER6wpmSyKp+zIIw6/HFxzuMjF96joOpJ8yzMezs0SrXrkyfPVJi6wqWHnqobLu0yH8jq3sWCa4SSGv8zEdc4UGHHM80WCxVzFfEY0ElFugEHMrsWuYQ2z80gEYOlRNCwxaG3v6bi0x4OAArdSJpw5dPeWuewRjp4xdcafs5BEOZekkXivuAYi7h8WTNRkYrJhzzoHXEQoC/JSY+yLB1atpBv5GSp6gVs3DLx83cDLb6/Levalj49/NsLtX00wmMcYLmLBklJYMIm+nRfYdRz85NYa3ttp42cHY/xsf4wXeYQzJZHesqbjoO5YiPJQDmA0tpSiL3uy2E2kyp+dzzviaLl/Yaqa+12Xwr6InAXGEyZfJkj9DBq7bhm3vEDJEaVUbRhYUzSsQ8NWr4HNq320t9v4w5NzWbrOLtK2fFfcL7I7zmlZsh8tq1oVBEQuERG6WmE1J3Z5AY+4S+I450xlZshE+CrR+dx/Mh2cGxkyPZW9mKFbsC0b7Z4uazzwcXzIFFZRiqX8PSYxcBTvDKShIQlvCkjsVe00Oug0u8hJc3QpgqYw2VPmhTh/HogIHBc5Yh5SmWCwiGsAskARDLAI1txwaUytlnhMp1bShigAM0HFRDD7Yylk8teYTON3Id0ELCslcttiUpnXDM0RJZWIyTfuHbhnptJJxJ1l8HlFAZiDp7DsFWU3LoevNQq05Z6TaMfVOJI0avmuK0P64jaSPXjpKueQheI1E7ca/9smiX7E17HOh4IVXcqadA0zVWFWdEGuK+xz0xO4xA+v87M30G5xmYhOQ1nz0wST00z6BVcO4HEbf92QRfoPljqCYY7h0xWmB74kEbmXNtnT5jiEZMgzJ/RjwT/TYv61B4B/FP5ovNdKQs/Fou1HN0VkJL6bnbsFxS52+RZxiT/W+D1SKLck9e7PIlkUUJkIdtsK3HYuSQimDjhkpPFpPqXwyM9bfFtynuFzobvloLvtYHWW4uxeAH+SorGho7HJfl860Clil+KuVTGlH7W95UBRFuVKKQCz+5c928QPlmIhIlXO7sNB2aNuuzx/0USRQnXSkiZS0FBjoNayxJxxfhIInpdDKkUxUHiKJKwKn89k4r358/A5luPqN6p46YM6GhscjshFgZqRoqpnGLxIcPQoxtlhKv/9BfvJDQqiFpo7mqzWmoVOz4VWKDj4YoLDuxN4Mx3ejBxHDQbFIoqUNAspKbJZgXR6Meh0OKDNxJTq+0HZHahzyFUK/mIEMHg/GHDrFVlhHCCIfUm18r0mOHV+cDynpY4YPDh8Z58hdzcUf7nIFSsQlEZempX4XowLpDRElrKw3D8aTR5WAYUJPIspTBtWxcFqGGI5pIGkfAcT8056Bg3RqRbIokmndUlDrUdyGJGCNibHPiZHHrzzAsGgEGQ87z9OLlprhqwgzKWSIYrY1c3vkMbhAG4jQLAAAnYA02DMISf/8QvzDp8xbo3nC34G5WcWsWM1hZi3mMrnoIeCEwXgYJQgnNH8IEEUSFViCU4rzdmk8dPEzFqRCz+FYbGPkckDFb1NG70tW0gKbiXHyYMcD35VYHTAJHICp5Fj5xVXFpHUTEnOpylefFWa3LhvaNRd7LxUwdWXq7L3nRwvMB16WASJkDw4CCyFXUXE78RnAp6UigJO0xBcOwV/Tv0yIvc9/t5c6pS4+I7L0gsBmMaVnD2/rqRwide3HRPLFffl52Lwu3LlBq5cuY7j4wlOjsYIo0j2Mxxsuo4K11axHMywPJ+hWqljbXMDrW4VToM99BGCZCWLaRYONfnOGQ/nmM8C1O1N1JwNODQx2KztmuL8/ADT2XnZ4afQDFT2svP9wMR2t+9gY6uCjW12cUay+H5m7dJkkuH58wAnRwlatTpa1RoKy0NizmBqEdpqgb6h4lavIWuaJjgKIzwfpXh8mMs5brNjYqtjYciaopEHPwTijL2KZTiCq1B0WfLONnMRWWhKDn1WRZTCNWcpZrVAENJsF2F8nmJz05G13lWw3mFtS4rZKMJknGAgdUHE9RPtX0jwYX1dR71mYHBoyvKGCbxRLN2ZjY0U1U4Op5KLqfXG+g5urO0gXHqYTiaYLWIMViZGKwPLuMAiBjabXVztrsHKNawmK0zGUzy7EIBfvmzh5SsW2qTSRdK+iXaXzy5LxN9JFGDEWqNKgcy00VfbqGU1PHk6w5OnU8Gl83rmJChKeQpX0egVaPSAaj1DpZ4iWALnLxSMj3nPxggWCapi3lOhKQ6KqII8ZNdjiZAlkrrbAW7uNfHGy+toNBUcDo9wNj2DUhIy0anZkuztOC76Zg2V3Madz0b47LMRBpGKSWHB5/0Rh6hYwFt7bby110KjHqHRYIqKJAMd/oqVfxmGRymsogKrqGKhZDjXQozDQLD17K1/Y2cDr+9sYPXkHIPPD7DiTONaH+F2GyeDKU7Op5IczhwSYQo4eQIlTuQ75hJKpM19DsS4RvNAodFkUsBtkRaiwKrxWtOgk45jmFA1DdEykOWfm/BObYBmxwqNhkCnG6PTjbDZaGCr0cJ8Ctz9aonhJMbLL9fx8ss1FKSzVEhgmuPgYISzk4UIgKZiS3fwhy/fwNMnA/w/v/gC949OUPQ0FE3OVyCL5iQKk3z265xv6iqCoYFwqKO7WWDjaobL2xaurzdwpddCt9ZDr9qDPRjBGYwwDsY4zWYY5b6Yc7WiguNZhKNphMI14fQqyAwNsykDQaGYxyngbjcMXOuasM0Ck8THiqb3vovNNXZO0pAWSPfpJDIx9TUsJgWW01woV1zSGCCfZRlyUjRW6dSRBXWkNNBEfG/EgL6Q3lyaguptS0gHpNSlJPzoJNXl0jtar1tIwwoir4JgZcFfGIgCGi+ZZOX7p+w0NSncVmPYdoGKQbqbgyRl3zONVqwq4XMrEvoeZzxBqCIIVDHucG+rGkRGl+Yt02zCMhvIuCf3KdJGaHQDQeELKUSlEaiJNGxhuVpivjyDHy5FEKOBUeP7mOIT+2G5IWQfamZA53MtXyEtluisJVjbysAwbxLTzGciXKwjWKwjyhaIihESLFmSh4zGzGhPFjtHmTbMijHi4gSFsoTrmrJYtbhcpCXBJE/E4Lm+UZNz84Kko8WkJPvw7EniktKAUbQQhk2EQVPqBJnWpXmNAjDN2aZmiMkzDXSkAfecE8wXxyJW1tq+rFsbG3h5YwObqoFelGE+zvHLpxk+2s8xTVRZprFAxZwJnSi3WIGmw/e4NLx6+RLevb6LpkGT3z6UcITdni3LWy6wWi5g1gtU13WYVQVFWCAPc5wMQlmKE6PWi2WWoDLY4hn49MEWPnm4BV9VkdkZWptzbO8OsLM7QFU1UdUMPHnQxL0vmvCDPpq9DbQ6XXTZV94ycPB4jP1HE/hxitxWpAOc5xqaVrnv5d6G5wWdzwsx/VKTIwGV6fUSz5x/LQCrJRmVhEAaVDnj4CaHKXHON8Ffz+ZIswWSlPpBKqKp6zbF4JBnFvKMRh0aDJiwvdgklcwhIQpxrlTmSEvHGqtxSgQ0oyYX8wMGPRiuoWYgXcWc35JkZSJM9hGm+zL7c0xiz4mKpkCsIoonsvhrjkWhtIqicIQgUZJ7EtgmEeR+mWi3bGiGA99z4K9sqEopmvrhFMP5QwTxProdD92Oj5/8cQ8/+X4fm+xgX9GVEcNfQAiCnzxc4pMHS+m1/9aHDezuNqAnTeReBU8+G+DJpwN8cebgzqiBaW6JkcekYSwKYHK4bdaQ203kmimBHla40FwRpJwplQKwgjoMvQ9NbULTuGdyL2oxWAdrwmTHMIlJGmd0MXTVLffyCrsOFlAlBcz0c4A4DJGE5AXzk9NEALZsH6YdwnEZHMjhryoIlhX4vgE/oJmQIUEaLRXp1uViyM61LeleZvVYpW5iPKjIilMbqSTCC2hZDFPNsHWpJTWAVy5fwtXLO9joraFdb6HGVEnmo8h9DEcjDIdjDCdLCcBQFL9+86asIJogjKeSbue8zNJN9KsuXF3F7+/dxu/v3pYKxSf7U6xWnJ2xH51zmVSMd5OTQwxfPEOw5NlRR0EH8+5eD7vXepgvppgtZghD4qT4sGNfTC59toKX4nBKUpHl+I9uBE3RUTV58Mvxb77Twn//w47gcf/f343x89sTvLbr4NVdGzb7vwoXo1mGx8cLHHADmdAZlwveiiaNb73p4N/9aRXXrxt4GHp4EPr48ncp7v0uxXJYoIgKbK038b3vXsMfvbuFYnmMfHGMsAjhKQnOZhkOzoDnh8DgJMP5SYY//+Nd/PVfvASlmuGfvnqKjx+e4vyhivOHRDQRV8U+RIqZ5fCAaQH2aDk9HW5PR3/NxNY60X8stfewmIUoFA4GdMFq0IXDXg/iKtI8lBchMRmWzZ4ZR3qbXuxPZcPs8GXummhVDbSqOhRitacFUq9EJBJlNQsKTH0gSMoUtm4DrTUT7TUT/XXieHVYSGBkCbS0HCaRZaYxyZCZGA4CnJ34mHlpiRhUgFjXkBApd9Hlye9QlwcahzbEaWnwZzGCaYy9lwy88x0XO9dN5BTrEwWf/mqFT3+1hD8pZGhF10RZS1JI8ow+lw6FwksciCiCI+MDuMQc84BIVxGH5hp0i+XtDDKm0sdkuYYsvtwzQWlwrKgLjsRSVZgqhTUVyVJFMM/gL/jQiWBwCKNn9FPDLPiZECEnNebQCybTUzg20eMUBVS0m5r8vd5WJRE4jxXpt5l4CkZLFeejHAfHCU7OUknmckir2+w6ZD+pgvWWho22AcWyoVgO9h8HeHJvJVjdEiVBhzWHbRxo80TMa4Mo6EQObI5pwDZKIYUDROIh+DLgwI6bqkbLhFvTUanp4vpnSpY9HKtVitUiLXs+ZdDNVQj+mW+ZqlngxhUNNy5rePvNKt56owqbQ6lIw2ha4PZnS9z+bIXT0wSnpxwelt+LvNDodtMNbO2q2NrVMPQjHEwiQfxe2bTEoNBs5mi0MlQrBWoVDkVNmEoVwcoo8Q93PKSzAqSq3Nq18fYbFaztGPiXgwX++XAh+HeNQ+tQRxHqImTO6cpKM1xdd3FlwxUBjek5DtacdoxKK0XPaKBr1tFvaOi3VHR5D2w5knj/2a+O8bNfniCbGchnJt54s45vfa+O9R0Df/t3p7L+6t+28e//bRu9DtNCkWCYHh/oeHGkIg58WddfqeC1bzQksfWL/zrGF79f4oc/3pD1i58t8b//r2OkWYgPvgu88a6N+vYW6lvb+PQP+/jkD/vYf+6LM9ZbKui2XVmCstowMJ/E2H/s4fQolk5XJjHk5c77gUMTGsM4hMwuNh/iquEgtsTKS+6O+LG4FBNID3z15QpevVXBK7eq2NuroLdm4NlojuejGb74QyiLQkxZjsYBhoki48CaKPsUlkPca4Kdqwa+/f023ningdMXmSwmTu99vkCzY+KDH3Rx9YaLp0/mePpkgdPDCCdHEULWV3NoKG463n8lIo0dY2WbfIHLV0382Y8beP/DKg6HGY4GOb76bIl7Hy+gpilef9XAyy+bgg3sblv4+LcBfvGPHsbDRLpZKSDv3jKwd5ODMEc6abjJWIxyjHgN7/s43acrivbNDLWmLoNEPlf4GS9okFikgj2jqcLUVXT7Bm695mBn18KTL308ve+JU5BpQBIdVkmC6SLG4eMIR08ivPe+JuvSpRYaHO4XDm5/foTbd44laRGGHDZSXCoEJZdFZXJR4/en5Lhxs4FX3mjJZ/LlnQmefDWHYdIpC7Q7/N6qmM5z3PtyiePjEPWqhlpVRdWuoGK7mHHoceJjMg5kk2S6BeKLYTGHvOxL14lwE2GPXa9V1OtV3HzLxmvvWTDdGM+fj/H82QzPHuR49hUTQCVChonIZqekN0zOMkxOc3S7DXR7DUnPrFYBgiiAXk1gVFO40ivGwxx/LzvAs7ILkN+5kEYV7NxQsfc6MbrA+TDHfKbipV5f1t5eA3svNXA+8vDf/uUAd78aCqaYHadXr6W4ci3F0WGEL+5EklROAgrqwH/+61dEBH70ZIr/5W++wuHxCO+/5+DtN200KgkaVbqBGiiyNtJCQVjM4MVLPH6o4clDHVd2enjl5XVssvdZW8BSfYQccqYFjo50HB3rONif4vhogDjw8M33tvCtd7cQhCv4oSfd0LEunk0ZdnPDxZQX35Mcpo2mKTwfiBIVcaIhybkP0NHopehsJljf0HFps4a1LntaclkLJguWERZ+hCUPthFHQkzP6yI2cIA9Ok5x8ChBu9rCX/7Fm/j+9/bw/PA+Xhzdx4MnMe4/BkY06ZgBYo0IXAPeysT1HRuvXnNgGjnORj4GoxCDITAYFkj4/gxU3Hqpj2+8vY5bt5rI0zGybIxHD2d4+GgOL2TEvIkwpAi2xGziwaGTt8rEfhWblxrybJrOp1hw83iRGme3ap7wuV7AW8YicEj3qUojHGA1SzJGStGKvUiuA9d1MV0sMV0ukVANoWtTI+6Yjm06yCNkcQxDz6VDzzVVNGwTNZvGKqaQaLbjIY37sDJZSkepUynTk0TWRj7xUAZc20ataqHZUNFoqnh0v8CjL5mGTrGaM93IdFmZhGJHIVejY6Pdr8CtWtCJNdZUDM+XGJ0vkQQJsogdMIp0m5uGilWsYpkogoLjsa7TMgVR2KYRq+A+WcHczzH3cpyeBTg4XGE+j0WMpCOchxld4wGMSf1AdkDsjTVrvL1SZMQZSe1F2TvO+46PP9agVFQFP/zROn74ozWkHKg+XeHhlwt8fHuFj257cPumLNvIYSLBbtXEj6508f56A/fnEb6cR7jvL/FlsICv5ag5pmCJOEiXYXpMoaq8J9lRG/tAwv7aFVBtOag1HdQaZWKUgkYUkxSxwsrz4XmeGOPSFU2DFNbKTmD2vjo1HcYqhTZL8dJOF++/dwWvvbGF/+t3j/H3v30sxBNDJa6Kqh5TnQoc9oy2KLKUe1anSiGZqVc6pNnllGN8PsfkfFGmh04irJhaY92JiGc27IqNVEuQEAHl8Nlpo1G35bnoOKqIdOOhL2ceeSWXQK4yact+p9xGRGF2zv7IXBBvtkFlEkBdQWfNwtZmBbamYXocY3YaYbryMPU8KAb3lLwZFKQeu4BVGbLxMy7t53TzM1lKoVqRvZ+3ykCTbrVGY0YObxUjjkoBmIlaildMAOusDDFL6otqlIMynte43xRRhgg0xYQhPZcmAs+XRbwitwumo0uilX8n3i9KEqTsLCQKWzyNArMVjLssGgO4+P0QuSzGRQph3JZ+LQCXCFyFyUfuHSIi4dnbaKHW0lHvqNAd5scCSXT0113011zpm12d+5idMG1PoUCBtW7A2jChdTLoXT43NSiRiWhaYHwQYH5KbKUKU1Nh2w4cqyLX7XIRSFez0FMyYpov6itkrlM62b4Wx8oOYIpiZfc2Dc4UdJj8430oYiFd61LPQlQ3z3kGwlWIcBVJwtBpGXAaFENS2FVek2Wv6HwcY3R+YaIri3D+lV6ytuVgfdPG6jTDyd0Q3oQdrhpqm5T6ytM2z+GBl0kNROty2S/scj/ncIieoQjLvnESBOJUhUJiTKSKuDI8TuR5WeNzoK4g+b+5WgAAIABJREFUSVhzFKPSMGUZRtneymf0ZBxJtx3FL6I/FQ5wPQVFwL1egjylOVGVVPvmKzouv2Wg0df/ddhq50z8Jzh8EOPp5zFGZzki/lzE6Ep3iIbeDQO96wYqDU0MFlmQ4+Seh5N7KzHwsP/MatmorrvQqny/+tKfB49qEkdqfGbqgktmb5gkgE1dzpdC4hKxs1wc5pGGwU6xnGKnTsMcO2pp8ALCgN9JIGcTLpVDI7Mqw3AiG3PBNkbECYghmM9rnvXk3qIAzBg5hV2L6DxT4uUZIhSseWmYsmgE5WJ1BxHSNGJIt7tmIEpWiBIPVitDbVNFfZ2fZxXVliv3H9fkRYLhs0ToExkx7EkqCPDmmiEGpsWEHeIqFNOWPyvrJigsLUeJLJnb8C9BHPIzIkmDHdPlUJ2dd+x4j2nsSYgE16RLvRSAc3nOJbMcyaIoO7wvROCc7+2yClzOM6RfyW8omyOgUxCxClSaKjZ2HGxcdsoKJC3F6Vc5Hv86x/QkQ6VN82CO/p6FtWsmNHnP69KL+vyuj9NnES5drWN7t47ulor2JtNwMZ7f8zA4Ku87s2rIdUAiRbjIEdGkyLnfRd2e06QRmCagsn+W+3V/nknXLGcEnBVwwEpTI1O1fN+R8iOQn1RBt9/GxmYXURLj4PAE84WPXncbvd42WIXL9xWHlvyLOMBOsyKpjuNnxzh6eow0ZtJTR6WuobNB8wON8BlUM4O3KhOyaWKUQ0ulgiKroshryLIAac5UD40IFBj4Z6SZLoK3COAvAhGAmx0KwDZ6axb667akt3QjhOEwvODCWyl48TAQMxrnFDx3krJkd4mSzmBxloAcL7UtvNQ2ZZBpVi1B/95+7OP5WYQK0y6ODp80g4hzEgtZUZH0jlVlypqJ/FioOZx5yLuI4ylix0OlNDR5Ceo9mkYNMZIcvQgwPIux1nWx1mPXnYJLGzRtMfCRYDxK8OIwx/ODDE5dh13T0KJZq1Ma8k6flSvzc2Q+fw9QX1dgN1IUOj+DBDuNFnaabeiZyWEYPF/F+Qw4m+UYzDycT1fY6nZxbWsTFd1CxBqT2QIvzg7x/OwIb1538ca1CjqaBpOJz1yB22C1m4ppHGEShZhYBSZVBbllo48WqkkNX96b4N6XE1BKoKmhkFoCHblGI2MGq5qh1QFandJAPDjIMTnJsZpm8GYlvYWkBCa8tKyGIjSwnM2xnM5w40YdN67XcHXHxuVNS3pKDwYDnE7GrL4myRbrvQourVfRcx10Cxu2b+AX/zzCL/7bCK31DnZe2oBikRw4RBit0GV/ccPB1R1gd4e5Ec4fVKzmCg4fZzh4fIH7izKYNRt2vw7FYLI0ks9+q9/CZq+FwcNTHHz6HBMvwqLfhN+tS9qTlL1JvMIgWsBL2cVOw1JplPdXpGBZsDUToZdL/QXpJxR/uf+r9VXUewrslg6zbkB1tFJO4UON1QZRBu9QwfKFiorm4sZLfVy52kQcDpCEg/LVTqJH7kCJq7A1VhpZ2NwwsVQCLBUO3pcYnpaBnq+7TvfWW+AaTue49+wIQ28Bu6vDarIuQZW9bZBwnhXJz2q5NPfo8CeAP1GwuafjymsGdtdNXLctXLLYTd1A1WrA9uawvQUW6QIjrDBHDF2pQlNrGC5TWTQ9kCrBd2ce2ggDA8/GPp6OPGy2NVzbMOA6KZbpAmG+QrNqokk0NqkwSiLbnlWqYeKrODjPsX+WYbbIZRk0jvQsMQz7QSr3rYU1WLRlFpbsGdPMR5CcIcEI7W4NrV5VTDUhqTBFBEWl2EJUPQ3CKhKvhWDeQR7XBI/LFC5DPDTYSh+7zxkX8eYRLIs1SRYsxYYfMOkbISt85BrxtAEUrexilY7dgiGdQv7bpI1IpQbYk+1C1yuCVGXOya3EqLVWcKqBhCfomc7CLvKwi8XCx3h6Dj/wBR/LBGHBiCtIu7AkqUl0crzwkKyYBOTysHklx841wLQLBD6Tuzqy4Cqy8CpSLJGqI4TpFKt4LnsdLb0BLbvBokihrsTpOVbRc2SYCs2Re3nWA3HRsEXDJc2btTr/rmK5momxlSQfnk0p4hhEDaOKAn2gWEOuOFLRQcOtbrE/mebG8nxIUZXL95f4/5h67ydL7uvK86TP5229euWr2hsAjQa64QSKAJ0MRxJXVKy0Ukhk7Oy/tBEbodj9aSRKM7ND7WiooRlSdAAID7Tvrjblq563+fKl3zg3C9Q04rKDINioZzLze+8953OcWRdQHTTXgeaagpdXGnhptYGs58Jvd3HSmuGTQw23jjQcjHUcjnUU7Ska+TFMO0ZomvB1CyOKokcKrm+u4s3Lm4IBTtwd6EEXFSMvNRj3MRj3RNyyctYU0tX+/hR7e1OEnOMrzCHVsLShoWDGCI7nmB5FePfRCt57tIwJtaKZAAvrY5y71MO5S31YpJRGCh7dq+LWZwtotYvwExtWJo9zW1WcPVMTQTTcGFM3QN8NMHZ9TCYkw01FgMRlr25Ygh8n0nnuB9LjnLoY05xe/kc6nj0llqdRU+mBR5F9hzzPNGYEUxjoiGCBRQGBZRWlj495fo3oNKY4hc7b0xkv5xzsH+hYJQ2LAlounmOKFWk2C+Qz5HWu8lqnAIE3cs5b5TzF8zNnRQaC5BhhfCz4ZM4fGTWin/YZzqwDx+lIzE8+V4JpFBCFWUTMz01cRJjB0l1kTVdc57rF7HgLgc8c4QyCeQ6Bl4M7H8t3NkyOUCy5KJVcfON3y/i9L5WwmgdybgCT7j/ShgIVH98e45M7Y9SWDbz4WgHrmxXYSgNqUMbh3UMc3DnCe08M/PJpDp3QRKbC2NMENvHLjovYriDM1hFqtpw5/SiA60/gkgZ66uJWKIKQBTCbbV63vGbZ0HEWnS6AU1Q2KZBpfBX/SjBFkkzSBbA+g6px/s84SjncQUlSul0uBxGMVatZVCpZmGoBpsr7nS77SSKVhxMXowmFOAMMB0NxXRuqjnzewOKyLSbI7ukCeO7nERBbTVND4MFWY4n/u/zcKs6cWcfW5gbyWcbqcSbAZS3/LMauMKImgDMPMGbUTMR4JQOqZeC4tStFEg3NixSg37h6GRfPbODx4Ta2D7fx8efb+PDTxxgOfeSsInKZYkofMxO0dp/g8PF9OMM+rwUlsSwDS8s1LC1X0Trp4eSkB9elnTxthmWwoPPLSns5hwEivz8dAJJ3wcEnOfgxvvVGHn/99aI027/+eIqPbk9x44UsbryQgePaaPVsPDrw8MnjPh4fjwUFrFDRw6Y7VvD260X81bdq2Dpv4qc7Hfxsp4vDTxUcfQZxElYLOi5drOFrf3gON15bxp0P7uHOB/cRWDGUmoHOBNjZC7GzG0EdJ1DGwLf/6Cq++1cvYRjO8bc/+Aj//Z3HCPsKgj6zB4SULgpvebnSLIi1GXbVhF0x0FywsL5gwkoitHYn6B05ROVL09NkU3KhAqvADMkJgoh5DxkpYgZ4cqHb59nhCJ0hlQVEV1kyFKMbq78Xob1NvFIMk8MfFXA5K6G7zoLgH+pNDWdfsLF1xZRGu9zQMDhx0Nodw+nxJqxAmavIqzbyiiUqqPlkjogDq6yK0FIwDIBhmOD4JMFJK82eJbKECACqvLmRJQqOrOhL10y88RUu8XS0+6EsDm+/6+LWey4i91TPQkwEUcxUV50OTYkdba6TlU6VcWrLJxrqi2UXl810XKji0WezFMvwVzNNQQ+yeSKuaB4FmItjIkFGMaSikY5goInKc9ydY9xjqPep6ji9dlKkR0p5lRw0FhG7hg7UcgmWSxGWaiouXchKqcQvFnX05goOBwn222wyQhwcRpJzyIqZEWq4WKmquNS0cLFpYxpYUtv3HNz7fIx+x08REr+tf8tH4wKYgCQefrKWKWpeKnY9hw1S+v5z4VtrZgTpZedSRDeVscQj9Tseuq05Oi3yAk8z4zlDYW9+yr0vFzS8dk3Hqy/oOLtl4dwW5QE6ehMN+ycRfvXrIX79zgiuo2I+ZRYBrzkiE5hnQfeLicU1Dc01Fb2ph8OeK6iTK+dyuLBlI1/0pagwrZSZbwi0TxLsPonx/rsB3n+HqtAEdpzghfNZ3Hg+j40tC7dGM9wezRA6IcJZCCXU5VBJp9aATXoc4fxGARc2Chi2YhztpAiLhaUEjSbVxmUsVctYKZlY5mK8piBZiHHiufj+94/w/X86xmomj7VsAVvndKxfAvRCiB/9eIof/WiC7/zNAr771w1UcjHGHQetIw/beyp2j4lY9cSls3k2i3OXC7K8+PAXQzy6PcMbb9fwxls1/PR/uPjH740E+fHlr0R48VUDuaVl5JZX8M4vdvHuL/Ykv8h1eJ2bWF23sbZupxkBioKDZy4efDYWlxkdIER4UNBBNAgFJDI5kaMHVWbExabqaM6SWTwgeDOqF0+zAwHcfKmAV14u4PKFPDbWsiiUVNzePcHtvWPcej/B57+JMZ1y+BuJy8DUmM3JXEJXhly1RoLFVWDzgoVX3qzg/OUcfvnDPn7xwz46xxFGwxjnLxfx7/7XJi6+kMMnH7TxyYdtoS8c79NNzMNQik75ggDARWDMrL80dhPnz9n48z9fwDd+v4ydToidbogPfz3A+z/rI/FCvPKyjesv2MgvxCg0Ynz0YYBf/ivzQ4DagobFZR1nzqWlZ22poz0fOw8dPLvvorUfoHUQirOAbqlSXUd1McXNCHEySjAg/r4bYT5V4E0VNJoWvvSVCl64kcOje108vNtBqVpFc2URiqlg4IzQH07R2Q/R3g9x81UNN1/Tsb62gGq5iTDM4ue/fIKf/+IJ/DiBJ/cYRZyRvL/QYcE5ermoolTSsLlVxJlzFcEovf+LAW5/PEKuSHxujGKZDgtm8AA7u0Cny+ET3QIaktCWYl7VdDQXXLdlMxMnhkv8O4k0HGgazIQk8pP3Dw2VUgmVYgmXXjRw9RVN8uru3+/gwb0+ntwBntzlGJlYS0uaGNPyxQ3OxTrRY4vNKpqLVUG6tdsTjGcOKsuxlCzlDEvygrsHcxma8RhK5aRgc6II518w8NxNSxwwjx5SeKXh66+ewddfOSP3Mwo77tzr4p//5RnubfdwhejIm1UY5gSmOcXeE1eWv7uP08xQXlF/9eeXpKig/4f//ACj6Qjf/rMKvva1Ak52RjjZHaOQX0Ctvip0if6sg9agj/d/leA3v47xta9t4S/+8iKW6xraz07QP6YyMkVX3ns4wf0HYxkWUsHcqJt463e28PbvbOHh4xM8enyCzmyGqRKAEaF832RYy+9UL0S7E6LVDjCYRBi5MSbzBAkxUrqJrcvAxWsJLpy3cXaD97BsOpxymNU+QrszwpT5oWyiw0Sy+7w5G7dUFdrm+eWBh8VqFd/9zk388R9fxNPd+3i6dw+/+s0MP/+Vj+40QO1siPIac5gsqfVGBmdXsoJZfvhogL19Bz6z10MDTk+F09fw9lvr+NafnsWNG2V88M7n+PCdW2iRONKiw425bSW4cw3HhxP0uxRJQJq51a0K1s/UJefz4KiLVqufol0jLn/T+AI6oui2ZAVzIjITlJoJikscBKYIYQ3MMqcwLotWb4x2fwyf/2fOey0dlm3DsCz4bE69uSyzOZjNmRrKtomiacCPmC3ryYCYZwmdmTU2cXAKCpUQxXIIlQ2VGiFjWYJwzFjE7vOepeCdn/p452ceOifMg+VhO5KzCHN/BC+XA7bO53HuShGVekYaR0rl9571pDSKuWwFWSsR4SOvgaf7Cp7u04ypQA1VLC/Z2Niwsb6RQblkoFKi0yTGxEuwu+fg4YMxWid01/LcQOxdUcohKnswJRsEdhUwSxy4c/kUcccmwwQONXg+5VDa7dCZFeOPv1nHH39zAUsLvDJjdDsefvDfB/jBDwdIMhaQtWDliLoMsFXW8eVGCTdrBQwTDYNEw8eDAd7rdtCLPGQyuhQXzEIr9mMRrHmzWJC1jHAIpwqCqYLF1QoaKxVxQgoiHpGgKlk+m+yARAQF7oRIx1RYSfwZaTpEHc97HmYtF89vLeAP3z6H331tA//l14/x/76zjV53JoPB+LduPjqmuViDuEgpIqk1S1har6LSKCBX5HDdQL87lGofOTjZczFsBbK4CB3AtDKCqAwUD77iSr59fSEjlWbaUzzkY9yfw3MZAcIzSSziKxocmXvM4gLYGczlHJeKYAClkkApQ5C258/XUS1kMeuk6NTueITuaCyL/IR4u0BBPOPQmo5/yBI4zZ6K5LmWL3PBTXQ6xX8pSSBdAPNcGMAnRlgcwOkCmJQZwcpSeEEnLkVkeopslmVYmC5rOTwg7ppLDuYecfkl+dsyuDRQKGZleDmZzDAh25AuUgobFCKyeM+HLIMogOD7we9gOhnh8klN8be2croAps+J7iUVqg8ozOGkG9nKSNEN2FyzoZo+RpMhgthFbTGLejMn+cnT/gz941AWwL6voraVlQrNGQJzJr2VFlnyPRyceLLospidrarImllkjRwCN8JoMMNo4IgKWzauXKnys2Y/wsU1F8DyGZ9yoflZqlSR07lCdo+sf/GFdVgWXgavWaLBOXTQJUs08DwZTmcXLPmeEpuomyHUMAMltNFv+egcuYKjJbmAolhibllLizaaTRvOUSwL4GkvQm5JRXaJ7zkx3yRAUbDiC46vtGGitGrIeaNcVKAw62lK9DER8swZ5fdLEcT48CQS4ZxiKCivWbArKmbjOZyRh+qKLehnvi/+OMLciTBxAqnEN6XYW5KIxgUzX2cUhsjWLGTrNupnYiycD1Gs87q2YLFpdTwojodnd3w8+tjDqMd+QxOsW2oeT9C8YqF5lU4giDtkPojQvh+gfZ8uCENc0/lGAZX1EvS8hvF4gtl0KtofRsYkRJozM2weynXqe74sYPndFe3jqbBScn55RuHf1hnfQLeTDjtnIZOnO4DLjQmc0QSM+o0ciqIz0LMFKDqdaDOEEbeivAFwSMTnDHGRzNKNBIVNdzuHYMwHI92HOGXSLSItgEkhR0VF4KdRP3TD65KIzrJkOM68V28+hZ6PkFkACnTDr2VRWcogoxlS7WcBDh54GBzNMR/N4TseigsminUTsxEx6b64l7iUsQRFlyCTSzBueRi3vXRRfdptfGHPtQuqkDQ4PCPmmWIJinsoNs2UVCnORWRIyWf7mO/Pv4kW6B7jhJt0Q53zEEMsAVApPD39ReIBxay5MrC6lcXKGebGB4IOPb4X4tl7MSbtCOUlnjXpgDZQXTfkvSdKc9yLsXt3hvauj0svlnHxxYq4Z/XMHO3DOe5/OMfJboT6Sg71lSwmEwcTOsKHJGqkC+AURQzYpQR2iT0D72UpaWTajzEfR0Jgs/REXDMUyFBYk8ZfENHuYTbxsLS6iM2tFfkedXs9TBz2yQXJ/mNcgWHmBSLA5QRR8I1aGY1qGTvbe9jZ3hcSkO/PYGVjLG3YWKRYPqvDymlCnWgd8c210aivolJqYjxlTq0C1xtg7vXEjVWiQMdSMBpMMRpO5Dp2J1wAkzhnCLGoVufvhixmuETJFrMo1coIPBM792bYf+RgNE2rsABUVlIqQBoLFeNMKcHZErC1VMDWcgmDWYL3H41x/8DBPKKDNb2WWAnyiOIioOYE6Un37WjIn82RZynR7hThcvYd+TG6XcaMeHLvXzlL3CNwsOui0/JQL2ZkAbmxomBzFbCMGA5xtd0Q9x8FePAoQLlB0YMpVJ0in5GqhsNHCg4f8RFEwRiQLanI1zTouRB+MkGsztDI2GhkbRT0GnJaHaFnodUP0ep72D/pY/+kh6WFBZxdW0beoovRE6rIUfcYh71jXD+fl6pSGOQmMMIEBiNgcgp6cy6APYxsYFzSZGhXT4rIell89mkfn37aR8jIgCzjAPic1OVZqTDaTA9FnEzKGu9pPeYhHwfyvWdlG+rpAjgDPcoh8SiKGGAyGODmy03ceLmJpUWgmHMRRVMcdEc47k9S+IMCrCzlsbVWQN22UZ5p0PrAj/91iJ/8bIBLV9bwO2+ehV1IsN/aQ2fU5QFH7tVXLhi4et6Q5ylJgeMu8OxeiKf3+DxzoAZT1OtlLK+voJAvwJ9SmBKjUiugXM/j8P4Rnn2yg+P+DMeWjUEug7XVPNZX8+i4Q+yPuvK+TSPSIElBCaWMxJZFF+9pk/5cRB58TvI5naslyNHVXaXIyoKaUSWDPOSZKVRgBArGOyEGjwKUrAJuvHoGV68uodc+QL99gK47Q8enKDSP1cIylot1VCo6qhUdbb+Htt/HYOBg2veFdDUe2ZiMbBRzipQXexiRHqEFIuKg2DQi9c3R4HL5zNeABDpnqqoCZ0RyY4T1KzbO38hhq65jIwCWIhUWMavEIUczmKEjUSsz1cecefQK/eU59JwYXT7TozTOivdVM64iCQq43x1LrTUMXNrIoJgLMQ/68KORCFJZmThGljNMOXap6DH7+DDCg6NIaGfjaUrr4nPGyGoYjlwMR3Pk9VXkjVVYQmEkFnmC8XwPbniCcrWIUpXPRuUUmOIRRyRF+oquJfDGC5gPmlDiMrI0QVlEzDLnNMFkMpe8ekb7ZXIRDEb7BcxANuVcywpi4vEHgD4DCRIUQn6R3UpaCs++JJSK+zKkmIhRHZYsYEolGmhIlRzCzjnpz6QniN1FxPNFjIZzdLsdOBIZUYBucLljSZ6uQgqDlpXz7bTTx2wwgGZOoBpTbJxXcPYy+xbm6kaYjFQk/lkpZhcnxgBu0MfI6UuuuYkLMBIugGlGIo3rGOP5EwRJDzmJMFJTGpSfwLL5s2fFtKNqzJwNRIQ+dyfpvkVIewwZ06HLMn0RqrIITS9C1fPSkyu6i4TI4iBC5IfwHROeYyLwfYmk4VmUcWhLGypeXqrgpeUq7GCGWb+NVneC+8cK7p8o2O4YUtXsDKulqbiPPc3CTLEwHGoYDFS8sLaA1881sVr2YCl7MJMBDK8A3Stg6PQxmPbRWAbOXzSF1nX7wRi3H4xQrmVRrmdlTrp1xkZRjzF7PET/8Qw/e7CIf33QxERPEOYDLJ91cPW5Ea5cHUObx1DdGPfv1vH5p4vY3c+gO6JQ28Cli4u4fGkRi/kcmoU8psyN783QHc7QH47QH4xS5LO4fymSoSOT330HU27yRVwsHGYpPr+/WAKTaciJjPR3pK7QTEIDm8aean6Kgp4IIpyuYn6XVNVGFKYUMt2kIJpYKIqtKFhISU08QXG3RtII9yRCzlG4AGYkaSqeT13KackPJfhprk1I5eGcs8cuH3FCJzuftXR/F2BqRYzHLYzGJ/KzlkoFWGYBUcDKIFImUrbuIqO7cv1x7sLlYpzkECdZzCYZOCNGPs4QKSeA1oVpu7AyLt5+PYe33shis6ShFiXIE23M3lBRcOfOFLfvTJGvajjznI3magU5axWWUkP30QG62/v4+R0VP7xt4iQwkF1QkasryE1nyE5cBFYVXnYRgZ4RkUfABXAwwdyfpCTKIIZ6ugBWlSJCOqQZq0m6gJCfKKpkb8soj/TMkSRE0hC77QgaW1EnUPWpiDo8UmLmpJvxHkYkNiSejKSZxkIZiwuMdiqgJHlnOoKYJtUQ/ckkNS/0Bhj0h2I0CP1IxONLqzQOZNDvFdDv5TFzC3C9vMSRKEGAjAa8+toFvPLaBaytL2FpuSE98mgwgTt1kNFjZDQS9zJy76RYzE8YfeHjsHMs9eTpQzx59ghjRqp5KlYWV/B7v/slvH7jOvpuBz23i1//5lP89BcfotdxUcjWUMrVU0KRqeD42UPsPryF6aDHs4iZcJGXy9tSU8eB4xDFcBpcbGio1/Ko13IYjxwpNjMpFi7FR/EUJ2lOSYwvXTTxB89bWK5awr/2I960IqknnRgPjhM86wU4Gs3Rd3wxtLOPqOVj1HIxXn21gq//XhOVJRv/3ztt/Nd3OvBPEgTHwKWtMl57rYm1zRzmSYCp52Hn4QDPHgxQ3tCwdNnCaJbIIPnpPR+XcyouZVV86atn8NYfXcDuwMX/9Q+38YN/3ZM8k8A3YEQRdGZbEdNAtU0GaKwyZ4+hcKmJji5dZaIgmMSYjOaSm5Uvc0gDnLmYw/nnCjLQD2MfAUO+uVJOUpwGnSPMsWmdOOj3fVl+EeM1olNtTOwy4Jzwz06gJzEMDiIpRrIVNNdMnDlP15ohN+76koLhzMfQZV6GJxmNPCTOma06VGA6OsyZjuUi85aBWllHtmzBVzXc3Z/j7r6L7pTuIS5igXwhfTjOJ8yBSiTfrrmcw5mLxLeqMDIRtrdnkkO5/yjE/qNAbogZLj6yRDllkcll4CdE3FFpCsny5UPLk8DuCCYXWgbvqqlo4AsuvzShHBxpKsKEw+d0qUllPZvOeezLYJg4HjNW4fdVzDsqfEEfR4iIUZN83dSBTIPp6e5XBmDM5aOClcvHiFgQJUaWrzkDQUYsVHUUS6eOYDYTdR1aVocT0s2j4KQbotUNcdKa46TtYrkMvHLRws2LFlxVw0zV8XRnjocPZ9jfC9A5ijHsk7d++ouDJV2VBocDXP7SEx16Yki+op1jnoaFciWPfIEPpjTXeDj0MBx4afPpEi9DxFkAdxrITZ7oZhHRc+ZmsQHRUK/reOWyjpuXDSw1LSwtMe8jxsHAx+6xjw/ed6Vij0NY4pk4EIlgZRMUq7o4MdiEcvnseb58v4lCv3wmh/NbzPPU0VihapyH0Qitlo9Hj+bYfhRg+6GCx49U5Ig7RYTnztq4fjmHzS0Th76PA8+XxWvrkPx+Kuh0cYrQxcvZYdGm2sxAtVBBrVRHlg9YxYESueh3Q/S7EW5cauLLL69hcV1DUBhif9jDP37vBP/x709w7WIF1y6UYeQizBIXPef059oO8e0/KeHP/oSLsURQh+12gIdPQzzdS9WDdDetNW2cXcsgqxuY9ZhtrWL1so3VSzZ+/KOpLIBtK8S3/tTEjddN9CIL/djC/Ts93LuPptLNAAAgAElEQVTdh4o8yuUFFBnirTKPbYwOUUmsI18yop1JqvITZr+0CByqKIh5c+EynupgfranqnkZMDJXxebnYgvCjgpKTUtQyhDRqaKaNwQHXWOm1paO6qaGX/xwiF/8cCAoJQ4rKexQYoYSkQdF9fgMl18s4PqrZSw0+T1w4flz3Pl4jrsfMfMownwe4+yFLL7yzSrOX83g2ZMhdp6O8PR+LE5S1/ntWUl+HhZzPGgJ4KCZarYzGyb+9JtlfPXtIvoJ0IuBd38xws//pS9Oj9du5PHStSwKi8T2Rnj0OMDt2zzM0zlVRr2agZowv9PFTIngqhGO9gMcPA5w9CzAjDm8k1gQqRyg2HkVHGbZeTplUzQQM2R7bYpsmLWoYnnFxtvfqOPFVwq4/WkHtz5tY3G5iTMXNuR62D88QK/Xhx5r0BIdFy7puHjZEOxbGJgYDoA7twei6Ga+Ow1NRNYyj5eLbx7wuHDa2LSwsWmjVsugWqUaUJHvfqc1FxeLH7iwswmyOWA2V3F4oqI3oESVZA3mrOiSY+o5EXw3ROiF0OVww6svpW/yvlFr5JDLa7Io4iFH8XTA0/Hq2wW89e9KsAsRbt/q4vbnfTz6LMbDT6kkNWSRwMW18gUqj4NJP0IuW0QuV4DjBRhOHMG/Lq7pUkRxMUuSinQugekII7KRxYUUc53PXdFx+bqBYokYoALisIiXri7ipecWsf1kgI8/a+Hu/R4ebtOl6+ONb9SlWp0+Wp0e9ogI347RO4hRysco5xO8/fYa3nprDd3BFO9/coAk8fD1r9Tx+s0Kpi0P0/YcrTZw3CHCW4FKnGHOgOrXoQYLqORd1EpjjPtTPLg3FZzg1ecqeO65Mh4+bOPRw5YsTgolDZWKiXqliHqlgP3DCfYOpugMXQwcD1M6q0INQaDBmxJhz1xnHdUmFa6qOIpiOuF5qI8oCvCRzxJZSDxsBrkMc/qomCYi2UWnO8NwoMCZaIK1Yp6RblO0ZWI+JbYnEPwaF8hfeXsdr7y8iKPjMY6Oxth+FuLhsxi9sQ9PcRCIApRZLxz40c0DcU0c783Ra/vizqdK0DYU2KaCV99YwltfYwZ1GT/9bztSM2J8HKrx2XgQK6UjMlUkJhXddLnzdzY/vIfFCAMOlOn0TReDRMxSmMABspy3mYFHM7FBJxHdP5L8itjj9ZI2sYZqSbwFi7SLmK46ukMtig04eOeigQgf5pammYdspLWYOahceoeoLthYWMpgYdFGfcFGsch76hgxBwjMaBVRRopN5hmXr4ENbes4QesYcJiP6OkYjmIcHLpotSjQ4z+jCoa2XrWRMXVZnnFwnz11CXGoyfeCERaO58Dx6DbmdUt8nYWcbclBm3ZgLo4E7zwJUWtoqBMdp/DaTzCeReiNA/S45OuomHYVwY27PpHPMfQic4JP0yS45xN1Szpc4jmJTaFkGM5DXNzISl29UMT5rQJKRQO//qgjddgDDvs8L6ioVTSsVgxcKto4X8wgn7Gl3j/q4We7JzimIIIuUsZOEL/NZlV2H3TwcCAeiUOfYi4lNFBvVFBfrIg7dj53EARURHsIwrn0EFI+FyApXlOoM+K4TPO3AidCMAlxcTmPL73QwGtXG3gyUfBkrODRdgsPHxxhOnJhE5mqq4jo/CYui25TQ0O2aCFfzch5L1slIloVCgH7bt+HPK+cYYxp25N4E3l2jGOEaojICOT8Q7dUo5kRoRUzI4cdF4OWIypc0yLOk5ECFGlwtmuLu5Q5rnRrcwHFnp75q1EhRlSMUVmwsNTMoWhbSKYKEi5VtBChFmLsehhO5wg9FUaUgS6CH2bCUijoI0o48OSzjY0tqSEkWUSws6rgeyUD2EtxviQvcTkYJVSk0xHL65PxKanokYMKorg5eBOSkyyZdVFK030YRXzmkm+Qrji5DLMNU9yVzAdmpcr4NHvbZD8DZmumIg+6yCTuhKJZ7nzoAqRTRYhXqaAiVWBrUP1EhjjKPEZsGIKUqy7baKxlYOdIw5nJAItYR+IIUzRyglEvQu/YF4ddqZlBcTErA/1IobtDk2UNHUrjvi/ob03Q8fRzmLAVC+EswXRA/LyX9h+i8qfgl2csEolSly+JRXToybCHy2E67bnk4HdVHMB8nelrlZkRS1dPs6WpMOdaM0J2wURhiW44tjfMoAvFIRQ4GkbtCIMTDoEMFKoFWEUDnjbBXJugVrJQK5uYHiU4uRvA6UewFxXYzdS5LWi3eQSXggMzQXHdQHFFRymvoVTQoFCA5KSuVJ/A4iiB02VxwZXAnSaCsqfD1Cwq4ornv6O6bqK6Zsrn6XRDuVexH+OwI5rZUnRWME9AhvQBB1Eqli8UsHShgOJSiNyiL05SulTY30xOZpgcz3D4yMPeA773xD+mLvGYebNGguYlE83LjI8AfJ47ezEGTxIMnqZiBH6IxWYRtc069JwhWd+T0RSmCljUJLgccgZy/cnQMyRyWYfOrG0+B+Uew+ggOtEpMma8QkoOIPGK9zciznkm5wDHm80RTEkqiKEz97tQkIW1N5vCm1E8kLrHs3kbhXJOvg/u3IPrelBDHWrIpXUa4cBrQb4zzFbMsuhi4nAvTOcm7MEkE9uUUkB1hJ/mAecAqwRkayrydc5esqjVMxh1gM5+jO6hi2HbEUGrYPQLdBeHmA58mTfky1nYeQOheA59+IMI3jAVN8i3mA2qBPZqguG1cjzP083PBXUaZULCTOpuZEOe5k9zeRey956cEr94HVG/erpcpUZK4ouIoFTTBTl/ETnHs02uHGN5M4PlLRuOUA0CnDwKcfBpBG8UYWEDWFhXUGO29UoOUyfEoO9hSPHMYSD38OdulnD1RlkGr8xMPNn38eQOxQ0KaisZ1JYzQpxwZjOJGQpmmpw5uJimWN8oRDDzxOCl127kK3CHCuZjnhAi3tnkHKVTIMOMN8Yd+BqmgymmAwf5YlYWIEVWpQTDtjAYOrI0SmTmw+KZI5bbIc8CGdvCdDTFZDxFFNMhyOWEgtqShUqDDpaULtBvz9A9mkBLSJtbQb3WQHsYoDX0kaguNMOVhT4xg+wNu+0hOu3hb8UEpKRYNkkRCapVA5UqB8VUi3rIknBRL8i8i9cjIymc+QyOR0xqgmKdyHz2Fqlbd7kQYzkf40Izi0tLdJwp2On52On62OkE2GkHvyWVRREdiVkEAckRIUw7xGQ8w3RCV5SGTMaW99oPU5zrcBhJ1RcNLK1z6QIcH/rotUNUchbKWRsbKxq21nhe5TM2RLcb4M7dAHfuhCg2NCm6nUvMbVVNHDxIsP+QwloNxRLjutJzq86YEmMmYtgil79ZC3mthoJaF2HLeEgkv4eD9gSHrQnKpQoW6wuwdBWBN4bnjTCZDzBxh7i0buPSegZFktPmAfQwlugOI2uiPfXQdjzMshqCqgUtY6IYmjAcDbc+H+Pzz+nr5HNRhcplVoaL4PQZyaf+YpMxVRRqxxh3JxjJ+UPBsAXkFjUpii1Duk1dPlc8qIqPV28uCwWxSMy3R9POSAT8A97PkMBXEizWclhpFFCgWuMoRHAU4tG+h4f7PtaXG7hybkVc6Ae9I/TmfegVwKgqslhcWzQQuyqmPWBwDBw9CXD0OMRyLcZyNUG5yGzqChRYGPQDcTOubVawulFB/2kPR7eOsdea4rYT40mYYPlMRioyFXDkPvW5iKTLKZRHK0VZhkbXVRbTUYBhbyZEoVwui2w+Az8ewk+GyBSAUs1EtmiI+JNEGctnqUIH23/M60jH+bMNbK5Vxa1H59tg7qDnTmUekJnnUFTzWN0sYXWjhPa8LTUhOciFRPn0Wiq6LVXoW1aGlcbn0b/CeAuSMNgbz+eJiK/rtYoARcYDItzH8trGTojVSxmceymLJmMBZz5KAVCy8rKkloz5cCrO6KxtSIY9+yk6ZQ/HAQ4mgZCoSI7hcxd+DpFnoz100Rq6eH6thlcvLKJRIEmmhzAgYjuEb0YiCtN4Zo8IP1VAqMezdoSddojBGBiME3FR56omtAypZpEYT4x4AWbcgK7wXsjBrAMfbQToQdFIajRFKMvIPoqnZckShzAojiBCerIAb7SEJMgKIZLnZymdFDM6LwOJzSiUMjB0xmmpcIekbQRCgAyTIQKlI+hlni95xBSzD7G+PJcwt1gEu/x3U/iRF2Qtn4elMpeOcxhWD2ZmIksZOmoDZxHhtInxyMdgOJBnt24QfWtj7lFkw37KTjNFQx3ROEI09RDiRNyWa2dVnL1M8TwwnTAiiLOaBSmKnBiL5McOJg7pqTEMZQsmNoWwqCcm/LCPeXiEIOkDOul1xO9SPGjCtrPIMvLBUE8zh2eIGTWSeKeLLM4J0+c0r5G5m4M3y6FQXEalsiLnmCCeIqCQwCMdwkU4txG4pCfpsgg0KEQ0e9CsLtYLOakLS0VcWS/CUBPcfdLC3ac93GlZuN2yUMi4aJYc+XxnsQYnMDCb5jGb5LCQB1ZKCSr5GXLZASzdgeraUF0rJeQoARYbwJk1zkIU7B+r2DtWsbpkY2Upg6WmhsWmCluZY7LbQefZCP/8cRn//EkJXk6FsQCcvejjxefmuHZljpjUkVGM+/dq+OzzBvZP8hjONXrlJdqNMZgb9QVs1uoSR9mhiNql+JgxgxHy+RIKhRKimJ9zgNFkilani95gIDMxxqd9EWtHhav013wwSS/As3dqMk37KgoyOQ+aIwqI5p0AGqM90wWwolgIAs4vdCiqDVVjJCZn2nQQ8w/i+8MFcBqfIxFbsmvj3/cBlVEnqehTcmYTbsjSz543Sf5vrARDxMoQcTxAFA/J7oGtV6QYETEctKAbCfKkNLAZictQkjxidYxEGcPUXFjaXD5f7ikY0akaGahGFu7YwnTAmCX2oS40k0Sv1In7OzezUpcWdWwyIpJxGoII83FyEOP4MBGiRK6eoFDNoVxYQc6qY/SsjeFOG7+8FeFHnyk49jRYdR2ZmgZ7SgfwDDO1hKlRh8/8S3mN7KhchMkcimpAVXheKEFVakjirEQjsbg34b2BuyXO3+QzOwV3J8S8MGZAMoDZYw4QKX1x4oe+hchP6QTs1RhJQMIaKa3l07gRinQsPS/LqYgRZQLATMXACtH4SYDZZIjRoCd0FsYYMT5lOq/CcSsYjDPojyjyNKAGquDuv/rlK1J2RheTJklMnjtH5Luw4xnsxEG51ECl1ICRrwO5OmZhjAdPbuPBkzs42D+QmoyJx1fQqDbw5s2XcOOFq1CygJJJ8Mv3PsQPf/JLnByPkLNqyFlV6Y0YW9Te38bB43twRn0oWSOX8NDKnBfeWFO2LzNhUuEBccVnzyzg7NkGDve6ONzvyqGMOWCSKyUn/VgWOqyrNeDlBeDmpRKuPb+IyxfruHN3hNt3Rnjv2RTv7E5xOIsELcwGyyLDOtJwrunj3FKA52/UcO3L61BzWfzdf2rh7/5TG+UklvqDb6zjO//HFckj/M///Dn+208eonNio31s4cLNDK6/TYxEjFu/cfHk4zn+5KyBPz5j4NIbTWz+7gpu7c7wf/7tI/zXnxwjsLIIrRw0z4fmBYjVQAZCuaqCqzfzuPpKQVSf7tRHezvEwa1IUEWEldEWsbDMLFjg6gsWXryePR3spc3R0AEGU+mxRA1Gq/m4G2DUDdDrhYKPbPeB9gDwHQ1wObync4TqulAQXXZJwQsv5/Hm2xVcfs4WBK9p+/j8/hif3RvjZBqjMwf6fWDcBkbHANpA0gJev2jiay9ZuEjFfL0ILzHw4w8G+PGHAwxjFcNYk0azUOYQKcbwMMDoMMBLrzXw0uuLWN5UUW54GDszfPz+ALc+mWBChG0PyGVUFAsqKtUCKtVqmnEcj+FGY7h+iJlHrEUAZ0q0YoiMxYONKnlLkpt06qTgxcphLxXTZLsz5JvLwXw5I9lJXjQXp48RQBDCsw4X5RC3s6VoovLnxcO//JR09ts8Ig6QSo0syos5OMcOnOOZKHmZ50eHsEo7fZzIUpd17XkTr7yexbkrGeQWbehFC/e2idokltTFrU9mslT/2ismvvqqCY+qKBt41grxeN/Hwwch7n0aYv9JmjvFvTaHYUT+8Dsg+YYMX2dDOtPR2AyxuBVieb2I1dUF5PM5UfdPhj4e3B3gwd0+PEeVZS2Dlpi5pSaxNKhSp4IlLr3yCzoWlw28fM7AjXOmNEVUCXdmczzujPH00MXnH0f4/BOqe3UYIkwgBi1EpsysVQXVFRVzT5OiIMJKAtQKGi5u0QGcw+bFPDYu5NEf+4KvvPfIwYcfj3H3/hz9noV+30IRAYpKgCubJl64mMHZTQszNYarxbh318G9ezMRifD6sorE/qWLYCo9Obh75aXzeOtLz6FRzmJ80kF3v4NfvdPCL99p4Y++ehX//i9u4vxlE46xi6fHB/i7/6ct9fZX63j7qwtojWb45EEf9x6PEQU64lDHN9628Xtv26hUiBuP0OkHuPdohu2nniwsXBdYKRjYrJhYqxJFXcXqYhFxNUJcifAvPxjhH/9+iFpFwXe/W8arb1r4fG8idXzo4eTIx8rKOq5cOY+VlQUcHG7j4PAxbr3vSY37dOD8T2gRGTqeutYZOcZlCZ8l6UzydJH4bwgSHswXNvIoN5kPSrVkhPazOdrPPHFrMPy9uWjj29/ZwLe/u4l/+t4O/ul7uzg5Yl4ZHUscYOQE/WFlHZhZB2/9/gq++e0tOby//+4zfPzBAY73NBzvcuhKB0yMzXMmXvtyHmcvWZJFNRq5uPtxgnsfAw7dxXxgcmFzav7hgJfqRA7auJxZX9bwR28VRC0WVHX4VR2/+OkYP/z+UAYzb9ws48b1AoqLIYqLgVAG9o9C2FYJZ9dXUc4Vsbfdxv52Gy1vLHW0H+FkF+gdpYI9iULNMJPLEnUw0X5GNkKxzgFLgM4x0Dni8hdIfAVra1l8/ZuLuPFaGR++38IHvznBxpkNPP/iRURhgAf3HqDbOsbqcg6rKzksLqe51+PRHMdHUxzuEavP5RH7gxiRQRSQDmdEJxXP53Nx1V67XsAL1wuCNRR6hq4iy6bRAFonzOQdSDNE54vrE9FuYDBSBXdFoceY9/NB+nOnaP/ToTVnohywm8DSegFnL9VQrBgYTyYiyhod+BgdePjGtxr4s3+/hOKChk8/7uLTjwe492GIex+w6SImjgsA5vxwqcPPMYCmBYgjG0mcgRsGcKI5YAZY28xibSuL9skMnRNXUIPBDKBgTksfg8gaCjIGcPaCjovP8WBfRKWwhmp5GZtbJAHk8F/+aRt/+3/fwZ17fTmk1Zdt/MGfN/CHf7GIjz49xsefnmDvYYjengqvp2K1GUlduFLBhStVBIqPznAoObavXWvi2sU6EuLUx8A777fxk18eoeskWDjXxMrFZbz50lW8ef0qnt75BJ/86qf44P0DvPcxMHaz+Ju/OY/vfOcCHj/cwZNHO5Lz0VjJSvN4fOzj5CRAh6jxboJ220O75aLbYy4sMJkQY8msbh0vv1HEl75WxsYFE7lqgmyJA8cQPu/jJw5Gxw58hwsA3rEVTKIE0yhBqxOi3Q3ROzYxPMlgPjFQarooN130jy0Mjm1cuhriy7/v4uVXI5w/Y2Jt2cagU0S/U8TYVTHxkVJFng1xdDhG1jIkXuCw5+FZ202R9B1gPgQSTlqYb7aW1rVXarj2ShOVagnf/w99/NN/GECFA1WZnQqM6P4xUb1QQnmzIGhLKnVG/TGGnaFw6JlXXMwbmI49TNhsTRJxs3PhlsY9cIDNokuOLhChZ4q7iNl8KqMqYkPyG6WZ50FflkhcbBqyCE6z/LjU4hKJ0RjpMs+bnQrJ4gRnL+Zx+VoR5y/mcXYrh3pNRb/XwqDXgjNRJZPZFcwPHb4RKOTMFnnu0eXaiZDFPMjj4CjBRx8xT3mMHLGuFpdzCnQ/zS8Kp5GcGa5fX8CL1+vI5kxpHPsuMWwd9JwparaNWsZGtZ5HbaGA7jjAXsvB090pdu9PsfdgihvXLSkKGGtLOQS6hu3jObYPXOx9PsPeZw7mcSL4PkZlcTjDwUyG2a4WFecq4nn68OeiTaW7SiNdwgcmnKgBb95s4g++tooXX6zgzs4R7uwe44PPPXzwOfPADCw3s1ismKhaGhZsDZdqRal3n7bxg3uH2BnNkbAhNogn5QKeOfXp4UrwshTfBQos3ZJ89kqlgmq1AteZoNM5xtRhzg6fcxQ6ckHI7oBOMj3FdIsViE7iBLPJaTZtAmxWDby4YuGljTwKWxdR2LyAdz94gp/85BY6R0MUeVZUNVm2s37boPB8RbSRncBegNTqxbJUvpyDYWbguwm6Bw66e1OcPJng+MlY8vhIfSs3DFHtEr/rjjiMMtA7mqJ7MEYS+chX0uE4EZ3cA3EBxLxjyZale9yPoAZ0MSTwMiG8LJe1VBKz2WNvo8NODMHsFRYsHHcc7BxO4Ls68loRea0AlQO+JEQIVzLEmDErGVQc3NEJMwqhc4FhUeBwGv/BwRcFE4wUETdEihUjtpdPY+6hTLp6M5By5szRpUNFhWEa6fJLoqn4GXCBli6yVZ/ZsbxOw1RccBozzGG+SSU9c9KIRfW4KKJzMM0algeCkb6nUr/9lW6H6QDW3EiWwPwzGVFbXmIERBbFCp+RqQJ+GvgSx6BbGeh2BpNJiF7LleFktphBrsScVjrn08xX5vwSZ0tU9mwW0PoqlBGDWcOhjnCawB1GEh3zP0n7xfVMoQPdKXxtRMb7RDGcLoBl0ZsCnNKvmhzS/k2/yvPHb/8WtR52SmwqLFsormYE463wAwxCzHqxEJ6m3URijCy7gMWNBvKNLKZqC47aQt7SUbANTA+BzoMIziCG2YCUnAH4R3nMeY3k2s+vaoKI5n24mNOhEBnlcGme9uGMV+ntB+juBYLdp4PELALZZgw9dyo87iqobOiobujwnVh6QC6AiVan+DAYZ6UiYhnpRqH9JuHi1MLl12pSVjmAxiERsz25EfQ1HG9PcLQ9RnvHQ3vPgzsRu3WKL8gmQC5B84KB5kU6jBPMWpH0d9MDDc4Bo39cxOocpaUiGmeb0LMWOq0Rhv1JGuljAd7Yg9PnoJMH7PSMxAUwF7wSJaCleD0OV7hk4esRISUHeDJ7IMov9cRKb8rrdxIKDpgij1w5L0PA6XAMl3apU5d/kX3vQklEyhTLs/TYgh7R5SQq39NhGt8QClY8RLoHKx/ALnBpAOntfFdNMY0zQ0RJGWaHMz+AA3NmG2Z9WMUQ6+eKWDtbFOzneKihfeDiZHeE9h4HOxayJp0+gSxK6ERnvqydMzByphg5VL8oUGac1STynaeGSL7YGrHApA1QKJpG0HAYGXh0pagolAzkuQBmLBP/mkfwhxGCEald7Kd431VkG080PxfAFEVZhiU4/BQ1zcWrDz3jIVcOxfW6vGkL0pfi3vaTACf3Q3GAr5wnKpVo5CpqSxUcH06x86SPQdeT+y7FltdfK+LF14qYDBy09kc42gmw/0TDqK+LYYCCEmbCu/MZwjldhbzRcElENL4CNetJkcYlxh5fgTcy4JFOQad4EIiohktgjSI1OvESE+POCOPOMKUAaCQ8rOD6zetYXGni/sPHePDwsYhyWBwAqRIpzWdfuqiwLBOWnS5NjDzPiipKdQu5son5jAQpH8PWFH3mjqoGtlaXsNioY7c3xW53Kov6YoVZscQMMuM5wdFBVzKHy4UKysUqdJXLEAe65qFSpqCRNy8e/rgAplOcOHxDRPwU0VLgyRlLJpsujTlzifi90DVUsiHKmRBXFy28uGSjnNXhxipa0xjvPZzhvUcu6g1Tiq7i8UiHO+WziIhr4qy5oCeS3UK+UBQHp+OP4fgOGBs4dYBaTUVzkahLoHMSYdCLUbAs5E0TG8sazqyrQlhxZ+kC+LNPQ3z2WYgcM3MXgHI1i3IpL9jLvQch9h9EaKwaaKwZsCnaikg482FkPRhZ/m7ByHABXEVBWYAWGAjHqZv+qONJmVYB+XxZcJyB30EYDaBoc6mNhoHNBml05EDOoUYhjExW0NpHAw9HQw9B3oS+mINBUfI8hjIOcee2g9u3KailoFKTBTCd/nomhk/UrJ9geaWCjY06bJPxZl1MBmP0DjX0jnTkF9NiX0EBG3sK4q9Zr7+yhtdfXYOeTNA/2cNoNMCM2blRAo/CQ8SoFbJYLBegOwrG9xxMnrrwLA1zS0MtV0YzXxMR2NG4jWE8hL0RS5UsHWXLwKyron8AdHYT9A4C9A8CXL9s46XLNoq2DYQ2phMVhy0P/XGMy88t4NJzC3APJujf7+Px3gT/ejDBh70ZFi9baFwyUa5VUKzUETB+rcvM0LlE3xgGF6A5mAbNRj76namIU3m+rNWqaLV20GrvIpMJsbBgolaj6DOHQjYDe27Anut4ujfAvacdiTBsFLOoF7Mo1rMo1jIYz6foOQOMW3M4eyH0uYELzy/h4gvLaM2O0HKPMZdYNhPuXMfxbojj3QixzVzRCI1aDpvNCnKGjnFvivHAwdgLpK6e28TLVy/AVjXsPHyG3ScH6M99qVXOw17IoZiPEY8dmPMIjWwJi9kSZiFnpxM0cjmsFsqomTn0+2Opx8M5ngw9maGpNBKqCvyZjsDVEE0pLAvx5rktfOP5C1gv2TIkpRCgZ7nomi4CJ0Y4BqYB0FWBTggck+g4YHxRjC5j20jFyKtQTZoT0rNaPCshdkvy33QtgGrMoNljwJhgPI0wnkTIVYAKzyd2KkplA2eqqbA3mjUQTpoI57osJRmjwDgSEml4TiTxs1AsoVJdkHzS7iGd76lgw7BDRGpXlq6uP4LjUHzO5XEAhXW6fJH4QZk/8d9bhalUJIqGyxcrMwO0FnRzhFLZkJqPmvDGTXFkj8djzH0KLXU5A6bEE+bHm9CIk06yML08NE+H4z/G1NvG6hkNZy/yelcwmfgYDQNMhhbGQ86gKF0rN9IAACAASURBVKxnbmkAZzaF73MBvAJTWYEaW1IxZrJ0CuIhZkFHiuafSjWPbJYuzaKcmGezAVxvCPM0LoyzzNDjbI3fS09ERIMuMOgkWGqex+b61TQibT7EjMhedwLHnSD0Moi8rOTOVysVofV1B/fRGzwAGYUZ6Pj6axfw1390A2eXsrh963PcvvsIHx1n8OGRjUzGQ7XI/IQAE5diZRXRfEFQ2pHfReQfwrTHKNRCeYYkDs+fKkqFjDgolyvAejWUiKTxrCp1cd2SWqjFKBYZhzHB+OgYx3tdfO9XFr73SwuoGiitG7hyFXjl+Rg3r8TwOoDXSXDvfhWf3V7AYa8IBzZmiQo/4ns6wMXlNVxcWRO889gjXY3Z0LYQnxqNJTQay3DnvhgOjk5a2N3dx+FJS87/rC8O8zwX8uwo0S9sVWnOlauC8TlfRDDF8L2ZUMo0awzdmkA3OFejms6CfxoJRmQ5v1MUOZBExuWx7NdYjOFgT8184oAC2EA+W+Zef/HDkNjHvN8U/UwTURrVwx0D3awsZkuHUVuGPFljAVlzAb3eCXq9lrjJczkdtpWFrtahq0VAG0npigtd8WTxyXMh9UFWjn1LRnK7J31dxHyVqiku/Favj1ZvgBvXM7h5PYMXNyy8sGRiKQcE8zHC+RjB1EboZOAEAabRDIplYKG+jHKxjtnBCM7BEL/6zMNPPvZxRONDzYJRNWA5M6lRUkAfZQQqke6poDKlZESw7TwyGZ7JS0jiMgKfjnTOpok+V1PxREgBSyDnLuMU/Y6YdFbOSLjsJhW3Cy86wTxqAYxUiAoyo6VJkeY6kq3Y3KczFwqvskCcFbUj2bf8nMuVDCrVLKolA9WygcnoBEcHTwS1LmSIgoFAaSBQFtDqmThqM3rVghJlUDBL+NY3rkmNnT72Tg4wIYZRiaAmc9heH7bfR2PhLBqNs8g3zsJePAcnUfHhpz/HR5/9HJ1j0joHmE5CuHOgUqzgpauX8PyVc1hYrUv9/J138M//8iMc7PdgaxQGVKUHYmxR9+gpjnceYjYZkERiygr3lOqcSh3USA7NJrGUOQONRkHq5GiEk8OxLKuIMONSi02S7Lvo1FBjvH4ug69czmJ9JQetlEFoW7h9b4jb90bY6XrY542THQQl1FRZsLkNErx5PYPfeTGDyooJ1AwM/QQfvj+RunahJtVs2CiXdWFwv/vRMT6720G+lJOi0yRTiTDspU7V4V6Cv/zyGv7yd9cQlgJ0TQefbQ/w0x938MknEwS6hUCzUC3qUlRCciFGdJddJBojwbAdSHEAmLgxMrqGWsNGbcFCdVFFrcFMMw5rmGsSYTiIMSBSiIoinyrkLxDFzAqKEHipg45Y0D4HG+P0RmBrBvIZHc1FRcrMqpKju7SqYfOcjmqdjwaqWULsHHrYOfTRnykYeRqGwwTjXogpD9AwpdYqBjZrJgqUSxP/4UXY77rY67qSeTumC1lUJbyfxOlhOY5x7ZUGrr26iEKVrEEfvd4Mdz8b4dHdKXyHhw8qU1K0nGmbsLNZWJkMfC5rGWBC1ZlFd2P6WpMgkTwuOgdCDlKpRjvNkyayWRTTHGDxn0/oSGUmFB2PGhI1dWl6owD+OEAwUhCMOQSV5K80i0yNETN/U0sQnnJDxT3Ji7dgI5O34HU8zNtUV1Bxmap7BKlqA4UM8+4SNGo6lhZM1GuGNFmZnI6ZG2E2jzDoA/1ugsWKghcvqLh2iRkvae0fMmdzjvaJivHAxrCvoTt0BD8x8lSM55o4w4jAovuoUsyiUsgiU/WQqVCxzQw3Ohg4gKETO0L7xJWlA7GAaW4bDzpctiWyBP4Cv85Ovlw3JKd5c8vAhSUFF5qQAVmumMFOy8Unj0bY3nGxu61iZzt163EMyyEF1enZioLlMwZqyxoG/URqra7h3IqO9SUVm5sKVlep2teQ6Dp29yI8eRykOcnMKGVOzUSRbCGVuR5OjPWKjrMNA2fXTDS3MmhuZvDerQF+8/kAfSLEYgOFgo2zZ7PYWM/Id4PFgTqdKXSV9Y8cjNozZJIQNgK8fOMy3vjSi9AKIbaPb+PhzlPc+sjDrQ89XHtlAS++UsfOvoMPPuzg0fYAK00DK00dl84ruHRBEUcQs7CHswhHnQAnHaqUdUxGGmw3Qc6LUbN0nFnOY2s1j8UreSxezeHHP+7jP/7DieB//rc/q+PaSzbe2+7h3e2u4LRnUwULC1WsrjVQKGTx+OERth8e43AnxMGzEPNp6ojjt5VKVS426BTlwpFrDX4fifPk4MS2NJTKOsolXu+WuIi47JvxYeqm4pFRL4TT40CROS0KcpaK9bUsvvFn6/i9b6/jv/zdM3z/75+hdcym9fSAERB/ogue97kbFpqkGzRNjMc+Pnq3h88/HmAyVDAeEimaZnhtnbfxxldKsgDutGbyfdy+E+DR7VAGscwS4AL4i2GppqTqLMkRC30sVIFXX8jg2lUbWkOBtgh8+hsP7/7ERTABnr+YwXMXbWxcVrB5WUF/kuCoBUzHBmI/h/lUR/tkgnZrAqMSwqwE4q7vHCTon6QuY2JX45gH4/QQz4dbsaZheVNBZQFpzu9dV9x7hsKs2Sz+8H9p4JU3S/jpT07w0x8fY2GxjHMXGkJeaO91kcwDXL92Bi++uIVAbcPX2nj6bIyH9x08fewhCFInm0tsL9GaolpOsZjMQ+Y5cnlFx8oq8zN5MOJgz8DqegYLTaqk5xgM5hiPXMF3UKzkBcS56CgVTBQLfP261KCX5lAOB1zmU3nG/MosrGxW3H9U03LZThfanE60UYRwFOEbf1rHt//3JRFa/Oa9Fj78TQ+Pb8dSRM0TN8aMmMkggj+Lxe3ImruK5DsnXCrl6JSg28BEoWDJAL53ModP4RYfHCJiJLlDQSkPlAoJLlzI4srVPFaWq1iorKKYa+CkN8Rxb4hbd07wyWfHGAxdZCy+Pza+/qcLUj//5Ql+/qsWnt4P0T/U4A01rC0B60uQHOgzjD2ockjKQzSzfBPYRPi0Eoxa/FFyiKjQM0woNtHXdH1kEHs2jvd2sf9sW5YbpWoDi0tlXL2q4LmrCp4+G+Hpzlhyj3gter6C3rGC3okKZ+b//1S9h69k933leW5OdStXvfw6ZwYxSqSoMJJlhZWTvBjvYDDYnQV2/6oBZj3GArY1wnjskW2NLZGWRIsUc2x2s/v1y7ly1c1hcb63KWDR+IkQm2S/qrp17+/3Ped8DhYBnaI5xjP2yuTSx04hYH2jibX1JtYvKFi7UKDeYEK1EFxdvWbKms8SjEfEaTHtl2IwznB0WOLwsJTPfBGyA16TdAkd0yuXSukYUolgLlxsrOe4fivChY0C3boFzzRx7xMd9z/WpRNqyH6bOME0DBEmEWquJuvsPMPhUYrZlGlbHXmsIg6Jbc9w5YaOKzeYQHXg1bipNfHws0hWEHHF0k9d8ymq6CgMS3DWTJ4zgV7kEQoKL2JGqtCzTF4Ra1ltJJi0UWGZaoXsYje2XSDOM8G0qUQF8Tijaqixy9di7yTd9HR6cgtYIskKREklcshwjCjpmAnSx9edoCUpZvAwBnT7OpZXDSwtW+j3XfiejjnRTrNABCFukKUNnelZJiGtVLqnLPavSX2FCUWzkSQahqMMk1lRpZgMJr9KhIsCs3GG8yNiTFMs92tY6nlotQ00WxQbSqTco2RV3zh7x4lB5SL5hYdJ7qtJKyH5wPFSuB6/PCoy4p3oNGZCzCyQjDWkEw3bhwEeHMzlWUW3PQXxmlfArzF5DSGDVAcROpeJtI6gmxFKMT0Z2Fyq4dp6DVcvUGSuugb/6Y0z/M83zjCfFnC51zR1NFwV3ZqOZ9ebeGajiXd3B/jFvRNsnZMKQWy4KokewyXGV4Min7kOpTREBOSgnO5yHpS5koQ44Zmkf+nG5evnQYwoJ8FdifLAT6+KhtERy0UhjUlVOolXTWCzZuLGc3dw/bnbeOOtLfzDzz7A0cEIrmHAVLTK1S2oPXazkrDC/UwuqZr6son6koVaR5U9LFOHxHGRwsCEG9Fos1Esi2bFkCjbmoZOt+pqnp0omJ4oiGbEVpMpkz1OAHMQXd0fm10HjY4je9xFECFhH2dQoqAJqFmgaBYwbCbudRgUZOcltBhoreporRqYxzmGc/aW0lygi/mzjKvqlYJGHD2RARkRokwy5ukXmCuaC9lDzpoUCq9839gbbkgan0lHSdzxuuMziX307IgmDrOpIk4L2dOm3Afnqggqtm/C4mE1SSQByWsUUcWOZCcRf67SAQrpn6N4TzOigpK/L4FaXt8VTYjfBYYndI8dvzS35YJ5pVmAS0lKaGm1SDcqbRV+y5L3kiQix66MDHN+RrTxU1Eljomu68dJY94XuHSFJKJUDuOabUsPOJ39TM9T/C2SHHqsQCPxhqlY6TGmIvVYwZU5J4U2XZBwUs0RR0ijqMKsiUZWJQe/QB0y0ckkJCknksbgfaWqnpJzntdV4fY02BxotEwxaRYUu+lSZ9p2nCGZKYhnTA2z/9iXrmCtE0DtLCqMmqpgtldgcC9FOC5gLaswlyoENxFHaZRLAl91StTZobahwXcs+C57kDMEp0w95Ch4X1JLzI+4qp+V9z8+080WQIM9z3NxoEjKtNajqK8gGpKYUolW/O7mgYd84aIg9jkmao7XJrtWTdx6sYFbX27AcFKU7ADkLje3UIQ6tj+eYvujCWZDChpVqlTOMhy09BQYPRXNVS4FGalaBynC0xLxuYnk3ESuBcj1EF7HRWu1LXg69tGTBEAEIw0NrFTg5yrXqYj2JEgQ212lf2VIVhbICmmJlP03HfDVh8szLLGSnEFU7ytRznphyLJp8mi6cm+ZjMfSucnqIy7HYyUOf4/n6qpvViflLDOqQRqvKxIiauzrIvK6SvUzaUtjCFPtwYLkDCKseX/S4LoKXK8iqhFJJ51wWiz48P4FC70LtghNuuHJM2lMgshpgGiayaqQ7AUs00SzWZNO6vGMCbQZ1EiHwm5jpnj5S1LsulA+DJsCMO1pfA8rzD3T9EQTcpBFVKUYRJgClgRwiXRaiPjLnmkKwIr1+Ptv8p5FzbtKADN4wf8escBOI0OjB6xdsiQBfHKU4uQowWivxGSvIsmsXgFWLinw2CXfcLC3FeDh3SnCBSlVREeyP1jB8kVgsB/g8P4Cw9NSBmusuLCId67Tb1FRDZjuZdKaThOKD7z+NTcTLLB8lwVJTEQ6U450XFXnGelUl3R2ZbYquUcTwoopwiuvHZ6vO/22oJXnYSQ40cFwgvPhRF43E18a0Y2CuShhGCVMo4TfNNHq2bCIk31scKdpjnsd7tNY3cW9TZ099ZaBwTTG+TRCb83H+qWGYEOzrML2n5/NcH46he824XtNMVYVNMWoCXpdW1aSzJGkc7gNA80lHwV07G8zqRMjDKr0Op+9/Nlo4CD+l0KQxwSPXeDWiomnNhysNHRBAUepgvf2C7y/V8B0WcHDBKSC2VRFGHAWVu3n+CxiN7dKk4FFokwpIleYBQhjA1FiiBjWapB8VWI6Zp8zYJFAoSlYZ7pojTSVytAyneZ4sJXh4VYGxS6FMOG4LmoOzVMujh6VONou0eqraPVF2UcyD6CpCeo9moJLEWsNEuuUJtyyDZ37pSBEsgixfxJi/5QIyAZ8r03vGwplIkkpXSVGdo6lpirLUihcxFBy3lcMlIqJs0WGsyCH3vTgr7Wl4k0PYhSzGPfuzXDvPl+7ikwl+plUlxKaQ2Gr6gDt9mpYXWnAsblHmSKehxgeGhgeVAkpIo/TKEUwjqEXJW7cauHGzRauX/KF9qIkIebnQ8ymM8zzBAHTqTQMWipUXv+phpRzwq1U7rWZVSCzmaCk6deVagCFQnk9keBHo5cIapR1EYsZDcml9NlqEw36VMOTyzU8seLL83bnNMAe57qjDMOoxDO32/jSnTbcRQH9PMXeaYCfbQ3x+vEUDWJfLzvway3U7I7URk2nc4Qhu16rWanj1eF4vhg3ab4Og1xIg57rIo0nksy2jBiek6PmqKh5fP5ZaMGVNVjEOJwGGHEGdzTFYriAv2JKrzrrt9hPPTtPMNqnkK/h1hN93HpiCfN0IIs7i1JxkMSm0Nu496/mwcBKz8fFflfmtSdHc5yezTBNQsFCX+gv48b6huy7iHvfeXSIsyzFeZZi/aqNK3e4zykRBSHIUO9otqxIfsXoejWs+S20TQfjCRPEExznqizXtrHsu6hrNhSmLAOeUYdYLIZoujV06210HANLdoaOmWGuJ1hoCQbjCGfnEeaZjtRqINIcnIc5BuzhzRQEfP/588dM9zFxSuOOhTLyUIQ1FDRPFXMoRDF7MTQ7RhiXCBLSL3M0eiQ8sv+TRAsLBnxZZVwJyOGcc7YRwnAGnXV8JvfsFGEi+HUf7e4STNOTs9V4wAo0VgbmKPUJCm2ArAgQ0SiVkI7IuVNFlKlceXzAV2QUmnWkWsg1ZIZsuTEsdwLHW6DR5FxNFfE3nq0ITWcynchzwmvURDuYS+0FaUVM+ZkoYxvKzIbCujPrIUrrIbrLBZbWiMktxMA0OCNB0EKZW1J/U2+yhomIa5JzVGjFMtRySc7KPC8l6QRBfCopdhhzQJ+j3vDgN2tC5WGtHnHWUAPpdeUzg+dxGsWiBemLhVQAkG63mGgIxho6zQtY6V2TJDPF30A+xzmijEagBgytCc/24bu+kGgGg3uychggpPqF6+v44fPXcXPZRTQ9xGR0gt9uB/jt9gIp6TU25/IlFiRlJDzPdGAUbWTlAElxBMOK4HsmbFMTGgtrcVoNFc2mim69lGXppOd1MR71cGejlLXZS7HciWGWIc4P59jbDfBf37Lwk99a0LslOhcL3LpR4JnrBb50pcTsRMP8RMXd+018dLeDs2kdueki0zUkxRRJOUXPacsiFYq4/Zy2P1IWCwWOU4fj+kjSEosglmqbyWSG+TyonllS9cIzToVZ5uL/8N8XKgZnG5w5iP+TQTYa7qayDGcC3ZlKNYhh+lIfwk7porSk2iuKeUoiqUiHwZkDPXU6u9VdGBxM81xdMvmdCjWLdSM8m1UpVp4jSIjhmZ/kIM4Eqr0t0c+kneXFAHl+JkYvS4S+FubzORZz7teZcmdHtgHLbEtNRalM5NlG8ZfnKIZRhCjKZwBn1CzRzhwWMcuex+b/V0qcjmc4HU9x9aKBa5cMvHC9hq/d8HGxS2rmKdLgBEhslImDeZxhFIUodQ29bhftRgv5WEMxVvHGOxO89sYQO6MMmWsgdXUUYYgyIu2xgYXWQaa6kqjm68zLSBZR2uz3NY0OTL2PsvDEiDGdJVXFKLNyRSn7a5oZmdLm1FT0LZrOVWKfWcE0QAYaTIZA6aMsfalEIvVF9n9JBiXPpc+cRtMvRPg8d5ClHojnZWUuTX3ddikLxSmicBeKMkGtQZKqjjCvI8wbODgxsXdAvL0LDR4aXgd//PvP4k9+/1npy97a38X+0SGOz44RBWNs1lVs0iDoL6PuL6OxfB31jdsIFROvv/nPeP23/yxEQ675PJV7V8Ov40u3r+Gp21ewfnkT61c28cvf/Br/4x9/ip1HJ9ByH1rRgOlWs73B0TaOt+8jnI35HkvAXbji1ZVQORTY28ekhFerysldl0P5UJJAMfG7nGPx5qvy4KqiqRVoqgW+90Ibf/y1HqyGgbvjDO+fxvjw7kQEYA4uvghn80vFizzmwC/N8KPvLeFPv7eMhRbh/cNzbJ/OMDnMMT7K8Yc/vIk/+IObODma4rWfb+Hdd0+xvZ/hbFTiqRd9PPViXcTK3e0ZzvaJhiSmxcL/9e+fx//971/A+3tb+Id338P7H59g/16K0z1islikrePSFV/W8oaO7hrnDjkOjmc4OJrhdDvDyXaKeq3E2jpw6YqNO3c6uH6zhWabGBodD+5P8dGHY3z2cYidh5msColaHS55U5GSdg5EObgnYjTXMQliWSaRrk0L/WUTTz1n4ulnLRn+0C1iGOyQCpFlMUajVNA5o5mC0VTBIjYQJAZmswLTETtqEqwt+bKIAs3mOmaDBANugqYBvDoPLiXm8eM1rxJNPPf0+iX6feDO80t44oUlOaiPJwmODgM8/HSG3QcLeU3s8IuTVNxTRISxx5RDOEkCZDmcdikOTYqrxBWq7DsqmfbRkcwrHGsw46aASDc6WqppC12R7A2jc5m4Iv5VHBlqidFxgPFJIIcxhWWM1Mz5ZxMxx30A75/sOjMKGUQxKSF4QA5PNQPZMEU25MmWB39uQjj0ALwO77u5HG6LkIMIFXqqomYQzwL0e0C/q6BWs+Ww0e+oWFvOZVVIKQVHOzF2H4RIIwt+vYsCtrgP726dYffMwO6pKWlB009Qbyu4drWJa9daSLUQqRri+DjB7laKwXHVqcf+qTQvGRoQPDEPkLx+BDdH1C5DDLxJcaCZkTdv4unnHNwk+tnPsFLPYPkubN/Dxw9DvPbmCHfvR5icGJiccJifQOMOlWhKQ4HX0rF+xUZ3xcDhfoqjvRTP33bxrRdruHFNwdrFEK3lCA93M1mffFjgo/dKDCcqlJouBwwWlWcJBzgqwjMFbShYtoCryyZe+mYPL3+ji3989wQ/e+cY27sKxqd0ZdbxrVda+NqLDRnc95dcfPTpIX7z9g62tqY42S8RThT80cs+/vDlOlau3UDryh3sjqf4l9++jg8/+0w2aXzgbN7s4cKtHu5+OsWvf3GMR/eG+MoLBl56wYDjJHDcWCq6Fsy5FQoWKa9/YHxuYXRmYb4TYbEdwssLXFkzcf2iiy/93gqe+fYqfv7aKf76r3cFHf6j7y/j5k0X//zRIf7540OYOvE1DuqSuK6QZ+x5/fCdKaIFB8Z0EwkhQgRY26WxgY7vSLr3Cin2UGUoRWGOjnv2Yly+ZOPKzbosfs/u3j3BPelxTfHwowQK00ZZiY6vo982cOVKDS9/bxMvf28D//UvHuInf/FQ+pQoEPDuTvGEZpIf/R8r+NH/vozxaIqth+d4+Nkc772R4JP3iH4V05P0edKVdvmah1e+08SVmzb2dwPs7wR49HmI7fvEGGfQ6bDmfIPkHw6aVaJmbBEkuYmpuQUurRvYXNfhreeyHnxY4pN/LZFNFVxeUXFlU8UzX7Xwpa9amIUaTs5VbD/Kce/jGNtbvDfmmAYZLt82RAjkBnl4XGB0SvcdOxAp8FA0ZvrAlqHM0rqDa0/YWNkw8O6vB3j3VwNmj+C5Oq7f9vCHf9bDV75Zx3/7yRH+5ieHkiilWOsqKophibbVxHe+8xV85ztfxsOz9/Dw7F28+fYp3n6TfboJ6nViiwxM56X05xhWDr+RwasBtmnCMrnRomhAAaHEYloKkuip55q4fqcuSYZgoWCH4uPnA6EkGLYi18/NG03cuNGCY1pwDQt7uxPcv3+G7Z2JOPNzhSalLrx6V55121unODuZSZKXqUqrAMwC+O6fdvAn/+eSGJh++doR/vXXZ9h9oGD3c4h5ammFgghwdpBI92+9aaPRdAQ9Txya04QMZ9mhxc5OipTjkwijE5poKsQ9h710/DJV1OsW6HVz3LrRxpN3ethcZQ/pOlyrhb/52Sf4bz/7GItoIUlj9iV36gYuXnTwb37Yxbd+2MHf/f0J/u6nJ/j80wzDYx3JzJAEOVMAm7diXLiV4MrVFq5eXoWlGNi+e4jdz06xvwPsbwPPfvk2vvGdZ9HpMSE7xNHBAK+9diBrPKmQSE893cef/dkTeOWVPuLoAZLoAbYPNDw60LCzl+DoKMLhPpO7NqbHjrh1izJEVBAtTTcf9wUpag3ga19fl6VrdPoOkMcBynmFhLt8uYVLl5sIilxE2oNhgO3DGR4+CnHvfeD++0RhVsKO7RayWl3g6i1L8FL9Xk1Wyy9Qd2PpAtESG8nEwK9fTfH6qwn2BwucEEupJDAblWGN6GOu6Rld+kyKVV26/JKyc2k6j/DEl2zcecZCvChxvJNidJrLQJHrdEQzTyLYx/46nxMaTvYKjI7ZC0pjFs0DBWp+1Sc1HgLzCcVHihmqiMbEaPt1Xb4jts0DTSaLSLrBjH3rgO+qaPkalto2+i0bvmeh5tlVC3paYB4kGA4XYhQI5qp8VxbTAosZD9tEMxOXpcMU9KoC08hgmhlsW4Pn2jAMdgdzT6lKD+B0HsBwVLi+AaumIC0DZGVAohmJ+GLo81xiAy20Og4aLRu5pqFQVZxPMpwOSbxI8OD+AtuPQpSxJgPhpWUN65t61dvZrokQ98nnI3x8fySiChNeK10XF9ZruHzBw3LfElLDo/0xtvfH2NuLsb+bi3Hk1hMabtwkfryJTquJN94b4p9eP8IuKxNyR/B6zVaCZjNBnOZYEKGbc8jO5w97wAPp58k1BzkZr3Q6BSmW6wZ+9KOL+NM/uYgf/+KBrL2dEPFIERRRraag09Dx1esdvHKjjU8PJ3j9wRm2DiMZyPK+arUK2C0SH6phILtvbdMTAUv2ISX3kDPp52S/EetEqsNYVX3ChDeFQPajM13GB42k7hRFDlNZ4gkJwXYKGHEKdRLDS4Bv/t5T+OZ3nsab7zzET//xA+ztDWGqOgwKvlnV/5lRHFX5WVE4ZRpHRWfVR3etLp1leTGX+ozFpHIAtPsG6h2jQrMqBSbTBMMxHdClpChrjobhTo7RboXaM3gYZmKu4GCdzxz2BanordvorTki6rBHiuktMSdOKqOT3meylNg3S0Th+DxGPkvRu6Chf4H9gAYyjTi1QgaR09MEBasfKVCyD43nBIsd7UzPEzXuwjI9ZOIQ576ZQ3f2dXJgSnwxq2wiJAlfC4dEFCW5nwVAd/CSIStjKigmQrhAxB7nEGgs1dBY8hASxT6ZIWHfsgjTJONT0FNQ1oCyJgBkMXRyDlGSfJXwPsbBiS7IZnYhWr4qdBejpogwRoEsCapeUSSsuKm63dWaJst1Df1XXwAAIABJREFULXiODccu4dgBND3GNC4wS0oCzZCXDjyfKXNTvivH+1Mc7U9g6yUs4q2Jb7YtuQ6iLJVzJMVfLoWozKqaTl5PQaIGRSsOVuge4fFM16Xbnq8ji/l8I06/8iYzXUy3NEXFnD2oCvflVdJaTFDSx1CZofjvtC4ZaF8yoHr8jKuUNNOSyZjIcdaApChoCiYumAYK0q9qKppXVbSuqcj4mil27KUY3UsQEfu9qsNe0aoyx5gEBXb0ZiIAN69oaFzUUbNs1Gwb48MI5zuBnM8UEstcBemZjvRclyGPZmXQXYpgxI9Wwj0HTTQbczCgUPQiAp11D3OmdmOUsSfD4DxNUKQzlEoC1dVgtQzcfsHDrRc8ea5nCQ0o7LhykM1M3H97jHtvj5GlFGQrihEFZhrX3As63IsGbL+A4xeISNfYjkUALmY2yrmDzAiQmQtYvgmvxT9Dly5IpsH4GpieI3aZwibpFEVZnQd/V79Da4Jguythk993ngmZRKRxowA7WmlUqhDQIVOYQYqG46Pu+GKiZXUSK6EGowHG47F8jvE4h0EB3K7EXl4P0kGYadAzDrdL5EohPcNOS4fh0SRVocWJvORib/BsXp1/eS/kfsAjLaCmIY10zEccpvIeF0NFIshuf1VBd62J/moLOhO/YSbvx+HWFAdbExIXwdy/a5HM4cvAbzIdYzwdQ3vcr8jBNRkDmcIBOwVgXt+ZJK44YOS9mde1CMAUHTwFTkW+E9QL9/lMk/G+wjrh3wnA7LLmfZ9JDSbVHteC0eydR6x/UKRntrumyllz7bKF/Z1EFmsPkqEJ29CwchlY2iwrA5apYPtuhPvvhyKyXX+qi4u3mlCtKRRziqP7EXY/5DVKM4IryF0aBgo9+h13oCShjosEkyqSC8MrYNBIRXoDKQcxjTIVvpvIRS7+vTRiOjtHOEqEINBfWUN/eb0yhLDfOQ0kaUUeXLvfRbvXw+7eAXb29yVBzeSwzj7JshQkva5Gsnp9D+sbbXl9+4fHODodIC91ZMTyixmF5BOGBQK5p0dhLuvy7RXcfvaCVDYNzk8wZP/whPfsCK5Vh0NmuBic+OewT7wma74YiUhEAbi1VkepG0LwYtVFQGT+KJVkuNDted8TigENyRStgZsbJp68aONS18Cyo8FQdNwbGrg3NBHlU0TZRJJzM1IWAs5c2KFpy3ev+jJWxlUaD2LMEZch0txBmruwjQSuFYipPQoMpJEGlaj2MsdKV8fmsgnPpSmCQ/QCx4McJ4McQVIgSNk76MEySKjxcHak4fxIRa1RyCK2nYltVY2wfFFFb0OH4fgwmLQrG7CzBjSS1djnGgXYPQ6wc7SAbTalK497TNUi1SCAqU5k1V3uyQuYRHTyIZjTDK0gjhWMU2Cclqj12ljeXIbvE7kRIJ0u8GhngkfbTD8rSGj64565VplwSPeYTlj3YqHbYVUMr5UQZZJidGhhdGjC4PO0zvtngngeo2Zq+PrXNmW1vRwtpu/CBNGQ98cQ03yOBULodRNa3cDkLMPoMMH0JMfkSMHsHIAVo7RjnM6Bo7ECo25g44qDtQ0NS36Afi3AImH6UZN5Id9zPu/X4GEVHm5YLdywW9g+GuNX9/bxwcEYO0GJYa7gpVsNfOVWHRuWgxXFwuk4xv+4d4LXdocw1z1ZrtGCh458N1kbEmeRoGNJYfRbDdSaTWS5gkWQISbGWKHhUBPB17fZ8MgE9hyGksC1K3LGqtPAqt1EZmsILAWHxxO8/dp9fPLuDuobCvxNVQh4aqyLMYm1TFms4M6dLp6400FRzlFijlKwfTWkmY3JIMR4EKLd1WRt9Jq42OtDh4ntvRl2D2eYpFNMkgm6bhMrXhdFUODRg0Ps7pzgWBGAMDYumbh63RYRecr6nDRFM1PRTBXErBfRWX/oY6XWQstyMJuPMZuNMXM9zF0PG34bTzW62DCasAIbeqhhEDzCMNzG/jjC3jiDpel4atnHja4rzyCSKrdPJ7h/NMYid+D669DcTpUb5LPSNgBbx9F4gK3DfZyP5yiLGsqCAi5FYJ6lFoiiIUp1IT87DWQp6x5LBbVminonkTNIEVti3DeKroiETIUjNTGbLHBydIzpZCzPTM6/KNil5RS1uo9ubwm27WGxCDFfhOKmI1mDiWPe64nEZf1WzvMOZ7s0qRTESVF4NeT64SxUhDFkKGm41VU5s9abEerNBI0W5x6ke6wgma/Id44CO4lQ/ZUOessdzIMCs0WBMFIRJRqSmY5sYKCYlfC6D+H1tuA1UtQ4P59nOD6ggYlzH1vOrzw3NlsUgHVMhiUWE/5sXSDrVmhzAItwgPFsH0k+hlPP4TZIXvDgsbd2HuPsbIaISP5aAZd7HL5e+kM5px9X0oxTL+WZnAUWsoWJur2KVm1T0omcsYTJAonUQgWo1frwa304pgebnfZZguH55xieP8CUVAtYuN7t4JX1JTy55GG9laLhhnjz3j7euL+HQVpiqmhYcOafa1LnWdfb8I0WEm2ISD+S817daLJsRT6/WRCg3U7QbiWo1wDPpWHUxvBkCcPjZTy9Hsq6sRzhylIoNIWjQ+DRroK//cjEf//QhNNP0L8c4eaVFE9eKHFnnYEgktFMfLZVxyeftzCOfJi1GlTup8qFLOo9amTKM9SUfUuBIEgQhFXtZsprRQzkrEaolvTpcq9I8+DjkFV1sKU5hmdMDRnvPdQNmArm3+eMMwoxHo4wHg5huGOYxGDL/q4O06xB0z1oek3OmJMZe5kZ4aj+Gwz7UCyuuU14Xgu6xtmpJbPTOOH+fSFo6CpcyVlMJQDnJaH+NFVVoaG8mCLLJ8iL4WMBOIKpEOftyzlCVhZW/cQaP4umJGjzcoIcEzHQaqx44jlK9sYkgJDEVsIxa6jZDRi8F6aaGPHPZgHO5gG6TQW9loqv3mngBy/2cGtdQzrfQbLYgV4yW25hEuY45etWVPS7PjrNOsysByPr4d23jvH6L3fx8DDAVNUxoXk3DRGmERKthdToo9Rc2Ytx/070dJzMoOmsvmClRh81dwO62pDnw2JREYupFVW1inzvqs9JKVLBdnMJMpudycoQhUaDyRQAU/e+1Dgq8KAQQ0cKb5FJ/QRJIl8QXbO0jjjoIE28Ct+dUdyO0OvEqPvn8Nxj1Grz3wUIp5GJaWxhd9/G9o6NxaIOw6ijWe/jR999AX/y3RdwNhzi/vYOPrl3Hx9+8hGGZ4d47lofz19dgqX7sPQ6Wqs30LvyLGLNxqu//pmseBEjWkSYzymAp6i5Hp6+fVkE4Cu3buDK7Zt4/c1f4qf/879j6/MDFCFNvB5MT5c1OtrF6c4DhLPJ41pKqWbVRARm95Rla4J2IDZHHAuPsbbEckzHLDyu3JJM/3IA6BgaNn1V1OuXr/v4+u0GMkfBh/NI0B8ffRLg448DcQHT5UfONv9dIZBJz1iBP/phD3/8wy7OghC/+vgMe6cxOn4DnVoDly41celSA5/fG+PVf9rFZ3fHSDiA0DU8/0oPz73Sxf37I7z95gkm+xFqqYol28H/+h+ewp/+hyfxi7ce4f/92w/x4YdnmJ8X0vPZaNXQaPloLqloLStwOMAwOdTKMRjOMRguoPBQm/HhT+wmsLJmYmW5jl7XlyJ6bk7Yj3vvLnFFEU4OU5weUb2jrM5XVw1OiHYSQzs3f9IDq6PRKtBoF+j0mchzhB2+tJFheT2TQwQ3JwrxnHaEeZhgezvF/h7d/xqShIK8LXz3NCswmYWYzWP4daIsPcxHKsanCkanMYanMxGcOn0FnSVV/vk0K1EweUZXj86BZoGllRK9zRp6F3zMFgoODzIc7Sc42YkxOOBhlL8UZEzr0l8jidvKIV+xawuYNQ1WndcRkDEZERPFo8lhnVRRrkhcj6kchKVjWQWcpg6nacgwQrerJBGZ+RQ8KTyMTmKUaSWeS5UwS9Ulycr4CFMgwnWGxh4cInaMCoXHxX65dJZCZ9LSphCnSUl5rcWhEYeqKRaTQvDW+aKUkm5PB/ptDb22Ct83UauZWOsruLya4/JaAadlw2na2N+LsPUgEDSXWtZkszKczKu10DFYGMjoWvMymD6kt6bZteX1E6N+ehzjcK/qOSJSj5tsKaJnh5XQyapBhvRoEMtOpa4Aaq4D3/cEoXTpYo6LdFUtGbiwZMj8l8fgD+6G+OVvZvj8QYp0ZiOdUhCIZXFObDDpTHdcS0OtTuc5H2wZXn66hu+81MDmmoLSmSLR5tg+KPFoH/j0owyfvJdhMldhtSzpTOaAI09SBANgMQScpESdSMeOju99q4nvfquJ3+6M8eYO04AGphMfTa+Bl55q4ekbDUl8sR/zo0+P8c4HBxicBzAVA03Hxh++3MMfvdyDv7YGrbeODx8N8JN//C3e/ehzXF51cGnFQXujj9Z6H++/P8W//PwYOw+H+OMfuPjjHzg4G85wPpphwf5NqOIYA9Ntpo45XcdjFadbMU4ehFDCAmtNAxeXbbzyg3V87QfrePX1U/z4b3ZglCW+90oPly84+OW9U/zys1MYGnE3dtU3xllrWGB/O8b+diRoZ8FfMv0ScwOoS1JeNzi8oasxEJSMI2k7DbZFkVLFxrqNjTUbG5d8bFxqYDqL8eEHJ7j7yQiHW4UsJvW1Isf6koVLGw5u3q7j6VeW8dTXlvHj/7KFH//5Q5weJWKA4H3cb6jS9/v7f9LD7/+oj/t3h/jNL48k1f/o8wL7j6qHXIUp58NTlZTwE8950tF0dpzglOtxjzOrAjig5tDnC5c/NyqSAGaVQJ7B1Et0pFdVgbuUwl1OMTtXMD5UQa/mlXUTlzcNXL1j4eoTltzX7t9N8PBegkefJzg8SpBqBRKtwPU7Hm7c8RDOC5zs8X5GlGkhSJtgbiOYW3JY5P2gvaTj6S+7uHTdxFuvDvHbV4eC8eh2LVy94eEb323j9rM1/M1PjvE3PzmCqWfodICVuo2NWgNXl5fw0su38NLLN/Ev770n652Ph/js8wx7BzlqPu8HxE1CnNEue+uX2D2lwLENWIYuHX1Mj/He3Gp6kupu94mdJUZXw3SoYzpbYDqbo8hj2WjUPRUbq3VsrtRFVFpZcjAcB9g7mGD/aIZRVGAsaeEGkqwpRqy9nSFGZwFKJrZSBXVXRcNV8M0/aOP7/64LzSnw6i9O8K+/OsfRroLjPRWNho5+XxfcIXsV55NCOrq44jRBlMRwmyqaSzqcuobFmL2/NGPkkkgqsscYGg5cC5q/FKxtlFjdKHD9Sge3rvXRqtWhxD7CmYmfv7WFn7/9UPi/ngGs9kxcu+jj9m0PL3zTxYvfdPGXf3mGv/rLMzy4l8t9lIeZO0+YuPOEgYtXLVy6WmEOkViYDxMc7Bzj5HAEy1iFpa9iZbWFtY2mbGTPTsY4PR3i0cEZtg/OoKoWLLOG69fa+Pory7h8ycLDzx/KOh2ZOBmZOD5Nql7e0xTB0JIlXSxKCquhwukacJrsFSvlu3T7Zhu3b7QQh3M5BGRhBDMDKNWtLLuyopIiRo5BkMhGeP8owcdvZ/jonRxLKxaWVyy0mVJs0Hyl4NIVAxevGNUTlpghDpE5qI14TzUwOtHwzpsx3v5tjAkTIEYAo66gv+ag2bewGIeygmGBxYBpRw682EVmSOpFc3L0ljT0+9wXpDh6wOFfiWs367h2q46D4QyHxDPYKryOJYnz8QEHtMQ7cW+kwq/z52XavRJmI7qjHx+WBP1oV6IGn/3S3fI4tVf1IxeoeRCSQqumou2z871KChmaIX1X4ykxXIkkkdmByy4dRbUEAbhYVHtO2aAXFEsUwRFXhcNEmFMsIzKIvaY68pyDVCY0Ujg1Pt906agk45ZkkZSdznFFrLHNEq6jo16rwXUcoaWEcYakrBYF18GgxHBIYUSRA7nlZnDrKepEqhs1mDAwmEc4n3MAS3ykCVtX4OgKfFtDq2Gh3bClX2wexTg8jLH7KBI09fKKguVVDStrPlbXfeyfRHiwu8BwzLSjhpgp7pQHQz43OBCm0KFLNzm7iFUzlkWOaGk7iKc5wkEMX1Px3W9t4rvf3sQ7Dw/xztYh9rcWGGyxa7qUa7veNvCVGy18+WZLEjCf7kyxcxThfJRiOElh+RCDgeCqch2W6cD36rBMG3GcIGEKfbbAbEZ3LfuClMrpT3wTyS7s/02JN2ZmuXJWV+ZmRToDU6YGjIrIokQZslEKPSzx0guX8JUXL+H+zhne+mgHJ2eVAZGXG7tuiQbPSu5FKw4vBTvu7Tr9OjpLdcynA8ymQyymGYJZ9Yf6LV2Qpjzo0ryXFCUiitKUGHhILEqM91NZNDZwn8jnIhHPlTjHa07B2hUf65frkuA6G0wwG4dIKACPFdjrGuz1quMhp5g2KxGfRcinCTobGjrrGrSaLoM39m0m8xzRJENwXiI8BxQKwETBksLAMwM7anVHhgR8rkpnL0V1mgPpD7ddWBb7F0OkKU0rmYhdHDikxKbGpGEYaPd0wZllHObOcsx5P58VqPdqqPdZP0IxgZQfppkrZLxOoC/7hZ0CucvDNYk+xWP6Q6Wp0ABKhYiige4oMGsq7CZFGV6zsaws5p/L97dCSJP2UjJ9ZLOGRZXzAelRlpkI5i8sSgT8WWm8KdgpT4QbjQIqTuX+Pv4dcpsEHbLyco1DScox7GXiogmiQLkoBI2s8KwYMU3NPdljE84XuHmD8WbizUPkcVgJIeyCejyooWgo6FzW76W8nnN5fvLWQ/GR2GyeLTq3THRv8mcpJW0dT4F0CCTDElFCcToR4ZeGWJ5rmFyl+at/x0TvCVM6T7mCwwyLR8Q7FjCWmADWRLxmj7QI70Tb1RQ0rmjwN5nMM2GphgjAg+2FEBe0hgLVUxGfqEiO2UubS/KRZyud90l2QTkFNPdxZzv3TynPnBWpKRqniCappOu0ohKA03gO1WTfrwF/VceFWwYu3KIxJEMWJ8il3sZGPLbw4P0ZHrw/l2QLB78U3rOQKUygftNE/QbpD3yPSyyOYoweRIKBRmgCkQW9UUCrF9Bskk44uGMSpuo3lk5dYouJKmdyM6OQzf2IHAyrDtYveM2/K3TmfrUS/sXQUeQi7tuuKUaVxbwSl+uOV622B7/vCNJ8MBliNJ4gPM0QnmWy3+e1wVuPJMLLAkamVgKwUSAnXYqGKKIoLQ0BzdmjBBbNS64h390wpoG6Ov/yK0RzPalTJGzNhooIwNzjs5dW9wHdL7G06WP1UkP+u0wv82Ue7k5xuDOrepuJyWQSVuFnpgmNIeLDKjeAzJSflQIwa5NKFoTT4GDnMBwakUpJsguxnGh3Iv6l95I1A6WIwLzec5qU50JZB+uy5fz/uAOY6SyeCUiG4edN/ChXrc35iorepo61ywbWLpvY3eLzj+YXVn4YUmHB62n1Cp/dMfIswc5nCbY+SCWh//QrS7jxbAvj2TlG83McfZri4MMMSajB7dqwmhTsMihW9rhbvmQIVKhfRIwLop6EOoJiavzcKADToKsIspwzHpreaDTIE71Cl9K8wx7IAOj0VtDtLUuFCsXbIJjg5PwQQTRHf20ZvdVlzObsf1wgpEC+qLrkSdvSlRK2ncK2ErTaNnpLdRE5dvdPcXRMcUXKLWVwbTExnpEkMkMwX8ieir2jaxd7uHCNxvwc56cnGA6HQnXhckwfjlFHziBFEMk1s7HaxPpaE0FwjiAcQPNUWB1HEMRMzcynCeaDDLNzdmjzjFp9x/gZ8mwnffOeigvLOq6ssiJJxwXOTXQdW3MTD+cmwmwm+NpZmIiAEkTcG9ZkmMrnFFNS0v8ur4+kthC5QoSphzx3xexjGItq0J7YgpJmBx7vwWt9ExdXXdRcDrozJCSsRCWmUSG9pWN2UScWlMJBkbiYz0wspkT589zL89ccs/EUhpVi86aFlYsWssQQ0pqe1qEnDcHVErvOnsTd4zn2judQuMch+pt7GIf7mQxNN0TTCWAZCSyTQ/NExCZ2O2WJKTOfGQrMlRJ+q4mllSWZzyAIkc4D7B6MsLs/pCcPSalBJf2m68Ku25iwg3iSwNQLMUHxPGqoCYq4wGBPx2Bfr/qCHQW+q6Ph6NhY8vDSC8t4+cVlGMkCRhogY1J2GCMIQsyVOQI9gtn2YLRrGJxkONlNMD7NMTlVMB2UCMoFFuUco7DAICjR6Tt4+skWrl6y4RozeMYMZzMF5/y+p3xmaeAu96JWk1VOdZQTHQ9OJ3jv+AT3xjMcMVgCBV+/1sI3rjdxoWZhzTYwChL8YnuA3xyNEdVMWZyVGYLf5DOeST0mP1MoWiJY3GabiUXeCypjVBKmiMMU7aaHdtNFkS6wmJ0jSxciqHiWjuvdPq53+vI9osvs5GSC3/7r5/j4w134Gxbqm6ZUjkzPC7lvoGBtjoXLGzYur1tQshBKGiI3DOSWgxAGTs8WOD1foOub6NRNLLV8rLSbsh+msXf/ZI4MkVR3aLkNI3UQhwXOJhMMZzOkjo7UMaS+r0VUbp3PXXZOqsjHc+TjGXVSZJaCuu2ibflomjSOJLJyzUam2dist3Cn3UdX8xAOmASPEJbHCMsjHM0THEwLmLqBm/0WLrV8RMTghwE+Y//y0Ryp4mOldxG1WgcnszlO5wuYTU3um4Nwgv3zUwymDHbVEIceypjnbRoLua8cs7sDlq/A9CkS0c9Vwq1nqDVSmIYOJXNRJjWkkzrSsQ9D5fOdXcYxhmdj6QO3HQcWUcWCPz6Hzeu51YBlk+CQyCItiPtb3YxhuqEEp4rMQpGTqMS6G+4Za1DyuojMFIAlhFBOZZWahYId0g7rfmao1UO0OgXabYaPlpEuloUKNX6cAK61alUCV2HnKGtdXFkZDSmDAvk0htm8D7P5uaSKaVQljnpwVmLMwEDHQbvtwOK+StK6nO+YCCY28qSBImlAVSlCZQhjdomfIMMcfqsK18mDVdGFNjadhnKv830Nrif4EllMAMe8XlkbVkthuCRi6kimGjx9SURgQ/NE9OdkPsJUlu1Q8GvC0l25p9FckwQnSIJjnLNCKgVaqomLho2bfQ/PPunj+mULD7f3Zd07ifHZeYpxrkFxLWieg7rmoaF5CLIZptlIznRN3Yej2ZgXidAH2vUA7XoIz1GEYsHP72SvieO9Jp66GOOpSzFur0S4tRTBLXPsbJt48MjEL7Zc/PyhC7c/R//CBNcvRbizUeDmSonTY84hLdzbbuDTRy1MFjWpiOHePFcCZMoCZuHAzHkeYu88g2U0+S4wmQZIaLQQo6COUjGgkOihW9A1Cj6sTiBZUxIwlRDMfRmvc8402eX4WCTmP0MRmDNvUmGmYxrSTqCYx5VOpjmSaPebS6i3+oh4didZJ2QqvDJ1CUWHVYheW5brNuA6dQlGJinpW6GIt0yyqorxOwGYQP8vBOAKAV0ZVopiiCwfoCByubCh5CSQuRJQiuMFZvNzFEUCj/MNMdsvUCgLeYYxGfv/E4Al18FnjYuGV4OSGYimJNbkmGYppqw9UAqYSolXnuzgR19fxdOXTKjJFtR4C4p09JqYhjnOpD8b6DYdtH0PtroOW93AvffO8OFv9vD57hTH7Dnn7KdIMSpSlEYbqtVHqToVgYj0uGwhGHnwc1OIs+7Bdzdg6E15b2nkY2VSpQhR6K06e5Scwn4hHeaaliMvz5GX7PMeIisXSEtWCDWh6VU3sjideaxOI+n2/YJoLMQhnleLBtK0hyytIXn8udbcOTxngZp7Dt87RcMP0GoZqNdN5KqFTLGwv+/g0baDIPRhWjU0mz38L7/3In7w7RdxdDrE3c938MEn9/HO+x/h9PgIz1zt40tX+2i4NdSdGpY2rmH12jNIVAv/8PN/lPVFZQ0pGdx71TwXt6+t486NTdx8+mnceupp/OqNX+Bv//7HeHh/HwXv6VENpqfBqmkYHu/jbOfRYwH4Cybb4+x7k8XNbU+GeBzyyIFXXM8F4qTCr1WHrergS+Qf3fN3Vk3cWbFwrWHgas1AYOX4XIvwSR7i4w8yfPJB5YDWVbq5+AXjhqdCv7Ut4Nvf9/F73/dxPE7w+jsznE1UPPP0JcFx7jw6x/ajAT4nTuXTBcaDBE2/RKej4akX1/Hki2t4771TvPrqDtKTEJcsA7e7Dr76bzfw8r/dwD/8/BR//he7+PijsQhd7Ge8eWMJN270EeoTBNoU80mC2QmHMhy+MM2QYfOChwsXPLT7KuodYo+5ITEQEXPFRNznIQZnBUbnBWazFHGcIqLwyb5XotIe19UJVoz3cIreuS6J2GefNfDcsyYuXHaxtF6DW1cxj4aYx0NMB9yoqXJA97oFpnGOjz5Kcf9eLptUDsMubrq4fsWTZPFoEWIwDxGlpuB12A8wOiFaJ0G44KY7RbOrotmtisgZj6+ZFpq2i7proN2tNiiZoYAh2+PjEo8eFjjZZ28VEA6rQ7XCGwYP5XT816pFFzvxEvR5EodTwpZN0GxERBW5FkzuqnIwZKKAgy9eU/yClxSR2AW2ZMti+iFTiB3JoRCFFULcetNhJgIwkw2POYIVyusxT4E3Rg58OVTg4aXCklQCN9OCccT+y6rXiGlLr2bBrZkIAuKbQkE3TtlvFFfDQCbaaWogxo/JJV6nl5dLPHOxwLPXFNQvNOFvNrF9GOPe1hx72ylO9oDFSEG7rqJT18TpCVNFRhONXSJWC4yjFJMwweJErRb7b2cJYqLrvkBQMeXCXL7I7RTTpc1VMGYy6CgLrK+3celSD11iz7UhOn6M29dbuHWthaPxDMfjOT74JMQbb4XY2S6gxC7UmM5AtsJEcChsrzAVxW4oOsBz9Holet0SLz/l45vPNuD7wM7ZCLuDGYZzC4OZKQLd/Y9CsBJLrxFRzINuISuYM12SQYtLEUTWfRU/fNnCH7xsYy9NsZekmJYOYjTgOQ1c7jbQ91y8+8E53v1wgP3DBU5OI9gmcPuqgztDv3ZdAAAgAElEQVRXPXz5+rIsp+NDaXh445Mz/Oe//hhvfbCDrz5j4JUvGbDbS7Day3jrvRl+/uox9vfG+I//ro7/+L/V8dFnQ3x8dygYVha4qzQA9BxYTRNpmCBjSm8vxe6jDMkcaKg6+jUL3/7+Gr71/TX88q1T/Pjvd4E0xzeebmFzxcI7OxO8sz2WjmG6gDhgnrNnZVpK2onIKoq/fIBTpCBykcNzTSdq0ERCl14SoNGhIUOXzQr7qFmn1W6Y6DRMNJqu3IOHoxSf3h3i0dZCOpboeFezBEqe4sqmg1vX63jy6QauP9/Ctedb+Kv/Zxt//Z+3cXzAHgld0qdXrju4ctPFnec83HnWw7tvjvGLfzjD1n0aF4isqfCOTD2JgFsSVaZgaYNl9qq8LuK52EPIwbGkKcyqA5ipLmLe5FrlJIu4xpLmDRW2WSE0jFYiiz3gRFb32yZuXPVw5TKfMwYabRMfvDnHv/58jO37ibgdo6iE2sig1jNcvtrA5WtNjM9T7D6cYXAcotVVRUDLk6YsplfPBmN4zRQvfsPFjSctvP3aFG+9NkWrYWJ9w8aFSy7uPNvE6gUPf/+3x/jp351AKTLUvRI3Nxp45c4anr+1jCvXGrh6vYG/+vt7+Muf3sO93QUGgYJZzGEBEbGFDOiYavIbCnqr7EOnAFylIc+Pc5wfZ7h1p4fnvrwiwtnp2SlOT0c43ddwss+e8wKtPp2eGUwQ513ChQlXsXDjhoMbN4jlKjCPEklQbp8FsnZ3LeztWRgOCszHMeJ5VqE18xLdro5OT8NL32ngG3/YEiLCq/98htd/NcTgRMP5sQqfuNM2xZwCk0GCYMphOZHQJjR2MPLgVNckMckh5/isQo8XRAgKRpCfP1FRTMVxw6vgwjXgwnXg8mYLlze7UFMLO3dTbN+PsbuYYocRvEUOMyhwedXDV57v4fnn67j5fIkbzxf4L/9pgD//T0M83OJgVIPtG3jp39iyrl1cxdULazh4EODt146wdW+AKJvKIOyF517GC8+/jKO9I9z/9B5Ojs8xmkZYxBHWrxVYu16g3eqj7a/Ao1imM1U6x9u/PcM7b51iEWkIYnaK8nAWI4iIMNIEt/RFkqh3QcXmExr6mxq8miFJcktRYCoq5pMIkyHj1wVaroGGbcDh88eoUMYcMLKbPuf7GAAfvs8++RhPPuPjyWfqWF0x0fR19IgtXwZWV4CdnQV2d+ZSk8DvFDGxZ4cqTg4UPHyY4OFWAq2ZwVtOpe/u8tUelpYa+PStM3zy1hkiDiwFzcrnjw6zbmD5mi6LmPB4nmB8mGFyWEjy5cWXVvDiy8vYH51gb3SMORE6ulMZKmYsSU/gOBZcx4LnVa+fPYPcw4kQHISCb2M6Mk11zGc5RqNEXNJijFHVqkt7zUCzoYDBiJoNuI/F0apWQpGO5cPjCLOQhjcmvIBG10ejU0OWx+KMjuYpFrzuB4Xg4HkAJ3mEE1/urUhSELFGHKBMRBOrrsuB2qup8DymKfnzGwg5smHiACmUMpG9RR46SBcWpqMAk2GAejOX7yj3C5bjQ7c8BEEJGtUnwRyTYFLhN0cG9NREb81Cd9VCt+8J0m94tsDe1ghHe3MgMaAkJlY3LKyu0w2a4vAgwGAQVVjevMDShi6r2bJRb7hQNBWzkAjyFA+2pnjwcCqiHU1qTD/XmjrsmoJMzSWppnkmNM+qqiRGmdBMrm60ZKVWiMwOcbodYO/DBSbnGdSWLuaGL11v4EvXGhiPchwdJDg4C3A8CXA6WwiCjAldCgJpwnu6g2ajAduyqoH3fIEoTqRvjbUARFsytcqUGvv/BNec5tQa4IkwLHqNJOpjDkQzunPpdOcgvjLgqYmKGxsN3FhvYJQkOJiHmAa5dDrK3pE9ucTIUZSlUKlqsAzi4Sv8aavhYXB+jsHgXBB07NrN5c+pDvaaoH012HUTVpMmA575MunRnJ/wDMDBdIVr5X2Ae0IuPudYe3PpVkfWIg6xf3CO0WCBbFKl47yLDmoXmVxVEE5zxOMM2ZD9zCnqyxoa7DysKXSLiEmR9xEt1zDaLzE6KKAIppR/JVe42u9V+wxDenqJsebvqVYJgy7yeh2+30CWB0jzBWKinJkUigsZ7JMS02pp0gnJ03geKQimuWDNmaz3mg5qTRtRlGAxD5GS7ETDWq7AJL6TeGkzR2rkInQRE0Jxld5PDn/oVOfiwFUxAZ3CQcOA5WtIy1RSy1+YYU2t6ga1eV2okXyGCTtXxwWUvID5WEBKVUWILTTR8brzGw66fV8E+Xk0k+Qd05hcecH7nIaCfa9E1WrVd4PXW8G6gkUmArCk/GJN+quTMJP9jvR86SYUkyoXRZ8qDcaEH/fcND8T5U0z6mOnsnS7ydmlooPLxcwzDYX63pMWek+aCFMO82KE5yXScxXpQEGupbJ4rdLcKB3LQSYpj/6TJpaesjCcJBhMUsSnOYqjEiUTzB1A6VB4A/IZqyxUSUu6bR3+RQ21dV1MMUqmYnYcYXxAwkEBralKwnqxV2KxX1XQmH7Vg2sYDgzbgN1JZUUTCr5MzbHTmil3IBtXuF/TcARVR4NnHAQw3BzdaxY6V0101wt01tmNTvMqTbYa0qmFxZmJnc9i7NyNZWBjOIYobum8Qpu3n7LRftISsxPPw9O9GIPPFlgckXGtC+WptmzDX+Ywl8n7SN7zkgllnv+cAqVLPDVQzIkqr/p/fyf+kg5VYaKqwZ1g/coKnSdVBhUijokNt04xVcV8FmMxi+FaJjyei3s1tNd8EV+G0wnGkynmhykWh4zd00CiyrUmNAE2RhKXz1RArUTeKOAwcdlwYKs6BrsBhruhUK0cz0Sp58iUtBJi2fOtkGyhS48g0/I871KEJ3LXVCmvU7gt0V+3sXrJRWfZQq1pwPF1DM4jDM5DDI9jDI8jxGOgXFBEp7EihJJHyAsKKYZcF3lJAbiQhHpJg4NXwmQq/HGfNUXehFuaBDDsEoZdSA0NL1l5SxcVpSpmXzJNEBSAaahh/6/c0yoyDO8fFKXZqey3NbTXdCxd0LFyUcPKRVXE351HCUYHwOKYXWsmbjzr48JtB8FihiCY4vB+gb1PCziug+e+tYSbLzSwd3CGvYNTnNzNcPoxZN9hd1XYXQ1eQ4fb0MVYTpoI72UZqxdIAyA9iwN0j+lLplKrHnUKxHnIPnOKn1VFT5mZKFMLRaojp8EgMeC6dbiOD9cz4XC2FU5weLyL2XyEZr+NZq8Dz/dlzYc5BgchpmfEK7OLrhCjX70BMaPZnok0z3F0MsHZYC7XH00ORDHTkEYzxWRAekWA7pqD3pqNeotYbFfqdUajoRA3WLFFQ4Rr1EUETgOanfiZF7i42cHFjTbiZIA4OUdi5IJazCnW83uR5ZieZ5ie8zPSEC8MuacpFCuMHH7bQK2to99SpPpqw1dxiYKNoWMn1LET6YjKUBK9iyQV5CMrz1DUZUWLhSyeAx32MLISgtUGrPUqHJS5i9KIATMQSGOaEO9rIVqQnjXBxoqLq5t1+C73CHy2JeDYPFEUnJ3nODvjvKFKzGcR01OVqJyGEZKQQlaIMFrAbZS4/ISHtSsOJkcpxkcJEPhQk6Z0CnZW6/A7DvZPKebRSBEgXwTSiW2wjsxXsdYpsNYhFSSCokYsi5Gbf9WYSgR1DYGRIzQoOjHt1IZHBF6cIFtE2D8aYO/oHGFRyL6HhLbe2hKavbYgjifTCBlTXzkF6FiEmnRR4mxHkUXCHavVL3FPdKWNp2508OR1H09e85GPpshHE4Tncyy4ggVCK0RspzB6LZi9JoZnwOlBjvFZgel5idEgw8liipPFRExTvKWy9uqrX+rh5mUPcTGWdTgqcTAqYGc2OnCxotSwqbnY1F188GCODx7MsL0IcFgGOGUvKc1RioJvXeni21e6WK+p6DklZkmMd85meH8wx2lW4lTEDX6/bMGk5jTR0xhmJiKytykYNG25bigk8hk7GdJsO0On00C720AQTnF6foB5MJE0HIWmZzbX8MyFddRywIxTjM+n+OT+Ph7un8Ffq8NfrWP3MMSDBzOoMLG5toS1fh29WoKelwJBJCuxFcRMTuvA7tEMO8dztHQHLcNBs2ajWbdkRrJ3NsfJaAGHcw5TwXwCqVBjOj1mj61TotOqo9NqIFdmSPKh1CmtLtMg4OL44BAnB4fI7f+PqPd+luS+rjxPelu+6vnX77W3aBDe0IAO5IiUNNJwZn/YmFDs/rD7027E/CnaiZifdkMT0oxWwRG1KzuAKBJ0IAgRIEw30N4878rbzKx0G+fmozYYN9BENJ6pysq833vP+RwFKc0AugVPtVExbbQ8CwvMk54p0KYKlkplQU9TbrW1c4L9ow4MZwbdZi+sIYIJy7KxXK6i4bjod9pSn53M8fFxAtWs4dL6Bup+FY+2j/Bo+xDuogpvQUWozgVhPQkyDPs2Rn3iXw1x8ObpHFk+g2rMRXSmezly9oJGAttN4fiMPjKhw4Oa+BjsGOhvkwDF/PiCikd6E0VFtlOSGof7GAX7EsXDe6lBVHkBZhHiHWfopFI4JeaJK0gTWxbAv8WtaFkNetaCynsIo0xoaMpOkGTHdLVAMVqF4M1qw3YHaCzkaC5kSJhLPFvEdJJgNGEGcCiOYbavpcoiypVFWFYTuk4Hs4WkHyAZj5Gad5Aan8Ow5xIHkxCdPeFSVkdrifRCB3E8RzALMB2pmPQ8zIYukqgo3SiyR+l6jlLmr86Fulau2RiPEzkrC7aWEzsSqTyetw3MGYMUUiloFq5nnXkKE2TGRASjPAu7agslYxkul72+J0LMSdrDJOlC0SwomglTsWFJEa8fwNZCHE8DHE9DZFxwj2JstBx89RvrePmVBQQnbQQnHbx3p48ffzZAOwW8ZR/+sodSrsOHJvFxnUHIOGc0TFMEGIGtILQVVO0pavZEZn3s97kv2XlqYvepiRuXcly/lOHG6hzXWxHcJMejexbuP7Tx66Mqfn1cgdvqo7V2gosbU1xdy3BpOcfhiYnDEwMPdmq4t11Hf+gVBi/Ow/Upcm2CmluTcknhMxg5kqDbH6PbGyGFKdjrONMQk0ZDFzBx/IzC4D2Qc62MkZOnYnKK4wzKt4hEt4VuShEk7/ncDfAMFE4DBDwzYRuxsi1mDkYNGaaHpfVzUprOfNmSoPk77SMM+4wOHCIKJ7CdGmy3hmqlJXMq5p/HCfdtkZynubOg0FsQ0ELU4ANahq2n0aIzaFqALBsgTrpIk1khtp0rqJRaqJSa0kt1OgcSA1HsPLj8nkMyidjsMZpLhBUQYXSuGhIN4rsWKp6FLIQYBsajlP4LRFYhWqZQ+IvXF/A/fH0DL1604SqP4eKJREwwzo77qt4sEgx33TNQdR1Y+qbUwZ0Btj4+wkNSELshHvZCHCPDCefKVgOmsygZ7FE4x5xYeibZ56zCoEQEtOeswtBrp2J/nbBvKS6AxeENDRopS/yTGkHVGMNyiCTfR5gwYzsSUa5l12E5jdMFsCuzvIyImySASox0lsMvs3/jTrAMKC2keQkBl/o07CUj5AkJIR24RhsVL8BCkxnXNtyyJxEhhwcOtp46mIUUprio1Gr4xldfwde/+jL2Drif2MGnnz3BJ7ce4PjwBBfXqlIrDR8rzRLObF7AxsUbmEPH//PW2/h/33pb4riIlqerPZwrsgC+eHYBl8+v4JnnX5T66S9/iL/62z/H4we7QFiBQtHb6b6ud7SP9s4WgslY5vY0HMpAQTfpdvVRa/qS9djrzmRBxYycmM4DlQ4gXjREFBAByIevBt/T8MyqhWfWbDSSHBW6ldwY7WaMvVKMWx9kuPVBKgpjjcHW4vyM4VopztVVnK8reOkNEy+/YaIzAj66nWI8c/Hia1fw0qtX8Pd/cxt//9e38eRxgEHflAXu5U0FF88Z2Ly8jI1LK3j/gyP84w+3YI1CvL5k48vnXax/u4y1b5fx1ltj/Pl/7uHBfWJdUnFlPXNtGTevrWB/fID9ySE6BxF6W4pkVDaaQL2h4JnnS3jmhXKRJ2ZkmM4yHOxk2Hma4tYHY9z6YCJZfsxFIw6BmT2GmQhiiJlnzATgrpyvL5tgy1Dh6CZcw8QbX7bwla/YOLPpyuvN4c/e/gF2Dw4waOvot3XktgKzAXGAffppgvsPUpQkP8/A1QsOnrnCiyoT58nRMMRJT8VJV8Gwn2Lc44OFqlwqzQGvqsKr8aMhH1M0PBsrNV+UbeV6iko9xX53hoPuFE+eZHh8H2gf8KlsCFJaJWZDSWH5OuyKDrvMYb0Ch7nizIzW+KDn8tfDqJeidzzCuDcDkgJdzMMAXb1Cm5Jgvhzgc90CGqsOmqsuMj1BQLdLECMd5IiHuShqWYJdO83bksO8KLoN3rnEFZKlc1kAu+ScM2uC+V9zVRTxURbDLXEBbsD3DdiGA8ewMRnNiuLwLyCKnIjC4g5bZHFyOcJmP8LF5QyvXQReu6bC22jC22hgux3hwe5Ursud+3NZlF8/7+HGeQ9OiSo5YK4rmKoq+mGKh7sjPNwbYrJtYrxtitKT+dEKn6QMbGOGlGTDcqle5KryBRPXCxJxhfBXvni5hWs3llF1mY18AFeZ4ObNVam7T45x5+kxPrsT4PatFEf7CozcgZk7sgBOlAjlRQ3NDUuycSe9EEkQ4dnndDz7nIYb51xc3/BluP7hvSFuP5lgDh9zeNh9GmLr3gRjiiSo7Nc0cZpwGTaPY0TMtmWeXQgsOsAfvqTgD19UkTQ8JHUXkWsjtCxkcGCFHuK+gbf/aUdqTAxiZmJ9xca/esPH118r4WxrGWdbS0h0kvxivPtJB//5v23h9r02/t3v2Pi3v2NjFFcwnJfxyedj/PqjDgajCf7XP6rjf/mjOn76Xhs/fe8EnQ4Rdgosz0Bj00d1hYrjCeJwgoOTDLtHOWYjBWaoo6Ka+Pa3V/Dtb63gFx+38YMf7oiI4MXLJSw3Ldw9nOLO4UyuyXAMdI+ZS8sFcOHyLNcUnq8FOyLZTnS+c6KZG8IrT7MAaR6gtaQKqtixOYTgki2FrRoyNKI6TdMs9AYJnm5xMc5ru8iWzOMI+TzC9Us+XvxCDc8/X8PCFRcLl1384M928Zd/tit4Iy50F5YsPP9qWZZOXlmVA+0Hvxzjp28PsL8TFcR/CilOwb4cnGUMozfoDCiutZSDkJhZZUWmFwekksXCnI3Tf/fbjRkbFuSm0A/YJFFsYteJhk+xuAKsstZMXL5UwbnNcpErmRv4+dtdvPWXJ9h9PC8yxJiJ3ExgN2Osb9RxZrOGzlGIJ/eG6BxNcWbTklJ5EMibODzkgmQPqjXBS1wA3zTx2a9DfPZBiMWWhbPMol5zsLzuw6tY+NHbbfz47bbgxsq+gheuNvD7Xz2PLz7fguOHcP0Af/IXh/iTvzjAwTCBQqqBwwVELMWBEZujWkPD0pohWaTlEhcRCnYfc1E9xxffWMfv/OvzsP0cH/76ET7+aBv7T3XsPdGxel7HxWd0wcx7WgozSRHSBdbOcPNZFzdvOig1iryoaZbi3t4Id1l3VNy7owl+Vw4/PDgECdQkxfK6LjEGz32phJe+XsU85wK4g1+9O8BkSIU88dQQzBgPTXTH0VWd0KkWaSgvQMp0iHLj+60Ug0UuRHIbBmw5hBHmxsUZ71QcYJ+7ruPsNQ1LzTIWahVZ0H34sx4+/80AWNSgLGjAIANOUlw9U8bvfGsFr79eRWNjiubGFH/2fw3wX/7PIY67gOGZWDhj443vePjqdzy03E203A189PM2/ub//hz3Pj+ET6HKqo03v/EmvvmNN/Grn36Iv/3Lt/D40Q5SVRUM6Zt/4OPNP/CwsriBRuks+p0Yn996gk8/3sf7vwzw/ntEjtE1zuFmAsWIoRjsa+gCOc0XgoqNaypuvK5h7bwOi5mr0NA9mKK7P8Ogm2DQLZCHzYqDqmchpuqfgwQqShXmJJlorXGQbOLO3ZnUzZfKePalMtZXXTTKtiCxfWcO34nx0YcdfPRhV+6vqmZiMtGw/TTD7naG4TTGYJJg5aKOzRsGls94WF1eRNmr4Bdv7ePd/76PJCoymejM4S3Hbmi48rKHK6+42H0wwe7DMcbHXJ6o8HQHr76+KtUJ9tCe7aM9zdCeWNLg2moAW+VQ3IdreTB1U3JsLFOH7xlCLRiOxpKlM50qmJF40UlwdDjDsD+XfpKoo4uXXVy47KBWVml8hKkwciGVfMxhL5U6bsc4OI4QJCnKLRWVBQMLaxW0VitIsxBhNMZ0GKG/l6C3l+D4OMPJUYY44j2J6jrmLuZQDKo+i7vZ0oKDpQUXZV8Td4VLTLTtwXU8hF6MwKfDN0QcBQiGGYZHNoZHOgYnUwyOJ1heSbFxDlhasbG4UkejVUPA/MY5cNAZYO+ki85+hOEuI5sMXLtZwbVnKzizUcb6Rhl7WwPc/vgId291Me5pGHc1XLtexrVrJXFqknRxcBTgyRZ/dy70UzRWE8HRPXdzQZBi0yREbxLggw+HUmGfExVVBGlutcj0pBEu5tLLM2D6OmJGjLF3GgNGZsDMTFy6aUlNT0JsfTTC8UGEGcWMnoYrmz4un/WhBjqSgYrjQYDt4QDbw6EINTl/5HCYC2AOmWrVMmzLFFfcgNmYxV4QOtGRNM1ZRKvaME2ryHOeJ7ANBRWn6MsSlYPcYthDpzf7QWL6mb3IPEy6sVqM4LAoyjWRlizMoRVobS7g9CnmxkzoMinFZqoBz7DgWMyCc6ROjjo4Oe6KEDHPTHGgRtO5iD95b2PmU2XZRX2NrDCSQGKMexHCQYiQOXvM9CZTn6hTLsQIBDh9Sm5camHjUhOTMMDuQQc9LoAp/hoBlbMeymd9ifEY8ev1I+SDBJgmsrRj5Aa8FLCZPayj4lso2TZ6e0S3U3zFRpmLISqWiVDnwrJYyohtLc1hMEuUZIKSgUq1gnKlKrj6FDMEQSgZZMw15/vFhVnZV6WUuMjuDSZE1FF4SAR9ka0usS4UxJHtSlpqrsCySE8wxd9CLTeHJHTXSpY3rwuKW/j8F/oGE2+Ir1bhVE1ZAmdKglQtXm/mOdmWI/cRigiCaCJ5ZdMu43qYL0uiR5G5m5mKLKe4uGF5viPnI/6+GRcGRoDxUSoVzznA4zKOWaR0KxZCLGbaZ7MEMXOcZwpU9vGhLkt+VuFM4/ezoFi0XPNzM0ESUGnOQ0axAKbrmAtgQUZzMc1hY0wHQBHtoZCCQTi6qaHJBfANE+NZiH5nhulJirijIe6q8n4rTiLuZ6IaEeWIRsS55Vi4YWHhhon2kEO1GEk/h9YtYD15OZeK6SYeA46lo1Khg8yAt67BXaTTvEDtBhR0nXDokkMt01aqYvQ0wXArhU50aS2H6XCp78my0V2aw1uk4CHD5IhZqhmmIR0nOXL2F0MVts28KxtpTLdhALuSYf15F8vPWHBKAexyCDWmwBQIeyombQ2DAx3HOzmOdum0LjDaHDQlszk0K0XrCzZaz9qC2k1DFeOdCN0HAWbH3MZxgQi0NqtoblYQZzGG/ZEMg4SsQIemlUrNRznm/Ux6sf+f+3uKfJblb7EAJjpcoob4YCCPkcJsxgl4HFKb8v5OhpEUowVY1QUPjbWKOHnHwQTj6UyWv1wCy1cVdBn/WdBzuPw1iexrqFBaPBMbKFsWjFjFyaMpTh7NYDNKy2fGGuOKiKvMZPDCIm6exXznySAWEZdknms6Ijqy2WsuqGitMqLBRnPVRn35t7SKDAfbU+w9HqPPLOW2gnSUw9ZSOFqKeapKcWlR9Pc5clMRcTIdXZZfLG55NudMMJzkiGYklmUwLObTs0c6dQjPVIlLYpYexRCynGLur62IwJqfA34mKFDn8jfkArihCvlgYZMCJwWLZ1RsP4ix/TBGdz/F+CSXofeNVxo490wZ3XYX3XYHvV2gt6uhXHbw3FcbuPBcCffunODenTZ6T3MMn6oyY7EaGZyGgkrDRrnhYMZFKNGx0xgx5wjMDOdRlZ9nWQAz45M70FwoIHROE3uumXTKcwFsIZ8XThqNDngJQS8ivThE9Ss2gvkYxyc7GE56cOhuKbnY2NzEmc0NWQAfPR2ivTeCIiSZOerMmG+Z4h4mTYCEkW4vwGDI4WQRi6ArCTQKA6IIk8EU8yDCmcslrF9hTh1EFMj7+3Q2QRiGhfMtJdDKg234suwOJlwgZjizVsf6ah1p1keS9jBTYkxOoWieDVg6MO5TbJAhGBkIh3TH0kUfyxK41DJQbhoouTl8O8OSo+Ccq6FqajhKNRzymkKMWIkxS2PMkgQh+7CEKOoqJv0RJoOxCBhKtgNHxF8xVJVGElsqMedIrVB69izxxQU8HvYwHvSxseLj0tmaEGPmyQRJHvzLNXt4mODwkH0j48QURAHxsCXJX+S8adKdYZ7wiRWh3FRx4WYZq+ccHN0d4ejeCPGIOMQKHL+C5Yst1NfraPdmaHcDTPo9TAc9eR0Ml7FeJIIp2FykE3mGNJsizTiMTuT54dtNlJwGAj1CaEQienPtEmzNkjgeJUlweNLBwUkHc372KHws+1hYW0FtYUGyKBlVwuy/cNqDksQM2hBC4faDEFsPBR8m9YVn6Ppdw2vPL2G9DpxpALP9IWYHQ4xPRhh2R5hEU5m7JqUM7nIT3lITvQ4k8o5nlVE3Q7+X4GlngKfdAXSTz1fg2tkSvvbcIq6e9dGfD9Cb97F1lGD7KEEzK+GcVcMFo4qFVMdiZuBvbh3jrz89xn4eY858VSdHIMuEHF8/s4hvnFlEy01QNgPMsggPphEejCMZ+LNCZp9TeKy70KwKDGY76iEsLURd3LYGSlYxo6PAqX3Ux8lxD7VGHbVmDaNgiP32PgbTATKVz2oNz59dwwubayhNM1jdEMFwip1+HyezCRbWl9BaX8Kn97r45QcH0E0Lz39hE1cvNFDXA6nJ8QSToykiIuIXFMrTickAACAASURBVIz9FE/2p3hyMIUd2XBCB75rolQzkGkpjgdj9MYz+LoBn5nAzDs+ipg4AXNFh7ts4/rKEq6tLmE87uKkcwDXMXFufR2VUgk7B7vYPthF7hCByP6XMZ45XMXAucU6zi/W4fYSuN0ENccR6mSYxbj1dAcPDw5hlwCnBJRLHiolIlt9lO0ybNXB0f4+jvf38eFhgvePGLFXwTObq2j5Hu4+2MO9B7vwFjN4izlAl73BOakmsWgsxtxIpAMdkezhjFTMSLrD/O0YcBKJvzKISTUdOHoZRlbG/t0Y+3dJjaJhimIzOkA5D7Jhu2VZAA9nuxhO95CrM+gWzQQc4ZLMQ9pRiGgeyXPHLfF91ZHMHXHaC1WADkTUYSgL0HJPxEY0o82zY8TpMVSjDs1chsozvXYEw+misZCgsZAiC+tIo4aYVMbTkRh/pmGEaTTHwsIaFhbXUS6tw6O7UHFl+RtPe5imt6VIA2BUg6pSLGNKVnK9YaBWZwzjFL3uCOO+iqBfRjDyEM10hFMK4KYw7BnAiAI1EsJCpVrQR0+Opzg+nkozYbsOHMeRWBRGiZEkR1KkqblwLB+5Nsdc6SPKehidJBi3ExhJFZRnlNwGqo0a7JKFWd7HNOufRmumUDMdVs5YMROLdQuLDQv92RQDipiPRxjuDVEtGfjiNzbw4mvLKAdTlMIZfvrxMf72V4c4yXPUzpVRP1uCk+RSw66KbpuxF0DLyuA7QFQ2EVZMlLURytoQliqcKhHg0oS0s53j2jUD16/ruLac4Go9hBnkuHvbxr17Lu5Nmrg7acBvtNFY3sP5tQkurQHnlyjEULFzpOHhfg0P95oYcAFMkUJK0ecYUMdo1ZpYqDXgmyZBZsgTklxHUuTt55qNecYc+yK+gvQiztp55qLzWuhJOWfshArR+MV5LTN6XYk4pBCRXklL12WXwVkL6VBh8gRB8hRRNEI4i6EbFtbOXcb6uUuoVFdQqS5jMhzh6GAHneN9jPonmIx6yBUbuWqhXl/CQmsVjutJG0uh7XQSiiCXr6CmFvsyiqdEFCyGMJ63+byZI88GSOMekvkE4WxekBIaK6jXVzCbTnF8dIAwGIJfviBeFFnasvim0Y5ZucRASz9rSfmuIddENElxshvKPEer6tCqGnonKfrtFK9eXcS/+9pZvHyFc7otLDhbmOdExOeYxAmGIcUjKcqmihLfE/scLPss+o8naN9p49GjAe7tTfDZ/hT7qiJluA143oIsgGdBJIJmlSJ9hfnIuQjldbUGy1iCrlWhKDZUxUbKs6bIJGlEMuR1YyQKI+o0bQZNnWKeHWCe7iGIRpgFOYK5AsdtwnG5APag5BSmJbLUJWEiZw7nPEWpWpTt0sHbZH4RAgqpQ56lBwimfShpH0beR8mOsNQwsdg8NQIsemi3fezv+ggiBzrjCqolfPkrr+IrX34Fh0dj3Lt/iPsP9nHv/h5OjvtYarpYbjg4s+hjY6mEjTNr2Dh7ATFU/O0//Qx/+8OfwdBsoYJluSEiaNKA15fL2Fxr4trN53Ht2efxo1/8A/7b3/wpHt/fgxLVocb1guLgM0rxAO2dHQRjmmlU5JatY3GtgsXVCpKczRNRzzG6JzGmo1TQtNmc7lE2Phxe0IGgiaKRanoqoP00RynL0VQULKgKKswvumgAayp++ZMJ3v3pBPPAgkbGmWTlBPDdOZ67AKkrl02p3HHQSxwMIweDkYfh0MOnH+1JtTsJppEuCrGXn/Px7HVXFnY8oH/y2RC/+rCPFSvH71538d3nfaRXPKRXffzqgwHe+VEHnU6CCtVlto14QjywLs3EKBihXDKwzPy9ignLy2C6GZxyUbzwuPyl6+Rkn5WJy6t9lMhwiOdNqplJmKUrWtQKRNRlRFowOy/H0grzJk1c2KjiwmYVGjNG7EByIYkG5fCl4k9R9ScwNF+qPWKzNsVBP0SXB/Qox7kznpTBydk8xaCXSkN8cJBKhsEsYHZwCstOUKkpaNJp1NTlkGZYVNMlGPViaJkC16DiSENttVDp7u5PsXswFSQrMxbHAzoBiG3jAEeHZVElS2cPf0da9GMpjTcRDnYzE1lmISBqpRshGFFRUyDVRI0troFcmh2+Z0SQsMpNDSVmTiJHEKYIxynCkwRhh6KBwoHB11jyJ6nAFtUsD3K8kfMgmEgxA5gLDLoreMiXnCt+Z4VKZzZMHOoo0BIdeqohHMVSnEPGdDNQ7G8SR8PhoinF5ke3Eqwupri8kePiGQWT2JbqDxNBJXLQRtVMtWxgdSnH2jIEXTkLiLVUMZhqGE2BziCQGh2pGB0SSVcs1MRSQdcHUXNpIR7QFRMGT990ZdJJgQSNRUsU4I0FG81FC1V/jrI6RN1LsLqxirWNVfzmk0P85tMjPH44x96WgkGPS/9CbV9gslKUGxpqCyYch8vHOQwlwZe/5uFLX3dlqTTtp+jwoHCYYLedIVUsqUNmFz4OEcyYK1s4AKMxEFGJT7cKhwwx82JSLHjAv3nJknI2zsLZ2EQnDfC0fyBq2/aWghPmeO4MsL89FIflNNGwvGDiW6+4+OrzPpaadSw3a3hyNMdn21N8cm+Ijz7pCabzf/73m/if/v0mfvZeW6rfHUFJZ2jWU3z9W3Wpdz/s4d0Puzjk8GZYKEXPXbaxcsbE/nGI/eNAHFgRr685o3GYZW7g219dx7e+to5ffHiMH/xwC5M4xtVnyqgvmXhwOMH9wwmGBzmGh8CsR9wZMVrMwMth+5lgQ5hdxeENM/eIi+fgiShMLpyIO6rWTDSaxJDwIEum/1yuSzqCqMohmo5o7BEXdWEmORQcpibiQEnx0vUyvvpiAy8+X0W6YCBt6Xj7r47x1l8dYzgisifD4qqOG1/wcf6ig85Bhs5+ht2nEXYeh6Lq4gdKkJwyHOIgoshSkGvyt8aKjM4LdiCnf0eaEboqOIA4zdgS7J580IqE2JyI/4x0Rmxec3D2mgOdzQoCeLaCpYYjGaAeHReWgfd+OcQ//WMfe/sxVOby6VwW0IGSY+Wig9ULLgadOfaIWz9JcHajJKVmLpTcxdHxCI+fHiLKJli/aGDxDAU0kOJrvMKB2YKByqIOw1Xx/o8HeP9HAzSbKs6eM3DjWhUvPbeMs2d89Jnt0R/gx+9E+PFP5pgkiSywdTdBMGCxcSpELHTdrq1bWFt1sbpMta+Dncdd7Dzp4NLVBTz38ros0T+7u4e7Dw5xcqLj+ITiGcgic3XFwOUzLharBoadAMP2DKvLNlaWLDkcsamZJTEOBgkOB3RguxgPXUQhHZc8IMzR7wSYjUIsr6tYWVdx9bkqnnmJ6n/g5++08cGvBlDyQqnOnEi6z0Pmm41UzOmOYhyDqqK+rKKxrMl9nYckyWonJq6bFm4wlYhvPgvpgklgsaEsK1g772LtvAM1M5BGBkbdGDsPRjjcncJqmjBbBrJRgqQb4+pZD7/7nSW88DyVwBOMozHe+acpfvKjKcoND1eereHmi3Vcv17FjetVfP6bGT7/aIbDgzF6wwEULcHqmitI0GBURTCqYW9vHzs7T6CoM5w97+P8BRfXrui4dpV3vQaSqIVHjwO8+/4WPvr0WKgWR/uF4lZKT5DrsTRGq2eqWD1TgaIFgB6KI/PsZRteSUHvJEC/E4rrmkWRFZ2o0VSBEtHVRawrP5sZ/GqKSiPDhYseXny+JVmwx0cznBzOME0yTLjorLhotUqSg0t1+6A7xv4287aJIVVleUyE0KOHc+xsxdKPsG6+2MDLX1yA45rYehQJheTxoxEePx7J4aTkWtB5PnIjmPUM5y6UcO58Cf2jMQaHxEJyMWSCMPYqlZ4OIw4m8L0xBhNgt21gMON9KoJmEjHoyeKGDjEKBuTtFzqFgoju3CQslr22WUR7ZKlgd3yXUQWAW1MFK05RCDN052OgvxfLsJp45UmYIj1F8zOnt9rIUK5xIGtDN4nJC8VNG/AamhElqiCIgJmglRT5LBCrSXwcr0tZAGdAyTekTMaYSA+iCPbPUC3YK8zX5HO3yK+PZxSaGYjGBuJAleIC0KZDnxQDKoL1wjkkd0ZZEqXSx6TMBSblxGB2FVA2TVRMivQU+MQp6grCVCsGLKMQg3GxpJtMYln0D8YKxszw9imuI4nDwlKLuVIavCqdKCl2dwK5LuYTA/nMRMylQBSJy9IoadDLGjQKOG0D81GGoJci6nMzSxSSgpe/WsHLb1RggO7vKQ72Atzlc+AwwWbTxNmWhUXfxaLr42Q6x62jPj496v+LE16jKEnj0t8SjBSzjJj9yzo9nRYuO5WHSQpDOZTl9cucPA4hACtXYDI/0zXlZ+Xwk7lR0gvyucH4AYlOUeESMcee0dKQWVQVc0hMt1yO3E+AEokzRWYjlxektHBh5zgUVJno96YY9IjY57LXll4wmNIZRGFUQbugGIwZo3zv5iMgGuZIqVqeRYIBIxqL35OLKj67XT+H6wOm68B0HMyVFDOKEzgcoEJ6lKG05KK86ErPPx1FCJn7yvzqIJOFk+0Xw8NUjWVJWS5ZKPmWIDgpwpkO5hj3icNLBD/LZQHPBeyBZQuQ5SJw4TKZCyXD5PXN+IVcenBihidRKBSimJ8VcV4osF32HlwiU8RULLRZspwljlDQxolQniR2BFSy8z00ivcwosCSD72ihy+iewpRJpfARY8NGI4Or+nArVlI1DliiRwp7MJ8hjCLzISJ6SAUZH00TRHPioUrxQN0EmanrgyeN7kII9qdThGLDv5KCrNcuNdIppiH7JeLZxgjdih0lexST5WlznycIR4XrkXia4ld5rJZkOZU19O9YttyCI6DqVTxy0E+7xS78J5G6o4gPwVRSLy9RG4K4cCwTZiegcq6geoaHcARJrMAsyHdzTnmw9PPBRG0RNVrqvSa0aQ40FTOaaic1xHOCVzg8i5F3iP+P4NiKVDoSOLvEvL+r4ozz2uocFvEbdNKz3NgLi5hIsf5c9EcwUHMeCvFeDuFWs5hLEKw75KjztiR0wz62VBHMNIxm+bSC8+DDCkFt2OOUyh64nM/RpKH8BZybLzsYe0m7wEz6PoMZmTACC2MDoHDrRj7TxJMxoYUBcPMhhV0o06cvIqFKyYWLpsYnsQYnCSYnQDhiSoL7ixlJmmMhc0SFjdKkulMoQwJSY7DhTTBdQIyFrHtrJ1TrH+6JCmcvtKnnqKgC6gZG1b+gadLitY4ryiirugq52542mP8Q3xKZMxFwOC2TJhcpJspcua+jjK5RxDbT3cOvxrPwkRLm3R6qrmgXUsLvjy/w9EcwYCo3RCTTiRDcRbPohxm8fPC+BfTIZaweGhR5MKlFp9xWsqoFw7HidM3TukziYiYW6seFtY9cXSbtiZ9xf7OGJ29EMMjft9UxAsU3FC8T0KTnL85K6Fwo+BJye/HyCai+/mcZJ4iI7JmdH87vNfxXMq4J7pkcmQhhdVchlGUzB+uQFjzveVyk6+tpljQVeZHxiL+8RsZqis5GuucRehorujY/k2O7Y+Ksw0XieWWgatfaOLMxTK2HnakFKLhNQPVqoWNCw5aSybufDSUolM9gwHdUuF4kF6U1BDDVTAepBgze3uWSRY4h8S8H/C9Jv6ZUUz8Xei64nM0meWF49om6UNHOOYQn5gKE77py4I1DDOEARcgzFDjPXwuJJoonRVzhgxYWV3B6tqymAF4PuYQdzToYDjsol4roV73RUTI5088T+WMRuwniXosTUtkIUfynG5EgjFtrfhorvoY9mOJiyLdgXQ6YkV536XQWGI0VBOmzh6FZ1wVJY+9D8+g/HCEcn8WZ4zKrL9M3NAhBTGhhjnPEgFx2UV8D4fCXFKQGkDzvmsAdZ7ZHIq4VEwNDTNTQ5RFmGd8HRJEFMakKrS8BD0vyeKfMxyukGwuf7VM7h9JRneTJpVZKXInkRg3TXGhZBZGvbHU2mIZ5zbqqFYYw0CnHmeSRX71wWGMw6NY5hp0AUcB+04fuubLOWhKlCoX71aCckPB5gUXSysWTu6NcHx/hNnQQDS1oFk2Kisl+C0PKRdMEeNDaAKiuomvAZ/RMZp+hIY/R5JMkcQTiQwj4YcxFxvLS9hcWipmiLMhgpSgTi6+LCyUXVQdC73+EL3BSFwgmmHK51nhC2tqCGMuQ0PoWQgzC1D1PCy3ViWP8N0P9vDLD/YkMs/SNDxzrYkXnl/CzSs1+OlEanYcYXYUojcK0ZkFGDG2hA73so7VM2Wp7u4cB/dmGByl4lAcDhRsdWfY6gRQnQR2OcPmhoMXrtdx7oyDBGPEGGP7UYrtRwnW3QqeWWzgcqkMpR1Abc/wbnuCd9tjtJlSbtmIKZxQY1hGjpeWFvDy4gJcZQY1GWISh9gOUmxPUzw5CfD4JIDhW/Dogqz6qJZLcCy+J0NEkxFKjoUy42uoLGF0wDzHYDCVcjwXtusiIVI3myKiPE0cbRmWvBKWvDLSLjA/zIV4NObC3kjw0o3LePH6JXzwyR7e/tl9TJMIZ6/UcPFiDTfXqlIf/npPKivFqJ7VYS+q6Pe4MM8wOEylGq0yKAAkgWEwGWEwHEs8Xf94jmmUYcb7OvvQmoJK08Cr59bwyrk1KBFpiH2JWBKQK88iNKq4kjch18aoP8HgZCj5jstrLaystuDPcvgB4OcZfD1HksY4mIU4nAUYYIJ+PsFqxcfZeg2Lno+6XYavOTg5GaJ9MsBPHo/w1sMhhqmK1YUSyiUbg0mA/iSEakVSJFSlpi4OScmKDFzEYSwRflwSyVmHov9T4b9ZAVhQOZOMRXziWS3YagMHTyY4eDxFns2hM76Qoj6dSHVT7q2kbsyigRSfHfycaMyj50OYL4MWQNFC6DpFO5z5aggmNsKJhZjnNLqDSRSwOfene4gOTjo1uZpjL8tnjw3TSmC5Y9j+BG5lBq/M+EkXyByJexgOJpix1z/t41zXFWFwyTmDsnsRhlYrSH0JP9N3EaR3JDprZcWDY5OIwp+H0UVTiQEQt+J8jvnMwHziIxhaGHbZoyawq3M4Fb7WqdA/SKqq1suoNsrotKfodojBN2BZPizLBOEBhkmBVSDiZNeqoOTUZQkWzrsIoi5mQxXBSEE05HmP/b8Fu+TALplyPiDZcTCgWS5AxtlhAni2ic0LNZw9X0eVYh5XQzqLMekHCGaUec7lM9xwVdRdFdsnA9w76CDQMngtD37TgzLXZdaRxj6yuAwXCppGAM+IMbINjJnzrHZgKB2kYYz5mEsyBf2Bhl5fxc2rPm5e9XCmHmHZGSGZxLh718W9Ry724gr24yr8WhfN5iE2VkKcWzaw3jJw/+Ec9x/NsXVYxdZRA1HagOs1YFgOovlQymLcl2LBt1WUXFKAMsn/ZdENDebsZiqYYsP5uuwOSJ9IuFzkc5XnVl5HKdKEcTuMi3IB1ZNMWR52iquMFA2eCTkMYAxRB3HeQTjnYnEiZ9RyfQGlWguLS+exuHhORvvxdIQ573GzAWaTAY6O2zg+acP2KihXF+CXakIZsSxPsrNpTJPzrX5qmFQo3uOZodh5KOYcihVDS/vQog6UeIQ4CmXGp5ZKUEtloU/yPpiGEQxlCkOZwXZz2DSBEAItbWEGTjbYqzPvOFZ1lHwf1UoJ0ZRCzjFGgxB+VUWpquGkq+Okp+P62UV865UNvHDRw4XWCS4snCCKR5LXS3F3eEoKtmlE0HU4pQ04pTPobPVxcP8Q2w+G2N6e4/F2hH1Fxx5pQX4ZXqVKJwjmmSU9RaGAnmFKoZmcD0rQsyZUlKFqjpT0pyrjjwxQCczzq6IG0jvoWgBNDTAN2hhPjoS+UuQs+TCNiuTyqjnnl7aIm1XmruUh0rSgcoDmEJ0ESxcVtwZLdQsxOnsmZYRMHcnfZ26wpcYos+9wUvgVTWocLmAwWUYYudJbEXn/5tdfwze//hrSuYZhN0K/O0a30xeiHucBnAlyn1RySQMto9aoyvtFXPS9hztQNQOayv6uMJlStFrzLVRLLpqLq2gsruAf3/sHfP/t/4qHDw6gTFtQgibMSg6jCvT399B+uoVgNIJCAoNfsnDtuVWpg5NDHLSP0D4K0aUyeKhItoyWMttsDk2NUW1RiUpMjIGM+KxMQefpTGrB0rBWMnDxmo9LL5exet3FW3/fxlt/10YUuNDUihzE5hihUpnhjZdyvPEysFoxsFo1UduooXxxAYPExg/+socf/GVfBoB9DgHZtKs6Vtc9fPtri3j1xSr2nh5j7+kR7j6Z487jDDfWLPzRGz7+x6+V8Nh18NixcW+rhzv3aDRXsbpGlIaL93/Ux/s/7iPnhRqn+MKLVbz5nSVcvO4jVmNpMvaOe9g/6ePocI6Twxztwxz9Q2DY5sOLjZ4mg5FMcs44kjLY/hWHTrm5pOKKXFgGrj2r4NkXHLzx+gre+OIqfvXpAX516xAffTDBp+/HMrT74gsavvSCjtXVhvycnz+a4R9/0cajw7EcvqsrCl55sSq1/WiGzz4c4v6tGLsPVSmdTabCDM8Ma2cTnLti4NIzPlY3ndOAbKUYGj+KwDznecQhb47WBRetix62nkyw/WSCo8MU3XaBWPKYZ1TSUS57UsQm8XBFBOmwO8WoM/sXdwSXVlzeMMM4GBQHC6KkTKKdqbSRm2tBH2BzUF62UV6xYXmJDD/TRBXlFPNkx3sRpkT2nOYMytyVvbnkotElWSyMJduIucQ8hZHDb/HmqBRLVVnI82DEnDKi82gjTpFNcuTTAtvH4n+oshlhlplbDL6TyBK8EDFZVrlAtraWMtTqGR7fTfH4ToHbpLt546yHl15v4NpND355KrX7NJA82JMDBd0jOvBUpCnR1ykG3WJ5QNQmrRQ8RPMpwYEfB+wc0hEVZxHjkRE7QnxSivPXylKqOUeiBKiVIpxtxVhpMs93Verdnx/g3V8c4GA7xaRrIJqxySTjal5k+pUAv6zJstojuitPUPUyfOd7DfzOv6nj1mdjvPOTLh5vJRjOLIxDSvQKq2j7MMHRLl+bGB4dDSoVxArC0amjgvlu/B2TBAs+8L2XfXzvlRIWrr2Mxesv48ngAL+69x5+feshPvrnCPduRajbQM3OwX1kLwZadR1v3nTw5esuqg0PlbqHn/1mjL/7WQ+PtgJROq8tl/G//YdX8b//h1fxx3/8Pv74/3gfFXOAV28Ar7xgYOOZBjZuNvD+rQHevz3A1lYiKFVH1/DcTRMXzur4+P5cytApvEhpmIA9B2qagW+9volvvb6Bn39wiB+8/QS9bI4zL1TgrVl4dDjC48MRTu7naD/gdaTC5piMaBA7gepwGeGKujUkMpRYvyAubFRgY8rBCuB5dCu5MjzoD2YYDQNkAXPU2GacNt2M6pKBVTHA4oCLeRasrzxbw++91sArz1exR3qADvzi7R5+8XZfBhPl5QhLm8Cly65kjv7mnTk+/HGRycczR5EjcereOQXNEdFp0pTLhoU4Ef7IhfxMSAIyPOD/PXUMizU75UHtt/lrpwNkCkJUqosVvPq1ltRwPMH+fl+cWC6hQaqGVsVEs2Lig1sz/PT9MfbbxNzw0K9BCzTooY6lq8DSVQWTQYqTpwnCrooLZxpSMqzOgeOTIZ7utNFntg2HPD4H9jYc30KtaaPRsmQJZVYT5GaMz342w+2fTXHxsoUXXnNx8UYJa2fLMiS68+kh7nx6hId3fCneC6qLIRwvxGg/xWg/Q0pDAHPCWyY2zzi4sFnB1Usr2FitYefJE2w/eYx6s4rltUVqaPF4t42nBz3JBWdRUDCJI5zd9PD115Zw5YKPdqcvRUcbM/3ihAq4meBKpomJWWKi6tdRLdXFzTGLZpJVv7M9wvHxBCvrwAoVk5fruHC5hWAG/PInbXz66wHKpSbKfgO9/ghHJ12M+gnCERcPXEpAanHVwOKaiRmzTI9n6B4HCLkYGUGIG8w3JrY/mqfiYim3gMqCioW1qrg1O8epZGATLR2MZ5iHc5QaNvyGhXgSi7vu2kUbv/97Ldy46uH2rRFu3x7j/sMIDx5FePH1Fr77vTW8+a/WsVRqYbnUwn/64w/xn/74N4AX49qXfFx7roZr51tYrPn4/p8+xvf/9BE0O0NthU5TD9/65gK+8nodFSVBRYnRPrawt+/inz8e4+/e2cGHtztwNEMoHMWTgAkFBZ7Ta2h48bU1vPT6GmB1oVhdVKsGWs2yDOA///gIj+52xcVFDNBolKHfzzDo5OjtKugfcbhLtoaGpbMJ1i4l+NJrFXzv22fwxS80kIV0Lc7ww593pWA4WFipSTb4Z7c6+Ox2R4QkXHJWanwvLMIzcPfODFtbEdY2uKAGvvnNc/judy9jPlXx53/yAH/9gy2EdJWoOWpcKldLsvhNaiNBr6/VKlLxZCSHkNwwobg+otTA4f0hju6PcOOshmfOMh9OweNtFcd0V9FJ4GRwTReO6aJ7PMfhXigDVi6DKcqCxcrQWCbm2cbykom1BR3LDRX1coJGOUVvPkef+P+BhlnPRHdXxdatCNu3I4RqKtEI1XUXq1eqWFg3UK9F8L05RiMFwyFwsBVh/zGXRbks91i6yywtFdMZf2ZV6BMZGHoayvOYC0fep7gY4q2JSxuJTRW2rIalK8DyVS6XuNBmpmeB6c8z4qOqMI0qJsy9YVYeF7aDEWbjqTjouWxcXvDkGVQn6qfKtWqO+48GUnknRd7N8OrNBt78ygJefaWJzNeQlXT8ww938N9/uIOj41AeB7xWVMuGYliyxObhRJYgWYxyJcfmJQNrG5o88wRnGTrIIh+Ddor9nYkgBMtLBirLhmD0WGEvxYyLlU6MRA6yKd78g0V86w8X0Vrkgj7A7tYU//jWEL/6xQTLtoJlG7h5to7nLrbQmSf4+dMefv6kJ58PFlXpJc8RtBv7Lj6LZsQNzoihKvIT2QdTAEFFPv8OezSK4JhbzCE7M0w5rK7VPXglBwMOvLikZvHaJwAAIABJREFUjbnYLCgUBTacA/VMMPW/bSxJ0OFiWfqzpgajpcEk1p15ahS1GaHkk3IhQAfydJxKkaLhOK70jb/9eTkN5y5Vhj881weaYFPziQE1iaCSsMHHmJz5VVnwU/HdWMrRXAY6XSrLab3S4LRMqESfnQoJ/bINv+zIaxHMIsxnsWSf0qFJRzSXtUlCwSFxcgp80ndqJvyyJX9ub4c4uD/FbJZC8+lq5VKGQgPyVwsRJek7pRb7UlW+FgcV7BNZSR4XS+koFtdoMqHoT87EBemDSm+eEVSixejyYFYmB22FjZvnMnkzKLI0dCkKL4g6/5f36dRhzy/HBbBk4RZ6MZiugfIih+qOYJ4jJZBld6Yl0CgAyJjBqGF8mGB8wOu8yMbh8pY9NnMXaXSWNC4SfCJaDIkPzWA4CspLOirLOvr9CP1BJMINkjjYPhPZTYU7qTukEtFFRbxpMCgQx2E/k59BJZmJSNzMEAQ0UZ8UbhQLYDo1uMlmnIMOW6OSXEFOFBlfa8kr5JlDwEYyxDdrNqyKBa9kSExArMwR5RGCcC7Y+nBCQkeRmUw4g+CpEyAi8QaAs6zAWaFIxZRhaUokYD8SsoemcDmiI0gSBMzG4+/GxW8dcDzG3eTUsEBm4BQPMut1rojzniKuyXaGyVYGtQnofKw1T18fFzASDQaFKXMH89hBGACzaSIu1GTK7FMuy4vrX76JFaK8puDc6z7OPEfLB8Ngx7ADH25YRXsrw4PPRnj4OYcm3Mi5tDSRGwzdzeHULPgLpqCAFzcN7D2ciqBvPjShxiUg4QKGLrsAS2dcLG+4Inw8PuI5NUG5BhFScwjMmhwDo4NTd7yIFrng/G1fe/pxEbFH8S+5xGdfLa530hJ4LyFgKSF5JUXYTpFoCRI68N0cSimDyZz0pgmvShymKmID9vPj3lziT0hMK4gHvPckWGw1sLK0IBj+ncc9nBwMT5faiZB+XLsQXgRTDm44UDNQqpriWGQGIrGS4ZQYf0WEKHkUo8Q84pqHYMLn0BSup2NhrYTlzTJaSw6aiw663QAHB2Oc7E3Q3p0Wjg0RgllIRpFkGdKxz5+X6HMuHLmEtIhrrxqwSyocxgHFHA7lmLRz2CQN0GRFspc6FzF7GhdCnAKrTdH36S262GEIPcU0PMnBi0//5zbnKC3GqK5kqLUs1BcsbP1MwfbPVATpHMpiiNqGhkvXmlhZq+D2Bx3c/qCNxqKBjfPMWNRR4lA8z/D5eyE+fy+A1tDhnzXhVnW4RGVrnCeFiBFhwHzGtlD8hGZA4RfzFstVDhhTQaFzgT2PCrd7MiMaH/LZdT0Do+ME3T1Gq+holiuSw8acVrp1MyKubQ26r4iYQahw/QCzfoCFhQYWFxso1UuwS7bgy3e2trC7vYV6uY56uQFHt2GwR4zp8plhMp4JLp7PcZXLX4dYfhJuUjRWAK/swyt72Hka4NG9iVz3tYYirk3GDHEB/FviCRfljZaLcoXPGOYoR6fviQInN1HKLclyjbREei46kDJWVpzXGfMmS/GYgmjGbkQkD8vy0TeBqpPD9xQRmxllvVhexrxuU8H183rmcNRSPSRTC8mMg1gKqRKkeYRZPMF0PsNokmM0Zga8zGBlIUKnJ3sDYrOH7RBLC2WcWWugXjdhuXQgxgiTAFES4uAwwuERUdgqZhPGsXFZ6IFw0mBKcXoky1+9TBGmgrVlC82ajvaDMdoPRv8Se5TSsFHRYZUNVI0mKkYThteAWqpLFJmiD6DpQ1jKCLY6wpzEMJIrwhTTkC4xG89fXcMLV9fRPTpC9/gIx+MZjsIYqmXh4noLG4tVTKeFm8vUiTV2Jfu7MxmgHwyREk2pRqiSgmcBZ1dWcePqczDdFr7/o4/x/R99grKuo6LruHq5jus3Gzi/4SI+PEJ8dIxpG5i1gfY8xUGeom+oiEsu1KqL6xdsXD9voXt/jO3f9DHYTxBMLUwmBrY7KbY7CeAnMGqxnPvOX/SxtmrBMQOp7U8SbH+a4lKzhlevtHB1wUf33jF6945xV09x18gwUFzM87KgQ4lw9uwMV2stXK22kAVDhOMTjMIAR3MVhwHw+DCQqq86WD5fwtqqj7WWh7Kton3QRuegDUuzYeuO4M2DkG7+OWb8Z0j3W6E4MUuGPE80j9FqM8yVANkUyKY5ensa2ju6kFv0UoJqQ8e/ff1FqXf/+SF+8A8fYn/cQW1Tw9mLZXznxav4zkvX8F9+cBv/9Qe3oZciXLhhYv28BcyKuntnhHt3Rlg608LzX7qI5fUywmCA8WCAWx/3cOujrhAV7JohIh+fUQllDW9e25Qqc0gfRjjstPHxzg6Owwmu3TyH6zfPS3wDa3/rEE8e7uD4pIfqxhJqm8so56qUNZtCn/RFbRd5ZUxsG3dGR7gzOsSVWhkvLjaxWSpj0S6hprvo9BO0ezH+9vYh/uLjPWyNJoVjWAQ/PuyKL/nwUTABIzcSklB0C75agq8R4T5GNBsLgYbzCwqq1DiWfHFvwYTbovMswjyawdIrqLhr8MxlHOz1cLDXxWw0kmU+DQVO2RGxounEMJ0EcZLIOUdVmFNahcrs3dPZsOvP4JUCoU2SUhbNNIy6FsZ9E9EsFoelQex0hbQZGoAMyQvV1TVoyhp0xgDmIRw3RrmWwa2QOjKAZg0LsZJKUl+EfmcqDlvJKlYtZEkkCF9PP4OacxOmsYBIY/86QZQ+RJQ+wPnzHq5da6JaLgutIJjoePxoD48e7cnrwzkdRSxp6CIcaTjenUjRae0vZtBd9rGaCAarzQpqraoIVfs9iogo4ClDp9CLi3kjRJYz33WMittA3V+EkqWYTdqYjTqYRzbmkYXewRydvUBEtiRpWjSxrbakDveGUtGYSKhYIpyuvbiGay+t4bn1Gp47U4eta2Kmefq0gx/9+HP8+oMnWKIRcK0M1Zoh1YZiROA5i1SnKHRlh+Paiyh5y6gZKhrqAI4SoKtq6KoUEhwgwyHG3Qn6hzTeZEgynk0sPHe5LtXwA9hoy2LxzgMX97ddDFVfqlzuoVE9wdpihjNLLhbrNj75eCS1d1TGQa8OxV5Dc+0svGoD41FfioI7nsNIuGvWCyEohQFiSFF0cYbyz5wH/PZgKWQNijLmUREJ4tpypppMxhhP2Me6yEkp0FTp2yl+5XXJPSyJNBRFC/5GiTCj2CXqyXOquC4NbJy5jo2N62h4ZZR1zol56CThdIhPb32MTz/9GLlmwvJrqFSXUK8vo1ZZwqg/ltIYGcOMbY3CxwJynHMWz52bGSOl0CHpwwuPYcZDiQJiDz2yFCnAg5FVoPGMNzuBMu+hXAZKZZ49dCQy8yDdhcMI5kdDJGPlcgO12oIsOfd3+pgMJmhVVSzUVOwPPOwPfWyuLOKV66u4ec7HC+cmUuHsQCohXp0RISkXqjxzavAaq3AbKzjabWP34S72749x8jjDweMce7CkjArFww40r4rEaCFVPOTjkVQ/DTDIAiSRA8yqQOJDNV1opoecJg6DQk2KQlwhaGVaB7nWg6FFMNQQ/UEfnU4PGYjCbsErLUIVCYMDPbegpZac8w2KVSleRhcJuhiHgYiqy6YtKH6fuewU21IrXB5Dr0yk+c0TRxDSRjyEno0FY6/bMRJjE7F+EeHcQzgJ5PX47re/iO9+64toMANa8WHynEKPL+nKenEujWhAFuJmDk0vZv9F/y2NttBXSWjg+yZZzsXKAJTdJdDwD+//Pb7/k7/Ag4fHyIeLwHhB5oJGPUN/bxftR08QDrkA1ooF8JVnlnHl5jK2do6k+sRzDamOpHOicIGub3iCLM6UOUbTKSYBVZ5EN6gIuinCboq6l2OxApw9b+HCdR8r51y8884I77wzRBhrUHW+SRnyJESjkuCbX9GklpsOllsOIk1HJ9aw2wF+/tNQikPp2ZQfNKKJVKytu/jSFxdw83oFn318jNsfn2DAjMoQeP5iA9/78hn87pdW8Vl0jNvRMR5t0SEzxmRMt4BHXSICOiVGRUg0q1rV0aQr0tMxCRTJegvzMaJ8jF47x/Gujv4JJEOADiqVOVIs8SIUDobfZv8KDlrPsbrBjF8bq5sWltctybwkto4q9J3dMXZ2xuIO5DDGJCavOke5EsNU6PD1hAM/nZJxX2SIlRY06K4B3dWx82COR58GGJxwSMRFoY1qzRBnYa2Ro1rnYZcIaM52cvR7KQb9DP1uLBgYLqLqzM6pqjBqXI5o6LQjqfEIknMQx4V7hoNUQY5mHEZySA2EUz6QI8EOkJbAvDg2Z7z5cckUjTj4olKSS1s6vukkpUtGhUrkla3BbapwGxoMk+jKDOEUmHQVzHo5ol6K+ZAIkuJwKf5DojU5nOLQkQtgHkozOi6Zx8QFL9VPxXBYls1EVivWqXuNS+K5qOiYc8a7neT/zPhjc0FMNwBd0nPJp4hnBuKpLq9PqUV8tIZqTRP3+5O7AZ7cm0n+daWsY2XVxLlLLlZWuZimgi0S9/RkoKB7kuGEuYt9qoiJcWJZCEOzQP5xekO2vzysCjWxiKv5ewoymw7gFIae49mXG3j2pbqoIQ/2BmhVU7z+vImL5xyM51WM4yree/cY7/3yBJ2jOZKZKohMNmLEPFDNDiNDraFicUnD+oqBC2dcnD9jo7GioLGi4vbnE/zzP49w0stglJnLbKHfT9Hrp5gOqA4nMosDLYbnFfl5LHnQQkGraWB52cSlDQdfuVTDVy5Vkat1QKvhJOlgZ/4In+0d4+fvzfGbT+ZolYCFEj9rCiaJipKj4tqijkvLOurrJmrrBj76cI5fvBMgGus4t+bjxrUmvvn7F/HN37uI//gfP5ZaaQZ48ysmvvSqBaOhwmxouLs/lXryKMPOPQVarOHmNQtnz+j46P9j6k2fLLuu68515+HNU76cs2YUUBjZEEiBAyiJoigpZMmUZDraYXe42/+R/bUj7Ijudkd/cIfa6rAoUaRIzANBDIWqyqrKqsp5ePN79915cKx9E5KDcQJEEEVkvnfvOfvsvdZv3Q/xm/vEbOSomAUs5guEBtqqhX/2oy7+9A86eHQ6wwf3B7iIUmhdG5Gl4cnJAk9PPYyeFRg9LaBGOhydyjcNcRHLYse1UKzSqeURK5HDtjlwUCQ3mdQEFhFsPhFzGITMDueHqYFMTzFEyRCVThRmzHHP599zAFdmtf3+N/v4yx9s4JuvtfDx8RAfHY/w5ScBvvjYR3NFxe3XLfQ2+f0n8q4++jzF489SOZQ5xOD+RdQ4V9lMKB3AmkYsSOm4l6Y8iydmZXzteqO7gi5+6aKXaDRxcPHxouOtkqHRMLDSb6Dfr6GzmqDTT3F6EkiWMXNC+d5QGd6sWWjUTDx7FmL3gS+Oev7SFNBouSrN2voWF0R1tbhQkMw0UTu1K1R7yjmI+SLExYgNhkj6jmYFqDYs1BqWDHXpcLAqxFOq4jLa+7WPx5/4uHbTwsuvV+QCTEUunRn7u3M8eziX4SEXEXn1FeY75fCHOYJBAcVh5xaSr7jSM9Br2WhVG6iaLobnfPcuUKva6LRr4o6MswRxliItNMkhCZNcmrTcpxpdZjkq0HIqwQPYRFjaqjRjp8ylX6TIUh1pqqHWqKDWoMOEav3SvRj6zNmkSzmH3crR7rmSQ7qYFfj0gxnufbaEoRPhW8HSDzFfLAVLXsRs0DAHr4BbIxqmdHHwkrWcMx84RRYSMUm/Z7k70QHMS6HB331NRXNVF9WpUzNF0DI8vzwbL1WFRHOZpiZYOiVLsXPFxBu/XcfquinxCV98vMTaag2r/RpefK2Pl76xgo2tJvbuB9i7F+Dh4xPsPj5BvVvg+gsOmm0TwZRNfRXTSYzpJEKlUaDZo+NTQdMBuhUdt7a6su7eXeK992f49O4YX+6NsX+6lIa6LJ1nE/Oudfn/JVFhbdPA+qaBWguotUpaBEVNzOnZf7bA4cESs3GB2ZhnFS+ouRTJvCvw+7l9p4vbL3TRbheo1xLU7Rw1rUCrAmxvA9s7wKPDEI+OIpzPgXmsYjAu8OT+Ek/u+ZLV2W7S1UgRCCOpClwMUswWGW48Z8u6daOO527UpVH/wbsX+M2nYxSWg9xyxGnFHDmDeY/dDKpLNK2GdKbDUCOYdOQR762bkh/inYdYnoV4fqcii1SAJ88CnA1jeEkOny4knYMJU1xKXIz9ICKoxvfKAmyLLkMOZ/n+lznYbAwHQTkEiZIMYUJHjCo55ouRiulxIlnEre0q2ttVQVXrDbpOMmHuEnG/mCuyvFkq+eOcgRm2Kg1DNnV5NsahKo5myeUsRFsvA3rWqtxX6QDSzUKGRwYxa3zIDTa86XxgFiiRhCXql2pbVdWhafwcXUQJG1A5Yjo8qfCOIkHg8iLeaTrod1202xZqrJ1sRZDqXNOBj+kgQKdqY6tXw7X1Bq5tN3Btp4Hdows8ODrHw+MlHh3HOJ/lyMWNqME1NUElllbNci82TT6jJPBQZJij323LgIH/yGg0lYyjKfcJn9mwqrhpMg4c6dSmA+pygHvzpoubtyp44XZVENRhlOG//u05/uHtIWw/hxPkeONGD997aQ2LPMM7+xd4Z39wqZDn+cMarRQ88r+zBku5n5EAI2fHP+VtlhlFPDcYgVAic1nP8LggEpxIT7diwVsEMlznecQDj5nSMgAm0eUy71b+0OWQoUS4MmuWjXcFlsu9nYsDHQ42Cviej2DJzMASF2U7NmrVivzcWRpKU1z8b1Q7EwFKNycd3L6JfEn0Yox4ybiIXLJC+bOIW9AmeleTWm8wLGtkzVFR6TFGg0M0nsvEGNM5y6+wxOxz+BvQCbrkd2nCpIKAtSqFSxIZQx1IgWpDF7Xw/CzD5JA45hwFr0lEl1LLSLpmysiFDGZVg9sx5HkW8SlzgYnrS5kXmiGhq53/7FxB4SvQa4BRgwyqGaknw7BUlUgMPifpkjKEEulM/Bk/WzHfaELYE2w0mCdMhDRxzwnRqSmyiA6REhPCP8ezw6qYqLYrcBo2wiIUlxhr8FwtL6g6XWKJAn+aiUOWogzSkrhfSLyJzs+ljHeROoAX68t9R9E59FRhM9s2JAmKP0MhPx9/duZ8szbn0IpZ1BTIiJuPmNNJhnCcQiGml+p/IbSYJW2Ez5PGwUeAlGpzwePSQVA6ENkUkGlvSgw6z1wONHJR+muOhmrbgtO0SpIKz2WdmdypDEZinw7nDAYH31xKedfkOxMSX8+fe1VBpS+jEhSFJsPXhFQhOoA1XdTesQhcUzgNDc0VUwgivDcUvDt8/ZJLPa7JAJhoWzqr/eMCwVEBq6fA3aJgQYHTVGS/KgJFcL7+VIU/00SMKr8D3zeZcOcIZXheQLEKmK0cjW0VGy9bWL2tQ08j6FTATi0UIwfDw1wEr0f7MTSjAtWooGC+eu5L07a6YqC6oktt2uipONr1cbjrI5rqUGIXyNg0i5GrCdavOti44mLpJzg98hFFmeAW6w0N/iwu65NRIUJhujfLbCBmZ5eO1JJeU0b5cCjJ95j3R9YvdMxy8ZnlHstpfjQmTrr87nI9g8p3pqXAatFxbUq2LPPHU56J3Ofl2eXzWmaet3s22l2npPdEqmCcB6cBZpMQhTgTMtRqCmp1Ov0h+dv8q9RHFJFTlMzvOFIRS64p+zq01+ciYnSqzNJLEQUxdFNFhYjUloWVtQp6axUkCYlTEGobz575NBK8fpDEMCjIEYMxKQAUP/CI5ZmWyJ3fpFOhSTSdIWKO4VGC2XkqkUmVOhuPGSK63ylE5p7BAbAkt3KV779QauWeXjq+dN0ufdpKimovRWM9Q3sTaK84aK+42PtFgsc/Z9OuQO2agvYVE+tbFPxaePDZFLufT7C64eDG7TpqVQ2xRzx/jMPdGIcPiCM0YK/bcDi4Zh2npuJGjYoEkcchOvOUmYNO4W2GSl1Dlc6oGmCy+ZmVd3E5DtiTyjTYpgbL1IQsMObdmeJ3y5Ecw8CnoEdyrCQrjxQhuqzYW/GmgdAMWr02Wr0Wmr2mDIHZb97fe4L9vaficmzUa7ANUr00ocR48/L8o6NcKBlWJtjtagtYv6Khv0l3enn3GpDwdpAiSwpUie1mbBAFVyn7UOxAMW4DsB3AouDeID61QKVqymA7XhRYXJBWV8Bt0QmtCc1uMoHsFayT8rSkKchzbSelA9ZmfaeiYvGzYN2nodp1UOs6mC0XmC8Xss/J+Z7Ts2mLA7wIayjCKhTGBqg+ssJHkAQIYg6WSXBRkXAfpKiYrmXmNmoagkVJZKu6NppVB/WGgVqD+zoPqFjW6VmEs/MIo5GK+dTAcmFKHqiSO4Kpj5jh62SCvG90NWys2ui1THhHuazRIMFwxAYv4HbLuALGXyghhzN1WJWW1BNOrRQiNi0OaBm7FLDZgYhxPbz/qiq6LQe9Ft1DCZQsQaKqiCgu5UbE9mxKcfISFxdLVN062o227EPj2Qiz5RRGjTEeQL+hYa2pY6PbxFZ/HbpZxUe7p7JKlliB9W4VW6sN9GoG/MEZ/MEpUuZ75wYmWYFBmmLBO71lQnNN6XFc3dJx+sjHk88WWFzk0BMKCC08GUSyrCZQ6ylY3TJw5aqNfp+OSg6kfIwe5xg/yvHC6hrevL2NF/ptDPZOMNw7xQcjHx+OfMw1E2qlKnVY3VbQrui43e/g9moHo9Mxjp6eYjDxcR4oGMaKZCX7ZobuqoO1dRdt7q9O+f7OpnRmRiCEI/QpRsoQ+pmI4aS+onWPuErG6NVZZ9hyD03yJXLE6FVrsiasq5/4sheGGfuwBv7wtVv4o9du4d79A7z9wX0cTKeIGipqqw5+59UtfP+1LXz26wk++/UYmblEdTVElRFUSgW24uLTz2b4zedz9Ne6eP2b17Cz3YCRMzJigQ8/GsjK2UNqatBYZ+mF3OFfutbCi1fbMDkMWZLk5mOezkmkxasvXJNVDDxg4GE4muN85mGeZujubKF7ZQvWeApzMoW+XEKNfHhpjH1VwYGSY1B4uMAS65aJa7aDvlNHr9JDw2phcD7HxfkM90ch7k5iDJNYcntTLROUaFKQQlDWO7TYsOfO7E4TFiwqMxj1yBgSEOnK55iTMj7jGZyWBrvF3muMLOFwhajuLiy9DY+C2Rl7EkTYeyVS16TzHVBILuCgRnyUvCO6ZYa2xuEi8+Z5ni6h6b7U6ewpUmi8nOni9Of+JKIrW5WaWzFYL/Be6kLXetC1FeiMJykS2FYKt57CqYcw3AlMd4JC8lMzePMEk2Ek9JiK46LquEJDCxZ0G9ahZe3yDGuEMBoBGh0PzfYC7ZaFTpPuXwPTEfu6BYbjMUbjifxe/B2Yy1lQULc0MGYtf8Y7eCiL8Tzi0q04qNZrqNarGA9LY5uhu6jV2nI/StUpUmUGReNgyUOn3sQKGxxZhsV0hPl0gix1BKM/HTJqMZHzn3QKq1oKbFudCqbjENNRKLMGNeMeq2Fly8HKpou2yj6ngU7bQrfP7xs4Pl7i9HSJ0WSO8XQGw4nh1FkHcDDqwrIr8BYaFnNSlRxYZgUVrUATjIpixIAJTzNhGAPoxlDq3nCmwacDeJFhskjxyvN1vPpCA2utGE17Jr3R3d0qHj1xcRgoOPRV9LoetlYX2F4DNnsOVpoOHj1I8Xg3xd6hhScnjgwH25s7cFsteP4Ui+VMaibOquhUN40Uula6XEunS0kD5R1TYr7YPxDyHe+lqeT/so5zbE36ar7vIQgCFHoFuVYpi2Le2ShYlUuR+IDlP1BCgGLXbAY/mSDJWPMJ1xyN+gbq9Q20qw20HQcN14br2NLTPTl6htPjZ/Ks813jPkUUvqbbmHmM+6K4l7UhX57yLlT+3CRB8rKWodA47pvDxARqPkMWTpGFE0wTYBYzLqiGerstJrhwMkK8mKBSzVCpSVAMsqz8HShy5ZUrVlLESiK49mqljTjSMR5SxBqj7saoOxGGQUtWu1rB1Z6L2xsmfviGij94Q8XSO4K/OELKphjFwRQYJ6w7NdQ7XdS7XczHMUanSzy972H3Cw/3v1xiqNoYaTZCTUVCgli1hmqrD8upIvY8RIsFQsZAFRrilJnbVRSFC8NxYDicRzKWjjm/7Euwf869ZgSNIq40gpbGCFnDLXluV2G4XVnEJ3PphQ6DubpS0xLLGiI358iNudx1kyhDxTDQqjhw2FtifR4USIwFUn0u5xKdyIbC1OglHGUJ0/Jh2j5SbRWxtoVlUIM3o6DWxlvfeQXf/84r6DaqqDMui/dcCrBziosZ16IiZoQk79wqHcih9HyVrAolr4nbmYvjIQFWsTUi/XJcklkivHf/bfz8s7/D06djRKM2kmkHzXUVjTUNg6f7OL73GN54BsXWUbBQvHWnj1svrOLhw3NZi1lUZl8VCiqOBtfR8M3vruNb313DcLTAr399hCd7MyzmVOJp0BIdaqKjWU/QasfYJj7xiovVVQfvfhDivQ9CBBx42cyRyqGFGVYbCv7wDyz80Q8t9NerWFmrYf80xMdfTHHvYYAH91Tcv8eilBeuVBqN9ZqCzS0H33i9g2vX63jnFwO88/MBbDNHp6Xgm69cxR+8+Sre+tZtfHT2ET46/xDPiFZ8lmFwBkzGVDSZuHW7hudu1+BcNi8n4xBHBx4G5ynGIxPjoYlqN0C158Ob6Lh45mI+YpMllGajXJKzHJZmwtEt2WDY7IyyDBaVGVaGb/8OXcUdXL3VgOXWMJsr+NnfHOLv/uYQGXFdXiFN3de/XUVvU8PBaIGD4RzTYxWTE1VyPl69BVy7oqG9bsJpG/j8WYTPn8U4eJDh+F4mWMONzRquXKth66qDrSuOXASYh0tk5d7DBZ4+WmL/SYKDpyWXnQCrrWsWbr9SRW/DwDIt7fW8FBF3xCw2ojUYeE/cVRRkMjiesnD2qE5mA4kYqBIm9bVaOOefkcw1KiRiyTUt25uXMTocaNWoOrYkX8mqUZHLBhRXGWw/Oc7VoVHJAAAgAElEQVRlAExlPxXJguwyOFxn067E1ipa6TgtG2BUs5bNQaPCnGND3BFJngoi0S4cWVSRL4JA8s7E/vW1e4EKeqKrHBMGB8BmLBim2FMEYdHsmehuWKi3S/whsXhPHkzwZHeKDhGw2zZ6KyqaTeYPM5eQFy2q96lKrWAyinF6vMB4xKEwMJ8VyNWGLOqWC8zYZYOSMdOASqXyRl0wL0dhwVRuDLat4du/s4Jvf78v/+7fvH+B9Z6CH/9JC6+9WsPesYG9EwMfvDfCh+8NMZ9E8rkSD0g3DlErzEKO8hS9foGdaypefqmCH3y3L1myewcz7B3McferJb68G4Az3bWbDlrrFvYeh9h7FCDnHYyPvW8gnFiIFxQFhCiY0cNmXqbgzp0aXn+jgW9+o40XVqgc7eFsd4TTh0MEzhzZ1gJPfR9//asY73yaYLWtYK1VZjIkBTdjoIEcDatA9zmgc1vB44+AL/5OwYrVxI9+ZxPf+fYaNu60sXmnjX//7+/hP/yHe7h1rcCf/2kVb71lYRQtMAoXOA4inAQx9u4X2P1YQTrX8eItC9sbOn791RKffrWU55gbt5HoMDwXbc3FT/7Sxr/8SxueFuNwGeJkmeHMU3EyK2SItH/qi1J+epRDz01UbUvyMRfLAIsl9weidPVS7BEQiUpXnykDyVwxkSsGglmA5WgpwwVBZwt+ogx3/xo1SvUPFUksZiSHRWfjgnlQwB+/tYV//c+u4VuvtfFX7z/CX733EAdPcxw8yXHrlTp+9896aK/q+OqzIe5/MZEcoMEhUZEFHBJRiH5kgZFpiGMVMVGXPFTUWBw3pXCDriwLqsoMlhKBKM15KsY5DCm7nuVfoaLaoMo/xdZOFS/cuYrr11cxHh1gPD7E490Iu/cyzBYFWFMR18ZMLeZ/LUdsOoWIl3yILhtKhiJNFL0l2gEUiYlsyUWULEUcCSzmepllNh+bwqQA8HLFbOtG25TBHscgSUa8Gp0ANizbwMmuj+MHgYhzbr/iSpbOjMrQcYzBQYaLA7rxFKSpKhee+oou6tl0AXFW6Q2qv4BKjYNHwFCIEdURzTUE8yX8hQ9HV1CxNRlw9/sV9Hp00GmCX8wShb0EnC9CPBrPMQl9bDULbLYg2Tdck2mB87NCxEfMWtEzoqWofGYOqyLIQddUUWfTvWogsFKEdMNpHFoqQhm4/1mIx/eJLyPmk03eMpKAsiWdOVUWh88clheCmZtN6VZn0cYBBpvlhix+3+KULDg8ySX7vbtpoLWmI2HjMif2sZChM4VQ1YqOCtGtzImLcji2gkpFEfzf5k0O21V8/o4v6yd/cRU/+YtruHmrj3q7hflcw3/6j7v4T//xIXZuF9i+DWxsadhY0+HPM7z39zPc+42Pb353FW98t48us4sbKfz5Eo9+PcT5nofv/PZL+O5vv4Sf//wQ//f/8wBfPrjAIo2x5HNbaPJ+unYma2e7hutX29jccFAUEyAfY229i7WNjnxWk4WP8SzCaFbgYpxhbzfG3m4kDXqdFi4iHU3Abun48V/clFUVrmSMp/dHeP8X+zg/GeG7P3Dxvd93kRgaUkPD3WcBPnng4Td3lzh/VMh67gUDz71gSsP79IiukxxMoOfQ88VXmnjxlQYcPYaaLUV8xWHUeJbCrHZgVDuCIPK8MTQ7Q6PP3Bsdj78M8PiLEM0GZPGcTIi6SwooYQ41KnBzq4Obm114sxDPno3kMjgeEr1GjYciq71mYGXLRH+tdL1vb1poWCqaFovaGJEfYuGlmCyA83GOvYMAjw+YEVlASShaYe4rkc0UXxUowgIvvLmOO2+uCQpwEkwxmTDHMMDsNMLSU7BcXKLBuA9RwGtzAFhAiQsoHP5QEUlsKtWSYvEFXMdCxbYQzSNEi0jEDRw4VLo6ipqFom4hmIcIFiGyS0wRvy5mJ9MhVTItKSBjPlCJty1do4VkCqYhL0Mm2jUbrZaOZkdBs6mhZVto2bags55dTDA5p2BEQzVz8cNXN/DD1zaQ1mdI6lN8vL/ATz9b4O6zUFxIFOD2G8QGWuK6ZC4Am86DYx/j80AGiuyyvvrKJr71rasi4PLCES5GY3z+xQJffEm1Mh2JipyfRE7R7VgQr0Y3LoeTcYHvfruPP/+Lq6h2TfyXn+3jp28fIzxKEB4neOv5Vfzx61uItAzvHZ7hvYOzSxpJiRni789LqGA+dQo5OThTS4cGMVusv2zGc5SITTol+edkNszBo+zLGqocaDh07pS5s7xcy2VaBvClTJ+OJLqXSxwxm8sc3tCpxLxTXr446LPgVCzU61U0m3W5yJ4fDGRJHrRNx6CDZrOKikNkUplnxvONuYx04hDlSAxTwbgP38B8Qncfh3xlzALdfZWGVjZBTBsVw8HgnHcErxTv9GxR3cfMhyWmOmM2YySXaQrCmE86HyZYTtlgMOXsYd4ZPz8ORuO8zCqsNRmpoyCeKggGqkRSEHfJISyHEjbzQaNUaliNYqYGXbMlhox1V+LliL0cOZ1d9qWFdqFCIVq8yyxwQK+q0CqlAj72GVtRIB5lSMYZLI3oUDbAVWhEoVjURzLtPYVVmLAKQzLhsliVgVu4IB2CjY9yPzGJma5yOEsxkA3TtRAmsSyB5VL4SYEZ9V0UsIkohMKm0g0rCSdRIRdYfq4csGikdFUohCM9iDVwmU1M/BqHBwkHw3zlY56FCmocZNVKMQYbw9FSRTBT4XMAPEoQEi8jRMOvaxpLnl8Of9kYlOgjfmF0S5scSFM0U4qF1MyAkumIl6Hsc3wW+ZIRS93sWoLrX4Qx5mGCwqQ7pYy64XCFz6t1+R9iujUkIjwI+HvrQG1FkSUZV9QAcmg8Z/5xUapqDbMcoitZSYbou+J09iMPQez/I8mCnyHrCv4K1CDmfoH4HIjOgOqKhsY2B7Bs3qoidA1nhaz5SSqLAhKzachnL0h1HZifJpifJPLsVDZMNLY19G4AnW1uxTlskgBOVXhHKsYnwHiQyblhmFXJ5cyLWBwJZj1HY0NDtU+naeksPbjn4/Cej3CiAZGwv8vP3iqwec3GJkWtHgfKC0RBipW+i1bTxvQiwuQiLHHMxEYzt1oeBH4nbDRfoqKEKMAolXJfKSUqrKOJKiZN6muMPzOWeTegQIgqowxGU4G1osHpUABMSgprZObAJQi8DMGCpAaKdBSp6XaudrFztYfJsYezx2OMz0N4c2b3kpCRgYGgzTbRj7rg3BfjUhRCNy3vuGLqoHhAkPMlVv3y5JEajSJC7pJfR7VwkM3BGXsm/bUqHKd03bLOY7QAaULDwQiDixGqFRMV1yTqRN5dCgMiP5JhstFQYDYV1Num0Cy4F5/vBxidRzJ4qzY4LABCPptEDl8i3/kyCjvo64/+8iOnqFRIFCoHChwdZ6ivFmhvFuhua2j3K+j0q9j9mY/dn5HWY2D1ZRfdqxZqTRWWU+DJvQX27s2xfaWO51/swDJUnO8vcLG/FKTmbJBCrVkw2o6I2G2d+dAc9qSIZEMpY2Eoeg0WxGhGcF1FHEF2XZX8dL5rdMhTLGFSIK4YMBRFFoWFo2Ekmbusk7nouuB3JQ1YUsGtEinN782bh1I3VTtNWe3VNlorLREZPNvdw9OHe6gJGcIWkg7pMTxbOKSnG42xBxKqYeZQGdvVVrFzkzFFlhgNiMmfT+iEK38Oca6zVcDBa5ZCVUwZutKRRwcQw8MbzKBuGOheikEvTkM8/GqG5TLB+hVX4p/2HwV49oh3LuZol/U+m9tsklPwWlvh4JyxWSoc/r4i/DPRXauju97AYDLCcDoWzLc4rdgULwxZzJtT47ZsRAUmyHJPzgLS8HJGxRCTTVEgEVNyH1VhMf+dQreIYtGSPFtxDaE3NSTygPeOTOgp5xcRBhcKJmOe2aaIWZHYiHwP0dKDVslhdxU0egbW+4wbcpCPHWQjG2dnIY5Ol5JXWO/bqDR1LC44IF3ANIiCraPRtMQc0e1oWKsCazUFOjGhKclrORK1kLMxiJYy1Ot1alhp11FrNeA2m/BTBY8ORni0P8GTZwtZ7UYXG/01ofSNxxfwvAnqfRIzTGz1LVxZtdDj92byzFEx8AtcBHT9REKAq8BCQ3VhZ4z1OsFsfAqtZUNrOmTfYEwheVrmrrNf1u9D1sFehId3AwRjBU2lAie38OjCx+MLH7WOjpUNCl91bG3raHWAZeBjGfqITwpEp8Cr61fw5vO3cGdtFRf7xxgcHOOnX43x03sTeIaCyqqLZttB37WxXnNxa7uF57ab2HswwG8+OZZYuSFj7hIF9Zs66jd0rDLmhMIpkuyyKeIsgB/Z8GMbp6cBzk4pYqFjuRCKGs9L3llg04HPmsxCo+OIADWNfehI8OL1Dbx4fROToylOHpJgGWA4VkQM8tbtVVnnxxfYfXSAp2MP+7wzVAx886WWrJTPx8TFMp9iqV0gtuZoVupoVht49+Mp3v1khpVuB2+8dgXP7TTQMiMYmY9/eO8M//DeKVKeGw0FhQkE1E+pRN5r6K3pyAKetYBtAr2eiq31Cn7r1nW88dw1ZLsnyB6eYBlnmDPztlHH6pVrWN25iuLJExR7T+g6kkLpPI3wYbjAZ4mPvArkFBWlBRpxgYZeRae5g7rTx/nhGc4PT5GRftOoI9RVzNMQsyjAeBZgPA1QpDEKRvjkBchw5KCXcTHMXHZqRAqbks8dEXNLQaTP8NRUcuNJWKNaqMhiqAVFci50pQoFFtTCRsKoqdAXilnOeL4ikYxV/pXiIE3jWeOgyIlyNqX+rTWBJPGQph4in1hiigEoAlAkqqok19A8QYw6CzRbKAbEuepaA5reJHsTOt3WZgKrEsOq+rBrY9j1MfKCQyLuuRlmoxxprKLdrKHdrGN6XsH0rApvksGf+4AWoL4Zor2VlHOC5zh4YUwIxMxz+CzB4bNIKmTi5nWbyP5Y3lvuQ1lgwxubQmAMc0YFzGHXLTS6TaE6kPpl2S7G5x4m556gf3u9vtSTXnoGP7uAZi2gmR767TrWex0qHTAeTTAezaAWpXNxPoMIefJcl/uQ7dLAxvpKQeQX0stRckYE0CxBYUIga3EaYXEaYmengtfe6ODqjS7q9RWoahXvvH0Xb//qSzjVAr1VC61OFdVqDY5bx3iUYjIs83JpWiJHrQKarIBUd5DqNirODBV3JkM1JDWEvoaD8zkOzuZ4+U5F1k4/w2qLeGpg734Njx65uDcI8dUgwMZ6jOeuJLi2oWGtbWOl4eBk38LJgYX7T4Gv9gqEagOtrQ3Y7Sa8aI4lMXW5CWQm4jgTJLfcH4UAw/lROSfg4JSOWgqCv65x2Vtlj5V/z8i6XJztnBNwkFtFrlYvY3NIpeIZx1qVztnyXgq1fF4Sfs/pDBkpZCrvFibyrII8r6BRaaDfbKLX7qLXW0Wr1UYScmg9Q+IPkS4vEAVzoWr4UYRJpGHMOM+Y0TBEnBvSX5YoTl2R+xpnaHSAKkaAwvIAZY5scY7MO79E19Ot38DKrRWJrZicTbEYzeG6EZwK79008nDwW5JGLd1AphKpH0A3HBhGVYQGvm9JTWqqc1jqDItsBYu8Jz2GahHiSlfBv/rjJv7nP2phMd3HYnogA2CFgrKYFFjOinS0ezVZaeAgXNh4cM/Dhx9c4P0PL7DUXXiGi1EQY7CMYNcq2NxaRatdh+fRNLSEotYBtY6ocBHkDjLNgl21YVcduWOkqY+YdC1GUCKAaU5g6jMo3LeWCdSMkYENQG8DVhu51RYxFxevDLTDsBgX9LPiA5UQihtAjxVojFIy2DPkd8CavYy6XMRzLOKZ0B9Mh9GyKmp6iKoewLZmsM0pErWBWO1h7rUwHVcReC28/tp1vP7aNfQ7Nlq8s9KUwbu10JsKRAkXyXaMvWIc3VycwAb6shJ1iVT1xQTBmFByqihiJC3Wz6YI0gkenHyJL/c/xeGhh8V5DcG4gbUrFtavWjh59AxPPnuI+WAChfENtk2scpl/d3w0E3dhmqTyQjiOhpV+Hb2VGlY3HVkML7775TkO9z34S7qGmP9B/LEJt5qgWo/Qa6tyyLdrJh48yfDgaYqoSCVzz6ELUQd2+hp+8PtV/OCHFQSxJuvx0wiff7nEk6cRTpgrdHKp8EUu7piNFQM7V23ceqmG1S0bv/zZGL/8uxE2uiruXDfxjZc28erLt/Dc7R28c/9TvH3vU4yniTQTA2LBIhbuOlbXXaxtOHK4cQ0HIY6PlphOiOklxs0BdCLBllhONczPmUVAJQabXQykLxsQRPoQJeFy+NhQUG8p0qBrdlRce87CzectOK4Nb+bg5KjA27+6wNu/Osd638ZG38b2NR1Xb2qwqjkePl3IWgyAxUDBelvFC9dUXL+qYfOaKQ30wwHEHX1+kuPiiA0yTYZLzTYxZDrcWnlZZN7XeBBhf2+Bw6c+Ls4SnJ+nqDQgP+fmdRPXX3REJTmaxPIZMeeGAya6fRmkXeRsxvFgzrGgG20WI7lEJrFBwSEQL6XM7uOhk8nQmO6bAnkQo4j+yZoueVamCqOhwWobMGoqjAoz7vjPZuJcocNucZZLY0IciDkbiiW2ijYB/rZlEin/vSXSi3/HLCXbZT5PmatBAQ4xI3SpaKEOLWQeKx3iEWJWkpfOha//qrHodkxobKCqPMgTsfknHgRv2d/hAJj5DMxj0jAdRJgOozI/uWkKRjhLQqRxjCTkEJhh8Q5MdqIEN0gHE7NgIXnDg4mB4dQQ9ATysriTJlPOzkSZY0WFR0Y1TkUTrFO7a2Nnp4rt7SrOj2Z4+nCE9T7w+7/XxK1bVdx/qMi6d2+O+/dmWPoxNHGNlllvfOa5ifCuxoHKzds67txx8D+90sCNqy4++niGDz+aYTxP4UVsWhSodDUp9o4OYlH2E2Wocnjg6QjGHADzWaOGMEF/1ZR152UOKlq4cbWOdKgiGyhITgeIT4ao9SP0XihwoaX4/z6N8IuvEtiZCjtXJG+NGb1VW0GnArSrBbRVrhxPP8yx+7McVzsb+Mlfvopvf28LS2sC35zg//2/jvFf/vMRXrpj4p//uIXf/o6N3YMhHu4PkVYVJHRsP8zx+fs55mcQRGm3oeLgIsQ+G0keB9qKoAmrmYW+a+Ff/LiGf/HjKlIiTLUYB7MYDw4jPD6OcHoR4/QiQro0kHoG8ojNgRKJumDzZSHBzjJIMKDSZyKMfsspM7lCEhNiKg6ZE+eLWOCSGA+toJq7dOVyACHI88s8Ql2nGy8TtBHXn/zuDv7Nj2/it15u4//8/+/i//jrr+BWK3CqFVy/U8OL32qIQuxXPzvFh28PsJwW8Kal08e6dABTAcaVcjiYlPkX7NKysWFQuckmv/xw/Ocu3fYcAPO95wCYijoOt5skD/CQV9GhGKLtiILMtqoYnp9icH6KxQxYeGx8qzI8VSoKgkBDEGqIRhGiiwiFn0OTJoQCuOwA5FBIEqywv6ejYP6IryHxKEQpMZpcHNRQ1yFESYv0QQUNNtw63K/ZgmZ2PYfFzFzWEdERNEklH339iiUZQuOJL9SL+bmK+YUGnY0W5qjV2XBXpTFN7EfKzFcHUB1+xQwV4AtRkjLoGsjjVBT1BpOg1QKOqaNZYxHICyudz4oMRLmirMBwSdQ6cfKlq8pyY1nM0KQTMUt0jI58DI/ZMGPONDPe2fQGHEtDo2qjSkZbKwWaCXTmFhoGFtMce7sB9pnZzXw/n0IQEg6YycX31rzMmmb+WIYlc3+XqURusBgpYjoQSoUg8XBEkRLbzywfp6Gi0VfgtoHFMsZiyWxh5jXxkqai4qpwmS1BJ1uQS06nYWlw6ypqXTaBDWihCzVw8Xvf6+L3vtcRXOtwrOHJQSz5V1wrW8DKpoJuW0GnRne8grNnCiYDFddvO7JUjQg6olaBeGoi9yz0mlV0m1W8994x/uZvn+Jo6InbRXGVf8y0LN1YGdb6NWxtNrC+5sK0PJi2h0azgkajIuix4diXs3G2UDCeAgdPExw+jdGp29hccdFsmnBbJhpdE8/droqojIQMb5zh8b0JPn73CPPxDH/+Lzv48590obo8a3R89GCGn38ywHufTrE4U2TdvmPh+ReZn1fgjNSIGSkWFCgp2NioYHOjgtgLsBwT3xUj5kCfrjarAdWqQ5EL3lwub7U20Voa7n8e4v7nAVodE602z5fS1crMT41uj6xAt15Ht9bAchbh/GSGxZTWmBKbxNxSp2qivaKhu6qhwYYxhQ98JyMFRaSWzVYvxtzLMF0WGM1yHJ1HODqL5PnRKO8ihpmXc1XDRr2GzUYdV1/p4uqrXZwv5vhi7xD7hyMsRswlShAEpauJDXw+09LYN6iEyKEXZWuW99BSZcrhBwdizO4tnTz8fMIwRqVFpzqHDzoyKnxtHd5ZDO+UOHx2lfheMBuzzACk3bIgKZp511JjlDQOacBfuoorJs8pE66lSO4Z0Z5tNg2bFmbBEjPi1RZAttBRyR28stPBqztdaI0FtMYch16Me2cZHp0keHZIpGGChqGjYRioNIi2NMVxNTwPMR4S58j6IseVzQ5uXe2j0+aw2kOcLrF/HOPgJMY8TjCLE2R+ATVQoHA/Z74ks54WKdJFitdfbeMP/3AD3TUDHz04xWcPB5g/TjB/nOJb1zfwg1euwtdSvH96jPdOTqDGKpRYFRwfsaGS5coBHV10jiH5leJ05CXK0gStSsU/qSwytCtjay+jNVRxrdLxxqwlIkhZV3L4S9QtKThcXzuAeYEXZ1k5ApZ6Twb9QZldLm5zOpNcF7Uqc3xUDI5HGJyMJdOb2T08vySPmH/V6V7PoVEdblDVm0uTn5SUPKTzUpOYAW9ymXcLZkdqaPToojKRMZ4h0OAtI1kUGjl00FVUKI4OxdYQ+xzoh6K4NwvWBiif5TkRsXyOy2dZhAYSLczhaAZV45mbyNmSLHjWsqFSiEOO2Y5czPKMw1TONqtFEpCEecqhl4d0dKoyKEx1urJz5FNyrxXYdH326ATmAJj5nQpiDgcXBeJBhniYyQCVgxYZAMvvQxBJJmKAiuKgojrIY1UaSpHPDPQQ0SKUuBUOonkG87tlzUCElaJpIroi9UKGW3QyU6nMxj6HL1EKP+KQnTnLFGMq8pnxQkuCD2teZkTmJvc/7nH8/ilqoMtMQ8w9jANgOlNiopVV1MTlx3Ob74aCYF5gOS4E/cz81mQmduMyx1hlLcxsLdYHfMEpE0tlaEVnNlUUcvbxuWS9wmgfRRfaEYdndIkqNqNhNDQ6FioNZt7G8DzmcrH+KB2nHABLvmhhy2JOlFKUgr+EQhMKuPoK6isUUhB3yXiVciDDvUwxLSgWaTKlGLRe09BtmeLMC+JAGkbi5mEVzrsFhbcU13DwzO/4gt9xgVbfRO+KDZf1UDWXzCxvXMAbc4CbYXlSDhSZCWtU2cxQJAPWO03hnSawOwZaN2y0ruiS59pYoZssg5akmO4DwyfA7EKRXgDv2DzLmQPLz5U1ktPJ0dpRJMaId2aeBaPDFKPDDImg1y2Awked/YEMrb4ii6IHio7p/mkSs+0YGJ+EGB0HQibJ6d6Xc4VudIrf5CH5HxzA5f2RQxFSCaQhqHJw+/UdsiTisKbkUqzSiSkD4K4ioi6nzvxp3mtLUUrglaQH7ksc/hKt2O830V9tYvB0joN7QxlSSz3EoRo7ZXohzm2KiQU76PNdpkM1RxIQsimJ5vLd8d2k0IXPIUVPjJoSDCDPIJViJ2YQJ4Lbb3ZIRXHQaDFHrgnDYl4zBN97dnqO89MLmKYuZyI/L0ZMxB6zbxMkYSxIcaNeiFiy0/2nAfD4PEKjo6Pe0RGlBTySMBL+XLzLlsExpSjpcvZ+OQBm2V4KqDS5e/CFb6wB3S0V3S0N9baLetvBo1/6ePyrAG7TwuarNTQ3ib3jexHj/DDAxWGIjc06rt9si7Nh/94cx48XMjznWcRJikICEB2qegSDzjKpD/gz2SgKGwHfx2mAOIgEmcw4GrvO2lWTJiFJbqxzLdUWShgfTDpW6RycDInj5h2nFLiW+wDpF4yuKokHdH/zKSJKlPWPWanCqlTRWKmj2a9J3TQdjDC5GMmginsk/x2kS7DfRAEoDRbMSOczybzlklykots3ZejpTyP4zJGe8mwy5I5WEtlKbD8zOqVnkBsyJCTFgP2pFt/XjoEr11q4cr0t5JqPPyAlL8DV2y5Wtyzs7yZ4tpvAn/AsoJCi3BtJmaquMPcxQ72rot7RhPLC75tCpN5aDSvrdUwWE0wWHN6xUcMmNQfUbLYrSOZ1xIsaDC2FXfGh6ey7lPhXYifp0onyQu4/FDNQnEXnFrMCbcZJxLxPkRSlCLqbYgSnlsGp5xiNE4wmjHdRMBpqmI/Zd6wJAno5n8JfTEviQF+XvGzul82KiXhgIbogzazAaJqLMK69bkuM3fmzc5zvn0NjvWs6MgDurRpYXTGx07Kx07KghIGsXCuQWypiLcc0mMtaX+1gY7WDSpV3CAvjRYrPHoxx9zEpLQWGE0hWas2ty2CbPyfxu+11R36GnfUKrmy4aDCijLk7WQjVcaDYDhyT7j2e5RnyeYqELsvQx4IDtqoqmb9elmEWMMuSgwz2UXR0ehnaPd5BYtz9JBahzUa9jpbtYvd0jt2zObp9A1ukE27q6K8ykqLAhELoeQRtWsi62erjxbUNXGl0MZvMZf39vRF+dm8EtWFg+2YDraYDdQHYiYbnr9fx/I0Gnjwd4fMvT7F/tsTZQsE0U/Hc6zVZdA6aKfMcfYTZHH4SwfNseJ6D45MQJ8cBlstMBi+shSja4d2TAjMOukj3qjeYLctM9hmKLMCtrQ3c2lrH+HiCo8dn8GakSVSgGxXc6dVknR4P8OjxCZ5NfRwSh+6aePlaA69cb0Bf2DDm3FBi5DUfRSWAyvchL/DuZwu889kcaysdvPmNbTy3U0fDCKGnPn7xwQC/+HAAxQXgX8wAACAASURBVMpRaStQbVXcarGmwqqnsBsU7pUZ4jaRuU0d270q3rh+RZbxdAD96RBDP8ZJUWBmW1jbWcPqzhrckwtUTi6gx3yvU1xkMT7yfXwZh9BY69QYXxIjpwBFd7G1dhWdeh8PvjrC7t0juKQUbTVgVnmfyCS/ejIPRNQspCRdwzxKMFxGmAcposua2HAM6I6BguQcvRQNKhGjLFLp13KvkhR5MQOwP0B6RJm/y3OfZ7z0i+TMjMtccYN9ibLvwIONQ0tSs3imVRsZKg0O7kgnW0pPjGQmOu/oAufnZ5DGonNVYJg1KKpLCZosUQaTPsB7IXvGrKeNAKa7RLUzQLU7/EfBFwfAE9a9IbPSXVQrLsJZG9G0I0S1PFvAcJaorUZoriXY3naxveMiFHoVcHaY4eggkZ6oRsyrQ1pCBM0KSyJGYiGPOQR2kfouvHAiiz2PdreOWr0C267Cdqo4PVrg9NATQlur1ZUeeqpeoNAHsNwAZiVAq9lEp9kRJ+J4OJLFzF9FsRAGusQg8b/blUopMBWndVKSYBgNghJzzY5+lhHrvRCqSzTL0e3ZuHrDRX+1hqrblp9j79EBHj8+hOUkaDBqxHGgaxTY1jEa8mdgtjMH3kFJT2W/jgNR4ox0E/XKDDV3jppZRdXoA6mD04slTs6X2LmSYmcnxWovRrcTSf2297CFvUdV7J57smQAfC3FzrqGFbquaw5OD1ycHDp4uK9gdx8I1Cqa6ytw23RDJsiVBEXCaAXGlPGOQ+FxeWdNEkbNlOclh8HsT+l0mbLevRQ68jom1AzeuXLSvkidCcEQhLhgHFtJ1ilyChzYkCyfcRFGcwDMgVwxQ5xNxYmqX1JQEmZFJ+wTVNGo1FCr1VGrNVCp1GGoGQwlg5YuoaVzFJmHLAuR5gGCXIWfK1iGCrxAlX4x3xXOZcrrSeleZkmb6gtE+gi5MoeZeDDjBeJFJkun2W7NQWGZl1TXHJoyg87cWmLW2Vvm/Ao2TArJ7ACqRbepKe9XlpEuw0GwAVOZwlBm8NHHEiti8CumE6w3UvwvP17Bv/lxH7F3gGRxgDxm5jbJIkDK2jo2pB/FpWEFStrHo3tLfPjOU7z79jOc5RZOcwtG1YbLOKRqGY/IfsDJ1JPlWn249ipSpYKgMJGqvEeT6EjrIIdWAeLERxj5UAofFWcpUQbJMhNjkZq3oBZdqFoHCh08el2oMRRhqxTm8j4JDoAjFArf50QQzmZODWdRRqgYZX3EZ4nkrZkfYOaHUBiR59pSJxGH7mo+6rU5GlW6hRxkSh0zr4nhsIXptINrO21c3WkLqrzVzKTHT8JlwtgjPlsgoc9EyqgieMjVkdDt1KwPNVtFpnmy2DcxiLDmlIEkzrxAyDzqfIiz2TMcT55gOIyxGFcRLVhPV3CNUa/3DvDVhw8xOpuKYajQNAW1Kp1EJsJljGAZw3F5MQA6PaIHN3Hj1iaeHQ6xfzCUzMHBIBQ0Hw9pooE4MBRnES9QdgqXikFNg6uqmJEUxcwVQQnlaNcKXF8Bnr+u483vt/Dm99v4+NcePvnUw5O9AidUFI/ZXI7gMQvnclK3terg+asVXL/uYP22hvqqgrd/PsXbv5jhpR0Lb73q4vnbLfS2Wqh06/j5u/v4+3f3pciuVFlIGpK5xUbffF5gMS9wdpzg7CSRzDcq04ko7pM9v1bBydECJ4ce/DkLUqLA+FvmgvKikyjPubixAusbBp6/Y+PFVxxsXa9g65qLmedjMJzj6BndQAoOHhc4v8hxfpHhW7/bxLd+twHTZj7eApORj2cPAzzb9eXyT0U0VZGurWBlVcXzd8qhXZMB3bUavLjA2M8wXWQydJpMUwwH5YqIaY4UhF6G5TyC77E4zBGnBfrbOla3dXQ2FbSYPWVxmJzi/DgT5DcHNbwY8WfgpYdZWGyQEkPMQSbdEbyEfT3oTGJeXDh4pZ2eGxWzhHIgTKAwL5IzJQ7Kq2wu6NAbCvRmLvkvbCTqjoZwxAzkFNE4RzS6zOX5Gkd2iRbWTBO6xcsdL1BURUalHVUHGh0bnRVXBsHiFMlL9CBReOk0QzZhrk2GkH9/iRWU6dplbpRqGtBsSxTdSk6HVdlI5VrZ1LF+zUStU35WJJjbRomGYkYW0RMM8j4/9jAZBCVaj/1HrcQHrvQdbO3U5IJtOoUgmn7zxRKffu6JCpi3al4K+Cpr4v4sh9vE5nH11m1cu9XAzvUG5sSBDlgceQDmWF0Fnn/BQadl4f6XwP27Cs4HRHgyL4eIiEtsojQPVAkV57p+3cadl1zsXNHRaGYwjBTv/jLEO/8Qor2uYfu2DrOaY+JFmC5KFPySjoEFVfcF4rmKZKGXTZNLbty332rgze83cI1ZjutNQQe//9+O8f5/O8K2E2HLDnH7poo7rxoIawX+69MQP3saY/xMw+SZhjbV4F0qdnXcuKZjc0vFKMsxzHI8+TDE438IcHPjBv7Vv/0hXv/uVXz+7D18vv+u5LlyvfaNGv7wz7p4+bdcfPDJGT785By9a66sp88yfPRuhOOnCRxuseTps8FoMSeZAz9m0ynoVwvs9DT86Y/W8Gc/WkXRSTFzIuyReHB/intPFpL7OR7nqNp11Kw6FrMEwwsfw2EAb8lcShYXbDgrqLsWWlUHlkbhSSxIVG+eYsGLHFGCCRtXl9ll8jheYtouXYpU5PNgkiEwkZEai2Jiu4A/+b0d/Os/v4Vv3Ongf//PX8j69g/W8eYPNtDdsqBXgaOTJX76Vyd4++/P5Znk+hopyVqVl3U2hKkEE8T7pe+AQxdRWmp0eLOAj0v3Adflf/jn2WAnXuTG8yZu3CbFwUan60p2+C4x6Y/otAsQzAOsrFvY2HFR7xnQ6fh2FTzey7C3lyE4DhGfBlCWhTTO+f+JegI0mAlMF0WZx8hhe8a9zWNOXX45pCXKmipV9qPKC5jOvMB2LjkwPMcsm8Ufc/405ImKhmug4VJVzjyhkhYwI5JtniCiMGNqiuPXretCrMiMDCldR0vIYn4U2x6CqFqUDXe6cmyHijqKSOiepZKdGFrIu5LIu0LlnoLVdWBrB1jrVtCvd6RIfv8zD+9/7kHTiEFa4uatBl54sY9ut4IP3z7BB2+flDhwzvDYTb8UdpgkUFgG2tcTtK8laLSYo1IXp+Xh0wWODpaYz1PMZ5kIVugi4gCYqEGeE3QheIsImlFIgUPFXujpiH0O/0sUVAkl4BnKhmNFVPNGPYLqxIJTG4456CvPCv6Mhk5kfeku5aLAIBacDeNLCqysuPjR797Cj37vOdStAA0rwFdfzfDBhzPcfTxHbatAdTsHqRzjcQA9K1DTFay2a3jh9jaubq/gYniOi8EZTo5CHB2lqFe6+M43X8dLz93Cl5/cxZcf38XDh1M83POQ6AraV6twuzoWswXmc7qKygw4x7FRbziyP6/vGFi/oiPJAlmLRYLpZXTCdALMJsQs5rJeudPDm2+s4cbVZpkH27Tx6NEhHj06winP+LGKAVF1p8zxKfDv/tdN/Lv/bQsFhUyqgnfvDvC3H57inc8HpasxZGyGI4sTSJ7Dy2WOMEnk4k5sKxIFC54BZ2zgFtK0Z6B3Qhd/rqO/SfdUITlxHGgmqYK9xykeP8rQYPO140qjnArXhCoSYbAShUhagY5wlmE5TkTlSAQn39eNtRo21uuoODkck/VeiMlwjtHQw8kJZPk+qQQkoBSIma8nQ8FU6inFNKEYpoghTCXHStXEd567gu/cvgK3a8PtWfhk9wR//csHuLt3JmcyLyZ0QVINCTpKxELKzYniu1Saq8Rd0ZlOoSIH0UpoQonZUKDyN5EBEbPu3B5Rb7oMP5KcSLMC/kGG4JCii3Lv5XCONALiNun+U4hCT2NpTLHu4QBYcPxQZVkqG5UGiogX6QR5ksFuq3DaCupOjoabo1eno9dFu2JLbcw/iWIOYCFDhXq3iqGn4ucfLfD+b5YoloVkmPXoyLhKZasm9QpR8X6QlQhK7iFLXXB7/W6BdkeFUTdh1i3snXvYO19gfpojOQeSmQo0NRQtXsC4D+XYWTfx4m0HvRVgmXvwoiWmD3JM7xd4YX0Lr9+4jqma4v3hAd4fHMJmRnhkiAPP94kiymE3SieVS/R7naI59TJ6g5c3B7plIL2s80vXHS/XpXqWNZHUNiIguoy6YM4pnZaXubS89PF/Z9Poa4GROMsEQa8gyJiJym5/mb3Evcyi0C5X4c2WsuLMQ5wvseT9YcHGOCNGKGoqSkwm43oYYTpjs7qsN1PWNVLflChZNh2Zz9lddeE4puRtcSmWKgt2CjgJVKeQc8KtGwjmsSwOY9XYkMFstCRVgdk+Et0kw0leXC3LgGVZMHQDi3n5c1NgR9U0BQhwFTn3eF7z96dAMg0KOa+cFQ0GM64u8b8WOMRwkOQxfKEDxIhHFCBw+KvCXlGhV1SaJQTXmQQ54kWOeMgBIYlM5b9DMpYrENFVbhXI7QI1rYa6XpM/w3Mi8BMkQSxOeIfO6BqbThyulQIP3gfYiObfU6BJwYDN4bDO2yEdCQUWcmdh/VNSfkTJTAQrY2EoOKnpCPIIfhaJCEPSKFQFtm7ANgyEWSaZuBRF8B2kc48UDJcocInYULEcp1hcxOIURaii4P2NA1gOC+X8vsSq0QUs9XE5iCmZymVQND9fPnccbPMZDuJMBESFU1CMLqKiSptuGUOwzfEsliE67zr83Tmw5z3JTC2YGQNgWYTxuVUki12vGGgQidxXMZ2GmM1CERbrdLqQ2kOsv00yBTPOE7hWjhoFACbbryWKOspUhJlWCmZkQE/XcYaEYq5hjmiQYWXdwfrVqiA/Iy2An0aYjQrMhgXSgYJsWIosmH1Jc46Ic2sKogH/fI76hon+Ky4615hZS0IJEeMh0nmIc97Xdyl04LtN0bB2Kd4l1tGAyTvHKtC+kcHt5lgKuplOVBOpT2e1A01xBBMX5cSGB1DNAIrlXw7f6XDUL10PHBz7IohTMhO6ws+GIC7mMydQOHCWuzlxtvzyiBOnKIEiYuL9y+9FmtdyT2QTm2p+0kp06JUMuptDr+cwGhyOlkMHs8L9pnTlLufMtYsEEd5o2Gg1bBmy0qk7eOrjdHeOxYRORz5CJTqQj1NjzZalS3Zh2TyMKCggPSHWoca67D/BNEMa51AZ3+Rw7zRgmRQrlNm7JEyxR8M/Z9KRYFN42UR3tY16qyLvIy/cZ2fnOD8/L3HwFB97pNRQPPk/CPoqufzO9ZYu9Q/r04uDEJPzGK1VC+1VE17IHkM5HJChIwUUfI9lQ6Yws4x/+ZpcJYoPqirMHIqZob2uorelobOpw3I5TDew/1GMZx/HgnHdfrmG6oqKZbCQnPZwnsnqdWtYX29K5NSTz+Y43F1+bYhHputIdF1qSUsnbS0v84CbBpKE4iIVyykbX5F8xvUmKTHM7TVg1w2JJvAWzJJWYCmuNEDTIhQXLQVA8yHR7RyIlvdbfr8Sf2ADul3GTVFgnqR06pMiUUApeM7bcCnEXzFQ6ZqCkLd0OoECWcGSdwyiVzlMrcAybBSM5VAZZaKiRrqPcylK4bM2DuGPAywmKryJJveqr/cnyWHm0xyTgkL6BIW5HLSQwqTJevm1Nbz02hqePvXwy18cYzBe4NZLFjavWTjd03DyhMYGSJZsHJDmVp6pJnsCjVSoLxTJGhb/90RoYr2+K2einywRJEvBLspAp9DFfcWzdnKsYXqiw3VVrKyrqDLim70X5nqyZhL8vSZDWGnURyRnJIJY7TQqKHiGBMJgEZqe6ZAyl8KqZvCWFFoDgwtgeAHMJxTjdWVNxgNMJgPYtQLtNUvyX6s2hMY0PeCiULiCtKjCqjrobTnigj14cIj9Bwcl/lrTBIe+sm5gbdXGjV4NN3p1pLMZEmbmkUxVtZA7Gub5Utbaagdr/Q6UgtEwPk7Plvj8gY8HT2LoTguG00a4LEQIFgcU+lL4n6K7XkF3zcX2Zh1XNuswlSW8wT6ycCyGm95KHZsrNWz26wgncwyPLjC5mCPWK4j1KgaFj0ERYBaQvkO3JYWZjL2w0OzFaPYS3P84wSe/SOVee2OrjbVuFfePJrh/NMbapoYbNy2sbahotQuYVi6RNMNJgUqUwo0y9BQLPc1FU3WRFowtM/He/lhWb6OK3/rGKpquhf27cwye+Xj5dg0v3a7idDLFw5MhDscB9hfAONPw1vfW8NZ3VxGN5hg9HcLzPIRaAj/NMT7TMDnTcXHO4T7FY2Vvj7QK0j1qDR2dRg2dBocoHBKYULQYi2CIMJ6jW+mgU+1geDzD8dOh1AvbN/vYuNJFp9DRhobHj89x98EJDr0IM9dCUXNwq9fGrV4L+TBGMUzQWnXQu849ScPw9AyD0zN88MDHBw+W2Nxs43tvbOO57SqsYok8XOJXn07xy1/P4FQVdFeI4dWRkdqhUwRDwUBA5oeQsrhPcnjTtmy8sbMlqz6O0BjH2LuY4fPhFE/DAKvbFfS3K9iKNGxHKlyVOdgxpkhwLyiwF+ciSOdnM5ssMb7wUDFtvHB9B5srK/jV24f41a8OUOtrWL/lCOq3oVuwVA1+wntNjHqtjnqtgeE8xN7pBGfjJWb/nan3fpLszq78zvMufWZl+ar2DqYBDDCeHA65Q86ISzPc4HApKqgI/UvSTyttMCgFV1ruRpBaDc1wZgiOAwYYuG50N9p3l6/KqvT5vFOc+xqU0HGBCESgu1D18vvu995zPmeWYsLZlHQbpOjo0DxTelajyGAgl8+iYZMGJgBMEZ1xjsAiTFYtNSESaJIvzrkMUaUKGs0WGs1mlTNOIScFIWn1J1leJCUI9zAUJ63Fe2NBEXAklDxds6Usqw3b6kLVaiiYLVtYIk5KeAYLBpV9XirYebpoO+vH6KydQNdp1DExn+Y4GyQI5rkIPlgmVmAqK4LXb3VC1FoxrEYCu57CcTM4DgVzBqYnBk6PVAxOSpwNchi1BEY9FkQr9Eg+f3lC2gapEjXJQ5/4I0wXI7iOgl7LRrPOpXNL6vGTBR4/XSBLSQeqw3VJlRuhVpvAa+XwWjQEdGA6S0L8Gp8eY3J28iIehWenhTy3JXLDduswTC6NQmRFIH01BTmcKesKbSg8g31kqY+aRzFKXd7hRZ7Iwj3xGUdXipGDpRlzqPoUWaIh8usIZg2Mz+hCLlBrRWgv0ynKGCZbvn4SoTgPbLhTqX6ti5XGOXhaB/MJ8dU53MYxnMYxam0f9Q6zd008fbyEZ0/b2BvMsXc6x+pqhPPnImysUixho+m52HtuY3fHwc6RgefHOhLVQ73fQF3cydxbWRXRyKfIlyIRV/ql6YyznoWI9fh0sickwZBiJs5oZRHM+z8FKTpg6uwbE8RRgCjyMc8yzEi/y/kOp0jMhYYGFIVzFPa7JFfOUWCBrJwgLSby/rRMIrIrTHeR2yKk1yiMfWGkYe/nWDZcy0bD4SzSQN0GXKLLbd4VM6h6Dj/MMfMLTGaMDeC9iZFFpQhEVUuXCsszzPNd5JigY5roWCbcIoVbZAiLSLJzfUbLaEvIlCayxTFy/wSFnqA0+Y5VoaQGtJxxcAncJsX/pny2iqKGrGiJuMJSZ+ICDpVlWQIHIx/BwTF6Toz/4Xur+LM/XoEZH8CKDyQglyhtkgTzUEfJ379uQW+YcMwLcI3L2L+/wEf/cg/v/fM93A5U3PY1vPTKBr76xXNoexZmJwsMBnPcOZ3h09MZeo1z6DXOQ9FqSEodKc8WYugLRs4wGoX3/CmiYASt9NHyctSdArOwxJwkjbyDsliChhZMtQZd8VAQ9YywMtsRqc2luFDHaFSggSeHpWawNAo+eSLyvJKgJRHkThfAdMG7oyFxU4ZWQMkWMLDASj+UMtmnqiamiyaOTrs4GXZRd4GaAzRbIZptXy7B3K+kMTPk27DdDoqS7vFaJSwoj5CRLhb1kEdLKPUFSqOKszNKDzrFxUJgAVL1FIlyhjA7Q5ieIhAjRR151sTL1xp46VoDD27t4/2fPsXJwZSfE46keQmvFg2thilVbzKbipcDE2tba1jbWseHH+zjgw/3ZCjLA5eLz2prwKGmikIQQJXClshKI1WhE9PHIbpF/CRVpAU2l1W89ZKGmy9buPBSA+dfquMf/3GCH/zjGPs7zFNj4LgmagiWwUupo+DKVgNvXO1iY8NGWYsQ6xE++WiBWx8u8PWXXfze1+s4f8FGUVcRGgre/9Uc778/h+VooogkFseRy3nlatyjs3E/wcF+Il87h4peQ5cM05VVE88e+njGnCKfSN9KxU7SHveOqlF9qIkCYm2fp3vHxkuvOmgv2VKPH49x59NTPLjr49m9HKdHVDs1UGvV8drXXbz2a8zd8/Hw7giHOwtMBxkmJ5lYyYnF4YHKy1S7reLyFQ0XL+pYbtWw3PTgUy2WFRhME5yexjg4IKY3wmMuXehejbjMVKqDjcN9CnQsYOWchpXzOpx2Ca1GfGeOk50Cg90Cs3GJGbGPvGgUlTPDsogcJfKPCAVen1/kFfFFHjEXqxqgajaXv3RCck5bQEkyqGkhWDeW2zaktAaHJxlAVB0vAYqG4DRDeJohm5QoeMglL+JFKXHhAVXSjcesCKrheZGIRC1DpT2L3+tu3xOHWxjycswFW/W1JUMOw+Kq8agME1VWlOSMfZ4rZ0C17coRkHJxnaAIC8F8rmxr2LhioN7jz5xLJ6BZq6Hh1TAfQVCPg30uFxc4O45kmcZLMU3LugZsbNVw+VoLqxvMOCqlbt+Z49adedWIzKphvlLoMgSR4QXxDgz+1nNsXqjh5dd7uHKjjTsfzHDnV1Nx2PdXU/T6JTq9Cof9+FPg0W0FQZLAj1Pkkvlb4eyIbaTrptMw0W2Y2NxwcOE8lzkK4izAPAjwyfu51PY1A6982ZIF8N5+KEgeqse57I6mBYJJKc7oImROq452y0O76eE3fruJb/x2C7WOgyg3cXSS4u3/5yne/v5TXGoVUm9dM/FrrztwVzT8PEzxziTDnXdL3HkXWKrrOL+q4+J5E2+85eDydRu3nyb49GmM8aME/qMI1y9dxR/+2bdx6eY2vv/T7+P7P/k7ZCcK8mMV116u442vN7F+0cT77w/xq/fPsHm9ga3rDezsZvjlOz72nsRiImOuTsXDVzA8AA4fE7Nb4sJajqvnVHzrq5v41tc2UXZzzBsR7h9P8LMPB7jzcCpDA4orGrW2FMkBu7tTHBwyN0JHGOnizHRtLhottF1HloLzGRdKIeazBLM58Tsv8rNexFQI4//F/FHw0ZS0c2FYpcNBYxg8n1dxvSn4zm+u49//wQXcvNHCX/31PfzVX3+G7/75VXz3f7yKwlDwdHeCW7eH+MmPjvGrd86qjMUqtaLKKOQvQWtWGYxUusurTyFCuMqj4CI4TX1pHCsWKp8lOq84eOLAlplTCq68ZOHKSyY6HQeu40hz/IufneKjX42hUUEPFZeuObh+08HShgG7qwCeggcPCjx4kGP0JMDsSYBiWsJS2KhrKBspymYijn5m+nF2SlyZNKqMmAiY7VkNwOhKoJtLZn5mNchudrn0ytHqAK12pfgjvYCZX3R9svwkxcSPJCuNeCJBjM5tKcWoHBipliHiQokII6IV0wpjy/0ZLxGLCd3FBbrLGtp9osx0UcqLK5Jq7UmO6TEwGzJLsxKFrG0V2L6Q4+paA68uraGhtPHTWwl+8kmC4eQMZ9Mhrt1o4q0vrWD7XAMff3iCjz48kYysYJ6IiKqau6lQCn62NZx7Ncf2K8wArqHdbiCJFOw+m+NwPxBHOZtVx4HkaXGZvphp8GdcYmdSoghEJovfcF4tgMH8CSWrMldVFd2lGlYprmrrSJQ5onwuVInBSSaYedc2JHpA1xJoxK1G0g+LA4e2CQ5hLV3D1noD//6Pr+NP//gadh+dYPfxMT6+NcInd2bYHfg495qK7dc1HO/FON5PxIlY0w2s91t45ZVNnD/fxd07T3D37lOMzgpMJzpW+pv49re+gTdefRl/+9c/xP/91z/E4CzEPFTgdh1sXmuivmxhcDyWiokyJanBsVCr22h2HPTXTUGizRYTzBZjBAtiyBT4Uw6aSgQzBXWvLheoV2608PrNJrbX61hqNuBoJt7+58/wLz/+DLuDDEdToqYV1B0FF7cs/Om/W8af/tGyLFp48br1dIx3PjvDR4/HkskaRjk6zJJuVwtgul9j4oyY4Z0kmJ3mIv6Zc+g1oAiEi6QKucvFK5eFF28YuPG6Kc53Kqj5exydlDgalHDqNTh1TwZtcRggjUJZxtFGSLcS39tqqkHPdDTrBjYuWtg4b8vAaGXJg0Z8dpxgNvGxuzOWM2/nANjhApjuopTZJTxKuFRlHipzT0uoniPl6gVcJcV208Lvv3Edv/f6NQRFiqDkc7+P//Ljh7j17FQcaHQ5UkPGeN4y01FmpGOwj0igKimMuinq1uozS9KICs23oIRaheVipEJNB2p6hblsAJrL3pNu8QLJIZAcvLhMse9l/m7dlgUw+xjmu0Z5gjCLRBzC7xEvBZZoLTVYmgEKL5jxuhjGkputklbgFViRPDdVHB3b6y56XRvDWYrhLIORR1Kba7bkOGfQ8dOPfLz3aYizkxynJwXqHQ2dFQNWg4tGLoqAkA6CiHSUDLODHFZRYpn5430DK+c8LJ+r4fmZj2dnC0wOckSHQHgGxKQMUBwvzrgCLa/EUhPo0ZG3XKBWLzC8V+DsXoHN1hourW5homX4ZHGI24tDeIUlxSUWswpVo4TdUuE2+P0i7ccQFyiL2F/mW1HpT+cnHaBVnrsCSzXgasTJEwVOxBY7saq3E3/4/88BzAWw0F3EqcnFe5XZxFaQ511IJybX8Iwq0HggVzlD1cKlEikRxRWlM0HITiaxiP/oFiaBw3YVOK4qQrZwUsgCOCfZYV4i81OkCyrcmTWtwvFMNJo2/5c1YAAAIABJREFUdEXDYCfEYDeE1TRhNQ3Ay1C4dAHk8Ii29oiozyTbViJSIl0WwJ/jpMUNyXc4j0KNZzHJDR5c28XZYIbhYC7LBMEUmwrUekWa+HzSRqwviwtge4lLxqq/Z0PraMwm4gKYw9RFtQCeVEtu5tKZTV4CiBSuJF7inOeQfVyVoIqJamfkgqeIU5jFhbFTerBLVxzTvp8IPYCChzLL4NR0Kf7FZSzvhJ87NngP5ELO9ujeoiv/hTAKwHTKzD/+HtUCiT0FF0OSvcj7lKdLXMs8jOjLlS0470K2bcCxTQQJM4ArUQMZtfwKXP53Nr+5xDpr8IcJFqeJxDZwwKEmmly0lYKXdy5xuLTic1Uhgj93WL4ItKxU3nQAaaX8P7oUZLDP4CFHPHVTgdbQoHPpbGkoJgnySSoLb4vOHApQoqxybccW9MhEKUKeRFTXFJzSmdNa0dFa1UREODz1pc1if2WYBgxGi1i8l1T4cgqrLJP/LGTPxu9LkjEXSxfCh88hGAdE7GPolhxnSCY5en0Lq5sO9FoBv/CxYMb6SMFsrKBkJBL/yf8vujaNEhrd4jUFxYwFwUf3b9pob+nwXOLQSvgnPvyBjyMugB9CRGO6wfxXOhUZHxXDqTvw2h6aGwo6l1PYrRTDpyWGT6m4d6CpdJewbCEU8YwihjlMx5KnxnclSUp0XxN5Rw7o5CDC+DCSvFHLqElfmuYJUn5fX7BjuQzj0pNtLQeTXACLe8gwBJubE0v5YmEmr8CSdy8Deo1D3RxarZDvFT8D4oayKZrjfZyZdhRxRtLHdHj3abiIJVM3w2gvxmiHmPBcelC6ROVXybxwG17PFgw+xSW8SYd+hMiPgFAHomoBzDsWHaIKRQYUDJsmLIoFKKDQicPksIj0ICLYJXgXHRLa1lroLNfQFqExcDYc4nQ4RBDEIoSJpkTM68jm2r9qHDSXDqZM8sdbbVPu2cODagHapINyxZDP2WSeynKvctBXYkoWM8EpipdFMDOYZRRUfU0qo76cAr0NDf0tA711/nyZU6/g4NMcB3cy1DsWNl+qwe0omExmMqytNN0KXMuBa3uIJsDOHR9Hj0LYNUUQ4pmqIZVFM2dWXBIWaPZNNJdNwW5zyUgh24I4/yiT3ry7zPe6LlmJ7LVms6QiSZR0UFjImT+tJQjGGfxhJneFkgSMnNSbKgeeAgmW5CKn1bJTSOI8tgMdWch4KwU2Xf2rFvq9JfSXlhAspggXU0wnC0yGCxHJsI/0XAeqGUEzQnhNHY0WswMVLOYF/HmGZBZJlMViTKIMY3o+f22SUFAt3fNIkXmN7Jckj70ENaU0b7z11Q2p/X0fP/spF8ALXLhuYHXbxNEzDUfPdMyOgPkJ3cjMx06hWykSLUGqJmgu6eguczlBR1Uqg/I2sYVdG6kSI5PsPQpwGf1FZGEmrqvjZzlOnueo13Ssb1lodYiGpphYEUQ5l++qZcDwLBGxBIsAaRxhZamBlV5DqC5cABMxqyixuMNNl2KivCJoxTqGpwVOBxRjaqg7PdTdHubzMeaLMdy6gu6KJZnbBhIoWYrB01xK07sw3SXU2nX0N23UOyqe3n2GJ3efVz2LpsBrqOgu805h4eJSExeXWshnc2QzOm+A0jaQ2pwxRgiNGEtLTfR7LRRpAn8ywfFBgLv3UzzZAdq9Ptq9ZQQLfq2JzBKZJU/3ZKvLe4eFzfUOtja6UNIpBnv3kfjHuHy+iUsXWrh+ro3r220E4zEOdw5wcjRBaveQWD3shzPsh3NM/FCiONgzcRlSr5voLivoLSu4/36Gj3+UwB9rWF2ryc/uydEET48m2Lpg4sYNR9y/tstojAynQwWnZwraKNHmfX+eAxOS9DQ4rS7cdhefHg9x52SEtc06vvT6OuqmiXsfnGHn/gQXN21c2LCRmjEWWohRmmJ3UWCUq/jqG0v46heWEBzPMXg8wnQSYFHmmPoZDp6WOHzKXGqeBYrEI+huCbsJdLoa2j0NS40Glup1EdbXHA7WUwTJEGHKHEwPBjxMTiMMj315h567voSNC22YEWBycfp8jM8en+E4TLCoGUDNwqbXwqbXRDwIEZ+G6K83sXV9SZzZg70dDPZ38PGzGB89S3DhXA+/9dVzuLLpofAniGYz3H6e4PYzLgEzuA5zvImptlDaXFIESErmQGYyR+C8nFQY4rxvdPu40VlGMyzRDIGjWYAncx8H8QJeM5FlzBWrhStmG47EwQWYIsNOoeOQ76sXOezDiY/TswXqjo0vXNvChZU+/ulf9vBPb+/BbBfobKuSgb1kumgYppiwkiLDWn8Za0vLWPgZ9k+mktU8Zj7uLMEwCDAKAyRciDm6iDxpmjCFRsdzIEWhqShUTe6ejKthxmbFZ+FS1YWm1FDkqvSLiqKh0+mj210SZDzfJQnvVlkgCxjN9qFbC8QRowliWZpwjqQrqhBXeF8gXlphHInRhGW2oRNfwQZVcaW/Z8n7SHLMU1mCauYUnfUjdNYPxXXrWHVBiw+OqoxoRmZQhNhtraLTXMXSsonlNS4q+d+HyMsQus5FZ4j50MLkxMH41MRkrGE6pagygF4LUGiRoFq58C4yLq5tOKYL1/Qw5SzBn8Am2cThgtRCo95Cs97C090Uz3ZTBCHvPKZkF3c7E3TaM9Q7Cuptrp3aiIou/EWM+fgYi8mxGB9Iq1Q09oYuNN2V3HCiL8W9mgRCRKpKE3IOhZdE5eZZgHanhXanLQ7r2STAfMzykQYxrlzt4MqVNlR9gZw49BlnVx6mZx6ChQ7f12WB21qeyUJkEbiIE0vMA5z91O0Z6s4Mq41lbDavoGEsIZpUVE/VeS5lNuaw2imC1MSzJ8t4/ryN0+ECg+Ecy6shts+FWO4raDZseLaDZ09tPH1q4WTkYjCrodAceB0bjbaLbquGbttDOE4QThKJaSRqmHPByWSO6WSGKE6lR+P7mvd/Cow5DeVci7sNRjNYIvKsRKLE7sdJiHHsY5RwmcmITxdlxV0HSk/UvHyuufytivjnqbyvTAredfZTFNXZyHOeBSSPZAj5uUoi2FaFAecuoVWro1030fRUtNnjmDEcg+LzUnYqfgiJ1hrPGNWWYDJOxZlPkUmEUwT5DhRljmWipmtNdI0UXTPBIlzgZDbFlA5mex2p3oV/uofF6R5yM0bpVkIO3lWRkFqbodWjKclALg5UiqWYG2bBMRhrF8gCmDU/9THfPUbDCPGHv9/DH/xeF8vGGCvGCEo+R5wskPOzz9lNbiD3dBSejrp7Ay3nNRzf93Hrx5/ggx/fwj0YuFca+Oqb5/Cdr18CAecPPz3GZ4/OcGsS4pNJiNXORax0L0LTvCoflyaDF8QAg32LTRHoDEnMmXOIlq2gZioYxcCYRJGyi6Jcgl62YMIRIpOiBFKZmiDTEpQcUMiUnNSmAiYFaHoOk2d3GSPOImSSSyqZfAgCB2HoyGSIKHuxBSW+LKDXV0Ipx6JIEZj5dRyPujgedpDxmUp8eI05Gu05c4wQzKkPNuDVenBrPShoAWULSTFFmO0j4Rw+bCMLO4L9Vo1InP0mGnD0Buoeo2DYl50hVU4RxQNE4QkinreMRdFqeP16B29c7+CTXx3iJz98hv1dCtp0WqyIusjlkvXG6z28/voSbDtHEPkIIuIPdUzmOo6OAxweUx1BhQ1v77zIVQMaIstY8sEqVeiZAT0zoWVUa4ZItRAK8wdT4MYVC9/+Vg2vv8HI5BK+UuKdn0Z452chRqccJjCbkneNajDfW1PRW1dx4+IS3ri6AVs3cfvBKe4+OsPwLMJwGOG3v+Lhe79dF1XbqKiC78dTDSM6IQqO7UxMR6Ww+48OiWotBFkYZinCnIHnRDS5IA47IdKSKrEz5gVwUEEERZVT+yKGVrCnzaYhg/qXbtL1SCRRFcC2vxtifyeUHIrhcSAOXQ7xqIamIvPlN1ZF8boIFjja87HzOMB8kgmOmeVZJTyzRK+lYblrotMyUfNsUQKfnoYYnEYYTQqMpgVCvsSIAMuBvf0Ie3tUTDE7BOK66HUttJpEF9PhVcDtlHC7JXLmiZYFwqjA9KjA5LBEuGAzXojbqPK68PpaKeJ5ZZU8WcnY4pDl86Hb50nURFsViBc58ogfhBe5X5VJCc2+jmaf6GciXQvkKlW4kOzIbKIgmyqCgAUbfyJViQLiRVIynF7gi7kh45CCChkzl1zeepu5B5V7gIc70S9yeYp4WVZRLFIUdBvwBcjtF2dEL5y8EuPMiYtuygJYhkFUrCXVxTGPMqxd1LH9koHmElXkHEhyGVq5MCenJUbHJWbDHP40R7yQYAC5KFMhzqUIXXd1wRgRoVmit8yvgXg0E0dHEZ4+nuL0OK4Wi3Re0wFFAbVZysV260INN17t4MLlFj54Z4QP3hmjs6xg65KOWovSa6K7cxw8UnDwmOHhHL6m0Dg8aEKy2TjElKplaNYyQRKzWctyRZbFiyDFZFxiMqrUw/0NTX6+w0EhmV5poCINFFm6sZjfyAFiq27ii19ZwZe+sorNbVNq9zDArXsz3HswxWIWwJ+F0PwYuh/jrQ0d337JxfmLFgarOvZcFf/w/QB//3cBWmaJ7R5w9bKNr/9WB9dfq+PvfjDD3/1gilVLx0tdG6++vI2bv/YarG4Hf/lf3sFf/tdf4MZ5E9fP87OrCM4s03Mc7sQ42I3R3iRerI7d5wk++eUMw8MM/aaFpbYtQ4mlLQM7DwLc/2gOLUtx84aKmzdMvHV1BW9eW0XayjFrxLizN8WPf3GKuw9naNU1tOvEnNeQp3UcDyIcHM0EcxInfMlXuawsimD4vWIWNpGrvBzHVEETfZXQkkpxA3UQHA5Xz001xGZjQakJZxz8dPPs4aPBHIDqk/nNr3Xwb7/dx6svufjJz/bxk5/v49/84Wv41h+8jp2DEP/4g+d47/0jPN8d4+BgRt9a5aTjac+3PicGSrXgKwtdaAby7GkclptwnLoMzMJohjAiI6wSnzfaDtq9Gjp9G/VmhnorRatF1SCbBiCYAYPjBA8fzLH7PES9xXwvG71lqsdLWcg2ugrcpobZwsDMN/HsVoAnH8yxoKpSNWXYWzopSifB0jJxXJYg8+ajBHM27kSLJFxmunBrjjT/zD1jrmQ19AO6/apWmCWyrqFB15rF0tFrL6PXWsGj50Pc/uxAFj288DeYezPzUMxcHB7PcHg8xyJLBPfF85J5w4xFCKZAOK3OWC7TvbqK9S0bqxtW5ewydRzth9h7ssBokMIfA5HPHFVbiio7pxZiw9ZxXW9h02whszrIrQ7++YMdKQ4QV9c8rK17qFO81DHw4M4QD+6OxJkqp7K46IiwBa68ruPyazxrVFlwkG7x8E6C/eeFnB0XrrSQxD5m8wmmowzjUx1xoKPbt9BbMrH/bIH9Z3MsZlwGEP3PBpkIeeZB8yzTsLbdwMVrXcHqnk6GOB2PBcV2dlItiE2T2SoFLDORpinxpR/CyrohmfPbm3Vsr3Rxfq2Ji1sOLm7bePvHZ3j7x6coiZfbqqHe03E2HmA4HsDjksRx0G020W91UaQGnj6bY+f5DKPJGOPxGJevtHHz1RWsLfdRM9dRpi38/T98iL//+w9EDEN2S2fZwblLNdSbJh4/nuPJ4zkMt4Dh5Vjm93ijgXbPxWwaYMrnKIgQhrEM9niO08W9mOaSg/nWF2/grbduQC2miPwjBPMQk6GK0RmwvzvF/s4UUz/FPM7RXbbw0is13Lju4PpWIeXRbWpp4FxlmAIHiwxP9gM8OQgQzE0Ec0PewXQuMvPecApZvBHh7o8LcfCwuLChYpFfZPlCnXbuuonLNyvHxnCQYEKqRqoiSl+w0VUbCR2J8xgpMbYyVAZ6PVOegX7Xw0qnBs/lQC9GmjPLqUDCeIYZxQ65vFsns1h6muAFqohq/ZSiBC7jeIYRq0wRIA30bQ92xxMVu5dH2HI0/O71S/i31y7hYHiGw+EZ3n82xtsPxng0jP4150uwnZpeYQVTXmQLWGoKXWVqqoaIWbE8u1TmgSsoZzrKgAIWolxztFZqaC7XJQYi8Nmz0uWuSoQDRWblvHK9JFwkUfPqmDDcyrFmeAYKxjpoGbX7SLnQSBOosQI1UuHYNjzPEbFjWsayfKBYjOc8M3pIkub3s8ehdMeocLhZJiKnfk1Dv6mg3y4FIZ3mKoJYxd19Bff2gNNRgtEoRlIUVQ4qcfOyxKiw7GVMXGmBjD+/skCnb0kxO5OOUTqX4lkheNeT01TKbAJmg8sEwFL53laxtmWg29NwfD+Rapp19OotRGaOQ2WGI3WOmldltKsKB07VUspxqyxb9jZ0/CdJtRSslLNVXjC/1yReUI1tkq6SVws4Lsx930cQRrJsqMR91XtFFiUiUqpcc/xV/bsX6FZ5GSrINBWZqqLVstBqMW+MmZeBIFE5EKALLlN95GogIpmCv6euwzTNaqlmVqQDP0kwZyQIRUGBgcLXkCwmSBZjEeIxx4nvmSTIEc0zBMMMwSiDxgWOp8LsKLCWSsmbN7iYTSiEoJCjEOEheznJt82IvSUytXp/y8NG/aNNlKEH13MwnvqYTP0Kw8mPNJGHXPCSfMHsdeL36dAlXYLPBAUN7MNJ6OGCPGPfSgEu8b7M6CpQ0kmcUphbIVmJ3+QgTT6Trg7H5sKikHw6Lq59OtkVRdyOZo2RNCrsOl2DJL7wPVORC/jj+fxr4cCYIyoRTpH0QOwc4ySYbcrPJsUaHiQihv05kYNcpnMBwHOEKnr+0ikyrTF/lu+ZinbCgddiEYtD33BeoJ1JDLK5wMnEFc/mnT0WtZwUnPC/rZThSuXmnhYoGNkQc8FGhXS1AK4EEdUSS5pteRY//+sFQpgOZt53rEpg2u7bYNolnynFVqE6OsmrSIoUMUkE0wTZhIuKKqZBstbpiIsKlHMd5UITYSypBSQNabYuSNrOminFoeTgMJDs7ApjTdc036c6HBEtKFANUn0qdwAFvbyPMJeM8Rghz+iA7lZ+Ti0YhoWc2NAgg0skaouuAZ6dqeSlRwsDsW+I6K6YsJcpkBNRyweV+dIUdmQatFSDQzzoxRJeXxUhh1lqGO3OMdxdYLhfYrRPwbEJ0+Ig0kYa+jKc4ZCuueyhsamieSGB7qU4+iTD8SfENRPrTxE1nZx0PtrorXbQW2ljGp5hFp4hYOYy83a5nGJ2r6IgGOUIh4wBcGCpHMoxVocCX6Lb5CdULXepHuKPge5f4ieFZEWHaCJnBt2SXPKLuVyw5Qa4ENW8DLrH5S/d0EQ4V0penmM8P1Lm3XNITaeg68GzHMzOQsyGEcJhJsV5iNfRYDfp4tYrgbRFPD6dvOwZq+eAOfTRIhS6GJ2uFOZxiE3SAQUKfDR557cMQygEzE5PwgTTszmmZ4uKra4YaHRttJYr4Xmnb8qdb+EHWCxCzBY+5otAXNfxSEU6oSiHkgli5FNZADseM3IZ3q5hdqbCnypwWjmcViELAzruKd5nu1Gd1ZVYlR8l9kYiHpA7xedhwBDCl14v5Y7FhWNnjT1FReA4eZTj+FEuTsv1q+yHVcxmdMgmqLkqaq6GeKZgMVIwPysx3EkxOcpg2PxslFAYCWHq8s4pklSijmokffQZr0ORUbVIZ9QLgSAbly2sXzLlbKBmZLbIMBnHiEgRokOKwi6ePzVDeqNwHCLhDGGhyIKVNBWembwDZIwcoYBEMpl5BlcCFEbBxYyDawHuGtDasLG+toaN9TWMhyNMhiNM6bKjeSLm0rpCc7uNDG49g0lygEWXLzA8KTE5K6Ajh4YMwQRYDIn/Zk47KQc8s6oc5kKy2YlfrvDc/AFZXgbbzfHFr63gra+uYj6P8dm9IWbzCN11E/W2huePEqnFaYloxMxvDf11B60lA4MzH4Mh0aQkZtCBqaDZY7yZLu8rh/YVPUWpJ2Ig4DCW91r++fwZn+xmON7JBInY62totQw4liOiueEphS6BuLG9LrMSS+mhkzhBr83oFk/OdcboUKxYllQmZiLgYmUymDYrEtcZ3/0kQLgwVVcc4bz7cYHbaNG8kKOIFkgWQbWUfprDdpdQb6+h0amhvcKM7wLPHuzi2f1diRYoGSFSU9BolGg3NGw0Pay3ajA40ynYN6SYxAnmfPBruQjBiCPmsoIGGk7sOQ969rDE4S5Qr7toNFxYVgOG1RAqz3i6wGy+kPuVruVY7S9hc20NeeRj/9l9xP4xXnupgZuMctp2pIqQs9EphqMA88LFvPBwGEQ4CiLMX8wVGLvBu4JpK9je7GB7s4uDT1M8/mWEM8aeqDEWZYzRIsZoHuPy1TpuvtZGp8eP7xxxGmA8KjEal1jSXfR0B/5hgrPnvojl1i/3sX6pj4OzgVS95WJzuy/n02B/jOHRrHofFyq2Lju48LIHq6lhGCWYpSkaNaBRL2FlJszElr7jbDjH4aGPz+4nuP9ZCj+24Sc2GO9qEPvdpJCbNMoSNUOHZxioGwYalgGXVDQlgqbwrqIiIcUsMqoijVArZJHsKjocVcdwmuFklOEsSTBWY8R6gY5poW1aCMYK/JEKr2WjvUqzhgYjncBIJni0n0tdv7SO7/z6FVxaqWF2eIzZ6RC+amOhWjgeDHFweAw/iaB4FAhqyI0EuZ4gU3Ok0gAyIolyEwuttCalRqlUZ6mBpfUOah0Tw7M9jIZ7OF9v43ytI47x4WSCYZ7gtG5j6JgiDInmMWLJ1k7Qq3v40oVtXOkv4+cfH0rNilj6eTo1a8SrKzRVMVO5wPX1NdxYX0PbcmFxoVzQPJIhSHM8Gp7g0dkJjsIAZynn44SSmjBoTIgiFOzfPR1ag8KZEkmaiovUNuqwjAZKOh9TS0TWvEeTNNdodtFsdMXxLyYXRMiZXq0GUI0FVHOOPE1EPEbhl8GIDs7BeG+QGJrKXETBu1Ly7GzArrVhe10UOYVdhuD1KfLlQkVRGVEyh9fbh9c9QKPWEvzubJzicG+O6Yh3OtLJSmxu9rCx1UOvZ6PVIYEoxdHhGMOzCbr9DL2lTHJL5yMX84kLf2HD9y0U5lQqV0IRw3AhqKEimlSxIaYgaZkTruUp7DITGgFdwM2Gh2noYRbWEISKzHBVJUC7NUa7OYXbJFVIw2hew8moLsaRNBohj0fwWhpqLV2ykCVrtjSRpAaSVJPehotGW7dhG0QWMyqJvTLnfKEUHYlcWJG0R9qX9CN0NeQJuh0DvY4hxCQamCJfw3RoYD6m+7opVWhD5Nohwow4egcxHcwWSRyZYHddK0DXXsaycxlO2cHiJMB8EKLWPUGtewyrFUJvpvATE8+fdbG708Bo6mM49bG8FmLzXIReT4XrkpDk4NEjA48fmZiHHYR5F4rpyfemXjfQrrvo1FwsBgtZSjYaOtY2HNTquix+SezZ3z/G3sGx3BvYL/G9nZGQyXlmo4ZGvQbXsYSkR6MUxymcqwzDKYbRVBbAdGRmCWeNFrLUgsYsa5051AFKJYSiMKeWC8UIiiyvMsGh0w2f5TaixJF5OxfEfD7ZZ+cKkcIUM1uwTUacWKgzWkoNBSXcaVjothyZNVAIGmUqHu1M8Oj5FNMowSRKoKpz2PZE8tQ7Vg0dq46ulaJjszHLEHHpnOuYo4ZZZuHsYA9nB7tIrRR5jURUEqEUFLGCbr9Ar88dhok8pbPeRJBayAsNDSdFw04RYEUcwOE4RTAYw9UifOlLJr78JQM31xTcXOPreoLp5ARJvJBYB8aYZDTxeAoa9k207C/i6G6ET354C5+8/Smyy23kl1q42q/j1V5NnpVfvHeEjx5MsKOZ2FEtLPU20e9uijs5Cqu7bBYtkEU+FCOGYkQoRZiS0esNuyhg5AUmeYkJ84j1LhRjGbrSgF5Y0Atik31oRVC5VEhiUSoRlMpcbyWGoSQSzcI7K0l884SRO6n0RCytJFa6gyS1EEiMIq+WiYjO+u0p+q0pPCeB7aSIUhfjRRfDWRv+jHPWBZyaj3o7gG7kKBhxWPJz6Un0n4IuVKWLOJ3Djw8QpwuUGc/WutxzOcOwtRpcvYOl9iouXb6A7e01RNkQUT7E4e4d7D37BJP5UAiImmPgC1eW8ebVZbz38yP8w/efyRxVscwajwho5JEjw3e+vYVvf3tLFgMH+yPs7s3wye0ZPr49Q85cq9KUTTmzRugI5SHCjNbUzJGambCojVyHltlSamYiVmZIMBNSvwcFb77h4d/9SQevvOHgwwczfPhgjjsfF1LhgnZ85oJQbcQqsHlVFyzttQsrePncNoKxgb/52x388Ef7MIiIsVL8/m95+LPfr6O7UmBvHmB/EcJheHmtjnhhI5hYeHQnwS/enuLep0E1NNUV2J0MdjdDu++gu1IXp9zu/TH27lNCz8s1hyyFKAHo0mPmEtXiq2sG1lYNfO0bfXzzW6vwWqZkgz7Z8fGzHw3w0x8OhMPObCunTkWogs2rLn7jd7bwzW9v4+c/2sHPf7SLnUcBhkdc5Km49kUXV7/owtNTeHqGzb6Oy1vEyNoIFx6mYxPvfnSMdz88xvFBjiFpELqBZs9CrW1hcBbjZBiJgphNNHOTNjfq6PftKg9WZ4NL63+KRVJg7JdYLEqEpwWi0xKJ5IwRkaBD5wu4UJAmfCkLX1UueA5xd23mv1VLQg5SOCghqI3opnCSIuUggp8lxh+JAxXorunorhqCmKMbgReGwRFd0TmUQIcSEoNVQpWmn0Iu5oVSfVZlR4gYoIhkCKJxqFRnVo6DXp82CS7mc0FdT4dcEmWIA2bFMcOugJpUWcHccfHua3Jo50BQJKxSM6GadoUiZLYVsQ8pFWIZ1i5r2H5ZR7PLtZsuz8PwJJAan3ABzCFhtVAVhC/X8WUGgzlYOhEduWT9anqG/hqkLl/r49LVPo6PQ3z80SmeP5sj8CE5IXRgslwHqNeAzS0Xl64yn7uO998d4r13zrCy5eDSK3XJ4xiNFxicYBVIAAAgAElEQVSfRRgdqhgfUklW3dLteoFah2pgDWvrdayuN+C4czjOQhZAR/slzk6pTFEQRArcWgnX48FSZRxxkOdPTPgTXS7CzMoVQhQFMNS86AU21h1893vn8d0/Pi9qMtZPeLj80x4+uHWK7Ssuzl11cfyETgEfb7R0/MElB2++7KL1RQ+4YOEv/vMYf/F/jeCpKTabOa5edfAb31nB9dfa+Iv/eIa/+N/O8I2bLfz3v7OM117ro31uGWexjv/5P9zD//IfPsN3/8jFH/6RixgBHu7PsHPIrRPzQnVoLQ96y8Pe0xif/WoqeXAXtuo4v9XAChd22zYe3x3j1nun0PIYb75h4AuvWLi22pOKmgUm9QS3ns/wj2+f4bOHc3HzXdwycTawpPiZPxkFOGPeFF2qWYl23ZFK5ylmxyGiGRWMFba3MFSULOaX0WXJORUXbURQiOuEExZKTT7HzpGTSCc9scIKXI1DOBVf+ZKL3/xmDa+8bOHJ0xmePJnhja+9gTe++gW8+94Y//F/vYNfvLuHVA1Era2WjpRkV/ARAbNfIznHP2+gSyqbjBSWawoeiI77hT/FPJhKvgqHtf2VBla32ljd8tDuhVJs0LNYxdlxisOdECeHMYZ04Pg5VrZrWD7nwTDY2Puw7QydFqkGGmrNOrxWA5++5+P9f57gdJ/DM0PQ0zBTKGaKc+c9nD9fE0cth6TMNZeMxJzZww3BCjHv+mwwxXxWIRT5PuszQ2RVxbmLBs5fMtFfVtHrqui2iQzbQs3awnsf7ePtnz9ElAe4eNXDykoN2cRFPvZw+9MT3L59LE1WRgKtC8miYs0HhRRRz8QGcdFz7mINm+e8F4MdAw/uznH7wwlOj9i4V4PmzRsNbN2oC550EU7QDDNcDExctpp49QuX8MoXLuF///vH+D/+4Ql2TxYyDG52Tfz676zhG7+zhnd/eoh3fnaA4YBnPC8vFdKG2LeX3rSlqORWtAjjYY77n6g4eG7gK7++KkVXyPOnBzg+CDE8IULXwrWXm7j+cgMfvTPCx++MMBsncp4L4puzT5JImfdpGzh3pYnrr3XhNIGnu8cSCTE+MTEaUP1WXRhMI4djp4Lmo3qUdfMtF1/5Rg1vvb6EN66tY3upLtlok5Mh/vN/neCv/+sEV7/Qx+/96TZe+1ILv/jhfbzzowe4dnUJ1672sLG2gn5vDft7Kf7yL2/jb/72vqj8vbqC7/7RBfz5n19Dv1vHnQ9j3P7Ax7+88wRvv/tEsuDrHR39ZQvbG7YsPe7djXD3bojWao7WWobzlxs4f6mDVtvG3VsD3CWSmYi6WIFnqyKe4lKPLjlbt/D7f/B1qScPH+JX776H+/cOcO9+gsdPU/GH8npfLT8SXLru4pu/08errzooadudDdDxNHQ8Hc3lBmrLbaS2jV/eHeO9exPsPNaw80SXDDrSAsisqHeJ21UR8wyeK1Aoziqr7ENevBnLIPmbjob1Kwa2bnDQmWPnUYTTk0Qcaaww0BAEOkK+GycpsiATxxydLVevu1IXLzRx4VxH8kB3d0bYfT7Gzg6FHDOcDUoMh8SMVvhUOn3stiZ5pLmaiTJSLvcv+gQuJ4hYcrteVUjgxAE2dQW/e+Ec/ruL53H/2TPcf/Yct08jfDJWsUcRlKEgJ2VAFnZm5WZLChm0tojbtRh9UWIcMAc0r/5sLlboVgurTD1GH6xudLG62RWM4mB3jPGADTeH46Ys4sSNSrQx3U0klZBywrzEmi1FF7LqchDPS6SPiPlvdItOmSfooN7icEuFUk/k4pENMqQnVTwGEZN0AbodDW6LFBaKrnJcWK3jwkodbSuDpyyw3Cpx/YKH9TUPv9zV8O6uho9vzXHrw0mFVXdKaA6fc0Pctq5nwXWrwdnx84UsHeo1FfUa3/EO1taIA6MjrpCYgZ37EXbvR7CWAKtX0R4oyPAcHecvuFhZtXD8LMLRU+bWEm2toXBKJCTDNAq4PQtel5mjFdLKNGyY4sgj5kwVoSCV44tJ5TrNwlQGuSKgCCJR8bPKSJds23CWCn7dX/DSVWG5KK5kVUFjlS9Y/i5HUJX9+q9/CY+36uFWVztYW+vInzM4GQlOboWIw60uYCWAFcMiprrpwmY2n818PlsueNyyzhFgqvhIU0XyyJXIQuKfIAmOUUrf72A+zHC8u8D4mBwlCt9oFuRlsoTT11HfpGtVRXmaAaTYcPktYghWhciT1TZnfzkFkRXqnc+paZnwWg6cpi1O13kQVZm2zMPlhY3mBpMzGWbK847DBQFd4SVKqxC3rkMCkW4io6vIrxaLjFQRV7ZOsSLzfjXEgYZI8NSRZFG2epa8VyoUd4npKMVkQMGJIiIIZjnXmNfe1DA6DjE6CWWRbHmWvAfo0GAl4YvMNi6SZX5UORmIAi6UBDmzlLwSNGqSGEIkqqkxS5fUCSJ7iTqu8ua4gGGeMB2aHMAFU369sSxCiddmzExJR7yliMtYBmYFYCqqnA10yLKniRJJn5GoiILoZ18FQg1gpAG3JCURa3Q7v3As/n+aTXnWaKrkvUZiFgzeFTQsrdWwtO7JucKlHF90vHdR+DKdB3JWp4sY2SIRQYBN9zZzxPmOJiVprCAZKbLIJBaNO3kiHJ2mjt6Gjd6mg+O9QIpoWXGP0lHBxbYCcdBRSKKYBRIZcnCoC1nm67kOI9cQhQXCkL0AM4nrUnTMcvin6iE0M5RzinIXRvVwSFumpJ1kyBdV787YHD6zObNmVVKoGC9hQu/mUFdjGLUSTm5DjwwcPZ7j6NEc89MS/pDfVgemXYNheoiDqVR92UZnw0VjS0Vtm2HNCfZ+nmLvF8zIefFZJlJVpyDQxcVr53Hx+nmM/UFVZzOMT3wkfvJCQKAim1MARSSlAwuuvB+SuHJsVHQqZnhzoMLGmt9HTe6PVX6gXrmMIg6lpQmuXOAWF7UGVEG6p0KLoNBCjjmhRlHAYMGyTZRE22UcEGmwNeKDLQz3fYwOAqFGMY6AbvHmmoFan/ddFt9jFNVp8vOgEzyPSYipnLzUqclwW6XQgZdUkncoplBgi6DQEDFOvW6LI2p0MsV4QGu7Je4MlwPhtiqOzU5fh8ec26xCscsC2A/gn2aIToF4/Pkhys9bCsPhco3nER2aOsKphcjXoTnMIeVBVaAweC8lPYcOKzHeCklIRB90nBPowL5bzvDqEDeaJYwW0N82sXrOEpxwyAVDkmG4W0jVWqSRET2owl9Uucjdjo5uW8PJ8xQ7n8WYHBeIJooshJUXucIG4wRcU86uJOC8IIO3pMDtKYiTygFM538xV2CrGs6/YuPCKw6miwLTRY7JJBWRVUiyG2cURMh36/C6dWTEkM4WiOcJwjEQzwHHqxbACQoEdAgJ6Y5EGxW2VsLSSsTjAtEoh9kGnNUS7S0bW5sb2Npcx+nxEINjLoADLOgCjVPJfdfNQpZv7SXeWCriyWIGnOwCoyP2GYDncZmtwD+jLoqxNab0epXll8868zfpuudQu5qDqGoMRY3x1ld7ePNrS4JFPztZIIiyCmeuq3jyaI4nD+ey2OP3igaDc9c6WN5s4OnjiRRzJ9W8EPfl5iVD4inoOlM1R4SJulMgySMESYQwoRuYpCEVg8MUJ4cU65Wo10o0GxbajSY8m1mOUxzuTuF1dbTXLGgmEPoUwKcyzG81XCjsIyl8YhRXzvihXD67/CyDd1g4mDHLcxxjOklE6ESRYKtTR7NTR61uoFZjdxEjnI6xGE1w9DzH0bMc9eYKuv1NNLo1NJdK2LUMz5/sY+fxPkcGKD26xAHHyuFZQM810XUtcaLVbAejeYBDIoz9BewuYHcqshIHwg5JMoaBZKHh+LGC4R7/HeDQzLG8iqU1RsCYODwbYTCcIPJ9xIGPfnsFa/1NpEGE3WePkQQDvPW6i7de9/DyuoKXNijdzqVf9YMC40jHONRxNE+k/JwGLgWpUiDmwlwvcO3cNq6dP4fxY4pufOztz/DZ8BSPpyNZgPDtd/1GB6+93hOs/yIcYb6YYTYuMB/nWLa7WHE6OHka4cm9KUaDGJdf60vF81PEi1MRYRi1lvTOebpAGvlCEDjbz/Hlry/jW9/ZwNqWjTAN4MfMAT3D4eAM3doS1jsbEpUx2B9h5+kEH9wK8atbIaKyhhA1qB5FixmcVoZGJxOal5pXObSuoqHJuaepocO4J0tB8CIWwlHqqKsthH6BJ/sj7A+mlZDRtZApNpLCwSRNcBxOME0WItYkOCQg5tanaoURUgVqXoGNZo71Zo6D4xL7R8CrV7bwu9+4gQu9OgaP9zA5OEVnu43OVgeffraDX77/ACfjGdSGDpUmASdFbvO8IDWAno9K6KTBQnyoImIlkdQXXzuH3/q163j1ch8P7tzGgzufYr3VwnqLuZEhnu2d4pjkjmUH87aJxUkIfxBIv8/s8LVWA19c28TVzjI+fHqMj54e4/kowN4kRphSWF8RLNmTUKj/hY11fGFzHdeWlnCx20HXdZERba8U+PjoOT4+2sGDsxGejBYYBRSjeNBzGwnnXOMIetuEucxmhzOIEEWZoub0UHN7yCJTxOUkaFGEROKB67Xhue0XVB/O3kMo+gLQfCjaHNBmgrhh3AUFkxRC0Tmo5DXpxTnb9ReMHomRxaFk6DY6y2h0V6ErNWgKMadV5jCXbLoVQ7dnMGqHMGsHaLfb6HTa0use7EwxHoZVTnFe4tKVJi5ebaHZdGGZFubTBPc/Pcbe8zNcuKLg/BUFaWhjMeEcvo44qiOOXcTqEIkyQooIKWIxKll6Hbr6Ys6WUbTDyL4URRRTIQqtyNBscL5GwfEadGcNYVQK/aLIZmjUR6jXp7A8U2rvyMLTHVuIFUoxh6HO0V4x0Fk2RDjJYW3MaKg5JH6Own0K+GtuDXXHq5y/cYwii6EggqpEWCxyLBYZPNdEv+ehwSg0LYOppTAUzjFS2KYLx6wjCQ0hxSxmOpb6K+gtrWAeHWI4e4JZGGARW0hy4v5TOE4CQ2OlqGvLaGkXocdNjPcnmOxPsLQ5QX9zCqeTQG/k8GMdO08b2NvxMPYDTAJGxcXYOh+j2almAMQPP3xgSmVYhmKuw7Bd2G4pWO2mbaJhmZgeTTE7nqHTArbPmWh3q1x61p27j/DpvYfwQ6LUHYnvpImRQohup4tOtyM0DlkCs8+zKFzWMImnmMQTwYyXhYsoMjGfq4gi5s+6ki9eIe6Y+xvD0BP5HnMxmUZzie8wScTJ6wijJvKSv3cqkYshIyHyEEFcIhCyhwXTcGEZLtwihFtEOL9Ww+WtFjbXG1hZbYqY8OOHZ/j4wSkOBjMcDKYw9RjdZoomz0HDRZ150laClriIVbmncY8yzQxMohL7z3aw92wXoZkiqfF9wTkIxbvA8jLQX+HexkSe2AhjDfO4ENFIywXaXomgXEVQriBmHN40hKFEOHcuFmz3t17r4ls3u9CzMwyOniAOh2KAYzRP4gKpW6JuvYa29SWcfJbj9o/v4d67D7Hxa8vY+PU+OnGG1jjE08/G+Id3jvHLRz4mnQ6mnQ463RV0essSVRguYqQhkcgLlOECuRqKA58HueI5sktT/AxFmGFWlpiRJmZ3oTnL0NQ6tIKidB167kPPF6hS27nEj6DIMj+CptH9H8g9iUj3eZJjHIVCf2k1TbQbJmpGX2oRWjidKQhjBaaiwNZydJwzKa8ewG2E9BLDj9uY+U0MT2cYns5huRG8ZixUMsO0RZiRZqqUhiVoyhKiZIF5eCwLYAWMyuEzYsqz5Rlt+fO3Ny7gK197E6+9fgNBMkIYj3Dv45/ik1/+EKeTZyi9DGazxBsXVvHG+TX87O1j/O3fPMPTpzMoutYtLQtYW1WwtqZgre9gbdmRC/rJCfESEfYOY+wdxShoeacb4AV+hkgzNs+8NGdmLsU8JoM/gExHETNbh00bucAxrmzbePlSDa+85uDmly3U+wp++PYcP/wX5sllOOIysKBLpkSjrmJj25Fy2xq8tiY/uDKwcHaY4/atBR7eX8Aw6DSI8c2vmfjdf2NhfctEpBqYFwb2jxLsHSaYDQ0sRhYGBxl2nvoYnsWibrcbGmoc5PQ5sAAi0ph4QTgJMR1Egv/hYIyWcFXNRSnbXTLR7ZtY27SxumnDdqgOZgaTgsmoxHCQ4/BghsPDmTgaTMsQB9u5yw7Wti04LaJUNNx5b4y779OunmNpSZMlwvr5GjYu1EVlnMXExHKSwZwZumvpDtLw5IkvNZvwEC9gEhtAXFNfx8zPMAv4wqmU4XQHOCYPoSr7iBtZzc2hejkSGh9SZvcBMbOizujeqfJnBczHCUauIImrAWuV90MsiybDGCIo2FFwWMUhCXOVszBHusgEcyNZVHnxAtukCtKi0eGLn8ubKgdmPAAmA4ZpqlIc6BhV4hcyYgjoxOANTVyJdENx2A1xCsifaetSdCBw8MoLXTBNES74NSuSZUxNFi/rHA5UjiE6+YhZqwZ0HHpV/krm0BGnV8LRC8EH8RmsrSmorVfOYV4GqcYdn6QYHRPfTFwqm98qq1WucZyA073DHAyVsGEOVYgrzOHVS3iNUnI9e72aLM39KERIpVLK54/DuKqIK+8uvcCWO5rkkNF9f3TkY/WCjQsvMQOjxP7TBQYHIaJYRZgosDQNFi9LHHTlKVoNBW9+pY03v9JCUE7gY4rjkxS7OyVGp1TY2SgSvlyJ24sEU0s1ML93i6GGBYdXRO8GdO+XMj9dX3Xw6s0mXnqliStX61JceD28O8ejRwvs7AU4m8bobetSe4987D8OcM5Q8OUlC29esfHq1xxs3jDwN7+c4W9+OZVDc7lRYmnJwNrFJryOix/8twV+8N/m+M43ruB/+t5NXL5mITIG2BkM8J/+0yn+z78a4Hvfa+FP/qSF47GPdz4e4e6jOTptuuYNhJaKyNRwtJdi516MeFJifcnCSteE65riZqpyJBMYSoaWnWKpXuKtay28ebWNqJVhVEtwdy/AT34xx5NnMS5t27h8zsHj+wUeP2C+gIKcGb9FifEsxHgWoWbrqNsGikWBcEjHHfOZXsy4mR/IYUusoOACmAMVPjsvMvNkgS8HrPYiV6saVOq5Ab0gSjODq+X48pc9/MZv1vHGmw2EL1AUcaEhLnV88PEE//TDI3z2aIxSr1RRtKuUtKyIY4TjGw47qTqsvjbOw/jZoAOYmYbdZSq9dUxndI0GWF6uYXmlBrdmSV6fDI3sAJZNRH41ZB6f5hgcJJgw05tZR0WJczcsbF+3BPuzmLGBL6AVJWxdxdWXmrjyUgv37/r41btTHOykiP0qk7jZKaSWVxysLDuCPTncDTE4ZiZ8NTCpN2qoN+qCvxqeLiSjkEMhGpX6K5YgfS5e1XDpBs9XwLEzWGaBaN6SOh7GOCCSrSjh1pgppwlCdbqf4+R0gcHpHAmFP8TSNlRxw/H/f7wfY7QfwzT5NQIduuZX6KS1/jUv7PmjGA/uBFjMc9QbCpptHRuX2li/2MHp2RR7u2fITlM0pgY6hYONjSY2N1oIM6ImNTw9W+DR8QQn/y9Pb/ok2Xle+Z27r7ln1l5d1Ts2AiBIgJRAUDLJkcYjUZRsyYoYSR77wyjCf5AjbH+cD2PriyMkj8akNUOJFAliIYAG0Oh9qeraq3LPvPvmOM8tKhBvEIxu1JJ58973fc45vxOE2Nr2sXXFQ5LGSLNYyBLHe7GYXSiSUNd44zsO3njXgaLXw9AkUhHOmkiWvqBPDVORTcfZ8VRw2UwJMVXS7Rvo9kwcPEtx+JSI3xRxzFRfXnf/VqiNNmu1YWLzOvHYBZ4+n2J/f4752MR8xI6ZUhCVOl3tqGkiRaJJv+zv/mALf/gnV/H1Nzxsr2TQyxgf/myED382xt55iv3zFDde8/Gt9zoiRJ49nePs2QKrqw2srjQwnep4/qLCgwcBPvvkFE+fjPDN3+7Kfe2tt6/hG9+4IQaaH//tE/zXnzzDwckYL45HaPUcrG40YLuqGIgkLcg+5HmB9qqOzooh3X1MxHAAe3a6xPnpUhygDP40+GxtKRj0HVzZ7GJ9tQNTbcBUGjg5u8CLwyMEcSgCLAf6TAUZKhHwKlxbkw6xmzc9bKzpKIIpimAG2yhlOb4Pp9lCoZl4enSOp8cXmM99LOa+CJJM4HLgyWQIEalpWHfcUPzldcqDHg1DHHYyOcLUmN0tYfdJGChxQWT07DLVVRU4P+XKZX9TJHziKeh0HXSJUeoQZ3n5nExVEVjm0wizaYThKMEFu/TY2ySDIyokTBTXKTfenEomxyqKD0RqqzXKlUkRzxa8NV24SphCDzNsGib++I0b+JM3buLx0VM8On6KO0chfn2s4AUTNzqxxypUpiD57xTNshJ9z8Ybu13c3mhhnqeY5wn2TkM8Ow4QJEwH1Waz2opWQi8dWRzkhrMASZDIfYt9ftzaUHTgPSkOODQgtpqiDqss6pSh2aAYTFGYX5EIoAzZPEO6yATxJAfFhgmzbUoqhwcOJcwRRDFCpseZ0PP4vhCTmcnablm40raw3jKx1tKx3tOxuaag31dwkWg4jzU82I/w1dMQB2cJjoY5zqeF4KRM3ZIuw1aHLz/x3hSbK0nGEV0lTckK6yCYbiR+l7N7HUapY5almGUJ5kTvMqGmQAyM/VWaQJg8IwGeA/wCKlGX7EJmZ49VQqPYyE0bMY+pgoQJ44imNw5F2HGbSs8ihUqmCJmsk9iVUsC2mVojKpv1EQqiRS6CLRPCJAoQCS9iTU7KBS+p2kzK0S0vLP4Zndq1UFkXsoqh0IQIyxwoE7EcBDT+FPBajiQ4YBaAmct7adgm7Aa7/nwRmf5FADIzVHadUrYVH45KgZjXCHuBuFuEiBKTYS6dngV7b6MUiyDBIkwkBcr3nqJreZrJ4nOEh2U+n36Dv74MLv+mK0d6tiia8FozPaZeDUmQEilKgVgv6xodqUhhDQEPrwQLXWKQKUATJ8iXiOKvrZli6EgmNbpahFRXhcZ+J51UGg0Jez8lEcykbAXbYwqYgkKdxkhjovaY3KXYVaeofO59G6p0Cy6DRFKJCpMDTByXNVYuj+M6EcLzgSQBKQBwr62hYlrVyKGzT7ZZ15TIoSP9DeWkhEHHPdPkxOw6VDRp2mQHV4pknspn17SYdmAqX0OqFcj0QogETNby7FkPOUgbqGkVOd39NYkLKatw5qQAabJoSJVjEF9oXqM61R++zrLdEmOB75G2RKQdqzBoiFTh+jY8n6mPWF4Lvk4UYzhIJX2Ez0qhuFCYJVnCpUGaRru6OiW8KBGel/XrlNd/ppi1ALx2tYH1aw2cHi1xesiONhp1awwZhf8q5bNKkzMee3khddc0/xAlWgiyX890xIuaQsRErdu04TTZzVZIB5/lQToKy5JJb6JvC2hMgLDPJhM3XY1Rz1T+K9KiFBMRTdGkZ5grJbRBBpW9rjzvTFScPAlw8iREPK9NBgpRujrd6w6yZIE0maOzqaO3a8FfB8xB3Z118lGB04+IWqW7jFPpWuUmeWHlCgWoLsJyiqiayZtlKLo8A5jET1nJMMwRXhQwOEzT6kErDbZMAcsZl5/eyw5xXnO6aUCniVhnusNAHNX3H8F7yxtx2elE46tT1MvlORdQee9mb/klAYVkGnkCMj3M+2aqoeC9bUrjM02/xAjyTMrfpzbTMg3PZ7Vc60wB8zrVcxkMz4cJ5iMa7urzJ+8lTLIzmSIDtoRoVlvQ+vzckkLGPsRgGiOYcvBIAZiCII0KlSAjea14bbV+W3mJEyNuW4inOYKLGMuLRAgjpH3xmqUZgnsMy+PvxuvIkPeTA3oumq01Xnd8jLFLjfv3S3OXXDMkGQlq4dK8Q3GUSTc/g+7n6AkC2pT5RJjkiJJCapOmZ6wg0LC6pQsinnMIiphNv0SzUeL4UYG9L3MsLmh85blFF5MPTW+GvL6qBAT4XODrZrc5W+HwPhYjqF6pcA0dTd8QDPVgi2SZFBdj7gELBMtS5hpMbRoq+6pJcCNmlFFazl8KROyFD1lzYwh+Pivqqg25T/J3pvxulkLq0isDbJMkmp8d0jYF+aaPdsuXns7ZeImAe5Egk2eV7RCPT6Syjk5fl4qH5SJHsACmQwPBjNViFWyXtTc08DAJJ1Z3oUVRPGYKRGg9GXu3DbAvgmenPCFiMMTX3m7ha++0pfalSHkuIDq/xDIqMZ0UsvKIpiTWCxFz70jVFs8+XLZpwndttGjY7eewvRLLuYrlQkV/zUN/zUelxYizBWL2S5aK1J4sZ/x79XXM15bJpkGng4br49mjIZ49vBBzXHuDIkctkpB01fJdNBuuGO+lZ55hgMukPkMX9dbTgaI60iPPeofZNJHfgYv3PY+pqZ6P1UETll5hObrAfDjB6WGO08MCfnOAzgoTwJ6gstktvP/0RFYl5A0DlquK+OtYfMZWsPhoMky5fyzjFLMgRJQlYqJq9jlHqKlLfMTxHQpnFc6fA6MDzsxyub82Ww20OhziG4jLDHHJfWe9v2kYPjpWG1qWIV6ww3CB7asKrlxVMXALDNwSvYYiiFAiZJkMUtU+nh6cyJqwJsbQkOg07kAS4lfXSVrq4firCI8/nOPwOMRhFuGsSNB0HVnr2yq2ripiBGEN2GKeYHFWYXlWYq3RxVqjg3ihYDxMMZ1l8vpwXVkzZKl2jkhJodg52u06sFDGGspIw/bmANd31+D7NKNMsIwmuHf/Al/du5C0dstuoduwhXJIwe+jTwN8/GmIQ5KURvy4VzAbJbyuIsn0lS0HETvCw1CeWRwL+oaKlbaBtbaFrfYAW60+8lmCaLTAcBLh0TDC/jSR0Alx/qbhi0A3mqV4fHiOs8kMrq/A8xX49jp8e6PuBw+Jvw2xNSiwuVLi2QsGexJc2ejiW29u4UrPQ3mxhDKPauoC6/5enOPLh4eYxRmcXhtG28eknGFSzGT2J2YtYq8cKG8AACAASURBVGENX/Cqk6ME02Puq0hCyfDWzXV892tX8ObVHuLpCZLZCVzNhqfbOB7HeHA0xV4YY+QpmNFskKqyhLDWs9D3XFy1WhgoDj45PJZ1MqswXKiyH3L4/FBL2TckWY6e0UDPbGCj1cB2j2KhKeeoZVLgIl3IOpkHOJqGMlPWmE4rDbnPaZUBhfdKxxZ0fpbPUZSBVKI1/A6qnPQcEyHn0bNQ5g2e24XnsbuXpj9WZJDQM0MpHapTlJjIPErTCqFbkbCoFA4srQ9D6cjXkBXMEC/Hcs+3PAa82tILbFndy0YE3h9DQJsKAtryp7AbM/T6Pvr9BhYzJoA5K0plBuh6pF81ZWWxjulQwfgiwsX5OZbLCb72dQevfd2WCqjTgxzLORORPorCRa7PkWtzRHmCSChIqoi/tGuI15D1CHUqRM5H3ItxcOXyXGSb6LZW0WkTCVkKMjfHAoo5g2KS7mFzA4LxhY2zYwthQBrqDFBn6ErdGJ/RjBsRvU9RknQTA5padyWzQoGmFQ72uE+naU0BU8opplOSzkIh2lHMavmkmQA+qUI8N/I+y7RUScOchohniMhEo9mRFaYktBwhSiPkRPwqKhrNAo0Gq4q4f8+glauwqmuokhZGp2OMTyfYuRFg50aIwUqJdltFHivYu1dh/3GFkyjDcZxh/UqJ6zcrtNrUjXRJoh6+aMnKwP7TVSiGCY0BEZohaTwiAYYz/2UuhMaNVRNNX68NSdBwfDbCyflIDFBZqdYmRzmnoSb2WaZsR4V2d7m3MQyaEmszXVkxxWsiCFWZqTCxragU7GwxPtCAxtkX5zqqwkqosSzLUGAT1a20UWIVReWioBmgYpc2z6a6vIa895IKWfC64R5C4SzSQMdV0POBjb6BnU0PKz2an6gpmHhw/xAPHhxiFs2RqZFU1rX4jGk1UC6XqBYBDCRwdBqrHFxZ28Cg2cXzR0/x/OFTHKYhjqoUy6qqdRaFFW+VrCozkUWW0CoS0qSUEr5ewDcKRNUmImwiz9g9xsBnAt+eoWFP8ae/dwt/9nu34OEYo6NPES0PxazGipxC04Xq6jpbaHpXEc4cnO3HGB5G6HGG2gGG+zMcPZzi4YsF7pxFeLwoELs+YnZWt7potLuCha8ynotSIFrIknlnGiEzbeROU2ZqFH/5mUugCzGuUltQtDZ01ZUZnUXjsLaAqS1QVQzbLMSAwnk4yRy2KSR/BEsV4VLBMiuxKHIohoorq23srLVglIbMWMZLHUdTDctIg6WqsNUSHWuEjjlEox/BXyHtgLV7toQ4WfdzcR7AtEs4De7xeA3assfg3pKaFKomUDWEWMT9FWtPeQbn/o50TtduwlK7MNHH1voOvv3um3jzrVtI80DWvU//CZ+9/58RJAdobujobhnYdBrYtH388hfn+H9/fIj9FxSVsVE1mwq+/paJr79l4OJoieHRUh76k3GORVAiJN4s42CJhyEihAT0LBg3Dn45kCrNAqVJVBPTgeyZ4oCSBzfAKgGrqPD973bxw389wO3XLTgbOcZJir/5j0v8zf8ZIGH5dpnBs0t0fGBt1cDb7/bwzXf7iDmUTFU8e7TAl5+MsP80Qjg35cZkaDEMjem9Ct95V8G1my347QE0u4Of/uwUP/2nE1wcq5gP6UqiyEkUYC4DYDlYsxdjw8foIsHThzNcnMTiaGWClYXyGtFn0svKzg4Nr7zm4fYrHtaveljfdfHVlzNJZh49zZDMTWQLA247gdtO5UDCBMLu9QbeequD1TUDXzw4wRf3T3B0v8Dxgxw3rut47/s2br/ioN1sod1oYTiJMRzH2HuxxGMOw09j6fzja7kcqlgOyUAvkVUFvE6F/ibQ3VAEryRhCjkwEfGlYDmph761O7SscYBEBzNpQ5xxBmSjCtmoFDcZD62Xe23p6GLXpSTYLgVgPnT4IZCAIvueDcigvdm1oTDNEbE3kUP2FGlWoNHTJMXEwwMXHWgx+w35oRprIjIKwpG0TiLodN6IOYigc4aGg7qom7+n3wPchgbT4WFarzt+6fjlIJwrLJCEObKYyItasCY6gckPlnanJb8WD+osfOfgusZtcY/OTQfnEU0XaDcUbO/auLLroGoWSD0WfmcYHxcYHhSYnVSYnvK/0eXgJR3aGlOeFN+F/gBVoShiyWFNuRyICuaXIrwctRX013VsXifCS0VaVYjTCgePS1ndvi0pSz6mxsMI41EMXYYTJTZvONh92ZND/KNfL3D8LAaI1m4ATctB03ZQzXLEJxF6HvBH/0Mff/TnPbwIRngRjvD8kIk1HjRNeEUbZuFhHEwxDmbQmfTQLZSJivkFD1AlsiiTpeR1currb/Xwp39xFe9+d4AsJnI8wU/+9hQ//rszBAsVvu/Ab9uwVgvYa8Qhhdh7FKKZAldNHd/cMfBHv2vht76p4R9PQvzjSSCDjy6rFTQVy8LEONDx5a9SfPlBhv/+R9/B//LXv4+NnRh7Fz/FV4/u4Cd/W8r6q79YwV/+xQAPnwf4259c4MM7M9y4bcm6KFIMic05LXG+B+RzyOvRdjgg1GTRmHH7NU8e3hfP54iGIb73TgP/zbd8EYAvvAQPjhN89HGGw4MSt656uHnVxScfRPj1ByEq3UFntQmzYeHwdIKDkwlo0GZqECGQzwBW6EoHNedeDvGBqnTBkD4hJP0adimHew7OZS51qbPUh14VJhMWhQ1Pi+FpEd75LQ/vfa+Fb39nBZ32DjqtHfzTP9/DP/3zV7jz1RQPHqc4m+TQTCLTaoG3+BdXpVGXxl8iNyU1wW48jtCUSnqR2H3ts5trkmIySfHam6t47eurci+cEGU2DVDw0J8FCOfsP9QxG1WYnPN+I4A0mHaFl76p4aVvaJiMgaMDmj4qLC8KSVN97/e6+P7vd/FkP8DHn82x9yzB9IypmQpXrijYvkIUl4Vmi4jEDPvPYhwfMeFaD2z9hiuLB43xMJRNslQGagoGAxf9gYtbr6l4+Q12MRGNGSJLYxw8V3H4jF19Dfj9FqFpmM8U+dkPH05w9GhSD+GJfW4rsLoU1wzYli9dMhfPlzh/voRlZ+iul2j1IQdd9kCKgULTcLRXYO9xIamiKzc1XLluYGN7gPXtAZ4+HOPzT09x9jxBMjJQLTR4Ribrh99/GT/8/it4NF7gJ1++wM/vnwiOjiaCr33TxWvf8HBxFOHOLyc4fh7VfZKehm/+wME3vu8iK2J5b1TFwqC3Cd/u4YtPz/HFp2cYn6VYjDO4vo6ta44YmXgo4YpDC0lgYT5NpOeVPXeXJBtcve3j6i0fvQ0FjX6JOE/x9EmE/b0YwcxEOLOgK9wEp/VwVHrg6ZmxpHrhv/vT1/Hv/ud38LWvsSP5Cc6P9/Ef/rcx/sP/PsbaSwbWXtJx9ZaGXQ49Ngw04MsitpUdeD//1QT/1/99hF9/OkGZFPAcDX/119fwV399Hf2Vq7CdXdy/P8f/8b/+I/7mP34Aw6K4UGJ7p4ur11cEUff0+QWGozlaLVUWMebtXkNS6zSF0VzAPjIKWK6nwPMAhqg67Qo3rrfw3fdu4bWXt/DTv38maxrlSLhp3jDwjXf5vjiwDUWGRd2Gi0HTQ9OhYUMRU1OaREh5EKtiVFVcb0Q19snomAXHmAZHMOwBdGsAw1VhuLl0zhNlRjd0dil6ELVN9C6HfuxxDpdMOFHg17AsIyzKAAH7f1MOXCH9f8sgxrNHIZ49CgRRy4Sb4xrY2mxja7Ml6OKKqKTnIR7eXcoeSHC1VYkgA8K0gtFSJe2rOxRG2J3JRHJRm1sEc8uuTEUOpu0VC81eC81eGyfPx7LiIasYKqyZHv78Oy/hz999CU+Hj/H04jE+3Q/wwZMKe2OmwkhI4LCvACh08TmeA9dW2vjjd27iB6/vIFCXCNQAv7ozwT9+MMEwidG8AjiDSoar3OdM9ipM9pgEJBIog0riQb1rBRyqZ0ptRIsLMZAR38X7oYhuOuC0TLhtE6arC3qQ+xziOqNlJCQGGuRs14ff7cBteDDVDKaSYxbMMQsW8jwvVA0FKSrLulJk3VKwZqu4utLCza0+NldYzRCh2UzgX9IF9uc5Ho8yPDhI8eGdGJ/fS6HmNpTMRrefoL8WwWenOUUqmwNfvk0K5scZZieiTMFwKkHyv3KzhZdvtPF4fynr6DDC2SE7tdj1A7T7KvrrLgbrVAOJcYvFieo0OjJYYVdNnoaSzKLoy/4hHl7GFzHCmSIofKZW2dnH+y73KhQP2dXIFCQRlzTopREEYR4viEeuB580RnLVIm8uSTzjUqTh+0ChkakgJopZnyCJPYW1GBzIQ4YHXBQfpNle4TCE3eiMhfI64nmlpvXYDQv9K200ie6bBLIcr0KjzZ4pB02vKfvuzqolqF+i+xIZbBOryz7uUpI6abTE6fESJydLkCZWaYYIIPlRivyI5qMay8++UApBIhj9xiRBHKFG8aCUpCWTpOz6hSlAVcEQG5UCshRorC0oYrO2hSIWq1D4miiq7PkTPq+VCrZqwtJMROepLNJy7LYtQqHmEIvFFK2CeMGUrAVL53CI+9E6IUbxV+RqxYGq+nL4jKIYRZHJUJQrVZhtyETIyokaZT0P9+sJTWx0kNb7Qobz+NILCZYGEReAo8Bo6TBbfJ+JZM6QzplmVgRTaXsU503oDgejvEsqCOYxlrMY+bLuYyZ+tdmxoHsqAuG8JJI2ZpKa5gePX4eCEF8rvu8qUdU0ZpYIp8TAKsgonsx0KAU3/TQzZKioRls54FdQXOJ+KZYBK31fFtNcrLyRmX5JRKKO85M5Lk5nki6isFvmFJX5HmtwuqRJAaqTQ7HyulO4JJZQx/wow+yYw6ra4Fwr+kRFG9i+3ZF1drzE6cmiNshxcEWx6RLz2N1S0dlS4fbYMWogVytB2DKpopN0kxmIxgWCISs9FDhNDTZFtazuKqUpotn3RLybHAQIxwlsX4cl+5VKCCIKjYEp0W8qoiRBnCRYv+Vj47YHd02B2q3xyulZheikwPHjGCdPEkl9ExmngoNPV848eb5EXizRu6Jg5YYGZ6VCRdNxUmB4p8TwDgV4XRT3SmYKtdgqxISujsqOUNoRun0X6xtdmBrRdSHGhxHmhxFmB0wecG9gXyKg2VFbm+Gkm5ZDKxqZacii8EqahFELwLy+aUKRvlT+DEw7K4kMsin6CmKdhFv+O1HfpiHJrdpAXZ8RSX6hITaYFnKNKRkR7Bq8likITw77izhFFmYIhnWnbKPLvlGahtizTTE8x/gkx/g0/xeRlp9NXWWiMZeKEZ7fnRaNKzT7kvoSIOPXZWKDtIv6RicGaUXN4LQqtNcUuByuFny+KVjbXMfq5rokZefnM4xPZlJLNT7h4YPvHfvb655u9jDLuSikzM1UVwizo8Lu83UC4hmxyLx3c7/BflwmmvkZqM8v3BNIvJ33KyaI7RidDUX6fxt9FSEx5XGBxZQpwxKer2KwSqywjpyBgVKFbSVwrASH90o8+wSIJqxRcmA7lhg8iYXn3o7CqCmmr1pct/yGCAKjM6YVZ7IfH6yQEGbB8gqZPRyfxTg+YydyhSwhRplzgBIm781CRuLXorG1Zk5EEc0xHBIzEcRUjCL1Wnz9+b9Mc5suV452pymLlAb2WMsNUXJ/uZjMOBPhXoOmMw6aGy0ShWjCs9DuWZhNMgzPEwQLBUlEE4UFQzpFGQAwBLFOY324XCLP4voZ61PsretwVMWBoTHxZSCczRHN5rj5potbX/fQX1FFWOdz9vA4xtkF6X0WNHZIcgpOgwVTaDNFkMrE2C7TGN1eC2urPUnTGhQ7Uu6TcxwdZLhxax03bjPBFiMpx0iKqZgOUtYe0VRPBC+rECLS82ysr/TR9hr46vMT3LtzDIdmhU0TTlMR8w6Row3PRdOjSYtCOclS9X6Gpl7Zm9PUrrmSQA6CHLMZTW0J4nmJZMGKNVIqVGywZmZ7Q4zYs/MzTM+HODvNcXqaw2v10BmsoSF1EYDl5njx9FyWShOlT1FIh+9oMgSWKpQqrmdlmiaVIllOekWFQd+TRaM0U+J5mSNKYywmOS72K4wOaTZOES0SWCYHtzRa6HC6NqyWjUo1ZJmJAitWwGlP06rgOwXMdgyzw5RTijJJsbtu4PaujVtX2hh419H3r+HLL+/iy7t3cZFEWNo6EpvPUVPuJ5tdE5s9E48/XeDOz6c4OksxY2+xo2N70MF2vwO3M4fVHiEDUfHAYlpheVAhOATWOh2sdzsyO6s0DrdLPHg8xMNHQ3z/vR18/zs70NwAp+EhVDfAtZs+dq56aLsOWq4NLe0BUV/2hnl+imVwJoPnX/ziAklUSj/pzWtN/M53VrG92cCHHy/w4cdLfP5oiS8eBojKAqbP86aJKzcH2L45wGgywXA6qasBolTOW5trLnbXm/je1dfwvWuvYvLiEHv3H+DF2QQPFgqeRkDmp8i9FG23hZ7TxfA0wSefH2HvYFyj4/sKrm/elsXz7+HBBabTMTa3Smxul7j/eI57TxZoNk1cv9bEZsdFJ9PRKTR0/ArdRomj0RzPTyeIYaC1tgWnN8D+/Bh782PYRo6GQ1omayRaiGITx4dTHB9NYTDBa1R4Y72Nb2338c2tNlYbGVabmeyb2UX+ZJjgzmmAR/MIJ0R4Kxm2vSaueA2srLcw2GqiZZrwJEib45PzQ3xydoTx0sQiZDqWPdk1xTJMI0nsU9BcTCBBhdWeBdtSRRjnMhummFuDNMeEffNMCnGfXWkixPjNHqpLUYzY8CQbIS8maDWbaLWaUGFLDy7veZMJ6UAlXLcHz+1LrRhXAdJOJsjLKbJyhKwYSj0LXw/eN2iAQumjYW/BNddkX0KzajA/w3J6LP3BrHbRTBOuvwLPX4Hj0HzFR9ACeXUGaOwDz+A0Mqys2rKCZS4d3cRTr6w1sLrWgKH7chY/2q/w8MtE9mJlNYJpz/Ht99r41ne4Pwvw+MEU8yn35x4UzUVpcP4XYhlnEr6iYKZSHC/rUJK0jcQ5VIaouP/lrJkcSdWSqrOdlQF2VvpStwltgUxdQv6pIiSJgzR1EY1shENLjGsppsi1CTorilTeMVkuZr2c38+BAheu04LrNOHQ4C8ELZppossEMDvLMoxGUwxHM+nQ9lxFBOBe20C3acDSuEwkMZ9ZqZhD84xzIgumRRSxiySfI8rGKAtKa4p0nLa7CjoU8UYZRmN27q6izK8hiZsYDkcYXozw0qspXn6N9zIN2z0LWljg+Wcz7H21wNOkwtMU2Lqm46WXWcemC1UwDU2ML9YxvlhDVvWQa536XK3FSPIlRqMhxsOh7AdNWGi5JvoNU6reeK4qKxWJPJcgBrSAXcAFjW91jSWR43nOChHOBkOUTNuJoAvcvLmKGzdXBRtNvDa1sMk0xYI1mULDZe0d9w40YgOexZNoimB5KssxC9gWDWJ9GNYVFGUT80Uq9KL+oIN+v40onWIWXGAeRwgyBcuce+IeKr0LJQuhJFOsNgrc3LLw8k4Db9zexZu3ruLj9+/j1+/fx5PTC7wIF1iy9mq9jfZGC8O9CUb7E6jpDJ45x631Bv7NN76Od2/ewMO7D/Hoy4f4YjzD5/MlRqShcX/smGj3GGhhbQIpFqbMLijesd/cLlPYRYoI24hxBVBIAiORjt3Lp4inZ/j3f/lt/Pu//C20jX1MX/wU4fwJSlNDSYJrVmOlSeOiEVv3BoCxDlVdgXN0CvfoDL/88BT/3y9OcXcU48w3MXYNOWNzkeRrc+kabO7DywyKdPHNpWYyWMSINB+R00OiuZdzBlKALFQU6gtXFj93jqHDNUn1mcFyZsjKqexfKOYzMmhoBhqOA991MBxmGI5yLNl1znSva+HVq+t47eo6qksB+nSm4PnIwDTShTjD8VJbG6Gtj9Dc5GyKdJRC6kxItLk4I7UsEmOq5VryNR3XlnMKiQQyqy9NlAUpXZzbcy6Zy14kL2L4/gANfwAdPSDrYW1lG99+9xW8+dYN+Xuc5X/1yX/Fp7/4O1TqCbZf8bHzkg9tVkGbVvjggyF++rMzMYUpitauuDHZ3dWxu2tgeh5iesH+mAJRqPB8j5RDLLq7BcFDwZebffZ3Sfyj7iMRpFN9mGSHU1FosmktEgM9M5H1g+8N8Ic/XMPKLnt6l3h2tsSP/y6WpbolVLdAr6Nivauh32EKzZVF4YTO5IP9EI/uzTE8yaCLA9jCxiZk7d6ocO0mP4gmllMXo3Mbn9+f4vN7M8w5fFrWEovjlPA42F01BKWQXzatjEcpTo+ZrKUiSrsrYOkUwzR4TAp3dbT7mnRFdvs6dI1IKQPPnwR4eH8mmyemNAzNRKXEgBqhu+ZiZdMXDMrWjgHbqXD3izHufjn+l6Tm5oaJ6zdsdDsG0rmGdKFhscywCDIMZxHOpnzAcKBARriG+UWJ+ZAPSl7AxEszZVvA8kpJgcZMFuaGuDg4uIsWqfDSFZMfdA42VdhtVXqDmTqluMvBbDmn6FR3kdYzKylQkyQoHcy/SYMxmaOaqqQFJfmjFLAcU7CxlEKNyw07EXgl07TNSpChdMfTcRwvSwTjUgZT2ZIiXN0/we9Fvw431jyYkTvPmzcR37qdw2nS4Vn3D1Mg5oCFie1a/K17CjPiCtjpR5ReHU6Cxm4nnRttSr8UuQrBmtJ4LjNuDt1YAs/Upqui11QwaCnYuKLJSp0KS7PAGcWhRxkOHmQIpxx+qvLa0OUvCHWNQ8w6KS10Jhk0ccjBdFFtkqg9R5eorAJodzQM1g20erpgOjVTQzDXxf1L1DbF88UyxfGLAKfHIbrrGjrrmjjAumsaWM169LDA6LhEyWSAA+ns0jMVDWToaAm2VzT84N9s4Ad/sIEvDk/x+eEZnhzF2D8qEMwNtPQWPM3DNFxiGgXS88QOb24852clFhccduUokgLb2y6uXffx2hsdfPPbA2xte3hyb4wn98f48rMZ7t6ZIUtVOaw7DRNaS4HehiBsprMIWqjAj3Xc7mj4g6+r+M6rKo5V4FgDrI4Cn0OCvMLjgxzPX+SYP1Zkfe+/fRt/9G/fg9EJ8dmDn+Kzu1/g7gcq7n6g4Pd+0MPv/6suDoYxfnFngvsvlti5YePKDRv741AWN7rp1EAVAEaRwyxLuIYF17SwfkXD1rUazXZwN5Jh3Y9+sIIffX+AZTPCkTHHw5MAn9+h+FjgyoaDKxsu7nwU4c7HxOqZ0r/FxNjJRYDji4ABX1gcRNKZPKuHlfXVeIl/1ikAE5tIHJxMTOs/5zWi0mFfz1E4T+FHQ5FOdRdG7qJlhmgZIX77vR5+51+v453vrEqCkfeHH/9kHz/+8T6e7sUYTlUsyfcg1lmtDSAc8KoV0+GmfM36+udVWbslRACu6nvj1ZccDDZNcY1zsffSthzEcY7lIpZDOrtvOSQm5pj35AWTEEumc/h92Amr4vorkMWB+TyAdNNOztmrWOGVlz288rKPKFcwDoDT0xQHz/l+pdhY0bC5yi4nJt8snJ2meP40wvFhIvQBrt8M9Yitp6OTGEOm+HUiBV0Tnmfi1tcUvPKWgu4qha9MDu/P7ld4dq+C6TnwORiFjsUMmI0LjA6WGB8ENS9JAzweENd0GUxyEJOnZj3QPcrgNQqsbBfortEByVS5LoOc+YQiRy3MEN26ecXFYNVGEtVJ6ZODBQ73ZpjKRplfV4HOZEOe4Z03tvGtN7Z5KsQozHAyi7B/Msb+yQSrG7r06RZZgcU4wXKa1Z29BfD673h447sUgBMsFgE0xZCuY8ds46N/PpM1nxAjViMKV7c0NDuq9KDxgFY7eti5SpMO+2I4lKkHfZ2BivZAhduqYPoc4uXYe57iYJ89vxxM0RlM+kcGjRvKXIWlmLh9awu3bm7h7W+18e13GzCMEM+fHeHB/VN8+KuFrNff8fC1t13s7phYZRrCY/9bgWTGVKmFsrTEHPCf/8sFnu8v0R8Qi2/hT/7sdfzxn72B6VTD3rMcd+8O8Q//cBfv/+oJGi0Xfps9MKYsuujGowWCIIJlVbC5HEfSNXyvuCFj+oKCODv0BgNdFlOxdJRurjXw8u0NbK/38OXHF/jioyHi3ERlePCbBXZ2ptjcnEsyhavZbKPT6orJYXEyRTBaSnKFQlYuaNQMrmWiIS5dA6rOaoMYQWJimRhIiZBViFUmHpcdPtxr6bLkBq3WxgJBeVaadE5TcBovYpxPQulxKkhxUFQkGV3fhSSCL84LhEkpT0GKnK22KTUR0u0eAWdHEV7sBYJIZG8iU4rsliSiiqkCJguZjOP9iXcsYtk5lOT3Zz+h6zEtp0iCgh2q3HBML5aYXQRw+LzTdVxr+/j913fxe6/v4vH5Czw+e4GPny3w/sMUe2MSSpjCVZFXdOtmUjmgZsC27+J719bx21dX4K6qcNdUvP/lGP/wwQXO0wjergJrtZLDHdfyuMLypEKV8MhNIsdv3L00figwGzVFgIlMgS5QdqEITNFQV2uMLpG7slmok5E5HcREpbLTnUK6asOwicp3YOqpGCBoMuPi0IwdTdzDhJMQ0SSEx8q4UsGg4WK920Rfur1TdLoZdvoWdnoWIk3BDArOggKPaNQ6ymR4eXZad7ZrRipCO8UEt8kOKE3EUnavR9LVyvRtBseusLNmywoTA1FiYjgMcXbMNEYkSSUKhX7Xgte1oApmhuIa0/CeLEVjCp3pOu6vKkG6MSUSzEl4YfqX+0ImtFQ5pDBxSMHTY79fk/tV7hFpfqhTw1nCxFK9PyPqlCY+bphErKGxgSIN92r1kUL2rRQu2OtFsZJ4b6bVKCBmNFVxT8/vz9QwE5daTbCgqErTkyShNXYiGuisePBbDiYXMaYXkQzdHEdBp22j1/EkNUQRUqUQyX4kk/1tvHIseb7y7zNpughiScUmFK45gGEC+SxCeEZ0aC5mHX7uFXbOyt7w0s1FjCrpN1Uhg2JqL9eoFgAAIABJREFUL9yPs++3Rl7zdaRuwJ+5QuWws5Ud5MQtM/112dPKfbfBTRqlH8mcIR0XSCcUqBSotipipkacrUlDIu/pmohdrHWhqEmHIlMnglfnRr1ieswSI2SapSJOiYAv/hTuIdgbV3f80jAqAnDKbt1KEr0Ku4uZbmV3I987+ihaOvQWnRRCcROEfjYtkM8Lufb4+av7hmmwIE7VkA5SJlS58qDG1Fsu6U+WEBbiKkFETCD314Ui/WU03IhplGKtpHj5uaNQrYhIG08rRMMS8bD+wdgrRwHJtAvoTUDtEONOl35tfG1YNhomzaz8vGdCHyBNienmxZwpqVA+D/z//Ho05ND05XR0OB1uZHNUBjvo+M5zmmlgephicpCKWUKMNazMofZPI9btFjZvt3F+GuDijKSCCgrF5ZQiU4IsTtDcVNDcUtGksabvyv2Jybf5LEUVcy+pIVsUIq4Tp84KF57B5fPAz4xHEcxBFlQioEZjpihVWaQ20GgkiY/MFJxqmtO8m2LrdRfbb7gwe0Bp04xRID4uERwS4ZtLNysRxOxCU1naWBKrxOFugAJLrFzTsPEyResKUcHe5wyTrwpZ0qFGtY3d5nysmRXMJg3K7FlNkOvEAFpYWW/AMW3EEw3hCBgfzDE+mEkVgg5DhPKcn0VSlyg8qkxD/qZKhec//o7sDGRPnSnp35i9hEKcrxPAhZai1DLB/vM6U9mnzjkGe0fZP22TDkHN+lIAZhd5TIG+XlpuQMt5L65T5EyO8xzNM0U0p5iby/OZPcKOz+Q3nzHAfFxiMaZjhOcCdhWTdJXV/920RLogTpwCk4uiICaXyU4i4UnFoMhG5DoNYJBuXLsBeBS1mNilY0klErqD7qALg9cje4dnEZ4/HGHv4UjuDcQHiwDcpJjKa4nnWp5SY5TsNbQVKMSv00IVMZXO/RPPy6oMuAUBzZ9HTGCX5APSCgSlnaKzAfQ3NTQHNPFX0tFLKs5yUcJ1NHS7tQBc7z9JfUhQ5TFOHlY4vAskc6Yr6955Is65H2FnGvsGpQeb3dBE0TqeLCZtZ+MF+gMb2zu+7LulDzkkhpZhhkq6skOaOPIKNu/rNAuVfIDwTMGZAwfHrGSqDfDcKPA5I8M4uc3qMFQiG3UxuVrsJpaOaYrYFAI4rOM9oN6r6ayW4odSzlcZNJ00uQKOS0NTjRafjFJcnPHa5CyBvYAcfPJ5xnu0gSK1kMY54iiQa8FxNSGtSP865/oVk6EuqlxHOF0inC2xedPA1k0Dm9s2NtZsmUHsH8xxchqg0WTa1sF8VGJ8kmE5rRAEFL1p3ElROWndS7raFoNNVQSIgxAn+5msnd017Oyy+qyAbi0BY4k4JYKfRpF61sFnPuc8hmJjbaWDTqOBvccj7D8eI+e8xK2kjos1Oo2GJr2YXMEiwmS8lCEuP8+cN5JZV4LEDkd6xmnKmi8yLMWUwL0AU/C6rF7bx2qvI1VJ8WyKaLrAdEGalQbVcmG4HmyKvK0SlpPj4NkIB8/GQoFqd10x8hLdzD3jLAplOF9e1g/I71YUMHQFa30Pq31f0lzcl2RljjBJ5NqenWuYDYnBVREGTALGMtDXSQBqaUIfpHKiWDp6hoFV3USPZy2rEvz0wkywNGIsAgoOKda6KnbXddwiFrS/hVv9bZzsv8Dpi30czyMcJSXmGklVNsymiZajyXrwSYTPfrHExaRC1Teh9SysCYGGIt8SWnMu55Ewrg3xGGlQRhq0woTGeznpSCrJYiqStJTzxK0dBzd3bbg+BbAx3EaKja2GVCg1bAsNy4JadqEUA5mDZRUpd0vc//IA9794gaowxKywsdLAS9da8G0D7//qDL98/xz392Pc24tR2Dq8gQ1/xYbXN+H3DERhiCgIxWhmKBp8QdiS6ObgNa8va3Q6xMH+EQ7HSzwNFexzL+bT6JVjtd3BZmcgAZRnLyY4vpghvvxnd+MmdtdvYj6hADzEfD7FtRu6rK/ujXH3q7EQCzj/Wu86aOYavEwTYkkWJpgVEaZlhMLU4ba7MBtNTJKJLFdX0dS59zKQFDqCGDgfs2c7wG6/jZ1eG7sNAxuOgp2Ghp2BhysDD0WQoAgTPB1H+GIY4t4kxLNFgJM4xk7bxU7bwe6VAXavrqKh6Cj2A0QHC3wxH+OL2RiTWMMytoQ24rdLOC732nW9ysVFIovHmwafcaqCGU0VYSFd9TQ+0ZBXUxJJMeRensboNjy/AwU+eekyb0izMbJ8DNezBbVNE5haMbWaYzJcIApz+I0VNBqD2jysMay0QFpQ+J0j5yrn8pmimZnPpTxhSKEB11yHYw7qPRgJd9EEcTiUxGxWMBWbw/Xb8LyOVBrZNqOcofw8UBdodUo0OyV6q6zqYtinkucPa8scx4fDhOHSQbR0cH5c4XAvl/mJ7Q3R6Mzw1jukjHVwcrjEo68mmE04RyKFwEJpJCiNGFFSIqApiKGOnM9FzuBr4o7K8yeHX6pai2FibCUZTcPA97Die2jzZ+zF0LwUkcqeVRIUHCzmDvKFiWJuIMtjZMocuTGD34Ysvh803RQUigoa8Bw4rgfXdaXnjUSnNCIRsyY0kXxpmsS983kYQNdzuG4F31XQcCl68TWniM1zVU3q4c8ahwzPWVCJ/9cdVOoMhTaGUsTQ6KNUIDSFVldBnFpIEhtx1EcUrSMMHYzGE4wmU9x+OcZLLyfY7BYYkOQZV5g8LzB8kePRLMbDeYyNHQM3bnN2ZyCNaXA3cX7Wx/nZAHHZQqY2kYsAnCIpYsxnM8xn88vOYwctx0THM2DpKkIaidgJw54B1azJQLyW68ZN2YcXTFayp0VSC7VRXFVKOVMMVh2srDB1qyHLNURiqKfOIvEW2fvWtFW+XoVQN8uc1L9jLObHaDKQxfobpwXNHqCEL5oajbTdVhe9VkeqVmnuI8VmmaQIqFSbTVRmE3EUIQqWMlcj/WGtY+KNG31Z8+MZZkczPDk6x93DE5yGIayVFqxBW86hNNtWMTsszjFwKryxtYmXVwdI5hOk8zHunc9w52yGi7RAaRlQHF1MBZ0BSacqgjHnqAZaA0vue3ocQI9DzJJVTJNVkNFPeh4ptYuzI8zPjvDv/u2b+J/+4k2sOyPkZ18gDw6R6zkyjcY39lNrcBouvA7pd5sw3F1o2gYWHzyQ9cuHc/yXJxEe01DRBELqGZRkSXNpt+G2W4L7bjNkw+87GmE5Gko4b74kiN1CajaQabbcu7j/7dCY123C1mxYNEErjKQwgFcizMYIsxEWeYBFESKvuPcyRcPzTR0Nk+EM3hd5T2ENngnPtrDWcbHWdmFqMSw9xsW0xN6pislc2LkyOrbUMSx1hO5Ggt5OJufUYqEhmao4PV3i7DQQ85duOrAcD47bgO+30CHuutNDeGlUZZo+SXIkvDaiGYJwBt30oZsNKGUPSrYq99XdG31s73ZkZks96/zFpzh8/D5sd4ytW44EfsLjCuFRic/uDPHhr89xeh6x0sOoePB1LOKCWbZOfC4HwBwuGnLxE+2SV6ocCCqVMWl2BteiYL3xJ96CLkEVhVHWq7RRJj603MNOe4bd1hy/+4M+/tUfbooodPfgAp8/muKTX2T45JcZnL4qa3PdwLUNC76t4fSkwOkp3Ro1GmI64SCMQ2cFbdtCv2XhrW+7+Ma3Xfi9CkajwNFehi9/leHz91OMIhZ5c0DO34dDMTpVNLS7OjoDYoksHO7HONhPRHTlMIdCCdNLNIh73CT6OjZ2HVx5yUOzryNMMwRRhuFeieF+icUsR7DMxH3YXbPRGpgYnS1lbe94uPlSE60BnRTkvcfYu5dh716KV9928erbjuBxysRCNFHw4l6Ag3vBZZdeiYrOID+H5nNoaUviY3iWYnSWouXrMkAkGoqHdV4gi5mO5YwPT6K3ifdjuiWGoqWwO5AlWIOmgSRVBGcQc+AQK6BmXZTE7f0G/Xk5vKL7XYaj9U2TKFE5ICFHmtdIpqIgYrPuQPEsXVz7hm/A8FRoTg7N5TXFh26J5bDA9CRHNOUsWxNUOAd4PKhzWJhJB1jdJcjRmM+u0DYR0/VwXVBUHPJmRILUAjCHsRS7OcziQEAObJdzNxHXKHZxqMZUHwXZOogrf4/zmFbHwgrF+r6J9ZaCtQ7QX8vRX88RmsBMU7C3l+PRpykefppKCoLiLw+/FJ05rSSOSvrD6ueKiOYS5b/sfpUHzmXn1G94wCYHR6YmhfVEi3cH7O+iqOCjMnPkeoqzsxD7j5c42g+wfcvB9i0bps3+1gRpoGJ5biOYWiCJK1WBcJggHKbYGWR480aGV25a+Ma3d/HNb13Fzz4/xM++OMITplgoPqUael4DTcdFmKYI+F7GOcoklz7n6XGJ+Tl3gOymq/De91bw+z/cwPXbTdiOgeW8wD/9+EgWhUFJU1ED5y9LpoZlsmQcuhdB92KkPAxdGFiDgu/tFPjOToX2FR+dKw3YVwzYV3Schzne//UMX3weoDs20Z1YePW7L+ONP3gDYyzxX3/1K/z6sweY7KuY7qt47ZUWXnu1iVmR4fkowEWSoL9tS7fa/ecL3H++RBaq8LgpjRVEY3a1ZdjZ8rGzxQ7aFHYzQjDL8eyzErN9FX/1J1fxP/7JVUzcGZ5V53h0MsG9rwKcHafod4izsnH/8xT37qSC4/N7qqDShtMCw0kBk8Nsbvh4bc5KIONLwSGyJlm0rCIasO4Bq3jNchpINYIzRWIHdaIa67kwNy3c/GqZCz3z0HMC9J0Q731vE9//4U289dsrOB/v43yyj5/8fYif/H2E8xGvdwulykx6jLxK5LPHFLLOsRmHQ4JKJKa57jbnPZ0fHb5/q5sOXnmrg51b7HSrcWNPvgrw+KsAC/aHkiRgarhyrYUrV1t4/niK548n0tNCt7ZwqHL2oerYulK7aK1WBZWdEwW7REvMpiUcjW4pHf2NFla325gvc9y7N5SU1YD3N9+QvkKus9MEz5+GOD6K6+GlQ2NKnbbn554Dcm5aKVhyiMP7B0WEm6+r+No7KvobHO7VgvrjOyUef87hiiLDaJphOPjgvTDhQIGD6svLvrWmoXfFgN/TMDkvBXOdDTWkIx2dboX1ayVWNmkOciXR9OTeAo/vL0RgvXrblPtKr9OGa/n48uMxvvxohHDOwS7FwAqFrUrnHpYFlGUpPW8czNBh9vXrm1jvN/Dh8z1Z0TJDFGToDzTsXGNHKnDwPMNoWOClb3l4+R2fTVGIolDu2Q2vBa3y8OE/DmWxpoDKiOUAfotDNKIAFUGccJBFJInnss/FQKNhoNk2BF2dliGyKpRhFgeXy7DCwYsSJ0clysSQpeXEchHNqMBSKOT6+NEfv40f/egddPqnMN1HuP/gDP/p/wnwwUchCj1GoSd4792WrN1VYtBcaLmCx49P8fjxCaLEQZzY0q/7+d0AYZbi9usKXnnTxru/9duyPv5gHz/+T1/g3r0THF/MpYu71e+j2ecBJJIDAvtvbO4hiFpK6g0VB/gcoNJxx0QiMdEvfa2Jl19vYmfXwe5VG/2OLW72pmPDtxw4mo1oRrQ2B6ItKGqbuzpUwadAfB+qq0El/rg5gNtax/QswZOP93D86FTwgVzcG+VGiU5Tw0pTw1rXQr/fQr/fxLOjBZ4fLnA+TTBZ5JKY4fXNz5NjeZI+z6sYaRVAMZjkZvpbgWNZ0tVIk8TRC3ayFdDYgeZQwKTATKObibwyEWQFlmmGMEsuu4p5z9dRRJq4o2cLilsVVNeWe3c0KxDOCxF8ahf4Jf1ZIbEiRZJSwHQxWPHg2twrMOVZYEps3Ij94rVDdqdn4taagzc2G3hrewXf2FrB/eNzPDg5xweP5/jne0vsT3LYbQNmg4etDFGSQiUZJAEbUfCaZeGVhoNrb3ZlffR4jH/45AwnWQhrR4HGw4v0sJYolkDJ3nreF4j7ZNrHonioodllN3SN1aXRjyk+ygmaYDhrMYoI1LQoJD2e5IVguTmAEJFqnmIx5bCWiRBX9snsANINUjrqBC7NBabNZKWO+cVCVrGQy0WGV7apS89qZ63EyirwxsDHG30fzYEFZ2ChchQslALjNMMnX0xlnZ8XmFAkN1TBN7e6tXPXcCwonIYbBrKUru0QZRahodXops31TWxsbCCKApydMW0+R2IqSA0VOTFiPFDlKUzuIU8rnO1pOD9gmrSA3amRlxRvxdRCZzuFPhl0UADToQpCnRSBGsHfaDqyiMzlYq8pLUZyT5a9RJ34U2nkkcAYD5uaiL8cossAPSuQEXMd1olu8UdxQCS4cx35ErL4HKPwQoFGs0uodgnFUupFYUtnYo3pIktecw67xyeMJtUen07HlC7kwYqN0bjCeFx37PJZZXgURzxJeA9WfFmaWWOxczVFwkRqlmA8XmA8XmJ+FGFxHCM+K5GdKygXFBxpi9Ql7UtyTsEeVjoamLzk708BWLalTAzUfdcK/4woUY9447pHKl6mcv8XYcq//G8LDWqhS89tFdDNTnQva04KaBQl5J5ORDmHFbXZS0g+8j4yHV9K4pT7WD4/5X3lX6CRl4IQ01mS9qMZs04vi+P9N4Qkpk+ZCubeOyok4SoFLqoCl9dx30KmMl+USUdxNa1A0pbWqZfuUSiqD6wW8dKFhpAmshl/rkwMF6x74T2BacysSpHzmwt+njU1YlkSUVUqLEoaC3RZhmDTTaSzEvOTCItTKjnSXQS/zToaFfZAh7FmSmcfMajSIU6cMTuTpymCUYQ0IOKtPkMICv6yBJVbXKKa5WNHnDP7phsmSj1DIcYJBTp/p9LAeD/F6AWL5ev0qBhPSqKiVazfbmD9VgPD8wjDixjxjP2lav3zUOwuUzibCtwNRQzFg7WmCJk0YiwXWU1TCnlmLaHw9ee+QvBnGVhRxhRVRdQ6gXBzIDwhLpxm3MuuY72+3kQAY0JanovE1OW48raNK29bUIn2o/t/niM4AIKjCsFpbbBhp5rhulAU+1/MBqUWoNCW2LhlYuc1W3qgp1MaLxLMH+WYPWYK3Idpe1BJkyJ1weQzi9jgrP5ePK/7iphjfceFWXagpQ1cHA5xfjBEEdYUGTED8B8SBIhp1S3pQRWjiRwiaS5RYDs2HMcSogCfWXzu83qpKMZf4sop9nLRuMzBMrF6YoSgWebS3FWbh5mAr3umi0CFllvQMqaLUszn7MsuxWit26xQqg1DRQQUIcQoxUS7ycRexPMrkEiqv5DkuOnT3FUgnlTIFhQXbemNLHJiiTmsLKBIyrJOrHIPzM5ut2EITpfPHwrZJF8ZFhMXpvw5qx76LUfQqXc+OsDnHx8IprNILJgOcYc0RZDwxOQ6L3cOTlNJLSWCTVRr8yiI8dPg2motSAY06RRCKOF9pMaHKdDl/lmitwn0t4imprGAaGoVQVggDAu5H7fZb++yU49GJqYQSaCJMdqrcPGkxrjTSEphIC81+e81tYChXWLXeeameG5Z0CymzmKEQSLm5Ju32lhZdfD82ViW3TJhNy0xME7Hifz8RDQySaixf5nPMt5XeHYraoJdbTBnGi+tzTAG4PqudEo2Gw1YBqk2KoJFWCdRSAkJiVtOQcI6Z8+dTgPtji/7bs0ggS6FbtQ9wHlGU6khxL2LcyI12VNLI50qplkGMAr2/Bam3HspBBA5ybQb5yz1dcB7N/+OJcJCyG5p4mnXge56hd2rDdy60RXR/vneEKdnU6ysuLJe3Evx4NcxRmc8u9PYr8BbK+Cv5WgNXLQGnsz2+Pvz3HLxIsPFQY6VlQFWBwP0VjW0ejmcBgeUkVSiUKhlB3y4ULAYsy7AESRzt+ljfBZichZhvIwwCWp0ZX9Flwq0bsdHt+uL+Ht2MhO8PlMxRMaWlz1/tnRxW4hjRSrQwkWJIlRRBqoYXUzXhmPq8HQVJp93cSJ0m6RsIC18xCQrsEvWYCVXbbg42pvJ6nY8rK+30PR0qYTiZ+5kFuB0FkDxAbXBursKasEKIw3rAw/rfV/IeXyOp5IAThHFCoKFi3DpIIx9Wcl4imR0jioPYEqVWQ6Fe/SGipt9H68MWtjydXRYm6Dl2M9SvMhTnM8zXCxSeFaJlWaFqz0Db2/28M5mF0oQQF2G2L8IcfckxnlewFq3YA1MEXG0SsH9T3PceT/HPFDR2HXR2LLRsWK0rRhGI4HWSOUcnNPAkplopRaaiYnzowTnhwkmYcmjKYuMJQ1389YqiuQcZXKObiPG5qBAv6Oi0fDhey5swWtyXteD7a4ARgOZ6iApVExOHmJy8gi22YTvrsLRPFg0Vg1j/Pzne/jZz59jb1Rib1hAJ6Fppw133UFQzBEWCzHuG+yjdFwMWi10aWJoGWh6KvzREv44wHga43SWiIHyRVThNK1g+TVufXutj2sba2K6WKQZxnztTkfYPx1irXcVa/1dqUA6ORkjipZ49VUPr77m4cvPzvDFnXM0Gipu3KK5wIbFtGdUYe85Tc0hymYOtc+6KO5rTaFGqFoGVU3hKy4aiifnJ6ZvgzTFNM4wjXO8d+M63rt+HQ1wLjWEUUS4tr6Oq+vr0MIF1GCB/fkSd6chvhoucfd0IXOu7b6GKz0NL1/fxGs3d+BnOiZ3zjH86gIP0xQPkhRjYku53/ZKuCsl3K4Kz/ThGR5Ozxc4PV8iYy/qJd0xyivEWSWdsknGs5IJz3fECJuUOdKqhEWMtuHD1DvQ9a48q4j4TvOppCY5t9KEfsjKwkyIDEwCt7qraHVWUSmZnDvTYoYkHyIrF2JoETKnVMDQ6EwygQ8NTZh6D6ZGwZlnSxpsYsFNx3EthkTRvK4bYlWCSTM0Y0ScbYZCuemvlOitVGj3U3T6mZhHFaWuQ4sDV9b5kY7zY0PSvUuaStUQ7cE5eutTvPJqGy+/1sExKUpfTUWDUC7NVQXr1XTOwFknpNbz6LgOQECM2wrUpISS0CSjwWjS1KNhPgEWk4o5aXojsbpeYft6ieaqgtzUkCp8HtCsaqOKuMfm3pOmuCUKg92hPF9SAKYBiOZEdtQ6YsLjXJYr4msTzLGc1cEMpqobviGrUHNZll3AdUtB3Zoa73mca7PKh1qJBo9/NzWxmBhYTFk34aBSbBjOBIZ3Aa2MoMwBg/6KngKvz/0Nk9gDxFEHs1kLi4WB8XyGyXyOmzdD3LoZomuz4zYU8oGybCKbO7h/OsGD0zEGWwZ2rtuwXRNRpGOxMHFw2MThUQNh4SNRvUsBmLtxzpwZosjgWQ5cm7MaE03PkErG0XiG0YSCmStCm6abUDlcVWjmKlAJpzvB/8/Ue/holp5Xfufm9OVQuapznhw0pEhRJCVR0lLaXUH2aumVDdgLAQt7/yNjbQOCLRsrWwEryZSWpEgORc4MJ3X3dK7q7sr15XhzMM5zi1wTeMEATnXX993wvs8553eUIhZqLY9JJDWYrLWkX4socaLKmdzOeNYvF5O/3O9yCVEo05ESfe2z032G+ewQs+khOm1qNDoMz0ZhuihYWUKaV+6iarVQ43Jc1Fkiz3dHMBejjHwhtoWpn2A8j0XgnLNiCjlubCq4vgFcrLVwqdbCi4MefvL5Y+z1RkjrdWSNOjybs5gKkuUQi8EBssUITpajogAXV21cXLOxdzLDvecjnPoJIkND6mhorpXBMgb0JqeZPM8vXGtjdcWBMpvKOp3WcTppINddWBVH9iLjw31MjvbxR//1Ffyr/+oyLtUSVGYD6NEEkbJAqPgI4gxBnMOt11FrteDVdmC7V6Dmm3jy//wMT/7vD/DhFPhpYuNAzxE6vpC4CMKyKIN12qh02+h6DtZYa5okONg/xuHLE4yCAiOGAHlGY1BSM6AYNkzHxZUrXVy92kXHs9CkNkXbZ5wjDxK87J9iv3+GfpRikOaIFR26YUsC2FMzeCrvOgehQqqFh9VqFVUquUnZOVEX0wMwnuQ4pCF2xHaCErmfKWNkGGFlPcH6doYGTWWZAz02cXwylZXkJgqpnqrD9Vpot9dx6+Yt3L51G+PxGcajM+kGJ/mGppThuIfh6AxxzucxzwAdKOkmNK0K3YmFRFOvuqhXHSjJIYpgF43mAhsXTKysG+jtFrIePRri/qM+RmMRgMtgogxE2XdLgUwEAYp+vNC1Uhggf1qJBZ1FhwT1Hak85T1E04KmwtJUJHqOSC8FYCQ1mLmHm+szWW+828CbX+4iNnN8tjfAg+czHO0pONpTYTQUmA0V7YaG9YYug+S9vRjP92LBlnHTz44YJg9sQ8f2ioWLWxbe/JKNN77sAK6CUFVw/5MA7/+nOX78n+aIDR2xoUHRExHManVVDgTNlln23lgqXuwGgpQOw7Jbhb1zxAd4to56w0K9aaK5ZgpDm478/jDCoB9h8DKTxU25JItrGupdA15DR//ER/9kictXXdx5vSrDxkWywHwRYnioYHig4PobFq69YQG5icmZgfFxgZf353j5xfwXcwpBGlY2C3gr7Cu2oLtM1KSYDFJUXA2NGl3zGXxeIFMmwkoBmEm1PKGCxIN+CN2O4XQKuB3A44GrYiLwC0yG3EDTwa+WrnMe/CUdUDpe6ZAuX7zl4Ux65UQALnv/KP5GMdGBEBwzX8Dy2dUNeG0TTl2TgZxq8e+Yypr3MsxOKTDSWqALnoSoPH7uHIrEaSopXQqqHK5UGoYsCsQUyHhw54CZB2tSv9jdSHHrF+JvmU7nUJBOszKFJ6lcXq/87+xaJapasI98FyjodB1sbFexvmJizSuki3ZlI8bKRoKloWCiKnj6JMPdnyayOHTkz+WwjoljDhLE8c+/4nk9IlHXXJJFPk8sy/xJ0HC5DPxkk55rcGwd7Y4hh6CNS1VsXKwiUmIsEh8npz4O93ycHgW4eMPDxZsV2VRmaSD9W4uBIxjWiLz+FFgOAiyGAW5fVvC193TcueVg+8IqtndW8Y8fn8ja7y8xjhIRahsVT/pgiBakIBjOU+mL4uB/0csQz+VrAAAgAElEQVQRjHPpU6hXNXzzd9fw7T/cRKNt4+ggwtOHS/zoP5/ix/9wJugVHnDp/aXLihi+spPPgUGcUSPCbKSg/1yDuwTeaSV4u5vj1TtNvPpKE5UbLszrDo4WMf7h+2f46IMxbpp13DQb2H5rC5tf3sHeZIa//u5n+NkHz1EsNGChY+sind62dMONkxChlqG5VkFzzcNn9yf47P5UUg0N14KRKZj3Y6TE6b7SwGt3mojyBSbLMYZnEfbvKlgcW/iTP7opa+SM8DQ9wKOjIR7en+PkIEStys4MA8++SPHsQSLDlZVtW/rc9o+WeHnsSxcYMcCIOCCibsakiibuHH5HPNTTZCMdb7wWKZryGtU4rOMgiwl/fpKlAMxhOwVgLXFwsRPhQifGV75+EV/97Zu49noX9x5+jnsP7+Kf3s/x0x/nmPsGDMeWHk0exPMikvtTugfFo0RzD3Hx7LbkvcakBHsB+WwwsLpJ5G8da1sO5RwURYx7H81w9+dTSXNx+FCt0zRRlYHk/t4YL/fGCIPy3SBkCArABTdAuazGOlDfVKDYBRYh/445Jic5pic5ti60cOVWhwB1PN8foNebw8oMWBmFVQvNton+gIlTH6enYTmUtmhWysSAwT+P3RA0IPG5TjoChwd8pl++o+LW2xra60xHEZsD7N0t8Pwe+wIpGGTIijKZwGcJhSN+Z4kg9IDGho6VCwYqLQ1nBynO9jNgrsnqrBbYulZgdZtJPg40Hdz7eIx7n4xx7VULb/+ah9U1F0g8RHMLn/6kL4sOcptobktBxnQUn2sLilYc5HBzquDda1v4+msXcedSB0/Hp3g2OhXnPp8HtbaCnavEjqkYnKaYT3Ns37Gx84qDNIvh+5HUjrJDJ/YN3PtoivsfTcXFyE0whWPT4juRiW2mgFWYTgaLXU5tdgJTlLRRb5YC8DJawg+JbOI3VArAZ6dAv1cgXWpisFATJmFyVC0Tm90mLm938Hv//FV8+/dfQZI/xmj6c3z481P8xV+l+PmnGVpbHA7m+Np7LVkrFQdmokuX3udfHOHuF4eIEg9x6uHwOMOzXQr/wFe+6eJLX2vg+qU3cO3SG/ju393Hn/3vP8GjxyeIKahr7EVaQaWxislkikGvDxUh2g0VFY/vOH7G/+X9RrGPG7563cHNVyq4eaeK9c0CG5u5DCcrTGjwwEfUZcyNvossJJWkhjitSifR/PQThNMH6O446F5wEBU1LOKG9LM/+vAFDh73xIzBIfUvKKSNCtCuKNhasXH75ipu3VrDg90BHu4Osbfv4+VRjPGELl6+9rhX8WBZFcTEQ+VLGE6C1ipQ76hQc4onpuCszw4pkuSC2DNrHOiVCB3VdKBaNqKcKZhEeotSYiWJpOZegb0vRIZyOM73FDeRto3EzyU5Jilhn+LP+eCcZq2cvacpmi0PKytVSSuyX9KfkQjgY3Dqi+BKp+jNDRuvbjt4a7uCm50Gbrbrcuh7eDLGB0/neF8E4ARWk12X+rkAnEILC5gBUE+BnRy4YGm4815X1r2DKX7yoIfTPIS+oQFtDk0zBFkGkzhHJqfZwyQJmVJwFNRopYBTJW2aqUu+g/kZcsDNPS8FTeNc/KXJjQOOHHHG9Be7gkws5xxSc9hbIAxopuPQgR2UsRjVbIdkBPaGumVv3HQpaznOsRiVoj73CXxf1rtAu6vgTrWC29UKtjZtbOww6afBatOZWeCjh2P8/OEEz/ZS7D3nd6Sgyk7yqn4+9DSlgoArSSJEQYA09GEjg6OkuHBxExcubCLLQoxHPSzDJRLujTUNYVEgYHoujmDGIUYHKfafsIqCHWyQRXGNzxO+kCimCIGF8C/BEpfJafag8vnPd1ml6kgNxHwWYD735Xrkfkz4JyRe8P5j7yqTazSOGkyxUQAuk1KlSMMEKOsnxFEm7zImOznsV0ytfE6LAExhuJCfxe5V3S1ozJYUsGpmMuglKtg1DFgwMDyKMTrkO60UwIjKXlsz0OkY0kF/vE+3FmDUmFClqOLAq7pYWa1jdaUuNBu3RgJWitxIEbNTKwgwpqv+LMLiNIZPg+NxgWjEzkwmUcvfXfaNaoqc6Se9rE+hCMzPlHtrMWnx92XSsPr/E4CJrp1Hss9XLBpdmfhjja0OjQOgZTkAZzo9Ss4pN4KxJSaUqUMm0XNJSlI/RaKioIGR5ljiZCNiRvlsZ/q4JMtKKrZKUy+RWJqcjUj7KRNQ56n5UIcS6cj4bFiSEnNOudEUSe5UVxxJ7C7Yz8Qp8kwBlgr0bgG9U5AiJjWmmqLCIkY4pkM6l9QuTbtMfpM6YNd1GULyf0uzREg5qkn4HIfx5V5ealxoUOFZgr29ni3XYLrMMD/zMTtl+oopPU0Q6nyHmkzs1g0UNhO0BdJFgZRkIpLFxjGW41AS6KWrkyGC8juTNCj3TEJhYhqSzzj2Geu/FIB5piERijUI/RcRBi/osKUvkj+sTK3SkLZyzcXqNU8qiEaDCMlcBQImh/m78DpJYa8Bzhrx+i663aokSRc0oTABN2d3aAZdjFcUJlOk7CkOIpi1Qox3fD6F0sMNRIMcyVTir2XwnElVLj70k7LWicYBXl8bb+myCos92xGW4wz+EeAfKwgHQDDg9evCdDxBEdMQwu8Btg/YATau29i548nnNjgjdjjC4mWK+ctU3mUUgXlfg8hcdnZ7MXQvQpBksmikqdQUuLYDu2jDyGoIZktZpCosx4Fc84JQFwHYhmkQ91aaunIxE5PMBDjErDm29Mhy0cwg/eMcf1g0W7M2guYB9hOWRgoaSJiq5XIqmizx8fL6Z9onUJD7KhBZUEJTcLSTMfsHc1Q6hmC4f3Hf+6xiGpe0DPY2mrZRVsPzPJBnQhRQrLKDWP587gcDgmCIrzaRs885ovmYD+OycoHGBD7HHM+EW6OQq0qSWuNAlwYkhz3uNHEoWOl4WF+pwtF1PLx3hkd3TzGflNhXpsAdpiH5vYsVimflRETgIFGwZCqYsyFaOlUNHjtSnRLRH/kJwiW7xil0l0I8vw+zyvdHIeJvd1tBc+2/CMCsoQiiAqZGNKkuw2Yi4XlfEc/KNTsG5scKUvoOxVxNo6YuiUS1YPdcUtIMhNihQCNJhXUDUhuQYnPTw+XLDbRaNp4+GeLpkxEaqxbqazaimEaqUOqiaNQ1VV47uryHaAajGYKp2jgskc8k4rCXlvNe1VPg1lw0Ww1UKxWpEuf5bj5eYk76yiISMzS7NnnvKkaG9c0W1jebcCs0bwVQ6WhTeS7jTEST2iSSg8YjJg8y1FsFPCZgIi6mojnnIRmDphAKEBzas5LGEHOUEDIykh4oJusImYZZpKi0iB5PRQC+eaMN11Wxf9hHrz9Bt2vLHn/3swR3348w6ecwHBqeNNjdGFYnRqVtCbqc78k4KGcDPLNxOFx16qi4NayuW1jbYnoIWAZzLIMFMpqOFaL8ISlYZBZW2hU06y6iRflzTs98HJ4shFCwvs2fYaPRcNBoOuifsa6CAnAuNDGe9aAFKPSw7GN2DBFcfCaM5wqSCZ/ZCqyaA7tqw9ZVwURaeQ6d+7ZMQYwaYu7LoxizyJdr26swFZfg7MiX1Wy4WF2touqo0FmJkUQ4mwc4nQeAV6Dg/oLVm4StGjpWWy5W2q68B/gc4+wqCCP4IZPULoLQQ1qsIsUKwt4E/ukZkuUERTGFoi5gS+hFw52tGt7abmKDdADuydMYT4MUT4NMAiyDgJjyFFUzw3oFeHvFxVurHtasAqsWcNwPcPflEidBCn3VgtYhOlJDnmn44uMyYDNfquhe9tDZsdDyfLQrvgQz4KZCkSG9wcxttHIH7czGy90FXu7OMVhkmNG4VLXx9jvbePudHcxH+5iP99GpRri0rqBTo3hkQ6fJPteh5hpMrw6LfbBGVc5DEc0JwXMk/nOYFH6NNhLfFKLhyf4SP//4AB99vI+er+DMB9z1OjqXW6is2Rgu+hgtenBVFY6qolOtYKVRR7dZRbPJCg8d2O+jOOijN49x7KfohznOYgXDRIFJ4oeZY73TxOZqG7VaKWry6X82nOFsMIepN0TUHA4iHJ/OEEUh3nijhjffqOHZowmePR7L+fHSJQdtkk2Ic1+k+PzeQszJ9R0bm7c9OMTvJ5GYB+T+1xM4hQcvrwpNZB7SyBwiIxZV1/GNS1dk5cs5jk8P4C+muLpzAdcu7MBeTGEtZng5m+PudIGHkyWejUIcz0NstTRstVXc2l7DnQtbsHwFRx8e4/BuH8/VAnvSQCZFFyhYJ9SOYdYLNK0aGmYVJ/05jgcLmZ/Q2MO5wzJOsOA+ntdvqAj1rVHn+11HQLGNc1nY0EjfNDuwzBUxFrIDOM2m0p2pUU3msDXXxbA47i8QBjkarS7qrS4yqRYIEWcThOkISbYssaUZ6W3l+UpTiK2uQlNr0NU6dK0q5w1ic8o6PYa1FvCDiQjBv9yDkchACkPK2U/Zd9tdT7GynqLeDiVlSxMMk42kKgzPbIx6Ngan5Yq4V88LmI6P1loPnY0xLl+t4cqVGo5fMAAxw2REN4SOgqQRI5EzAN+NGTvqhXSUlfUArAcUcySNaqmg30myoQl0PMgw6lN4z6HlBda2Cly6CSHJZTRrUwDusf/XkrmDJmSNBIUZorACoQjwnU2yD9OkWULUs8W3rlC4WAkW+DNZixmJdCW9p1IxUPEYyiFdqIDl5vC8EnecU2ROVDH6MDVcr3MmzUE/xV8diwlxxzTXsXpoBsMbwywiGJwdFQqcVgG3XaDV3ECzuYk0qmE2cTCdAf3RFL3RBNeuhbh+NUJFX0AL5tAiFXrSRRE1cDAY42A4krDc6pYuJKalb2BKAfi4gsPjKoLCRaJ5SBQGaWjFpLm7vC4qNOnLMlGhMapIcXzal2VanqCrddOSnlUhSnBvmKXQSdVSUiE+UAD2HB2ubUggMoiHshKhJ9IEx5/Lg6sJTXOgcwPPd3OmI6LZeTaHP5/+UgBe6ZrornBfoiGiqUw1YFDw0zx4RhMVvYl2pY1OpQ2tKPuto2AKy+PzU8M8LjAJgZNRhBcnS0xnPjaaCdabCb507RK+dO0y+r0RPrn3BHsnQ4w0CyPVRrvTQqvTRBrMMe8dY9Y/w2wwQDyf4ZWrdbxypYEB+9EPFzilwIyCo3S0t0y0twzMBymGhwwZerjxyip2NqvQ53MYizmen5p4fmog0T1YdU/SbuPDA4wPD/G7v7uKf/Y7q7jVNbFVsF0ngJ8O4Gcj+EUuy/WqqNQacJwNmMYWiqiLz/78E3z255/iXmrirlPHgLq6uUChBdD4fIozVLotVLttrNcq2PEcmGmGx08O8OjJAWa5jqn0yNBIXpT1Ul4NXq2GKxcasho0gasF9DRDGmSIlgkOhkPsD4eY5DrmsOHnmlR28/zg0MRJeotXl7Verwq9rqarGI9HGI1GqK3qqK3poqENjlhDmGMWFJhHOSJ1jkibY301x/ZmgW5VR0W14BYGTntLWWGiiQis6TU4Tgfd7jbeefsdvPv2u5jPe5jN+ljOF1J7spj7GIxOMRieYR4mgp0PgwqioIMw0hGkROnPhYpRdS00vAma1RFWuzFW1lS02xoOHis4fKLg6bMhnu6eCZVVUdkpLUlIigKqOHKJ+xNBQjCW3NSfC2dUgjnMEZFYQtYluowY3fPy8FgtELLDit2oiQNLsfHGtRRvXEtQa+lymF9kGQ4mAUZ0gZ73KvppCq54kSCdJNI1swiIKyhESGHEkc6+mmtge8PEG6+ZeOUVA92dBJ2dFKFuYVEQzRrjB38xwQ/+ciJumsRkYiCFbiVotU1sbjVQr/LBH4gbcTEtpJOGDwTG8Yk0vXqjhms3amh1PVmTZYj9s6lsWpkCI7ZJNoLSV1tik9khS1yQOEajBGGU4OptC3feclBvqSJIJJJSK8vN5/MM80UqPWrsU2Pnjz8q+4IILUzZ27CRo32NbsxCHLB0QmZLE9nCRCJu0FwSYcEkgj+OkYR8gFOcNKWjgYg5w4lhVJisyWA1MhEb6RwN5gUmfSKqiHRjrxcxshSM6UAm7oODXsY2ygMRH5pcvMF04uwo0xIXKpHP80Gc9ADRDa+ivkpsdll0btgaRr0Yoz7/nhkiYkuDUnwVlDjFWpXYJX4PJUbcYWKZfcXEO5m6iKns+y0xgmWa8ReoQBHQKKjyIMchIjFwHFJq9CuXMnZZdVOiTLIkRkrkKtMkpoY2u6bWK1ipGagjQsuIcekKseJAYBaYqAUePCzw0Q8L/Pwf6Q6nQ54oOqZZSjGYKC6BimkFNL3EIfJgJsOJc/WcaD8O2EqgVgGNA2emhzgAMwvpnbzyqo2rr9gI8wSTIMJoHGM0SDCfZti6UMHWRfZVlDfndJjh8HmO/gmvPR5WOcSJUcQJ3nithm9+YxVXrvAgQldqhE/vT/HJ/RmmUYxM0jJEpjiwLQuGnogreX4GTI4gCe10kUuV0WtvVvDam1W89m4Nr79bx3CU4vvfHeKD96c4fBnhaD+CbqYwzPKlTAQnX2LXbnu4fseDr0QI1BhnL3McfAEkZzk2jAQXvQK/+XoNv/l6He3X23Bfb+NwEeNv/vYFfvZPp/jq7R1ZrYsOvAsm7j4d4f/8s6d4/8dnoBPYtm20L2RoX8ihGmVqiO7tzkoL3ZUWPvpwIItprhqvRUNFMicVWcWv/moXX/nVLvZejPHJ56c42PMx2ldQzCz8u++8hn/3r1/D2O3jafYCX7zo4fOPFth/Fgh6i8j8g6cpDp5muHRlDW+9t421nTp+/NNdWXSss/+QgEY9t6CJ6iNWbQRMShGpTR9BQhcPn6k0ETCRqknHuq5lgmfhoFBQ6hkRwaZg5t57RcN7r+h4872LuPnWVXjdFv7mb+7iP/3NPRwxAXhCNAqHIuxHYXqnHLKzQ5ydGjLoZaci/0xRl3i9EhkIXL7RwM1XOmh1XbmHkjjH0cFU+mr6pyn6JylaHQdbF6podR2MB0T8pFhMI8xnMZK4dHLSEfSLTJ1j0TysYOOSga3rJuqrFKbY05jh4ScxHn0So1Z3sbZZhVvn8JlCY4ThsYbhMftaDTTqOmazBL1eiNGIaLWyA5gGDApStqWj4nHAR9RfKQBLgjBMsHFZxcVbKrxWgUhNRSDq7Sro75WGE17gFIDZ38LndzwDoikHLSQSaGis6ejuaEJO6D1XZalJBDWOsbqV48LNAt0tEzaVAdXFg88nePDZGK+8W8VXvtUSisSzLyI8f0hHdYL+UQLLzFGp8r1RPtOYLiR9gngtDvXVRMdWp4bLG3Vc3a5ha8OSd97hbIGD+RyD+RLjBQ9SqRxGmw0N3roCdw1YEo02zgUvODgpMDguMOxFGJxFMiTlALw0qpSkBIreScTnFpMyGdorKlY2KG6zT4efp1GaZhRei0xFpoI8mtPdP0VZSUBKQJRDSwrsrLfwrW/cwa9/9So2dzJsXsgwGr/E0ckuHu+O8dmDAvunQHOFWFYTb95s462bHSh0RffnOD2c4fGzBR4/m8MUvG4dJ6cxnjydodGw8Ef/6gp+79sX4JhEQ1bxN3/3GH/2Hz/D470BcrNAwWteacJUmgj8BfzlBJYTo7OmoLumi1DJ1WzwujLg6k1YaME1Gmg1iITle+4IinIIXQth0ohENHBOUoeJ030Dp/s6zkYKztiZtggRLAdQ1Bl+8591ZT15FuKDD+d49GAmqO/hIIBOKoYtxfPyruKQldnA9a6Jb//OiqxHL6d49GKKz+8v8MlnPk6Ok9JwJeYoXRbRyEzBcWC7fkVFe1PF5ETD5FhDMM9k8Gc7kKoKp6Zi6heYLXNxRnIRv8XkKw+Rhk1HdCJ1FuxG4XOByFF2CykVCyprHfTyUB377ATipjNF4JfmCqk20DiMdGHbHrJIk/4zUgLY4zmfhuIi9qomrncs3OmaeHXFxpWmi6sND4+GMzwezvDx8wAfPIrwcsSBlCrp1zQvxKBh+IC5EBM72hxkVxTcfK2CW696OJr6eHIyw5io7LaNrKIjpAkoCVEnml+jMF4iubivCJUcIV2dMZ3uuYi/BjGuDIrRyCfiNvs3S6RwWVNZikoUHzl8ZPqOfZNRyC5J0mAKueeW3K8uM9aGQ8t52DZRrZtiuGNnZ8bezlGE8SgSzDq7JHnwpghMw28jtVBPTFxd13BzW5Uu7J0LNlbXTRz5CY6CFJ88DvDRFwGOThIx8FFA4N6Ky61rcIld5sGYHXXI0ajRJKjDojhQJ56VdQQUizjEd0QQibJE9hp57KOIltJDSDfrwQsO9Gl25WfHbX9Zq0EFhMQWYjely+sct8qOPsl/qhTF+DykyTAqU8Eyp6e4RJGTIqS4GkqijFW+K0WcE5w198oxwpCJtwIZTUsqEyWmJDtppCAxgeIwhUf+cDGs0jTlcfE8XlKINJMmwgKWrsNRXJiZhdFBIEupaDBaBmptHe26hrqn4eRZgJOnVF1UGJXy/VnWiJBs45Qu8wZdzBncJk2O7NvVkdokOZzj3zJVUqyLQYx5P8T0zMecya5JJghkSaPL51iilZl+NJg48iioFIh94oELKF4uXaQiwPL+E6d7LGKa7pXCsZ5p0DMd8bhAJEOe87Q0xWUKwJ4i+zC7UpIO+I4RvCsF6VAp0a1M9stGn/czk5icb7Ajm44wYoFLGpLOISqTxxTLWFXB9wFTx0v1l2I88bAUKfhurq04qHZt+GmMuR8g4Xe11MRoaq/nsNcyZEYh9wYR91qoA76KZJIjnXAvVHYml3haTX5fEcjZR+5p8pkRuyYmOu6lcqZD2IVWdkzXWjaaXRdKQRNjgGgaiWBTrValX52OaZoef3H/RouyR5J1HRT2eJ7j2YZnErmp9ax8HlAALr2o8lz0XFcGpSW1iPsaOmFj6SW1mTxQXPSehzjbo9Emk/cuh1NMmGpOgdZlC+3LFsb9GONBIvvFilGBzWEVr2cXYtx12goqtfMBHlSpKppOStGIeyLXtFH3XJj8+VIeGECrxFA90goyTInBnihI5xqyoHy+ielAOrh5XdCswGtdQWPNRH3dRP1qIYvVOYtJDH+UI+wpsoIJ8do0CduCcy5Fs1JUNRoJjEaM1cse1q9V5bHBDt/xcQC/n2PZI0LVgSGFuxSgeYGl0N0YhpcgTguw/pNGPw40uZPO5jaK0MZqq4aVVhW904G4/2cTvyTBcI/Mjmu6xM6FUQ74OIjnAVVqaVz2E3Ngy7NCWnaL8/tlXzU7f8WAQpwA78FSADY9nmWAWsuSxeFyGmZIlxRpCyQziGjP+iZBtSWsLCK5iqQtszynWDamoxDTUSD3DYVaXkscNhM7JyhqORUyfy+sBPk70CtQmo5IWWGvMPtnEySSji/Pr0znmxTuHEM+L7k++Wzge4FoT6ZnLRXNuoU2O4qZrJlDhla7T0fYfTIUXLFVYdqY1R0GTIWJcfaWRQgTBQHxfalamqbz4pfVL2yj4LOc9K1wwXoRzn0oPNG0UcCu5ejuqFjd4T6adRQ0I/Ddy/9M+7cChyRcYtxpBtGA04MEJ/uJiHokKNA8w3cPP6ucPawKzSuZ9I9LqQ7nIpYqz0QuUhB4PbPbvdN24VgGTki8Ol6ANJ/6Grtay/d1REMbjytxaeQwbc5BGO7geweymOJisp/GWL2mQ69p0F1+rmV1ld+PEQxi+f/yWSoDYn5fCo2+TLlNcfFKieizPdIZZuf9yuWMYMq0zYg0s/IswISpU82kLiyIIdhJkkc4NxLDFbVQjWZidmATt8m+yOD8/8N3vIkkJGKUlS0JvHqCzU0Tly84gvvsj6cYT+clxttScfBIwbNPgdDX0VlzUOsYWGRzzLM5LHbb1k1BjLNLkhj/iNf5nKYfVdb6VgUXr9ZEwA2TCYJ4Kshf9uayT3jUI46fCXQbjapdEmRyBYcvfOw9Xcr7Yvuqh81LTPGxY0/F6YmP/ZdLQe2zwsX2uP+KpdOe9CeafHmdESlJAXi6n2N2kJfI4C4FQQM1ktU0tpGqMHIds8jBLLIxj2hIYkdRBNdLYNsJpuNCUnmsVGPy2ubeWF4qKfwsg89zu1KSLLh3llo4S0etZqFeN8v7zzbk/byk0W+RYuGzdsOBU70qKxnHCHszBOMB5qOXCJcnWLtkYfWijTsXKnjtAofLGfwp03K+4Iv3AgWxpiPhc4lYUiVFRc2wqQNbOvDGRR2vXzTgL2I831+ix/2/bSKWSJ9DFwg+/XCJf/rBTNC1a+s21jYsXNwpcGGbSJwEiRrLdUV7nJXbqMce6rGL4yOK8AtMeb+SaFazcet2B7dvd6HlQ2jZCDUvQruRwdUKuVfzBbvHias1kOsmCp0kHQO+byPgfNFYQDGXIgwuZxl6/Rz7xzkOTlOc9Mr6rJDVdCAZp4rV7boQFWf+ADO/L+cgQ6MhyEDVNkUAvrjZwWanAYV9hsdLPJ9M8GQ2Qp9iZm5hmdNow5AK8eHs8rZQq5joNix0Gza6jar8nIPDMQ4Px3hxsMTBSSwGlXfeqeHtt+tYzBUsZiqqtorVhgZHzxDMfUxGPj78fIkPPvfx+q/s4Ovfuo7VjonlWR/z/gD9fCqLOG0zd0QYnCxJ08oFrb6y0sRrlQZe9Zron47w4PkhepMpbt7Ywq3rW6jOlqhNl9idzPDReIq9OEJMQoVjYKNiYrNqYbviYadaQTpJ8fTTvtSxnVRUnFTZp26hYtqSpJtpYyRagLZiyzqaRjiehjxAoFKtCyXkdDLFyYTELGKYWX+oo2KZsg+OtRyc7WcUHGMNltGFba6VAbHUR5b70uXNcyXnMlIXscywnJP+yCqvBqqNBpswpR6iTADPkKTBOVGIBlsXuupBUyvQVArAFeiaK2LbL84gstfnQ4RJYpG3Q2hGCo37B3brKrb0otOIUyDAyuYCK1sLVBsJak1xxcs7glj2k5cWTvYpnnZQpJ3zPXkA052j2h6g3rEjT3wAACAASURBVJlia8vC5qaNo+cRnt4PMBlw/8Z3NcNNqVA7FM6aFb73yvMN3wWpbyMNbDn/hD7PwayOJJVDw3hIahApEKXxtbNRYPNSjlqLxkeKjTQUUXTl3JumdZK8SPTJhXIkBzlC8UmtO6/iIb69SEm3YrUXTcxl1zzFd77rGNxgiErXVKgkfTBk6mXwKuTfZVhMgOWkQETE8bIQytz6piGzTF63rA6LfB2Rz+5bBgEjeXfXDVMQ4mYjg9HMsNZexWp7BWruSn8vwwnPX/awt9/HzZsFbtwAHC1EMl9KcIACVhw1AciLGKYXwq6yRomVcQbGMxO9URO9UQOZXkVhVaWSdBnSKFOgYtXgWVUhPNU4A7RYtcH9SoSX++z5PoJu0KTjQiGqQRyuNFWVpBUmf1ntYyisakhRdVmLxSoCBwHFy3Qg+7qQ36nMEfjPG7BMF5bFygUmsGm6ogC8EAF4Nj3GfHqMDgXgriHlBZOI540CrmfCE6JcA57VQNNdRctdh84U+WyKdDmVECQDC6yBSw0TB0Mfnz85xfPjMUy1AKE5v/72dVl6HmPYO8XZcIpHZwEe9UK0NxporzfEYJDMQswGQxwcvMCgd4xLGzYubVjQEx1Y6hgsEuwvQhyFIVau2Fi5bGHWTzDcD+U8cfP2Ki5v19HIEjSyFHd3A9zb9RGoDqwWUU4qpidnst5+y8U7b3t4e6eJt1c7WLUzzOYvMA+OETkqIu6bdNY8sV7ABSIP8dTG5z/q4+6P+3hZ2Nh3aggs1nJG8iZYLiJZbqsKt1nBdruJa50WzFzFJ/de4JN7L5FVK8hqJHVx3gExkrXaHTSaDXmnVvUU2XyJeDKX54If5liGGULOg1VSppqwvK4g8Pf3+xiM5ue6lY61ta6sqy0Xt0ibUDI8PxrgxVEfasuA1mbdqopspkjF3sFZiONRhMTJEbsZNrsqLq0S917AU1M4SoYJDX8zVjSykz1BVthCU2g3t/Deu1+SpSvUMmjsK3UkIsKn8xFmszEmcx/ThS+1pMcnGQajEItwBj+cI4tD5HGI7c0Ely+l2FrP0Wmw51vB8ycmnj8xsLvXw+7eEaYkmyh8lslOuiye1Cx2sNERxI5K9kTRrs8JGac3qrjHyygAE5QlCpqJSx48eXHy0UCSlnTTFLo47996RcfbdzTMgwhnoxCTMINP4dgzcfFaCxevtXHWC3HWD3G8u8ThoyVmAx5KiHWhw11HvtSw2rBxcdPGq7csfPVrBt75FRW5O0PhzTGKPPSDBn7+0wT/+Fdj/OCvxsgsDTkFAY8duSk6XRdbmx0Z5Dy7O8Kze0NJ/xA9R1GNIlirreHdr7Xx7q+10WhXUW/V8MWjIb73w308uD+GP9CQLFR0t1WsbHMQVgrA82EieJzBYQrTVWRwcfm2hmtvaGg0dSCm0GcIRrreNvDhD5f48EdLDE95mMvkcMUXLpOCMXRxudS2C6zeTlFZIbKSuXLAzquwsypGkxS9UYjZMEI0IdYrLt8LfD9wiqOVvVkmUZ+1DEY1gVlNBfXAP4eYtWkvhT9j15Uh2Gj+LoYp0m6Jgz53+os7/ByDRqFAkxfwuUDM4d458VeSIpkijunmeiEdtqZpyzo7CiXFGi9KJG759zynsjEBURrjJRlrekB1A6isUFzlQFZDsCxxP3wZCfZVahXKQ7JcuoKnPnfim2VynWkeiqvErlHQli4LDgWysvhdOshcCiguuk0PDaLc/CXqeYBXaDB4zURkZ5hoCT6/q+D9f9Dw/j8oyApiIZZlqogHd6JE2afEYbJOdxYHIQkypqnFnX5e6EoEtVY+wHV2ltFvnZuChsniCJqW4PY7Jm6/ayCIEwyn5UaUhx12vHY7TAA4gi6kcNijMPLQx8GLCKnPXjwFnlvIeuPtNXz9Ny5jY9PD48f7snb3YuztJciIu2gz3cMkhQXNMOGaMTwzwehARW9XRzxTwTqNZlXDt36/g9/+/TZWNnn9qvjs0yn+9H8+xPe/O5YuDFUlgjKGyi4tpezrqzU1fOUbVXzl61X0ggR9P8GLhymefZBg+DyFlmSoazm+83YV33mnitV31lB9dx0H8wR/+ZdP8E/vH+Lb37qJb3/rBqx6jNSc4cMPB/jT/3CCH//jDM0tF61ND/bmEvbWApaW8TyDimJhpdvFSmcFH77fx0c/6SFSIlQ2IM+TItThqBa++c01WR9+2Mff/u0hnj1aIBix897C//Sdt/Hvv/MOxt4JnmZPcfdZDx//eIlnD1nczq6sAr0XmQjav/Ir1/E7v/c6rtxaxZ//xYf4j3/xISxHlR5Mx3Dh6lVoOfss6KyLRIgPgkiu6dI9xgM+D5sZcgrAgiBNoXEoxvytoIwVaOw8S1X882/W8Pu/UceV21tobm5jmlTxv/2HB/hf/5eHgFUmL2R4qhAvSVSbAYuDeiZ1Im7gQkSBL0NIJgOIc5deRVvFm++t4su/vgmvYuHsKMbBiyXufXKG+5+eSY82+xEuXW/ixqtNeZZ+/tEIdz8ciYmDKTCKv0nKQ30sAodQIvh7piou3XBw41UXm5c1rF3NUenm+PHf+/jRd0tcMft6VzZVbF9nGqHA4y9UPPlCRcVS4FmquOrn8xiLJe8rpjjJaC7TGNWqhXbbRa1mCuKHxhziY3kPtdaBlQuqIOnm6XnPxomG5YkmQkyu0BRSbrqTUIE/4cCY77ayV7nBzvdNFW5Vx9kzE72nJnRtBl2dY20nw8VbQHuN90Adaeph9/EMe4/nePVX6vjqb3XlXvjR/9vDhz8eQS04ALFRawLNdg4lyxEMeZjMECrckPAaNmEkpmDliC7dXHXwL75yAf/iV3dwlC9wXCxw98kQH3x8Jj0Rb73u4s5tB7EbI3ESQZgOzxScHqR4ejfEyyfRuZDF/aQiCH9B1LPPkUs6ZEo+K40/nTVgfUcRwVQ65ogf9ojksWVgzhoDJig4EKRjdnQUY3hYdrUyYf/qzU38yX//a/jDP3gd0+UDTPwHeP78FLu7ffRGEeZ042uGiP5cF1fbuLjSwuhsIv3Au8/o2tRwdEYMXh1epY7+IMTe3hhba3X8+z/5Ev6bP3wV40Ff1l///XP8X3/9DE/ZC+hCOuu0qAI9rkChwlEEqDQzdHZUbFy0cPN6Gzeut7GxbmF93UTDWoeLbZh5F8nSR7wkivMu+oO7SOKRHDBLFoaDNHLw6G6Bx3cL6VHfPfExDZk4dFDvVPA//MmmrB9+/wj/x5/u4tO7E4x8SMe1Vy87W4mfUSn0BEyPKlhpG/i3/20H//aP23jRj/CiF+KnH87w/e9NsLsbiNmE1/SCIiPTged0i2pbxdZtVQasL+4XeHmP2zR21+RiCODQjx3dJ3S0M1mWlTWdLhNIpJu4Gqr1XHrQiPwmhpEIb2I1uK9TOfAUEdOWtL8fRJixA3PBZHIi5jUeDvn8KDIHeUoShYJRL8FsRDNIIqtBjHbTwrWGgRtVHbfqOraqJrYqJh5PFng8XeDuywSfPMuwP8yRWgVrM/mClHSPzc7qJRMdkJ7CakPBpct04qtYpjGGixg+HcFuBSkPTOxyyX00NRstnd22fDdDBAVmU7hO+1wUjhRmFiQlUoTs00xEIOPi89B2KDzqsDxTUpQUc1mfwQ1MUUQIowjzZSRddMMBZLFnnouEFr4DazwkcIhatzCa+RhO/bJDjs9H6pdEKrN+d6wiHim42QFe38xxa8vAmzequHXNQ9GxpL/tgydL/OCzKe4/DqWratCnYa+Q4UC1XvZCsaOZQxIOs0kfWFl3MS0CzIpAcLROXkFdr2C1UkPb9RDzmV3ESFL2VM8xngY4G6Y4PU0wPVEwPWaqj4aY0hRIiUIoFTYTj6bUj7AKhI4G1WI6tzQqMgHJ7z+N2QtOU4YhA3Omxii8iCOPepmjwXbL9BXFX0quFH/p4OeP5V6PKWqmqU3HFLpInFOEISaYL8/yHFIKwJCVGhQXiXks8aGmasLO+ExwMTlYYHKwhL6qw77E/mN2/ahwFAW9J0v0Hi+lR1b3iE0m4SVCFvG+4B5el85Dr54KYaSz2UC1W4HZLbGLVs2FVXURpSkWixCTwQL9FyMMX07hH0SyWLfCdzkH3xn3SjRQNC3YTVPMOET6io2OiEiLRlMKwESPUcxKyoQfUaIchmY6DA5Yewn8Hk1l/CzK/mPF4/mKjyaeRTi8oDGVe31e6+cicEJSB78vIqWJtiZGu3TyimFE04WWks15firgdblnLPtRYZTmUYpJ6VxBvmD6lJt4pkAgXbW1roNlyPsjEGFbiXWomQFvI4W3mSJWc0mfp6Eq4nBBwWecIZ+Q+0VCBmAScU9UtMFrhwuwaqWRuMgzZCFTkfxzicEzZI8VBZGk/dpbTOADyTIUNHKrwd6tNgo9QqouxKDSP4wxOWNPGmkYPMCUog8NH7rD/bEidSxckv5lYpvH5byApVmouTWpd+CgL/BDqE6JMbaZOLVrMLUKTp75Yi4glpmiNRGIJLPoXo7mRRONiwZmwwzTYQrX8NCuN1Dh9c6e5JoCj51vJDrQDMT+vJiiUYoJz5y9UBZxtJ1mAxWH91oIXQmQ20tZo+MYg/1EaoaKpOzpZZ8tz01RQIxeiiQgppjnPxXrNyvYuFmBvhJBWy3rhZaDFMEwRzxSEY8VhAuKLxw6mlBypn+JMC9pMe56DnctR2urgtZ2XVLno5c+pidhWbOx5NmnTKyUtlwisxMYFIBd7u80WTSrWUz7xwpmxKrPNLz+ykW8ducijo9P8fjJHga9CSLi30IOhi1omgVFLc9+TBalcYnMpYGEIjCNj1ySBGYNC9HLFVVwrJrQH7jvoyhd0gN0hyYEoLXqor3qSnVHOI8QTtmzliMa5/DHNG+XRnkYighWlTrfryZq1RpqtSqGowVG4wVifhg0FKgUf8tzNp9PpmbJe4c/n/MWkhcMj7QoQzDvWVgK95GkOwNEy0CwzzRYaRYTM7p0Q/OdyeuU/yznEDTrEFVecVVUXfasWmjV22g22vjk4xf49OMX0o9LYwefM7ZiwwSJASGyIkTEfV6iI5G+X5pHM0mnejUFBrHJStkZzHuH/bUU5ZjOdBuFYKVXLmhYu6ijuaYiiEoDbJTyOU5zVgEz50yC6dPymHywm+FwN4MaqbDkjAQRjWkKEEo5F6/VBauqFGg0IrEeqpbCrPHsWdY6se+cnysTvcSlz+YxqqtAbbUMqJEeFhOfzsT/kmcgJgUVMapEs0yEYArc/P3aG1V0Nmowm6UInBs5opSI4xCjvSVGz32YqiPLcmow3SoUQ8d8eSrr2q0urt3uwvI4BB4jzQIhMrEzctiLMezzrFde7xRb2VGumxz6lb87k97yu6rnNQmGWYodGnHWCwThXAwYmsLuTRtFZqNIHTiVCLYXY22lwPY6qSQpZiRVRMG5UJ7j7IWFk6dMetnYvOyivW7isDfCYW8sIgGTazzvalKUQ8eoA6Q2xschJseBBCqu3VrBzpUaUkyQYYwwCxClASaTHIMeq7JU1GumkMSYsCJd78WjEE8+Y/pPwaVbVWxd9aARi20kOD6OsP+S3aIFanVN9rGqWXba8x1FOoGk8Aod4VzF2cNEVn3DRm3TRrtuoVux0LBMuLwOYKA/09Gb6VgkCfy0fN54lQiOTUMj+6VpdE1QaCE0JZHr0uB8if3ftoZpyLllKJQpzzbhOuYv53y2Z8OpOIiXIRb9GeaTEDP2KccWWquvor3yqswws0mKRX+AsxdfYNZ/dm6Qd3Hjoo0bOzbUPMTx4QCHvTleBqasX6SapT+aG6IwgrkIYS4C/NZ7Hn7rPRdmmmJ47GM4zjBJDMxyE0pFblJ88LMpfvifBxj3Yqw2DGy0Tdx53ZKVEdMdR1DZsSjpJAde4MINPJz1FjjrLbFkbyaTlXULV65WcfVKFc1KjFYlgmvHsKwICs/axzGCswx+YsJPLKmaYaKUBqvFVIO/VGE0TVmD3hinh33sHQZ4eAi8HCqShs3Yo81eelvDyqqLdZLcmgb8cCiLQqSYW2jKVTnY9nD70haubKxBOS2gnuV4OuvhwfwY/YT7WhdxZmExC7GYRfCjFH6SouHouNz1cHOriS+9ehlfevUSfv7pA3z0yRd48GyOF8dMcWl4680q3nyzBstuwLLrqJk6WjQWphGmkwl6/Sl+9EmAH37q47e/9Tr++DtfxuU1D7NnLzB++RKPwzM8Cc8EG0tCEyt9hnN2q2u4c20Tt69tYjMCNsMCuy8G+Hj3FC9HM9y4vSLCS2cSoTOJsTue4Z/GI5yoKZo7dbQ2algxbXQNBx1FRbcA/GGE+1+M8XB3il5TRb+lYqVSxXaljlyNcRqdYRFN0cw0tFIVJ36GY59z4Tqaq10opoXn/T6eD/qSquSiQZn16NwnpDTgMfjsl1VZprYCx1wX1DPnqayqYF0YVxTEJQY/4H/mfNRApeahWmeFUfmMiLMFonSJJOX+jft8vk+Y9q1J4pdYUwq/fJ+zD11qYVKedyhi0vhE005ZXVVgiUJZiuioZRUxrZLSlBdLrO6MsLozhFfLUKmSGsmahgjTcYbDPQOHz01UK9uyDJvVKVMY7gRuY4xKY4ZOR5V1vJdh90GGSZ/GLU1mvcS463YmZy7O2uT5SNMgSaVzF/HME/PjYhmgWtEEpcuO4vEkwHgclNSmio3GaoHuRga3wvqORLDc4Zx7LAVxpgrylUhx29VguUz8lga2YJEjmOXwGR6blOfIZpf1ljpciqEuE7sQszbNn6xNZJqVBjWGV22iwSupaDz94xTDU6ZQFVlr6xq2L/LZWwZUKET5rL+alHMfLs8ysdpy0GqyRiWBVkuw1W1hs9OSGSuJPotpjHsPT3D/0Qlu3zZx+44pnbasKJhPNQxnTcz9BjaaGtZb3L/MkChjLIIU47mO4czCzO9itlyB6jCNWRWK4nTqI45ytKsraNe6QgGokth0fv4MohDP9l7g2d5L6S2mAMxAhxAVJbAmPCrYpio1EGoRQ8ki1CoWOq062u0KwmKIsGB1WgLfZ33YL0hYpJa4cB1Pgjzcn4Yk5Mx8BIs55rMzLGZnaLV1tNoG/DRBbxYgLhKpd6jWmDKuwLGqqNsbqNub0GMN6WQOZTHHVlvBZktBpenBbValz/yD+y9wf7eHyULDeKHiG1++jq//6nVs0oishvAXPn72oIefPeijvl5Fbb0qvch6amI2muHx7kPsH+6h2wRWmgU27Tq2zRbG8wz3zyZ4OJpi/aaLtZsOZiTcvgik+uzmjS6u7jSxZRnYtgz89O4ZfnrvDAvuEzsdii6Y94aY90fY2aaxCPjqzQ387qtXcbmpY9x/iMl0F0nLQtoimYLjkxzpLEM0SrE4S3H/kYYvHmkYwMXE8srOchpuiwT92RL9qQ+7yjoTCxfWOri9uQFbNfHBZy/ws89ewF5rwVpvodWlRlJgpetibXUNnVYL8WCAZDjE8GiA/uEQw7GPSZRjlkIotV7LxNrqNjZXL4kx4+NPn+DZ81Monivr1tUN3L6yjlfaBl6ppqgWER48H+CL50P4no6lRz2NwrCFYJbhwe4Mz46WSKomkpqJrY6Byx0TXS+Gpy/gqn5ZCxFVZS82DWaIaSLIG2jUNvHe21/Ce+98GfVqBY2qJ5QXBpp4rg6jJYJoicl0iel0gecHYzx+1sfByQSzhY/ZfIHJoI/poIer11W8+rqOHVYHORkqGvB018WzZx729k7w/PlLzKZzMX8V0lfEriiHHUZM/fMP5HClVNro/KMTX0lVSVRws8kHoHSa8qCkMEpfilpERSc5y+I1tFsaVjoaOi0F7RaHRnnZ9cNNlWuiIMoqVWQNDkvxdHqWYtZL5OXBDlmzoqFmFqhZwMWOhWubLi5v6NjcyLCxkaN+UUP9gorPnxb46WcFPv15jGd3Izy7H0EULOL4GpkMgYko1nMiHPVyw3Tio9Uw0GqY2Nx0cOEikZ0GGisZGqs5Tk80nJ3qeHHg49nLMaazBFXXgesQixMLxocIKnbQRj5j5aWTemWtgu66J+lbzQxkA8sOHq9iSosU16OPMzz+hM6bEkXA5K3TgCzFpktHhVVhqkMTZz77FPhnsKCaojV7dObzVFysHOiAB2D2eTLZx80xD7Ic9nu5iB92nauAmvLgxc7hDLNejGBeIjt4JJdEj14KAXSzS8KW3zMXUYpMxjCdQMyrxMbLB6n0qfMI42jQPKZR6Jgu4NDkQYeSr2I2SjEblaIy04ZMIskwW9xTFJDYBVZIOs5wC+g0l9T484mn4SGzTDGKUz05Rz5TNCPGlSYEQT6Xw0f+TMFjcXSf8neWqDqnNjJIqtaJsNUZxAYNu5J0jxXoQQZvkaCdp/i1r9Xwta/VkFZjTPUAH3+W4Ht/l+N7fytPsPMh8DnWT07+5afA4Su/LyI6mJTm/yxBavon2AHJ7jli1s4F9bKJjv84Hd05Ll1zcOmaK5uU/pmPRsvD9ZuruH6zgzjjw2KK45cRXu7F0kk76CeYTTn8Yx8UX9w21tcdQZ13VxxJgLLz5+R0gnmQy2L3KJgkcSlM6HBcHdQ6ojGw7BVY9At4po6b11zcuunhrXe7ePvdLo5O5nj8dIB79yb49OM5dp/xlOyAcZOCwBklgGUy1V+g29Xw5q94smaFgjmI3o3xxT9yGEZPVA7PAf67X6/Jal53YFy2sT+O8Xd/18cHP5vgy+908eV3OjIimkUpvvhiiR/8/RRPHofYvuli56aLwPQRWD6yZYFiyi5DHc0NG60NRw6ZLx9G0LwEjYuZXFfLoYJ0oeHGlYYsYjDuPxnh7CSEPyhgphb+x3/9pqyhc4hHyQPcezrAp++n2P0iE2QVb4fRYYrRYYbXXtvGV79+BRcuN/Hd7z3E33/vEQwOJFzKmiZUDtzYGS2YRQpnKRLZNfDCIA2Al0jpwsvOHe7EKDONKU41OnRoLEjKhOUf/8s1/Js/WIPh2jieKnj8MsEPfzTCD380htXwYTcDcf6z/4viHROBTLcUqSErS9gHHIrben3HwfqOi1UeKNarQkAgQng2TdA7ztE7iXF6PMPZ8RxrWxWsb1cEE02MOZM4Z4eBoLP453AxSURXXck6pEMjL00O7ALe1nDpsoadSzquvWpibUfDT368wPs/mmM+IblAQ62jYOdWgfq6it7QQn9kIerHiPrs4OLnVnZy0vknqEH222QQ4Zc4sxod+pLUoXCeSSeT11JQ7SjQ3AKxnkmPzfLYhH9kStcJ3Yz8eUnClJUiPXfsvyba22EHcVdDY4UinIqTRwWOHwNWnXjFSLpE2Snv0JWbmYLL4SCPDjdiZr1ajsUixpMHc7x4RtGd3TM6Wisaupuq4FDHB7kkaxhc4SIVQMgA58QF4myubFZk1Voeam0Xp/0xHj09QJItcOOVCi7fdFE0VRQNFccnAQ6e+zh6EWHvQYLDZ0R8a1CJ26sZaDQMEc9n4wjLeSLPDCY2BJNl5Why08oqg6qGOftjpim66y66G6WwMZr4IsTHTGuFrH4oHZTduil9ttcvdvGNr9zC26/v4GS0J+vu5yN8+vFYRKGbr9WxfYmdgSUFYbkwsFjoODpe4PB4Km62aq0j6+yIvds+4rgc2Ny8so5/8wffwO/++lvYe/YZ9p5+iu//5Azf/SF7nAKhGmgucHmniks7FbQbLho1B7V6FdVGE1UetjBGUyEuhcO4CI02e+K6MrjbfbbA7rMlRuM+huM+knwJReUAmYkQWxytg7NM+tL6vEemCapNF2+/u4033lrD1mYqzrv33x/ib/+2h6cvlwiUnJcF6jVd0ph5VCBnkoIHs6JA1VPxG696+M3XXNQ2u6htruDzhyN893t7+OKLgTh8xeWbFrIaXRftjQoqbR1OK4HmJjh8EuPgMasyCjhejlbNwEqDnTh0dYc4m3Igp0kPF7ctBim3eSGHUeKKm6vEixLlZmHFc9Cp0gXL9L0KlcNlS0d/OsPpcITxMgSJeItI4jdlJK7gtW+J43s6WiBYRGK6otu4VbPQrlm40jBxtWbgAntVeb3lKj47neKzsyke7Md4/CLDYAlYDVXQ1TCpDhZYNx3smB5qtg61kkHziMqkCkTUYoFlwEEqh4zs8DPkncduu5PDBU6OOBzlHoFDceLkK2h2KtjrLbHH/quoEAFYCXPE0wDxLCqpDHGJOf5FNQUTRhQqWysOWqs2DIPYvAhxnJQY1gXvc8giApu9tcRhc/POrkfROThjtRIUdlo6sblH46CinyAYZed1FEBL19A1NKxXNVxd471vYvtqFdtXK+gFEV6OfeweJ3j6Anh+kKI/XGIw9FGt8v7WYbdYpVLAayroVGxZ0yLHlJSDiAnHHKqvwPItmKEl9wv767lXNZ0IFvHwTJ0qOmZTDs9VLJjYWBI5y8FXhPmCCLYygcMEITs3Nf6uriV43oKoYBprBLXK37dMLHFfViY0KWbSjMdnjgrb5nO7TNvyX8RJc51DM2CaJjzPk3+nuEeRj7+LdE5K/QZFcCbAVOnONeqATpoE04XcfSUK1NCCwkHvIEY4oEiloXZRl3dlwfoTX4U/yrAcpbLlLKzSCFniP6lC6EBEUUeVxeuBvzN/X53/bhlwWxbclgmrqkpyk8P8cnCbY3w8x+iYXdBMBscI2Mu1LFPMpmXJEnIePzc9Q2pQdCS+mp8dDbnl58zORFYZcL+rJaRFaAj6KcIBBREaMkyojoKikgj6j1s9fkYSaDoXfBVRUVRJK7C7mUNXGlYNR5c0k6KpMvTgKgLx0Aha22rlMGoF9AqRkAr8OYUfCsAF8kUhCXpJtZsKas0Kqs0KZtMQw/+Pp/f+se2+svzWyeHmWDm9nEgxipLYCt1tNSX1uDU9A7fhMTADeOwfZv4r2z944JmGDbk10qiVKFIScxDJx5frVa66OZ4cjLXPowhsiBD46t26955v2HuteoQUcwAAIABJREFUzxosEAa8JxZDDruZw27kiJUi+5RiYYO5bxHdzBHiUVwo9FM6SigSKAbAKdFtRP0y45TDLRQiKp7f6f6lYImCFIr0SkT+NyXsQjDQROrmEZF61rMsX2LGE3jLVIgGkmHq0z1bHO95j6DjnGjPVEukiNO2ysS/SWaSiE95H2N2KJ95nlGsCulFGZyKIw0eQy3j5P4cx/dnQl+RATnJTGWg1Naxfr2KjRtVeHMV3kKVIV8W8jzFE/ISGTzUmszZLH43Uo6YM8dzP6lKc96rhok4TYm9rjcsERzXGip8zBFgjtFhhOHjGNGc4jhLVPiqmYmb3J8mcuahk5NuaaeiY+v5KraeryGyF4ichaBygzEQTYB4qsogli7DOCAZQkVIFzhRzCnFQxEal1Q0L6nQKjoUx5Dz5/w4RjBm5mYhHOGf4b2QVkm+n7z/Gk4gpTI7mdMnPrtZjGiZYnZGl7uKzfWGFB2uVBnOiEa7mKB/MS3uQJEiMRd0AovoNw5EjEtxMN03vNvy53IdEgcwD5CuApTYgC6Gaow3SjkB1OkOyGBVFLS6ZTRXSgjmfM99eKP4mfOeEQmqCHB57yNakYNXm05COihLpuTwLv0QCz8S4pTjEvumCkEi8OMigz4jqSKTaBieX92mBqumiXAiWtKVStelKSh1DppiPxDHAz8vDn2/Qi/znkmMdXO9JLVY8LzmS6Ydz5L1mo2VLs88jeJe2JtiMCwyzL1ZCjWwoYYGFJ1nLkI/FcR5gfZmljFfo10mEhsiLnUtCnvo5GETNBcc+ZKCkWomxeHv+iUd7Q1Nhr+suadi7nHAAJQogKEwkZhfqDh8EOPwfszrMEzSwXJGsRRxLJRTC7Sb129Z+9lDKHJ27VYGp03xCcVHHJYT667JMCDTQ+R6JOh8iiqYc0tcvJA+YpLqNCHOEekq5C7etXTIfsoqN1yU6654ov0kQcieGKMhghT+8BkKXSmyg1XNhkpnu8pm80QGHus7DjZ2HXFcKTpzfnlmABbzHN6ieL/oBKMrl7QH/jt7GQmF6jJc4VeWInz2CviecIOiLZcHC2Zqcr0kSYG9elLFylByDlQ96KaHtU6GvU2gXsvh5wn8LJHBMh3Zy0kJy1EFSaJBtRJ5n8azEKNZKPc8UrN4vrf0VM6XaW4izS2MT0JMTkO0WyVs7TaEClVuxOK0m3lzKQ6Ax0MKwRSUHIrTOQjWUK3oOLwf4uGnPtJYw+61KjZ2iYovBsCzeYbJmMMK7qEcCvA+FyDOfGiCNOfbS5qNgdjT0LufStktBQ4HNnUDq1UbTdtCSWUUkYHjfo6jfo5IUZHxd3LoFEpQchP0+6EUczEFRU/YOM8mCuMeKPyzJLfVC2NZYxu1CtyyJU7pRbaAWy2jVC0hW/CuuoA34Rk5E3y3U1qD467CVtuwlZZkD07ODxBOTnDjCnD9CtBtp2g1KK4N8fR8geNhgmFcwigpoVzWUC5TvB0iXAQIZnTPRYgXMd746zp+8Fd1tO0M+dgXUUQYKghCFTM4mMHGe5/M8fY7Y5yfR5LNW3Y0PPd1E3e+bsl9ejZPYCk6uqUS6roNdaZJHZ/wPraQDOBlqsKoGHjx1SpeerWClXoJK42SIKltNUAyn2O4P8ToaAov1LAMdBz3MhycZxjNFHiBjiDiXiCtIiyXviAth7MEF3MFYz6jTGqTDbUQsDEnnVFj5aqGMFogjJYoly1Uypa49nQ1RqWkY61TQatSQnCUSWVlAC1gniY4PvVx3gsl6ozrGAl1hpmgbmpYNx1slau4ubWGG9urGM8HGM/7eHI+w5NzD2cTRgZq0lMI2C/NLGzVLdxZtbBaphN2idliiZ9/4OFnH3h4/s4W/vr1K9jtOnCXU+jeFAfeGAfLCSKiY2EJGrTv+fJabm6u49bWOqpBiApFcmGEHilYWSykFaOSYTfSsRtpGHoB7i/mYKpkpV5GqeIgIAI0iLHbbOJ6d0VSFI6e9nBwNMBH80CKsUqX6iU0yhysc03j+k1CYIRJqGLKcwb5GsQZayo8XaEpEFMvwpTO1YA4/RgJDWCuVkRlLNg/Y770CnSsSzZ5ktCN6QtNyjBjpGkh/CQRwltyhEDBdwW1ehVhMkSYEv3sIc5COdNSQEREsWXUYJp1GEZFSlNtsIPEXu5XF6SvomK+OufpBoUyU4Q8nEQlIKzJIDSKF9DNOTb25ti8tJDXZtoJpuMQF6eMwknhLSz4CwuG2YJptCUOgkhqzV6g3p2h1lnIPbhe0zA44RBYxWJSxC7wbEHqoWbGRQ+baz9741QQ8q4+syT2i3tFxEgiDrWYTatRzB1g4QeodmzU2g7cWg6nzHtSQRehGI+EDvbm6ahn5izFD6SRmC7vE4UrMBHQi4rYIxGJmcMUzTOjvoga5B5CIxQdABy8eSRB+hFKFNXUivMkzVzEVvfPIoz7MXSVhqli6N1dUeFQeS2kDwqmeNajUYKOYpLGOOB0Ua2bgJMAdoKtZgmbjTJK7DkxknCe4NMHI3z6YIybtx3cuuPCpUt8EWPUz/DwsY6jUx0bGyo21imeI+UhhOelGA4VDAfsMWxJ6U4NZqmCJNOw9PjdZP+pBEstwTBimHosxDrbcqTP+uTpMfYPjmA8E2UlGWkmJKjlcg/hGYyzKxYx0MRB8+5C/DN7eoYTwnBD+Xso1ic4gsIt9suYI06H/WzM/iV7CYV4lOdKYpzDYArXTeG4GRTLQWZUkZOKoCRSz4YnsExm1jswOMNIEuhpgirXPxNYa9ex3m0w+Rrz6QQXoyU+O1Xw+amCzRUHmys2rm2VcWu3Ki7sR48ZEzXBIAAGbM3rGlyHkaABBudnmA57sKox7GqC66U67pQ7GE9jvHfQx0fnA6zdcrF2y8FyGGN8HMBWVKyvuthZKeO5lSaeW2nh7U+O8dYnx5jlFoxWF7lpYTnpS5UrOSpV4Ht31vA/fPMybq/qmA0eYD45QFDWEJTJfDGgkswwzjA8D3HBKMkj4MERMPYMzEJTYp5I4uWaNYsjzOJQ+jR8PRvdJi5tr6LsOjg7GeL8ZAS3XoFL66+VItV5WSU5qwINDhb8fMYL+F4Gn2h74uERI1JiuJUEbiXG1b1d3L5yDf5CwaefnuDxkzH83EEAB8/tNfDcpSYuVT1s2wO42RLnAwVnAxVPFz6eLgK4dQebm3XkMPDwUYAnhwE8NYOn5Wg3Day1LazUIrTcBerWEv2Bg37fxjyew0vZi+SaUoVrd3Bl5xqu7F6DAVuKex5NFG7JKMxazDCnwItodj4jFJqzP0Oh1SLB4Owc/dMz1JsDdNYHaJRmKHMuk0Z4ctTAPosD4MdPMZvNRDCeE3Hn1B3YNQcRL+Uc8BGpwEZXnorSNZoQB0tcHlFABrKEmGGqNgO5KMjxnWdUGQZoWO2quHxVxd5lZsjkWAYZOmsqNrY0tNds1DtlJKqOP/5pjHc+m2D8JJeiu7YYNBLrU9T2aozttQQ31izcXi9hpaQi8jwJ8N59pSX1T7+a4f/4TyN89qdQ1MnMNdRcFVpJQb2TobFSuAb6B7nkmBSK5RzbWyZ2Nk289HIb33p9AxtbFnqTc/THZ/jdr2L87tcR+kMObTOUm6ZgUtd3yhiczTE4m8nlm0hoXiyJXqxUNVy70cHV611cnE2x/7gnh80rN2por9q46C9xMVji7IGB8weGDLo5TNbdQhXPcuqK4I9B5v7cgTdWMeqFmI4iqA7RvbzAMruLYmEqvnXBNukZEWKRbJgpL20U0FqZOKPchiKVLR1kSxfeMMW8FyBaxqL05CWKzgM2oNjwLoa7z+y1/HSjZ+5vUc4UA+A/D4GpFSA3vWvAXTNR5tCFg2ekgjwdnMZIiFXziww+o6LIQZ6IZqq1RXkN4tQyVCoJjFLGPg1jCcV7RYWi5POxacrhT8RQe17CmNNCdDcHr4XLlq+K9yW6fQVP7afI/QK9xt+RTr6tS3Vs7dUEfRjkCYY9HxcHHsKLCJVpjpVcw49/3MXf/V0XqHuYmzO8+9ESP/1JhP/6k0iaMJxfC5oqLbKEnxnoZdDLv9+t0DXIJkWh9ObwN6TimJlGdF2kbEYU/y3/G42NhhKw0q1gtVvB+MLH2cEMt26t4Mf/+jZ+9OOreHr8APtH9/Hu2zO8/eslTo8k3LAw00ieF3DtZksqiSP0LsaYTqg4yeAFKWz5XimCHaOzmGrazqqCak3BxV0T51+aiOcxMj/C9qaJN95o4S//qo3trRXsbHfx0//vKf7P//0evvhyjJjfMWjIFBe5UkKSzpFkc9RLKdo1YHNVxbU7Lq7ddhA7JmLbxMOPAnz08ykO7vkIJXdKxb//2xr+/Y9qKK1GSOoBDnsRfvnrGB+8n+DGZQXXLymYzXSc93QcPM3x8F6E6SzHrVcd3HzFEYwNa36uIDjXkS5VVHYjVHZj+H0LXt9EpZ2hey2C5sToHeQYn+UoazbKugM/IyqoOHAw81iPDfyHf3gB/+EfvoaetY+70Z/w2cMRPntLw+PPqcYDwjTHnNmrFymuXWnixVdWBIX1zvsnUuLQcQtlWCRNvQJhzws61f10F8izxcaPYN4KVz37Gl9pFaQZLkFzbIRpghzWohj/8d9ewn/8d5dx0p/jV384xm/e6ePw1MTRiYnahofauo9yzUKpVJHD4dn+HL0jD2puFo4LWqqyEK2ugedfbeK5l5u4fmcdN+6s4eP3D/Hbf76H+5+PMThXMGGG4bN8ludebcp/T+Tgw3tTHD5ZiFufSDgqvCnOYF44GzBEC6bMuFLjwjmsG1hpZdjoptjb0/Hy1yu4fN3BHz+Y4p33icnNcXGowKoA288B7UsaErOC2Crj7KM5zj5eiCqSSE+i83gIYz0j4UheSbdjocLcQo3PZ1wImSjEeJaFyIun4irIDQ3eiQ3/hI5ONgc9wclHoYkw4MA8EpdFvWsKorje1sR1qCk5jr4IcXQ3grORw1lnBiClsUSAKEiCRIiezz23juefX8fp4Qj3vzxD/2KJ+TKV3Fw2ndjM6m7pWLtkIg1VnD3IsDgHmlUVLQ6+BDtb5Bny+8PXFsTMYovw9et7Ulk8xcXFI2TGFFs3Kli7VoG24kBfdbG/P8K9uz0cPvFxeD/H6RM6sdmkNtBZcbC2URIk1tnRFMO+9wz3xNxcuggzcXvSbaeqOs6Olzg/WWDvRhl7NyrwowinZwtB+TNPMAsU7HCof0nDzatl3L5axc5aFVudDlrVCh6fnuLx6Rn+8NYMv/vVAuvrJfzbf7eJ736vjuWUDccF3v3Ux7t/8vDoOMT5MEYME6++fBWvvnIN7/z6Ef74m4dwnRiXr1t45YXL+OFf/C2+cftVfPTBT/HR+z/Fux/P8O4nKU6HKWIjlQHFd/+qInXl0hr2NjdRr2zD0HahBDbChx9IPT4e4vHREI0dE3vPV+B0bfzmrSl+87uZKE8ncwMJiIH0ZVDlz02EDEqR7mMsTkSadW7e7OB/+19fxL/68VV8+ekjfPnJQ7zz/gK/fzfA2SRCzpyxSoZ2VUWnqgqKiRVoOQIjE7f6lUzB5UzBX/yLl6QenfTw019+gPc/PML5IdA7LdZ3gjh2brdw7cUVlJoGlvESc2+J0ycLnOwvYXP/bAKNkomWWYalmOh5HvpLD0FswI8NQdFmwwj5jIgZQ2r1cobVyymubTdwZ2sN11ar2G1lWKtn8HMFTOE4GPTx+PwUA8/HkvlOmY4otREldnGoV5i/F2A5HyMOfckhqZRsdMsmumULezUbuxwwWyYmdCqMU/zx6Rh/PBjhwVGIo5MMfgw0103UV4ifTWRYervbxEsrHbRrJpJSDN8McNCf4GAwQeRxoG4hnQBpL0Y50/G157ekfvWHA/zyD4cYzHzR2ZQqNp67sYk7Nzbw+cUQn18MRBnNQXTO5/NiAX/AGzXPOhR0kD5SZNqLcMwC1nbKWN+lCCaBYUUypFzMKGJg44BZWMqzuAWSc4iIpAhHR5wGSLIQ9W0V9R1eHk1omS1OusGDANPDEHY7h93hMM1EPLZgpwpW3QRbDeD1V5p4/ZUWSq0MWi3C6TzHp/saPnuc4Iu7fXxxdyDKZTbHKlsKyjsZqmtAAyaaMDDNLbmwzZYeFpMxFhc+/H0F0ZmCUtdCiWvdiiKZ0tsblohN9tbKWKQaFomK4dDHgGdWNgUP5zg7JgoNGPefTWypJ3NsOJWSDEOTNJDfmQ48OtyIy2QmJXGd8v+lHL6kkpPIBjOFmdzqiiga0hiKsxvff56RLIMD4LI4usLpAsF0iSQqzr9yB2F/SFfEyaeWNVTWNFRWNaRqiiCkWCWVbFdimkChmJejsa6gtVsIH2d9FbMBmzhG4TZQCzQin/+ELlMKjehSDQoHXa3GLNEE81kgSHQlZD64hgpjT7o6Osw03LWxsltGZ6eO2koJZxdDnPVGOHo8w9GDGSYHEeILID4nytmS0ko5tEqGzEoQatzDMsFj0wXJmBOeN7k3iLCTyBt5TaooqcNhAl2z4JZd6BUVScVD4rJZnCGep1BjOt2JXdXlmWdjKAgCKeKUrZoBcTI5FOeomPanmPSnUJ4NmVU3h1pLoFdJj9FgtenqIWqPGOgU+TyFlmZwbeZoaahUaqhUqhj1ma84QxDFhVNPBs0FcSRWElHFC4HGLYurzRv68Ic+0nmCbEZhBIWUBdQofyboFbeySZIO8fwFnEqym3IVtS7vlg5Mh89oLCKrhK6GiSI5TRQZy+fJ5COZozz7XwpaeKZ4VnTbcfDOQTu/CTESVFouKi0OVkgOYYYnm50cGKXISCZiVGRDQaWroVxzYcsAuITDL8Y4vDuSgTv/IXmn3DXQ3Crhyte6UnFkI44cTHohekczTAczePMevHkfrY6BZrtA/HJ45fkpLs4i9M+Jys0ls5gibsVQ0ForYeNSHWu7VUyDCab+FOMnIUb3EjmHOhULVpm5ZKncI71BLO5enuUM5mS1dOy90sDuKw1M4jEm8UTyXZOpVuCjWUuujxQlGFiMc8wHmWTH8T6uGxFWb1tYu23CyxJMljEWoxT+WY58WQwmG+slTPuZFPPTipxbDi4X0K2loPVYjOoJvTk8ik5OiNtV4MogScGlm7u49vxVQS4/eXSIRw8OJVs0mMXQ2VDjhFKhUJFN5liyCYWWIAJmPkvFEFjuuw6kLN2FZbhFE49IfDUSJ65d5QC4itZKBfNxgPH5EotehGhER3QOhREvCfODKeTLoDs8d6rislHl3zMZXlJDXa64aDWq8jvPRiFmIyLbCmwmMbt0+dGhU1kx4DZ0zEfM8IuRLEykS2Za55LvzIGQUyFtizII7j9cN3k3Jv3BxM6tNrZvdXBy3MfJ0UA+35JtiCBuc7uKje2qrCOcch0fTeTMeP7URzJiz8GEaYfSAJVnRCtIMcwM57pLQherTqFY1YahGkgCUrqAUd/HiJEX5UJ4zuHv9lUT3S0OgGMZoo0mOYYT+avRsOkkIlKZ4kgNB19EOPgilHuFScc9RR+8Z+aqrMUUHFHowpzRQh/AXlWO0mpRzIdl/MCyr2J6AizHOdxuBLcTIdM4DKbjoRBsM/rCNWwYionx0wCjA1/Q7KQbuDUFqzuWxLtQTGuYlrhHznuMFeHAlcJxijhd5BHRM8W5UIQoFIPy59sBdCsQQ0Gjk8IRzDbPCcBomGE8/iq7HJKDXHKLZ0FTHKiKhRwzZPms2AeZM5koRW407xsUX0VFo5qkEvnOBqEIc3WlKpVhLrXRiXFtG2i3eF1REXPQQ0xqxP5KHZrSFMTlxWCAwXgi2XTMDWdvidQOWyNqk/nVOSLVQKTqGJ9EmJxwCGej3S1hfbOErT0Lm3sWBuOx/JzJNMWM4l4SVYwUtp2JKaTV0nH8MMLDT0KkkY7tvZqIizlM4QA44wg214XKxCF1IRqYS3EN1ElCYF63aQiOtv8wl9IqMbRyjE7dwGbdRrtkw1UsIXA9Oo6k2Iw3qyWUqzraHUi/aX9/gP39IWItFYKQ9IqiHJaqotV0Zcjx1Xml0ayh223BqTo4nJ7gaHqKSqOGSr0KdZki6y0QTgIswgRLEcUUwqRm/QrarVswVRfheAB4I9zc9nBry4Nhz5DpM/SWIR72MhxPNYR5HSEaaJASwX7YbInFYIFJ38OEA/JFhh/+XRc/+nEXl5pAM/RRZkSEnyHzMhzPNZwsNLx3b4k/fD4TrDEFWzzXPv8dE1/7jimO/fEgR0mzcKlTRZeRIMME0TDG/tM5nhzMcTFKMVmSKKDju39TwXffqGK7u4mt7iZqugI78RAwS/HeU5w8PobnKWBr9rP7wAdfAGdDDQEshDmHHxT+h0WkEHsEXJ9VlbcsMXJQPJ5SZKDlYn6xKzw3UghBIWGMbrOMFaJAZe+PYOokOxDdmmH0OMP4cYrda13cenld+igffniCL+72JKvSrpfQbKZoN2M0VQ1130YrdbFWqWOtUkNrVUFrRcXpcooHvSEeno3QH0ToD0Kcz3NczDPc2Sjhb27VcGfDhG2QqhTiH9/18I/vLbHSLOPGVhU7LRuXairWSsDF3JP86CDXEas2pmmGi4AgceBmaxU3W2sA3fv+DFbThr1SQVbTcDw+w9H4FHe0Kp7TK3L/7EU+giyHQ1csBw18jRcj3LlCB/MdtMoW5oNT9Hpn+MnnI/zkiyG6JQPX2g6udKvYW22iUXXQD6foB1PEqY0ksURQEIwmsh+Wt7oob3VwMJriYDRBf7rAaLaEn6fQqga0koF8riGb87y7AsSbSCLmcftCfjOsAKbJXMkCRcneNiMW41hDvV5HvVGDFw6wDPtyHxKeUJYXUTOhAtuuw6Hb2qrCtKsiBONzR2Q/n3VGzpiC+DXEAUyhFI0Gi8VAKl2WkS6bQoVTtDGcygy7VwLsXKWYpRCncfj75EGA8bCIhbAdGzlKyPISfOZ3ziOoRoD25gIt9tLcIvN+MbAwPrMRLDiQpsmqyHdWNVJPighAGjd0KqwpsJmRTlCI1AT39GyQzcFxmIaIMkaIOVjZcqFbRZ+N4iOayShGpCjIm5H8aUHJmVnNZ5DUmFB64EIEjRnRokOhNZvRYewnaoWZTES0jKMwKQwk/ljDdL4UwVyza6LVociuEPEuZ4wR9DAZhqjXVdTrvOeoqFcVmKQSkvwacZCoSCRDEnGfoVhPRbXjwqlbIp7JtBTbVQNbNV0ch3qeYbFM8PEjDx898nHr+QpuPldGzWLkS4beUYx33vXw+d0Am1cUbF0G6q1CeE4xWe80xfBMQ7V8Vcp2a7DcMnLFREiXdViYEIjCTvMZsmwmQ9mKWxNs9sHxKZ4encKtNeFUmwhofGAcDek9jiXYfgoXksQTAizNZ4oYQohICtBsWWi2TaF70qASMWIzKPZsEqtYF8dnOD85AympjlWCrunI0xBZygxqD4rqo9JcQWP1CnSngcncx2y+hBdO4YdTQPOgGh4Mi4J8RkwZUDjXiYBr3RZub3ZxqeVgq1oQV392L8fP7gHBoi/14q0WfvDdy7i62cCEMSsnS7x3f453780Q6zlqHQ0OY3sWHnLPQ+T6Ui/Vm/iLxirGowBvPjjF2wfnWHvOxfodB8Ekwew0gsLsXSfFRsPGt6/t4jvXdvDbj/bx5of7GOc2tMYKcsuCv7yA752D1xv2x7//4ir+l7/Zwys7Opb9fSzHx1hawIJgWrUMQ6liNAAODjw8fuLhcJTiYMSYGgWLQdH3LnUMGHUNIQUePDssMliLFN1ODRt7K2g0SzCiGGYUo2w5qFgOxpGH4+VI3NbziYLpRMFoGglJFVYdWrkNhdxyM4Rq+7DNCRxripdvX8brL90GEhdf/GmMR488jBY2RksLL+44eHHHxZp7gZr6EFY+Qxh0EYUdvPdkgPce91HdrODmq2twqhU8eZTiYD/GzPcx9QOUGwbqbQurrRgb9QU6pSWePtXxdF+Hl00RakOJXENWga5WUS+30Ci1EC0MRAsdjUYJG5tVdChApdipU0GztIJmqQvTLUFxDWSaiSB04C01nB2c4OzgGFF+F6n+OfT0CGY4hbZc4KC3isOLVezvn+Lpo33MplPO14ycAy2icA1XF3cgh53iYLToRGOjhS7g9JmCnNlRbHqzucWLZwhVjZ75H3kZUqGwedVVcekKcOWqBqtswypbKNXoxGV8t4r50kR/RAebh3sHHuIZEU880bOJXziumk0TzaaBzdUcW6s56qqCUqSgRpdEw5CDpLOtwd7R8Ms/zvH//HyKx48TKFGxMKouVWc6LCeTpp0/ydB7AsFJWXQ8mSl29iyp3d0ydneqcB0Nx0cjHNNe/TjFvSd0nKkFJpEIGzZKXA3Tni8VcxiZZpINWuWH3bRQqdqoVGwMBx7Oz2aChN25XEOtbuH0cC7lT3R4Ex2mxQGDJnhDoxHBaMTIuJiqHFjriOcW/KmK6SiWQHeVnwkfaDY8IjpcmXNL3DanvQmUhFfNomFMIapFJ25DRaVpody0MDoGxsc5luMEIR1gUZGbKhm8dB9IiuszgQpHvIJp/goBXaCaeYGWf54NiqngpmLWaWlwOjpsujCMTJCUkkc55u1Rke8FTUPczNjIErwzL3PMJlQNWDY/J14C6FKlkEoR9FXGzKpMh5rr4j6Wy5YSFwgtvl7m8MZq8fOI56CiQoKhEtm0iOTgQLbeViWHutG20WxbGM8iWSAmgxCTXgTVi7FpAJerKr7/Ny18/40mQjfGQPHxzoc+fvFPAf75nwLB71E99MwEL2orKrv43lCJmxHn/QwpxcNucXGlA6cYXHH4y2Ych8UpDw0uUFvTUW5TNaVLRZMEwTDCczcbeOOH2/j+G5sYeX2p3/5uhP/2izEO9gvHkmNq2NlxpVqrJlprhihD9o9nuKBanQcKP0OprIozn80WNkO+stzwPRo/VaWaZQOrLR1XrpTw7e+28OLLDfQHGfr9HO+8f44FKN8XAAAgAElEQVTf/f4EJ6fM7TDE0cjPjo3TOOYhMEC9lKFbU7C2omDzioGNK/xi2MgdB/ufB/jTb+YYHgWotXOsbaj4++/W8S+/V4fqxljAx/k4wRf3gYf7dCiEUoOehosTA8M+MJkkMsDeuGZi46qJi0GC3iCRJp8WUgyhwF2J4K7ECGURNdBa17BzkxiVDI+/jHD0JIalmbCIrmaGhxUhC1MkvQxuYOLf/P0L+J/+5QsYaEd44N/FZw9G+PD3wKO7BQJTGi4elf8Zul0HG1tlwb3tH86xfzCX7DBm3PJyGjMzI+T3l/l/bEIVakEequhYKJz2FG3EBaZVxBRFSfY2iAsxcWm7hMs7Lr73rSq++3oVX96b4Oe/PMNv3x5hujQwXZqCKm5uaOKW4Zw3mKciJCAmXhO0tI693QquXathZdVBvWMIolSR4DAd9+9d4LNPj3FyuMRyXAx0r9wo48rNsnxPuTKcnxI57slB2lJ1OSASnUwXntDOOQVVRYIhDDVVMeXnMyuo04qxt2fgtW/Xcf25Mt79YCx1tJ/h7IDrPtDayNHaMNBcb6K51sLp07HUfBAhnNMNQfxz8f5QgUh8aLNpy+dg6DlGoznm86WQI6wKtdwcJqTyjFXXdbhNHeOnmlTsEb/PPHA6RXgYphO5wPPSucCymA+nsMGZorcfo7dPDJOGxg6fXwXLGRVZquRBsegyZfUvFjg9mohr7isxCnFIkaehta6gu1soK8dHgNdn3CLz0BRptrGrTcUmxSV0yhF5ShXppW4Xe50uqlQmakPUmhE2Ljvo7tlIajriuo4nT2a498UYx/sBTp/k6B2RB6HL/nDteht3nu9KPv2nn55i/8kYmeTFm1jbyrC2xeaoisDTpLFPdB5r6xKbOyWEUYzexVKaTSstA6ttE1tbNWxv1WBRxJT5aFRNXL60gpVOHW+9f4y33zvGqJ/CmwB7Ww7+6ttV3LxhYzRZSH12EOFzupUPY5ydE1Nk4Vvf2JV68xcHePMXT7G5auJ7327jlRe2cXnzFjq1Tfzu7bfx1ltv43RATIwO1XSxtt3CxnYDt65ZuHXNhmsTtUuXjYPxqC3ZZW08Rlt5jGmYYMoJLlGJDRWekuHTu0t88uUCQVyWIm6cF6bFPII/K9SvgpzNcqyuMJfZxq1bbbzxw+t4+ZV1/OoXX+JX/3wXjw8jHF0Ac2bV2TE0O0GNazxRrPxMuUeYRcYm911rlMIep/jbH1zDv3jjOubZEp/sH+HjL/v4+MMlvvwyQK1lSbX3XLQvu7LnDI59DE98OcSPxgEq7WKwVXZ1OLklF8PpIsZkSeWvisDX0LCpYKfT14ZLpSsRipYPw/JR1kzU1ArKhgHHTWG5qSj2VRsYBzMMl2PMwhhLop2YvxYYUpZFJJIBi/EHSihKWsaBsJplB82Sg52qg52yhVXbQECckpfh0SLEo3mEJ0NPHLnjIBZMPzG043mCyTzBnU4V39hoYK1pQavmSMwUnzwa4+OHI4QBVWuuuIWMyJdm8ou31vHSrQ189MUFPr57IUN6i8PoqouVbgkrnTLePx7ig6OBiKCIElIkfydENI8QLhNxnH21BhtEZtccVKqWIMJY4kUiRpQ44oj54RwkGlK+70vxXMN9kRh5IkUZnWHVWWyEGnDIvAx0eMTmUWCoR4iJpl1aSKYO9FRBxQzRLMV47lJZamtLxzqdVLmKxz0Fjy5iPDwZ4cHJSAKFc0OH09DgtjRBdDISwYxzzAMD85DNUpFxI/MSpBNdhjkhY1vUDKUKxYsKtjYMXN615VmdLxVxawVeJINtOibDhBnKvIDSxWdgNvUEDc5cxzgzESfMsmWWdIJUiQUzaJg827lCIYiJ5ksiybwXFb1OVyLPTkV+rIjquB4zb5IqdnEh6ZJ3yCzuaBoinhEPzTX7GR6TBBlDgdVSYVF8uKZLsalIAgbdtl4/RTAucOfMZSdiUzPZdClytPwlz6JFnEdGBKzGvEbuZYUQgPt94uVodUtod4n8ZfYSM4WiZwJMOqiKZ6VSp3DIkkFkfcWVLFzijJm9RSLEfBpiMQjEjbzsh1hOc2nCpAHd58y5pJglQs6mO7FvzAylCIwxC6QR5Im8T0QuZ5EqmGYOejkod0sliX5JrKD4PnH47fHsQdeGIoMTsklksiO/IzG3mtz9OKins4rf/cXUw3LqQaUzjA0mLUfOM71DJ7Am7zX3Pxbdc+E0hpowjkFHpWLAtV2UHBfDCw8XR3OJD7AaGuwGhZqFeLTIEuZ5nq/JlriIxIsQeyHSJd9vemUotCruC8REZjqzOjOYbPzSCUTXpQx0iggjh41jFu98Nu+sEOdrMAH6x6kMgAUZTeoRg9g5tCMFoVZGs1bC6HyB0dlcXICSSa0oSJgbh0waXU7NgsGhnkkcIV97oVLgmsF4m1JDR7VD5z+HQMyX0zE4DqQajRpW11qo1B0YZQUm3Rr1BE4tQeTbCD0b016EwQlV60txtdDd0tlw0Nl0hShEDLg3TdA7TjE8zZA/c/VL9IHL/F4HqztVdLbKmE7nmM3mmBxGGO8nyAJGkzCzkvSjYtAVzehWoQA4k8zWKjOrXizh0osl9KfErxVnwXBoIGGG87OYoWLQZcg9cjEkajmGYjDHN8XqFUuKawUbgMEsF7ELXfYF5lYt1Ph+IWTgGktlO/PoWFpuCiI6DHwsF3MsJyG8voZgTHcK9/QUO9e2cen2ZfnYL857ODu5wHzgYz70BBupW1xv2HhNisxlChl5cJS4IZ5VCzpAzmfdouOfS6gJUy9yfuMwRK4SK5zDqgKNZhn1VhmziwijIw/LUSYD9TQgepcm3EJ6zKLQmMJzje4ZNsPVFKk8t4Bbo+unLN+PgO/NkoP5okgCY/dFswGnrcOs6vCmMZZTLlIu1Kj87Jkvcr7YACexi2sl10L+fKKl6TjeutbF1vWuDH9Pj4dIvAQGs+ldE9tXqti+WoVdNSTflnSoh/fOcbq/wPLcQDDQYerMaebawO9Vse7wtdL1ytfHITWFlyTK8F5BRzjxoNN+iOkghNtRUeoo6G6rWN1S0FghvZYY+gy9YY7+IIdjaOiwn6KqWFJINckxOc8xPePVvcjoKxKU+D4qIgyKk2cDYH7wKe85mfQLiB0vreUoleiasIViNTqiOD+F28ngtnPkOotDB/45Sst1OKQvqIbc/6cXoSDzSzWKt1VUG6rQ20gx4x4xm4aYTAL5HYoQbfYjbBnWklDD4r5PcYQMgHlOdwpSUK1ZDH+JcKcAcETk+5h7INdRVfY2cV8Rb8rvr8b9OhBik+Sz8/5FUhEb0HEheGdMDfGjLFJ92IsqYgDolyH+M0SahFhbyXB1L0dnRYHiKGCehhfnUmHgIgzKWHo5RpO5DAl4F+S5heskc91J9iuZ7JdxiVaR6hoW/VTKoM/GNNFuObj5QhO3XmhgML2Qmk4TzCbF90Iih7RM6GRrqy56hz4O7i2RhhpW1ltodarw4yX8aCEo8wJpXmR78Q7nBb5UMYjN5BnWiA2OVUxOc0xPMjgdG07bRr2soOHkqOkq3NyEFml4+NjDwydLmJUSyu0qKjUD9QbPAwn2n06xvz9BoiZQ7Fyii/is0DFbYQwKMevP3udqw5W1wCzrOJ/1cTbro1ptoFJtIFumCCkQmHIATLFD8uf9k5mplrkq5xjbClFyAuyueVKqQgdliNEixtEwwwVF40YZiV5Gw85Rt3ME/O71A4wHIRZxIvXCy1Wp62sGLrPnYpmoMiIudnA8GuN4NMKHdz2895mPU4p0ch25qePSiwr2XuTzmGAyTmBEOtqqi2pmQFkmgBfj3kGA+4cBlhSd2Qo66za+/71VfP8v11DRTCneyc/YKxgtYGRTKOkMk1GE8TjEx/dVvH9Xw9lEQ6qrQjejwCWPEzh0TDdqyElBiEIEHCiFAeKAbt2s6IkxuoIGIIqeJJYB6K7b6K5bqDlFnmLdUrBSd1C1TOx/scD+F3O0tmvYvN3imBl37/bx6PEYRtmCXrKx0TSx1TLQpEFjlqIaadiotbBZayFxI6RuhECJEKSJxMswL3oeRbh/5uH++RKrVQsvbVdxvW1ixc5QUhL86oslfnV3gYgipgpxuBaub9jY61oAI3v8DKeTGIfjEIMgwiKjwAFYtWtYc2pwLR+OFaDRKqHeqaNcLyPyA0RBgNY8RmsRS/zHTE2xyHIs+NwS916pQSsTBa1jzdAkWzJNlpj5S/z8/gg/uz+U6KKKqaNTdbHVqaFdd5BpFPVwSElyk4HQ8+HNZ7KcrextYvXSFr48PMW9w1OcT+gAD8U1x+8N1cpZaCILSR9oI8+6yFJb1p6CYjmHoi1EgM/8Si5ddNUlsS5rcrniwI+H8KPhn+Px2KtNYz7HFDrWYRoN6EZJclvp8CfzgXt1QXYgVcmGQ4EYyTs8lmqkMF1gsbhAwGF07Egv2nUDVCo+mq0lWm1PJmqU8g0HEU6PSbljz7oETXdhWnWYVkOi2SbTCTJlgeZqiHonEucu47jmIw2THvtDz8iV9O0we9ig4zOHvyiMUaZVmI0okOeZU3cNGCX212jUKc67NNeRLlJvFS53vvcRh79ibMqEbsR9lqQXTWHkmCV3I5IDUzrELd6HKIDiuk8jW9HjZh9cTBncq4NYoj1IIKm3StIrk8FzEsB16OwlylkV+t58znMaI40i1Oq67OscenMWYhuG9EppMOPzSfpSwH7CgqY1FbV1Uo+Ys6KIeHqza2BrxUDTNlFVDATLDO98PsU7n01x/QUDN14wUeZAfA70jhK8/5GPew9DXLphYO+6Lpm5nPlkkSYDwdmA5rAONHShCHqohCAzMfd1zH0F3jKEtwhgOylsJ4FtWLANVwayw+EIo+EY1Vob1Xpb9pM4TxDwDB2FWIaR9MIoTuW8wrZ5H+Wdo3BjVyoqypWC1Mh9hn1OimZInmK+Mr/jk8kE4/EEaaZD08tQNBpteEbh3cNDHvkoVRuorWxBc6tYBjGWdNVH3PuWSOGRK1LEjdAcZ/K4mMldiuL59aqNayslvLhTQbts4qNHS3z0eIkHp2PcPx1je6eJb722g6s7TbQyBc0ceP/LidRouUSi+EiTCCkjk8IUoR5JfWe3gx9cW0M8i/De56d47/4ZlD0Dyl6xp6YUOjD3AwEaropvX9nFd67s4PHDPh4/7OEkyHCmGZSoAfEMeTITo6cXAn/xtTb+zfc38eplC4bXhxYMMU1CzFL280swrBpm8xzn50scnSxx0Mtx2GOkJdA/B0LeVcsq9KoKvZbBqOeopyrqNM/Ua1hdbcG1HCx7vlRC4guziKMQw+USM8nd5melwldM+AyBYByPQ9FjhkSdI9VmYCgYv4jffuUq3vjOc7AiHffePZUc9RPPklpnbEJdx05zht1mHx0ngh2vwkpW8btHI7z5eAR31cS1r9VQrjtCzrw4y3A2DXE+jWRm2GiYWG8l2Gx5WKn62H9o4MlDA4HiI7YXIlQnnpz9dq5vluUg55nJB5r1CtbZC29VRGxJ8XnJ6aLkdFBrdNFsd+DS9aFWkWUORqMRxsMRlv6H8MI/Ihg/QtwbI7iYYrTsYLjo4OF+D18+OMaYCGiRnVMHL+HqXKDY8OYFlzgxVS4z4MFWZ2bOMwt8aCCnVTthkyuWBV/lwkOgRHHfQbcF7OwWA+C9a21cut5Gqnnwsyn2DwJ89EGGe/dzQQmy5AF2mfFRBJSXyhoubbjYW3ew1tGx2tYwOwtx/PkSTq7jW19fw/MvtNBThugrI7x738Nbn/roXWQwEw1moiOzLeS2LcqaJIjlUjDc1+APc1QaEar1CNtXbGxdsQV9RyUuVTeHD2McPIwROYoUh7ntmgtdUTAaehiPiAukKi+DVc7h1HM0uxbaKyU02i6GA2LP2AikkpgYABOd1aogAc/uz3D2YAbdLvI326suNnYqqLY4yQ+RaiGmPOxNAzk4cwjMC4i/ZMZOKnlddMHJgksHAAefVOgkdIxlku3CAQybV+UW0N7mUMWQLONaq4pHn87x+NM5ljNeVgqnr/asycP81mKT4oG9GP7+uUnDv1On6qrIHyviDqhK4YWTeQLM5iocppwnyQCDRdVqQtREIYYS1zD/DjoHiXUmnk/jYd+AYjB0R4I9C8ckswbGOoIRnb9FLoUmuUyRVGrkyPRcLuLEkuR0YqSmiBC0LIJG5SDo5DLRXjexfdVAo8OBcxGwfXwUSlFtxWy0upXj+Y0cz+8q+MbrFbz2ehkT5hJFOd77IMCbP/Px5s+JIeIwscgjoauFSEfJQWVDLErle1RsxHwPikur5Jby7WZ8WsbsNoIdMnHcO00VmzdctLdtXBwE6B0EsAMV5UTH7UsOvvlaGd/8ZhlaTYda1/HL3w/w//63czx64CGZq9LU//5fdqUibSF1MAlwj8/LOMZsxkFGgrKmo6QbEgherxcO+NND5oXmCIcZwlGKOzdqePWlFm7equPOCw2sb5fwk58e4Sf/dIjT8RITurwkb9hCGjA7mxlWxLAUORN1V0GnqqDbVtDYytDYzqDZJWhOSVS/995ZIJ6EuH0VuHNdxbdeauD1Fxvw4wyDWYTpMsPEVzFY5rh3Psf9iznOjxT0D3SEpDuYiTTg6EKxmyomPWB6ATgm0GDYeZ25RQmsclqoxBIV69sObtwpSUPoow8X+PIL4mqYF0tRB7FOIawkhXEO1H0TP/jRi/jBD1/AGOd4OnskCJM//iHG/fsFFcHgd5D9U56JJf+jQK4EzIIIeWGNC4dIbCKlOjzl9yOAqsRymNNUS1yzxJMRpRLGSwQxnaiFk4VIHGJsCjeKik7dwQ9/tIUf/GgL5eoS5epCENn//LMJfv/W/M9oxNZGQ3IJmcEy6k2wmHgFvp/NTGbnmAreeOMS/tW/voH19TJ6fQ+nZ3N8+lEfn3zUw3DiYbZkRnCCNAA6LQf//T9s4e/+YRtv/vYUb/72RIa/sylzawFHs2BrtqBRmI9BFWBuUG2ZQMtzKSKCiCqj0rpei7B7xcQ3/7qFWy9V8f77A7z3/hDHTzNcHAFhAFgWm20mbt5exa07K7gIh7gIBjh/GqD/MMHkkIfiApzeXHXQWHNEgd7tVGSdv/9lHwdPR6h1LckBDLwYi0kIqwxs3bbQ2TFw+ijB6cMYIdWpC7omirVM1qqIjRcDO7cU7NxWpdlOB8Z0GGPayzHr5di4ZGJ9z0IYMeMqgm6YuHKjjfXtOp4+GePgyUTQs/w8SYZQ5VDJbGEDwdhAtZugsUncDjPkVEErcrAd052m0lVPl8Iz0oKaSy4fm6ZaZkJPDWx0NVzd1bC7o2Fjm3g9HTMzwdRI8eSxjwd3fZweRNLwHp9n0Jmvkyh47Zvb+Mu/voKFF+EXv36Ejz89R048hOrg2u0c125DsM/HTyKcn/ByI70gdFcddFboUEowHfmCkvvW62V8/etVrDU3sNbcxKN7x/jTRw/kDPHyazvYvtzB//VfnuI//een2Nu08OrzVVzZNLBaS+GaCc5mHs6mPs78HKd+jsODFCf7majevvmNVXzrtRX85p97+M0v+vja9Sb+57+/hBefayOMdIxnKf7brx7g579+AJ0Z7qslXLq8im9/6w6+/tI1lHIFZSi4OL2Po8PP8PDRCHe/1IQc8I2XfLz2sodqp4Fqp47BPMHRxRKHF0tcTEP0piEUowZVr6N3HuPp4xn6p77gjXmZyUQJq+P1l+r4777dxM3rTaztduHUK/jP//gF/u//8gU8CpNLlgwYEj7EghZKYRvcW4tYAMs2YbuOuGcHJwEGJyH+x9fb+IfX26h0TYydHHdPPfzTf+3hrT+OcflGVUprpsiq/E7HOP0wwvkXMQhqZDW2FXQuK7BcRZr9REMxp9ObcWCXI5hnuH2tjddeXMXLz7XRZKOsrGB4MsXgeII+9x6KHIYJBnmMiUonPFDvULRFN3SCKMkwXxC9qWKxLLDH1QpjNAy0GibadRNVV0HiL5D4c1RKFVTKZWyVHGy7JjYcA6Q9mirguyb8koWn/gz3Jj0cL+bwohzzZY5HDxI8fpDgTsvBtzZc7LQtVJqmxIf89sMx3vxghCAiM70M28lRri2w0s7wwqU2vrbXETRyb+CJo7HZrKNSKSHMPISpj7cejfD2oxG8WJVBlSn4EyIUU8xGHmbjpRBNiJ+sVlxsb69gZaWOwaCHQb8Pj04zom/ZByalRPJrS9BUF4E3R+AtCqqHTYwUIxZMOMyvTXyEsQ/H1lGvEP1kQSVNJ1YxGM8wGM+R+RbUwC0y/wwfphFgtaRhraTh9l4JX7tahlPSMQxy9IIEx9EUx/EMjE0dpxztGbCJoc91hAHX8lCym5jPzG9bw1JQtgxYEmNi4ORiiePzgubAz2VlVcX2noqtbbpAFcz6kL2OsQ61toXWdlnoPUTb6koZh4c9HBz0cHYRoscL+xRCvRDyhR4g1QIYhgnHKJPlAj/wEIZ+gdfmuUkGeGyOFK48NpM4lGVKAtc8IlN53qThlbO2dFHghmXowc9MLixFdhxdzxUKIFbpAC4a2CQXLXopxkcRFoMEnUsuunsOFpMA4zOvQBPzcMrGPHHiPu9BFPhxMM2sMWKrFBn0eosQazt0V9bgzUOcH02xnAWCaGQ+tMdh85LqJGL16FjQBOvvVDTs3e7i0q2OOPftCrO9fEEwDccTnJwuBYG/PNARHJhFTq8bQHFjmBXG4BDDyWgBW8g3AVXszC9l44c6R+ZEEmdOtb/DQSHxo5GU4OLiwkkrmk3BuXGorcKpaVKaWQgaOaSSRtSzZhQbUlrMAbAmf4Y0CooezboCo67AKqlSFE3M+7H87HrTRq1uw+KgVtcxOvNxceTJOb28ZsBd1ZEwBzpMikY73YWRAm+mCO5WVVLBsfHvSnj+UZ+R5mUAZCBNmcedwCmzYcK9lZhoBaZhQacIgoO+PBanKPH61KGFMlyCkF9GZzz3yjRZDhG5GcOt67h2fQ3Xr6/h3mcnuP/ZCbwZqVb85NlnywtB7TMilVUiqg6wXVUahHzvvFmM5SxCiUKwlv1np+5Shny6iKpu37mCV169iXa7Jq4mz5+j13uEi95j+FNmSNHFE2PW8+EvQ2R6JLV6pYrVKzXoaoJ4scByEGF4oGBywldHAlIKnZmsdQXVVQv1NRe1jo35wJOanceYnadCaeGzKJ+1jLRjEXNzP7MqKZx2jPpqjr3ndFy6o+PsjFngCSbnOpY9W3CrxCjqRK1lurj0/EkMfxjJz1NKueDX2aRn8dzLngGHpKSdxPMcswvSekLkjloIoIghtHn/V9FqWGgxK8xXpZZz5lrNsZhF4qjh2UBlDnaaoLPZxdqldUGWh8ES3pKD+ylGZ7NnJBq6NjlcppAke4bMpPqW+UNEHNNNX7hHc4M5z2wmF2sSM8ooCOWf06spzCpjRlyp6XGC4aMQ/vwZe1hjfnkkCEKJeWHWtQYYFSLi+WzyPkhaVSH8MmsGnBVm//GSTMUw17QY6ZKimBQ5GygcsNY1qCWiiQtBkplVYOV1IbAhCZBxLwmJJ4zE9UkaAr/PGvHMbDjtdLG208XF6RjnpxMEoxAZ0cyqgt07Vew9V0W54aDSsDGk4+vgHGdPZxgfKJidFhENRq7ArlK0oYsohkI4z4vlTEghd5nftwZ7Aqq4cYKlIhh9b5iguWOitWuguZah1k5QqrGxrYlQ9LyX46KXoeyYWO860BIFxw98XDyNoGV0bFpyL2JDmkNgbs/MeGdvgzmGRCCLiIV+gZT57xwAp3AYCVZ1UauWRJQwPA4wG0aw6zqshl44TEX0kyHyikgryzBknadImqQsOn5WVm1ZP2h7Jrb9q3gyojKZv81OF+3JilFEADAvnOcj3WbDlOLzgkamMQLMjQqUbF2HQfFBwj2GGd6MbuJos0B8irsq4JxAgWWpkjXLbGKWSqoRMdbEiXoFxMkmtaHEP8tMa/ZTiigXEb+zv0KShkRmKVhZBS5dzdHdIH0AEk8QZCn8NMNwqKLX07CYK5LRzPVfhLW2LhEZkVf0Miyi+IXEUIj4KRrhuprMgdQDqo6FV7+7KTVaHGK0OMJ0EmE20bGcc2+Npeezs1PH7k4dk4sFzg8mcg+uN1dQKjfQHw2leKYySxTyUKBAMY2KiJndSSI5fZNRIGcEfuHTRJXsPW+Wobm9iubOijiNjXwu2EM3NqB5Kh7dm+LhlzO4jRJaG2zWGiiXiQSOcXAY4PAgEGqVYsZFjIFkSHMYzz2Koi5DUKcSmSXPdo4pMdfLOSrlFqqllpASpn1my/tYhMzXTWCnFuzElmfDn+cwHRWrewZWdzS0O74UBYj5UhUk+GBCYWqOjHnlromaDtTp2J5mGAxyjCcJYi2SajYYLafh5q6LV65VcGOtgzVzB021i9OLezi5uIc/febjo48T9GcqUHehN2009yIpPw4w9wLEoxzahQFjwkFiAldJ8aejDJ8epTCZJbur4frtMn742lX86LWrCAc9RIMLfPrJDG++vRCn9wt3LFy9rOPsZC6xUR8/1vH+QxO9uQrFZnRFhpwooSBHa30d3d1tOViOpyPJ0/Wnc3hTNuQL4Qd7wOyRaoYq0RBqbKB9GXK/aZUzNJUcWxUXd9ZXsV1v4uMPzvDRB+dI6xr0DUvGKkcnC5xf+Mg5cDJU7NXquN5ooEkh/mSMchRjt72GvfYqHi1GeLwYolxhs76KlU4JWi2BWk3wzuMB3n00EIFat+Ri27Vw3VWxoef49HiOPx0v8DjWsE9Ub83CzWtlXN8pYT2xpD59MsLv71/gfOpJ/jupb2ZqwEh1rKxlWF1LsdqsolttYK3SxppZx5pVx2L/WCpII4SOhiFSPFoscZHl+Ppr38DXX3sN8cE+pn/6BMmUg24bsWngreMJ3joa43yeYLhgHJ2OZt1Cu2ZhrWZIsZfNitIQfuxJ3MXupT3sXRhjzHAAACAASURBVN7Fx3cf45O7j2QAPGdPnIQ0CuQTFZliI+UGpdaQqw2oSklE/hTTpNlYSlMjGcxSZBP7pIXq0tcxmcCRTRClheOYGd6MxGJ8EEvX6tC0OhTVgcKfqZEMwfPds5hBhbSICso2B+cmLF2R/uN8foLF4hRLJcaSkVQlFZ2GhlqZLIEJtHwqzTQOgJdeguksxZI446iCKKqg0ViT8sMZRmNGa41QaaYo1yjoKmik80mCyTBCFJIGxxgQXc4WjM2ajWKMLkh/YIQGRW7MZM7gjygaNEU4yD2KRBEOjO1SLkUnMyvNSCqhgIf7Gw1nqayVQj+yiiih0MsxGSSYj1PUmy5qLZIXizg5On2JZeZ6TUMYv6fhkpGRiaxZ3XVXzGmSV2zzbBMjCxIQRHBxpmDOeBSDSmnmJDOv2RD6DWOMyo6NWslBhXf15RjBclxQSUaM21LQ2NVQbuvQ5jbUuYWNPZaJ9XIZa0YV6VzFb9+9wJvvnePqyymuvZzCpqhyoKJ/nOPT+xH2jxPcuOVKrXCO0mZqu4VoYSKYmcWQeqrC5zqau5iENnpzA4N5jvlihvl8JrFP3U5J8lhVIbIwssJHEvho17to1bsolW2YrgYvDvD05BxH530sfAWLQIVh57BdlioIaNvWoGvcC+LC9MYoChE0QIbzdAjnOUlXSWHQyC2EKCMF+7t0ugLZwkc2Dwo6VqMGzXWFeJAqKgzSr4RgGiPigJZ9Ir0ok3EonFHkAf5/ot77WbL7uvZbJ4fO4XbfHCbnwQAcgAEMYpZk6cmyX7mey7/Yv/j/cr2SX7nKT5LlJ4kkGEQCJEASM8DkfPO93bdzPOf0Sa61z1AGawOFImbmdvfpb9h7rc9SEw+XVlx85+Yqri7n0T9uo3/UxkcvA/z8VQCjwr5QE+c3y/jqWgEfrBXx8OUAD18NsHfYwfFJC93BDPOFDi8kjYxxCgl+/F4T//HDNdhBiCf3Wnjw5SmOa6mUbtqwdVdIXdNgDFtP8LWtdXydAb+dQOrZcIxPx30c+HM4aiQClMk8xcRL8d6NMv7qe028f9lFU/VRgY/BdIj+ZATVcWEUi/CjBKPhFN3eDHtHdGur2D8BDk6AgZciJK3HSVFepakBWHMsrDoWmvkilgoVqAsDrx8O8erhCG0lkqJQhQh16d2w26Dp0Gs16NUabMOGrfG8NIcX9zGPeiICYOzCD795Cf/Dj2+jFER4+YuneHn/GK9CS+pPFLLLqyk+uJTi4pKBpbiJpbiBn+1O8NPdKfRqgnMXVZTKCuYjYDwEXnVjqbytoZY3sFaLsd7wsVxeYPeZhb1nFgI9QZwntpp3dWbDM3aG9xJGUUYw4wjVQgmNpQZKhQIcUlM5j9WrgFFFc2kHOxsX0VjahJOvwXJL8ONAhB7j0W8xGvwc/f0n6L/sofdygBBlhKjg8W4fnz8/Q2c4fzsAFqxvhnsWMTWPVmzQUBHOw7cdQrWZD5kN8xLJw8rQl1m4FHMzqDAHSnmgWgBWVxVsbCjYIQLofBmb50qYhR760wle7/q4fy/C69c8qppIFObkLGDnQ+Hc6znAyWlYq9pYr9qwFFUuLn4nwPhohrKt4+vfWMaNOxW8mnSlPn8a4PcPOOxSULQNFGwDs0jDPNbgUaEu2Y4qfDofAhX5oo9c0Ud1yUJlyZTGCgcF01GEYVfHqKfDqKQwKkDONpE3HXl9M4+OSl8Oe8EkzhTfDUOak27BhGXrONqf4OhgKlg7izl7tilTfSXWMDiZY3gyh/uWw19ZslFvuqIU4EKwCAMMBwEG/QDBW7WnXA444CW6TIa2SZbJu6BKI1P+kNGfZWOmWU6YmYjzcfsK8zYt6KYLw8rh+ecDPP98KOg6yZzkNIXDVbm0sDnNyjY9wczx37VUcKqkLvHfmblGBwKdbbyAOIUsE4iuVxaHv8RpcJhF9AQ3ciqkRZAt6CQOhvgy5G+CJeN7R/2zFzI7IkbE/INJimCkIxhl+GdNIwaNOMYFNHsh1nnmU8QekMz5XBJXYcjFTkcInc8mmXSuhfqKiY0tE8USF3Ffqn1KlFqW/6UlKVZLwFevKPjgqoYbdxxcv2PjNFLwcgL84X6AT3/p47NfedLYZdGVIMhWIqizADdR5Kd0y1O1+NbtJe8Tp79vw5LpxjOo/H2L/OUGunM7h+Y5W1SMbx5PUFY0NF0DV7dN3Lxm4dZ1C7FtI7EcfPJlHx992sHhITlOKhpFB3/9o2X89Y+X0Zn10Jn3cTheYHecoWvGI17EQjiKClfRkKNLJc9sZmCfuaa7KfIqB8QRPnh/E9/69nmsbRbkO+/FPv7pX/eleGFU7UyttxhpiOfMzYqkQqqTYyqFNZTEUaGgtB6itM6BrQ3TcXB2EGH3oQfNi3DnGnDnqorrl8q4dqksl4iT1iJzbBUtJJaOewdj3DuY4OBVguNX2aCuWGG2aioqZpY3VDAfKMjngEotRaUKmCYd/ik8IjmZi7xm4fJlW1Tb9+97ePrEF0UhL/61KjN4gEKSwGwvUJqr+PoPb+MbP7yNYdLC4fg1vnjcx69/GeLJoxAWHTDMTTSoPGd2WTb85ame2F6qyyXjQQmhpMzHcsS9oykZmpiHR1Whwo04FeK8YnhRAD8iUkjFImIjNJH1RQ1TWCmw1nDxl391Hn/x1+fQGbXQGbZw7/MJ/vBZgMePAlE1MXss75ak5pMF+u2RoFqYb14pGZJbmC+peOfOCu5+sA7HsbC3O8WbV2Pc/8MZ7v3hTDDDzB80baCY4xDAxY/+ah0/+qsN/PLnx/jVz0/Qets0Z2NPjSyosS0X1+mEjn1iK9nFIIpelg0y6GUI7Dgh3PwC69sG3v9OGVfu5PHwwRAPHo5wchDj7JgqSmpX2Lg1cfVqDdeuVhGU5ghKHloHc5w89XH2KiDBWrL6ti6VsH25JHlMbAaMBiFevhjg6GCM2oqJ6oqJ+TTEqB/ALgDnbltYvWDibD9Eez/EtJvl77LxTLGK5NExP04zsXlVw+ZVHbMpG/0+OseBCHGoAN3aMbB1jo0JC3FkQzNItzAle+3Z4y6ePumIM4p5d2xOUzBASkI0MxBOOQCI4FR40IOo07l2jTlg7rN5/daJJtSg7PliI5NEDMEEhinWmhYuX3BwbtPCcpMoMxVTe4GJFaLVjnByHMkA9/DVQl4n3x0bwK131nH3gx1xtv76N7t49rKHcq2KSr2CSt1DpUZ8X4CTvRCdNjNzFIkvqNQMGcrbZirN+Y11C3/2rTo+uFuDERZhhAU8eXyC+/f2BOl58XYdS1tFfPTRGX7+szPcvl7E979ZR9UFBsdDDLozjJMY4yTBRI2k2m2I0INN3ts3S7h9o4h7n4xw7+Mh3r+9hf/1f76Da1cr2Ds5xO7hCR48meLhkwmKJQvNVQery1Vc2t7G9uqaZLpSed0bvECn/xDHrS72D1NxHd2+reH2LQ0pA+GMAo7bC7w5mOLobC7I4ZRoTOYPGQWcHkV4/YQIU18aWCShZJnWGv782038j3+xivXVPLpjDcdnMX7yy1386y92oeU0lJq2DKUkIzWJoNJdQKGcDL1U5PIm8gVLCArMaz7aC/C9iza+f9HGxaslrNyoohMm+L9/eoBffNbGxlYRG9tFzJnRlnriWOneizB4GsEoUSmpItcE8iuZC9+bEiXFfgNFAybSkNQQOkEquHm1jivnK3C0FK6WorM/wdn+BCdvZjh6PUerv0DfTDC2U1TqQKVODGsiDXGiIDPMmwLfB3xfgW2ocC1VkJBLVQflAseQE+jKBDnXRc7NoWmbaFo6asRPvM0/zy9ZyNUtDI05jpIBOqGHmadgOAWePw/x/EWEpqZg21VRszW4liV5m2/2PLze96BoDiy7gBz3miUftXqCrVpOajTyMBr6KBZKaC4tIVfI4ajXxlH/DJ/ujfHZ/gR+TKVzXrBRmjjD6Ab14c08aXpyWXcdB416DcVCAaeHLZweEnfE/D/R+YrYTTGJi81JefMp/NlUGl66S5ffW/V7zpbG4GTIPMZsjWMmFIfDpqljMJxLvnYUcG+whSISRz7SxEdRT6XON1xcXs0L/cbKUyWbwi8kUu1ZiPY8xEgG/nRUAfOZj/k8QOQTUa/CjlXkockA2K3YMPMmukMfnQGV3QtEXoRKJcX6poq1daregUkvlcu0ligoVi00dvKorbIJk0POzmM0HmE4GaE7CNHpJxgOgWlPzSqcSrFhbymuEGCCwMeC+DDmHXLizDPnW/dvhjl+OwDmXZjvK89ZdOGmRKQS3wwpERjKcTjDebKxSqRzfUcVYZhd1bCYpJi1MnEbm9S8YzsNEzYFFu05OnszabhkqEHeExK5K3DQzGOxoWsZkktTMaPSfB6Iu5IDYG8aon1ITG8AN69JtMh8QmEUL6Hcn+h44Vg7hmEoOH99Waq8zEgKDXouu/gtFB+d/hRnFNe9STF6Cclg8hc+wnSRIZNzmgjWKBphcyigQ0QGwHSDZUMD7psG1fomm3FUq5NuQUEn1cVU5YrRNrs+UDCaqnIHcdlhFsFnRsogUlcaUIK1Yy6VCpX4UYp/gyyyRM1lgybmiLklYtFiaQrxOF8s021Ptzb1zApGnQV6p7409QurBvKrxluiVCQkBf7czDid9lMRqdCZbTD/W3LVsjO2UEUkGzpD1rm8bxR4R81QfBKjQS+awiYk3Z4hCnld3Az8LH3mbA5jDE8hDkO6C9QkEw3Q4VlfcXD3zgWp3338DL/75JkIfbkX8w7E/44VpiEWdGA4FCgrcIom7BId1xamvQzRKYKPAs8CzLzms8szoAs1drGx1cD588viymD+63gywmnrNVqt15j3dSlSTojUFtGyGSI0QiztFKTUNEI4msHrLDA6VDFtKVAoLtMj2HUN7pIuOPdczYRTMjE5mWNy7GE6iDAf8HtFIa6eRe9QbMsstoioVR1uJUFpNUJ5OcH6ORVrOwpODxKcHsYYHOsYn1qyhjjlWIbFMRu+qZZhl0dh1rQokQJFchepLLqcccNZlh3HOBJ/lGB0PMfo2INRsaCXLej5FCoFmy6yAXDZxqxPQhUwn4SYzX0RX4UzusNJF6PTPES+VkShWYZbpHg7y7JrH/TQ3u+Ji1/TiJUmapxnqFTcbnR7qLoJhSGizAfXGPbM5md2j2PPg1nkKYfWVHHRzVvkEDhBXpyAJibHCYZvOIjj5d6EQpy/6kulHA6yCctBsqMKlj7L+WZ+N8+YqezTZkOTATFz5ikc1pk5u+CAmHmBoWDJ9RKRm2/f30kIM87BSgvQU4oSqBANJM+PJALigYUWxL2IWd0lDfXlMurNMnqtKbqtGUK6iL0EpqqgtmWjvm2jvlJEfaWAeTBFt9uW/5aigvGJQlMHohFglzW4dWZEpjKIn88WWdaXoiBfJjKcA1hFBgTMAfYoDh3GaJwz0NgxUFpK4RaJ22SDm41uBa12ilY7QSFnYX3ZgRIo2H0ww/HzAA4dXqYtYmJSJ0hxYHOWQ+CsSc6eQYYnpkKdewazrN21GLn1BAXXRSHnYtqP0D/xMRmE4qRmGRQv2JE4rOhKZ1+FzwhRjhKSzLvrWyGbrqbw+HoHC/SOQvSOqBKleJwDXx2qbUK1dOm1iAhMXF1sFosNW4T6hsR/hMhRIJTXofJ+SGTlnNm/Cbw546E0RCmztFMEdJHFWY66TsHLVEM4Ix2NgwNmAXNv4WtmxrQutAO6AyM6K2XwywWe/8xE9DQPsOpNBZsXUiytp8iViDTnIIaO0BitVoqTY6JP395fQSe+IT8vKS2zKbHkWe9G8tjlTsDnmt9HDX4/gjcIYWs6vvLNddz95jr8tA0/bQlOddSnKCwRwwHFyH8aAI+6U7SPhohC0pOWYNsltDs9tM668nlyAMxBqxD3cmy0ZDnX3TMPnTaFWzwrcI+S2zUZeCiuL6O03oSuxUgXIyieB22SIh0lcoc7PfRgF00UlpwsP9uh4yvBASNIDhlZtJDekqEr4nozSNwQLHuM6pIplS+TLMV8wjRzJQcecnYVeaeG2ThCtzXGcOhhzj5WGMNFDjm4mAw8ufdw8LNzM4fNqzbyJQ/5ogf4FtKpDW9KN16EGZ3cjiJVUBQUVAXTEdDvJhiOEoBCA9JBbN7VE2wtO7i2WcDVtQauNc5hp7KMfm8Xg/4b/P6zKT7+zRytIWA0HFjLNpo7idQwmONsNMPoJIL3RkHcVlAwgIKRoh2raMUqljbzOHehgKsXSrjVKON2o4zO8SnOTk5x7+EYv/7jXDJuv/fdJu6+V8aLR228eHyGR3sqHh5YGHC4kqNpIxbxXjxLUW42UVtfh6LrmIzHmI7GmI2zYmal6xhwcxpcl0MYRQTY/B5vXLGwedVCs6hhSQc2XAdXK3VsOAU8eN7Bg+dnGOghJrkUg0WE4/YcrV6QfU9NHRerJVyrlZGPYnjdLjQvwFZ1GVu1Jk5mYxzPxyL4K+UdLNVsrG/rWN/RcX+viy/2uoLdJt7d5iAYQClN0fLmUgehggMaafIWzm8XcG49jw3FxSYcPNwd4NMXHXQnnvSDKXqjyAgLRhDq2FqnaNNEGhjyrFyt1nGlVkfQGcDvZE6+jh/gYD7Hi9kMZwrw1z/+rtTs2TOcfvI7zLpdCX/1TQufng7wu9YAB6MIp4wAYcS9y4GojpWKhZWyJT0BzhKSlDEcAWzXwJXz27hyYQuPn7/C4xevMWMvOZdHkJjoMRe0H2Ma6pgwz5mCTmb1mnmYmiPGhiDoIlh0ZQBMegT7KVGgS8wUnZXsgyziMYKY7jsOadgLY7/FhablkMm2C4DCXh3pSVxHM3rS22sCHMOFa+Zh66TP0ZMUYjI+xWR8grgQI63yXGqgWrTBtlAw7WMx7cueSQS0vO0RzRoaJhMb44mNWm0ZteoyFuEEw/ERonSAfDmFW6DoKOu9j0eh5AcnEQmKlmS30u3LIsFn3OVAm+tyJgic9RIpiYMjRYN5wVxbrBiFYtaLowiToh3CKkXExTsfRbAJCQcZZEIcyBbPASkG7Vj+nGLVQanmCClUzqSSt0x8dIp0wYw07ic8o0QoVykGy6FcN2DnGTPInyvAvLfAsAf0+zpmixTIhVDcCA7Pr46RiaxiDQXHRa1UQLWYQxwPEEUDoRD0zhipl6K2o6PAs15HR9w10Dhnyt6/U63hQq4J3bPw8e/PpLZvz7B9ewqD8VlnKtpHqcQY7bVjXL/u4vp1B7WqiVLJgAkbic/ICxfjQSrlxS68NIfe3MLpSEWHmGxvBM8fYWujgq3NCiwiq/k+hLxbZOMLnbhiMEfVQq5sSZzLUbuL0+4A45mK8YznaM4VIumzZUN3DQZjUHm2lpgizlog9zuKgWezAebzAcxcDmbeRQgXs8hBmJCIkommk0mIlE5pConzFhQip+mi1zQ4cQpboo44J0kRMxtYXyDVSfcLoev8TIeYz/o4v+zg++9u4L2tIqxRW+qfH3n450c+Rnoe7nIdK6sV/PBqHT+6VsfB0QgHxyM8e3mMh0/3sX86xGRhYhbqmbh6AXzv7hL+w7eWUVNStJ8PcMicZm0hpdkWcja/g+xNT2FqCW4sNaTK0wSVaYInwxF+1e/gMPCwUrCxmrdxNvCltrYd3H2vhDuX87jZsHCxrGHQO8Ow30bCCWbBRaRSHBrBm0donao4PVXx8iDB8/0YHc59FAWJlSBfi5Cvh9jI57BZyKGZz6FB9HGg4vn9MZ5/McKrhY9XoS/4aZGicHZFYbmhwqrXYS7V4Kg6XKiIohlmiyGmiwGCFEKK+MGHF/Df//AqmnGA9m+f4ODBIb4Y6/hibGASKRKDdeeCg794r4Abyw7svgW7Z+KnrQV+1goltomz8XoZMHkmWQBPWiEen9LwlfVb1hsKLqzH2Gwm2HuiYu+JginblIzV0BZIFEbO0CENqbKhoGSoqJZqqNfWUcyXxTnPWqh5hBodwU0s1zZQLNDdTtUo7yOeVDT/AtH0U/Rev8Lpwz5OHw+hWmWodhlf7o3w6fMOWkOfHSyOGDjUI7qAOKu3+N+3A0Did1Qnywv6U/OSbsw0oBOGD9NCVJJEwRjQcfGiguvXFVy4pGF9Q8faJod2xEmnGM8S9McJ+iPiZhKMiYeIsiyCRLJrGbqdiItUAsqJN2YG2WGE3kGIphvjymqKC1saNi5aqG8aeDEIpD79LMInv47g+TpW1m0srVg4PVugdbYQ5wtxrRxEOlSB5DiU9KRST0fiMU+FlwsObhTkKq4oBdVkAYXqqxnEQcHFmJk29VUVg9FcmnZuIY9CtSzK+NmcfPc5eqcheq0QxZIqzXlN0eTXc4CQIS0iOK4Dh7loxH6K+yFGQByBoBvY5KFyn82aLCvUICYZxOsx/JxqyrcZvcyqk6GqnJHl99LdFKYLrGxbuPpOESubLkaDFKMhsPdkjL3HEyRxLNg/DoGpSInpepDgeDofiBbKMhc0XYNKdAIRxnSz8sLBDLcoUx/FadYQsRzAIYIt1aTxPCJ2b86LW4b8ksEvK9SkAcMN3aad3gmwvO5iecNBEAKdLlWekeBlpoNQFJ4crNmuJZ8dByoZ1osLJPGeoahq2Vzke0Vct8xa32IX7YYFu0k8q4EK8ccABi0Pg7YPP9DhBwa0MBa16FYlxXduGvjGDRM7ly3sXLGwO4vxsBvh80cLfPHHAF/8cQHdZvOICccxIuLFBPucDeF5qEu5oRJlzg1enL+ZwyULC87yRDnfEeRgyoagiXO3bFGGvn40xevHU1E5rjaAS1sWLp9zcW7LxdFpguOTGM8P53h2mGWL2oaO5ZqD736tij/7eg3H/YFUP0owVgxMIzbXsvfS1CJRFzEHJgxVTIcKOnvMs01waSPBxfUY73/tFr76rbtITROf3HuKzx68xP7pFPutCaIFnVI2EjquxwGSOYecfC0pEooCNOKi2IrjIV5FfWuB2lYoyHSieodnKU5fRdLwuHoRuHpRwc56ETsbRZx1AuwdeOJ+XNsqo7Kcx8vuTOr50wAvHi0kf6HGTFa6zIncptCLn3mcDX0dO5FLnW0psmFPPQ1TX0OlmmJ9IxMbPH+eYvd1KgdwDkS2V3K4QFcTlTdnI9jzBd75wQ3c+f51DNNjHE+e497nffziHxM8+AOH04ag0wIRayxkiFMu5+C4BibTGabTKQyD+VW8yGswKVrgQZYfvTSsKVtPZDjKviYvtaGqIFRURIqBWDEwoXK658FIY9QLKtabDt67u4l3v7KBp6+PpfZOArQ6CjpjNkBiKCazPTXEPU3cpL6XyDN/63oZ168WsbZuYG1Dx1k3wP6Rh7OzEN2zCN02BS8xBt0IfhIgUD1UloBzl0xsn3Mkf2Cdn0/Lk5rOPCyIbfLoeNExGxvotlN02qnkjqQqmyBEoGQOeIUo2oRuDGazBWisKrj1gYvz1yzs7gXY2w3QPo7ROY0Fscusb2ZCNpsGmg0DtfM51M67kmV9uj/C6d4EE3HiAu+938C77zdloPnyxRhHR3OMhhHmM2ZuZch35keNp5G4rraum1jZMeCxuTgAeqcLdI/okMuao0Rslqo6SsQbb1poblrotQPsv5jidN+Thh2zATd3gK2dFOfOreLchQtIUxtf3D/Ao4fHaLc8tFvE87FRQudu5hAn5tTQePnLhh78HxXmBQ6cYwVnHQ+dDjNIKcghjl8T3GUq/32GnXWtFA4d0hWickws1Sw0SiZqJR1pNUJaiQhOEITKWSvGg9/P8PKhj7wL5DnIrZRQrdcwn8bYowNyFuLmnXXceHcdh3ttHO62MBos4IsznYtoKG7uUkVFscyhkI7tHQOXz5Vx++IWLq4t4/hlBycvz2QA1BvH8LUYKn+WYsSYK3mfL2xXcPNKHaPuAp/88gTPng7h1hw4NQehMUGoTzCaqRiNTEShJRjazVUDrUcTtB9P8f5XbuA//qfvYetCCU9efobX+49gGyVYRhm2YsCGivkoxv6rOU4OfFHna0SnNaeorI2RL0eCXDRNU5x5zBL98uEcDx54OGmHGE1j+EmCyjqkCLaLU0Oydw9fpRicEa/Fpiv39BSFYooff2cNf/vjHViagV/+qoOPP+lhrzXGbmsMq0hVrCFI1Tjh/sW+XpYDq+mWNKHzdIVQyGcAnTcROrsRVh0Fa46CDz9Ywl/8+Qbchop/+WIXv3l2BF1lVp2FDh3TsxgTZh7vhUhaMcrrFsrrpmSGMmCDzW4Oo7gfLtULaNTyyOdSEcmYfIap5Foogu9khVM6rzm8CjGbkEKSwFq1YDaJ7k0lLkO+79NAGrNCshA2Y4Z3J2p+PuRARxGsdLGgYHU1lMpZOvKWjoKuIc9hSqLhrG/ibGBgrZ5gfYk0ByCtKkhzFEWZCBIdB90F9rshhmc+xh0PwShBMtagzohtM7BeMgXZWi7lUBSBiwI3R91nth+dnozROh4jnyui0WjCyrl4enyIJ8eHeNoL8ay7QKQayDlOlsn71v1FTCPV6hRssM/NvTIgBnmmYNgZY3Q2yYYFVkZIWciQT4VDla9jYz73MeMAmc5EYuxcFTnHRM41ReQx7kVUyoirxGGDr8q8UF5YMhfqPFAw4bCESNkRsx8XyNv8/qYi3iL9Zr1u4NoFHRfO2ahvlFHbLKM9nKE9mOHZ4RTPDz28PvLEORbQPeYaUmzA+R1aIpkFmrlrXGJtyyZG4xn6vQlydoKNZRNry6Ygsr0gweA0Qe+IJAlFEN1OXhdFeDFnYnndQnPDgmqpNHdgRmfyEfOdYhy1hzhsD8TxpElWFZspFLlkaFGDLqvMlyqDSZ6P+M8/4Z3pZCXujAfbiE5X7tkeiwNNUV79+3WFA6SVS4ZUhi1XMG5H6L6KoHgqNtbzaC45OBtF6IwijHpzKbrZ8hUbbsnCjIPCSYQ4iEQlz/MwBZ10uBETxqot51BfyUkkAJ9NIqa51vP3oUpcsGxCHKJ7i3/MDwAAIABJREFUjNmePAsCxWoepWpeBvcG8zOXbSxtFqQUM5LiAIb5r+29GdqvPQxbpEsQLcYGAn+dilTLYlrYKMqwXszD02Qv4dmdTSOKhBaj7M4jGGviaYnZlugSTfYwOhh0uh4NnqHobOPgNMPi8i8RgBLNnAGF3g6wshgIGZgZgFPU4BY5hOAwg0OIVDIpqaDnWsDiuswBJL8vzMYtNJj9ks39w3n2fPpjiJCPrjyilVkUdbkFiqs476FTjvcjkmYS2AVLhqzZQISY60gIQCQBkc5D9G6pZqKyRIFNIm7a+XiB4UkixYEThzF0ddW3LGxfqOLbt2/iW+/cxE9+9kf860d/wElnhgAWUsNAsW5K9btj9HtjaGoE11XgVFyYKw1olTKmRx1MjztC9YGhoNIoY22zifWNVThJAW6ax2Tcx2DYwng2xcSPMV+EiJQpQsyESuV1GQ+jw9bpfgGm6RxTzEGhjGDEqXAfB0Lq8TrEMnNwyYFjgvyygdKaiVzdhMkBtKNjtDuT4gCcznbeo6gCoGPRrqiwqVgPFHgLReIDmlsQVG+loqJSVtE+CNHajzA4AsbHqhCb8ksc8groWIqDGH/O3FkFBea31TVx1hXyCbxxgmk/wbSXYtqjO5TElQUiDjRrBVjVAoxyAr3kwciHsj+x+scUiqUI5lnWsOTOcZDq0dkXg1JhhfFOFNfQ0VcriDv36FUbR6/OpLFKDLSI2I1YngG626OEOcc2dMsSx/IinmfOi7cDYEscOaYIioNBJnBWS8w/TCR3OJcD/G6K+Qm/dxQnmBkWc0HaTyA48ixeR0FCkgsb4FPIEFxyLymCLqYwSNRgRLHsoUDBslA0TSx8upM8Qd7mKHwvcM/wMer5UHwNWmDKvUEa4kRsLjJHqknhh2Vl9yGe2dhkLpvIVyxM2guM26E4hx2DGbMaIp3ikwTrF+rYuFCHZvoIwh78+VxiqWY9FZ3dBTq7IYycArdOtzNFZZmriPhv3l1z5RSFGp34qjjCw1DBbBpiNgsF/dzYUFGosKGciX3ExRmGaLdTnJ2xD6hjtWFBXSg4eBTg5CVzPXUYRPsyNUpoZuxRZGdonj3oDJYlis/y2/WWDvLcZoL8ZgJbt6QoIhi1I0xHMXV+GXKdw3GXES8JZkM6kilsUySGq1hzUayT4sH1mqJwZlcvMOktEAwT+EM60SjkJwKepUO1spx5ktMWEZ08VONklDZmQeeqLJ6f+GeQDgaEXKd8khuIUNewSJgJmUViMBqDNAce91mkuPCuTamZYPW4U75F+AsViL9nkmFBRdiT4fuy3odCXDRpCzrKdWBlK0F9FSjWiLjmeVSkQThr8ayUCMlFfr1K7LUpxeEvBx9cd+ko5ppEJHauQNGqhdizZUA+G85lNbh2awlXby3BKQVwygHmXmZk4J2CLjnSMdZWc1hdzaHfneP0eCprSqlYhuvk0O+PpFSi/fmecdhMyoJDRLwNw7bQ7c3R680zwhLfFpUY8SLq5SK0UgFquSCNppTuL0ZTtGbwO57cK1gwGPnEu2gqg0ZdU3Fw5OPwyBfSIV3cFOiRCsO4hGAewp+FqDZ0VBsainVD3MMc9PhhAD/04ZhlOFZZMjRPD4cY9OfitIpTBTkjD9fIC41r1JuIUeLinRx2rjmSl2qac6S+i2SeRzDXMfcicQ4v9KxcRRXhPs/X424WA8f9jYMlhwhrPmO6ilzKoUse37yxjK9crCGmyy+I8NOfdfH3/9DG3mkAi9n0Kwau3nJx7ZaD4+Ecz08mONlbYPAqhXcK5A1NmsyNqxaWrpm4uLOGSysb2CyUER0eID48wG7Hl9rvB9gfBijUXfzwBzu4+24Tn/18D5/+YhevD1PsnRliwHFJCymQRhTKHUOzHRg5ftcYv6IKJWG2mEitr1awvlrFaj0vjlVTS/H0xSmevTzBzRvLuHVjGetVB3VbQ11RsBSkKAQJjmc+juY+Tn0frSDAydjDq+MpDjse7FJehFoXGxauNk3oUYhWayzUjuVcGc18BSVbR8nR0R7PsdebwEsCfPt2Gd+6XcbpcIyT4QTtYYjWKMXZMEa3t0CfFMViBBQj6UcxLoJmoWY5h0Yxh7Jho2xYOB2EOOBZMeb5iCI9VcwpWhLhXKOAc0sUIs/w6NUQrc4UN9ZsqWa5juVSHfsnQ/z+0QGenvRwSnytqeNvf/Q+/vaHd4GjNsaPXmPaHWMUaegsUvzutIffnnbRXaQYccAowALiiQHT0UTsaLOnykg+KinTCAXHwK2Lq1LH7SOctI7g1CpYvnAeiV7Ey5djvH7D9zPEYSeCatiwHKKFcxmS2TAxnRHFfAZdi4QYIHTY4G1mqpBaUniLMfzFWCg73GtNug3tImyHua0mksQShL2iEnucCVyYgSxn0pSiwmzAk50+eOcMMO6fYTw4Q3HTRP2iKwNSR7ep7cJ00MNs0MsygBlVqZM2aSGKNXT7MXqDGMVCBSUi3FMfnj+Aos1QqCVwi6nk2ntzCjBiTEaJCMBd15GoAVMGuhyCWEhC5rZnURZcgyd9BdM+s9anmPlTqOZCqDUkx8h9tWhiIahnDn6zGAdZY+Xczd8ji+ijB4t7EvOU58NEelWM65QYDy0RZDqpGNw/KEomBVMoZV6EyIsl6nBlm3hxE4YTwnRDDI6Y375AEOiIVAch6UccGhm+kCe4J6aeKsaEvFFAvVRFo1yBlZ/Dznno9sZotUcSRcm7X76gY3wUSZU2NJQ2VFxuLuP20jYKaQn3H4xx/8sxVi/1sXKpJxhZCnNPjhJ8uRvijQyADVy7bgh6mgIcJbaR+nmkXhERB8Geg0grItZKGPo6TgYxelMigqZIMcOFnQou7lQlSo2vXQbAig1NcXAokZ59IZjmGL/CuzAUhCkwmsQYT2Lp54axn4llKeFSFeTzmkQmVkg4K5hiEvPHC4wHUxyfHknVVlalEjWHWUCHLXuEJIxSeQoogovmvYaRMyoC7ss0ZDCHmAQr6EgURrLwTkUxGf98hgAHmE37GI+72Foy8J13VvD+uQJWlTFWlRH+7X4f/3ZvgH3PRc9uwKnW8IObTfzgVhPzyRTeZIpHLw7xu/uv8Xy/hwmznmk2CSmATfHu1TI+fKeK1ZwOdRJiMQzw8dDDxyNPevmW9LBJjiSxD2jaeTStPOp+jJoX483Mx2fTGfoK8M56XerVURevjrsCFa6tWbh2oYAf3WzgGxdLmHSOMOkcw6M5waEA1Yapuvw2YTpOReD05NVCHOHtsYLY5LBcQYgJQmWCVbcgtVK00CzrMJMUJy98nLz08HA0x6PRTNzV7LVw3hSSgMU+tOuCB3dH0eCmKiI+e/5czKhGyYZZtPHNu+v44de3sMnYpdev0X99it+8gdTEdDAxbHzzZhX/6ZtLuLlk4uTLLk6/6OFXcxW/nKkw8ia2GybWKzqWGTWop0KFeHg0gRcbiFULm2sWbl0ycH1bx97juVR7EuGMwtSEeeKx3MddRrPlHKxWilL16joqtW2Uiw0s5Qto5AoINAMLlb3FjADGc1ZnMMFwMoaT68DOn6Gkn6CinWB2cIajB0McP5xAz9ehFWq4vz/Cb190cDr0uMRQU8rDHQekf3JmvkUAywqkSHYVyzSJRKO0QRVsnQy8iGRKIuRNS+r2HRV3v6rg/GU6k3RU6xoG4ykGoykGQw39gYlFnOGRKJMIA0sqoQ0+XMDMpXArmSJ30MoU228eenjzwMPtHRX/4Tsm7txSJeNTLcd40lXxtKviDx/H+PTnRNgYWL3goLFlY+/NFHuvp9Ik4YGaqujKuiM5kIFHFaGHyUmmeGWzlCg0ugGWz+WxfD6PZDhHMvJEPT4iQq+g4fI7NjavGOgOJ+iMJnByZRTKS5hOE5wc93F82Bd1MFXPVboLl3nwT9A5TjAdpXDLKtwKVSbMMXDh+zHGI0/cBcL9D9gtzky+/HA52OV2Z5tZVg2bGf40kBxS4ZNlpFAponnYjKLCk1jqjfM53LhTQ3PVxf4bD/u7c8ELnx340JVEmqYc3oZGggUVMBozlqhwyi7CxIXpOpujhvycvp8gEGVjKF+wBFQuhG/Z9QqsQIPlaYJWZcbNbJbI5ZCXFT4rrEyhZMpQrFzzUa762LqQx9b5PCbTFPu7C5weL9Dv+IIQEnWtyWaTLYs384oFde1HCMYLWZDFpExBMJtKVFrzvsrcNFtBbs1AblWHrWkwmZk2TdE79tE7DqAaDhTDhZ1GyEUeLtQT/Og9C99+x8bytoHmloFHnQifHQa4/zTE8ychnj9jDiDVxDoWMfG9gWTS/Du2l4N4Op+pUqYqQJrlvPz//07RLMeYGGELuk48h4WVcxqqKwoO3/g4fO1haSnE+laErTUT60sFNEp5PH4ww+MHc5wNQ/TmkWwqtZqJ1VUbt67kcOtqHkftMY7OxpgzP9mxECkqAl7cefDWMzQL3Zr9nopxT4HXTaB4wDfuGPjwXRNX3rmJi7ffQ2uc4D//w2/xjz+7L4p0yU/yXKSzPFI2FmdTpJ6fqXCJMjPJK+H6QfSiKY2G5XMLLJ8PsyGCA8kBpQuDaLGdbWBrQ0Wj6oprrNXysb8/E1zN5Wt1bJwr42jsST1/EeD5k8wRT+QR3ctZEzEVMxnN61TyMseBm5bFBpehYTTRMZ7oKBRDLK944l48PtTRPtakkQwvxrmVEi5vVVDhz9/vwQinuPRnV3H5z65imB7idPoUn/9ugJ/+HfDFJyrMig2rassglO6EctlFc7mMUtES/n5/MJBMZg4xbQvimuTQj9IDIsyTOJCytFQOK8yliA0TsWEh0SwkuonRwMewM4drxdhe07HO7JulJTQbdTx+2ZIaMrNYNxFqFCJQ0xZhvrfAfC+EkdJd5mJjvYT379Zw550KmisqlpdV/PLXx/iHf9rDyxcTyT1kk01XHCnVWUBxAyxvK7hy28HqhonZCIK14EEoTwEFG7S8nIYhjo8TnBzFON5PcHQQI5i/DYjjApYliUsWlQrmnLA54oub8OItAxsXdJxJIyhBvx2j146lAcycb6rfHYdqxAjnbjSkFglzTgfoMMvgKJX6yt1l3H2/iZPjGX77SQu7u0RIcb0yUaKjpZLCSxJMF7E03lfP62huZjgp5hq29j0cvZ5hzAzOgIo/DStbulSxaqNYcdA68MWR3zrwUKyYgtTZ2o6wtR3j1u1zuPv+u/A9E//lP/8R//T3D8UVSacpN3MOOAS9rWdxCkUi88qqOJ0nA0UwY82Si5yhod2do92bIZzGiKb8NA3EuomYisaUTogAjSUNS0v8DLLhk62rqLkWankTzlqcVdWAUzbQ7yX4/JMpHt+fI58H8nkFi4UhPysdV9Fsgbxr4Kvf3JH6+Oe7+PijPVHtEwfFzKs/ZYjVGirqTRXXrtt49z0XVy8sYaN4HhV9Gb//1SP8/t8e0hoAu1pBaKXopV1M1RF2GhWca1ZQzNOZXsSzJ3P8P/94iC++HGBtp4zVc2Uo5gAwB5hHKma+jUVsSsYTyx1FcIcR3rlzE9/5y++iuprD4+e/xt7BF9heW8PW2jowU7EYxDh4OcIvfvYGv//0ELmGjlyT2FUNF26r2LlgYWPDRTHv4GDfwOGeiZ/95Eyq04tFAEVR2PplDWuX1SzbNU7Rb2toHxjyWWkKc2JCNFYjNFdDfOtrG/jBt3YEr/x3/8cu/ukfDzOSFQeIeRV2kU1oNjJNETEFkS/5OzpJIoYDxnYUaiEsK8bwDV1FqWAnEz/Bn3/YxP/+P23j/GUTvz87wL32iWSjnJ0CJ0MFxyM6bVKY/QTWLEVtg2heC3M/Ety/YEe9WPbYre0ytrcrKJVTKTaTW4dznOx76FB4cULcEJG1FGrxkh4jV6abMofymiP4WDogRswZ7lL8wYYv5Hm2HQu2Y2JwFqJzxHMJu5bZs3blmoar1ylwSJHn2kxBSExhior9toW9toUL9RAX6xFqTR2FZWKSbGkOKaaJzmKBs8UCz3anePxyjM5RhOBUgTHU8b2bZSleyhzSWVwTZdcSJ09/7mEw9yTTbW93CNsuoF6vQ7cdPDw6xMPDQ0GOn3g8VxADyAYEs+wzDC6z4Vi8yPMiTCHN2WmATivAfBBgPgzkjGqVFBH98eLNwQoFQCzPC8W5xGb8n5qYzGvinkQ37aSbZs7MKIZppiguZU3ZfNFBrmgLPnwSxjLAn7UjBP1IaBZEMNP9s5gq2FrS8PVbJr5y3cWlC6u4fGEFg+EUw+EEf6Tb4PUI93bH8ox4Y56nTbhlE/NhjN5BIIJIKpxzOQOr54pYOVfAcDpFuzuArSVYqzpSoZ5KHTwN8eaLBYbdEClz3bUERVdFwVFw404d19+todgwoeZ48UrRPo7QPoqxezTE7uFIhm/ws+a2IIuT9N+jXrLx79u/JFeR607WEJHBJ7G+cnEjFpqoY4bb001PZ5SWDVaQwCoAm9dsbF63EBDxGcUYnsTovYnhqibeebeG8xdLePRojIcPiQ3z4Pu+NMNKdRf5qoPpJMJ0GiGcLRDNAzlf8Dmnwy1KE8mxLVQsOa/FAbHC3LNk5CevgY0LNlD42f7JgRuT4kNVDs+DlCawK6UnaGwWsXN1GedvLqNUV+QZmARjDKYDtPamOPyStAveiYBokUJ1E6huKlnCxHDy7M/nKPQTOKYBm+FRkncfCg6OsQLhhH8sD8fZvYCKaIpSiJ3jGZ+iUw5RJYbCzxB2bPJzgEVCCt9fEXJRxPg2m484ZJ6v+ZpdyRA1JEeVww8Z7Gc6BhExpZKblQ1cKOjlupKrZHcMDqG9MalLoTyn4UQThymdqRS0MUqnXHdlH+UdI0p41maFIuawXEcyrfyRh2AQwudwcUyogyGu+2LTRLlpSratCNbmPkbHMUbHERQ6/2IF5bopd8VLl5fw3Rvv4Ls338F/++hT/L8ffYqTvo+AVmfLRqlhSq7v6WEXp0c96EqMUlGHU8sjaTaQVCrwTzrwjzuI6VTXmHtax6Urm7h8eRu278AOHDx7+gRfPriHk7Mz+Z4vKDAo6rBKBvwev+sxXMNCpZgXh/wwnkqJC9xVxWGaTBLE4wTRSEHM4w6z5TSgtGKgsmnJ/q/aMoXE8OUMo5dZDAj7vKSScCihcOBFJ/qKIWej6SJBqQGs7iio1BQRCZmKit5BJOLr4XGCCdHZEfO1DeTqmrjvJbGWYtJYFRd8tc47P7+zAQx9gVEnRP80koiWyRnpWxQTROJkNislmFVWDKs+h5lfwDQiqfZuirNdrnckM5AcoCP2Q6RBCFslxjjBQosQ6DGK9QLW1htoNmo4fNnG4Yu2RG+wgSAuGo1rRWbpp6OIOD7SiKI0gLeYiCiL3w+u1xQCmaYlYgIO5MMogVJIoBYZTxXDcWIkYyDsE+2csclTRUM0CxHOMxezU+SfqYrTVSKO5iqiOUkRVHxC3MRGNfsui9wiTVEpuKgyomBOLKMnDeE8Meo5A8OOh0HHQzIjPjWDSPFsRkQ9aV9EILtulq/I1+ExN1ZZiKiIWbbRQEE0yEToHHSyn9OfLjCYLLB9pY6ty0vIl0NoJpvyC6QR3UMa9p8E2HtM5z4HqFl24WISY8EYjCTDFrulBPlqLN/tJNURJYzcCSVjr7acor6cipCDwzuKyhl/sAg99Og86qbI2RQv6zIAPnwSov2abv5skCJOVj6rFKRT1EGXMQdjFOlLLOTbATCB3xRSbSUobKfQmMWXGCI+HHcY6ZVCLyTQ6X5ymYGtYOGzmU6X/VuHlaujvpxHbSUHf0q3IXs+2dByNghlvVBDDnFtWC6fH1Oa8BSbUAAeMclvTlcQBwwkXpGKlqLYUFBs0OWd4cSjORBMONjl+meJ+20hDjzmPVL0n2QZvxRreJmYnA3kbLjLCy/XZDrjuPdlDjFpJ9M99Bb7zH0hy6TmvpENgPMVNmQTVJdJdFFRqmbCK+6c3bMErZMEc8ZkyveF+ceWEGrYGB8MFjJs5brG/mChyPs0n3kH0dyBP2Ee5BxKGmJtPY+19QJWtiwsb1kImWvLxmTfw4j9oHEsGY+sXj/A6QnPkwqKOVfoLkS+Tydz2Uf5rGr8zqgkHFAsloPpuBiMPQwnnpzP+d2zbAsbSxWsNyrwNQUe8fbM5qBYaOBhuD/AtDURxLSbryBM5/Djkfy+ru1AVw0cHns4PKJoj4SvjNhhsOkk9MBsaMn9mVVpmBKFkSuz/7MQx76lF2AZBfQ7Ho736JDzZF3kAIvDMdfKSSwT36d8Cbh408X2FQsK2ID1EHkuolkBYcDvCO8eFPIGCJVARHM0N/jDBWakAs4iWIL/1pFfTqUopJq1YjQdA9+/W8SHt0somCXkzSL+2z938Hf/5QivDicwakCuqYhT9yvvlbHf9fFof4q9NwG6rxLM2ikKjoWiY+Ir3y/gK98v4trGBnZymyh7Dh796nd49G+f4tVEl/J4Fikn2LhQwve+cxG3r6/iZ//1OX72X1/g8DTG2UhDpGrI10zYBQ3joSfFMyJ9Lbpiwk05BDDgpTPMMZez7OULq7i0VsF2PQdXT/HZly/EiPDu1S3cubKFtVoeVddALoyA0yHSzgRDS8HIVtGaZsPfo+4cTw/G2D2bo7pcRWWlhkvLKq6t0ISywN6ph94gQslyUTJdbJdy2C7m8Oy0j9++PsXxaIS/fHcJf3mnAU2nkyvE6WiBV60AL9oLPGtF2B1GyDcT5JspanaCOlH09KJHFvTUQo7fowKFBwYWPnkoXINVIVbkSGwzgc1iGZvFCr541sZHn+/hy1fH2FlNsb0G3L1+A1+5cQO7+0P84jfP8ODVKbpJhNDS8TffvYm/+d5NpKdjjJ61MO7O0QtStOYRPu/28Hm3izFnUKouZ1dmcItQhRhm9rlDFU5Ig1UCJY5RtHXc2K7jxk4NU6+H2byLxtYqzt+6CdWp4tmzkdTz/Rme782gMGuV39tcTkS0xBSPx20pRlvZPKNSdEU3O3PaNWamUlA6leLdynV5f7ThuCU4uRLiWJPi8FfTXNlTfPZ5ae17GzeYkpAhYuwFFJrGIh/zMe8YI6xcdLF5s4R8yUHKaAsvzf4/Zhwr3DwD6BbJba6QFzrdOTpdD67rSlQQ1+k48aFbIQpVDoBjTMbAlDSlKUkyHFmwt+YgX7Chm4y34dA0B1MvwmBMCykcIIHJxHxioHV2hnbnDKrBPTlFrqCgWLRRKNnwZjQrRPL+8BwgLCOhgmRD5Kx3nDmnJBd4niH5eY6QDLS3RbEU42tCCoY4AKbr2meMW4RKzcbKVh4lCtJtmpdCnO0G6LwJkKomrHIOCmNcTA+hQZIJex1vhWskgCCPks27dgX1FaC2DHQGPRyengnOemXNQd7V0d71cPbGQ35NlbqysoL3ls+jovLZCfD0WYCl7TYa223BMo9PY5ycxHh0mGC/n+DyFQWXr/LeQcEAMdU0GhWReiUocQlqXIZiMN+vjDFjJPo+RnMfjhNIkWiWUc1InaEpkTtcHikK+OLRHr58tCexBzJHKLrIlwpw867c96azSHq5M4+msIUIYimGJV2uWDSxWnewVndgMdt5MsewN8Sr3T2p5sY2Ghs7gOrC87OYHIUWUJoZFQuGynU+228puPLSCEESwWKsAvPVVROpZgmhgCJqRqKk4ksNMJ32MRl3sF7X8I0bddw9X8ClXIDL+QD37rVw//4pHvUsPFnU4FsVfHCljg8u11GgIFRP8PzNMX5z/xWe7vcw8BSMKXzlzxcBWysWLm7Y2KlbWM0ZqJg6Ptqf4Of7HLjS2Z7AsRK4NFaR7pMYMBITjShCI47QChM8XiTwLRNfO7eCr+2s4OHrEzx8c4JB7CPMARfOFfG//NkO/uruMuane1IjZYGRyZjXPPJWVSoJsqH0g2c+/vDlHK2RgsS2xQU8nA4xmAyxZBbQMAtYq+nYXFGQN1NMjmOMj2P88XSCP5xMEGgk+9oy9wkSD36yQKxSpKeDHE46gPlszeg8jhPk6znk63l89U4D377bxIV8iGL/GN5xDz+7n+CjLxJMSnlMinl8790G/rfvrOJ6Rcf9n7/CF794hY8TB7/h/mXb2Cg42KkYuNRUsFZO8OSwjyeHPZx5OnqhhdUVF+9dy+GdizZar0ZovxpjnyKqXoBZmBkluQ4tN5pSG426VLm6ilxpA4V8Hcu5giCw/TTkqQGD0RBn3Q6OT8+wu3+K0/Ypms02msttrOY9rLsB/OMp9r8c4+DhDHqpDq1Yx/3DMX77sovWyOcZMhsAcyhFtO/b4NdMWS8rUioKWV5gJLOLJ0/JG1FE5VOtKliqadhezWFrLY/VdWB1LYWTy7C35NO3z2ZSZx0NnTMTPtWzPKGy2cPzfATUqsyzUOFUIOjlME1x8hw4eQb02z56LR9fuWzgb77t4s5NDXY9BIohHpxpeNhR8frFAntPqTokds+EZhlo7QdSbhEoLalwiCZzyM7XMO5OMe7OEEwUBGMFTi7LbrKp9KBS3lARTTxEkznqSzbWLxRQqBjwFx68wMc88uGFAXL5HIrlEqajBEe7M5wezlFruqg1HahagCT14M8jTPqZi4TNe5PIKoMIWk7xiV0LRekkblFBQNDVy0tkKkHwVIpyIdHojpkRRcqNj0rVt0hofkycwVHd5WiCZSospWhu2ti8wA3RwsvnU7x6Ps3ymHxFhixUolFtGWkBQpV8N94oiNPh5ywUdVCawkwbn8giYpnpPmA2kpXAfIvDZZOO6JRFL4XfTjIM1JzNGqr5+VqpNMucBDqPe4ohTqHlFQVNbioNF/WGi1YrwJMnExwf8T2O4Ucx9JwiRdU6h2UciLOplszptOVBPzsc8LCRIaFJEFGRa1hSikUuALmVKdJ+iniSiGuDDptEs5FqNhw29mIfl5dj/Hff1PC9rxoorZtSn7yI8JMvFvjicYSTNzFOdjkANqA7hjTb2Ph6xp8lAAAgAElEQVTihT1DPmeDeF5O+d6pgnPNPlNetsS1KuQq8QOjVHbQaOTh5t46SumqZlMlTbFEB9VmgFLehJ0UoPk57L2YSY2mIaZ+hHJFx/mLRMuZcEsUFwCD3gIDOn7ngMc8WqrmcrE464XunQLTbiqOHuLmOKCsFHX88Bub+OGHW4gsDYMkxl5vhk8ftnDvOTMP6QwLkcwMYGZDDVJokS8oNja/Y05hmbVl8rUSEc1DlobNywk2LvNwQ8c2cypUhFNNMB2NJQ6v1SwrTtMwHAbo0fVqatjeKaG5lsNR38MR0UkjFeMxf19GuYSi/JNs2yDBzAfmPhHkKQrVFPlilt3I4Tt/3XCoYYn4hQvE07MBzyzWFG5sw4lsFGwdReJFtQhOMkHeXGDrq5ew9cFFDJITtKcv8cdPR/jJ/wl8/oki2VxGRZMmPxFsVHQyI5yul9nUw2zqw1AcGKBYgehfHxqb5qmR4WPTkIDGDJEot3hFcBgc1FMhluiqNEypBm80dFznIHbNQr/NdZBdZl9ydhOundDgL1R0OYDpsLFJifkCFzcruHtzRZyXhZIJO0dE7RjHZxM8fzHAs6d9DAZB5vKhu2quI/J0bF+1cfmOLc5Xugf4tXr1aIxXj8doNhU0myq2z5WwtV1Frujg/v0+7t3v4XA/wOEeM8uJz8wQEtJ4ljXEgppaWaMiDZAvJ9i8ZKC5oaHfS9Hvp5InMmED1+OQSFYdGTRzINVcLaCxWoRV4PeYh9aFuCqiGVAqOCjlbREPPH8+RueMuYJsNlkolGMUSgkCNcKcaluXOe0qKkuaNFld08TJmwD7T+cYdSMRNFm2hu3LBrYuUYlKB4eGs6MAp3s+ZoMY2xeL2L7A159geyvBykoNzcYazloJ/v7/eo6f/ssbec/kLRB0JQfBGRbfyXGIamKpaYnrmqprW7Vwbq2MpYqLucdMwBCtowlOj8biyknIAqEjwmFTKcLOxSLOXShhOg5wwJzhUYBqTke1pKF8PpGq1ByUSy7CQMH+mwVODnkSlh1esIp04wjOlQ3bsoOV9TpW1pfw+cfH+OPHRxhz8EFetJGKK4x187aLW7dzuH7VwfUrDlaXSjCTBsJpAT/9l2f4yb88Q6GuY+18Hm45RaROxFVy9VwT184tY3cvwoPHAR6/mOLpq7EgZ9e38ljfLgC6D8UIMJzG6A9TjEepEM7sKMU3rtXw4bUaNjYqqDYrUAwFnV4X3R6f3xSDQYIJ1YN0Gk0C9EcjzL0Zdi5VsHOxAtuZQddHyBFlTBt0bOHRiwSPnid4szvH7u4cU48qWiLdFMkaqa6yCZYNTSZDBf1T5umocLin5BWs7wRY2wmwsVHHxsYyRn3gF//awmefdGGXIfQSSQMQdZ4qwgJxMIUR4jCC7prQc5a8T7lKJKis0V4qRachzwUfXi/gbz+s4OpFC2MzQB8+7r2Y4t7zKfrzVJBNcaDBnFkwPA5gQiRahDjNGnV0hDGvjQPJRqOMxlJJhiBhEAgWedRfCC6dDSc2JlS6trUYufz/x9V7P0mWX1d+53mTPrOyvK8203YMZoABB45mFyCWXBIktRIlhaQISb9p/yD9JBexy+Vqg04CQQIkCAyGGIx3PT1tqrt8VmVW+sznjeLcVwMpBMQNuEFPVeZ7X3PvOZ/DrDNmCFOVaosIwRuH8CfEItPBUThN6GxnM5UN5nJdFVqJN81k3eJgjMPF69erUnWFySMRMpJNvASex0wpA16iY61hYb1pyYBnFnn8q6C7FlTHgJdF8NMIZ9MYx2Pu1ypKcxuN2MGr16pSp2c+vtifykV/rWSjZmuYIMRECbB/EuDZaYhcofvWFWxjdzJDdzoV/Pg0IxWAAkVLcHOFKx+IhSJCDKKFat2WIT4x14GfYzycF/nAbEoSU8umK4eSHGjSAcD1mwMgYispliQpxFBliM7vP5wpcgaUgcxVLiuHBhRH2aYpKnoiN60GG8ukMrAJHSH3csCDNB0qTQeLLQVrCwk2Wgp2alXs1mqw9BSWluJgxnyeAJ/3Apx0EpycxyJIY7GRMovZkAGsTIcNXRqZxACnZoTI8FGxNSzaDpZK5NwaUgcP53jyPlF9xfCbWFVLUcCrreRRNR2YZQ2KW7hMRZHF5mlKAQ5dACFS5hF7PEdk8OYcylHsmBR3jILiXBxiiy3x1y5U6XQzLoNHPPZCiABlccBIlDHfVWbj1Jlt6WD7noPeWYReJwQCA3ZOhFkJe9eqWFpy8P47F/jgV13Mo1CwWxwWVpo2SjVGGaQyBKYjRVhx7KzIvQhQ5HJO11Uh7qGbKyLSkBRZ5hSbVN6n8r1SZc3novjXIvJEfs0rQk+qZJIVW18oo7lUhuUo8gzUVww016h4pIMgxegyxHlnjIvOSJwUMemrHIiYxWCE+GqKD0uOjZLryOCZotY4oPqf2GYOZjgayIrGkrjc9YLwo2mSP8WShovkKRd7t+wWXzairgSmRMDmOrG5BbUkp0Ke4qUaB08k4bDpzT+L5CJOBzkIVyUGhX823R/cByk4lXsG4y7oeiPe18sLtxsP78x+0oD6goXagilDAJ6K+TsQySweDLXIJ6OoccZB7SRDxnWQaMKrvAO7SacqxG1dIKRzTE5iTE4jaLkOUzfhuipqNWCl7eCr13bx2rVdvPf5U6kgUeG6TWimI43+MI1wORyjNxqj1bCxt92AU7dxliS4pJgj1WClHI6UUWtUUa06gnh3TQ2DQ0/qonOOTqeDIPWhVVV5X+TV5LDGz5D4jFAxUS+74nz3lAieEiNVE6RUMHMgFORQmF/qqQCdhHQgqilKbeZeazArGnKdZxcV02cJpvtUEBROEr5DFMjCZE62i8qyg0iPEOoRKgt0COayB8j5agZ4FxrmFyr8oQp/TEGrjmqbYhINXjjHPJzL/a4Qt+loLBiCfk7YRAtD9E8T9I6JiGVoaAl5Qr4Z0f0+MsuUchdy1JbZmGMMjwotVXDxPMHFM6J6SUagG7rAHitKDFPJYdD1omUItQz1Vg3ra0tYWW6jezJG72QiqP35JBS1P4W2HL4pVCYQCedYMsTLBQfpIeWLLJOvYkDM4sA2Hhd9CZQzKOVMUKuMf1E4KKOwghEuGSMe6GBjwzITERkH+nzauNdReF70U4gQ5xmjcKJaVa4luQyPSNQydUNIIhRMcGBM5K7ELiEVkYQ3ZtO7cIXyzkDHL+kIMR3kcSwxApWKI+/6bBbIGYBUraWNEpqKi4biYtD3cXIxRqfvIc5NxGBEio3mMtc+DrgDOKUUpRIFIhrOjjIpYm6DZI6ITsgBEI6Jyjag0nVcymCX+UMx/qf4Vb/MBXdrCdwaxb/M2CXprOidhFGA+QyYT3M4hoZGmWJc4OwxG9OF+F2ilIodoHBBUbxCZ09CsRXdrXTZ8Lsq9gtGhlU3FSm+TEpc3HEn3UyyU5nhbFQLjDRJBHwR+J1x+FeullEqu9CZ4WsWLkuSF0guEKwms9W1q+/ny6E0sdEcUDLCgGuLTjRkJHEAvGfT8VheUFBpUzhiIo6K2IPYy+TeQqELezqCKrdV+XOEEkMUqDi9UvjjRIa/LDHpyWdBygMHwBSFXgmp2JeTeI6CEkTC1JdEOCWj6NiAVc1RaiWoLmZoL2lotjlkL7ZbYoV7nUwiu7jPSWyZa8B2TcmGHJIkQTEW41+IZr7qX82HOryhLqI+mgnofqeblsjeG3dbuHG3CWgBxpM+phMfs5GOYKajWmNjPcN4GuJyWIi6NfacSENj9ECcokZBRL0sPcnZfIq5PIOGRHb4FBikzJSuoM7omkZNsMVVQ8Ew9DEIfXl/VL6b0wSTsym8ng+3VINbYgaeJwhanpEdm+c7U8hRLN437XIh5FIyxgfwXSyMC5pNikWKettAY9FGtcXBGoXXMQyNGNwyRhRXnowx7jFSQ0Pis5fGz1pFyeVQ3UK9qWFtO8fiKsUfkZAPvSkJgcRzkszB74B7YHEmZ+bvaJQIXprD3yzJhFDFqiyqqLZV6WeNOiGcHLi77eL2lou1pbLUe2/P8NMfj3DQCeCVU+T1DHdvuLh3w8FwBJx2MlyeJbIvcs1vr5SlXnp5Xaqt57CnPryzAd765XO89fZz9HPm0WpYWDdx7QUbL9yo4c6Nday1m/jh3zzD3/71Pk77GS79ovnu1ky5Uwx6U6mUoiVSdhgNwoxmrnuI5Z/b621sbSzi7loNt5dcrJQVPDk5xZPTU7TbFbTbVdTKFsqOIULAwdEEw84M/UzBgAInlSI7HcNZjMcHY5x0fexeX8be9SXcadu429BhJAnOu3OMpqQlsEdowZt58KYejsZTHIznGMQhttsOdhZd3N8tSZHQcNqZY0iqg1lFYpQkB5TOUVUj9cuX3tz+c+KnM6xt21jbctDKy2hEVahhinkwln1sY7mFjeUF2Ow/ag6eH5/jwf4Bvjg+wTjPMEaG73/lJr7/6k1xND5/3sPzTh/7wyEu4wDf/vqL+NZvvIiTTzv47M3HGPRm0Co2spKB02yKs3SKYZhhEuaYkTbi8QyTIidOvazBTHQpGmkCPxRHLcXoy3UX3OQUxUO5UUFjeQmWXUU4MzCfqDg4meD5yQSx6oILK0UZpBs5to7ZtI/ZdCD9LiJwSToUoQkHmHEolaSRFHstZYqDbJ4JLCjsxQqKg9RJFybDyhVTxFxE5Ma8v0YRkshHGnsSjSO9NCWBpTPLXUOtraC+zHUyw2xYiDMdq7i7p/kUST6Tuz4PicwzHk8ZmUPRmSYxPBw+cs0xOPyqUjDE/ZS9BUZlFGQ2mqGEuGFwHQ7FVUwkDh2rFFa6XDttC5pSgaZUZTDz/Ohc1sIqsdJlnistEW1R8EOhNtdyns/o+pLoD26m0nunG5heVfYO2B9TENNVygGaCMqKcwKFUrKfCF1TlyFw4sVCsWD/j+Im0m4Mh3EKGTrPPJw/4z1Wgc3+IPPpaQarMg6B+z/7gRQb845TFCNttvfKUv3BACdnF1D1CCurvHto6B0E6B6EaO04Uszl3nUW4cQlPH4S4/HTGEvbl1KJH2DciUFq+enURD/SsbHD6BF+Fpk4o8OZjWhaRjipIg1dKcGmGBXMQqA/9uBHIRaaOdqtHC/sVnFrpwZb0RHO6IgmScuSen42wrPTIXxGJegUlGlwSqSbES9UGJh8isL8FAGpKnEmtBjeV2xHxeaSjZ1VV4aqsTcTZP1Jt4fTi0uodgOK3UCeWUiJWCalJBgLvrnRbKPRXJQ8az7HYZIJWSDKQph5CiunOJH9G8aSaCLsFROipQg1JImnCMMR1hcUvPZCFS9uudgxFexaJNOd4Xj/DJ/0UrwztnAa6kJ4cXUdN9YWcXO1jeF0ii+OzvD8YoyzCdCbMjVRk8/IzOcw8in2FnW8ws9uvYxfPL7ELx71BMPjthtimErGfSSzObLUQprZWNITLBspfB3o8kxmGdipVaQ+Pxjg8+dDDBFKLNXNGzX8j9+/hj/5jRX4B8/gP9/HSI0wpJjdZOZ3GYZWETMOc5s//szDO+9PcTpIERoGCCiezH1M5gHKmY1KbmNvw8bd2zZWWjryUS711qMJ3no8wSDOkDm6mDBgRcgNxiTRgKnC1kmnK2IkODIiJVHXDBiqiTder+O3v9PCNcZLDsbwTj289WGOtz4CJosOposOvnGngT99dQHXyzo++vkpPnrzFL9MKng7qUqERz1XsFFXcPe6it2NDBfdLrrdHvYHKZ4Oivnijc0ybqyXoPmx1PFlgGfdALOQd1oXjfoSXn3pq1L1kiX7XG5oCGl6zFPY8Rx2NMfEH2HqDdEbDHB+McD5+RjnZ3NMxh5eew149bUcC2aEah5ieDTFs88m2Cf1160gc8t4cOrjg2cz9CYxSfsCIr2ykRb5JWzbi7JYpfKzaIZKvMiV1L04fAL1uorrNy28cNPGV16qS5lsjuSJoF86ZwGOjzwcH/s4OibyRcN5h7mKxIAVuDdinwnNvnnTwc2bLspLCtAgHivH/q8U7L+jiEo3zUO8ftfGD75VwSt3DFjNEFk5xgcXGt6/UKWx6Y3nmE5STGYaRmMV45MUo5MUS3saNu5qsKs2fM/FfKSjdzBB73ByNeVWBDm7sluHU7YkO2bYCRDNPUSej1d+o4Hv/Zs1NBYNvP3mOT56rysNQKpjq1ULtZqNaR845iXmOMXd15u483oD49kEnc4lpuMYkW8gZXYyL3K8WKoMVqO6MZUhLJsUxMiJspfYjkyVpiOxdBEvwjwxpaYs6pHH7hM7a8Xgk4N7wfNUmUNsoLGcobmaoUFV+GJZhgiffzbBwwcT1Kou6tWSNFAY6ivZX5hJpRGblTyIF80vNrCSkJuOIkMzf0i8GaCwN1hXUW/qkjHATATdsDA4jNF9EmI+Ziu3cItwCEJn8hU1ThoixELWqga2thxsbzPHz4Jl23i2P8N77/ZwdDJDbikyyLXYkK4pgkkijjCe58iI1PIg3kJWkUfMwTSQGoDGDKS9ChauVeBNeLDzEVzE8E9SJOMM/NV1GpEVOmQtGQDX0hB3NhL84LvAv/wOYC1bUj98J8Gf/UOCTz5JMT3LMD0n3olqKkPyxojCzkVe/2XTsjjwM5eNg3T+bxzys7nGxha/J/ZguK2vbZRw81ZNnEuPH0xweDBHe4f5TBYWtyIsbvpQUgPTszJGRyX0jufoHc0Ex8nM6vUNE69+tYLNaybO/Ck6/hThWEU0VuUCPO4VGQONHUgpkSlF5Uz/aSRZxSvbwM51Gz/4l69LffjsC/zde2/jUecSvcDB5dzC5bGP3pGHbKICM03yXR0tkYsfD1JsggiKzsglFyxNDTnw791RsHdXwdwr8vOYK0Ehg20a4ijl5srLi8+BfEAkSQTLUrGy6qDRsnDS83HS82DYZZSqdcERhrOZqLCYPcYM7kEfGA6AygLQ3gQay0VWHXs/g4Eitb5u4aWXHKwtKlD9AHqQYEFrYUFtIZgHmE3nUBGgVYnQagBLL+5h6f4uRsk5LuYHeP/tCX7474H33gLUega1kYtrJgqZmZ6L64XnSgoTqTxToiqUuCZd4iwfy/r25QCYCG6DAwRZZzVpyhE1R3cRP9ica4JCtaiJnRslvP5bVSyvG3jrHy7xz/9wKeim2/ddycehSGQ2yvHkQYynDxK47RCldoR/8c01/Dd/cAu391o46wV4djLH3/zkRGo6CZBxEKVxWM4DDoeCRdbjd353Ab/3ny9jaaOCwVjH0WGMN390gjf/7gS7e8DeHvDGN3fwG996ARvby/jR3+9LMUv48GAmDkChFfMsK/nYxQCYaxeVm3Q+Uxi0uKGjscShPmTg50+prCuEHZC150qpoDG+20DJNtBa07GwqUmuuWMqcE0VF8ehDGh7HID3KTqhi9eFadgoV1OUqgkiI0JghAxngFMiYkNBq+agVbNx8iTC0098jHtF44kulhv3Ldx40Ua/m2DQS9E/SzDsJpKH8srrS/jK15ewvQlsb7EZx9wzHU8f+fjhX53iZ/9wUQwI6ATlHETcGpDMwnJNwfpmBWubZRzt+/ji4xkczcK9m0vY3qiL6lJTVHz62bkUmy8ZL0OmjlIrR7mV495XVnD/1VUc70/wzz85xOmzIRoVIhuBpTvA4h1gZaGMlVpVEGbFoTbHVLKlVIxOQ4yOApRtHTt7ZSwtlRBFDuLYwYN3L/DgvS7GoYfMYf5ggtAnegj47neb+O73WkIZ2FuzUbZtDPsuTk5V/If/tI//8J+eYm0XuPeahZVlzoxCNN0cr9zfxMv3NvAX/3cP//P/eoRPns44g5WLxsaGIxnTgm7QVPQuA3Q6PnpnATAAlAHwP/33t/Bv/4fbKNtznBwfSrYW1Db8sIKfvnmIf3zzEB1mvc0Bs6xg87qO3RcsfO3VTXzt1Q0MO+c4efwc3mUAPWSWjIG3PvXxz59S7U9R0dWwVhCpOewK8+jzItLABYI5MOmTxKHJUL3ZNLH9go/tmz4SzYWXVNG9AB5+OMHBozkay4ogNAMPmI+YaVngHxNxcxSlM4uupsOu5XCqzAZOMTkCJseAVbNg1S3cX9fwrW0V93cpPGugvOTir989x1+9ey7uGmm2wYRJZWxYQu98jG5nLG43NrDoNG+2NdSbFsqlmtTp8QRnx1NMJ6EgoknVonrbLZeQawwLDlBfULC0WhA/zk90dE80DM+nGHSmchbgMZHnE7tsSIZarZ2i2k5EzU1sFde+kNQP1cTu9opUM/HQSj0E4wCjATNpY5SqqlSz1pTq9SZ4/OQEl+Mp9JIJjVgi4rrUCDNLw5iqbcPGulrDplnF9bWy1I/+qYN/99eHGJ0GuFGysVw2MHdDeKUIT7rAky7xplybiYMqGqh0z0jWjhGh3tawtGaIW4ruxShJ0LvI0L3gYKGM5ZUaKnUXtutAN+lameByMEbIZgTdBzlh4RRWXZ0/0sLpyGJeq23b4qKcjDyhvFAQwGeJjk4O7+jg+vLoTTQ20dwrOybWb5oiWDkfeiKWCE4B/wRYu1bFzosNVBrcayYw4wDrkYaNWMfmooWtJQtzR8G5CjwLU3y8H0rNT0N4pxFiM0favMosnukwKPyRIUQEdwUobQCNsokmHDTVEsyWC6Pl4tmDER6924Pv+eJY5nrG4ZMSKCLAYPEIAL43JRVLbRfLbRfVpSpqS7TERYj9sbh7+r0M/V6K8WUoxXVSxDL/H0U7nyeez8SxSCeNYC2vaCpX+0NGJxoH4zyPcl1vadi972Lvfgn7H8+x/4mHmlvG3vYSNtbraC86cB0Nb//ToVTAiYpLwQYblJbkuc4mqRTPbgbHoAnP3pGo8O2aBZv5UUkoReNgFvKcp8EqM9fdLMQS41CGw0UDme4dCtI4gOXggmdBIt8KWs2VDevXsTt3X1/Gq7+1juW9KrSyAi8J8eDTI6nZBaT4s1FgQcFByGc2z1Apl1CplJFFMfzJXO4IGdFiORXPHMgW5w1GHPB5pBuQMqsoZAM+FBFY8fnS5ZmJoOFqJiZ3Prn38QBPx498VxzMaajUq1IqL9rqDFHiw+N5jiQQNqSYH6xSHMEMSb6DRTFPOGHO6tV5SeJrvoSHyBRCRbVF3Caz5jhcjkHnsaY7QsxRohRqlMEbxhh3Q4QzUpdL0Cha0RLExOBWI6i1CFadwl9TMu6mJ6EUnRp0EOv8eSIPFS3HrfUWbq8v4Hg4wsloBNepYGVhGZbm4PR0iNPTEUbxHKNkjt2dJr768iacqoEPDw/xqNNFu72O9sIaNjfWsLm5BkMhpr+Hy7MzPPjVMT771bEIgXlVIAWqsaFLVvVgmmA45QdQ/MM1DaEZMHs6MYlCUzELfMy5EUc5TObpxSxdIpJSCuKUCFYDcPlu20U2OXG8/nMV3nPSZxSY3OuQISSCnXfF5QrKy1XkVQ+o+nCbCaqtFIaeYdLJxfGbjmxkIwepb4qokzQoimJIwhpOexhMeoJJrFG8vWCiwfy2uinY3Ek/RPcwwfmzBKnnomy3YVslZOYEuTWBl6Tw6DxqK1ja1MRZmNNS5ls4fxbg4hnjBqgYVgQ1qDuRIAy1K8Q/tR+xBjSadayvLWNteUnEMpNBiMuzIbqnfXHcFXZROudVKcvls2BB1eiI8iUvlchofihxSqws0epAPufdjV9ILiWxwTy7MH6TLYuQSOKixBKfKoKC06sWMt5VJwGSgEhZFYatwSwpsKR0yYDmXd+nmJyDwUhAajByGw44KFcx92YSJcB1hj+PpAcxqlaazxYs3ZQ89TD04bi6RNGwSUwMLRuae7dbuHa7hRutJm62WvjiUQ9vvvccHz7swSo1YZdb0NwYuhujVMlEOEv39/KaJiLJS/ZIhhouuyP0LvqYXgbwzzWEfVWcyWZJl1gvDsX4zyAmxo6DLQeLqy5g+FBMDkXYWOfAnXFLgeydX777pkZErip3erp/e4eprJ0sWR6/FAf9+u0o/g0z9bgfU1jOHGu9DEFP1jc0pIzO8lNMuynGFwUy06rROKRIjjHvJRxOMFmg7DpoLrRRq9cxm/WlBicxLg8yyVwsZq5q4fhiwz5IJAueA3Y2aulM1u1C6OWPQimHucgrGmqrRMcTK+1Kzul0OhWnJp29PA+GAcVmQLle5BJSnMP7IEV0w/MQ014EhZ3KgOsxG4AceDOOgAsws+wKtCrzeOlq5vPMjMs8IwGCbjDqHUyYRKG7KdRyjFKLglpVhsCMoGAy16hfEJgCCksYe0F8taVLTRl7MSmapjxXUvAvYvY8x/CcmZR5sV7VTaFeXXa5v/v4yusb+MrrmzBdHzO/A2/uI5iWEXkOLMeXmocRJn6RARjOKALKpHnt6MSCt7CxsoicTqOLc5z3huiNMikJL7WAtZ1VbF/fEfd/Phshn49wNrjE2bBffC6qJfjsedeXjGLHrUol8BHlUxkA83xGR9/piYfTkzkMi2ebIneWRECKyA3dELGQH3MIHcjgd2HVlkFwpsbI1USat7pawnRI4dkUk26McKQj5FA3LISXa5st7OwtiQi41vBQqXrSs+KaM+QdhiLkrCBtcaBi64BjKNg/9vHsxMeMZKiYmcUKFtdMLK2bqDY5CKbTMETvbI5knmDBNbBUNXH7loPbLzg4epzj4fsJTvoJLowIYzvG9RUN15c1pHML/sCGP8gRDAJB5m7camDjVhN3Nm/j7uZt5L1jDJ9+gP1PP8MPP/Twww99pGUVWUXFKy+X8b1vN/DyCw0slJswcxd/86Mj/PXfHuFskmHE/UkzpKdKg0j3bITu2RC5lYFwDdHZzgUM9muB3NJCA8vtJl5Zq+C1NRc3WhoG/hCDYIhAiRGoiZhzSGuYzVM8fT7FsyMPPQ/ozSHCgeV2TdbUp8/HuOgF+MrLG1IvNcp4ke9ynGI0nGPsF/eLma3j3S8O8d4Xh7iMQkSWgkAnvjeTPvSffmcVf/qba6jkGQanE5pU/4AAACAASURBVDHibF7bxvLaCiadCSZnE4zyEYbqGI86U/zwF2P886cz3Hm5hNsvu7htLOB2sgh1HODk/ABRMseLt2/ipTsvYBIAk4B9qjMMLw9xcHGCn50m+NlZgv/2jR38d2/sYp10hzgT4uSHR4d4Oujj/ssv497LL+Ptnz7B3/6f78sdanm3gYWtKrJaiLQWYjBP0BvGuBzFGAwjGQTrdRNGw4SWGNBTU9az4WQuZgaB0+RFDEOF3w/P4MwPtl2s1VfQKjVxej7C6fkQ86yCQGtCp8PdZZ62Cn8+gU+7bJ6wK1vEXlGsqGSy/jEe7SoFDy4d7FVTnosg5iyfZ1Cug5YMfy2nDk1zkGaanJd9bwZvPkMYThGFE+RZQfQj8W95aQHLiwswzACKNsN0MsPF6VzEhesbTWxsNBEkAwTpECGFp5GOMFKF1haEFMIwJiIVUhuHwby/MS6AUVLzeSouUVL8aJgiuaZQeLPvTGpOJP1G0pkYIVFrOKjXy6jX2mjUFvHg0Qk+f3SKDFcD4JIqlBFGCTBmi/9fMW8ZFAWl8OaeUD7lUpSTYkITSSxCFAqH2KNnvBUFZIpBsgkFbvy5mNtrSDQnhZCFUSwUQle9yXu++eu94mR/AhabdTQNVVoGWisVNJZKhUDO4VmCpAwFvc5cqAa9zgT37q/g7r0VjBgzeNIRg9vyKgXWGnqHIS4PI6zcqGP1Zh0Ltotm7ABTHfvPM6nlrQFWtoeIrwbAk6kKT60gNEtorkVorEYyfOX9YT5ijEMJ034Z4dwQAUKm2oDmwo9SjCZzIeMxP3t73cCt7TJub1fYFYE/0TCbqugMFJwPVFx6OfpejhnvRyTN0oBDWqSZwXUsuLaFKNLgeyrCSJFYp4jOeC0FtAR7aw5ubpZQJwHGnyD0p+hPffRnPvoTBf0p5yaGkEeyKMFk1MFkdI713WvY2L0GRS3B8xSJo/NTH2Hqw0JEOx/5JZJ3zR4Y71Y8V9SrDupVGxoXxnyO9Tbw4jUbt9dsrCvsg9jweycIeif48GKKfzqP8FE3xNOjGfaPZvgOiXkv3xPk+8Ab4mzi4Wkvx8kQqJmW1OXZMToH+7i+ouJ3v76M33xlAe99coL3Pj6BsbyC6t6uCAwHT/YxOrvAPHHhpSUsVxKsVBKh3OUVE6rJPGMFbqrii0MPj448DNQYfjXFrbs1/Nsf3MB//ZtrCL54guDhEwzUCAM3x1wjRchEmjOP3JHM548/muHtX41x1I0w11TMwVjVvIgSpZjK13H7hRLeeKOO69sOyhFQiRX843sj/ON7YxxTCMW5jpPBqicwygWxh5Hj7HOzb0ERd6LqfALkvycM5JvfKuF3v1/F3pIOi/E6Zxk++FDBBx+qmGwYmGyYeO16GX/4QhXbpoaP3h7go7eHeDdq4L2oiekc0CchlqspXnlVxe1bOdJJB+m4g4+PfbxzFEmO+nKjjPVWBZtNExtNA6f9AE87c0w9EzoaWFm8jj/83T/BH37/P5OznKpEGASXOJt1MJx2EHSfIujuo98/Rn9wjPOLS5yx93cRYNyl+9/EH//xEv7ojxZRZiN+FqDzfIrHn4/x6PMxQtNEYBp40knw+WGMwYwzTE3LeaATkJrkNl7J8a9wbF/+xyLAssiIKlcU1Fu6vPy7uyUZ4lVKGaqlHN4sw3iYYUxm/jSTTMbBKMBgRPeJgvFIQxgW+B42EyuVIlNve9vG1rYNvp7dGdExxLcpGDwrMl+5WL3xsoU/+m0Xr9w3YTcVZC7w5tMIP38S4+IkxPAsxHSSIYw0hLEmLlOWycNrBXIpphN3NgDmwxAzHtgrbBBocuEm8phDKirLic1ttHU0mP2xZKK1bMqB7dnjKTrHc2zslrG+U8JsHKPfDSRDczrMpWm8c9vF9m0X43GI8wvmghLzQCUhLfiqlKjl+V9yqkXlEdcBU5EAaHEH01FA7Bx3P0WRISsPo1FA504kThta59nYISpP143CdWLqcCoJnGokuZe8rLERdHYU4uw4lAxElprxTaEKlbNLXyqXPGFubgVelzMpNi2pfiLelXldRKnSpVJi1Yqia4afLRsHk+NclIogToqqVHF2FO5fHjBKtooqm8dlA4ttom1thCGkut0AJ8czjIlS4qXGLfB7/FzYDKBiis1TIpmo9KXDVqPLVk1FrMBLttPQJaNV4yW7ZEpDzhsFSEYp8iExxlROFZ85dAO5ZqJpZVi1Y9zbyvEvvqXjja9ZyGtV5LUK/ubNKf793w7w+cMAEfFfM4Z0E0+kImEGGVWrnOIVYmV5rqWhJojiAoNSOICvnC1FH1PmxWubLm7crsCyVTx9XDifl/ZKWNpz4TZD2FVfkI/jUwujIxNTqkW6AWpVoNXSsLFp4toNG61lDR1vijN/Jrm+s1ExGJwNiwFwaQGS3RWPdamgl2HeSQQd+/VvtvHq6wtYWalLvffZMf7x7Sc4uJgiUEyEzHlkJIFQLZitkyCaFWitwGMWWNFwEqW9wnxINtOptNewdRPYusmM3lSGnBxs8tmj+4SoFKpd6Rql25WqV8PMf+2Y5D23O4zRGzBng4o5OlyAYEJHGrGBdJrzMlo4GxpLJhbWLJSbGoajQCoIeMijylwVxdBqU8NKQ8NSVUcprcBNqpjNphhPRtBUHyuNFCuLClbub0r1/D5OBqd4790Z/u4vMnz6oYLWmonWuomLTpGJyxwu9k550GUWRrlqwNLpyKoVjU+dmOy4+D19KvlCKWkcuHxfi8wLDpE51OdggU4LZms22ibW94gdU/DRL8dSd15ycPslR5xFw26GER33U8CbMre3hJ0bLjZXXGy0XclKOe74OOr4eHw0kSKmTRTkFCbEoVyyy8SoOiZeer2Cr327JuqILz5P8OSLEKfPhzg9GGFzU8HWFnD3/iru3NtCc6GBn/38BD/7+TE6nUBcuHS20QDGMzKbjDlRkszhADPemeUSwbRS1Pg81pUrdSURkYqoG3nppnJb3p2rDG95m3IFrSUVS+sKVtY11FsGGi0TTx+FePpFKPjoGTO9Aubs0t2jwaSCs5ohszPEzEg2iAgv8rgWGjZaTRtnT1I8+ySBNyG+L0G1qWD7movt6w5ODkOcHkSivE7DFCVXx8tfbePlry3AVBOYdC1OMwx7OY6PQjz4ZIynj2eizOR5jqhN3TQLN6kSQ9VTLCw7aC076F/E6BwH0sBdaZSwWHfRqNpoVBw8fNLDw8c9zChy4bGoZGH9moH164ZklzDL8+JojuefDuCPYqysuFhetbCw6UlZqgk9syV7mgNtOhD391M8208l04sZ8/W6jt2dEpoNB91TDd0zDZfDOfqjWRFFEBdDxvWNEtbXXdy/4+DFOzZ21xuCJQk8Db985xK/+rCPx6d9PDodYGvbwJ07DjaXdKyUgZWKhkarhmarjr/6UQ//25+dCTqK67rNPOFNU2oyBCajHN6UmX/UAKu4teni1oaD3/jaktTpyQhv/vwAR0czwUWpmotPHvTwyec9GBXiPm00Fi2srltYXGJ2jCYVeSOE/kCECcHExmSk4+gixNFFQGK1ZMuZxPmbbFIYxXO1YMLiAdLh5az4uTjdqlQsES0trQFL68VlLJxp8MYKxpfMuuQznYrDnTm6I54v6AqZR0LxSJkTlFqYZiFmWYAgixFlRA0BRmrCoDuK+USajgYvtWaEm2sa3vhaDbdvufinp1P8bH8q71r/IpK1V8kdKLkJg2IcNYZdVuQsI9ha7rtgHilzX3RckqJyUQx/6SziwI0uxDLzIm02uOnSK9yNdI+PuhrGPRXejEOdQAY5bBoSjcwMWFfyFwsHsDjsFIpi6ASOxXlYcWqouFWUkhhuEmHF1LHimFipsHGlSvXmqRQz5p8cjzH3Iyy2LbSaxJ9HyIxQsix110DdqWC3tILNUhuuncKxU7z1cIC//6CH0yMf+iCDSoeNlSI2Eww8yKWPylsesXiGIl6JZZU5tGOMAxXRFOARzsThHBsVikQk8Czo2MRXFu+d/BwWP1tNst7HkwmieYScjVM6ZKQZzj2sGABrui6ZUGzezmYh5tNIzpa0ULJBL0M2Xv90flca0piXSOZM5uKQ4fPHn5WDty/zAevtEhbWyrLhTbozRP0AtTBHNQTu3yjh3vUyVK6rZopumuDxUYTHxxEujiOcH8eImPlF1TMvm1eoAmaAaXSNsynnpig5OhqOjVbZRmvdxsK6jeOnUzz5eIQhhwsyAFRg64YUneQs5p7S2cZhh62osFQNdsWBXXbkM9ZM5l9zEOiA3mFm2ZEqMhx7GI3norwW8SlzojkANgtEZeH8LFTu4gyTiI0CyckSJ3YpkTzT5T0LK3s2Lg9D9I4iLLcWcPvWluREM7u13xvjdH+Es/0hDarIbQ2aq0KnidVW4M+Z+ZXLuZISLA5uuXezWWxVbJgVDoDZpAiR8J32eCViNi8HPBqieSKVsaFJRGxC4Sb/HDbT6JIqfpcrHsyXtmdGTsqge2WzhI29ChqrFpwFRbClXuzBj+eYknYwpDOMWG8gmhfn7HCWiAPQcSmyomMtEsFhpqrI2FkqVLYFkYbNBnn2eK4nmpouRZ5f6GwgrYbDl1Qcu3Kk4//9Kl5GNnaKMjmov3Jo87u1Ko4Mx1STBIJYGokhM7jEoV389TwPUOdT4F2LuwUPwXT+iqCT+/4VXUrVNXHSi1vB5fmOQokrlwRR7ZYBhYP/OfNkUxEPcmDGPDoiWmXd0CPYjRzOAlBq8j7Ega+B/ukc/dOZUGpoByRBKJ+HMOIcy7aLZbuEke9j5AdoLTSws7MB13Zx8PQCB0+6qDU01OoadrbquHV9EXpJxWfnXTwdjNBY3ER9ceMqQ5Q4/BnmwwkmvREuDic4PxhLVm4UQnCYrQ3m8CoYezFGHpHxdM+zAavCoBiE4lFbBRwFEYc6xMrxHO6pIrxgrjX/c25kyM0M1UUN9VU6oHN5l4gW9I5U+Ec8U3GdKfKC+GwUrkkXeqmE+l6Kxl4Kp5XBKvM9y9A/itE/jBH3SXXSYaoVlMpNEfkmWSBub5JoWKVqjHI9EbSh6+qwTV2wz8NOgsEpozo4UDVhGyWYtgW1lEIt0QkRwE9DVJoKFlc1EWd4XUVqNkgwH1AgrYpDn/c6NnP4PDCmgxUkCfw4hmGaqJbLqFYqsPUqHKOGs+cXOHh8hPmUDmXe1egsL/KSCwcwKV+8A3LoUghJKURlvjXXG10xYCmW3MNRSpFzgCZC7RSYZgCR5V4x/I0jVe40jGdCGcirxdtNgTLt3UROMlKDWGbmDduOjnKJAxHmv4biLucwL6GDNtCgeIYMfeVzTiMRDJFOI4IMEVNo4oDX2MSiqyoK5f7IITAFRTyv0uX/wt0V3Lq7jN2Sjr2SjoePhnjzgy4++GIMxSxBMUrQ7AiqxTN5JjEDtZaKtR3GpBiIdbrDHfQuRrg4ucSoE2F6ZGLe0aE7GTSbOd3EBbORl2E6C2WYRdRkrW2iXGe2epHJnSscYLKZFwpqUTBdCUU2Kmy6GzwFQ+LZO5kIyLjfFb9vQTqQ4SiLLm1BaBW0AlKG+PxrLuAuaigtqTChinjHH6aY9mI526uOKpFQmp1Bc+j8VOHaqlA3dKMERbExHc0wG84QTnmuYyNXLFkiHpOhBaUC4kQTlpcQybhOsUlMEb/EqHFY0ijcv26zIDrlmgrfD6XymC73op3FdYCkEbkDMtOR+dMGB4a5iFqmlyHAd9ynCApyTpR1kZn0HJrHRc9F6FIcXvBzMHiuK0T7JL1RUCpSH4co81TyiJfXOADmnZPHzSJ7b9TPEUUFpYHEBd4PeYAcjXL0L4tU+FK1IJUUvYsc076KaV+ByfxZl/cuElJijAcxrt9akOLaoOhDhGGIQdfEdKSjLtE8mWBpmYnKaDHitsNpgpJhoWTYaNXLaDcqSBOSrS7RH04wnucYk+JmAJlJFOkClteX0V5swkx9GImPi+EA54O+nK0sna48DdEkR0SBsa/BZxPZyq6ccEytKUh3nZMAZye8EyiSb8z7OAmHdACrfNeIeUeEOI9RbqqotQ1UWpqQd5gbrCm8a7uSEzrs+nInyMMq8tBFMJ8gnE+xtlbH9s6imCZ0ewzdnIl/g/fx6YREHmaIK2jVTVQcOvgipF6Ew4sYR+cJPJ/HvgIhvLqlY22bLjai90mniQu0cpDD1WzJFN/dMrG7aSGZ6vB6BgbzGIfJBOfZHO2yisWyBs3TgamBsJthRmFUquOlN3bw8je2YQQGzMCEMhsgn3VlEP+Xn47wl5+OYVQVmBUFX3+5jT/41gZurVXh9QMMzgP87N1L/PzdS4wSBQEjcOS9pfhMhcrzZ8KYARvttgt/FuLg8SW6ZxOkiiLDxlrJRbXk4PZaCfc3S7i14qBiQlzeKfGwGnW0McIsxtSPcHEZ4Lwf4oQExnEu6Pxm25Hn6snDEc6O57hxexk3b6+gAQXVIEUjB1q6ipqhw2YETMnGjx8c4MefH2Kas2/KaAsLju0IwvvOInB7EWgxio5iKt7TShQzWRJVR9FDfamCpa0m5mmOj5728fBwiMzwkJs+brht3C2tSYTMB08OcDwYYmV9UWpruYmtpSZs5o/OxhgNR3i/MxGs6VatjK16CRtlCxtluhUjPB1dSp9v89Y1qXd+dYgf/93nuLiYodoqSR6z1chgNzJkqoUkp9M7xEmnj95oJvjomALCVINKMWqayj7Et9xWGZVnQFMKXDOP3FzZTN1Cw66iZLroj6Yi1E2UBnJjUSKNaPoyda7bUwTeVNYEy6KIlzMFUiqIs51jPiP6mb0/1v9LwlSNEli6XoaulyQLWEwlCqN4GJOnw/Mm8LwxfJ81ESQ3B4+VioFWq4xWs4Q4YqzZUAaovLeTsLCwWEF7qQIvHsBnMXMzVGUGwQEw+84UVNpcV3lQzykwoBic2HmIAYt9E8Ow4Ziu9PH9eQTfi6BrjENL5XxPsSeHw3TPiiFK3I1lnPfHOO+PYJAe0GJUUEEE4YEkCiAZwIyNcVxNBKL82UOf/RcHhuYI2YGDIMZDkrLlz3K5r3Mvk3s7/z3JYSRi8HwfaTIA1oQ2SBcGV+vCZMYhsFsxMb4MMLlkfzRCkrE3pYgIlv+b4OW5HzFz3XLhzWL0e1OMhzNsblSxuV6VLPOL0yEsO8HGjoFGXcOE5qizDNu3lrB9ewlmnCHuzDG5CPHoIJXauhlJpUGI4QnvxET9Mq+yhNJiCHcxKISLvor52MFs4MoAOI0tpGSXqzYU3YYXxBiOJkiTALvrOnbWdBnQvrBRktiGp09nuOim8JMqgqSCaZKD6VQRhdrczKXXXEQG2ryvWrx/G4hCQwxNItLNSDWJEScxFhs5Vls5WuUUZTOBjkjepd5ojpFnY+Q7SBMbam4L7SnwBlK1dktKYc4y3cEEV+Uh5XJQmAeRzOU7o0OYVFq5c6kKSo4hWbZZPEUSjbHWVvDKnTLu77i47mq47mgIu32EF3086M3xy26Ih8MUz/sKDgYqdpYXpOo1U0wvEz/Cx/tTPDnyUHErqLpVDC8v0T3v4Nqyjt95ZQG/9WID/eMzqZ5exqWzIO9+OZwjnc6xf+Lj6bGHjRUT6ysmHJKcSB/KaRLhHqRIzvlhN0B13cbWSzW8eL+G796p441tF9nxCdKjEwzSBJeKgjnPKaQ78W6YWlLPniV4+DjCc5LLJgm6pIX5RaSeGmpQQx039ly8+loF1zYttFVIvfneCL94f4xDP0XfUhGyr8c1SVodfH/IymRmeNFHiBkplXKPzYXI8q1vV/G7v1eTvaY+0xCe5fjxL2b4yZtTxHsukj0Xr7/Qwh/cbmPHtvDZLy/x2duXeD+o44OwgbGXSCRmvRTh2i1gdy9HW52hrc3w8cEcv3ziYeTnqJZ0tKoGdpZtKdLYLucxZjMd0cRF2VjDG6//Dr7x+u+gUnWlYj3CFDPJTo8GZ4j7HYwHHUz65zjpneB59wQn3Uv0LgKJfvqj31/EH/9+ITbyjiYS+dXrJOicJejFKXpRiifnGR6dZhjOKIw1VRkApyxx+H65QImF62p6VzT4hK2jxFhe0yWfbnuvhK2tGhaXXVyc9XHe6eP0MMXJAbGMPDLTYaoiygqEVqGY5eGqUHLS7be2oWNtw8DSsonlZQudboTPHs7ROYmQcYGY0KpdqDa/8ZqBP/meja+8wrxBG6mt4+/en+JHH0xx8ChC5wkzpfgrqOKcunbbxbVbjmTRDvoJBhcRhqcRZlTbsa/Lg8C6huaaLs2IyXmCYJLBoKsPOW6+1sALX21gOouw/2Qi2XmzEZ2xCr72zRWpJw+GePetC/QufFGmEsHcXtOwsKZhPCoyLokWoM+WEj+dizMH1EQiUqnPDgvv5rygOnS9KnKpcqvFYVU1ElEmlph35+jSnCcKQ5BwkgnEvF5bHDL8rKXByImd5hXq5rxogjJ/lXme/D0jr8ihQchTFf/mYlsshpfEF3/ZqOG15qphSUQ1cVUcsNUXDZSabKIym0oRlMZkGsO/5MJkSEYvMw/kgi0DOl74JDQKlZKChuS4aqi4tlTvgi6+AL7Pv0cqebM8ZLLBwuFzImokZiAUeCPxqCtUTFGFxSZgCtVOUWnpWFon0sos3IUTupYjeIMIip/D4PCdQ23iMonnJfbDMrBey3C9leL+joqvv+bgpftl+EYbvtnGX/3kHP/uLw/xeH/661xfWau5gImbo2hO8V76paNDBr9XQ3TJcbhye/za9HHVQFvbsnDjTgl2ScXzZ3OcX4RYvVGRyvQQYTbH9DLF8ETD6FBBMomRjGNcv27hzl0KJkzJ2bbKQMebSQ2GVBMCs1nRzGRzgcMO1vxcw/xcRUJ0wizFja06/ov/8ja+9/1tHPY7OLo8x9vvDPDmL4Y470bQqFYr6VjikKrpQs3pYpph2OM7TsUvL7lsUvOkSNQcAdYy6hYH3doesLpboDElU05j40KTizyz5wR/TpdhAFRqOmrML9NzeH6AuRdhPMnlOzR1RVAudIx4oxzzcQ6PjvQR3W5ArQHBnDRXqrDLFo47IxyfcajLv6cGnZdbP5PB78t3qxJOr3g2VM/GcDJAf9KFqfvYWsyxtaph9d4K1u6tojMZ49lFD+++7+EnP0rx+KGCazeruPZCBY8eTKTmcwl8lu9wY8fB+o6LcqWKcqUmrhPLpsM3Rr8/x3Aww2zmYT6bw6ypcBd0lCo6alTwmyrCcYxgTGYkPyMOgyjTZsh7hicfe3jyiYc7r9i484qDyWWKw4cRekcJmk0DzYaB17+2jte/ug5/HuDpkx6ePRvj4NTD6UXIs5OU5jjQXVfUh8PzMfyRh2vXKlI7L1jYecFA9yLGz348w4OPPJhWAstMsLqqYG1VweZWU1TXll3CO+908c67XQwGCYbDRJogjAWg6/XKVCHZwsQys9HGz4FKdaecClKPOFh/zkG0JkITilJ0hRduPi+pbN68yHFdWGjl8jNsbGpY3nGwvO3ggw9CfPB+iOE5c/GKzCxDzWAwz74KqMSB88DNdVXOV3QnAgsLFhZaFs6fKjj4hE084tFCNJczrDLGYK2Mpw/nePq5hzRJ4DpAe0nHS6+18NJrTfROmJ/qiajm5DBC7yLGbF78Ply7eMB0So6g5bgUzOeeODWI1S43TMkVFdSon0Onik3XsbVak3p8MMCTg6FEGVDqXqk5uPe1stT+wQj7B0PBffndBI5mYvf6ArZ2q2g0LtGsX0pDZ3hJlI+BzS1bno1f/jLA2//sS867WsmxsGJgl6It18Kjj1M8/jiD3sqlolmMoBehpCr49m8u4Tu/tYh2NcMiq76IpeYOTk5S/C9/9hH+4kcP4WxkcNdzXNt28cJ2GXuLNm62LGzXTYxDRer/+vs+/vwvzvH8LIBZUaWJsrypYmVTw8nTVEqJDJR0G9trZfzg91v4wb9uyUWE9dOfdvF//O8H+OTTMVot5u9YODuf47Tj4dq9Mu59vY6N7RLarTJKpoVf/uQCb//kHLoZotokpYF5PxYmYx4BI1GOOiW+s7mgEysVF41mGStrZSyvVmA7KWwnEzcc9x1+ExQAEI9ItGe15iAdRoi6AbSIDbAaSk4ZlkW0VYTJZIZ+f4rRZIrxfIZZSMBZDQmqOOpf4rjfR6cf4HJEqoWClaUylpcqIoSIPIp3fEwvp9hayPBffa+C737DxYeDDB/1Mzz41MPDD2e4vEwEG8+p7Namga0NA+WmCafBy7MiA6Nxv8gUHF0G8p9nA7a3cxGZ0eVcqatSdCSx+FwSNzclgnCkIJiwKUP3HXNoAcemkpJ4ZF1II1T2s6ju4l/DC+V0FGI2ZlOdKCbm++XQ4gyvr9fx29da+Oa1BhpEsS9q+MWTDn7x+Byfn/rYvyC+WpXB/+6qidAKpFplA8tlC6vVBm62rmGrtoaBN8Bg3sen/Tk+uPTxaH+O409m6B36Mvhm/5JTXxJIKGqTaR/9NZVMqtasoNaqiPN1Mp0iiNgAKURZzKBK6Abz2eS/Em4R31nRsb7dxvrWAoajETrnXcndirmXhjmchiLoRyISeV4jgpXZz1R4c/0i6osOTDbui39V5bzIgQCbBl6gSGWej9zzQAIzBWKLazYiK0FkpyIo4cV8fpmh84WP4SFvRzGUIME3Xq3jm681UFtUkLtEx0aCfz6+iPHkIMbjwxjR3ICZ2NKQi6wIiRnBUVRpakVeIohvnslrDROtJa4tJnaumzg/8vDs4QznZxzYQmIHGF9RrzvyfLHodCu3KEJUJc/UH3BwqotryakpEkvSXHSwvNLGQrshQgTmex0d9fHsWQ/jEadZheqdA3QOFUnJkecvp4AC0pRlg4PCRWpmGYqi2AlQCiXnsb6so7ZsIBozAzfDzuY6XnrppjjSf/nWE3z43oE8i1rMM6aB3DSRGcxsZVZQjChQpYoBMJsqVIEXDSGzZMMow4U3kgAAIABJREFU8yJP93cknxeFcBykaq4i9aUok8OfnPJlGSKwsUMhTuGupLCpiEdgg6u4Y7HpEcXMD85gGRlKDaC6qqC5oWF5z8HyNRcTZlPOIvROUnSYGX6WIuxFCLvMbC+cFiK25AiLAizuwcwK5bCP74T8Rro4+SlaIyZa8NR8P4nuNIoBMAfCgqD9/w+A+QeZ8gcVU2HmBds6FFuXPEzL4VA1RxCG4iyWSBR2uInvNYroIDpRubdz0KDrzBTNEYyIiOZwhgILiqZUGY7FeYgkD+QukZEMwh+ppEgRqoIxHdi5NFw0os/qJTg1G7leRGTUFjU0V0yJ9WEz17QNdDpEZY2koRDGqgzRo1GCbJzCmmswZxR1FkKQ9e0l3Lq/i2rFxZNPTvDk02Pcu97APcYLbFSxsVIRStEXwzGeE1G2vIXy8jbOO4c43H+I/nkP/jiS+wcdnCx/TpeMArOkorWmiWN3EkaYhoxdoDhDEZw9KUV0QaolRc7gMmDioJfDoIkq9+J0RgFCDoVnG0dBe8PC0g6zxIphnBCxTiAlsRqM47hyYMtJKCfSzcLO6xq2X9fhLjCUkQ3RFJ39AOf7AfyLItKnVmWzegu6beGi18FwconmkiHlVn041TlMM5FBCe+T3cMc3YMcUw5zewqykHd44tMZn+LArDvwsxmCbCaZmO0lA5aqoP8sRp/I6ivXORvx5ZYFp64LxpeUDw6R6Z7xvADTmY8wJFmGjR4dm6u72Fzbw+GjY3z+wSNMJ1MRbhgOb/NFI5T5rZZjitCUdw3Jt7/wpQSnqOWCU69zoFwxkZdi5C5B3URQRwj7KcKLDAFFGOLcVeGazPl0kJRDRFX+OSTQmTAyS9ZszTQx86aYehPYpF+VXcmdT4n3ZpwNG5OMyxrnCC8zpD4dpglUDqnp6pFGbiGK/JKXz0YWB2RpGouwUchrNIz6jGCwcf/FTdy7v4lNbY5N1cPDx1P84uMZ3n8UIM41RBSZcohvhkVGLYBqk6JdA+s3LLirNTgrVfQ6I5w974koYPjUxfjIgmJ4UExf7msc5hDLPOgXdzau9XaNYk0Xi+uOYK+JLw/TWOgjk0lYoL4pnCERilErvgqvn2POGseYE39MIo5BcXvRy+Egn0IpVhzGMlQkFi/jmsr7bUOD2VBRsU1UHQPxjCKCUPLnM1VHppEAl8KqpiiXNdQqxV10PlcxnwKTboRJL4KhubCssjxPFABRVOMTQewTO0oBFxu2jM0geoLvkY8059nelKo0GY2Ri1iBiFkiYTlcJaqfjltZJqkNiIv4M96fqQujgIeYYOKGJ5c+ZpeMfjCQz9k4zpGm7FcAVqUQosVcvyLix0PkIbMtAdMtXMmMB8m4Two7mr2RHEo5R6kJGQAvLHO/oGiZhg1gyjzxFDAoYDN4X2UpQurodlIhrFX4vXLtlfagAn+si9OKdyrmdlP8TVE4a2mlhKXVEuqtFJVGiCSJcXrEvOEcyysGlpcp5FElK53rzaRfZC5XjBIqZlnwvhVXF3HDYDDGeDq/cgkW6RIJ3dv1KmrNOur1KspGirKRoTcYojsYiuufkUwUSjD0NPENGfBy0EtqQ33Bhs3elUUEZyK9xvMTnt1VlGsc4DC6gD2KQsDFgQ3JXLmeyPPN3pdb4/bNATcjnYqEQZ/9ikGCyLNg6ovQ0IA3vsR8dIm1lSp2thYkRibMB4gwAkcJErMyCyT/uGQpWF10UXM0jM6nGHdmOOsDp30giAunGNGlm3sKNq9R1MMzBV3EHGrF8kzlCVNoHay1day2NSyWSmg7ZfhZgkeTLp5P+yKSYDmBCtdTEZ2lGD6JYMc2fucPXsLv/OuXcPDJgZSaxqiWdUyzFH/+RRf/8YseKlX2a4DfemkT/+abt7BddfHwgwN8/vEJPn7m46PnPiJGtpUZJaOIc57P+mqrhbVWE9c2Wrix3ULvYoKf/tMjfPTpCWJVQaQqMBUWsLtWwo3tMu7uVHG31cC9VlMw/hSIjWMPl/4Q48CDx+fHT7HfL8qsayi3dcnjfvzRAEdPpljdW8DqXgvTgYf+2QSLqoqvrtRxv13DWq2M9VoFf/7pc/zHT58j0lIsLthYXSxjY7GNjcVFJL1TxN1TrFRVXOO66Go4GXs4mXi4GKZSL790G99842U0WmX0phc4H13gk8fH+PTRMXbri3hxZRvdQYQffvAc7x10odOkUjHwr17fw+99bRc7jBJkFsQ8xqOLLr64uMCzYw/PTjxslQ18fb2ExaqKi8TDUI1R3VlGbWcJ737Swc/eeo6zcw5XC8FqY4Hiaw21WgvVahvjiY/Hz45w2OmBeuYJe6YU58VcL3LoblY8+6aDiuXIsJHvJUnEzMrloc+ieSNXMI2ILPWhGW0Y5goMnf0dOn4jxMEMkT8TxHGVNmKFve+pxDIJYnvmyd7LvY+uYPaE2Bcs19pShlGX8r0Mo7Eny1etUZb7/twbXtUI3nwM22b8pCtCgmqN0Rs6JoMBBuddRB57R8RIOyg3bFTqFubRQMrzIxkq0fnLASwHwDzjETuf51yrPTnzu1XmbKuYU0g3S2EaFbhWQ8wq/d4Ew/4EtpvLIIyDJot90IyiHPaTFIQ+e/z8VFLECpH1qnwvHADz8xXMMX8OvxhA83egKCcgujkkuroqxfVJQQhvFmHUj4VyojscAOdCZRBkPc8yFEqxM04sSqyj7FRRcqrw/QCDwQBRHKLWYFxlqRB5RhkmowD9S0+oXLwDUChHgxfPWbVWDY2FptiT5x73vwA17pslVYbH/Y6HcjnD7gs6lhZ1hD0NUU/DjXubuHl3A35/gtMHRzh9NsCDoxgPDhPcuG/g+n1D4qD6Rz6CGf9+jHcrQ2v60BseQqL+AxOzkYvp0MVsUIYiN1RGalpQdAueH2LQHyKJ5tjjLGpNx41VB9dXHTzbH+Fnb53i2WGA/4eq937S9L6uO8+T05tD5zABkzAzyARBggIpkRJNamkFW/aWq/zD/mdbtbVruyRZwbICRVJiEAkQYQBMztPT+c3xycF17tOUa4u6IilherrffsL33nvO51jeBmx3XUgxsUSZGlDlPEaDXbkEtiTWgOdAup65QykXsZyU8DwjZxpjgaqzQLeeY6tLgQ5wOpihN5xhHtcxjxvI8oq8Azj4zNIFci53KTCySR2jsbDsu3ltMYs6CWdImKdRsC+z5O/lnoTnOpPCR40RORME8wE2mdv+RhNvXfXwWqvAzVaB+MSXejIIcGsQ4Mkc2I8b2I8aUAvmYyfYXPXwyvkWsqzArz49xJf3hvBqHVRqHcznPkbjKS6uGvjmjSZ++0YNtcUxaosT3J4AH010FKaDaysVVBQFP/94Hz//9T7Ov9LAuUsNeHznR0vEQSyZvSczBb1ZhP48xo13V/DdPz6Hd99o4JyWYFMJoQ+H0IZDjMICvUjBnKQmJ0Rq80Y0GEyO04GOo56OJ4cZ7rwI8Ow4QUihBklbiSbX9vldGzdfc3FhywQBgjsO8NGnE3z0yQQv4hy9ig6fSPfUgAmKbEmBipEHGdJZGbND8grflSR2sj74Vh3f+z9aeH27io3IQXwM/Le/P5IyrtVhXq3h69fX8Qc3tnDBcfHgVz08+LCHW34dt4I6RiGXrxMhm6xuF9jcLnCjDdzoKLj9dIGf35niZBJCN1IxLryy6+GVHVfiPzIdWM40TPZ1FH4TV668jSuX38b65gbWNzZgNWyAbmvGAE2nyKYT+MMBgtEALwZP8aB/D0/7ezg65bNtjn/3b7pS0Ys5erdGWBzRGGXD9y08Gy/wbLLA49MCj49VTGgiMbjtLNPHpVkvQ5540TIzispwMUqeVekSaXUgKJk2lXBsZixTONSnp2ywU5wecqnDRr90INEpmTGEnsjhjEMhqhmpXM/RXdOxsq7DsQ24ji7D9BdPQwx7hKbzztWw2i6k3ntLx3e/aeDKVRuFV8VCsfE3/zzC//jpGMPjTFAmvJHo1jArdNAZaHR1zIlYOU4w7TMzKhYnq0mMEXFQFQ7rS4eqYO0kL6lUQHW3K+jsVDEaBXj+aAJ/EaGzQpeRhY3dGjZ3q3h8f4bPPx5iOk3geKUzhtkBtssHrIpRX5PBKgfPoi5Kqb76zaCB+AYOMEocpRzU+fuuM5uGgzAieTj4o3ONqike+hPEMoACYjow+XnChMLwK5lz8msl0IhlkxdaJu5ZKlpZEZ0DXABHinD9hd0nDnDOjuhmLXHG4pr5VzEAm2VmkuSodYiV5ufGC4PvvEJw36NRhGSuIZsbkvslDzqNChF+udLFRw0BB+n1Gn/fTJ+mg5eu8ASTaVyilahk5QuNAxEqXc9wRnQXsmRJzWGG2C45HFGhM5eukovjrVIxYeg8DGRyGBeXxDIVt4jBQQgf7maG3Mok64hKtfVqgQv1DNd2dbzzThXXXq3gZOnhZOHhn385xA9/fIyDw1AaRg45Chku8wDDweTZylOsDeXiV+ps2/sbilWpvy/xSYa4z3gPGdi+QOSGiuPjBMNJhta2JcUhIXFkxFgN9wpM9nI07AwNJ8fNmzW89U5TFGVBtMQ88HE4DXE4CZHkKmK62PngDIj5Iw6KB44M4amCsKegaRvYapt47XoH3/v+K/jK1zbx00+f4KefPMGXt2e4d9fHbJ6Ju7tS17DWcbDWIQozgmkHGA5TPHqg4GBfkUMay7bYdGWw6EI3qE7VBMfMIrWRA47fKJw0HvSZs63xeyyzltiQsfmihmHG7J55ivm0wHzChV4B28iRxQp8YkNmkMFhOMlx+ZIr1Vh1YNZtJLqCJ3sjKQ5glUhBpdDRVOgAdnDpagM756oYnUQYn3KIsISizlFzY1zopDi/Bmy+voqN11exP57j4cEAv/7Ex49/mOPhPQU7my52tjycHgU4OQrkd071PbM2uusWVtZMUeqWB4mz3D2dzXUGw6QgIhIcjF1TxEXveioqlgrX0M6ybUv1MYdaRJ3MlgkmsxinRwlOjhO0NlQ0N/lcSbH/LMWol2O1Y2C1a+Lc2grOr63I8+rxkx72Xk7Q68eSI+TVNFRqmuTdcPvDgcR8xGyvEJeveVLVugbbhfxdn//ax+HLGBvbGta3VLTaOtodBtXbooaMIhWPHszw8D6X4Dwoc6HBpVom9zAd3xwkaErZbhKxSmQ6nyGWVy6Aibrnz8pnGZ9JnFwTt0W0MnNyVCVBkjOPI0e3qUhDu7HGBk9DZUXFw2cZHj5LMTkBogHPVQrqLlCrKPDWLXhrFqZJhCGxOjHDZApJvF9dd7C25sigcv9BOZRfP8fcbeKPiM218OjOAo/vLGSw1lnRsbFt4pUrHi5eqeDpvaXU8T6Xv6lk0PIZx1ueLkCVh0pxD3LIyryzAGEYwa0bcBqGNAmhOMgyFKQq5Co21jysr3k4Plng+GQp+c5c9tRaDi5cd3D+VQcP74/w8MEIi1GCwlfQqNq4eq2FVy5X0fEmaHtTzAYp+sd042tY2XThtUx8djvEZ7cDGDUD9XVLVOOmliMNC+w/YQF6o4BB15Smwcnpkjfx7lc9fPU9D906XcoewiXR2A7uPVzghz99iI9u7+HauzVc+2odqy0FnSoXxRrOtR2seCYePI2lPvl0iV//morJCLqXw2kUaK0raK2rgG9CWVqo6jbqjo3dDQ/f+nZTqjee43Q8x7/8aoi/+7seHj5Zwq2UePllkGIZprhwqYZrr7XQarpAxKWjgnu3Brj7+RCmk6DazmW50u+VWCDXLuDavG3pMslRrRJbaaPdcbG+UZGii47oVw7P6ADhu6rdNlGrmwiXOoIF8W4xkkkgw8yKV0XFdWFqCQwOhejWKiLEaSyIx2WUYbp0MF3amOdTqcEsxnCcY+YX8Kr8nTDzRhEHymwWC+56s5vhP/6uie++b2KU2hhnNn710QI//acpeqNEBh31VR3b2y52dhxJyvSTrMRWTXJ5B47OnL90V7Oo9qWL1akwD5tNKXGCpdBqMS8wG+fwJduUiMESfclhoe0UcJ1y0Ew0GIezKhsbFl0jeiZDShFsLDLM+gXmfars+IIo8LtXu/j3b27ge9c7cJxcXLx/+cUh/vLzQ/SYP2c5qNcsnF/VsdnWMM8CzPMAa1ULO00Xa04Na2YXTb2O42iAk7CP/SzHy1zBQS/DwdMYvZcRFqMIyzFdahQ0lrl0xHfRuWw0OCCi8teGYdrw+WwdsQGmAK48O0kWj66Li5mOChm+8lBoFFjbamJ1qyXnKuIsJfdvxMVqAtXIoEpuuZgLS7cSx6NZiXtk1p2cp6gUl4UbqS1l8b8HuYaQ0R9BiMxfouoC5y862NpxkNoFMmZGhgripYrpaYbe8xjj41gIDqyb56u4eaGKcxcsrGxrgqJ8djjD08M5Hj/N8PgJSRumZNPzbJ9YgeT+Mg+Iyv+Ewo95LMtzusiJOrxw0cTFCwZiv5BMWp5Rnu8xa7vAyqqH7oqH3omP3rEvPzMXwHQaLnsJlqepDIr5mRJ96tSAestGd7WBVpvqnDJihtf5aLSUQQsHJ2zIztKVJZ+T0S8c9JfxtBxamVBTlhwvoVcKmK0MerWA5tENVqBqWKgaJtqNJrrdFXFefv7ZSzy4ewRHVeFKhq0u+XSQCLIMMJkzDQQLLswUOZfSwcDfK/M76Xalo5nYVVly+imSeXmPMBJFBFYUTzL7m+LueY4i4tegE6JcJtOpdYaGEUebSpeSRlFngYhfJ8+g5ClM3h9cAhNRfs7D6jkXmV5IcWC/GCvwxzmWR5FUHJR5ZyJEFFEIkNk5CjrcDVXOWly/8v36vxfAZY6ywJW4O6bbroQ8yecsvzr1LHczLV1gEksmB9mzAy6Ff1zYOlwAU7yniKiCoikRPoprrVwAyzOjpP3L58q+J1mqSBYlUo/NMIWC7B0kw9JIkJu8vs+ibrgqr+jQqxoUHrsCOrVLIShxpW7dFtRzQWyaGgrWvdoiBYMuEuJidTkXjceBIMW4BM4TA2pmQgl15MNUymAevMI4CA+VVk0EhPPeGLPTCb5yeRXvXFnFStuEWykQain2gwiHYYJl0YSPBvqjQ5z2n2IxmyHjwjZgd8bhKVHwGSZDXmsFqquqOIA5IIz4QZECpRblgIKZcyQd8T1lk8pAMk4hSNNkoiFfaOIw5wA31Rh9k6K7a2HjFUfOHvN5hOk4xOK4wPKEVutSvy07fD6rFQUx898jHVe/aePqt2yY9QIB3x3zFMdPI5w8jRHTGTgsUG90sLqzDd0x0R+eYrIYortuorNuwakGsL2FCPY4/CIZo7eXy9kqHGuIp3yW0o2TipvTqldg1auIlSUiZQmnWjpjaLadHxVYHBXSQ1h00jgK9LOiy1MydA1GDjFPNkMQJfLsDpex0BOuv3odr756Ay8e7uHLT+5gNp3Dqbni+s3Pelv2lOLspbs/SyWzje5DVi5CJi5QLVRcTygRaj2FWqVwkUPSBP5JhsUhBVIcIqmyACaOmTSEvBUj64bSvzqpBZPXloR66kjyRASQvN/Y/wtQjQtenW7IUoCfzHIkw5LsxQEvz5KyLmTPKUListcsU7r5I7BfZ4xESVBiX8X7gWf0nZ2O1FUnk+LZ6ee3F/j0kY+EqYJ8P3HJbJ5RyIpMllOruwa6OxaqOzVUd2tYzhaYDqaYHCY4ua9j8ISO3lBE5u2uhe4G3S+FvANm01gyjo2Kis0LrhTdwnSwBzGFcaVQ3NNLpycFDNEkRTQtxSDxvEQXE6cpVDNOxDmikH+V2b98lpKSRDwh/698LxMJrFU1qBSVOzqqXK4zs3gaIySRBHQpq3BaijxXPTonnbJXn/GcNCkQzVSEM+I5bTiOLa4zLoD5Al8ul/CXy1JsLqYIzlz471x/BpIB2t600d50JBqLuEG+nAbEkfMsIoQHwNQAAjj4pylqpwM4ZSyAmsNxTMnEpPgonOeSax6NCymKzCmCMhwVlSYF34bELGWZiXCxRLRgD5tLvjHPEnSMM0/67CqRzEiF2cRNYIUL4HUKKUoRoO9TLF5+f0LgYoyTnAdVISv1DlOkzJn3FNgUOllcyJOuo0vxt8MFEGdb4YLzJYrDeKbmIoqirxSFkspccDTIRJBKVLzNrGmHPwPPqaTxkaZChKkh7mwaBbiQ8QNfqBKCiY0hNBaWSlqfZopzul3T0appmM0XUrzJuMjmOy9PTIlf23/h42AvQKVOYpon5D/OyGh86B2zZyqNFowI4jVGsbkIk7gY4aGI7n+D+c4Uumki9lN0khsY7+RAkwWwgtmQTkgDqtKEqlSgpgso6QKdtovVlQp0M8ckHGAeT6EZLjTaDJMURRTDY69ZMyTn/PAM0zqJdLCSM7MDY7N2L2rYvUghQCbFe4MRaRxsk/ZD53PTVdHyVLQcB23HQa7kOI2mGMbzf83QTodA2gP8Q8bQxPAUC9/7wav4/g9exZPPn+HJrWdypqdL1tdU/MvRGL84GqPZYpaxiWubHby5vYFKoeHR/UM8fnSCl4MUe4MEqmPAqppCVZgu6IDPsFprYKXWwLvXtvD+zR1Mhgv8/Y9u48NbLzAHZDnJWQ/NPjsbLi7sVHF1q4brdAS7jqD7LcdGwIhBxk2QoogCUVbg6SjG0zFpFBa6q45EXd369SHu3x3AW62jslYXsdByEaCWA+ctC7uujc2Gh82mh8+Gc3w2WMhzrWGn4pLeabew3W4hmiwRjRfw9BTNChHpGRYUtKQx+osUg0WK3e1dXHnlsogiU2WCKJvg+fMRnr8YwtNraHtdnC5zfLI/xP3+FPMswiKN8SffvIw/+eASLtgmvEUKZRLg5WCI/cEIH70M8NGej4ap4nrbxmqNws0MOc+4O3XUduu4/3yMz+70cNKjGIrPRhU1Pgc5C/XqqHoNEQecDnsYzCay/J0XKlTmZPPyZ/SglUt/1PJcKS7s2ceJU44iBS61wgwpiSmGjtygiLUGTWmIqFApEiiMaYwWSKOlLIArnitRkPPFXOIMIka8hTFq9QpqdU+y6/luYa67V2vBrbVQq62jVl1DEFBQNJfnvBifPH4PS2T5AkE4ExcwF8DNpoNWi07VVIwKwWyO5XiChNh8LtxUC6Zjw3QtxPlC0O9xyvk5ZwLM32UVcCy7zAPn+VyJhKTAnoWiVs5Po5BERwea4olhZT4NJM6GCGES7WzJbS3Jmez1+DVJh1suchieKu9Dr66j1uBMh8thzjxT+EsaIDIR3dZI7uIejJ9zwuizGhy7Js/APA9kMbyc0QWcQqORg4t7UqfoAuY7hf0ED/KyANZQ8xqounX4foDBcCB9S6XmoFJ34Oma4PanoxjHhwEmjK3hnaSQ8MmIBxW258LxKrIDyjjPQCKO0kbNwGTAqK4lGvUC129a2N4kRUBF1Fdx4dI6zl9aRzLz0X/aw8nBDHf2U9w5oANYxe4VDeE8xPHTJZaMZ/Bc2FUb9koMZyVGnHBZ5WA+8TAdOpiNXGiaK45oPu8V3ZQl/ng8QZ74uLSl45VtAxe6Fi6smHj8ZI4f/7KPZy8TVGsrqNRWUBjM/k1LJSzJP+xr+LkiPcvbpX9JR0JTHK9oiSBSkKe6CMJR0FU4xGoTuHKuhpWmgX5/gn5/jDEXgAFzYOtQtJrkWKfxXNzofF8IoUQxoRWOPHcVxtMoEcKQZAyalCxouidCPzkn5JzNaTA1HctZH7PRCbqtDK+9VsWb11x8bUeXyo6XyI593N9f4sM9H4/GCgbGmpTEh/hzbK7VcP3KGkxVwd07L/Do0QkSvYFEawriOopTrFWAq6sqXl9T8Xozlvpk38cPH/vITAuvX+mgU7Nx+9aJlNMx4Xa50E6QBxQGJDhdAifsnYsMAVJ8/evb+Pd//CquX6hi+eIEyXEPW81EikLm/ijBgoIRJ0LixMhDC0Vk4migYr+n4umRikcHOl72gSCKpURKXRRYWzVw/pyJ3XULr3ZdqV/9so9f/rKPvRjoN2wElgkz0WAVKprr5Q4iI4lPzhkkN5JOTCopzz0F3v9mA7/7vTbeOF/DBdVD0Qf+61+/xH/5Hy+hXnGhXfXwtetb+MMbF3HB9nDnp4e4+7MD3M5quJNVGZ4KDT50M4RTiVFvZHhrx8HbOzaeHixx69FU4rxSyYZKsbFuYZOG1y0Hq1sOwinw4vMA4wMSh8+j2T2PzsqKVHOtgfpaFW7FghJS7J+Ioc2Ic/T9PvaW+zicHqM/Hsmz8YO3XHzzTRcHt/Zx98dPMTrwocBGVtgYJAn6SYqnRxkevUwxmbPn1GmY5VCwRBWVrl8GsefQzawMRD/LTuSSlkx5UwZddNJkiHzmICoyjF0GVHlmmE/LzFPiSqhO4QGS6BwUzIN05JBpuiFsL4YreXActmlSwTTDcpTIojJNeDMZuHE5w83LOd5+TcG7b6jY2LYx0xrohR7++n8O8Fd/O5DBQdVW4TGPpMGG1sJkmmA6TbEcJvCHJS6N6ndOPKp0ErUcxItYUH5EEq+tOKhQtcZlRZHB9zX4virKVSKC6DZ8+xs1XHuzIl+btb8f4uWLUFSexEjyZUVHGYPcFyMNsyEPoGwkyHNn6yWAYMkTIuJPMlwcon34UOchnohts0QzivD3bLVwhhOOqX4N+T0zpF0tVUaxhpgOOrNsGkUZVOOwpnTPxUl2hoBjTp9aIoI41JFhC5WOnBjxME7kFJvpUoHO3AFZ3HLJ5XCpzbwnC82OLQNgvkSZMznuRxgPeAAo3TaSGyZL0nLpx2+dyj023g4zPR0TBhs5P0ayjM8U0DyMcPlL1wWvFaISVSQBg9dLpwXRPjIIFDSUCoO4nirzFDm0LBFzRB8lS+UME8ysw1LRz6Ee8TPi1K3kABf/hgbb1NC1Cqw7GV7ZNPDmO3VculbBg4MUDw4S3Lkd4MvPlxgPCmjiTtRkmMBlFq/x0sFdYnVlksbhFR3u/M+SrVYOXtiMFWKLyMThUWlChu/tFbolFe6PAAAgAElEQVQeNIynCubMNW4CVosOCUvwufNTBb2nKcZ7KS6dL6TeeLOLN99ZB09wD58d4OneAPv9FAf9FF7TkMoLE3FoiONgTOd7L0I2AbIxcO18BV//SgPvvNXBq6+vYW27gT//28f48//5BHsv5zjthfKZ1Ru6NHLtOhssHY2VHI2VFMNphjt3Mzx/xt8NSRYF2h0FnQ4kE7tCNTMzJ4ggr/LniqSIm6EKn1kazDiouOYZTiWSJQIPNkQiLXxiNlUZOs+HmWCuLIMqUgWBr4uTIpmkSKYpvvHeipTX0REYGUZJhPvPRnIwTvpAPCiw6Xi4ulLDznoNjc067LaDx49P8ejxKRrVHOurCjYaGS40Ilzopth4s4uNN7p4Ppzj3ssBPvw4wI//Ice9z4GmY6DpUAUu3Bc0Ww7anQpabVdUlDzMDfpLDHpL+D7FF4qoEy9fc3HhMg9gGar1HC6xZWfqQRprdA5v6M5KbXl2ULgxnYfoD30MZyH8tICfkkAXYZbH6I85YGBGOKQB7lR1JGMP6djFbMJcF+Z9hggWJVKNGS2sFBqYpJbQvU7ctJLi/GUL5y+bsoTlAmjUy2SJyGf2K9dMXHqVeBjmfpricp1OYgz6MXqHMU4PuSyzpUwng1PnATqRv5PuyTMW9NnwigKPQlCDdF8aejnMo+J/xgEsUY4mBRxUw5VOTaI5OQRcbRhYb5jo1DWkeixojN4S6PuKLIDnBwr0UMV618D6ioW1S3WsvdLA05Mhbj8/wXDoAzRnpCq2tivY3PEwPElx+IxYPkWyY9e29HLxlRR4cmcpC+Bajc4/G9vM5l7R0VnVce+zJe59tpDle8DrnwYReQYwA5NusfK/E4WeEAkjy40UTvNsAZxSIFUg49Dez2S2UGuwQdAlUmA5SWQ44jUdVDsW6h0Nja6KvScLKf5OuUhqN03cuF7BtcsOVt0YK04kzoHRUYwkU2A2GdZu42kvkmIe/MZuXRq5oxcT9A59wbLNp5osuejiXF/xxIl8YdvDuZ0Iuzshdrd2sLO1i/sPfPzox8f47IsejoZjzMMlvvntLXzw7S2Y2gJJNISpp2g1bFiGiX/5xRK//IWPk/0CwxOq2FPAiaBLHpmCShu4stHB5c02Vusu6raBbtPEziUPO5dcPHh+hAfPD/HwyQwPnwQ46SdImH/Ge4WzQV1Bt13HercpKsLjZzH6+xGiJEGU8tpJYLplMyu/q4WCqmeiJs+dEpPpuioaTQ3tjonVNUeKn0vvqMwP5Huv1TawvUu1sYNnDxM8f5Ri6Sfy93ASy+uYB3bmwbK6TRWrHYqcygUY1caHRzkOjwpU1hNU1mOEWYbZIsOEh1E2lTL412QhEnEhlGfYWMvxe+8X+OBtBTW3gbrTxI9+NsN//7sR+vMUF27a2L3moN310O5QPDDHs72JCLKYsxcuC0yIie9zOUvBBRdCOizbEHRWd11Dd52iuwj9U+LOmeHLpueMqsGzn8OfgxlPXIQTc5gh5gA2yeTsEUWaDLwNxjlToQ9VlnjTXorp6dlwWcnx/ddW8Z/e28Lv3+iiCEIUYYj/75MT/JdPT2HULdy41sH5bQ+tao6qnWMw9TGc+FivezjXraKhmdDngLLM0VMnOFXHmDkG5o6Lecb8VgOjfo6XD0Z4eX+EecjsTKJhVVToOm8wHiITNBoxWsTmk+YyHxPPf0Zh4TmYTkQ6GyWHnVhNurRDQf96dVuw2VSl11teiWIe+VhMuUQOEfjMPCzjPARBxDxwZrVGxH0x+7ccojD6hGdjoi1LAZWCVDeQcgLAcMk8kGiUc7uW5NeTaENE1LyfYnyaYMJ8wyGXNcRP5vJ3dk0TK6aF12428Po7dWyet+S5d+fZKZ4/LPDiQY4wNmXRzqVdrgUotBimyrNYqcrO/EjObHIu9VSc2zKxu0nEapmT1Osn+OLuFEcklWyWjnnitw9f+kI+4HCUjXPQzxAMSsw4Pwt+f5JfSeGBZ8H1LBmw0FHE5Zxpm0Iq8X0ORVIZALGYFxnFoQySZFBF92jqSKVBIkWcfG2TudpAkEcI8wg7a3XsrDYkzmQ+zTEahTg5nmPYW8AqFFhc0haKDLaIBqWrh8r3GbGhE/I5yyUwF3I8U3Pw7nFw0nBloOIHAeJlhnRB5fhZNi4H6iqzFTV5rsezTFCujLso8crsic7wsDQAG3REGtAsnt0zRCnP6BwWFOXimfAPU4FXN0Q4RFqI0yGakD2GKaSe8UGIyUEoVKPxQYleJ3ZcFsBejMKjc5/LNE3oNfw8uABmPyZRKlxoEAnNc5lEdJQRCvyexTFKV44ISEnv4MKsFDCWS+yz7GbGV1CcSpy2wYVI6aVnT8l/RoQizMtkb8Jlup5L7yE74piYs1IZz3MB/1w4SRFOEhhNiCBJXJD8XIgd9ywZRvMzIsuB+HShLtnMVTUkdqQoQhQIZdHJuAcOxiiG4mCH71y6LgIpovM81Gpt2LqHqB8g7ociDvCIP51GOBwsxQFAEXbdKvD2+Q0pCljCgkKeAIM8Rz8u8HQvxZOXGSJljtSclREWBeMYmHClwoYqUUEnx0tESGFy6dngZ6OVbjgOV+NMlqXEwLI3o7uRxWcJRTiZryIZMzeFjlkbumogiOmCWmKFC+BLjiyBFrMYs0mMeS/HvM+vW0gWNWMdODiV6JVAReiruP47Lm78tgvFoesmxHQc4/QZBSYp8jndxhRm1tHYJPLawIyIxWiO1moZj2R7IUwnkPdCQaRkoKG3n6G/nyNdGCh8ExnpTXSFFxz4VWFXakj0UMqs0DXKhU0hbsd8YYgAr+pZMpRk7iYzoNkTSkYpl4C8U1QNqcLcNlK/qMAv8NY7b+Dtd97A8yfP8eWnX8oC2K1UYNmO9Gxy/Z5hnulcCOeRPJPLe5TkB4oNeR/qMBRL7nujncBspWfD3gLzoxTTlyn8MRd4XAATtsjrEVDXMihbqTgx3dSEKTQJDvUK2A4XGDZCLkFPAkQL4pcZ+/QbSGOJjS5mZbyRLP/5/2evy4Hl2RLx/5+NK8yKUmlR8DqhANoQEbTrMJvPxDttD+90KnjynAvgMT59Mi9dp3TWChWIX7/sA4iCrjZ1VFoGvO2KFF3PDK1d9GPsf5nh+AHP6cSyp+iu21jbIRazwPGeL+cOzdPEtb5zycL2ZVvmGWGaCLZxtkgxnzN6qIZ2pS5zmd5zZqaGko1LUTpza6W46LdM6UOXdJCFHGRxFkFy21msEq8Hiq0YleBqABHkpEUx75o0sUWChM/pTJHBqtcx4HUNoZkYFE7EfP/nQkZDRqsyZ1OlgJn3CH+n/Fx93y8XwPyo6dLJ+TzlYJiO2Fhq7YIjRRE63+/8vvujEL1hWPY+RSHzZ4tOLb57ZAHMfixFomRwXAOeV8ZzITEEB87rZHoSyBmE1y3R8Y0VUzKDCaPlRTKfzDCbzJCmJYFJ/kecoKQ/lGcMMCbBZG9WoLulor2uCjXM8gASuRectWUl/plCHXIZadQYHWfocwEclohwS4RQzLsnqlqX2Zw4jFXmaOeIl8yeJClHlSzbBrGZqzQwMOc2xmzKa4yie2Z+W6jWaFxQpOeZM6f0lOcbnrmBep3PPEYmpLIAL5/ZQL3tSaYlRVPzRYI0zbG2YmNt1ZE8+zjkc6Z09vJsFYU6/KWGo5ehRKBVGw466x6cChHeMXLEGPXZH1CczJllmSlFsR2jCUyL52UdhQSkZqi09RJx3uYFEkrpBV23LoKpihld7DM+F0zkmYFmBVKcK1aqBhLEOJ0NMfZn8LyaLOkcRaF3DI7KHORc8M+P7s2kEtNGYjrl+zdOYBoZds/b2DlvwajmUvRwxHQfEml4FijuUQjC86y47I0yEoauLSMTsRWd4v0XBU4e5ZgclsSWmmXg+7+3je/97g4OH53g8NGp0ItSQ4OvAEd+gCM/RKtbRXulBoseK85sZymO+3OcDpeY+hkmy1zoZ3RuUtwymAUYz2O4igVHsfCdty7iD75+FfEyxA//+Q4+/PIFBmmOfpqVz1xHwfZaBbsbVVzsuNhJImwnEWqNKqqNCgrL/N94aYFOFHgxC/FiFmGlWcXuahPzaYif/eIxPv78JYpqBXm1Apf5yp4KLcqQ9kKofoZ2m5EzFgqvIqVlC2jhEG46F/f0asWDpTVg6g2EAePCTlBgiVbXRrVpSlzEJIiQ54zjIcJYg+1FsKxEhIA5c7R9A+OlgWGqYKgW6KcJTkcznI7m+KP3L+CP3r+I9TyB3hsjPRmhN/alfjkq8KsR55dASwfqpC/VOTtU0dp20dpxcDAI8HR/jt4wxniYYzZlVA9jCVgmdI3nK+KgAyRKgqXK36UGnecBxoAIAppOXEgPvlIn5YbUrEzer6lmIUoVITtxnuU0WrDrbRScF0caiiSDQmFTRsS9jzxZiqmG7x/ic2eLBRY+n2GlQLjbbWNlpY1gEWBwMkCwCGG4HkzXw+rqeayuMHtUwXi8QBiGpSGIea00UDDeJ5kjjufyn9nDkuaQFT6yfAkli6EyoiUssKSpIKaY14WiOQD3FRR88FmlMI7sLCZjyci1kuxgUwBS4XOuPPez5+A9XGQmkqikA6Xx2eycGbGyzEtkiSgLYM572Hezn59xF5LAa5FiwtmZLkYRvhu4/GWk4mIRY7ngPV2gUuHikY5E/k4Ax6zCNqvIsghJ6sveIou4qGRMJOf8JVkj5fOXvQLn6zznUvwTqxK/VHGr4twdT5l9HEjfwPtyxXPQ9Rzpd/YPIonnjEncUWLYfId67Hv5s3JhyQVzJrFYK6sVrKxVMBoscXw0Q7tZ4O03XFzYthCcFPBPC2xsNbGx2SQZXxZujAS4e5Tj7lGGznaKzlaGyWCJlw9mmAxj6LYhlMnWTo7mNqMIXCyXFUyGLiYDG5OhA8NwoTOnh7lAmi7Cv9l0JjuVS9smLm+b2G3p2GkZePoyxs8/DbB3XKBWq6FWrZfEEj0QxDwzpaOEMxcfQRSV8w1Xl1lluMxl0WhLRIQOx2rANeuI4jH88BSrbRVvXG1je9XBqD+SOp66OJl5iNGEaraRK9YZhnxSxiqZ5QJYzx2JqwT7kyJEGI8RxhMYJufGDRQK75eyL+IM1DRNzEanGPUOUK2GuHTFxOtXbXzn1YpUcTRDcTTF5w/m+NHtBe4xPqW2LUXq3GSxxPpaHVcvraNqKzjde47Tg0OcLF0c++Uy3TQMeEqEWjbHur7E79+s4fdv1vHxwzH+9uMeIkPD9TdXsLFWwfjZAuOnCwyyQGoZkZiVihBzxDhCxlFUcqkPvnoe//G7b2C77uLWzx/i2Z3neO89B197z0Yw9TE4nGNBkpadIaERKLSQhzaeH+V4dJBgr+fgcNxGf+ZiGU/gR1NoOnObEzRqQKelYbPj4N3zq3j33Cp+9pMD/PwnB9hLFIw6NYSuDTMpwPHb5raNzW0H2TJAMOLMNkCvF+G0F5VxTEWBd3+rgW99t403X6nhqutBnwB/9hd7+PO/eInkko74koGvvbqDP7pxBeeMKj7/x+e49Y/P8MCo4oFZQWZrqDicZ8dIEx+6GuGtS3W8damG3pAUhyn6FB4zAzpJUasrUjdeb+DNd1qyy/jyJ308v+0jt1so7BYcj7ndFaxtd7BzaRWtbh1mYUi1nRbabhsRzZe5j2m8wHw5RRzPcGk9l7r1ky/wz//91zh8MYBCGodpQKnQXWrj2csQDx77GE+4j2SUBZW5ninZOFQwcIJgOqksaG03FVUci2gkz3VFORtFPubTCL2jFMM+83P0UmkpeZ90VxbywiXygOx6f55BLVzoakUOWVZlAZMvSrqRPAWzUVkSLxTnom5OMkPq/bcyqWuXCpw/l8OuWTgMGngx8vCjfxjiRz8colpVsbVloLlGPLQFrWLi0X0fj+75CMcp8hnlcXxwMuBdQ7XtotZ2MDsJpZg9d+lyFa2uJbiiKE3x8lGClw8TOVBWqhkuXDPx2z9o4I1veLj12QCffTrEcJhjOmMjoMvDk2p0Oo7Jog+mBsKpIQdoPqyomijx/wps5g7XStSzW+Wgks82uudSUYMyf44azjKriwOb0gEbR2lZSwXJgvkyVElwuF7I0rdchjLXWBXVH4dqdABz6cag+TJrrgycFxUMz7sZG2QHWUbEb5nlmYpCvlwAs4eoVoFKlQs+E9UasU9EJ2WYTjLMBnRXc2HD4dVvvK7l4lfczSYX3hwUa9D54GHXljI3cQl/shQHAdHZmknHBSdqRKbpssxNqYhiphjzqdlk0znKgZOjwyByscHhnQrL5bIYmJ7kgkikAjglnpeX85kjh40Xs7ZQBVAtJH/IURU0jQIdI8POuonrbzVkAfHJvQk+vTfB0V6O/ksF0VI7w9Py5cgDRCqjhBKVVzK8mbTGgWCJ0OPWt8xi1Ol4OMuXKPIEq7sqVncVVOtUC5eZuZOZinmgQq8l0GsxdKUCo6hifqLh9EmM2WGC99/X8f77Gq6+2sXlq+sYzXz8/MMn+Oz2MQ57wFG/wMqWiZVtExYVBZmDYK5i/4kvZSUK7ETFN77axh/9wSZef6MFxTGwTAv8tz97gf/6Zy8wnpVKFQ7sGg0DjbouaCI+O/h9r19UMY8z3H+cYG8vRTwpkEzoZmYmuCauRM+2RUXPxiRTFYxmS4ymPlKiKbRUmsO1ThXtuoMwCBAEARI2etRTJypmcwuzuYnFgDlOxBwRTUklnIJlYIrKOCfaa5rgD793Hn/0vfPQWzl62Qx7swm+fDzF7ccT5Ecq8mMNl9t1fOWVFWyu1bF0TIwVFV/ce4Ev7r/A5oqBK+ddXFxR8GonxNXVBGuvtbH2ehtPBzPc3hviVx8H+Od/zHHnswJ2rsDJVbQ7dMQacijqdquoU9UYF3Kf9o7H6J+MsFww881AZ8XFe99o4u2v1rEiSxdi4wCb7n9xhZc5IobqwlBcGbiymR1PfJz2FxjPQ8FAKBUVz3o+np36GCxTzGOqX3PBirk68OSzsjjEJl6HDgGNbqaMeMnSZUGnUcgcK5XPfFWcgN1NBZ1NBb3DXHC8y3GZBc9n6qtvOoKdVk0bqmXhtOdj/+UMh/sLLIcKlkPOSFwUuQebOVOdSBprn3mFM7rTSod46bAr3XEiUPEUVCq2DPumgwSD41AO15bNXC6+RygYiKXRJna+U7HQsWxUiIAKF5iGS0SuhtjVMBsomLxQoEcaLmw6OL/tYPfVLs5d7+DWk2P87PPnODyco5gq0CINW+cq2NqtwF+kkmvJ3KdzF7lIY05VjPk4xvMHPl7cX6K7auOVaxXsXnSEWqHpKW5/4uPOx0tZmAkqTpR9JXrWpbO7pshQP6CKVq4JNhKA3aBYRUfM30FQyGAUdD+mzHMpM13E2ZZA0JWNNUcQiHGainJ1cBhjeBiJ2IgPlk5Hx+s3Tdy4YmGjomHDo1spkJzD+bKAr7hYqhamWoaJlmF1vYat7SYm/Ri3ftXDs/tTcXFqioE4Ll2vVy438cYbK7h5vY66t0CjskCncw7tzjn89Bcn+L//ny9x+/4JVra4FLXxW1/bxgdf20GWjzFbHCFMAyS6hlmo4id/t5CCb8FTXBnmZ8YSmpegvW6itWHhvetdvHeji42WharFDFQVBgVcDRu//OwxfvnpEwymAaJcA42aYz/HIs7hVTTBp1fNOqp6E4u+inufTAVV29zQ0dowoOg8lzAvN8F8mEr8Qc1zUa04mAxTWaKRQkKnQrurotXiMMDE80cLPH9I97eClVUDa+sm1jctEcN8/qGPWx8GmKcpIoNNMofrCiPQpak2MuDapQpev1HHSpuqT+YXFXj00MfDBz7Ov6bh/E0NuUZUZ4rhOMHBaYT9kwh5oCOne4C5hczpWi/w2rUIr1EA11nBje4qfvLhHH/6j0MMoxRXv+Lg4uuuZPWwHj0c4csvTiWTigcNNouLkSqOQUGcqBlcGTTSzWyh1dUES7X/YoH9F0t5x6m5La43tZJA8zJ4VKbbRolKIi43S7FcRlguYixmKPNy7TJX1/ZKcReFUvNhjPkglsE+8+m+9/oK/uTdLfzOpTYGhzMMD2f409sj/OntMc6fr+MPf3sbr1+uQQMPHhH6g7I6NReb7Sr0JMfo5QTD4zFGzhxjdw61U4HZbUCtVqFYLha+ggcf9/Dgk1P0Z5oUzwX1pop6i9mbuRSjQJijTCR2wFiM8DcCDkZaaHI+5PCZ+ZIUnfmLJUI/RH6Wi7Wx1cXu+TXYjiEOlfl8idHpQhaMgitGJosW12PMCQcGplTol9lRfE5QKMRnBpdS1EUoNRNqlSJMDjoSVCoF1tc0dDloFESSLjmMw8NA3N1Eh8c8KhGByaXzTIUyV/H2G21844MVXLtZwbPjHp6e9PD48xiPP0+wYD6UZ5dZrmoEqDFU1ZJSkgRqwqaI17QIkrHRMrHeMrG7U8O5c3WMpgk++rSPvcMA588z066BJ49mePKQGW50GNHp+ZsFMJvfQpC0v8mcFeMo7xeNlBuKNZlHWMfqWkscX0R7MS9ZFLoznl0ZCxKJ2I4/IwfaRuZIcXlDJTmH+u3zNqymijl7ktDHpXMdXD7fxWjg48H9Pk5OmPtaCvO0GILdJ5KQn7td0VHtGOKsmgxiTAZJ+Vzm2ZfiPboOXYpUHbh1R5BqjKjIwgJFoArqOKc7l2QLQ5MiwjWcpsip1JUlJV32pQjjLHpZFqM8w+o2s0BTxER88jzA/oDLHkblEAl45vlrbtloMuN8x8bqjiOElWmvpBodP/AFCR4v+BzitpBZpBFQTUrKjUlRZjnQ/s359F/FnYKSTZHFiXy+FskVpvGvbsIoYf9QClqzJJUlGp2c3I5I1imXsURN84wv7soy8kOcv1x2cGZjUuiaixiHIrEy+4zfC3OLnTIjUOcCMcGyH0u5axrcVV2yzvhw5df1zmIVeF3RtcJhKwdfdItS3GZT2MBBZBYh5/d6lmfMcyPFpJpAwy0EfiG9i+VU0VnfQK3WQDYLkc9C0YZ6OfDk6QAf3jpAbzTH5d2q4CjfWN/AG+ubSAsfJ/4pRukcgalimhf45KMxPv5oLIvr2jb7L+bAObA0BxzGV1QV/dMljg7mWKQR8moBpYozjL6JdJ4howuVwlxeq5RKKoU8c0hWMXTmVamIR8SamvCckry18GeCFuZ1sXWJWXoUMsSYDpMzgQvxOwXUnM9vLiJJ8ypkAc7e8eY3K7j5zSoyLUW/t5DnYu95jv7zAmrI3C0NdsODt16DzgWGLGQjeA0I6racERCPXAh2Ngk0DA5SqSIwoTK/LSTuMJQhsGVVYdlVZFYspVciWHUukQuYhQsLHipOKSIlZWE6I6KfGfSlprYkQRFra0N3XBGKEMVPqtdX338LX/3G29h/+QJ3vryN6XgO03Cga5Y8x0lsSlIulFIE8wj+OJRrxK1R4MhzViaVx8zw1IR+4azlcFZy+dxY08MUo2epRCpxmMg+WGSVpHttFNB3KcBWUSkMIbvQYcDlTbVeQ7VWw/QkxOHDMab9QBYxkpF7dh8psQI9YD67ipz3rMl7qBREU5TFoWwZZ1+KMIRiQtdySlEFXZo6uiuMtNDlPcP3zbd21qSe7/v4+e0ePn0yLt32JGwxp9HShHKgaXwvkVJQOjzdLRfOJvGaBepVuqQT7N8NcfQwQrTIES5ytNdsrHK4lhQ4fuFjPIihMMvQ1bF71cC5a4Y8/30674IEC57d/Ayr9TZW6i0Rrzy/M8TokCrKkqDg2a7kbpumBcNi5nqKyXQiTrKy1y6zKQWJzeeORAMqKGwduV0u43X+M4zd8jN5FovIquAC2IZL8brKZ00scwV/TtEbZyNVmGZVPk+hD/G+4wKVYLgglD6Vcy0udkX0w+aWAhri2fUMW1dcbF92JQKBAjg6HodEbE6jMkeYDt0y8U/+nAjxUwWJyiiPVMQrjIOgcNJipmxuYXw0w/hwJtctqR1OVUdjlfnKXOpwAUyn4wyzOXGSieDwyyrJDmKfpniMsQNaCqtWoLOpCkXKoVO5riBIuGDnfcFrSnKroGYkIxiYnGQYHZZ0CV0tXYLeGeo6zzRkDPCT7GM60RkvRlqIAVMvnzWNNrCyzl6P7/IYQUD3HZ3zQKNuodvmM1ITJ9x8mmLvWYCXz3w4NBo0eX6i27K874nppth5bb2O9Y065vMYpydzLBYhNrcq2Nzy5BmnyX2eyAyDw+nFUsF8rqB3HKN/EkukTmvFhe1RnUYHKXOLc0xHpP2UmZ58BpMGwvclczMpLpIFsJah0jFkCV/rULgfQ7MSEW2rmQ1/omLaB+ZjCrMTmQXsbHhSNPqqRoFFEuBwPEJvPker2kCr1kDXttG1TVgUqQQ+pgMfX365wO3bCxjNCoxmVYwZSbCErsTYOedK5I3VymEy61VnZIIp4pUimQHJAiYFwGlpiEgDEk1UeFwg8j1Z0wTTfvgEeH6nQI8O4FkM11bwb36rje9+0Mb0aILp0RRj5gvnBRY5f88sUgCbUv1+gqePpjjthwgodFWIwOUzNBehbeNsAXzCof8sRDYHsgXwx1+/hv/r996EliT48c9u48Mvn+MgzqT0mgpdqHMettpVbFUMtBZjtOdjNNo1NFpVqHYVuVElVk1MMjwbjosckyLDilfFVrUuZJ9/+vAhfvXFCyw1C75mY430tt0KsjDB/sMJhqcLMShYNRVXr1yQsuIpkv5L5KMTUMftKQo6K5fRWb2MwWSMJ3sPkaQTXL7APFQXyySQOjqNsX/IvNsCnSZNEwYamoOG6uDZIMPd4wQL3UB1nYtmHXsHQ7w4HOI7b2ziO29uou4vkBycIDrqS5wUI9w+jnV8HOkYhMR4puKOJgmNPUFnw0Bn08AsyjFYZBiOU5wc8hrnWa4U05CuxnMfs60Z9WNVVUSahoiiORIJcmaRZ1hGVOMVWKmbWKmTWkbjTIpcMyTnOOBipfOD18sAACAASURBVB+IeKe+soXG6pacTZOAZ6wUChXwfJ7GM2QR37mKLIEZVziZLrGUEE/2OyrW11awsb6KYBbg5OUpZpNFmZWuq9hcv4iNjQtiSJrPmVHLaB4KbBJ4dNFW+QIIxAnMZZDA7KwCfljmArsmIwBINskxHMWYznnedpDBlTM84wp1K5U/WyDBck5HOKMYOY+hSIOkO9KxGH3ERTFNP0RcO1jMUszGiZwjOdu0LTo2SbuJSwQ0RUgFySpEntP9y14mRmPFRmOFTuSSBMSXGBHPrCXR78tI6CkUvfBa5vJXfmeaB1N3kaQUwfoi0NT4L4XLHMi5mj2DiOpJWTJoTtJRsG+IKYJyJbOYUQmL5QxxRqNDSU/baVSx06iI2ePFHqOoQmRaiNyIhOTDOBf2mOyFKJyz3Uwy4Ne36ljbamA0XuD4eIJOE3jvjQoubVkIB0A4KNBoWmg2bbiaBSu1EAY67p1kuHecw2sH8NohesdzPL03x7Aflv1VBVg7p2D1PB3XVSwXNUyGFYz7NsZDV9DmNETlGpHyGsKEuam+ZCNf2bVwZdfGRk3BRlXB80MFH94FDvoq6lVLStGmULXZWZQQF8gZRtMA82UoC3F+LnGQIqAor+AZtYBrqWhWumh6XSzCMSaLHjbWTLz/5iYubVcx6Q0w6ffxvKfjWU9HqLaguWsoNBdRsEAczpGrjJ+IoBWMA3GhZuwXGSu3RJBOECRj2G4NXrUtCKkkzQW7bpklPXA8OMHg+CVcz8e5ywZuXHPw/TdbUurxEOrxAL++NcHf/MsEtw+AqL2LuL2L8cLHeBmg3a7iwu4KOjUVWnCEdN7DnUNI2U4FjXpNkFfB6SH0WQ//+ds7+M/f3sW9B0PBaC/VHFuvNbG2VUFlrKI6VvHl8Sm+OO6ht4gxZyRjBiwLYFFwP2Bg5ZyOD26cwx+8+Sq8WMdf/sUX+NWvHuEH/2dHqpjOMXsxxNIPERqFpJDmsYMitvH4IMbd5yEOhjWM/B1MgjrmEUVIpzCcSMrUM1gasFJz8K0b5/DbN8/hlz/ewy9//AIvIhX9ZhO+Q/pOCkctsL1Zxc5mBUZG92yI4ckCL18uxehG8lJUZHjr/Tre/04T71yp42a9AmcB/OWf7+Gv/vwl/EtAcAn4yuVt/NvLV7ClVPHR3z+ROmjUcNCswahaaFcNaEglsiLwfdy80sLNq03EYSBC1OEkwnCSYjhLodPoaef45re6+N73N6AsYnz8N/uSLdyLdPRD4rI0MTlunWvj8nXioFtwzSpcs4bdzkWc67wCw2siYfSMiFdDFHmIurZAXZvjx3/9M/zV//sPePZ0DyApwFPR3e6gs9PB0ycz3P5iiOEgLBfAbNR1R5NhhOTI5ipcHvw7uTi1xC2aUllkSLlUxFeIaCkwGceYjBLJ6qT6iIddTS8El0isYqNh4Wh/geP9BTTFgm04pdpbC2QgsCoDDV78ihRV9dmMeUdl9p5aFHj9soLXrxDDmMGpJFikwMMTE4+OdRwfBTg+8kXt2qwTgaXJL3aZ5OjtJzh9mSIOCllmEkft1LlsLAc3dA1T8Mh5hmPrcD0i7M4wy3FytoDKsblj49W3q7hw3cLauRz1boYH92e4f3+KyaTAYsEMLzZyRAuo8CcalnRVcfCfnOGvQIUmHZBlNnK5pC2Xv1zCUOFdZvZSjV/m29LFkwZseMvvn1+rzGpmbmYZuyoDNSIgXEUyd7pbjuCmmMfHjDUq3vlCsOn8MYwSAb3IJZeFL1fiY2Ji6FQDmkacVCrDbKq5GbhCV61GhaLDxTQbxRKJE/JgLZjJovyaS/6cJWqM/4sHZjZndGQz+5JoLYkCJpKYy4+IlSKLEnHAGmyEiUPiz88GJjJRRDryPEaRx6LU4NevNi10Nly0N1wkmo9EJdJNhT/XEbKZI0ZrmSNnQ8Ruo4yVg+mqMuzjNc68kYTNXZhDDTO03RwbzQybmxp2rlbR3nJw694cn9+jOrmAPyQBg7maJU6SDZkMwsStUSLzMmn2FYR0GURcAEvimahyiZISnNTZv9/4ioWb79qCDaYrntfQo0dL7B8GWL2oYO0iUaA65gMd00NgcpghnQDf+wHDymuSN0tc9v5RgE+/nODBswVmcSFVq6qoVhQ0KzZaFVcwyI/v+lI7HRvbXQtf/+omfvf3LqLRdfDx/SN8evcYtz+f4M6tCSJeaCbzhgppSulqZe+jZgo2zhvYuWrC8ArMAqq6M4DDkliFbRhSzLYPZ4VgrIK0KCtORLXFBWG9S9eshk7dRbNqCT6Liqg4J8aIuCAFh0caTo41WSzHY2Yrpqh1iTRXMBkZ8Mcq1EUCbZ7iP/zbi/gPP7gIpRXhIOnj0XiAz+8tceuejy00sYkmzrfqeGW9IUPEe70xHvYmOB5PcDSZoGqpaFUMXFrV8Z1XFXzjmo7WhYbUs9EMdw+H+PWXPn7xLxkePijQcgy0XQMuM0FdZuopkt2ZyECTjvoCq6sqVtcUtBpNNGqr6HTq2NjSsbpuSH6mVzHEGcbnjnKmDhcltVJWzmyvNC4VVgFVjyVKBHqBia9ivFSwiH0E6QLLeI5ZsJC6f7eQGhzmWAx4H3BwSLV7md0kODU+Q+Lyd9vZKA+nccYFIxdiwOSUzxy6rlN4lQK7l0yp3DCkiN6dzUM5HI4PFIz3z5DsGn9PKqorFD0wT51Z6xSFlCAycfXT4W+wqWdTQpU43R6GOL1HPWafcJjM3GYObLjEzlBfVdBYUWEyKyPQoTDfSg7nKdJKgdQrB5nLMf8ZDVstHVt0c25WsLJVwaPeFJ/vDdDrhSDyqpipaK+Z6Kya8Gql6r5U7Kcy4Bbnsp/jdD+W2tz2cPVGHVvnHUynC0wmc+w/SaRiOoq5LBO3b8l8p0ua2Em6JAO66ojDJ5ZfK111bETCqJBcej7XqdanO0dV+OxlPhkx1EBrxUNrtQbLs3F8sMDxwRIJlcvMb2SmWFyg1VDx+usmbtwwsbXmSebH6dEcz5+N0DvhQNfGZGrD29DhreulS9MqMD5N8eJ2hN6LRPLuSfK0KkR95bhyxcWNG1XcvN7CencVGyuruH9vLHXriwE+uXUqC64Pvt3Bu19tIp2nSGepYFa6u3ThJbjzfIm7T5d48mWCx18mUGMTNjE4lMwoIRptDR98exsf/M4O9NCHES1hqjFMPYFTVdDcbqK508CPfraHH/9sD7MoE9FXpiiYTCIZ/lhsMg0VnUYD3VZL7r9nT6bY31ug4I1FHGmUycGeWE0+l/hZU/lOxxpdn0RA1ZvMRAbaK8wZZ2NnoncUoHcYYmO9jhuvraPRNDEcDNE/nWDvcYaXj3OEaobEIea2kGwSNVGhZXRzZ3jvvRX8zrc30GnbmE5jnJ4GuHt3gbt35ti+pmH7qipq6tMjDrESzJapKOfpIdZBh4eGWpeuVZICQjS9FO+tdfG11Q4ORhHuHy0w5JSxlgsObL5gw2yg3wvQP1nKciNNdHEnSc5RyJuf758CjY6G9qoueX9sVMtiE5wI9pA4LC5wwiyR54Kal5moXCJQis5BcxIToUVnILPtChF16HImZLwDlxMMastRpBm6jo6Oq+HNjTq+st3EZtXBh/dHUo/mER7PQ7xxro1/99YObq5WkM6WSJcBfM1AoBvyLCASjo68e08mePxyitD2EdkBWusOVraq8DomlBpf0Tn6+4HU6RQ44ZBeMPRCWBXRGc99FGZwQMufQzJGed4oPVwlmpcKeiKjLd635fmNgrmIuU1hjkrFRZ0osyYpMqZksE6GPibDAItFgOWcB+u8fPYSwWuVyOnlkg0/D+pUBRO5W+K3Czbwa6oU3cpVjyQEzkyYzViiMVkKc1cpGEo1ZImJJFCxGAVYjkLkbP6hY3PLlnzvVy642N2o4NxGBT/8pxP84z8dY0CpLgcxHJrZxH8SXU/PugktS6FxckS3QJkCIxjlqm7iwgUPly9XJW/tzr0JBuMMN65v4Pr1DXzy6wN88tGhoCwbaxzaa5JRPj6KZPivsPmgc1dG3+wZ6GYqXcsciLpc9nhO6YgWlDiH0TyfZvLu44In5pL87LzLJloiVIjnjgp4zDvbNeF1VOhOKlWxPFStCobDEHt7PKMHstyQJRWzYyke51JQoaNJRVWQjpqcZzm8Tbg8iHjW5YIL4kgpNLqAmPtYQlhNxYSt0vWhYRGFWISh/H5Y/LMp6Q4UhNBpR4yaRCKcIVwl/rfMuKQTmL9llsoIlPI/lapFObzSOcxlJWA5ikRy1Fql45XZorph4nR/ht7LOYIpqRKGOMa1WqnGLl1hvGZKYSKXF4JYPjO9c3jE4RJdfczXNESAxd/VbzJMyqGVfA06MeUPMqJBk8Uw33O8ZmhcKxe9hlwDInZnnQ3OuTAkcr7ROXO/JYrgtjnUT9gjnTmHVb4LswJWXYddI56Kzxr+HYBX5fnJRJTnCDno53krBkxFQ71iouKYyFPeqymWUwq5mD/JwbsGlUtiw5ZiDBAXcHTyudWqIAnX27ZUMQqQj0I825/ii2djjBcRdrdcnNtycbXelgqzGIfBFGNlibSWwDcSPPwsxIPPAjgtFY0tHZpDx7+CLNFQtQxUTdJTiB5L4KcxIiNCZiTitrBdTbDP/4uo936S7L6uPM/z+dLb8q6r2qC70Q1PggQHJECREiVqRImaHZkdbawidiNm99/ZHyb06+oHxY5GYihGQ4laSqAIgoAAwnWjbXV5k5XePm82zn0FLhCXCATRZTJffs2953wOi+9TlvfK5yNDnaZxKL9XOGX0iYqUZAPemThsUn3Eqo/FjSLWtytyvrs4mePiaP5rfCH/2yxrnGt1NrCic4Tjjxsvl3H95TLiJEa/M0e/7aP9JML54xgaXYSRinzTQnEjD7PK5jAdN3xeHURwUKknqLWYHcrGI3OVVXROQnSPQyQzVfDaHEbxcy+5rswM1HOILR+J5aPQiFBdiiSWQo8K0KPiZf46hYo+3MAVOlCFTcWiicGFi/6FAzOfQ75SFOfGpDtHMIvw0ut38PLrz6PX7+LoYB/9zgjOmIQHUr+yZ4wCHaE2cYBHXCIfZw7xNLrcKcahY1pB6mVn1OK6juJK9toRkTs+DdHfC+BOOZynC5Dn2Ezsg0qMuErhvIaqaaFsWkJMIzktc9LH6J96ON+bY9LP1mL+eREP0nEvAhXus9zLVMS8oxoU+HAN0JFKHjDPxvx3uhwzCpFg06NUHJVLK3k510o2e9/Bd66v4Ts31nB0PMO7n7XxydMe9AJjk1SEdA0mWfYro7B4buday8FkkfEhK3k0l4CFpUzePGmnIrDunpOQ4orgnU5OnkdHF740yVVbgZpXsfmcJUXH4dwLZAjMVA0/BApaAUU9j/FZiLMnvGMHX84eYdAto5oiQuPZmvdcPgccJoj4W+f9m3ekTPgkTf08HcBcIBTJHZe1bp4gZk/CSyWHj4Nuo8AzsCGutXgWyNqRwoKi5ESsoes5RDGRzXNZ/0zDgqEzsoXDvAihiFJ9ETKwF8NLFbHkNCetXyti/WpRcPyM3Rh0fbhxBCeOpLFP0YUQFzjE57pApz8/60T1syF4KZwxVB2WkoOREu/sSLHfouuGUBZyeQ7oSV7hoIGCq2xoyTMS9xnutSLwD7mfEXnI34d4z0TIS9UlDdVl3tN0lBY0WUsdYtBJ6QtjcdSqiQ4t1jDrAZMLUr7YsYoFUSqEsTqf52xPFlGWkF80+I4qxRgDNY1Qb2oSnUOxV8jzZBBiPGGkUYRqUUOrZkjWoecpmM+B85MQZ8eRRKgVK4xmS2Dksn1bBsATYGmpiKXFksR3CGVrHmBh2UZrJY+8piLPu5yIb0NMnQhDEkAmMWbjCNMJY+d0FMuG9AIppuBnfjamC5wYdZINKVijcDsbxJBWQqQt9zHmANsVvgYKyk0V1YaJasOCz77TVMG0p2DcUTDpxZiPXAROgM3NogwdjaImrn4n9nE2HqI3m6Jq5VCxbKyXitgqlWAEdMeN0Tmf4eFuLGVXi8jVijII8qhWgIf1K3msbRWQ41pTi6CYJhKlIHfNIBgiCicomxTH6jDiHPQwJz3Q0ciRPM/WgiKVzmyEwzxOTxJ8sTvD1I3w1tfr+NbXGlAmAyjjAWZeiHEIzHhP5ZIVKvC1HHzNwkU/EgLixE1g1SxoZRIiPEwcXxzPNfa31BSDuY8hSYs9EtmA//Dm8/jffudVWF6Ad37yMf7to6c4jFKpqKYhqmuo5E00TRMtS0PdctGwPJh0C9omAt/EfGIIVUeE84aGte0m1nca8CYeJp0JLjpTPD4aYO9sDJ+xaIkqd/mtnaKQ/9whcbohpoGDSeDg9p3reP7ODRRiF2mvg6h3gdl4htl4irWNbaxtbouBYTDpIIknaBYj1OwwMwvFAYauiYFjybBwuVhBk+Kk8RDuZIjzeYqTOcUqOaw0y9I7Oh4NcTQcYrthY6dhQ/MCuOM5/KkHFYbUQZhiP0rRCxSMA67VjGhiJmkkZ8BSw5B9gn9iOotxceKgd+6LeYdmGOJyeX4Qx3cuEdEc/6awLKcYsGCAvAsm69E8bpACQTGH9KmpaGacSIamdUehkBgLlSYK1RZ0qwTNKEjOtsZ7SRxi3D/HZHAuRiM7b8r5cDgijpYZ5RZ0K4dmvSZF4okzcuCRqBN6cEIX+VxZSpMMHUPwpDqJNIwDMNknDmGYnpRG/PoluYKiTIp0aDwpFwqyz3YHE4ymvjgyUyUn1AK7yCx5Ov190IgjJChimB3G43DQCVTrxB/zKkjhFdc3klYoGA/R71DMQyqijXKFwqfsPizIIJXkTFKxuHbQtU2xUCyxN+V6Tlzc/D4860qUoMrzc4Aw5NckmYviq8wswZKUboV7D8/YnOhn9yjeG0kO4QCYF1uesblXci7DW1bicW/JxKPcZ0gMZWQN+3+VWklc9OuVgrgzh905dncHmMxnKDZSFOuZQY49kvFQw7Cb9bEU3YNu+ajSlFDnPdbHcOigXkxxZ9vElUUTRpyXsnIcoMbIayYKsCVm5MFZhIenEfK1APmqj27Hw95TF8NJgFwVsOvsv6SoL/JOV4U7b2A6qmI64JC6eMlAVRAkKdha59CbVC7ShG5u5/Hcdh4NK0LDirF3muLfHgKnPQXVsoZaiUKlHqK4L/0NyyQq1IYf0oiR3S94I1UocKFW0nPge2ME7hiWQhy/Dj/24EYOrl6p4jvfuIo7Ow2M2m2MLs7x+b4v5apVmJUVWMU6yoUiKsUCusM2OoO20DQMtSr7auxNEfkTONFYhsD5YgWlShO6yWeE51M+czz70EjYxah7jlojxa2X63jhxRr+3XNVKb1/DqN/jk9+1cFPftbF53shurkldKwlzBlJ44XI5XRUSyaWmiaurOpYqCn4t3sTfHhvDCtXRK1WQ+I5mHay4fD33ljE995YAgYxZsc+xhRgFnykuRTXtBquqTV8tHeCj/ZPcTD3cZGoGEtUoSLxDK+/1cTX3mribrOIW2oO7omHv//nI3xw7wLf/sMGvv3DOoqBB60zhTP3MIxDjBIavEwYmoWTiwh7JwFOukWcD5fQHRcwcTsYux2YhVToign7TrMEVdvEt19dw7dfXcX+5+fYv3eOJyPgUWijl2iwKKpjtIbFSAkDO4sVPLdSRTKPcHQ4wN5+H+eOhzPXw4tfL+CN36RJrIKXChUURip+9LdH+NHfHCG+qyB+QcXd1Sa+1VhFw7fws3fO8LN3TqFstqR4xi8wwsULcDKeoO/Msb5iSxWtEDnDEwLKwVGIo2OekTWoto7v/mYLf/D7S6ggwe4venj2yRhPeyl2e1n/hW2AxoKBlU3OUklMLYuzf7O8LWXZK4jsBSh2Te5DzFe3k7nUuz/5KX78N3+P/f1dEffCTrF6Yw1rN9bwxf0O3n/vCBfnU0oSOcXKcENcWLIhBlBpKVjY4GKoYEyXa//ychoBzVYO61slFEt0t7Ah66N9HOL8KBB+OnMtiQqg22hxsYSH97p48HlXsBRU9vJA54W+ZJDceKmC516qyCGaB/lgkmJ+EYsiOqcGyGkBdlYMqUSNMPJdHHQCfPQwwoODGPUGUGsAObMASy9gOktx0Z2jfeHAHynwh1mQfaJpkklRbVmiiBqfzTE+d9BaygnKKIgUjIcx5rNY3sjQC0lMEaXUa99s4nt/vIbtOzZGkz76wyEODxwcHDjigJEB5Bxw3ASzOeDP8vCnDC3n68HNivlH2QWYi0Ga6DL4LXAIzHw0YklI/uElg3iCcSK5ku4kgcfgaoeXwkw5mnHsLx09l4d64oSriyp2btWlBv05To9HgjeMXTZjDdi6hbzO5keI2ZBKNaqrPMmPcizApTHEIv6A34LB5GzY69AVblYKTMOHYWR5Y0RLTgfApAdMe+yHXXYM+TOymcqV1IokD6i1WkBrjcierFnErJdx35dcXp2NQS52xMjpRCIl8PwYMTMX/By0gG4GTypJOPgGFteLuHanju3nqxjPehjNejg7VHH6zMR8wO+fsbIYgs5LyJeNqDzRPSumZEML2tvVERGVOQjQrDDDI8byuorqeh65pon7D1zce+AgmqbQfDaZsteHWMfLWa64Nfh28FLO7A1ecIlTmvH9kk8wJV08XQncXw6rbKe99f0S3v5dKsIL8J0Cjg5CvPuvbdy718ft13O4/bqF/lmEo0cBBscJvAFghDr+6M9W8B//bBntTh9fPDzFwycuHu7qOL5QkdgJ0nwKPY5gxDFWGxaurhQk4+/+x47UK3dLePVuGV99fRuvf+O2KHj+r7/8Jf7yR58gnXI4BkjWVilbD/gr8JH7sgG9ftXGzm1b1oVyI0ShkoiCl5nL7siEN7bQ3vNwvuvg7MDBZB5jQrwmf2kVaK4Ca9foFtZQLVgoM4fb8qXoTHUCBd0+ZNC69wxQpjow0VFbj9HYiaTx1D2jy1GFNY+Qc2L86e9fw5/+wXXE9Sn2vBN80T/HR5+F+NVnEV5f3sTXljexXq+gXs6jO5nhxx8+xL/e38uIX1zviFVxgRuLBv7T20X8/htFFBdKKLZK2B+N8bA9wMdP5njvVxEOjlOstWysLdhQU00uvWf7Lg6ezOSfl8Rz/MZvNqXu3t3B9Z2baNaa4pyIyYdJ+cKabIGLEOTLbC8OPIERUgyhJAGUlHl0KnIU3ajEoVMBwkYoVerMnBghjC8w9s7wpHOBp50LfP40wb3dBCdPgO5jwB0AVh4wc5JALqUQQRow183E1q0KljYL2N/zsLdHLF2mGFa5KWsu7DydmhqayzoCTRNnJ58J4nc5/Ow8VtF5QheDJ1VsmKgtFeR16R96GJ/RZXbp/uUwwIyzxr/KzzuzU4lk0kRtOO6RbpApSDhUk4awkqLB4dwK4E0VjM6YfaihmGe+jY6kFCAthdRmSPa1palYohAmz0wVHeWSjhMnwLMp3dQx/HPIEJgYpXwF2L5RwbVbNVl3nj4ciFBJ1q9YxWSQDQOubFdw+8U6Vjds7D3rYn+vi0k3W/u4T3LdEmdKSOU597488gVbLj90tHHYYdFVSEQm78MGMJdGcIKAbwinLdKJIGovxMIqsLBG5XwFjVYdmmbj/kd93P9ogHyZDmPuEymcSYxKCXjhJQN3XjSxfrWBtZ0G9o6GuPegjf2nPg7vW+geWLj+UhHXXixg6k/QHQ/QP48xOsjBvdCRA3NAAzQ3gOaGgudu6Xjuho47t5u4uvWG1F/8l5/iL/7LP+PZHvGPKp67VcX//n9cw+/9YAU/+esnUjderuH131rGTAX+5idn+MefdeD3Vfg9Ckh0adJToc/fc2OtiP/8f74m9dkvHuCz9x5gMu4i1VzkyinWbi9j/fkV/N3/OMPf/Y9z+FCwsFmUfXvUmWPadyT/kw3TldUqNrfqkgV/3h0LioxUDpZDh+eAHDhep7mnqeK4YH35F5+vpQ2gscjmoYk0YnOBOOQQzz+/gbd/447grN756T388udPMB2YmPYNxLlInj3ODTXfgBqwaRYKguq3vr+FP/yja0ITOTgYYnd3hM8+G+OzzyZCUGD1LkIcPPZwesCuSjZ/zOdNaTY1ljQsbdClE+O842E6DvGd1bpUoZFCqYcYxj4etid4dDbH0QFwuJ8Jwjjo5NDBd00EIS84l9mdvOEnwMK6grWrHHqlONj1cbjrC46mUlVk0M0LHgegQwr7hsGlYIyisay4DF1acZApgxIRoHGoyIzxZsNAvaaLCIm1U7JwtZTDqpVDQ7ckX/j//qCDv/ygC7uhIt/Q8M3NBfyHnQ08nytgfjKB23WgrdagrlYx8lwMphM8vZjiXx6M8f7uFJoVQDV9bG/kcGPbRn01hbbgQCmHkuuZhgZOBxHOhrGonP1xCneQwu1qcLtUg6VZ9ivxyRqdHzzDGHIuE4ckdWN04tqh7PdEAHKQS7ICK+VrkACNpSK277TQWi1jMvaFiNM9H6PbniAkr5+aHU1FuZZHuV7AZDrHZOaIi40OUxlCwIBi6CjtJCjtxGjWLSxU8+zro9f30e8T6x5h2g3Fsb2waqCYz0GLCogmOtqPRmg/HiMqm4grlgx4TC3A1qKN//X7d/Hnv/sC/uJv7ksdH0+guhz0pVB5Dy5w3TQQxDr0NIaJzPlEwVxmfTIB18C1a3ncfr4gl+X9gzlcT8NXX7uKr37lKv7pHx7gn/7xISI1weJWWZTu7aOZDKDEYsB8Md2QsyfPkhKfIQQhVpjFZfB+UuAzqUv2MHPyiAsWNT3PajMFs5Eq587M3sBpcBZbkm9qqKyrqCypWFhhMXaF8REa+r0A3b4Lx/OlMaFrCbwO4Hb4BNOpqongpMBsyCqJNirmE2bSUzTCPO8ERaIoc8DMBWYehM7Dz2i5UEKtWBUqDJtN3eEEgeMj5JrPmBlm+lLzxPxdainlGMi97VJrcHnBk7BddnNUAyqdzsTxsalmFaDqdy2rXQAAIABJREFUdKCL8hPR3BdEN104JKExbmZhq47FK3V0ewP0+gPMBzH8oS4CAQ5QzSIV9RnZgQ03GVrw9b6M8P313sxZL2dkHFZbJCfwXMKBL7GydARb0Cjo1EJxACmpCSbbUuhAF0PMswsjgyzeZYj3ZmORX5Iu1lDQchRxrW6aWNm0LjGqwKDno9ehKCLLY6IQ+cvYEaLqWaQXkWLEATodIIWSioGTYMgc3wnzQyOYsYpWuYBagWQiurtT9M5dXJy4QtvQmRtftlC2balJe4YehSQzbsCQs9Crry7htdeWMd4bYLw3xGHbwZN+iElIJ74luU2begFbehGzKMExCS2GC2Vxjrjk4PQecPo5UKzraKyZSLRUXFWzWYRywUa5kIMmAgIDXhJgGlKB7sLivcumcDU7Z/O9kbmgxqFtUcqbe/DnHrwxEdlsUiXiYiQtif0sowysrFexvtmEN41x8GiIw0ejbFGGJqLZSiMnQga6ElIiRnIBYAfYulrF1rWq4HAHHQeDMx8n9wOcfhFQbygC6cKSjuK2iVyT4aYlJHEOw3Efg3Ff8kRXNw3YNgXPJCUp6BxneezRBMCMPwEjjvi5Jo4pi5iKLQ9JzkN9OcHyFt8DDYpfkuocO+ieuJL9xeYFEehrV6poLhSx/2SE/cdD2MUcqs2SPNccAPvcr1+7gedfvQHXm2HQ76Fz2sfpfh+D9jTT91D4ItnW7BfQacpmsw7Pn8ALJr/OaoUvcxZxwlSv5FFZz4monbFYo5MAvT0OY4jVVaDaKhqLhkT5hEYIV/Gl8UZyRbNSQKtRQqtZwvlpF+3THtonnojSuS9R5J3Qmc5MeH72KACJiapmBEQ2tGCuPEtRskEl7wsS1SRineyMLF1D9myqFlY2i5KbeHY8xdnJDN+7u4nffmELpydT/OKTE3z2pAOzrEnNZsy3zfIOy41MeDnpJZhPU5TYvFqxsXpFw/q2ihKztyMTkavi2eMRnj3moIlSFWbnZZ9FDuNVksxsYPNGTio1Yll/OQAm6UruPMza8zVMziMMDkK4AwpfJdlJRAR8joR88OWFSnjMFGXRlc3nLJIeDdck0r/oIFLK3NMoRAcCJ3MaJoyDDUgJM2DVDBHo8wEIpzFCiqEiEtgqyBVLQmphc5/PguvxHpYgnyvAMvOXdzQSI+YIopn0TojR549oldhX0rGxU5YanLs4eDjG2cFMKM1k+2ZnCIrqeb8iIYKEM4r4E2hlSAnoXsj6qgxm2HhWVa63gTiCLMsWBxnFC+wRjUe+ZC43WjnpxxEvbJNcYmZoZgrEzvYHON8fCnKUf1EAWl5QUV5UhSZRXTMRqjG8OEM5zhm/QCEin8lEhTdU4Q4U6T8pMshOka/rKNR1uBQn+5EMyOmIMzRT9mfGCEW+h9j30WyZ2NgqodZkIC8F3CHO2x7O2h4qdooWoxd0xuTo8Dwd3Q7QvaDgKoVdZuQYc4+JJ49l+MtabOWxtMC+SYhRn7EboYiYa4s5iWaq5w1x102mkRBLLgYBuiMKqhOhWHAYT7MFe3FRrCOMVHgSCcJojkQi7/j0cTjP94J52iRPsPfIAbBRiGAWQ5QaKtY369jYqmPU8aXG7RSjtoZJh+e1Cfypg62rZWzulGBUdCof4KQh2tMhBvMpSoyiA3C9VsetZlOQxCcHXRwdTbB7amL3zEKhWkCxVoQfupjNR2DK4upWAatXChK3ZFc5XMtD1WqCOZ97PQTREC06rCsWimoJRVQwGcS496iD/aM+djaA7XVgqVTHkt3CwXGCH783wLMzD1/7Sg1f/0odtaiLetyT/NiRrwpdR5lrUBwdJ5MYJ5ME54MEF70EkaajtV1CZdVGZzTFxXCKYkmTewDvu8RIz+iwOwWcE+CPv/UC/vMPvor83MO7f/cBPnz/MfZiYJ/5tE0NsxZlsAqKHlBRgfpqVnQ4UxAyvkjQP0gx7ZI6wbXcxO989xZ++7u38PjxEX75ywc4OhtiGuqYU2DpU9AXYW2TMVwlLDQKKBp5+TzunXel7r5yC3dfuY0aV6jBCP5FF8+OzqWuXt/AtesbIkCDzrzbKTSnA9Xpyc9DQ45v1uDnmrCtBjZzK2hpFewdfIFnB19gnAJTLYd6voDnKmW0bAMn4VhKmbtQKXgNUkxjDYFioFoooFosYhoHmDHuK9LRjiyMOFicTZF6c1gFXdycesGEVrTgezG6J1P0zxz5DHId1PN5GOWChI+HHFDyfB/70JIAOd2GrefFRR0ZJqg7mk+mcKZTKDxbaOzVZFElvIuAawD3xBwJHkXkG8soNtdg20WYFHbFIc6OdnF29BSmyd5OXvq9g8FU3P9WsSRVzhdkSGupBvRUkxiywbQv5TsefIdndRulShX5YlWycC2zgARzxOkM+WKAYpnIag9RxOhF7zLaI5UBSbVcA6k17V4Pwyn3fb5nFPtbKFYscf8yCyzh4H6eCVYoInGcEGYuQamaofG5F1K0b/DeolnotUPZuynEaS0VpYTiwMG87AsTcdu6DtdnouT5WikoCuo+J3MFCrT5/xcu15SsK0fUUHYol64Xt/PLITCpcfxa7C1xrxFdO3+uy1kNe0oUXPJn0uT+QNpo1sObDj0pOrx576BQtLW0gIWlBayWLKyVc+idD/D40REcb4L1qwaWt7g4ZkaN4SCPQbeEuRMhTEl4mooAlb8TcdQUjVdzKa40gHXe+ctN1MstxDGJFVPkNQNlvYA4NPDwJMDDE4r7Q+TLIbr9CPuHESZejNIyUFygcSlGuRQh8psIXDrEW3DGFczHFfhhIDUPI8yjCB7pa1Eke+qtayWpIlwUFQ97pwk+fAyc91PUyinqZcBzzuE5bdg5GhKXUCi0oBl1yex1PA9zz0NOJ+nShDslvfEInbNDxO4MkTujHxKxoeLuzRX84Lt38NqtZQzPTjA6P8Ev7velHLWCfHMN1dYqdrZ2pB4+fYBHTx/AD3RYVgtKYiKaDRHMR3DiCebxWOJVarWWPPOis5XYCVYKZ8Q7XQ/LazZe+eYGXv7KCl7cLOPFrTKsySGsyRHuf3SKd356hs8ezbEb1bAb10WUT80s+81pRCODjbe+tY0XXljCz352LGVaJTTqTUQhxWrnmE8u8NorNbz6ShU3zRKeS4sYTGZ49/wA5/Mp3mxt4s2FLfziwQHee3CAR46HfVKNYoo+Sf9Q8Cd/voM//fOrWA89mPfOcPJpF//40Qwf7Xv42g9qeP33alhWYjTnvqDfz+Ye2i6zqQ1ZW3v9BOcXMU7aNg7bdZwSAT7vSvGMxXLGCYbnEWxNx3feWMR3v7EIr92H1x7g/lmEX5ypOJqmyOnsg0SSw02i2Nsv7+AHb9xEWVdxtN/G091z3B9McL8/wZ03cvjGbxXx1e0KXjXrKA0M/O2PjvCjHx1D/6oG/XUd16t5vKKUYY80/OP7Q/zk/SHW765JFTQNOmMsJi6eTKY4cuYok5ZbAtYWUmwuMbIrxP37Ab74IoSSz0PJ2/j3v9vCn/zxAtZLGgb3pzh95OCjgxC/OmAcX4yUxL6Si3J9hlI5QaVcRqVcwaa1hc3cFVj2NhJ7B2ZlA9WlFVQaTei+A82f44N//Qn+5cc/wsHhI3iph9iKsfPSjtRHHx7jX37yECfHQ555Ga6ToeTkw3/5EJYbilzuOKTkwkIbu8iEmLVb5oWHF3ng9NjB+YmLGbEngxRL6yY2rppYWKbyjwMeDZ9/OMFnH06k4d9aIEKYh3k2MZhHYqKxZGUZwh4zPxNxXWp+ip3FFFcXgSvbFrau5OAoAU6mM+y1PXzxOMazowTVmi6Owti34M8tjAYxel1XigdtLoipoSHNaYIpLNcyFIriR1D9y8wJurI8BZMRBAfBZpiRRmjSbVq3sLiZw/I1Wy4avQtHFnKqgXpdX5SCHP5Jg0fuYtSOZhfvbEHPsEFZBh9VJoq4aojTocNE8GlEpVG9SYSarsH36Tahe5f4HS6KFPpSHsRsTLqMmWWookJkRUtBbSlFYw2oLeZRXcrj6MDB4wcT9C8ixMTUBZpstnRhBE52SKfiX9zGjEInKpMqUiM7HAvCjYM9K+PjZ2jrLA+aDhhBqE2STDk54mA7c7sS351QLWpAlJJmiWQDDVpOE2wXG588qDD/gEp1GQATUXR5++HrQxUMc4nVSIMa8zWM5cPAxmBt0URrxUJj2UalaeDsZIyzkxGGXWDc4+/GrlPmQifGwWTeFQcPvNzR5sZLGM1MzN/0gaaVoGnF2Fy3cO1aQbAqqZ0iNFJcdCIpYrmY5cSLl6dE8BEKzpUlit4UMsghUo2uvvGMlw9eNjjQVrLf2+NqTESgDkvX8M3v1fDm92qCHdl94OPkyMNo6sANPGzdKmDrZh4Hj1zc/2CKWTdETgeqRRUvvlrBi6+WMZrPcdYZ42KYoje2MXHNrKmjh/K8sIqahqZlIkdU94WP+UWAr3/zKr7+5jVYJQtTP8SzkxF+9sERPvjkHIpHaVUKo5jALKcwi0Tj6LCK9KUVJOemXAtRaXrI2VGWw8YBuGFIXlMcMztSR/vAw+nTuQxE+ZnyeGgkHpTP6lKC1lqEUpkXyixPubmgoLnIy7UK11PkEvjoQYyDZwlshZWi0FIFCchszN5pLEOdBoeDSorvvLUiFdgOjuY97I+GOLsAzi+Am7VV3KqvCpau3fdw2ptgr9vF0aCPRFeQcHrP01YU4/qKgT/6VhG/+3oR+XoR+VoJR+MJnnaH+HR3jl9+EuDJHnHLOdhEyrFJEVIAEWDUJdMQuHNrGXdvL2HnSoydKxEKhg0lKEvAPZt2REIy65f9DDrJTeIhmRVJ/F2eiESI0okYP1G7MwfLKEqOC91KWUqeLq4tyT1Jp/CiMbqzKbqzGToDV3KnLtoRLs5i9HsRxhMfo3GAzgUdoTzU8xBHND/XwiyzfNBNJT+TP6PkxaUZCUByVpoqyi3mO6iCkZDcMlJJPeDikYLOQwU1NhQWaLNTRUhDGoDXi+ATRZ2R0kA2LgfA7EkKRUBXYecg+SnMZiWmloddhZfsXIpy3USlYaDaMFBrGBi0Q5zs+oJBpkiFf1bJK1DY1DQTQXASN1uzVJTprEq5zirw6EAwmVuaImbTbcKhOJE8FpY2TaxtG+II3H04x9mhl1EbmOduZc6NzSsV7FyvSfb5Z5+c4bNPzuHPmK+aCUEE2cn3JTP4w9AtcQ5Ito6EAzPXnPkuilym6JIibk3yPsTVlrmyZF+IgZ07Fq7esQSX5ExVjHqx5KudH81hMle7yCFlLAOBWgV4/sU8br2Qx8b1ItavlWTY+PknXew/9XD8REXvVMO123lcu21L3pXr0b0d4eKQzT7+noBtpbh+u4Trz5ewuUH8VopF4vLymyjkt/Bf/+pz/PVf3RNX3vp6FddvlPHyK2XsXMvh04+O8MlHh1jdqeO5V5Yx9RT85Kcd/PwXPSTzVJwYpDuwybiyXMCtnQZubFdwZcOWuvdRG/d+1Ua9aeL67SpWr+QxiRxMwzk+fzLFvSdTQZxVW3kZkBJJqQZ8rZg9xOYoMYamGFQnfoDRLMDpIQervojJmMHECyzxWdxnf01/0CNBelebdFurgsjyHQWek2V2UzywudnC9eurkv/z7j/t48N3T2QoFfrMyGVmOTcuVVCXSkjFu49qxcfb372G3/69O9LQe/fdfXzy6bmo5Vm5Kl0EWeN11E8wn1BsQUEExVeGIND58yyssSMa4/CQrt4Qz1fyuF3J4+aOjedu5ODGMd65N8J7D8fojRL0+WxHdBGqgooMiOiiClgyCIEiSRxSqmDKuZdPRsTTuMiZuhQjJ/gM88LJoYvLJiUFMqQb0FUScK/miYGOEk7gs9zry/uKYKzqNRVLiyZu3KhJWdM5zOkcwZhRIAbGUx1nbopTj1i5KWbJDEuWjRuFGpqpiXDoQXEj7FxpYudKA2ezGXYHfRz053h0zizrQJxrIRI0KioW6xp2dizceYm5aFSdU1iR4Ek/xZM+0O664swddzx4HRV+R4HCpoaQBqjyZnM9E2ylLPkcc+2NZJjK8xAzk4nFJU2FRdxiGIRyLmosFlFp2KJOZVHcNun7mA4juGOKCVMZYBQqbDZyTSBpgFh45rVqgtyiC7DQ8lFoBaJUzxVNycHqn9FNlO3nbOISc0sUWqlkoVQsCPKrczhD52iGWNfkksqzF3GxrYqJN24u4Y3nFnExSXAxTvDscIBHj9vo9mdQLUNcUcQD0aXLuADJgpUrAC8BKmJHkVpeMrG+zvwoYti5N5nYWK1hY7WOj94/wYfvn8hQvbluCz67dxKifxogoXNNZ76nJnQQ7vci5BMXeRZlknW+KVIiCUeHXWL+7CXalNjimEWRDKM3OBCm2p+KdoYnaMjXFVSWFVQWNCwtWYJrPz+KcMZ4iogOusxF5jsuvJkHf5jCH2RUBoVDNg4Va4BdBWZj5hFm1J3Ey2JsKK6kCDZIDIQJz/XZPiwOYIUxLSrcmJneAQKXLokAif9l7ipzdHXJLRV1t3T4OeFjNyebrgm+WyeGlVPiy/MrvyobOiKuY7FJ7cvPnznLsz28XKewwJbMp7Ezhx8QISa2W1giHGO2lS/DEn5vfnYze2mWyHD5b9m/iOs0w/TRffrr3EpNlyEZnyuiYiXZJNWlfCcQcgAdiRSC8GzBoS2JPsRiU0hA4lKB+fYNTbCepQrEiTWdZGQTacxfolXpaOTdslymGINrDe9l2WCCQw9xuOkKHJ9iwRSpr8p+YCYaCnzGiMISp3UMR87jpP+o0IsazJKGgqUhn1Mx7zsYt0kaiCUfkaLkzRtFbF0vob87RX93gh4dHzOSjHRc26ng6k4VduBLdechDqYUzsZoXGEDC9j7xMfeJ0Hm/mzR8pcKgYk/PyMWKKrVLZaBVOf65cowllErPAP6Lp9tNu+ocSByVUetUUO9yciGCUa9CfwJ930FCckhSiYqrqzoqCzrqNRsVKsFzIcxTnfnOHs2kzMj39tSPSf7J+kfPok7eoBiK0apFaNWK6JaK8Kdxuifuxhe+OgfxRgcxSgVDJTorF4wUVxhR1MTIfiEYrqUsQwumssqltaZm6rIAEgaNG0FwzaHcMy15T2PaygzolVEzDuPFeilCFo5RG0BaK0osPm+XBiYXRhwRowHorMygd2IkKdLpJI5INvHAdonxD8yAsIUhDMJCMzk3rm5gZ2bm3JnDHwPvYsRTp4xR20q+btWPocooivcF4cVnT3Ej4eJizBxsrWJH4rLATAbrOX1HEorJBtwkEcRoo/+oS9nxpT3dwoOVw0srBDfzz1FE1GzpemSv0mBaeIB06mD2WSOyTjMXj9fQc62YNk5+F62dpD+Q3wuP5heoAlVTPDMdCgzagRmtp+HHGjRmZM1qS+NxBKJUW/Z8lp3Ow56HRf/7uYi3ry1hN7FHPce9PBkf4SEbm26xxOi47LoJSOf7esUnbMHYhUNEUsvbWgyBOY5vFji17Yw6NINFaB76sqgnvFe/KzycdMuKQyLGyZYdE46fgAvZK8ho1SQyBI7KWYXKUYnQCC5lbwbkU7EAXDm8uXf2cKUTYcZ/aTnLhXXSeZ6pSiQeN20FAPMQ+Wf9zWEsxTRLBFHsFnVYFVJ26A4REFIUX0/FnKLVcjDKpBKZ8l9K4xc+Dzgk4thMH/QkrWHFdMdnLpCQuCbxDUxX7FQqNAJmtV8mKB/kqH5UytAmgtFPMDeSsjBzIQD1Uw0LrFW+aw4bOHaS5cXYYK6oPkyVClz2XnHzmI9Uhlw0r3oEslaN+SeVCiTCsF7nQnLKsKyCjh81sPBsy7ccSiRarx35soK7JqC2pomlRqpiLeI7SWhgH0M6RWlGoKZCm/M9YbLO1H0jBhTJGaM50PSoOjOs6yMDOg7qfRgiN9PgwjNloW1jQLKdHWmrjioR+NUqkBXP3PzeI3mEJb4xgugc0FaG1/XbABMIR4dchQOOtMUzaaFZsNCyF7hKJBeWalhSrUKLEPucJNZiOE0RneSYDBjvymjakkSkex33JMNRJEGZxxjPuadl3e1jOomsQQq0eA6DNOQZmyixUJKsssJqguaCE9lAHwRYMTPw3GEzkGE+VCBpZmwTQP1JRX1RRWhnjETPBnhhkJa03wPWuDjSqWI6/UaciEw6jJKxMPJhYmTDp3KpjybM8/HyHHgw8fCuoaFdR3lSoByhSLFAnStAUUnsneGRJsh8SKkXoRmLo/FfEnOTxfjEKN5iKWSj+VygFJsoBhZODpN8PMHDvb7Ma5eLeHqtRK2ci62bFdQ6RMvkv1WU3JQVRsf7zr4+Bl7DQmcOe+0OpqbpuxDXWa7zhwhOlQrmVC7nLdRNG3oowL0YR4vrZXx1Z0ydD/E7uO+iJYPXAf77hyo56SIY51T2ON4sJchJTREN0XBrKKWX4IW6Rie9+BOxrhxt4UbL7TQOZ1i/3EfF+zTTiN5Bqj3ZVXrJuotE2vLReysVFCyDTzeu8Cj/TbuvriNF168ghXdQGUeQh3O8PS4jScnbZQW6ygtNFCo5iQuiqjNcbeN2bCPct3I+ihGEbZehhnmYEwNaMzDVgKp4WyG3nQKO6dhfamMRs2Wz1sQpxhMOajsozcB+jMLTmRjgaKhBoVWDtJkjo4b4XCWYJ6oqBQsoVV2pzMpIvf1CvOmU8x7Pua9LNpmNiQBxhBqB4VKHP8yEEmNeG9OkNNNqVjV4KsqgjRF5DH+j0jiLMpF1TnA17NIgnkMeAl0k3FDNlS7DC1fhm3nUaIo0lDQPz+RYu+Df/G+QxEX7+a5YgV2sQJLzSIAlTDLtBbSQskUjKo7m8Kdz0SQT7GQovAMSwQzoykdyV6uNRS0FnXJBJZ83CDIXLxCu6vANhvwoxjD6QBTbwKQnGfEyJO8VyJJgRe8LMfenShwpwp8oXOQ3KGgVFdgFyncpCCEIn/GlJgyVxh0SKLMsPAsuSeBd+kARi6QrzEdk1zE/jNF/6QxXlLuxkR0+4K75z5aKjGHlZF4/JpZPrLcvUj9oNCHlAsKC3wSJbMoRpPobm56cq8ipTGLXqHoxzRMmJoFLbWgJ8yGzwbA7Nfz7aC4qVAqSS1yXy8ZmA3HOD9uS67y4qoq0XR6AVKdnoGzMwsTh5FARET7yPEuzPggyRpPUM0rWG9oWK5RXFlFOV+Dkk6hplOYaYp8SjGSiv2BgoO+glyBr3GE806IJ3shpn6C1hYFk+wFBshbAQKnAW+6CH+2gMhtIHDqCLgns0j+SVPMgxAT15XzL1Hs13dKsBNP6qIHPDvTMZgApuHCNIgSH8HzGHdmwDDLMM0KrFwdhlmRcxTvC3lLR5GkFmeGYb+LYfdC/oz8OX4OrByurJXx+u06nlsvQA89aKGPDx718MHjPmZpDma5IQ75jaUtbCxv4tnJCfaOT+Azhs8qCpnEG/XhT3gGCxHrIfLFMkrFmpwzfq00Y1RlCrjDMWb9ASp1FVfuVnDrhSrefrmKt16pQZ9MoE2n2P/kDJ/+6yGe7c1xai/jJLcE16d40oXvzODPJ3KfuvXCOjZ3FnDwaIyDx2MMZwmmPuNDfYQ+1xkHa5sGVjd1fGNpEW8trsIbO/j5F09x0O7h+dYSnl9YwoPjNh4et3ESp2jnchgpWhYJNvfxn/70Jv7nP7mJSneC4TvPcPhpB786S/B4mmLnawZ2XjewU1KxLVGkEU7nPs4coskZgapiNlEx7Cs4Odfx9FDHSUeBFztSWb8ecCYpZt0EBcPA2/+uJZV0J0i6Y9w7CPCzZxGOJikK5Sx+djYOMBv5uL7cwN3NRSxUGXkVIlECnE0CnI5DrN+OcOO1GLdXC3gh30JxaOG//+0Z/vvfnEH7ig79Kzqu1my8pBZhT1X886d9qZ0bK9i5vgoECabnE1wMHewHIU5CRi9x3pNga0XBtXUSQmMcHtEFHMCJTDixgW+9WcP3f7uOaws5mANg1k7w3sNAqlyvoVSvolLTUa5meef18gIapRZqWhM1vQlVKyLRbeg50mQtidz1xh344w4+//hDfPj+ezg+P4WXxAi1FI31JhobTTy4P8JHv+zgos3PEG+gRKPJxJmLZaaUpRKm1qKqVEezVpJiR5OIMy4CVOzzMnP/kymePnAEp6QEOu68auOVNzlMo2k1EP7/r9718dG7PhpNDZtXTCyumNLwLVU4zEjEWXB65uHszEP/IhEMqQ0V33zewLeeN7BxM4/1m3n0Uw9P+iM8PXPx7GmC02OioSzBTI/7GnpnKvrnEYY9D8MufUOXvY2CBoUKgiJQKsSoFIE6g8cLhiwmoizhEGKcXT7KZoqylWL7Whk710sIEKE9mUtw9Nlhis4xG0oRvPnlok1lDvHAORUmVTJFKlOzZkwQ8HCrCMqOB3cjYWWDdh5EuThzUMiFnzljhUrWqOfBn/k3bDTSla2khuDm2BhkrTRMbCzxgK1iYZMLaYKUuUGGgvufu/j43+ZoH9PJoCJ2iT7M0EigA5mDVdblAFODD00hUiNDtTJjQLnM9SszH61uwrCJh1MlP5S/izOP4bJJ7FC9m21a8SRFNMryhmvLbLooGM/ZlA+R8NLnXnad2HwT8zn1w6p8OEKXCih+f1WUwGzvEY/LAzoxiRyK0sVWW8wat1EcYff+DE/vMZ8vFfeTDJLZW9MVFKpZrpspf1tyYR/PMiw2s0e0MMLzWyqev6Lg9q06bt5ZQnXBFvv+yKVCjJuwAovZzqqBeRyhG3jo+MxJzgbAgnIKFFF1TSYxxpMYw0mM0Ti6zNhisHwEf0a1cYpS3pJ64ztNqeP9Of7lx22cn86wtsOLNnM9SmitlvD5B2O8///2JedueYVON0WGdmwWk1vvJhEiMratChRyqFIfSuJdOrdCxBNAn6oU+WNBj7BgxPjW730Db/3eN/DwsIu//vGHeP9Xh+j3Y4yGGbpQ5ZC6FMOuZXl+RDryNSmXmihGVmYJAAAgAElEQVSXWkiTPuLoHP7cgTdQEc7Z7MuymjRblWofuzh6kg2Ak1BHEuioLDA3hxfVCJWGB1ULMRkyW0nBzvUctq+zMaPDnWvoXqR4fD/E4W6IeoVDrgB62YJWyktWETMQw7GPjZKCjZKKF18s44UXy3ApDqH6dOYKOkVRDSzbi1ixl/D42RzvfHguOCC9EEPPc9UhAorudqoJQ1xb0/GHbxbwva8UYZVKyBWLOJ3OcDAY4vO9OX75mYcvnvCiaMIZW4iJGKMLgE3sKMJKM48/+Z9eklLDU6jRKc53B3j26QTdgwDxnHgWDTkrgmWGWa4yM5WI/G2lKLWIlaqg1KpCK1hQ8wbUXBGqVYdilpEKY5FNaCryOP7IMMhsdkVJIqViDBUTDF0P59MARxcunjyZ4OnjGZ7c9/H0XgC9pKO4yEsl0dUZ1if2DCQeHVXskJCLxmZNhpYnooVVaDJDi1EBWdOaSKmLhwouHgCb1wvYvF4UpdXxHoctIRgxqTBrUSHYngY7hs4QtcfPJ13/GkwjlvIdA+7UkCa5YgTgfXXjWhEbV0soF/MoF20c7zl4/DkRvBMYZgRTMOUWdJOhwjFSm0roGDYbEooCd0gFXYJ8Q0F5mYd0QJFLDL9/GapeQmUxRm0lwHQW4tmDEGcHHNgwczzG5pUiNraK2LhSxcpaVRrbP//ZEd595yjLNb7sTf3aSpqRQaEkvDDRbXCJUZKctszdRMeZ4CjlcsWvkQhRgQNnObjDwkvfLOHFN8vodxw8/nSMZw8m8t8EbgI1X4RWYNZVCM2boVEFbr5QxY27FWw8Z2D9hoHdBxN8+v4AB09cnBwmGHQSXL2ew9XrlmQkEhQ0HoaC7hoMQ+RLBvJlA69/bRmvf30ZCzUVFveCJMJ4pkv99Mfn+Ok/nGNtpYS331rH1Z2i5MUzm+a0d4GTXgfVVh2La8sYjzS8904Pn7w/hEYKQxzBqqXINVO88soSfvg7t/Dic008/uwZnnz2DF/c8/HF/QAvf/UKfucPbuKFr7Tw/oef44MPP8c0oSqaTUVDshIr+QKadg01qwRFnIABOiMPZwMfczrcTB1BquDZ/YlU4hBhyYYs8Y2BIGa5ZkZaDrrlQc95KFYyrCpR95NxjMk4wvWbZal6vSB5dHRM//InXXzyi6EMjZlXaeq8kFEaqiN0mGlPsYCDzSsu3vjWbbz13Vdx0QnwV3/1Cf7153tQ8hZU24IbuXAjL9vruP8RnW4ws4fiK15QdMGkttjwSCLsPvRwvBegrqtSv/lKAz94g0pbBf/PP/fx9+8PpbHksimZ0GWty8A3jGMpMZYHwNJ2Ecs7JRl6scHLhqZuODBMR5w9SmRhNoww6PiSjUSkeTavUqHETB+iYCdD4MbwJVs5u6zSkZN9Dx54K+UE6xs23n77Ct7+9hVcPDpC+/ERnjwN8PhIQ29i47nrDTx3vYm9i1PsX5xiPArhTXVEdBkw31lR8e3nFvEbNxaxOx7hw/YFjscuxhTp0YnJbGPmJdJdr8R47XYJ//H7q3jj1Srmvod54OHjroKPuyr2zsdoXwzQOZsgvIAUG2W81HHgRPSnDIA5yBe7dDYN43tM9CaFG5ZlwWIe8KVLmJn1jjMX1CBdrTx4r14zsHbdhDuBNBX6Z9kQlKhPq8T8YTrI+NlnbqSCIOAwS0OlbkqD1LYc2DkHcU5BkOOlSkH/QMHwhG/C5cD9cljKeJXF9bx8bpn33OtSuMLmN78HEec68qaGpqGgpSt4/Ss38PprN/Bwr4u//ad74gRReMLWTFi1AFbNz/Kk6DAIqfjXpDnOoUo4j1DME6fFHGULlYUSSlVbrgms3UdjPH00gZZLUV9jvIqGcRsYnyuI6PpRiRbns829NjtTyTYjgsD/34nPn5sOL/53MnwkkkuwlpkDu1Cw5HcbDx2Mhy5iEmNIG6oClSYEK7+yVMDyUgFPH8zx5AtHBj5LG1y7NXRPxuifTQUfRQdYFkhPUSiRjilylRSzUZbfx3xfCrqoMGc8U76iQdFtKIYtbga6BZgtyeEWPyQ6XWgl7dfiO7q7eN4lmoJDGxax3yxR+7MoPiAW1EqznFyL4gsNKaNk5H0mJlxFIU/hSx6zCTPYPEEwUzDC4vrDdciJAzh0CVspEroXVA2mZ8FwiUkktYcD80v8zOVexH2Yr7F8L3ElX06Fv3QHX6o6vmxyqXQ7UnRF4gXXBA6P6C4IeAf6Mvsla1RJg539jByJAyUsb1VQqhJrxkiIAO0zF+0zCgk1GfjS8R1xr5AIBBPFYia2IGXEmUeYzRlpQ9EA6RfZnYn7r8XEWDUv8RAKJe/EgzFPOQmhmBYUy4ZeoEtGgVkETDOCZUXwJsx/5RdXkY/ohLFQWFJQWFbRfuyg/cSBT1R4pKFUsPHinSW8eHcZk9EZxqMzHA9dPBsAcU7H9ecLWNnI4eGHUzz4cCaDUJIQJM+N57IoG/b5BBkVKDjQZWCl8/zCgfplhrcXEOvKoUsKf5zFAaxuLmB1YwHto66UP42hBFpmgOf/aAmWruawRHGyQRGuimkvQucwQPeId8hs3Sg1bVQXilCsBDNOoUwPy9vAyhXeB3NQkhzG3QjdUw/jXghnmMIdAQuLBaly00a+bsEPYxw9GeHsaAKdyOYSKQgqFlbZrE2FjsAszXnfwqxvyZAv9WLZfynY48CMqFkv4GA3Rb7BmClFULE06LYfx1JKUpCqLilY2I5g10N4sQ8nDDHuGRj36XhhVhqbyMzzDQUbvbKxgJX1BeRyFE7qGPWnONo9w6A7QbXGZkoVrkP83ETEd2mkZ5ncWohEDeU5llsoTTl8v+hkWjZRWGB2HvPkmbvtY3DiwfUjJDlALSpY3jCxsmGgZBNtXBRxK89s81GI9t4M53vEKwmAWs7pIUXKhoZasywu5lFvimF3Ks8/8ZPcVz1HReB+ifilyJqvMXGG3GspIuLzw+Htl3EFdCyryBd0GQqPx5lD9CVi7a5WMOv7ONib4uTYAa8tLC1nC5aT/RfiTcOYYnOeGXj35uecBC8di1s6misWFjdKaCwXkIRErZt4/Ekf996/wGQQyFrL18fIM8/ZQ6Wpo9LS5fzvBnTs8HfIwgt5H/bnzPtWMDvXEc1UOTuYOgVnWQ+G93v+PLK2XA6BmfUrOFPuceLO4hrIJniKtBghKUVISYaITIlxIRac65NVTeUOwzWFoutoDMQUAZEMQ2S9lC3FzxUdvjLg1UyhMbguhZPZ2kXXFj+zbJsxSowxEBTiZI65BNFcRzgxEc5VJNYciTmXr8U1kQ5+RvNwSPrlPYDi1VSEZorsfSSG6CkZSgrCNJJ1kQQ2igoo8JO4Ibps2Zh3YuSr7HUwsi0bAJeqOdQbddSadTx90paa90Mokg9PfGg27K+tAfU1OthpY+ZZM4XL+CaX6SlZniR7R8GceKPs5+FrbhZjmMUE03mEKQdlKs9HXO+Y/32JnqV7NgIaTQsra3mhaLjhDF7oIAhM+BIJkyBPp2GaIogAP1DQuUhlCMwBcLHKf3JwLkp76bFQYFKraajVOFhI4czYH0thVw3kqwaWSyaWi6YMySezCCMnwcBRMKYxIfKkSIfIcjbppqZQ15BIgOkgi7/gvYxnPgqv+JxJn04lOSHDaNuVFIVqisaSga0rDWxdqWPUDjG6CHH6zMXRIwfB3MTq2gqWlpswCi70vIOx76DvzhEwcoeuTWaVTkYyDFgv5bBdK6IIHTH7apMU/YGO3kBH5NNEoGDATGknxAwhassR6isR6uUI9UoI2yzB1Fsw8jasRgS16KN9OEb7YIzVsoWdVhGVUh5JvgglZ6McT1GJp1AptuwHOL6I8MkpcDhVUGnaKDdyeKGp4oWWBj3x4XhswkfQy2Wpf/jlEP/w3hD9QSpZ1Tz/NlbpLk8x8H30fR92ASiXFSzWbFxfWcDVhQXUgxYaYQs5tweTmZRxAgc1jCITh6MODsddFCtFqfM2o4y6OOkMgUVIRaNUYsGuXdnBa195EbViHof3H+J87xm0RUBfAvyxBrfDPSLGycUM7Z4r0VBGSpQwz9zA9kYRX3txAWsLFu49OJe6e2dJ6qpdwGpoojCL8ejsAo/PLjC3LMwsC6V6Hq2Fogzs9vbPcd7uX/YpiljRc1hKLWjjGL1nY0zOXTS3N9Ha3kKv08bZ0T5SM0DjShm1pTKqaQGVtIjd8ZHUYUfBebeAqVPGymoFqytl2PEI+XiM9oQiWAe+ZuDKlTU0Fxv4ZPcEH+8eI8krMGuGfA7TaSLxicN2JDFPGk0cDUWESn6SCu6fa4ASUaDAYaIKSkzm3JNIn2APiedL3ZTMVQoPVDZOGG83j5C4kfy7QqGMoKN5Ps2hUc2jTlNJv49pv4f51BUyTMhDGoWDpol8qY5CsS5ikpSmKYfEOZ6XVKzf2MLGjS3MpkOpyXiC0XAGd55RGsRBoJBp7WB5lfTRolBGKeggnp/ECofxGTEHkBwAp5j7I3hU+3P9teZC2syTbigCRmkdYDZSMKfgkwatJEWed5ymhgIF0hQAa4yfMRG4hhA5Z+NYRJaZVzczS7HKdUWE5FGUot+NBVefs3S5txRtUk8pnKMolXfrFKVqHuVqHprhQ2UUCCPYOBCnJtSgo5eGI97BKSDM1mWuwLZhImcaiOnmVkhyyUSkpqllZKKcjbxRQsEsY/KlA1giHTLSCC9UFJI1ihqaBZIoppgOBlCSOWr1VCpXU5Crqzi9APaOIaQdmisS0jYMRcxI1uWtplbQsVw30KrmLr9vCXo6g4EZ9MiHHkSyTrfdHNoOEbUxTDvGyXmAL574mIUp1m7ksLxtwFQ9mKoLd1LHfLiAyFmGEi1AiZoI6LCOZ9yGBHlOoX93PJWoy52tCrZJngo9GCFpQhqGkxxmboogHkletxcwDz7I8ucpClZt5PN12DYJTlnEZdGmEJT96kCw79PRCDN/iJk3gJ6zkbNLaJUVbFRdrFcSLFZLUr961sOvnnUx4de18rDyZSzX1rBUW8Nxb4zj/hg+hV4WI7l8zDs9eKMhDMZRktpBNz1JNApFr5lanyJ+nr/cwRTz3gS6FaCyDmzfNPHD7zTww+8S0a8BUx2de+c4eG8X7dM5Bq0t9JtbmLoDzFijAWZ8fzUFjY1FVJeaSIZAOkrx+HCAz/d7mFyiomn00/Ie1IKHf39zG3/6wnPQJj7e+fkXePLkDCutGlYWahKd2B6NMDQMTMtlzHjOnk8wmo/xZz+8i//lh3eRPu3jyX+9j91PL3Co5NBmBM62L/X8Yg4vLeRlvTqZhTh1QonHoEAumBvwJiZOT2N88dTF0XkAxSSGXsGM9Ngw2xtJ9i3lLLz5ZgPffLMBvT+HPnDw+a6Df77v4WCcorKYQ6FuYtZ3MOs5yCsaSpqB9bWCUCA428vIvRrKq2PUrgywtWDiVnEJ+Uke//jfLvCT/9aB+qoO9TUD2zUbL2h52A7w88dd/PxRF89tLuPm5jKckYfDZ10c9mc4UjSciZFCLhi4uq7j9hVDhJ2DcYAuiSRDBZ2BgldeLOHNN8p4fqOEDbsIzTPxLx/7eOdjH+vbV7G+cw31ZgXlCrOsi2iV1rFQWpdeMStJ5ojjIVR1Atuaw9Ro+tzHoL2PJ0938fDRLtr9MdxYhcczZd6Q+/D+boIn9yMM++x/aWbKRphkmeToamFegCKLWqOloFRivifVQtZlbiubqRmybTaN8ODeHAdPXTQZhFy2cOulHO68bkPLR+K+OD5zsPcI2HsMLC6p2NwmHloT5BNREaN+itEgRbfrodvzBI3ERkzFUPE7r1j4/ssWVm7bWL1t4zz4/3h67ye58uvK8zxv8qXPLF8FVMGjATQbbCNS5AxFjcSRRGlWZididmJ39g/bH/a3jY3YlTSaDdmRRJFNqtmNdgAaroEqoHxlpTfPm41zX2HEuEGxo7tRlfne19x7zueEeHjMAXCM0xMDvZ4hw1GidBAaUELiXwpEaSLIoRFVgHM2oWhV1ARZvdwxJX+EWBAq5Pj3+bzMSeNDhW3SSWBi9W1GZFWXQPnXB3McH8UY9oDJoMxvk6KCXysPjvLHSE4K8/t4wCzKQ86iwHRcyKDS0nNYRCdeuGaZo0J0EhtjZIkzlJyn54L5Bm/tEURCcBGnqzQph45rSwYurZrY3FaxvF2ge7nAPC4wjwo8fRTh4echzo+zMg+Amy57bXTYFaVbl81iHoK5kzF/UlOJoqQrgq7dAppbiFq02jFEwc9hGfOhmXFA/BWH2dzw6GxmY4+XFKq6iL8j/qWzYcOuaTjr+zg7D6S5mzIfhtprnf9NtTsvfFSecQhVNuXYFJWBCdVqGpEcFmoNC+s7dLm5MqCmo6d/GuBoL8HRLnM2OWQpHcw6L1KWCrOiSQmeMzIlT27uM6chRV0vUNdyfHTPxUf3KtjaZu5vDamuYvdogv2zWTkAzjQYig6Tl8AswzCJMYqJLSyzXktcJF2uuWBd534uQ0puPuJ0lgzKMoeSGLSljofltodL1x1cuuHi8PUcn3/cE3TIh/+mirsfeEiJJoKCh5/O8enPphJKf/WmiZ3rzBCLsAhiEahHHKIbBkzbFZUoM0yZfTYapRiPU8REtvdz1AsVH1yz8eFVB1c/uIWrH9zEv359iv/z//4cn35xVCIomTzpML+txON6DR6GFHEtuTU6WGpQUUU4n8KfDhBOIsRjrfw+TU2aGVaDqC1FnB2jswSjs0yygKNpIc7q7hpzJzN49UiGl4MeMJ+ruHbblWL21GxMdF+GV08yHO6maLVTtFopOz1IDVueu9lZBMWPcbmjYrur4PINB9vXHRmKjqa+qJIblRrqlTqCiYFgYuLp/gyffdvHyXQh7yUxgkpmQM0MVNwENS/GtU0Vv/dhBf/2OxXotQr0qisD5b3+CF8/9fGrX6d4/JhIdg3hjDg0DswLdNs21pZdXL/WxL/9wSb+zQ82cfDyEAcvD7D/fIQ3T4nlYcOYymQV1gXymllFFZ2oYgVLl4Hupgq36sGtVZHnFtLUhONW0O4yt4M4SAsqF2krQWEz98eDanD475V4Kua3aHMY2gJBEmISxTgbB3hzMMeb/Tl2dyfYfTVFxJxtE/Ksnh1EGBxRHW5BibmppNAKXgkyJDwlm0BlSYPX1VBpZVIkRVAASIoA1fustc0q1jermPRT7D+fY3waQ6Pqjc1+DowEK8riAJjDT1XKZvYYqQILHf6UawybEynqXRXX7zVx415DBioUch7u+th/NcfpweIi94pISjYCdXEWUz6tWcxKLLO6E6LgFpCGQWdZhcM8T1mfiGB2sFjYqHQS1FdDxGmGsyNgcEYHSyp1604dt95pSL4UESV0J//6V318+sv+hWurdJQK4pOKFbEO0tylSwkAk10QZrRLZmKZ98ZNQiPilI0fDun8MvO86lbguR6u3HFw9Y6D3skCLx6PsEcHLAkEdHaxqW2YyJMEub9AowbcvOPh+jse1q+YWLti4unXM3z28RgHr9kALPec1WVNijhxvTAEtT2eB+Kw2LhUwfolFxsrVayveGhQ3Wro0kR59mKGZ9/OsffSx94rH7dudfE7P9nG8pKNJ9+cYG/vHM31As21AtOZjmFfx+lhhpffzHDwaoFmXZFavmxj+YqDrUt1XNlooWoQS/8a33y+B9/XsQh0fPD9Lfz4967ixt0GfvXrh/jVJ4+g2VWodpVxsoIc4g3ARhVW4UJhHiVSTP1YVO0BnRGFjiBRcfRmhqPXM2lgykWXLns7lyZbrjKP3kSuBig0X7Ci1YYh2WrMZ6QYYPtqAzvXGjB1NmCA/jEzHhfYe+JDYxaRkZR58EIQ4KCMTUcN129xeJzi9t0t3H73Cg4PI/zFn7/AJ78+gdO04DRswSFyDX97hrLtcihPfw8VyHRKezWgVie6KMfLb2IcvEpQrejwPA0/uV3HH7/bhJGr+NsHM/zL4zmGaYhhGkFhhqdgRqk3SkTxLRnchYLmqo3GKhGpKii0j+lw1CMprk25b4h7hQMA5iGV7rGyCcziHs/mJAdJHP6mbAFcNKXplK/YJmpVDe2GgqWOgSuXm7iy3cTZ6zOcvTnFdK4hSLlm1bCzXsPOWhWfvTjAg+cHGM24h/MT0GGpGiqajqs1W+pwscCz8RSDmH8mm6Lcb0uyhKbQPZ3iN2438V9+so3fereDeTDDPJjj20DHi1DH6+ECx8Mxjs6m6B1FOD+KoaY6VKKiOZS7oKCUbNDSTcUq0dmFNP9KFybFTiYMiw3MCGHoiziPQ1cOfbobBrqb9O6YQsthrjmdIXQDU3tPd5VbtaS4BpIowjOjXWFelgpLT2BpVIcWmMU5gkBBONERzdTSfaKmgvDlsJ1O3HrXErdsRCctG+zTDDHdDgab8HSOaFCnsdQf/s4tqZPhDP/82Ss8fDFAvw9MpgXcTllvz8x8PiibI/UnmcdShsrmfIH2so3163XBLS5GEfxxLE2No/1YshhbqyT+qJieFJgc58gVDlZSERJpPCfw9+ZZlgO8hMKXcs0sRXsc/vLn1iVvmeIYOn+YwSwNDpf/buZgls6p0IgR6nRM56g1gUpFhWfaqFo2DvYDHB6EsCsWltaq4jw+f7PA4NBHwQZOxCYOvQeKiBQ5iKIDeDElApqCSTqAKXQtUHs7ADYdqIYjcTfzWVSu20EZ6yHDMDakYn4/xYXYkQ5VMk0NGZa+zeAW1Ju45xm6xkEQc1lLJb8IEMTxzPMlBV2Aw6xTh/tVLKg6/u5sxAsVlcY4lYP2HCn3WDq5Hf5mCtSpDnVOxB7zK0vMPOMbmO9FRzuRvHQdMKeMf6ygqS/wY6ULnAMn0obKZ1d+GDmbkzLAba3MHc3ZuOJZWARRbJyRasKBOD9bRtNUBJXOtTelE3ARoXfKioUuVKsbgt4kroxn/mrDRK1hCpqPAzBmPTI3m7jRQs7kdMnRjURXjwElMoGYg3PmchIRWebbkgqhijCRBCLiTwvUGhqqdaLE2eSJkJN4k/Fyrkt2r9vSMDzwMdwPEI45zFFRMW3cv7eG9+6tYT49xWx6irNphENmwNo6tm646KyaePzrqRB7+PxW68xR590vluxGccYtAK9poL5kwqhcDB2ZzcTvTSsQBhTmqILZp0DBUIk9XsLG5SUc7/ZwvHsuAy2iWXmX472S17itdzxs3q5KE9GfRyK+Gx1nGJ/wjEiRAYdENrxmRc5gi3QhCP3tmwZ2bnL4AaGvDE9S9I8SycIs7Yg6OszWXHFk/eM9x58mODueYdj3UWnrUtUW3xHSTHKMhynG5zmiqSvFLOwiSqAzqsjic1sgipntm8NbUlFZUuA12HAtYzDO91IptbChwUZnQ8HGDQ7vEowmPkaTSMSX/sSWPZ3ECQ5D6YakGLve9CTnrl4nKq2GxZSNmRMMexPJbWeFwQJhSPEOu8B0pPK7SIVWUK79pcOaJCtBRXc0OB0dzSVL3GP+JMb0PJSBZuGoUCp04jMSR4URmdDmFnK6ucNMPq/+QYD+gS8Cae6h/A4yvvOOejEArmE2XGA6XKBQExgO9+xCnJfxXBF3OM8Kb8mA3AP4WXOdKc/RisS8cHBM8Y1pUtikikjFDxJc23RwddMFQgXzPkk/KU7GAU7HAXQOyomAodOJ+Bm+53yvmYU8BZIpCQiKYINb6wY2bnlYvVqBRo+qYuDgxRy7jybiCE4SSrYLWBwAVyLUO2UzPSXKkD2DhIIevus6Qgo65gn8gY7FmSXvGfc/Q+XAlg5eupP5LpdCtLekAoVneJLTTA6MyzxEOWLTwOBlKDz+DhTKGxcZiCVP06hmMKqpnIVDDk9lAMzYRhW2y56LCc21obs2Eg4V4kjcV2/zaxhVwJKcZiG1Mc4mlWidGt1PTauMuOJgnkLfOdckNngpuKXDi/2dXIgg8z7F7twPyyzfTGODncKtMi6AdwqDA19GLzGLVrIfy8EF+zg0J/NuwwGG5J9XCpgVUo34HLDvZGFtqyO1fzjAweEQ05MQwUkujmh+1yQBtDZytNdJ/CIqtgRxhCHpc2WeL9d/3vE4dGUvk39VHMBV9oXY7yh7HdwAOTBl/4e9JhYpUvzZOh0bm5cqIrL04xmC2JfhbxwbsFUFrsaZK9cECubT0gF8Srdg2X9kFjCH6vwzhJAQMmaExf2GImQaAfgz6VJrnil4U96rZn6MSZhjEmuY0VGe8PyUIokyKQ5EFJVIdQPjXiglomfGkXEALOd7pTwHcmdjn49ku1oh0VetZR3bO21sb3dKZP2+j6OXIfafh0gDXdbu1a0WrEosNZz6OBvNEWU59IologOliKAWEeoa0DJU1BSy1kyYGUUSOuK5IT3Uk16A/iLFhOYLJUd1KUdtKcfKkiplMZw5t2C5JhqrBpymir1nfallz8R210W3WUGTjqKaByucwAwnmB6Ve91+L8WLsYpeqqG9wtxvBxtGgU0DqF5kr1KklRtEujv4+wcz/MODKQZj3vEtOfMxy73SBrxOHZV2DcQB5vEcNQu40q7iUrOGRtyUyiY9xKND5OwFtFZQVOpIYh9x5EsvjWaNVyeMt5ng9WQmw111mVd8B1bs4PrmGu7f2kbHMdB79RqDwyPk3QJZl/d3FfO+hskkx9k4xPkkkj5UOGEcRS6kw40VG9+92cBW18HZSYiz4xDv3GjgNklfFEmwfzYMsT+d4GA6gV6zYbCEBESBbYGRT0FSjI0VAxsrOjZME5uqgXgY4+njPvb2ZmhtbUgtggnGk56s0WuXG1ju1tDKLTQzG1+e7OPL0zfYPctxOnAw9V10uhV0liqw1TlsbY6p76M3CWC6Lt65fQUbW2v4+Vcv8YuvXiF1ClgtEho1WKkGjTFqh5HcdSjuYDwEiUc56ZE8h0qfgkauUqzHtSfl+Yt3HQrwM95nbBgGz7uuCB9VxYSWaEJlzBQVuaIKgjdME5h08lekI+gAACAASURBVDO+RWIsfMQkXUx8TKfsL+SSu256DipeR4r0A1JM6NpeTPrSt12/to31azuSa8/Djb/wMR3P4c8CxIxjjGKoqg9F9dFZYs69DRJz2e9M06RcGwIKS5vIZWCoIeTQsJijMDgEnsK0E1h2IgQ+0g14nmH0GEtoPGoBu8r1UxMyqWXyuFsSgVh09bL3TXKbnBmYnCn3Q9LqgEa3vE/MxooYWzjbIDHE0QBHp7M/w+l+Khj7St2GV2ckRwLTSUQoyEx19tV4b+NdiIHbJEAEARAwPxrMMrXhWhaiPETMrGqatcRMQHGOKqQIR6/A5oKescfJgz0pmqXZK6aoKs1EeFNhv5xCSVETxuJqVxSSYVTp95EueXCSgTN4xeZwk4PSXCJgbFUTBG+NBCzSfYihzkxoqYm2m6DlJDCyCEpARHeOQV7BoGAPM5E6OI7x5HkEP1WwfcvGxhULmpKQT4rZsIZJr4nEX4KedaBmbST5REpzTOhuBbM4xfFgAj+OsblWw+Z6lUgKZnDKbIS9Uzq1Qdy3kWA4DTGcRggiDoUpUOWw3INNdH5OEVImcxmHaxzzhdlPWsSItBSRxn4P34cKlqsKrrQTrNcSslhgIcPLYYSXgxBkyuiWKZERDbsrdTCKcEgXdkGxHqmjPvzeANF4ArdTgdv2oBMxTqwimzYX/QjKISn+jSYBgsEChR7A6ETYuqrif/lpF//5D5ZQzCvAvILRkyOcfPoU54cjHDvrOHHW4Ccz+BRcRTPEIfHdGTTPhelVsGQ3sGzV8Xi3j18/PZb1kT0jEs7cagqnluL37l7Hn92/A6O/wKd/+wAvHu5CX3JhdJnJG2AaBgg1E5HtiQgWlUjq33+4jZ98tIPF4xEe/T8v8OzRAK9NAyeugfb1HJ0bOW4t6bjDmCdNQS/MpShDYT8vjRgnYuDsLMeL3Rj7x4kQx1ippiLVL+iSowyOoeI773n4zv0qqoscVT/Dy/0An3zr43Cewe2aMGvswyQSe5rx/hhn0rukqfPa9ToqzKlWLdRXZ6hvjrHesXHFW4UxqeDv/vwIf/fnx8C7GpR7KnY6Hu45DTQzA6+OGNEwg6tacBULvVGA3dMxDqYRBjxPKLrE2bI2l3LsrNAUmcMPc8zYd+8VOO3l2N6ycOu6je9ca+LDq6tYrS/h4csaHn5bR2d9Q4o9DIn1MjTU1AbqagNhGCIKAqjqEJZ5BlMfwlIW0PIZ+qeHGJwd4uCwj/2jIfrTGH6mws9JIcmFRHLwWsPeCw3TMed9il7QDeZxaNksMcnMF2h1SySAbReYnseY9BlSD8EmWFaJTGS+0pu9CP2zVMK4iSfcvGZg/bqG/izBw4c+vnpIpI6FOLKxvFZg81KORiODYZRI4MOXGg5eaaLQiBLa0TkQBLquij9+38b/9L6NlXcMLL9j4s0sxINXM7w6LTAN6pjMKzjcneJod4a1moWdbgWtrg69VSCvZfhmb4Fv9uYIeFn3FbTrHq5td9CsOth9NpQiCkLypTwqYIijNXD1ThXX7tZELXt4SPxmgpM3Ccb9XHJeqSKxHRs284zlks2MKiLtMrmc1VsV1JsVaHoomxYvqMMzlMqgSiGlqczVsuX35XCSA9WyO3aBiSMag4obi0dv4sFKFxgXdg4Mlroq1lbpGlVlgNS5BPSJBB4Be9+mePW0/Hll8Ms+A00HFFOWrZ2LHK4SZycRvnLn50Bbk0uo6aWSx+g2dFgV5qOxQVZcoJXKTGI6MsS5cZGFa7oZTDqsu3SoeHCqBo5PFzg5myOca1L8DzHI7IHNiEoc0D7EbEhun0RPlygpYvuosr3xbgXX361IvlGlYmJwluDV0xlefjNHMNcEkyquLDORz5VqWF6E6I2Uf+1YQzLihl82e209x2Zdx2ZDww8+XMIPPurCqmmYFgkOhgt8+c0Yj19M4C8UKXbGuP2mRRlCT2wLD1FsgMl3JZlMVLFS2c2PuhzgEi0hDTbiTNJCEJvbWy1sX2oiyhLEWYzRuY/e0Rytlop//8ddfO+3GtjbH2PvzQTffBXh8YMEnmfh7v0abn+nil5/jN75BIsUCDi8Bx3KnNsrCHMNUUGMQiH5okRcoZdi2dLxZz9Zxp/+ZAWJayB2DPz8swH+3786wONnE0EAu56ByrKOyrKBRkNDk4447klsXGd0hQGDc8jldTEgho6RPvySOPfIJKfL6SpSvOAz6yAJVAyPA4yOAqxsaFK1FtEMbDoWOO+pmM01XLntSAXTGMOzAH1mHz/PcfamEPQFke0pN0MuYMx2GmUwkwKX1oDL60DnsonuZaIYmZMXgCTs1dqa1OePhvj88RBvpj56iBDoKWw2Szh0iW2pZW7oS6FgGn5wp4L3b5JjagNNG2/6E3x7NMKXX0T4+L8rePoFm445NH6fNgt49/4KPvyNTdx7bwmmFUr98p/O8ct/6uH0MJb8Qh5OqcJjRo9qlnm5VqbIgb3ZpLtdxcZVefpFKOAThXdsoeMZuMNG3RYdDRZM3YbVhZRRuwzdvQ7V2UCiLZCo5IoxO1i4wsgTKt4izMII09DH2eIUvcUpTs6JDw9wuB/h+dcRdp8kQGRJGcSeKRw2ZII7Z6Z0e8tGe8uBXQ1gexyW5qISpyqRvxcV6fWKK9kus7MEJ98uMDuPpUlMDLNE3Gpl9qEoFv+HG5buZxWVioJwqmDO/G7moLaA9rqBO++3cOeDNp59NcHzryc4PwwxH7KpdoGh1CjC4ZpxkRXGjEK7gNUETEYMELmoGmg7VDuq4MCdd3k6KA72CykOgBvriWQ8JrGGwFdK8UIvxb33mnj3fgtulVj6UFDaTx8lePYohepkUJ1c0CWOQzwbD2+8vNCdVeLQ5N0RVBybiqYcOi8SFKAasTwDBS8wRCRCx/JKHSsrDXhUv7sKhsMAxycL9HrMuiFinYqvTNTHYUDVa4SKW+DmLQPXb5hYWnextO7gq88X+PhfZjg9SaRRxj2EuDWXTqOUjSmqe5ldFkvu7Xc/aOD99xvoH/oyIKnYzKxroShs/Oxnp/jnn52U7hdHw737a/jhj6+I8+Rv/tsLfPbpAX73P6xJffHJCP/wV6d49WyG+TgRJ/WVay6uXK/gzv0u7n13WXCYX3x6hqeP+uidzHF+ssCVqy52rlbwzneaMvxtr5l4/PQNHj/bR8XeQMXZkKyvozc9+WfGA16ySIkoB0R8lyV/MFcxntD5UmAeBJgFgXyvzK3hwIwKWcuk2EUeQAQ8jEc+vJoqeMNKnX8tlmq362i1G4LvnQwjTAYxJr0M82Eq9AKWDG1suvUUcUlQVX37roHbdxiPYaPesnF0yGz3MZ499eHUKKYxEAtuKofjAlXi+FwipXUkkYZqK4XXzmARC6rynSiw902G470ctTUHtXUbP1i28NtLBjwoeHKa4dlZileTBXYnc4lacCum5G5x6MimLqkdus3JT0l2Id6ZsRUUXlGwpfDnmalIpqoIekgLIe65YLOarlheShhdQZGbdhEZQWQV372SpYeNjSouX65jfdXFcttExVDQP55hcDS/cEzG2L7Uwu1bq7hyuQMwky7M8HefH+HvHhxL7PbyUgWtugvPtgSf2T+don86wSTNMaFLhJdtZveyIchzEDFbRIR6GX7jahv/6cMr+OFOB/PZGPPZBBPXxMSxcJIkOFmE2BvN8ej1GI/eTKCONGhjXQRognbkuetC/MZ3g81YIsj4TLEDyHWGl32nZsKpE0fGM2OClIQWDp6YsSQoLhXNRgXNekXQk7xIMk9anqFhhNZSBc2lCiyvkCGMoiYyyOF+SLQXh8wcwI9OqWxnI9SExUy7gtSHTM4Rco7hSibOp3L95HrBnOBFP4HCvOK6AdXUEBxHCI9j/P6P1vH7P9oQp+nhcIZvD+b44uEUz176qHZtVDsWoizCgh1fhWuGC0Ozkc5CpDNiAEs8dGfdxJX3PLTWLfQOAvQOAwxOKZzhUNpAa5n4exWTwwjjA3IjLw6eXB85vCXGiQNHwU2z11PmUvMcwRwrk9+9ZcnQMks47CxjSso1lGdu5m/V0F2tYapPMNPGIhiqepAzaDRUEQ40+AmRhRQEavJzcRA7PkwxOyGOlw31stlCHK1RBdyOAqfNM7aFcGEi8RMki1gwTmzuuDUNhW6xc14OgKeRUBt4pi7jowsURl5i/LnnhSXmkw37MuuZj1e5V1FAIf9568gVIgZRe2y6X7i9LzDZkjFJlJyll4LCkF27MoKBw3Se1dncY7QAYyMUorO5f9MNPoYQecoJe14OeDnQ8kxxcHt1B0lankN51i5dDReiDwo7BAWtCao4RigC1ZwijYKnFEaA0MZdIqspkuFQQyhGdVPcWMxI9DrEs5boY95z/DEv4zGm41yEvvL9ODwvcigSSfREo0vqjIU0MpBFJgKKHhdzJElc4jgNHQ6hH4ynnhYYnzG/sTyHv50USYuO0TK86fCz0gsYtoLlzRqWN6sybGCGZkgBh8K1HGjUbTTqDsKxj2DiY9ZLMD5lFJCBd2+tShXRVGoRpxjHBVIb8NY1GHUFj349w+NPZjDsCmrtumD6yjzRGQo+Cz7QIaJ8y4VWKTDNA/hFLOaWQuUZSJVzEJ2sdMfzd12/1MH6VgfHL/s4fjlAErBJxrNGSY2io2PnOw3sfKeJ+YLo0AnGZyHmvQKLAZ3pZZmuBcO1pWkZZaHc727ecXDzHRenb0KcvQkxOMowOmaTU4XbdeCS/LOko9bVEQwTjF4FmJ/HSOiWUYhANdBYNmAS+WuzaUvyFokjBYrAQ86iWDYmXSoVAQl1cnSE0MXtMVd4hZjhMiKI4gdBV/LecpEL3t1gliyJWhl6pwH6ZxGimYV4bgnS0WsQC59hOmb+elzm6Boqup0lrKysyH35YPcM/bMRNIrc+d7nFBvxhsaGZilo4FAg1UiVMeRzz9jsnVAUnkOtA1ZLwaVrHi5dqyCLE4TTUIS6fAgLx5QGW66kWOxnmO0y+qTcEzhkTuYUEvB3L6OIKNLI3Qyqyx6Kh2rdk+819inYipDpoQg2wgHdbhyoUpxL4UuZnc5/p/Rsua4IsKKAUy2Fu3QcabopLp+EA8k0w0rXwGpXR9XwYOcekoWGJ3s9KZVDSFIXBMFHwhfJAuXYc3ECLI55Zsig2ilqaxou33excce5WEMphlXhj1QMTjMRAo0GMWyPlaC1Qnc4m84KZnMS0BQRn3CfJD2N/Qx/aGDRc8UBrKsBdP7+goDmMLmMfip90xevNrVtPLtaFI8yywlIZoxTKFBUC8Dj/aJ0OfHszzsAh3iKE0GxIyGfRH4uA+B0xMQkTVCczHhVXAOK81bcFYizjOIYie7iZ55RQGgLblc1cuTqApoRy8CAJDtGejDvO50qyKcaVP67VzRUl/XSWZ3SqZ7CHzESimjj8lnlc0Q33dt1WqPgieuVTsqmjpiIbj67KqkSOeJRjmTOv5tTexJFKCS7QBcb7H8Y2L7ZkRpPfYxnAfqvfZw/DbA4L0X+PLu2N1K01zPYtTLzUuJ7YgpdKYwrWxvMrSSuPxGhVhlTwkiEalMRql0Y06LAIQhf2AJFogn1IlnkIpBaWnKwfaUmhBM/Xsh5m8+BHypwdBNVwxQHsB/4mM9DnJ8CvRNI7Fyjw+F8SaSjGJH3szimC599HnZ3GLNVZmaaLvNQNax7FjaqdCymWESBOIZmmY45qXd8pvjv8GOEfigDAoOKd8XC4GiB/jEjlUrCBQlyYiZ4mxnOWYLgx0lwyGFXuU+p2Nnp4MqVLg5ejKSOX0Y4ecVeHql8NrqbFuoNA/W6geEoxOmpD5/oeAo3TBIAHDQ6DoowQDZboKroWPea6FpVOKkBJ9Hxxbd9fPHiHOfzBGGhiEmh0tQli/nSZRdb266QNcJwKj2b1c0GGi0PL5/08PKbHuq2Li7c1YaLnU4NWzybSiN3gr1XAZ4/D7F3nuEwVOAbujTHWVnPR97z0W0Aq2sa2i0N/pzo8QL/+jLGv75M0OedIeb6BxFg2w0VH/zGHbz/0R3Mh+c4e/0G+WKClp6iqeawfEsq9+dIF1NoFQPOehu1pRY27Ao2HQ9Pnx3j6fMTPO4v8NxPsV9kcFaIgFaw6nWlNh0Ll20FDVLwxgtkfgh9zYK2buJ8GOHkOMRokWJaFLJPH+6GONwNEKopEoeuaRXbHQPrNQeu0pS6vuXg+iUXg/MJXr7q4dXhABMlxURNcPVSHdcu1YVY0+/NRYRaX2uhsVRDGyFaCLBmaVjnnWMU4xdfDvDg2QSaZ0Ov2lA8DYqnYrldwa21NrYbHrwohxdn+PjlkdRuL0Z/pmIS0snPWBgTaiWB6qblkC5K0G3UcP/dm9jZ3sA//fo5/vGTF0idFGabZEADNdOGrRg42Z/j5ICCIgqNeFUwBAuskWBECotGKkwpoCDp0WDMIyFWSUl/4LDLoKqEg0S9AkP34Bk1uLqHgAQPklbSUHD5eOv4xBzFRYwcexPzaSh9ZadpwqlRfLWMirck+08y1zAf9TEZHCBNA1RXV1BdWUGz0UCj0ZDBdBTwPfWxmI0RLKZQtQU0EWznEiGn67y3sT/J+wQvbDrStIUs6SChgIJ3syJCoY+Ra2NoxgI6izp6kihSDnd5P0tKAg+FVhTRVCiQ1OCYpuwhw36EIc89sgdwe+G6zTgL7SIagEMzCqVK+hLfB56TSXch5cVIc+hZjkkvF3KoP+N5xoRdNeHWcrhVnr3LGEFq+jjMLc/3jPhIZZjMHqKu2qg6LioUg0ZzLKJFGQHBuJWCsQCkguTQCl2q06yj3azBsW0RJfKswJ4H0cAFs1GIabcMEYTwrHJyNEa/P0NjWUd9WcPUp2MxQ6YqIq7hXCiRO28sghPbtFChw5midUZrTVKkkwxXl01cWzFh5zHShY84yTA2qhibHrI8QFqEODiK8fwFqSAKrtyycekq+7flbGJ05qB/5CKeNaDlTeh5DWkxRJoPUWnVUet2pP99cDbB1I/EVLXUrSAez6V0Emo1IqV1VLs1VLtV7B3P8PqY53aSbhmtwyhGXYRWebRAzjy33IdSLISskoQUzupQmnUorbrEhdAwtNW28P6Oi81GjuP91zjZ38NYrWCiMV7FlF6gpZsw8yqszMObcY79MecCKUw6tsMFwv4IyWSO+noT9TUmjqvls8U+Cw++Sg6dMSKMs6EAexIh0wIU9TlWLxf43/5wFf/rT1eARR3Koo7J832cf/41zt6c4cW8jueLOhKV/RJubTF0J0amRjIsZ8/mzvY27lzewdM3Q3zy5BhHJwshLRWxio11ExtrFn7z9nX86O47MI5GePYXP8fug28wWDKkYlILKX6Uxq4Fq2Jg9RbLxPVWDTdadZx/NcOjvznB46dTfIMCbxzg2gcurn1YwXY9wTZpjWqBWaqJc7pIFihiXyI60kzFcKzi8EjDwTFweJzi8CiRgXml40pfkRE+ap5ic1vH1raBldwS+kJvFOHJ6QJnYQzVY94FqX66FGOjQuYNewqWli2srzrYaTnYbtlY3kqwdCnCasfDuruGYuzir/9yD3/9X/eQXy9Q3AC2l5v4TnMFG6YnpAXWy5dDqd1JiNdxil4MxAnjGU1UNxxUNx20vAXazkzyiHmeixId52cpemcZqiSxNAq8/84S/uhHN3D/1k0Mp/cwnL4LxbWhOA6CfI5FPEAczaDOE2jzBOPhCSbDUzjOOTrdPqruFEaaQIkZRzmR6g8T9GlCCEn7UTErFCzUGAslxtGBjje7OmZT3vFpJnZUrFyysHrJEsQscz95+HIcLnoJzg4WODvwBeeaRXRdlRlyxBb0+5nw9z98r4KP2BxapbK3wN5BhE/+1ccnn4ZwqxW4tQqW13KsbqbCe0/DCPNxhoPnOvZfENnKwynVv4WoOlfrGv7nH9TwZ79ZhbeVwbuU4vUolOyJV6cKpmETo1kFe0/HeP1sjO22hTtbFWzumGhcVuCuA8+OfTw/XsAfF0inQNX2sL7ShqnY+OKTc3z5ybk0ZgiDXV1TsX1Nx8ZlU3JYL71TwRefTfH5Z1OcvGYzgJcHuiQZvM4DZ5nfw4tfCmaRUGHK7CHmElOJXIFhBdCNmVx4xucaAqKOqgWsGhtfphQbfVy8ufkWaYoi4f/PSw2kKejadJUwm7DMgRPlVq5geVnD+oaG1cuq5P821ph7yhDtHEevMxy+orqJf06ZgSi0CLFPlHz5si9UHq4zQ0EqilQipSgCyGHXMtge8xupSFKkAU5MWMZcLUFS8DLHnGAuVqW6227lsJkrtWRgdclDrWZhEURYhBHOB0B/QLFRmUXMM820H0gpYmnlwKhsPIkC0y2d1Hd+w8PdjzxRBfvDAgffhvj2m4WUbhLlSTRgCk2PJUeV+Q1s/IdUy8bEBQDRiANwDmcK1F0Fd7ZsvLPl4P37HalIy/BmPMeTNzP86rMxHnw9k0EqlV9sfJW5bxe2IGaLCtKpjM7m51i22OjsKNFebMxxUENFm/yTzOHyDNy61cHtW228ejUVNybzNhwtxdWrNn7nPyzh/R808OBBD5896OF4P0P/kIIED3fvt3DjXg0v9s7xYq+H8QJY0PWQFbDo3kaOSDERKszPKrBgppKfwwtzXG7b+M9/uiP18PUZHr3u4dOHE/zqwRzHvQRNuhJaBtwVHc6yLhgMj1lWVCzPIiymkWRunR0mmA9UBCO651XJ7uFnECsxEiWB3WYTlRhzCxWXuR06+kcLuVwtrSlStaYCt0pnPDDoK5jNFGxesbC5Y0leRZ+K1BMi7CAZYl5Hh9c2kGalcyBjNNNEgZsruLJTVn1dQ31Dh5anKBYx9FhFx11F213Fzx6cSvUoLGGDgGppqiLpEvcdGIGL7bUY1y6HuL6p4P1rDu7sOMjbFoqOhd2zKV68GeHzTyN8/Dcann2mwEYKq8iwsa1hY1vHB7+5jo9+eAlXbrbx8tWx1M/+foaf/cMcI6rMxZFHAUF5qYYeS1azmSuSXcfMzJ13dGxeZc5fjGgeIzjV4B8Z6Loa7lxVcWVDQ8U04FkGvI4m5dSuwHJvwnQvQbgUTiDPHV06kiNFtbqaIzNSJHqIuXqEuXKEw+MJ9t/M8GYvwJOHEb59yiypMl9JlNvMps0zRHRuOUD3sovOJQeGTWRuIE3oxbxU0rMJTXm6nllS09MU57tBOYjgOi6/b1l8jS5epXIITOGYp8HlwZLD5EkBx9OwdMnAyo6NSzdqUp/94hyf/aKHcY9DbaLsqcK/yCnk4T/jYaRsBFBIZ7XLhl3FpWDEQl1VUedQQ5rbpYLzYD+RsuoZassZnKoqzT8eajj8HfUSXL1Rw7XrNcH0BNFcFK2nRwZODw1xYIMobw7cOACmXF9wAHTKMY/FEHRd6S7ksZb/u1QO81lWtAiKzlNXBs6ImRW1c62DnattzPshZucBJpMQMz/CfMHLFvcJC3lKgkEMP0gxm6dwKwVu3FRx7ZqG1pIjDr1HDyN8+q8+BgOKmjTJHcqJLF2kyEIdaWig1dGxc0vDtVsmbt+q4J3bFbx6PMLu4yFUhXtXB3Hs4B//4QT/9N9PcOe9Nu6+18HW1RZWt5pYBBk+/vkBnj09x0//ZBM//ZMN/PNfH+P/+j9eYu/lBNWailbLwN13m1LMytrYamFvb4r/+pcv8KtfHsmFh4PIH/12E7/14wau3HDRXjEF+/b8ZU9Kz9ehFxvoHft48/IYRwcTwY4N6VKS1lOGes1Aq2mKy475IRMiXLVIDr3cQ9jcYl5PzfPg2JZckqRpPAswmwdwqopkTFMAR1cryzQ8mEYV/jzDuM+MO2I6SiEVb4HMHlaIQ3VKARWH+Nyj3/+ogu9+RIYjv6MIB/sxHj9McXCQC0mBGUTcT5hxz7NVpVLSVGZjqvE0dLZSKXaiiOCc9gqc7wPDcwXOhi11x1RxX1HQ0TRktglf1fDpm7GUYnJ9ZVOeuNYLQQQFfZ6GxSyWEuGWXGmIRStrNkylYmZQRppggKnLJPHjreOSuSmqGslzzZzvhF0fDmWVAjevN3HvTgeX1ytYqmnQshRPvj6XYualbhp4784yvvfdddy83MLh6zGO9sZ4sDfFg70ZnIqJnQ0PnaYDXdMFCfjp42P8+tExIsZLOJYokPUKzyMZNGapxzksinCcHLeXG/jd7Q3c6zSEUhHOJtDaFrSWicBWMdcUnCUpvuqN8VVvgvAsRXiaCpKR33HMTM2LLjMbBGyC5wVFBdzHuceXSm+7qgnVhJl+pL5wj5csrySXARiFi512BZ021cXl+psmKQbM1ezRFeWi0eUAOIPB9VrjuZE0Fa67pNmYmJ4lGB/xcwYaqxa8roGYfw73N65zHLilhaBUKXJu1DSpYJRLUa2tN2gnUjE7jDA/ivG9u018/14Tq6QZNEz0JjH++Vdn+OTrAcxaBWbdRZpHiJKFZFgyQ5BD4IQX+IUv6lmiVpc3DNz+sIrOhoHd5wup2ZQXiTJ7sN22YBI/ehBgss+JYJl3y1iSzNJEDMThbzn9Lc+xpeifDW/mX9swbeYfxzIELs9QpQOIYgM2uTa229jcbmGUDzAqBrDcHE0id3MFpy9TnL1MxZGrVRVpgPFizYa5f1zmP5fYNu5xEKqDWWej3oC3bAgSKggoNCNSNoapk1hSxt3klEcpBsKAsSeMZaEYs8Qoi1stZ24rBxm80CqSly1OQskDpnK+PC/J43Tx3xddjxJHTiy5wrxDNrS4RpVO59IZViLWJeaEh04airn3MsOZ+V8WPztdst0KDjX9FAkb9/O8zDPk3y+OdpKbOAB2pTj8jbOkHAC/ddrJD0ohZjlISdQAsRKU2My03MhFrU/qyEXuPdczCmE46GVcTIXnSQ9yFpeImxgI5qUDbjGiU5X/mzOHcqBLgUHihxI7UFs2xSXLvEENDqIwxHwxFVcenxEWB8AEJS3GOfqnqeD5pH0kCL4TQAAAIABJREFUB/JS6MU8VzHx8RDCpoqpYONqF5tXOkJ9Gk8CzKMAYc5GJfPEHbQaLrugEukx68cYnESCQr+1s4xbV5aRzefI5wshZ2SmgqKiQGnmSO0c334Z4Nuv6NKpwOvUUGjMUJ8g8CfIZgWyGbNuHaxddqF5wCwPsMg5ACaVQsHinBl+FKiV7wy/z+XVugjDTl5OcPrtGEmYSO6pCGTzMnvx8t0Wtu82MR5OcbI/KLPOJ0A8B8wWi1njdIiZJaXKSmRYeOW6g51rLt489fHmiY9xL5PcXWZrNy9X0bzsiTudsQmTwwDnT+bwhzHMqgqrrgkSuLNmCw0iTkJMxwnGvRzjHq/xFShJRR7YgmQKMK+1vC+RYMCqrhry3mnE7jFGgALbgNFK3HlSqEqCzqqCjR26m3inDSVDLw9N5JGJKu8tHQq6FARzRrNkgp1czCOsrC1j6/I6skTB/t45zk/GKCgooROe9C3Jm1UF3y8DYI0DYLpATGluMmsynCYSiWXRqbyi4fJVF5ev0VmTSs43B5uJYiAquG4kWPgJxrsRRi8ihGM5KMiaRXqUCALlHVFR2MQV51ApSvRcuJ5Tdn6ZhV1EiOFLJnBEVPCI+5spOfEc/rL5KlneklXPvZlOxkx6NYxNIUKYYkOKabj/MFe5UQEaXoGWU0fDbiGLLfz6m0N88uQQCkUjxOh7hmDmGDFEtwHfl9mhIhWnzHCMUV1SsfOBi817NjRmV1MIVxAf7mBwmmP36UKcdBRkOZUUjSVIvnOcKJhOOfSjQ0YRQdrbSJOQhKaRI44wJQugZIwy4LpZkkb4XXENZ49CiCS8S2jMV6QJoSSbhUMilTn8BVApSRMcbPN7ZBGNnvM8qEflukwh7lxBShFhrEkTnLhOPodqRUcYEfHPvZBiBw6B+V2WtDfLIQrSLQfAWMg53nYpMCT5KhfhNfOF81kBLVXRWKO7xJZ/B4u/d8g8Wu4HFPAQaZlrSAo69LgGc73OYTOTmZnBhYGU3RJm0WoqMj9D2I8RTzmJ4MtsiAiSZxNmsPN55Rnl8s06Lt1olMJ+DejtLrD/5RSjI6LgSsdYhw7gDZ5LmffMITIzkpmBzEGKLIEy/J2M6YgmbUkRRxszMjkAplOYyPpEBGzcCzKJCaG7jr9jOE+xvOwKarHRMuDHFFxyLS9JaRXDQs12RCg8ny8wmwU4Py2kuOc2u2UuYNl7UcqzGIfhVgzV5GH84sxGz7fD6DUVa56Ndc8WwQlzI4M0xTTVME9pALCRJRYifreLQN4jiqqZM3p+EqB/EshryOeM341Bl/7bfZPzTU+H4+licDAcZi/ruHp1FdeureL1szO8ftbD8csQp7vMiwaWtnV0twzUqxbqnoXhkNSLAHOfXB7eiVUsbdaxvFFHNJ1jfj5GUzNxvbOEdfKvg4LEW3z2bQ+fvTjHaMHzEO/bKkyPmakGrr7TxNXbDUDl/fQEppHiEnMOOw28fNbDq2c9wfwydmy1ZuNet4YbTUfQr5k/x6PnIR48jrDbY7wZULg6vvNeA++918Tg5QSDVxMstVTsbFtYWTKE8DXtJ3hwlOLzoxTDBQclJqKMmsxI7kO/87v38bu/ex/ReIj+m0ME/T6y6QjZlPuggnTGs1HZ6zTrBrytKpZW67hb7Uh99fBA6tEowIu0wJEG1NZU1NZVbLWXpJbyHO3Ah+NHSBcUNgPLV6pY2aniZDDD3sEQE5JeqhWEho2nX0+kxkqIuU08dYG1io5lx0HT6qJhdnF13caVdQf7Z+f46ttDPDnsIXF0JI6B79/q4nu3OhIp8PibY9Gf3rp/BVdvrsM668Hq9dB0FLRrOkZ+il89n+Gz3TlmUYppnMFeqsBbr2KjW8etWh3bFRf1IkMdOf7x4Qn+8eExTiYpwkxDqnIArMP2NIS8H2gRDKLHFQUbnSbev3cdO1vr+NtfPMPf/vwZ7A6wdIUZkAZsBuqlKvZekfg2E8G97pAmYMJIHGgkXmgRCg6EFpkUKYmVjgHdURGGCSJG5BkudJ20RReF5sIy62hXl1B32vCjTCrlWp37yJIxsriPLBoI2pkRW2EYIwwYuaTAaVhw6x5cZwUVd1loD4mvYDbsYXz+BmG0gNnuSnU6S+i0u7CZx16oSKIA4/E55vOBDG85xDX0GIZO7APJCnyXSK+0pHIOgNMOsowof0UilDIMkWII3ZxKsQfMDGIaqRh1xAGwRLEYBQyJb2QcVDnIY5/6/CxE/4zrBbUzNDyVPXKKFyVmiQNeJ4NVKSMZFMUSoRcpYexLMzdZCSlsKzA6IzlPkc9cZiwee1485zMSiH3Ri+GyTvJOiKyIEJHKEBgyAK7YNhzbxCKcS+kUh7qGnBkXs1DINiQvsNbX2lhf66BWd+XMzzXfDynCWSAcTKTqnoOVlbasq9++HGD/YFxmWrd0IZwswgyMfpF4gRrv5RQmxzBInjSZNc/PiltyAf88QnAe4faWh3e2PNjgvYtO5RyB6yB0XUT8s2MfJycJ9l6nSAsV2zcsbG5bMjTnzzE4MdE7MBFOiZOuQ808pFkPSdpDa7mNpfU1JJol7v5pkKDiaKg4Kgreydj/pcCx8OE6GpYvb0g9fzPG89cjzBjvdkHj437KHnYazJFSkBKPkcYj6Q0x9xmg43UVZndFBGAUf2wvVfDDuyu43Nbx7NFDPH38EJFbQ1ypwyCC29FhagbU2IEWkyAJHI7Yc4xhyouxQDSYyGC8tdFBa6Mt0QukG/EOKQsZndmkjfGgT9cqY/qwQGSOsbSW4b/80Tr+9z/cAAK6nquY7x5g+M1DIa09Pnbx+IRrnoWIiByXd+EQmRJgOvWRxhk+evcqPrx3DUfnczzZ7eP4OJC88GBSYH3ZwPqyifff2cH33r0J52SEk7/6GK8/e4JHroKHMhM0pKxCgRUD9aqBa99r4+r3OrD7Max+hP1HCzykIPb1Ak/yBIdWjvs/bOH+D9vYqoZY0+fQKZiEijn1nosF0gXvVbxeKpjMdJyemTg4UvHyVYRvdyM0VqqCzqcAMyAtJ43QWOYZU0EXDrpwJWrkPAwxpVCBMYUKMJlZUlyTSFo1jVyGwBQBXV22cWXJlv7p1ZsKNro1dO1lZBML//J3e/jZ3+5hupJhspJhs93E3dYKttw6WoUp9ckX+1LPJxH2ChWDTIMSGTBgYvN2E1vvNOCqY9jJubj5E81EAAP9s0SGwHSb88773Xsr+E9/chc/+v67UNKPoGQfCa30dLbAwO9jFJ4hjEYw5lOY8xnG5/sY9Q7geQOsrk9QrxJ/rkCJCvRPQ5yfBViEOvzYxCLVJO6FQSSRmSK0Uuy/VrH7XMNkxDOophReTcc796tSukn1io4hXTf7CwzPQ8zGRGbF6HZq6HZr4kDqn88wGXGqLjprfO/DKr7/UVUGnDBz7L0J8cUXAb78KoTXdqQ6qzmWVks29uQ8weQ8w7SnYXrGk1YGhVb5MrMd6x0L//Gnq/iPf7CKhXIOX+njYBji1WmK3WMFrw8tHBzpWAxjqYapouPoWF8vXbEbVzVodQV6nddJBUmqgMIXZo/2jnM8+TLAky99seYzQ+baDQf3P6xKRrFhRzCcGJ9/muLzz1Lh+tPdywtWZ9lFs22XQ9o0Fww2s3b4OUhzF4ooGCVHgMgJviWFijS0kROTYGfQ7VxQW/PJxaFfAueJuiPtVsF0kGE2ZIeKCGKiYuggZJg785FKrNGlS6YMDlc2OSQjwq7A6VmEk1PmFOc42uMgkIOJErdMx5TGSwLdPcwcFodeib5ISLBkBiEzfCoa3Drd4FQ98pKlIgsh6tE5FaQJnQ4XQ082uzhoYmYwG2vtHEanQLOqYdU0sFYzsX7ZxNq2iYevAjzc9TEcaQh9C0nIZjORDQHygYJsoJSZacw9a2hYv25g7bqB1SsOVnZcHH8bYveLBY54yT7PMB4TI2bD69qSi0b7bSa4uxLzzGwXYiWJCGMzUeMAOC/Qqer4/ns1/OZ7NaxtqlI+cpzMcjx/E+OXn/h48GVQKuSIAaP7hxotaXbROV0iIukIKi/iJbqWWOMyQ4YZTAZyuTyyYVOQ3IpWS8d7323hve828fmnMzz4dIaGk+HWtoJbNy3cfK+BtZ0KfvnxBB9/PBE8UqemYXOrgq2rNSxtVvDLL0/w8ZenOB8WGM90acA5xAMQ/ccbo2lgepJhdpJizdNwa83E7Z0afvzja/jxb13DX/z9c/zl3z/DXm+OGV1dlopuy0arYYJZRJlJVz4kuyucsZkTy4Hfn2kI6BLjBsrTPpXxbCxyoMYjGPNDbB26rUsGFbOIOGQVDJmfwGvnqLZyeHUOQWxpjMwmkTRSmefTaGqY9lNx/04HuWDpwjngrmpw14hbLuQgxVzjpM8BsIq7d03cu2OgtVqgucoNmhl+HNpzOGHJ0OzFYYIXhzEmfiqNTiKIzWouuPti6qCYOLhxOcbdmwFuXVLw3mUXt7c49Sxr92SOZ6/H+PxBhF/99xzPvihgJDnMJMePfr+CH/1BBTu3q+iseih0A7/8+QC/+sUAL5/nePmcWdl0zpVDkre5hlwL2LwhwoYuwHpLw/plA51VDf3zAINzKtE4hFAle7qiWKjpOjqVDF03F5UwUVE1tYaK2kDNrkkudmtZhd6uwWjXoFYbULwGCstGqjMrOkaq9JAqZ/AXC8xnAcbTGCfnrBAHZ0McnA3Q66Xon/PnLvvFXO/YjG10TSh0OJmZoLqJNOTQ4m12A9/lNFQwOslx/qbEnCkp16pc3IhUV3LZStm0EjtXiS/k+iLFgXWhYoPCjA88bF13EFMZV2h49PUQj74eYTYh8rds7vLZokiE37lknAqC8iKzuEYkmAKvasGjApdIJ9ly8jJTnepVCkM4RLLeCgI0GFSjK5rg+Pnu09XLUuhi4/SPaEk6cVMDUZII/kiaKXR2ELMrXFMOAcqsS8lsp9Al49pdOgBkbMlsVTZMMrpJywFgo2nh7r0V3Lm3iudf9/H8qwFmE6rUU/ndYmYDhmyAlHuA/DVmijcUXH9Hx84NTRBEjSUFxwcFdl/QFSNsQxQpcwETcWXL9xQpuHazgt/+aQt371fgz0IRejAPmkIlujVmC03yuJ4/CvDisY8/+pOb+KM/vSlinq8fnqA/8FGrO6g3LXQ6RL0V+PSX5/jHvznGfBHhxj0XN+95uHOjg7s3Onj9OsQ3j2d4/mKCl6+HQoR4O5j4vT/o4Pd/2sWly57QDvi7PXp0hoePz3B2ZOPs2MKQDlzi02KiPS3QHhFmxDAGgs2ziJclitlnDhkbo3QPRiUmVQdqVQfdbkOcHhNmyUqeZoTZNBLsvWDh6wo0OrttYuVM+a75rLNpR6eoSoQhEbwiFqX7h3eE0tFexAocU8Pv/NTDv/tpFeNRJAKL3VchXr1KcNbnIMmQEoQgcZAiICopKP2TAv3jApv3VGzeVRFMcpw+TzE7Z/OTog4dqQekVWBprmN9YuCSZ+PenSo2thz8f5/28N8+7ZV4OV666xq8ZQ2VNt09dPZomJ6GmJ4G8DQDrYqNpQbzrFx0lx0cnU5xdDbD+SDGYEQnC+MdOLwhkpA/Mw+1MYycGWo55iEbesyzZiZUgjs7Lbx/YxkbxHliDjUN0JtkOJ9kaDKTru5gpVnHcrVGwB0efXOGR0/O0FyvorVexVLdxYrrQC8UnE4CHPbn+MXTHj5+coaEbgyPuZkqrEohA/0yU7tsNsAv0FBMbDgeOrqJIg7JC0e9rqFeV9FZrojz1ibuzchwambYPR1g72SAQS/G/BwiLIuFbsKzpyLFFVAgGxrdlboIuyRzXVzVdBSyQc1crfKzkly+gLgvQ9wtNTo/WiVObOGnEhEhCF1OlyVHOhRHNfGq5D5MT3MpokzpjuKFvdIu3ZR0mGVch4T2wfWjFJJw/+e8jic8Nl51ZqFaiqj6czVHOEoQjhMsOy6WHBd3rzXw4Xst6EaOnz04wCePTjFVLcx4eCsSwf8LwcCoQDdcBNFCnDtIUmhJjs11C+99t4alZROPvp7i0cMZ/FyX4vCgVdNgKsCcg+dDKo6JuqbDDmA0I0kQbxF0/K1Vnp8kwoXN1rcZwDoSYq2TpMSb0VntqCUqu8rmhIt628V4PpGq13XJJrdUHbsPF9h76MNd0VBZ1QWB7rMZRfzfmY5syDMKXRHln0nqjtey0b5URXOzguF0hsFsKihhdoOZs+swTkQQeqogiMsRI8WFqZxtiFJn3i+La43ku6t0+5WZjSkdZ+wYUngp/zAH9xeZufJ8cUMrRYMCa5OsYO5pJSq7JB1w8yzdxDJAvsA5SyCXQ7oBMdG2YKujSYSEzeIkETFp6dEvxU9iHDc0mHSJW0aZUs/9qGynX4TYl8BVun/lJTNyFAYx0RfkGzqoSdvQyue+RHBSlMYcRh1WVZVmYjRLEc5SpDNIkTjA55bNlHBWyPnOUE2YZNwWFEEQwRnDIYKPrjrmpNVdJEmE+Zx5cDGigGu8LmcFg88VRZ5hSTXg8IS/iQzI+BlyaCS/SDkAplt+Y6eL9Z2uZBpOphPM5wF8RgRlOeptA7UOG38OLN1GEqZYzAP5ejaXu9hc7qD3eoCz133J0awuWTAbGgqXWMkcg31WBt01YDcYfJcgiXxEgY/ZIJditmJ7zYVdozM5EXclh79EYQ4PEgyZ28uPvKHAqmpoeg4aVRu9VwF6r3w5f9PtJ1GqdO5UVKxu17F6uYbRyQKnuxPJsqS4lg1Lk0OUJRU5G/Uj5mirWNpS0F5XBFlMl/belyl2v0pFiCKNzJqG9lYVra0ahvuR/EzzswjBIBQakM3s3o6Cpa0qlrc8ce4NBwtMzmMsznMsznm8M6FR4CxDUDa2ymdPhLIZiUjEmOqoLbOZyvsTceQlNplFFJ3rpWh0iCQ15XfZ3w1xfBBBU4kf1lHr8MyjSlPUylyokYX9vTH290ZY3mri8s0leTZfvxqidzRFEeYoorzM3OYaQAcw78Z8tSiUJMqW+PuMGe0c4iSwGipW71SwcsNBs6Gg2VClEUgU92SUYzQqMOgXiCkimvPdo3OYdxGKONJSNFSxBeMehwniIEZhQdxgmss7AIeulvQ9eBbIi1iEOHz2KACLp8y41YWIQSFRTEc1zw9WSXgoZMAeX4hLShIUV5GKY2Bn08P2VgX1PEatiOHoLkyjjllk4OdPT/EvT0//x7pT8yx0GiVWM9J8RIiwGGpYkJzFJmQSo9bScPmui42bzA2OoZvMLqQDm1nLdMSEGPeJdUd5t/FyGbQwuWNO5GdE5+lbGkBJPCNxJPU5cOf6ECMPY2ShIgjtEtTyFnGplsPqCzGp3Cl0imsKREOKrwrZ8ziAYoQGEcLcT9iw5/8x354unIrlomJXUMQm0pkhKOXEZ2M0EoGeW9URxgUWvAPwnK1Gkg2tqjZUzRLBmeWW9Dq6Xul/5f7Gxn0QMLaB58MMuZ+KGMelU7PJYUH581IsJHsC956Y9BGeNS/EdBfrL/sKvMrzn6FTtNCIx3Zh6xUR9Mx6UwTj4AJPTbF8WVyfuQJqFoSi01m3LvJcXfQPA+x+PRIUuQhowUxADe1NHU41hekl8llTVJKlmlAASHaajTJMRhTzKvC8UsDo1HI41ULoaESTkl7Hd5bnQtfms0enaCaiDJ4tt6/VRGAexBEC5isuYskOrvz/PL33k1x3duV5njfpTWWWQ1XBOxIkm01vmt3sVnfL9cxoRivNamNmInYjdv6f3dAPG6HZ2J3YXWmMYmRGUkttRU8ABAkQHlVAuayqrPTm+fc2zn1F/XADjCYbQGW+9zX3nvM5dJ85FBAomE5DTIhL79JhmaBQhmSDk6iSRLnYgTQ4yXo+EYXxPi17KulzdDm6CtpFG4tFGw6R2hmFKTEG81QygMPURphxXY8Qe1wjif7MBcWDERHzzKukjjePAaFgiFsgh8IkvBVl8K3KuY/iv1LZweXLZ3Hl0lnsbu1jZ2sPO4/H2H5IYhOwfqWMlbNF6TuxhpMAx0NfmtQyAFaZG+qi2nCgzHxkgxkWbRtXl1poOiU8eErx+QR7w0CKMWIqhQM89zEuwlRx8dUGLr5SR6bM0T8+FIT6mY0FLLYq2N7uYXv7WNZVCrlaromX2kVc4Z9HsdU8wK0HPj6542PzIEZvzgGYgXdeb+Dd1xsYPB2h/3QsApLltolaxcBoTEeVik93J/h0d4ppwMgZR2gU/dkcfhrhldeX8e3Xl9EqGKjpCsLxHDuPO9jbOkJ/pGAwPBmyq4qI7wotHfW6iYtmERfMErpdT+IAnww8PJn46KQhaqsm6qsmGkULjYKFcmagFBmIJyk6B3O5x717rY53X6ij1x/i6e4RuHMXl9egVVu4e+MIX988wnY0xq4+hVlQsV4vo2G5mA2Y1Z7izKkyTq+VBZ16ODzG8XSCVC8i0wr47nNLeO/qIrb3uvjZZw8xCiK8/sYlvHh1DcG9TQT3nkBxEmh1FXMN2J8n2Jsk2OzEeLIfw65TCOKgXjDRzDS0DRNr9SLW6yX89PMOfvrZPsJER61C+lYJi6uW1NH+EQ47R2Ie0GwbrYUanj+7htVWE3/xswf4i58/xIWXCnjj/QYaDR3TQw/9vTm+uDPHF1/PgaICp0nBqorUo3GDFBcSnVJ5Z30/hlUyUWoSR6zJWZlFwRhLMtthwbHLWKgso15aEPplRCGNnGPZE5kgDHoI5seYj2eYT2ayj9HMxUGpyWx4pwjbaMMx2kiDCIkfYTbsYXjcEUqd1V6CvbgMQydq10bRcFG2XBFa98ZdDGc9mPYMlj2DQhUkce4IkeisSMSCqmJDSepA0oSSFqCQtpExhq8LPzxCoTSDW2LmMPvg3DtJeCTlAAhjCkZiidQpNw3pX/Iszg9+QCJTl7F/PNOT7CarPlKu0zZFj4r0FRl1w8MiRY1yl+FAmdhfob+QLpQhIE4/zWN/GDnFdYTUniRWEQaM2iPZxIVtmxiPRxiPhkgTG5Cfh/dwGkooOJ4jiuiGppjTln1lNsr7ONEsE0F6o1lCs1lCpe6iVKOBQ5OYnyAOMesNMe8PUC1ZWFmuiqHi6e4Q+4cTMS/QDMF7LV3UNFWQ0sJ3RmO0Ssq7K//uFCAyoiKfJcyPY3jHMU6vlnB6pSzRiSIoZ+oASTQl9nQ9+FMfg0GA416EVFfQPmOhsWIh8Ek50tE/MNDbNeBPi1CyCrKkiHC+j3C2j4XFOpZPLcOqVBFoeY8w9IaIvCHqhTJqhRLCaR/D42fS/zl17oLUk90RNndH6E/mmPkULihwDFfO+sQCU9wc+D34fldmU7pmQdcL0IpNaIWmiBTm8yHWFkt498VzOLNYwdbDB9h6+BATFVIp7/GGAU0zYaMCG2V0+zGOKayPfMmwThiBMJoi9nw0F2toLNaQUOgg7m8+Q+RtxycDYDq5Q2hZgCieYBr00ahF+Dc/WcO//d1TQGBI7Olsv4PB0yc43h3i/rMKHjyroGc46OsOppjAT7sIojkSuTdZePmFJl5+sSnnE8ZwjPsphsfIabHpDGkyw+svLeH9Nzaw4HmYfvgA21/u4q97Kf66l2B9vYz1jRKaToJqNke9rGP91XPYeOUcjj7clrr/eIpb+xEeDkN0Mh8TK8Hrb7bwxlstrJcjrNjEF3sYpSGG7OMNQ6mMD7huYDTRsL+vYmcP2NoLsLkXoliyUSBnPkyQTAMZnBYXFKmMa5uniVCa/Tz2ZYRUyViaqYbBVBXBB8/7pp4KDt5xIomE5bnm9ZdcfOe1As4vl1DTSxKd9PjTDp581sHdLMI9RCibDs47FSzZBVQcB1XHxd3NA9zb6uBhL8TjiYKul0cUWbqB115u4bWX27D9IYhQnWc+RraGnqni6DCSXjuH7sEkw/PPtfEv/+AS3n3nImzvNGzvDD68s4OPvt7GoTeEZ86gmT5O2bGU3+sh6PfhuDNUF3yUGMuRmVAjHU+25ni8OUNMAbdjCmEmYM87S+G0LTgtEw/vJPjqk1iEm7JO0gHz9vsNvP1+Mz+QxgoefD3B5x/28OzJ7J8u1RevtMBiBtD92zmSkTksrqvirTfKePPNsqgQZ0GEzacBvr7j4f69AOVFC5W2hWo7RW2BzP4EB09T9DspMp9fYO5GZf6AlVF7AZxacvF7v39G6lnnCZ7tb6LT83Ew0PB0D/j66wyPH6ewVFUKRCgHKdoNBWdPa7h8WcelbxVw+SUXallDbKnY2fdx6+YQt2/NsHVfwda93GnKTKbnXyrh3fcaWFs30Dvuodft4cZnOm5+qmPqpdBdXkiZ+1HD0koJo8EMo8FcMuWO9iL4HtVBRu6gdQPJwTGcPFvZNInGKwnvXbB4GrG6nhQv9A5RkEUFpbIueZNHzyIcbccIJxyK8iZwgjLjAFecZjHOnnVw5UoRrUWqEjnMS9HZnws29GA7w8E2ZGjHjgIHboqWQOFGxYEum7eSH09nC7ngGWIjE2W3VdUEBV6qU3mqwesBPus4gN/jkktEQSbN0TDLCXcKUT10HdUzKHWAkU6Lc+BM0cBb71fx9vs1/OreEL+6O8LmjoLugYUZ3dCGD9PwEe8piPZVcZZSkd1YMnD1LQcXXrahlUzoRRNffzDC9b/robvNRdKQS3Btw0J1wxLlGRX280GA8fEM8zFRuDZTFaEYAWD40lgzwgytioEffrchpdpjKPYY0xjo+SYebyv48OMQN2+wecZheQY9S6DTyctGWT7jycW3dAmlBpLUOnFPBCDXWqMCWzMQC2oslMtwqaSgtWjg5dfLUr/86VRcohtLCn70joXnr1pwG+SVmvjVLzypi6c1vPEtXRCp1ZYLs2Tjr/5xX2r/AOj36U6iejuVbBHDypt6o2chxk9DPH/GxQ/equJbLzRw4eoZXHjuNP74P9zEH/+fNzHJPLTPO2iv2mhVbNSKJmaBL5vjsBujf5CII6C3G2N3kkNiAAAgAElEQVR4yFB6Ijo4uGUWh3+CdsyxgnJBkhC53NFu2sRBppLfkwoaEdBLseQwOQULrlsQgkDgzaRBxox31ugY6B8o8Nks5LwtA+xTKuxVBTobxPME6RCIeioK0PHqtx2pxkKM+kKE6Qw46qrYP8qwN/SxO/Qx8h0MfRfeJEHEDSaNYNYSGMUMUd+Weu58hG+/EODKBnBtxcHFZQfKQkHqcWeGe1sj3Lzh46NfRnj4ZQonAZxEwb/+91WpyiIw8SMhHvzVf53iL//rBPOpjfnMzhXdGg/UzNo4cQyFNrLQEtQxSQmluooaG/0lDfudKfb2Zyg0UhlqJ5GJ/o6DmAOfRoj1RgC3r6PQ01CeJyiGERoGsHGmKOWut+Gut6C2lslRRlqqIGGjRCP6cghdGQkuStdjGSh4aoRRMsfXz57i6+0tPNoK8GQrHx5qsSR9CT7XdjRxaRALy+WH+WO8RJhUqpsZpuNYhDCDDsS1Puvz8BzJAZ4DTvZ42Vwg3oMDUG7QXHekka0AlYKGWsnA5ecKePN7VaxfcPH4qY8nT/n3mWBzawIvYH5wPtDjDNAmtZqNCl8RJxedvWy4WQ5dE/kAuFS05HDlzVPJ46YKjDldxdJJDrR0JfMhLt9Zug+liabQoe6jdxxIF54NGcdWJK+Qgx02K6ZjqmX5WRD3Tv1S7kTOU86JAqW6vSAOqMCfISRnRcITTzCIXJYs4tRUtFZsvPDCMl54cRkf/WwXH/9sTxDP/DlFCCio7XyIzneenxvXSWasnbliYOOSjmorRqVFzJyGcV/HjFlIAwWTXobuXoTufigIWQ6MXn6tiv/h367ihVdKuPHxIW58coR605LaO/Dx4NEUTx77ktHG+p///av4X/7XV/DVl/v44//tI+ztDfHb//wy3vnuOrafdLD9eB8P7g1x7+sxrJKCt35UxevfreLcYhNnFxv4iz/fxX/4kye493AozVc2bJi9yyzu3/qdBfzm77Sw1C7CUCzJyLnx+aGQEHh+uHPHl7wxOhDcsonGShHVloOxP8E4mMj3Lm65RJVMb+YU5aqAUHQGbPJUSgUsLdbhFhwcdsc4PB7L9zeZxNJYsulWo3CgCjgVNixJSFLEQcQcHTZddKLfia8c6hIrwEYuB8AUPxE5xAbJT/6wgn/2ryvYfOzh+kcTPHrE/K4A43mCUs1EqW5KbjCLDdBgFmMyiHG4TepBgnNvWjj3polhJ8GjjwJxANdXLZQWdYzSACMOtTsWzG0blxpF/P6Pm3j7lRL+r7/dx//9d3sYz7kbpyg0dSycYeavJXhYogaHW3OMns5E9b7RKuP8WlXcA+euVPBg7wgPdo/wZG+CzT1P8DEyVEkU2Ly82wVosQ81mIlAYjQ1MZkb0JwAmhPi2lodr2y00LYSYHwIJZxCKZelllsOVloO4JuY9zUc7Mb45NYePv1iDz/+rdP4zd88g/VaCeWIGcQhbm/38OXTY/zjkz4+eNxHQpFGWZULqFtgY1lBSle7oyI8BvxOhpAuoFmOSBSMPVIsuhnaBeDy6SqunGvg7MUG1HUH6pqDm8d7uHG8h/39OQY7Ccb7KaYHKbyjDLqnQKOIgKIdPkDMgnNtyRT1fF/yV5gnapfEgCP4OzbZeOkm9pdnWTawm20SdWzBJnPAw0HPiFi6GXOYQjI7BPNYKtpyYTh8EODgAVXfuZBFJ9q8ZIhSPCN6myhOPR8y0gzFBijf5/ksgzfNUCnaKJds0GyWagRosskeIaaqv6sjONbx1vNN/KsfrmKpreKzezu48WgfW2Ngc5yfBV0tFeW7oTG+xMEkmWGczKETYZWkOLPs4LUXq2g3TXx+fYTPrg8RWAZ8i6pgBTUSNtIU806M2T7FKxpiivCERMELbp6Zy4ayLqMKXYZBdOXLrJFYdTqf6Kim0JD4YOLwOGCsabJHUrTG4cd0SOXyHAt1F2fWa7A0E/c/H+He9RGqZwypADFGEw/eMIXStaAMDahuBs3l3pqjOCtN5lo2sXC6iv3BPjr9vTzXUNNg0CXIvyVFW8RNEvxg6eIYm3shBiNf6ADZmIIy4tjkaJpjVe383M7BUDjjfpmjeyX7hErvkzgEmTDyAMT3lM0ScijpXkgU2Tu+OXSSssmrQ+4gPoltkYAxFQW3gILjihtm1g0QzogXD6HwzzlJSOC2+w0jOf896Ko7UVLkeoeTf5/jPHMQrCp4Xv48zJLl0JKDD55/Ka4hCpEY7cqygfZ5C+VF2pUF3oruZoDuZojoOEMyUGQt1u0cPxpOOTRLYah89qmkoaDBQ6KE31AH0VotoL1SEBHleDQTXN/oWMXoWINCoWjITHIKDel65L7IyAUKP+lIO8kwVwW6LYNhvjeL6wtYXGsiiKaYzAaYDjzMjug+TlFoA26L72MDxWI9p6ekM+hainqpLvXwq308+KojA6blswWUFkzEKt80YmU1RCMNuuTucb8SBY00Ow/2WSEsitKaDii4Zi/DpnCTWHQSCp54OHzsyV3KXdVhcxCuqnBVFf2nMXpbuQiZawEFDKSc2DUVtYUCas2CZDkePJjBI9LQUOSzthY1mG0V4ZECf1tBo6bj4rctLJ/T4GcRAkR4elPB0y8UiTKqnkpRaiuotUuotYvY+mQu5Y1CGVAaboJCO0FxCVhkluHpqrhj9p5NMNwPEPa4FnO4mkeZ5CjDHHEtZ0dZK/NYmXJTRXlBhaZx+EsXC12FsQgraosJ6u0EBTpPipZgEJ9t+ujsRnkcBbOjGzz/ZGiWy1iwGiijhq9uHOCrmwdobbjiio6Q4umTMQ52Z8i4ps8VaMTv875MDcYJ1UNYItRIUPjo02WXCOGlesrAhTdr2HipDIUZ1REJPQmCSYrufoT9ZyH2t0KkvLNM6EAnktcQgUfKDDwtRaHmwq0VMJ8yCmrOiFpoBV2yqS069y0dKt8pjS7KSIhrHCBTdBtMVZgUO6RsECfy2ShsqpctmCUDGRuLkS9RFfxHrk9cVmolE2+8tIDXX1pAaTJFaTqFkhqI1QKOPA3/8KCHf3h4jIwdM11HjYOzqiMDzlE2wjidwPdJO9Clp6KFMcolDWsXXKycdqC7gaAFqZMJIjpFE2mSc/Bn033Ld5L9BjWFFzIDGPAjvvsmVNMUJwox52KujSnkYEZ2gmiWiPiYTXPm7XJwwfOLoKOJfOYAWJZVNuBzYV40ypDySsp9gVmkZcCt8HxMsSRFn8Sa8wwNNKpVNGpVaFkRie9gPiKdo4tJb4AyBWNlOp80zOls5f5vBchMNry5HxZg2nPYLocIsbhy2VvhENRjXnmYgQbzJIgk95oqDNMlnphnqNwlTFcPBe4cEM6YgUw38Inblnu6ZAyr+bBY9nkKPSzAMSpw9IaglYdHfUwHEyGBcD8Rt5ptyIodcThIF3A5r1Nn6lg9U8fg2MeTuwN094jLZZ9NkXNl/ZQtUTC660Nlb0iGnWzU6xLXRSQ7jQj8WUn0YYa6WUzFBctzOiPBaGQg3YF7eKWai+7ms1SKUShrZ4soNyiaTeBHESZTX8g7BUtHpUByjyru6fEoRb8fod+LBGleaeS41cgzpKnqFCM4RWb4kpiXx0/JHJU9Y0aquUCTQs+ig7IBybhkY/94GKJHMZJqw1MdJEGaixpOinSTSQCMmTPI+1yQC7VksKEpOd0lzlBpQVztIjxIgYJbxHNXruC5y1dw0NnFwf4Onj3pY+v+RO66564tYO1iFcGQefIexp6PoR8gILWK/TiiVSWaRoftR3CmITZKBby41pbh19/e6OBvbnaEMkBXqBamMIMEekhhApBowIU3Grj4Rh1xRvd0F5qS4NxGAyuLZRx0B+h0B5h5GbxIQd0y8O1FF881bKizGOoswa2HAT6+52NrP8ZgksKxDfz4nRZ+9M4CRjtjjHZHsNUMFQ7+bQPTwME0tPHZbh+f7vbgJSpc05WzSncwx8T3cfaijrMXNVw7u4gXz6zKmfzzz57i5s097A0z7JLGx3XPJRpYgVtNUCtmWIeJdcVEllpAZmN/5OFpb4xu4KGx6qB5ykHBjFEwYtiKAyutioPpq0cD7B9O8Uevt/A/vtaCNxli7+AQsWahtnERdnMNd292cPfGPh4FQzxSRjBKJs61F1AxHTx+dIhHj44ky/nM6QVBjMfKVMgWaVJGlpTxG8+t4gfPr+DRTgd//sGX6Pse3nvzCl65cgrHn9xF75OvMXMjeC0FaUWDUbYQWzqu3w1x/W4k0TH1RQsON53RHMVMwZWzS7hyZgk//bAjVbAKOLfawpVzTVy45OLCZQePbmxKMbo7q5VQXajh/NICFkol/NUvN/GXv9zE299v4F/+4SraCzq2v+5i804Pv77l4ddf+FDrGkqnKF4F/HGS35F8FZlP7Czdq4mgiMvNgkR1TD32ABnFcdLFEMwrv+MSFmrLqFfaQEpSmimCRa7NUcLc5iHm02P0+8cY9I6hWRFM0ppsQ4Skhl6CqbRgYkFyoTNmlI6GGPd7iNMUzvIa3OU1eH4MP0hQNly06apUFfSmxxh6fdiFuRQpCMwyJy0jsjzEFiMmGEvgQE/r0NImdBQlV5X9p9nsALPpAaqNOaoNTwhSFGHTrDWbaZjPdBGtT+fE+RtYWLHFwJVGgRAaJ/0M4z6ppAZUpr6SRkgnbBoLip3FeB6fAn+SZk6y3Bm9xZx6QV7POBjiakXjTPZPIinGRdKQwAio0Gf/yUGtVkGh6OKw05VSUYRlVOUgFVEglvnghpelngjwaw1XjFwziktGIcJJhmCaoVA0UShZKNcd6R9bRQNxRmZahulgiNlwKD2LteWSZHjvHU9wOJgLJS4JdPlZONSmYE5zKOpU4DBu4uRezAE4Y4h41uTdwutnIqRebJewuFgG4MCf82zPWCQftVoAb+DDHwRC2JgHAf8TVE/ZKLQtTCc6phMNoyMTwwMD/qyELK0gjV3MB88w7z9De7GGU2tLqC0uwm62odg2+t0dDLrbWF9cxtrSCibDA2xv3YHnTbB+7jmsn7+KnYMJtg+mOOoP0R8OZE0v2DW4VkUMEmBmtN+D53eFRGvZJmzbharWoGg1jOfHGM72sdqu4O2Xn8e5lTb2nz5D5+kz9MIpeszbZV9PxPIUMNRR1OsY9ziPYGyej0T1EMVzeBMKOQM0F6pYaFaQgbELOTE0JSZapWmMIgLeMyM4lo8oGGM8OEbVifBHv3MKf/Tba7wkU7mAeb+H8WEH/QMPDx838OhRHbt6Abu6i57fx3C6g9Cfw4lrKGplXL7C2ZiKlaqNtusgmWkSvXCwl6BzeIDO0QHeebWO33y/jQ3eZ+/3sXt3hD/5KsCf3A7x/It1PP9iAxuNEMsWCREGVl54ESsvvohb//EmvviPN/Hl7gRfZiqeZilmmS/ExLdfXcTbry3ibD3DejGEok1xHI9wHI4x7/HZoSmIRiM6djXs7aXY7STY7kbY7oYwNSK7DRGiK34CnVSEpgK7qaI3TNEfJigXday0LBRtFd6MsTQJBjPmtWewYMHVHBkAKxppmR58Hm914MdvVfH732/iufUCSqoJa55ien+A2f0B/rEX4oNj4gpVLKYG6oyuqJVQqhWxPxxgfzDAZjfEwwPgkHEklMzYGn786gp+9Noy9MEI/u4h+skc3TJw4ALd4xjdboTBoYJRR8WFKwv4yf90Dm+/u47KrIHKvIH/8ve38Z//4Tb2/DHiaopCFXhxScMLSxqy/hxZn4KYBIUmctOd6kCNLXx5b4pb96dQaeRscp2mgSinqbXPltE+V8bXn4X47O89HO7Ech7N2Ph974creO+Hy9h8MsTWkxGebc2ws+lhPIpQKLJZq2BpuSZFl9rj+z30j2fiWi0VNFx7qYwXXiwLVmw09bCzE2LzcYpnWxkaKzrqq1RYxrCKITwOa3Z0jI6IA2E4M0/OeVZWq6jgVE3BxqqNV99bxivfXcGDp7t48GwXu7shDjo6jjoajg9UDI7ZrGceFZWwPHMrKBdULDAfd4UfrCZVaRsoNnQMJwkePp5haytA94CDSAXlso5yRcfGWQMXrvCQC+zt+Njd9XH7uoLbN+hyTVFrJ2itWDi1voDWYhl7ez0pXgR7+1RUsTFlispV1ahUDmBYmTT5bduCa5UEOSMB7hkD1yNp0JQqKhotQxAedCi5roOdJ1PsPuFlnhm+dJQx248HfV4EPanWkomlU0R/cLHIM2qePQnw9LGP4ZGCcT9XcYonWey+OVqM3SOiHfOeD5tAnNulUnSbFGrMJ9BgF+l4yDA9SjDrJrmSn02ujHiuWH4u0yXSWoVbV+EQoUksuBEzFgLavooWDPzGey5+8F4Bz6IUT6MMt+6G+OzTQJ6Pgh3DtWNRSLF46Gajt7ZgYIPO32VbHElkme8/8bH7kIsn0VkO3LINjVlKDtGVuYOHDjaqrCNxqfKmSNeVIqWy8TANUS9q+P57LanRvIexd4xJpGCaONg5VHD9OocOnCifZCcTbZTmmb9EdeQ5ablbgljXlBNOyXTjYJrqMg7O+b8zQypGe8nG+pkSllZtyVJZXNHw0a/GUlfPW/i936nhwnkTR4NIhgVffBngi1sBrl018e4bFtbWiLk2xQ35y+sD/PLzAXrDBFMRAXN4kT9jiach9TUkgxhJP8GbL5/C7/3kCp67ysyEodSHNw/w0c0OvIzfWRGGZSL1YrkQwQgBIxAHbv8gxXTAzDYITk4OhBQS0EsvTqQ8MU5yE1UdijRxeMih8poutAS6lUJz6KqDNKqcWv7cxRQgiGMjYtsPlp7B0lPEVIDNiAbnxZrDPECvqzCImxrH8HohzFhB1TGwXLPxwmUXL1wpwGXDzFVw1Pex05nhacfDXj/G/iDGeKpjPDUQifqfaJsEhYUMbi2DOjegzHS8cEnHqy9puLCq4myVa4+GtF5CWivjyeEYD571cP1zDx/8fYqdhwqev2Tj2iUbr37XlAqyBPsHIe7dD/CLn4b4xU9zgUKmMIuLOR48rFFFD6RkUsSaZCVVFnXUVomTZwZorghPpWUVy0CfCEV/pqK7rQGhjtdedfH6Ky46X8/QuTuDz8CBWSKCmVOrJlZXrfxQ0aqiUi2jVCkLet8q2jALFnTXhOaYUJi55+gynA/VAF7m4aB/hMN+F0ejIbrjEY56MxwcUokbyjoyHqgy5KByjgp7XtysYo5HpzNqfBBifBBhzmdmnDtz88xQvg+qDPxzO6aWNwXNWMQoRK+yWnVTBkVLK1zTdLgVBQe9CIe9CJNZggldVBywSuYvje5antUW0V3LASxzNvK8yLyZxryuPJOTzRY2Z0hQ4GGbv/JSIy5sEStwKMpnkvktdDzkCB06hjg4i8I8o51NK4obLGa4CbKN/y4VB5g4PuIcz8pGjghuUl5AbKGdxnGAJA0lZ41rpriQgxilqoGV0wU0F508r0w1JNJg695IUDSWrYj77JuM2JNWc463zIgPUtHeMLC4bmB1Q8HqOpviFGJYouh79NUcm8z+4noxjCVr9/LzJZw5b+PUBtVvmTRIWQuLLlqLLraehviSTrqtEO2mjXbTwSuvLuHV15bx9e0+/vzPHqM/CPD+j0/j268t4usbh7hz4xBkAZh2huayiUsvV3H6YgnHzxIcP4vx8PEU9x6OMWCeqBHArWQ4f76I8xeKOLWk4dSyBpshnomGUT/F9esT3Ph8isNegqMekS06lomcbJni1iWyezqPMKVrOVQQxMRXsRHJbORYVP6hH8IxiLPXYWsm6GHldz4JfUyCAD7dcnQ9mXl+Evc7u8zLeiy/l+8r8Ke8THFtZd4n1fcQkVKOKGSnTkW1ruHCZQ2XnjPx+tuLeP2dRXz86y7+8r/s4emzGUABhKvmDe8mcU50FWc55eOY6GU6ougW1LD+soL1l5mdnuLhJwlGRxmqLRVuQ8UwCjGIQmiHJox9BxvlAn74VgMvXSnhLz7ax19+tIdQpZsjQ6FmoLzgSt4nn11xaXAw1A2wUWUOVRXXzjCTtyH18GAXjzq7uLs9xp0tD0fDWMQHbE4tLy5haXERB70hnnYOMBjM4Y+Y46fAYu5gGVhtONhoFuAkMfzjsTSpziy3cXplEYYZwjAjdKdckxM86wbY3h1jZ2+MV6828drVJsq6Kc7q4TDGZneOrd5cFPR7kxiKG8MsxzBs4p/ZmMvgETNIxzddu8MU2TSDyjWHp2/i2HUOTjIUVKBdMbFUs7G+WMC5MxWcO1vBpFbBpF7G4fQYe4dPcHjYRf+ACNMYc2KhRylmzCUfERmpyMCezWi+f+LfMGivoztJlYY/L7k8w/IsG0+BeAbJlW6tGlhYNcVlWqw72N6ZY2fbE5SWbhIRxiGYAZXP/V6M0S7PDLmrnIMyS7KXdBHwpBob0Xk+nVB6qUQnem/GCJYUBceU4oCEDkwe/Onun4+D/GzgaTjXKuDbZ8s41ebCl0rO+yf3R/iE6w3FOkKhyZHCumlKXh3LVGM4eoyNUza+9UIdC00bt74a49aXY8wyDfOMl1UVFQrRshSTwwCTowApz0cc8tKdRMcjz0100aZqfhw9QSiTbMDBr8mhlZOH3DIKhG43OqA41WDjhA4wYs7pCi6VDSnHUMR1zOHn9n0f2w98aXqV1gxxZvpUd09SxEcQygyRtmyIifgICspNF63VKurLRRwcH6Fz3JV1vlCkCyLH0opD+YS6zKE1y58RPUycZIIs0ACf4kVeYpN87+Bgh4Ii2p8jTQgLPJsK6ejEAfxNLq/k97JODKt8AOSzE1x8jiSWuTHPpIJyzjOgKULJuEeohmDt2BuKpmx855mkHDRLVjB/ViJomRvLP5SECoVSTvEA5530k/tAzgsShUGeCmyrUPg8CfYnz7kX1LICFBZcFFoFlNpAaZFkIw4GYsyGfJZTjHYpONXk+c4d0LkfmcMCOrAk64rqKmK6owAJ7xZFSDVaLpotF5HHddCXYY0/ZUyGCli5k9O06aLUZZ+Xz/UkcIESLDbquNczc10idug6rRWk+MpSTBGMQkx22KAPYFZVmFUFhUoRxWoJGhHXkSeuh4JdRMEuYW9/gN3OUEg2q6dLcveis41ErOkhMD2kSClf66sVExXXhqubuP+gL0XXFh03jFlyLVUwtsQ0ZjowJKlmN4JRVVE6Y8CpE1EL8LVhrnXQ47CJDh1PxL61FUcQsxyGWgUNx089HDycIfEzafwVqibMeiY16kQYbMao1Q0890YJi6dN7B1MsX8wxXxAlDYx5xpqbTbmOXhkrr2K/m6AwW4o3wGblxR1VlY48NdQXXJRXSygu+9jj7jLboJspiOb5uJiDiJzKQApESRROIJIDAIPQeihSMpUNc+ZjgU7S9wwnZoJGksUASvQbH6rRORlGDIfeEKxqwXbpXM8g6FyOF9Au1pH3S3j/pcd3L/VQbWlY/mMI9ny+4c+en26jjjcycWDxBZSZEohAolHdCEyfkhEvxz2tDW0zhhorJuorDooNE2M9+cY7c+FjBTM0nxoNU4wGSVQQkPO6Pk78030B2OJAKdkwynbiGPmyXKAzyFmvoZx+MvhHYelqkrxAhGLzKolQldFMMufAQ6q5XlO2IzVYXEAXCbtwpPsNLn/UnzEAbACNCoW3n5lFe+8sor6ZIQ6YxH4HgUKdkYpPnzm4cOnc0RGLv4uFk00K2zUA6PZBBPi+GKenbkO54LnYomRUybaSxR+kaJEAWcuIuE5ajrJhf06MZlsVkdRnjHOASzPwJkK3TalwllOm0kpqslnpUjpAvYzoSWQmsAmqGFygMBBAz8vrnmSY4VQft9YxENqQsSpevIeUICfieCU6xrXE37mvGNQCGqolohObKMkzV9+90f7XQyOBrClYU9nG8kIhgzaDVLciqrgh5OM35UP25nLd0UaGM8GpPNEJPTQmMb7CJttYSi5ncS4MtbGMHkf4Z2IIgGe/ymajSRjV0TlvH7TOEBnt8RPRDneO9enwjIduHQpUCQx4Z4TIvRjKcc14LqmxMtwr+P7I8YDJ8Pyehkr62W5r0wmXJsjzEc+/HkolDeWWUxgunxwUsFQMl4i8nWEnv5PeZ3Mu2dOO+/1JXHdAPMJDQZ5LBo/R+4vxZKCUil3CMaRilKFDn4NbjkXD1Mo3h9OMBhM4VoaKuT4pwqG4jROMBqlGA1Jy6EDOBe50sQQR4w2SSX/k8Nf9oBIkpD7FkW/VUgtlApYKBVRMYEiBRVhhO7QR38cweMAWLHl/aZygc6vjM5lRhpFKqYk48nAi85BZkVy5cljNtjtKTcyVOonwoKYZyUDp5ZP4dTyKqbjAabjPrr7cxzs+BKPsrBRQHXZFSIHa+qHmIR0lHPwy/g4Nv4jIZ2U4gSVKMXFZgWvXVhDo1jE3372DH/z2TZmgYoZxU4m44ZUFIsGqpUCapUCKgsZKgvA2JuiczwUjO25802cOlXGsD/EsDfAlD9fAFQNAy8uFHCxbGHc9THqeni8G+HBToz9HjCcKnAtCz96YwE/en0B0+0+pjt9BEEkeZIxIyqcGhSnhp3+DDs0v5D+MAvhZWlO6SmoKJkBSlaAq6eX8NL5DRGnfPDJFj77Ylca8f15hlrFxELDQbumY7GqolXSUbMc1G0Hx8ysns5xOPFxTLd4nKLWLKLWKKJd0tDmmZjkhkDDQTfAJ/f6eLA7wQ9eaEqRBOlkKbwY2PVU7E0V7D4dS8UFFWpDR7Nh42ytgIKm4MtHh/jy8SEuXTqFSxdPSY48RZ6MCOr05tjvefjOlRW8e3UFfjrFk+Nd+NkcpxbLaJVtHH11iKMvD5HVTeinCnDrJpoUmJsKvng0xhePJigV61hstqEmCcbHHWTxDBvnW1Kf3eji85vHMBUHK/U6zi41cO28i2vnCrjxyTZufrINj8LMFUfEY81SAQXbwlZ3LHX5bAmvPldH0VSwtzPBs+0JPt6ZSimuLucACkWn/SxW6UUAACAASURBVADeiDFQitQ3FBo6f5lJy2Eu1w+WbdmwbSLTGckQQok1FKwyXKMEVXNkyEXqAM/sdFpG8QwhY7JGE4zHEyGkcLlyigUUSw3Ydg1ZVAKiMrzRIfzRIcLZSAZTdKAVF8+i1D6LWRxhlkQwsxRFCnmzQBzGWTqF5cawHNIcTQSeLcjxuTKEpw5hKYYQgEyjBdNYgpoVJe87Chh71MF80kG5HqLcyPHf7KvwEMtogsmYWeYUp8QyAG4s2nAKCqI5Xfch/El+5qRpivRMEeHzXEN6k0sKC68zGWKSegTWRScio2DkGipnf5YYl7mP06hwcjYnTlpn9noAydem3JTxkYWijX5vhF5vDFMvwLUr0Ei3kv2Aik4PiuLJnkKDBSNUApJsaFRLTeiZJf0lisYoJOaQ32S8A0kJDmSPInGDQrHlVgGWpWI49iQWZSBkk/yOq1Csz59RBsCkoyRCM+Bg22Y0JEUynB2QssGewFhDgUhxV4PvETHLnrGOjdMGTp8xMT2eYdqbwfN8+HEIraCgtlZAadGWuMXJmGSgCoJ5HalfgRKWkHgmDvYeoLN7H9VaAQtLTdQWmig3GpItDYyRYSKkP4Nxl1QwkVhFlHqpLXV47OOg56PbH+O4N0BA4kfBlJxguRtw82YUqMZ4hCynwho8m9ahqDWMpgMMJgdoNYp45eoFbLSb6O7uo7vXkQHwcTCTrxkWzx8WSmYZZasi8WGjYyrCY3GDx6GHAdfk8RTNdlMqyQwEoSoUTbraM4pgpWeqolFRsVBTYaohYm+CqhvhB2/W8IM364ijYyRRD+FojKA3EzPlV1+V8dXtMnZdB7sFR+7cljJDWVex7DTRtErw4kN40QHObJRw+UJdomKe3J3i0Z0xxv4MI3+Gt1+v4MfvN3GhZqNwlGHwNMR/+qiP//zRAM6qCXfVwvkNDS8xhnG1gKX1C1If/T+38PH/ewt3DyZ4rKk4UDLMeZaxMjx/rS714qqJlxY5I5njYNxDZ9QXMmEYsI+nI0gNjGYKeoMUR70Ee0cJdnm3iGk+UgDGZXEATGHSoo7KoobJPMF4nsK1dNRLPOPx3Q4xnYSYR6rs78qJA5iDY40CPj1CrCnSjvjN79TxBz9u4MrpAlz2YUm53JwgeDLB1lzDlqeh16chYyai8VK5jHK5gjBj+GuCo0GMncMEvVmM0AyhMpZspYYry3XMhmN0D3uYKj7CmoKwwsg4UlaB/Z0E21sJTp2p4Mf/ag1vvXsay+YVLBtX8eEn9/DBJ/exM+5ioE0BJ8D5ZeDCCuBt9qWKJaC5ZqFQ0eTOz17E3a0AdzdDidzSS7nog/GxUcgBcAGtMwVsfpXg9kehPDNiJmgsOPj+b53B+791Gr/6+VP8+udPcdTx5LBF5017RUebOZROUZRvvSMPTzf7GI88GcCUyxrOXixLzfw5+sMxOvsJOts6ugcGWusK2utsvjBXhwHxKnodF+NjOgDmSBOe/qnqU3BuUcW3zmg4u2GifbWOxSsN3Hp0hC8fHmH7cYLDTQPTI9qdTWhUTigzZApdyrz069Ko4wLPw+jZMxHOnY1xat3E6rotF8K9owhH/QSeTya+gsWGjcWmg3ozRrkxl8bJ48caHj/S8OBWige3MrjFDKfOZ1g97WB5bRG1Rg0PHu/i4aNdwdYyrzQMdXGJKJaBjAc9ZlbRVWsBrm2h5JZhGiYm0QSTcILmooKFJcjQY4Vh0Q0HtlWCY5bx5H4Pj+/35cDOCwKHHfW6g3LZwGw2wWxGp5UGt8YLEi+uEJfBo69CPPoygjfNsx4FiyoeXXaP8suEBMdz42YDiAg+blLM/bFSlOs2Sg1HFnxxYvgxhvs+Jof8A0xkgSUXGyUNUCxlqC1oaC7pqC8ZqC/r8OIIYy/AcA8Y3NPhTnX85B1DCutFYL2EX38+xZ/+6SG++nKCchEoF4QyIuhCu5Zb+is1A03XRVG18PWtmZRH5VecoVB20GyXUWsVMZ2MMB2PMR8n8MZ5Nh4vBPJQs+GVqGgvu2gvuVCIbR1OUXYUfPfdJbz3nSVs73WkJqGCUC3iaKDg9u0ZHj4khpeNSm4oVH/RBZsfGtiYZN5bHtou8MUTdF6ueObllwP7bxQN5y7V8PJri1hdLyJJPKSJj+ufDnH9kxFe+VYZ/+aPVrC+ZuLzz49x44s+NrcjPNkO8crLNr733QIW24bk7YzGwOe3fVy/7WMahAizCIqVyiCO/cD5oYrZgQInyWAnKX70/Rfx7/7d93Hh8gL+8fov8MH1X2CacNCtIEpLSLMqpmNNshi7+2MUahGKtRjjIbMquBHT4p0fevJbau4MyVt4J14ShRcTG4ZpSYODTTZeXtmJ4BDOKis5jnfBErcEFc/MVZtPY+jiLFFhG1SNJzA5pNGYAZlnLEp0LnGWloL+QYDu7hwlW8WF8y4unXFxeb2IS2tFqBnTXQ08Oxji4c4RHm730ell6PSA6TAvNtVFeVfKUF0EyguAQxRLquClq0W8/lIFZxY1tM0QDStGXKkiqlSxeTjAw90jXP90jl/9d6C7o+P3fq+Kf/EvKqgvxagtx9jdD3D/foBbN0N89qGCzz/kgDS/9HK9g8rvPBbcWUIXgsisMzRPWWifseWd3Nv0cdwJ0FpW0V4iVilvanA41HkWw9B0/OQPVvCTP1jGBz/bxwc/38fOJnPXMlEtL7UVLLUUrBcdrBddrBRULLtAu0yFYB2Veh1aYwVafRlZpYKsUkBqqUg0H7HiIw5nSMIZAu0Aob6Hp91D3Lx3jK/ujvDoK+DxbQ6peXAEaisqFs6o0gSczemE0jHaDKTYuJH+NFWQLh0/fFCI5yV6k4MJXZp6msPclVhy2+bDFKtLLs5uFOA6CjwvVwdOggTTkPm8xOLwN2IfnPiiHB1pkHV2cjvPscgxkjhCzEzDJFc8scShLgPT3FVOxf10qGIyVFGuZKi3+HfORNHO4XUwJnoPWFovYmmjKA47ZjYMjkNBVKYZLxEO7IIjQ1p/5gneT/KTudSeuF4Q68giDmO5GFFpRdyoIU7QKAnhBwGaSzauvLiAetvFozt9PLozkJxEXtQ4dCJW1bQ46KZrwkSqBEj5fbFRylwuQ0FpwUC1beDiFQuXLtsn+4SDbifCr/57F5/9oi8XQDbZfvBbLfzzP1xGvQHsbB2jszfCZBwKXnt5lSKVMh4+jPDJJ3Nsb8d47a0iXnurJAINy0hw/84cH/2a7hANb313EVeu1fDxz7r4+B+6OH/FxrffKuD0xSJaa1U4JQd//Z/28Nd/tgfVokPZgVFMkGgTVJsp3n23je+828Jwf4hBZwR/HIhwh3EL168nuPF5gpT5kKaOs2ddfOvFMtbWOJiiWyHEfKqJgtcL2IQ3MJzE2D2YoHM0FawnHRa1ooWFiiMZ86MDX2IsEjsTV6ng7lIiyNlEt6Upbxd82EUvFxYQXUg8zmECf3wS9M7Gdj4/kcxWfr+n1nX8xu8aeO9HNjY2NqT+/P97hv/jf7+L3b0xls7aaLGRLA6CDP1D0j9I+EjQ3UkEd19v2WhQAHE1wfJzieCgH30ODA8zFGtct1L0vRh9P4LSNaEf2lh2Cnjt+ToubBTx6zv7+Mc7+1DLiQxj3IoJi6jD1ESfDfBDXwgK2jzGlcUSXlqv4dXzTbx4qY0XL7Xw+GgLT7qb+GJzhE8fejgYx6g3FCwsWLh68YLUjacd/Pz2Y+x2Bsh4QeTQsWmKytClo9skQpnnhQhWYOJ7F0/je5c2MJj3MJgf4/5wjK+HHh6NPcFex2GGswUT54j99jL0+jG64wSHsww9X4HlujALBZjFAEZpLqpyoQYgxWimY0Rl9QmeW48zuIkCk0goXuqItz3JmjSTBHYaY8XR8BsXFqQWX3sdS6+9jp72DI8GP8fT4/s4OPTROQxw2I2kutsqjrY5ZFZgZrE4i2UQZqsi0wm4jkuT2oFB2XfqQUk9WT9YFPbVF5nzZmLlDOMdKrhza4zbX44QRIFkJQpGl1h2OvyJ/BzklBE2INnw5hmPgjhmVNLxlA+AVaiqSoCyOFE4iPTnCWxDl8zDAoWEVUMu/sPeDMPjuVwm+f8pU42dqTizWMSrry/j3MUG/tvPnuG//WwbM7rLdObpAZariDApmBgIxgYcCvUKIdbWbTx/rYFmy8HXd6f4+t4EE0+TYvO87FKQSaTUXC6+GQ+aLMEYn2A9yIIWERQv6t+4TekWyNFoFLVYFkkiluQjMYsqYO4um96cJHDebgIXn2/iwrUGYi/A8fYAg4M5enspensZ3GVdiljQPKM7hXcQITimQuAEcWzr4jAu1R0ZNlbqDg6PBjg4HKBY0VBfyF1VwwEzIWPe7UXsmvkGMir2iXwd02HNtYHDHx6quQHEMmBW6QI2TUGNca+aD6eYjciPzweVcoY6GaR+E5OQN3hYuf2LY+csYnYlH2aZwUlTnGhsFkWbmZmBYUfUHzL/jeQO/nexEovjmucoPkt5JrGwygTpTkx1kjJmgNbB/O9D36YOU9ybElOQxchcBXAp3mPMSj4g4z9yP115roHl55twmzH0wgRBMEd3K0TvWQTvUJEzKUk9RoEoQVUGcDxDcIDCJpj83By60KnHphQffmZ5loBazUG16ghSd7QbwhswmyuPr0EjAhqxoJSZeW7zLEnXtsJ0AFNyuCjM4sWXDm2pKTGnef5lpVpCtVZGNk0xfDLE7HAO1SEyS5X1jOuajgiq70NlxptmiqNkGAUYRAFqTQunTpVQdDVMRjNM+p4goI+3M1RrOlrLJtZWalhrN9GuVfHx9Wf45Po2An73vJhbGmx+LsT4SiZtAu84hX+cwW1rqF004TQ0RMwUnSTQIwd67GA6JJWEjf4UqxfowC3lkhQlwtGWh4NHc6ipjmarKOh7vRTBKEY43PGw92iGWsPCi+820FpzcPvLHr66dYxCDShUFVSJ6q8VocY6tm972P6KwTgc4OZkEz5TFEk11ijmzjHXTsXE4a6PvcdzeH0FemJDj22ojP7gdyoZ0z4Mm6jCCkzHwmw2wmw+gisZuAQtqggjDoEVaYKxmit04phg+tlo5ktTmnE7HBbz7MVKZimiYYxqwcHKShWtZhGbt/fw5PY+CkW6D1Vp8BBtOmJkyQl2t6CrYBHJSIwzCfc6aTcUYXFoqCRYu+Lg6ttltM7YCFNg7qd4dmuCZ1+OJZ5BsOPUQ3B4L2d1B5rqII0ZP+TLe8N7KJ9tDqst15BYLZ3nGTEvUv0CGQJxAKxxAKwlggr0fQ+eF8vwl5XMU6Rz7nvCZYfB369iwy4zC3kmxZ+FjTwOEjkAbtYdfPeNM3jv9TNoz4ZoTwcSoUEy0uPjEDc7kPIMH3MzEAFcpUInkSpNrmnf+ycxilrUoJZ0uc+06nSR853W/un+xmeZe3IUkhqSiLiVovXZLJAiSlKiFEg+cUwpbxzCmxD3TIoFm+R5/BN/DecJIi+WXoljOfKZyXJIDYmeCgljPg/l9+Za7jgaXJfkNAvFsinfC/cNEWDzvJ5yaJBKMXd8Ps1QLlbQbjWFQbG/c4xuZwAlyqRExM8zYZF3VgduzcoHBEEM0yLRi38uRYb8mfmZM+ZFRxSpCPkMcx3jADiLheZWKHOoy/swBTls3tMtnGIyyqlJ36zrRIEzHok62TD0EYYcrEgvGxaHWiR8qRQUGWJ0mI19KcamsOjm4+fiBYxO4OcNLK64WFp1UWoU4FQ5UgEG3TFGg4mIk5k5T5oJRb0cABP5yd8nidiXM6CENrTIgT+OMTyaCsVI0NHrdAjTKZwhpfAhzSMPnJNYI5XiZ8WE6SSwi3TtA4ZtS879UXco5ZoKKgXmvwP9XoJ+j8h95gFDTBi1hXynnoxyzH+pDBTL7ElxsJMTdPidUm1CF0xhAWiRBlAqo2oBZYMCgwDHAw89xk2pFnyFOFWKOTkEJjEmk6GJlxiYxxSymzJoIbmLZzTSJ/gOyz2rwjOdnCYQhfzigbJbRpmB6tzYklDus6PjVAQPRl2FXlYRjGKpeRhhxqGHybMFBdoOescT9HoTVLMMLY0EsgV859pZLFbL+JuPH+NvPnqM/hgYjJnlbqG0bGPhVBFnV1riFvVHPamD4Rjbgyky9keuNrF+pgx/OIQ/Ggq9cOxlEiP1fK2A064lQ8Jnz8Y46Kc46mfo03k3M+DaDn74chM/+nYT/nYX/rMjHAx9dPwE/cxAZXEJlaUlETwzx3rzaIDbu0cYqxFOXayjvV7EfK8Pb7+Py+sr+Nbls/ADBT/7eBMffbGTn+WSDGttG+dXXZxfcHC+YmK14kArFaGXi7h/uI/7h3vo8VmmuDsz5DMuuxWcbRZwtunCZA77dI6neyP87E4PN7YmeP5iDdcu1HF1qYGr7SYm0wB/e/MJfnl7B+MJxTop1teauHi+jbOLLs6UFNhZiI8eH+Cjxx28cO0Crl27CC2zMekl6HQm+OLJJm4+2cLrl1bw2uUVtJYUOA0fmjVFOB/BG0/QeZSg8ziFu1RF9fyCiKbPFTMsGTG+fNrFV1td1N01nKpdQuyH2O08wDg4ROtiA61LDTy6O5RSIwtVu4LVShWvbhSlfvWP+/jVB3sIrBiVc4bgnHl25KCKrkm3ZaGlmlikEtAHDochdocBrnsjXKd7QzHgaJaQA0aHngyBicsnLYJmGwplvkHrs91JpzvJT5VaGeVqRQag494Y/sSHEpOwpcGwitCtotDfmKfJsxyNC+y5MBJlNosknkIvMsajhsbCCgqFFoKZgXBmYHiwidHBFpKA9NAEpumi0ryE6sIlTBBiolCsNYJC7HM8RskIUDTpylTEABWkFczjOiaRj1F8iEl8AFcFCoThFJbhlNaQpUURp8wnHubjfczG+yjVExRZFYqZVBHaDIcZhgOeOXKSJSOaGi1LhHnEKQfTEHFgIAloIoF8dsLGMbhPULjHHkUi531+jhS4GdznaXRgrzRLYXKgREGUr8KbEJmfSu8n8H0UipYMeynkYeQXz1kVDt2KBsZjihB8OHYB5UIZpuVC1Zjly/M7HYzEQNMMNs/3HMZUJRoqThllt4TD/QkO98ciquPfjQ7eQl2BW88FoxQeM15koe7ANWkWY08lwPb+HNt7zDIieUuBWVRleGySukV8fRCj4pioFRiJoCAzo3wAPqOIm3EdAdLUF8HeUYdDbQMvfKuBF19uYHQ4wuhoDD/wxc1slLiXlFBZcjEeRpgM+C0sQlXXoEUNqJ6DZKzh4cNbePDoC1gFE5VGBbV6FY16FfVGQWJAKJI/2j5Ad+cQFaeOtaWzKBcWMJnTKKChP0owGCfo9iY4OurDD6ZiRrSdEJ4/he9N4bg1FMtt6JaOlD1bISg1QKTpcDJEb9hFrezg2tl1rDRqGB4dY3jYxXEwlwEwr7WMfzEdA2W7iLJTwKA7w6A7BzvUZcdAGgTY3ztErzdAc6mNxtIiotSEF6qIUp49SQYLJZuYRK5TbRcbK0XUCwqMLEStkODaRR3PXyJRYxNBvIl04gMjFcOOjk8+dfHppy72ahZ2axbKFRtrJYpdKri60MJqsYgPb3yBD29+gcsv1fDmd1ckpueLDw6kIlNBbKh4+60yfvh+BVdXalhIaogONfzdT3fwtz/dxr4VYd+O8NzzBfzwnRpe4LpfXpX6+Z9+hV/82Vd4dDxBx1TRJ72Qp0MTWDtfwtqFEt45X8L3LpThwMP2wSF2Dg6RaaScaRh7GoZz/grMOHuapugcZegcAf48E6E7e0V81tkjX1jNRfY++7AUFKsGXIPCFYhRYTgKkCi6lERu+LEQbCUtk2sf5zmKgt/+Xh1/8LtNXD7rwqQoOcyQbHtIdzxEKEo92B7i+r097HdnKBdqKBVqqJzEFJF2wh7xyPcRFKaIXB/FzJHaH06x2RsiMEOJzik0VVQUDWXoePIkwJ27PhorLt7/nTbefPcczre+h/ML38OTrx/jyZ1HeHq8j2fzQ8zVMVZWE6ysJBh80cHw5r5EZ65dKaNYVzEZDTEYTPB4P8OTfcBXNMTmSaTJJEHgpWidttHesLD3CNi8RTESRfUasmLJxOVrC7h8rYW7d45x705PGsMcIHIxXFrTsbSuIQlNJJGBYT9C94CDjQgLiyoWFjU0llzJNyIeurM7wYBDVk9DEOqSb0klIJ1P8zlVs8y51TEbMxOSasdIcsk4MN1oKriyomGJwfRNB0bTwW5vhr3eHJ3tBAePFUy7quSd6YQyFENYhRAmlUxymeKXSoRbhqVFYHkRqJ7gfXgZOR6HGExizDwOgIHTp2ycXrNQrVOtm8APU9y+neLO7QSdzRSdLWa4Zmi2MtQXTFTrVbglF53uEAfHA0yGCWbMGOMhmAx4OoB5AWaB6FXigjRYGhG6OryIqoQQtYUM1YUUjaaB5oKFAnE4RO1mNgb9CQa9qSjVyyVD1LfFYq4AlAFHHAtCiqo7hqwTX8FG1c7DBP8/U2/6JMl1XXke38M99i33ysraUVUoQCBWkiBFqrmMKEpUS2pppntaY5r+OPM/9af5MC3NWBs1arU4EtkSRRAgdqD2LfeMzIw93D18dx871wutMdgz0WBCVSwe79137zm/c/A4haPbaDtUDhE7xI5LDI8qXaKlwhxLKQI0wT3wRkpEL1fFsVGxbWkslohKuvqYoUaJriGDHF4aVDVBvaWis2IIrpkPINdilmLCbOfTAu5AgRUq+OZVFd+8ouHqNy/j6rtX8MmzMf7y7x7g0y/PkLoK0oUqKludDYGuhvoK1UUqVF9FwYyGRSaI2SUNj3RQUullGjIUD4j38ziA4WWsVIQKuI74KEOTVXN01B0d7YaBXsvASl/H1esGrl03cHI6wckZ1T0q5r6Ds6GK58+WONznBbjsztGlwtxlYgvL4EoKDYj4emHHkE2Em0mZ1VYCYJkfQ4xTjqsv1fHa212srNkSzn1+GuDkcInjwyVeuu7gX323jV5Px4OHCzx57iPKdYS5jk4LWO1SPFAiHznIOh4WOB5BEOsBc0VfZFHQWRqdqYhPVbx02cDNSwbeemcH7/7OLTS6Vfzdzz/Hz37xGcKsQJizGWIhjauS4zOdMENlCacBwWd5VLaPM3Gp0ZFHXJQYViQojq5n/o+vstXYUCszIvn6xL30VbwdGyB2Cq2SorpioNY3xLXIjEM6qdkYqTg6DI0DTl7WFKQxnSmafL/MIuchnCvMCk8xGaTi7r9+vYLLF02stgxRkGaRhSy2cDbxMBhPcXQ+x3CqYDjhs6MICleG0TYz2IC1bQ39DRWOksm6sVPFnet1bDR1tJGiQfvCCsM263h0NMPdp+f4+IMA7/894A51/PlfNPHv/6KJmRfKevw4xqOHCR7cz3ByrOD4mM3zMreQF0lxndLdG3JAWMCpEpmvoNbTUeuZgvwc00E7jgUV3mioqFd1WXTSzkdUKyl481ttvPntFh4+WODBgwWGQ+JtiEAG6lqKhp7CJrK50NBzVKzWFbQsA5XMhgMH7WYPnWYPjZ4tw3iraUJvGNAaOgpDQ868JSNEYi4x8qfYOzvF7skYz/cCPNsLcD4McU4kskLEcqlcpNCEq/DZJaOTkfsg8fAMMSY+tXRX8LfDz4MKYaHgM4ONzWs+NGmBblPHatcUdBzV3sxvWCYh/DREFBiyqJbkBYCFKIfj9GEtXTr1+Nsvc+U4COalna6TUsVXlHkluirPVLVakYyT44MljveXcGoZ2l2ecdzbbKSRjtkwEHV0b91Gf92WhtH4PMVslCAnWrJIUaGro86htCJOppx/f5KKEpOITP5Y6HRPmE3Bj8IqHQDSBDQNcTg70uQwJVOeLoen9+Z4encujfosIhoRUqjQlSE3DOhI2cxiVojQBTJoloJap8xovnHTkMXBZOibOD9O8eCTGfYeu9jcrGJrq4pX36jia29XRRn7+W9GON73sbZRlcU9XdFSPH2e4O79GKNpga9/q4qvv1vDYC/GYC+B59HpYMlggmciz1g+t+44xrVbFl55w0a1aWI8YaNHxdP7Yzy7P0KjrWN1s4JmT4XdyNDsqrh4qYadSzU8eziXFSyJl8/FqbL/PMX+8wzNZhWtVg39noFVZtpW+XsKkRDFGGsiuvJ8FQtPFZf4zIuw8Nm4KbOWWSSadG5GOfwZHSqJYFppko4p+omZ4WOKQ75SYxORePAEgctmYQZ/msOfQPZCilLoROF3qBkGOHQkmv7yZR2/96cOvvu7VSjoQCna+NufnuL//D/2MJyE2LxiY2XbEtSZ08zleyGSe8Ks9hEHgMDGzgu0YjuG3uHfD0HDhIsSGUs3i2DqKMjzFBiuiqZmYrtXRb9p4dBd4IjZpZVcVLUqFRiphSzUxKXozSM0dcj6rYttvHm5h9cv97DVsKX5sn92jL2zYxzNPRz5MUJNQ7fXEKLA2sYaVtfX8c/3D/BffvMIz4+nSJZs9AKbW+VzZdNVpVFpGGPEgWOk4J0LG/j6hU3Ml3PMgzkezF18yQGwR/oJ1bUqGstysQm/8HN4dNsTu6erqNerqNUcGFbZcGGuFN2YUVjAD1RZFITQGaUzhzTjVVNFZHHR7cjmImtEDm8jtI0cdzoN3Ok28NJLN3DzpeuwLmiIVz3MzRFOJvs4nhzhYBBg/yTE6QlwdqzKgD5bZMjpMn5BM2B2UUYHJpGOHP7KAR1BSSOY3Kc0XVTklXoBp67KwIIiltmiwNwlHpGuQarmWcuVuXPFkohSOluYCZVLE5eXb9ZFkgFM5epXA2DJN+Sgjw2FVAak3BOJLHaaBpwO0dHED8fitmJDXHLEwgKmV2CzZeOdN1dx80YHH99f4KP7c5zPlpj6YakarheCr4w8Djp1rHQNbKwbWFs1sUIhh6ni2YGLZ/uu4DKXpN+ozOIuc2KXXgzfY/QBs7lYT3K/CpAzlDOiQJLheqX1qcLzsK7CosLcKNXzaaxIc2fE0AAAIABJREFUc53UB64ytz0V4Z3+4jO5cquFK7ea8CcRjh5MMTkOy6HJUoPaArR2iWImSovq34L5Wz5/1xFCL4LZtOD0HMHzsd40TebbeZjPfVg2BDfNsYu3JJY2l++ViznRkmm7zMvhDMXjdIzJlf2Fo5b2R6n/WMtYEi8QB6EsmZxSJ8SLJjMxTaqliFf+6n0SxclhFws/ElE4AGaDWfj/MuHhEFOGwBUFqk1HR+lkUohZFbWzWMTLATOzJzmo4p4o2dZEzuoyTCtSZtEz47FMAeZ3KDEIfLaJ0FSJqywVTRSu5cwEU4Fau4J6u4IGcyY3LahWjBQ+Ai8sY0NOM2iRCZWLzmbRQZXRQjHz48JEFrGupk3HFX/XbCJm4MBJq6mSn93oUESVI2Q+I+tREWWqQKOQZUiOKj9jVt1lvIFkWKvE1yalY1bchiUFQRUCSZm96jgV5H6G5ZGPaBIh1zT5PTsNC9UGM8D4w+Q9gE5lU7LQF2yILiM0WhbWN2uo1yhCKXPNjp9mOH6SodevYetCA6tdG+2KDkdT8cXDEb54OJQ4Dq1aohO5l3CYX8j3Q4R0ITjbxpqJ1Rs2Kk0di0GE+SBC1SL+siK/q8nIlb1h6xob7k1EaYAoCTE8DHD+PICSaWgT+9e1oVo871LJ9fOXEZrdCi7fasv/ff50jOdPJ6h1DdS7HPqXBKGEA4fdFNO9DAUF2xykFHSfcgCsSQOhu2XS6i+Os9FxgrPdCNFMg5ZZ0PNKCWEQJG2EOAtk6OE0aiK0IlaQ2YF0OpSCOtaMPOfo/icRR0O9q0g0CjGLHp04khFuQlVNKBoxy7pkm/vjBCvtBm5c28CVnT6OHu3j8NEB0iyU53eZFBj7pH5QmFKSE+ioVpNCGiJs3LDpLTmquoqtjRo2N2pY3TbQ3+GEthCB5/ExceZLDJ8HSJd08zAfURMXL7/LMtub4kIOgCNxb4obSEgFDmpNR/JI44QuYIpkuTeoaLarsjKEEgnAz4srYv70gk1oyKCb+wxJS3zfJPkYVQOGQ3GIdKVLEVGklY7aLEWzZuCtOxt485VNXFNDXNVCeLMljkdLPD5d4sOTHB8OMqSNBFkjgUonEiwUsYJglkjGcbXKellHrOUIRXxUoE5hfYXnGglhujwPlTrpGBSIlFEcdISGPkoh5zIUlCQfBoWfk25A4V64jBEvOShlVAzd1zospQItN+DOloL25z5EIZDOhjcdwDr5U/yH6FI6gNkzYk1Y9k6+iqrxKfqgu5iTRSEwcV+gKFvHYhJLRnbVcdDrt2FQkD+jMDBE7HGJOgUKxVRVA41VB06nUn537LloMQyD+bHMNy8HKXL/1Y3SxZ4Z4ibKaOkqEnHVc71Q58iwkr95Hn0kd5AGw9RmCm8EBy6xAQXCcIkojESEyGamSXE8MdKmJVnA7MPMxh7mY0+GCP//AXDIAbCQuVQ0WqTbGWhvVtHZrkOtqBidzTEdu9BUClty6KSqWPxhMA+eny7F7gaUwkQRGMiWBpaTDLOzJeIwQuuiivY27zasi8s6S/pCBfstpUuYXzjPQ4exZh3WQCQAWPL8lgPgORxLQevFAJgOYA5ilr6KpaeiTkFKr6zhKdJgzUdDR62hIGSepl/G6LD2I0rEllzyAt1qTdyz3aqKjp1DKxJMZgGmbgQ30+Hxdcppzc0JgpJlZqYXKfAojlJ0eU74LDPCS+6RPFs4AG4B9RYHQBRqUIxUiFPSNivQmXeq0IFTCs5JJFLqGlBREEwTBFOiPZndnsGyTRmwVasORsMZhsM51i0TF+sObq+38PqlHjqOiX/66AD/+NEBYr2ORK+j3rIlK5fO2W7LFsf+6fQMp7MzDOYeTt0Iiq3h6vUOtndqyAPSIDzw9+D67A0ouFy1sGGaGI2B8aQQM8zROe96OWZzBY5m4gdf6+KHX+siOh7LomHANSxMNQvjRMco0eVxVuICEz/AietLfNzmTg0r64yr8pHNfdQrTTTrXYQx8HwwxunExdbqKi6srcBJXVjhGHU1Qttm/JOJbreJTq+JJ+NzPB2dkycFy2xCVxyELskLAbqdCrqsPewKHNPGcBHhl/dP8MXBGLd2Ori908UFq4ItzcR4HuDvnhzjvYNz1Gt11OXZMNGrGVhtkiLH20KGf753jl/dO8dvv3ML3377loiuTp7P8Hx3iIeLc1kXey1Z16408dLNBtrtBIvFIebTE5zsaxjsqQg1B2mlin67grcuV3B708D53MP5jPVFFemkhTCKscQIheNh9VoNq1fr2H3oCTZ8OqWQmSQwGy+vW3h5zcLHX4zx0Zdj1HoWrr3SQWtFg+vRwehhY6eKjYs1pGMFwTF7XTnGcYJxmuDYCHBsBkhINAsMxLMcy/NQnsWU5DLJhS5rVImzK/V5chZSk0kKpV11kMWp1HRJwEg8ah94TlrQmNVrcojCAXBZ85Jyxx4sxS16hbGEOky7iordglVpw9K7sIwuJuf7mJ4fIPJn4ojkULO9ch3tlRtYxD4WiQ8l9VDJPVTUANVKBId1DHu6GqNRekjTFXELL9JzuCmzr0NZmtqCpnaBvIE8cYS4FwUjWZVqjEotRr2Vi8CE55lkjo8yOZ9I5qg2NDQZ02QoCBeJDMdiX5PFiAqaivi5lQPgHIXB9S8DYPaauH+wtmMTnQNdxsdwh08CxtuVRoqMxoQig2Wxp6UJXY51armn0MmsSlY49/JGo4ZOuwHbdqDqpArqiJm7nC5e9EJ4PxDEhuTudhttdBstHO7NcLA3FeGbZlF4pcJq5LCaRTmU1tgXN9Gqm6hajJnIBSm8e+Jh98QXobxa4wBYk7sZ+25xwL5whlbFQN+x4DBKw6HgiPFHNtLAFoJJmoayb09G7ITruHGzius3q/AmPvyJJwQsClSthooeB8BrDhbjQgZSUdxGnPagRk1YsQ3V0/Fs7x6e7d8Xx297pYtWuy5OT+4FG1sW1i9YGA5oZJqhVmlhvX8BltHE2XmE0/MIQcTPU8ViEWA687AMfajaUrLTme/LZdpN2NUeVNNAocUo2Jc2OjCMrhBRpu4MDcfE1c0+VupVuOMJ3NEEizzFgsNbC9BEOK2hXauhU6tiQdco7xZROQ+KliEmnBm5Pvpr/dIBDBNxyjlOiqQIkQoKRVwr6NRV9Fs6bD2HSuFpLcdbb1Tw1ptEGZ/C0k+hhwo0v4bpiY6f/32In/9DhJOWiZO2JbXnhXodmzUH6xUTTUXB5w+f4/MHz/HyGz1883vb0IsCB3eHePbFOU7dFAM3xauv2Pjm1x381o113Ny4gkZWx6c/e4BP/+4BPnATvO/FeOm1Bn7yo1W8fruFXtFEH038+u/38P7f7+PBwMWzMME5PxdDY3MI7S0drS0dP3i1jZ+81kEVEZ7vnmN3fwizXoVZd3AySnEw4KwqE9IX9V2DU6KpKZhjTASjm0paD13rqxsaVjfZByRJgz0GOjMMofdNp4wO4hleikyF6EHBm846imJ5DSnpjWGK3/9hD//uT1Zw83q9JCgGOfwHYywfjqE4bSFfnJ0H2N0dS0Z9GGuIEh39lSr6qzV4XiZxYm4Yw2xl0Kql2JBrEIY4pqjTzGA0ALul4mKzIosxe1/e9SRm6aVXG7jz2iV84/U/xDfe+ENMjoaYHg0xnE9wHkwRKh6anQiNToTZvSNM7x/DsVPpLeqVCOPTAUZnQxyeZ7IS5r5XNIRpAd/LEYSkNxkS13T0pMDzzzhbKCQnuGBx7dQs2DVTMEseWdb8QItUcmE2dnRsXNQxGTEUnU13DnJK9Orl6zouXNGhVk2oVQMnuwH2H3oIggRmXYHdVNFqGWi2WGwrmBBPzAOJCvqQ6mci3ojOSlBtJFhrKNhmRlJFhZtBFpttXMwmHTxP4A6J5CXuUkF7HeXq6Wj1DWmYS75MkqPBkPSaKYcX1aZBmMCNQri8yHvAwlNw+6aB2y9xsEvFognPV/Cb3yzx4W+YHZZhOeWPl814Kp4Y7l6qeSNkiKhYZpOK3TWW8kQ/8PKgc/GCVl4GBMmWsLlHZKmGJOMFilknCWxHhUNnnKZKTg2zHg2LatMMaxsmLl620e3R2ZxIU8I0mCdsQbEYhqlJrsjp1MfJ0MPwOMfoOMfFlSZubrex0mGGZ4hCCzGYxzjlOslwOiBSl1mGDOdUUOknqPSZmcjcSlvCqRejRPKkqPjh6xeUnMYcnzL3kxnBrRVmW5ilq69SYHyYY/gsgzctUV5EeVw2FVy2FPzun34d/8OffgO7/gn++rN/xicPdzG4p2FwT0WlacBm/nFXR72ny0E42Q/gncfi3t6+aGIWaThbKJiJazCWhj6HavxeRVnLyxUFoSnFxgoqDUP+3GyZIF+muHa1jTffWcfOZQe6PYbhjOVyMJkHOD3TMDixMThWcHYSYXQeiTKkdEWwTioz0dgM44ZCR2chA+Ay01MGv2XPTQY+HHAS/02VyaXrFbz8elWGII/vhXh0P4DKYTEKrK2o2NnWYRNhPE4xc3P0L7RknR/52H+6QBrFqNeofqUbVqou+FEOd0kRQyHDfBYWGGoohhp+/KMafvyjOnZu2GhsVOBGBf7mb8f4L387gb8M4EsjEkgDrcT6Mu+KGGYOCyu6sPM5NKAAoCQVMr+NgfQvmoBE8dINxSYn8yDkc2EDoNxotYLJsSU+kbkHubqEvaLAWaG7h3myhuA36gx1F9FDwvII7jzGbBILeqxSqcGyKogzF0nmwp8q8McqGlUNl6/oWF8nZoyYDyrlLcS+BZ+q8DCA64eYzoHJjGpvXZZZyVFtZuivK9i5Zohrz9FiVLUIW70KtldtycipRgqcQoN50YZ50cHdZzN8+MUIn/4mwBe/BBJXx3/432r4D/97HZ9+4uOzT5b48vMUTx7lODgooDHjrvJV5hlzpzQsF8RpsR+QCDp9dZ0OER0KHbjc1ziQD6go51ClHBL3+yY21iuwLTbC+T5zdDdUdNc1uKEql9UwYdFAhIkCTAJgStRViolLVI4ml8UKi/2jDDgrcMW2ccWu4OK6goubQGetgtpWH85mD3mnhbzdRGrWkWk1xGqACCeirjzyJzjyxrj3dIr7z6YY7mdYDlT4AxUx39tck7233S1RnyGxQcQtF5k45ZhPQnx6qTQvcwDZOONnxeeay+KAXslgGSYqZkMEBX4yh5cuBLt9+BiyN/M1E60qv8Iiw+kh3S0JQp8STrqr2UzlXpXBbhAVTKEBsYbEhTpYX2+j2azhwd0BHnx5CsNMS9xYo4pWowddqWBwNMLgaCyXAWb1LT1gPs6wmFIQUbqwmL9GlCNdCnQjc49go54OEKL92V0IfCpQS60Ekcd879FSRbjUsHnVxqXbVcFFlurPGEfPAhw/C6TxwjxtfmY8uBQWLSzQLTbP6R4om/N0UNOlV29baPUsXL2h4NoN4GRXwdO7KoYnGdxpIM2qd7+zhm99ZxXNdgbbDnHwzMWv/mGOs6MM3/neFr7z/S0cH53g6HiAvaMIR2cFglTFW1938NY7Dj74eYLf/DxGb6WDr31zUy4DH/7qEA+/PMONl2q4fqOKnasGtq9omM8L/OJnET58L0avG6HbjdFfUbCyomJlzRJXQqNjYklHRprj0099fPKpjyRL4dS5D+UIXaKXEuysdnFxtScDCn/pw3WXmBPb6bJ5zKdAxXxeNjPYaBAkva5Kc5JYzGXIbPAYUcLhUTl4sRRegKgmLAs0nqNGjW4mAy1xQimYn0eYn8VClYg5mMsVmA6fYTbLHGiWAzuPUE2XuHZVxe/9WRvf+kEDB3sF9neBX/7jHL/4h6kMNdd3HHQ2TOgWqQcZTvdTnO4n8GdUM+ZgVhD36ksvORj5IcZ+IJfdWsWQQc5imsAj/jQ1EaWm5LFaeSIDaDXWoWUqKn3A6heIckWQNyERnjNV8oByNrLyBFsdDZtdDW9d6+Pt6+t4dasDfR5BW0Q4OZngeDBBWglhrBCTX0WvfwHt7jpyy5L19x89x09/+RCPjqdYZgUyVcUr11p45WoTNUuTGNNlHGDozpAmEV5qtPFSoyOI1GUc4dE8wL15gGd+LI5wlcXpIRAcFEh81kVlDqrZUWC1uNdX0GD2rkK2pVuq0UeFZDKVzhi6A1i+MM9RhZkRPaogMnJZGhvKoIMoEde4qSdwYh3VWMcb7RrebFdx/e2XsfPDd2BeqeDY/xUO3Y/w5MDD00MPJ8Mcp+MC0yGwOCrgDwCdwgwO4Vmv1YnRJ18lF/VuEZM1n2JlvSKxD6yR6Cgjesed8nUD/e0G+heaWEwDHD2dYDZelkhQDt44rE7ZQE6R8A2yQUvBDAd8FJTwiX8xAObwkA5ODsQ4OOMeUoq0ChkcUUjnNHWYhSIRAUJTIDJykSOb5uhZBl57qYGblxqYhiZmoYnnx3M8ORjDT5ewmiSLlHhHrus7Ldy50UGrbsh5xGHSyXiB47Er7j02PClk4iCPoicO5lkTM2tRRx1pwux1TxwQBXMlQ75pOqIydNZ0rGyxgc9AZV1EYNOzEJPzUAbh/PO+qu9UNsK7uqzNHVvyKKfHEXY/djE9TiTSgjSSxEyQmGze6rBMS84VW6erU8VksMB4MEd91UFnuwmDDZgoRhLGSONylYUkc0F5jkm1A12hC9REOE0QTRMUIR1jfAscLLHeeYG6Fs8k2+gUAr0QILF25vuQQWs5mTUts3Qz1ioydM/VRHDdyxkbKBxc29Ls4UCJZ4uoMrmkT12eoUaV2EVdhilETMtr4gyDjTp5txpShZmBGYqvuLwiYqRDQYOSls5h4j2J1mBji8MAMUpJLEwBJeCF2BTaRZZHkmm5daMtjp9cC1BogSj66R7gPsVGznIBNKsOmlVbMNT872jyi1QNUa4iGsWIhoxEoBjKkkE1xSMp7wxVA2bNRL2fotHPoEuTsSSLCF6Di0NzCm11ClzLKyQPZtbUQuCh0HbJ4S8dlXQAlgNMXaeQjM5qOgRz5H6KbJqIwCMtNKQ5UYcOapUqFCtBbjKzlY0gEzqHReMQ7iSCUzPQW3MEAW1wkBnHeH4/xfMHKdZWurh8eQ01/v79KaL5FAenEfZPY6hVFWabopEyr5PCDDZhOQTOuc0tge6qjc1rNSFSnD72MHjsodMh2aMiGbmTcSADu81LXfS3mliyyR96mJyEGB2wGaiIg6TK7PAX4iGrk6PSL1DvViRjjhlnk/EU0/EM1XYNtXYNiyGdTEu4p8yHNGTlVojCjBCLIw6Co1+/VEV/y5KhcxiHklc/OcgRLygWNaHlltx9LYOCtQBRupQGoWlXYFUrkodrt6vwvBlcbyaCPf7eOOTq9G20+xW5//Ks5PNA1z9pHXTYqoqFiKizOJVh3nwUyUDhzd+6itde3sH53jOc7T3DcOhiOA4wmucYexqWcYklpGM7nGWyKCjhHZVDeb0JaC0F3377gqwa41diHyenLj75dIF7X7qIF6lE0SiJDS1zoGvc4yng4HPjI818pBwAM2qIz6LKwZ2Obr+Jbq+JycTFeOIKmpGXRGL21zY7ssLUQ5i4kgHHCyzfI+tNb8Y83FyGwBqfQcsu0fJSQ5NORTwn6QAGiozifLocAlT0Ai/ttHFzp4XXuzpe72iIFgEGZz4eH/v41XGE904i6GsFtDU6KRVEUxWJqyBnBmquor/qoL/iwI0CjFwfURxDS0veVZ0km66OWluVxfuGppM4pmExzYRcxGcjojpVz18M0SheLzPhM4lLYMOb+yeFS5YMjCqajeHJVBbv33TIC05TfusqoiyR/EX+mWzg246JWp0xQJVSoKcRFR5gNg2lwS77manCcRxpoM/PfMzPlvK91DsObMeWXEcSKRbjuSyKjIjZNCgcX7FR7VaQFpkILxXQ2RuLAI6Zh2zqc78y2GPKKshzS/pmsmfncdkDqPD8YD4kxTNlti/PAH7mzLbVVEvOlVJcRhEBhwFLhEv+lss4mq+oHIwIq1VbQmkYnc4wPp1J386plgSuMCAlg3eG0i2vcVihFOju2Fh/uQ6joeJ8sJDoNrYSSLVgTfFVVjdJBLzXm7oFUzcRzTnABLxRBveMZ2SK+jZQv0DDa0mV+GoATGEO6V/ius743hQ0O4bEprHeZx4o3SbD0RzD0QJVS0HT4fBYkfzfhfQUDYRLHdWGgkaHd+Mc80kq4p0qsbp1VUS/dPdxT5fSgHtLO4PVztCyaXyw0W/oWGsqcq+cuyHmboRpBMwiilZVVHRiWYF4ViCc55gxW5kiZp7ljLuSnMtCPguheRCB3ikXnw1izdmjJ6WJcUQSnaEXchdndndMwgmdZJoGbxzCG/PMABptVQb2jt0QrPd4OMV4OMOlTgM3V3u43ndwtaOhihSffHmOT748g725JWulVsOqoaPLxq50H2M8WgzwyD3F2TLAhPjXioHLlxrY3qxCKSLKIREw39SNYaQ5erqKDmuKrIU8bWLvJMTjQxeD01AEzvw1/OC3OrLiszmiszm0ehXGWhduxcE/3R/iH+8PocVFKaRRNSgmyUkaeh0d7aYme4+lAaMJMBgW0oCmoJCDte+/+Tq+9+brmD19hMOPfoPJaIBAy6DbGq5vdHB9vY1D18WBu0DN6WOttQ1Ha+D5o0eyioYO1HX01tZwYesSYuj48MlzPD46xq3NPm5v9mBPAugDF4Opj1/OPXwexbh9fVNW7rkIh2PJgWyvVZGoKn710QjvfTzGT757Bz/57ivwBnPc/2gX9x8dYlBPcFpPoGWakFW+dmsL33/3Bna2NEwX9zGeP8XJsYGTExOHxwUOTnJ0GhX88FtdfPuNFkwKkDUFTz9xcfe9uRg3qhd1tC7y/DaxuWNg7xH75SEeHRV4OtQw8lRcbAE7LQVPj308PfZw6VIf3/7mJayu0LSyi+n8BNev1HHtah37jzPc/yTG6SiFp8fwzQRKH1D6rMNUuCMF4TBHNkyRMgpF15BqPLPKPY0UFvYWWEvRTMRnm9nbQjFk5B17KiwPWcCxZGfdSFixyR4nnwHWpSkU/j9xAMO7WKXsuRSs92jq0GpYW72KtdUrmEwGshazEdzZRDSN7bWraK9dg+tOsXAnsLQYbbtA1SHOngQRnqslvU1NVqGmG2IS8PIR3HyIHDMUygzxknm7JtSiBdtYg6HVkacu8mwBzQhk1RoJWr2SuDE4ZaRkIvsrjQmkD1UbFIGQfpQjXOTwGWs2oe+HZxzF39wTcqgUuryIIhGB04t7HMlMbAvTPEdDhJBN2fcPGM9Sin1FmFrhHS4TQxXfmxzjcp/gf8O7hwDo0enVsLLKXGBbRIi0Ls8WE8wXY6k1KMyk+JF/vW0YWGl3sNLp4vmTMZ4/mciZWyFJi1ETNt3ZifTHuQ/aPBspuLNUtA0VTN95fuph98xFZBTImFsvGfYU/NPwUYhormPqWHUMNBg/2Eyk958GNWRhVeqEOKYAmEhnHnaM4wQ2tjgADxG6EVIaGDQSfHRB5TdXq1ic6Zif6ZjNLcwWdLTbqGUOrEjH0elzHJ09R73bRndzHe2mg6aVo9dQsXO5ikuXnTJCYJbB0Bw0ai3kuYnd3bksqHxQTSF5kJKxDAIsgwWCYIEooYAygGKwr1OX/Yz1OOsrx+6g6nREQOkuA9iGis1ODa2KBp85ytMZIsOQRcyxUsmEntVr1WQtF2WcFEVmImyjkGUZIk0SrKy0ZVEdm+YGYqltfFnEUpOGpykhDCVEEYdI/RCteo7v/bCF7/2wjdWGj9W6j2pegxn1MDnS8dP/fIy//s/HOG0YGDRNODwzqg00SNUMXOS+J4S8wdDDK2+t4evfvYheQ0N4NsPiaIpPnniyLu6oeOWOgbdev4RvvfMmrvZWMfjZhxj87CP85X6Kv9pLceX1Fv7k32zgzTsNdBYKOnMFdz8vCWef7y/w2amLYxouGDtYM6B3UmidBH/wdhf/7lsrqBcJHj8Y4umTCWorHdRXO3i85+GLhzOhZdDUQooZf5+DQYzJuMB4zJ6oIXdnihPX1oC1dVJBIsRRjDAuZNDPGd5spgg9pKQXFdCcAnotlz4DxbS2YcGfBFhOAvzBj3r483+7gZs3W3LvTt0Mww/3cf7hHozOiixGlKbDSM7zvVNP1vpWFRtbNUwXEZ4delgGKfo9S+aOh6MAh6MQIyXDxMjhEwFO84mj4NXtOl69UMf+syW+/HIB12PvU8f2pQv4wz/5n2UVXorCTRFFkZihmP2tWj7UiofZ3iHmu0fQFA9Og8KbGU73dnF6cIjzSYThNEJuKdBqConZ8AP25hgHpMHsqth/VODJZwVmQ0BxrPIzIjqHSES6VBVmWFLVU7CpUmBlU8PKpo7RWSaLTaE80dBqabh+R8fOdR1LRUWgKDjdj3D8NJTNqdYtUO8BNRbqjonpmYrz43IAzEKVw1PV1CVvpdlJ0OgmaNtAmwNUVcGSP9gkk2K93nUwPkuw/9DHdJSI8tawNLRWUa6uhlaHbHEOt4hGLS9ZpmlKwciGKxEVIS+uCf9uUmAU3Lpl4fZtSwa7DISfTIAvvvTxxZdLuZyohIRzU2YzioUfHRr8wMyy+PnKHskBIBu3LIoqhgGLFyL+PVRyMhsuoXqBB4MlFwXdimVyT5cvkREcLAReLg5JZtYSObNxwcLFS8RTs2kTQdUStLj5tRz5+3NdxciLcDjysS95ToWs29stvH69hwvrdDVFUKwIxxwyLBLs7cbY203gnavIpuQ8KzC6CYwOGxlUAVvwxjmmZ6UCSldfNGAoZC33c+lh2XUNjbYpiw1MivNnRPDtZuKeojJKVzN0kgKdtMCf/elb+LN/8zbmtRE+mHyCLw8P8MV/y/H5LwrUOjqqHR22NO4N4ayPD3wsxyFu3rFx804Fk0DF0UTF+XmC+XmAxRkdN2w6EN3DgWQ5bKJwX6eanBjMhonMC5G7EV57fQ3f//E1XLpew/lsV1bAIUSS4+Tj63VhAAAgAElEQVRQw+5jHYNDYD6N4dHxTGfvV5FrJfhD8uxk4MmGr7Cryixg+e6/yuVjwzBnMUFRhYKtywau3mKDU8G9zxLc/SxGkxecpoJGvUCjXiIJAgoEoOHCtTYuXG3jyf0FPvtgjMAPBcfZ7amwiN2oViTXZe6lcHkg8zLkq6jHJhqRhT/6oy7+6I96sFoxzoMZ9k99/OIXiazlMkCwpKKPypdyeK3XmHPErFE2Si1xTfg8pDn0fzEA5kCXi65nXlCl2UZ0nRQpX5laSqeIplgwFFMacYW+RK4vUV0lskaRpjSbZ7ZN140pyErJuMsSzKcRpmM2fenQ4ADYRvJC6cbMyWCmo1nXcemKjv4qEERs7kWIlxbiZUUa7VkaSWYNcdkcDAVLDUGgo0JMfafAyoaCS1cMbF/U0HZytJwMHUdDx9ZQ01TUUgU1/n6v2LAv2/j4not//mCKx3djnD9TwRby7/+pKeu9Xwb49S8D3P8yx/6egvMzoNoh5pc7Jy/DHPbpWC5KfIxKtIeeoruqobeiIYGCkL0glCgdQ+MAWBGc4+qqhc2tiiC16CpgVrJZhQwRg4QUAaoAWTjogpaJzwMk5yGmcSqLDBHT0VFw49+NkR4luEyUrmlgp5fh4kqC1bUKVi6toHNxBVq3C5WYaLsLzepCc3Ko1QmyygxjzcNY9XBvf4i7e+c4ehJg9DzH+bMMs0Ehq9s3BJnJvSGI2SzkMIpqUrqKOMAuM6HF/Stq/hIht7ahYm1DE2R+7Eeo2TVsrG5J4XIyPMbx6AQHjyHLckzJZ2l2DShpAiVNcfLCmUrlNRFF/DnSTcOmAAUqXMy0Mys6Gi0Hm5tddDt1PHxwjEcPjsXdU7HLAXCv24dlVnA6GMmiUkyUoEvAdwtxYxTMMuSgqVIOsDkANnU6XphPEaEgd5bf7AsWNDPC6S6xm1QGFhidpoIKuXKnjttvt+TidXro4/wwFBf4ZMDmDd1kzKsVy5a8RmZ6mTbPTF6oiO3nuZnCrgPdNQv9dRNrmwXWNws8v6fg7gdEvRXyvDUawHe/v4nf+f4G4sjHZDzB3hMP9z9lM1vF19/dxNe/tYnT0yMMTo8wdhPM6SbRdVy7ruP6dR3//F9T/Oq/JrhwqY/v/viiFCv/+LNn+OKjE7zzjY4snlcUWhwfxvh//2aJ37wX4OVXC7z8CrCxrmBtRUO/Z6LTqcKumpgFGWZhio8/X+KjzwOEGd2ABexqjgovB2qK7U4H2+0OgmWCwXCB4XiJ6STFfE4XiCJq5flXGKeEQxXmtJXnCBfJGNNFIBdbOlDY7KLSlTmlYUCBBnHkBqyGLmKhalVBzSFOJ8TsNELCpjwv/xwq18v861wltt3Cej3BhUaEl66b+O0f9fHqW228/+sp3n9vii++WOLuvVAQZt31ChqkmVjlb4Do57MDZjHlkmNSrSm4cNWWtX8SYO8kELfH2qouTiq6hcenKdLMksVBpmVGclFMmLmY6OhuKeheKIkmzDTypgqCERC73KPL3ParWyauXjDw6k4Xt7d7uNxuYHnkYnnsCe4qXMSo9RL0d1J0N6pod3ZQa2zAzWIssgg/+/gQP31vF0/PFkjEfajhxmYdNzYa6NcstGkD1hPM4SHIQpi+CosO36qFRs3Cs4WPz8/neDTzATpdLBPzg1xW7LPZR0x8mS9X6yqwNUMcCWpBUcRS8FPMpmQ0gb+kIKAcoNAlQiesnjGnnu5hqh9zEXMw7083mckaC4KR3yfFOK9qOV7VCrz6xmt49Xd/gNVX+ljW7mFuPsDDw3M8OjzHwXmMo/MU86mCaGQgGlNJnyKakbNJ95cu+THMgGfLn2m3lCRsbNvYuODIMNSnI32WYD7KMBtl2L7RxvaNjqiC9x9OBQ9FrCUFWGZuwshNGbDyMsPfODOmuM9w+MsBa4kjJB2ADmBBA8i5x7OagkdSEEy6aTscAL840wStlMENMxE0RpMMdVXDS1sOrmw4UCo1Wc+O5njwfAwvCVBp5jAbRC/TjQTcutLF6zdXJFN7eOpjPF5inniYxxRu0Imtlng/ojZZK8uUUpVBiZbaSOnYynwRo6ixAZWBSVTqqSlafQ2dNdbpRK2xgaMJtnxyFohbTrq8L3IoSZBobtpobjGqhLl8wOQgwsEnIRandNgzD8cCwU0BYmlisZktESxNDgFMGQBPOABecdDdbkgNQ8eZP/VFaMWGjEjc5LEivpR5gEz0oFjSREyH3CwGqOqmI4ACObkzlXEqucb/tsyflNExHRYc3GulYFWyIzmMJB6aGbG1Svmd1VXMzjyMjxaIlmzM21BVQ0RFJC1Jvcn/UOXAsBwAM+PbYs4Pc6yYPRmRCV4iobWMAhK9FGJJOCg71mVOmeSXc0hArB/PTb5OyUZidqQi/ZJUzZFS5OfrUDgQ5HdgZYJdXr3UkBWFxD4TuV/GejDig1QZNsJbDVtWkZdY3EQtEJu6uPujYYJ4GEtTqlJnc4b5mYxtIO6e/85EtZOg2klh0MmllzV2xqyshAMLXpr4mkpXp7w2Lv5v+i0UVX57nhvIYITDIy4OcZkrmtGtQvdzlELxc3H3+64iDdOKzuaADb2aQ23E0tQpmA9bqOLkCqcR6g0TaxsOun0LTQpNTRVP74Z4cjdEu9nE+loXFSVFshgjnI0xmKSybGI8V20hhrtE5Aax7B9EQ+uZBj2jkK6C1S1bBl9HD10cP3DRXzXRX7Mkz3g2jcRJt77dRXetIZl7c65RjMV5Ikhd5rNRIU+kNl3VnUsq+jdU1LqWxKywxmD+HvGBzPRTNBtTRjY9CeANMziwZMUas82WSNRcBD8Uva1uOeisWnBdT5wM7lmOxaBA4pYDYDXjPUIVhX2hJpRJSz1GFDjvL82VpqzhcITRaIQ0j6AZzPZVsLLuoL9hs8srS8TVCe9T/E5JXDERhiXm1p0xribDhX4fb9y+jN+6fgHnB7uyTkcezsYhRoyzcXUEkYa6o6JW1RDR1eNxUPXi98DaqqfI+u6bO/idN3agFTlG5zM8fTrDB7+Z4vMvFtIDILHGyB0YRR2m5CCyIawiSuaI0oUI5ukeLAUrbKzraAluvC5ULw6B2fdgH4H73dpWB+tbHYSZh5BZh0QFm6WAZs7MY4rEvFzyzTXDgmHZUE1aiykcoEA3g1rQfUgXoi0D4HC5FOfjVreCrZ6Nb1508O62g9SNBGv65MjDB2eRLHNdgbFO7HIB75QRDjxbDBE8dPsVdHs25q6P0WQhDiVBzecqqhz8dlRxadfaJDgwcqIibp/xeYzxkG7+CGke/4uoRKcbiyJ3/pZe3J9FtKQKHa1ZbUnO7fnxBOfHY/kcvxI8cQBMmhddMlwiQq8oMgCu1qoiaCCdgD0ndxGJQJDPPe+oQgFr1FCr1zAfelgMPUGoMlrGthm7VYOpVjB/MQAmYY3iHWYeVnsULBC7SRcoRNiWRayVUixHBZKlAqvB+tFEzgGwLBI8ynuAzixMi/cgiltiGShK/ricA6WYRWNwhdT8/Ic9Ig5yQxnmkuhA1x3fq2Hz/VYkgo2ow9logfnYlR6XwciLJENEEdOLATBdzyKgSjO0L1pYv1OF2VZk+DufhUL2477Fo4B9AA7POdARZx+jLVQd3qTAYljAH+UIJiXJytlgxAL7YWqJ5H+B/ObAtyiIsExKekdURptsXqqivWIJBYBGj8nUw3jiwTboKGdvrcx+9FyKgAwERBHXFNRaHLLmWExTMYpw+EsSnjcncY93/VJcKwOsdirOm7ploWFZ4vDc7GlwjByuG2HhxRgvc4yDTAa2ToUuVgXBOMdykgsedLLghEl0d0JfonCAf7aEmWsFat2yLqVgLy4Nd+JIFFIT6zfJeFQRMpqE0XQ60ZMaltMUy2mCJol5fE0UDOgVsJswnyxkXe51cXtjHZdaBtaZM50usbfvYXffg3PhIqoXtiUOzQkzWHGMIFsiyH3sJxPspRMMGbvm836h4+J2DVsbDizGzxkclgfwZr7kd/YqOtp0JWS0V3el4X732QQnJ8zmTOAoCr73agvff7WFdOLJstp1EYkvLBs//eAIf/3BsQx/STSvmKaIL6oUWNsF6jZ7XrqIj+gsfn4cIskLrPYNbG/U8K/ffQd/+O7bGD+6h6fvv4fz8wFc1kcVHZd7dVzu1nDo+jh0PTh2H/3mNiy1jscP7+Pxo/tI6zrSuob1zU1cu3hV9sMnR4c4Hp3hcq+FK/0WioGHcH+K47GPD/wAj7IUb9zZwut3thBMphgdDmRf6Gy2kGoG3vtghPfeH+P3v3Mbf/DbL2N8NMEnHzzF3ceHCDcNWf6ceO8EX3vpAn7v2y/j6raJuXcfs8VTnAx0WYNTDacDFa2aiW+/WcPbr1bRqlpo10zce3+ED38+wCxMUL9WReeyg0sXLVzaNnG8G8v6bDfBp8cpno1S9OwCPafA6STCYBLh9vV1fP/d69jZtDAd78HzjrHWN7DaN3H3bopffxDjZJII0SFvZmhs6Gis61iMgclxgeV5hmyUIfNyZIyUsijEKYlp5QCYQ1o+16V4X+JJ5PnWJVKDQ9+SclaegVQ/yN7M+wh/MGXHS0gLXBR7kGbAuwAJOnlRwebGNWxsXIPrT0X8FfhzBN5C9vlad1PWV1nalpahSWNUtYBe5RApkT0gCkmW6UGP1kRgGmCGoBgjwRQpZhKFEPEMK9pwrE1YehsKAgABFJVriWojFBcdY6Q4WDodxNKrJcmCTldG0bCPFDHfnHODCRffb7nPskYum8ypkOwUlq8k3fFOTCMMB+a8tnA/ZAvnRRQR+60pjQp5mclbqVnSr0zT6AUFShV3Iykc1MRR5M8GbJuUr9U6qnVLCDYscmezOabzmdyNWBcz/oRDYNvU0ecAuN3G4d4cB7tzJBSDmrZQy1Qrl6XxHKLpghEVpJRYKrqWgrqu4GC8xOE4gK9mCM0cOr8Hh8YdHb5LpznzxIE+CQ6NArUeM+SZCW9juWDPlgJmDloVeC7POAWr6wVWNxgZEAp9iYIoZgdXmBG/5aDRdzAfOJif2BhPNEymCvJAh5MaqCQqpu4A08Upqt22IOjrpJOoAXq1Arevt3DrRgunL6KbNM1BvdFElql4/Hgky6zUYNp1Ee1ERPEvl5jPpljM50IU4Y1PMS0oZgWKybsF934NjtVAtdJAEGfww1gyZjc7DtoO60gXsechUHWEqoFYi5GoPgwaJlfb2FxtS/3mswZlRMzEg7cIJT6ApMB2q4JWk3V+RWhPfBUUTJKYw+ecwtU8WSJnvvZyiWCxRLOW48c/6eDHP2ljq5lgqxmjhjaseAPjYx0//cvH+OlfPcZJVccJz5kqX2sdFvsE7gKx68L1Erhuguuv9PHK2+vYXrXQLBKYYYj/9tEI/+2jMTq9AtuXVLz9zhX87u9+A69d3oD/Dx/A/4f38R/v5fiP9zJcfquH//HfX8Bbr9RRO1rKevw0xuMnET4/8vHxYI6jZQLVMQHSLO0IiR3hX7+7gr/4wQZaSorH987x9NEYtbUeaqs9PNl38QWjTyPmdRswKiomI4peM5yfZ0K9ZJ+IsW1OVcfmWoENDoCXMRIizGNS5EiTUzCbkOhFGhYNAgW0egG9lYsBjXe8imIi4AB4HOIP/2AF/8ufb+LmrQ5U1UYyT3H2/lOcv/8UvtOB53RRVx2sUSzoZ/ji0Sm+eHyG1U0Ha1s2Jm6M54cU4mbodxw0GhZOFxEG8whzUhINBUuddLtc4k5fu9yQdbTn48G9BYbnjARU0Ftdw//0F3+Mf/u//jGs1IbFejKk654UpBihGiNUYsSzMeLpGBoCiSVJghnO9w8wPDrCeOZhPHMRKT5izZNYVi/kABgwWiqMtoq9h8Djz1AOgC3OtLiF5xqygrjUErUgOnaqKLVccL8cSvpzBR7vQlT+5SpabRXXX+bQSsUoyDCidZqqhwUPgxx2LZf8OnHEajrGA+B8n3mLbGjlorKji4nI1HY/Q6ef0wQCxCoMRUG9yrwWYOtCD5tbXRwfLfHpx0OcDkPYLQd2k4VlBM2K/iV0nVk+EdGwrOIycYSxKcFsETa06GilaqnbV2TtXK1j51oNw0GK+58EONyNMJ4lGM8TOPWaoKu4jTGHiw+Zxzwpn9WnQMfkfVLJI6OcvNz0WdYT+yDYNKp0eJpSgS//zgJyC6oRlYvuUSqtsrI5yZwBXt6JhmDR26CqzmE/jReKDFsXDWxtczNXkeoKhvPSNn90ksDICpgp8MrFJt661salTRPtbgaznuE8LTDMcjx+FuLJc+ZBsPFRHjaxniA20rKYTzTZtNi0JFq1WqfTu2yC8R3QNcXvj8Pxijidy4GFUuhyuQ7mCRI2IyWLt5D8PAsZ/vgb6/jjb66jcR2Yby9xEC7x//wnF3/znxZorKporvECoSP2dVFLFXECveDQwcDWJR3jBfHHBSZDurIzKdyp5tc1q1SeFrG4AitErvIqZZjIdQt1LUJDjfH2ty7gR39yGxtX6vjoi/v48PP7MB3iP00c7xV4+GkqeatsqLIJ+yJ0qayEeKD/d53VV/m+JTaPjV4e/MzZkz4hnQU585FLRzpxwyubHHoBj+8Wsogbb7PJbRMNywEw8zgMmBVTBgYcdO3vunh8n26qBF02SbvErzJryMBimWLu0WVIPFhBnxNubjRwc7OOd7+5jXe/cQHH4zH+6ePH+OLRGR4/zvHoSdkkzkSIUGImebHRidJjAWQQL2VKXpo3iyTjSDKQiTBRDegqs46Y88vnmQr3Mm+ZzdIyn6rMSKaa2dDMchhTj2HWE7Q2dLQ2DDC2lZ8NmzoRf4/L8rWwuIyCMrON7ml+DvzvURCnFoujLZiXJIEr10301lgUhLKQ2ii4iOJN+LpjQUW4c7oCFclPpvO41WU2mor19XIgdXHNkWWwQotD2EqCFTtHt1agcrmKymUHv/pNhL/7mY/5BNhkVnhfR3c9RncjwZefpPjy0xSHBwomY6ryWAjGUKnAVIl7ryBN6NAqsZgWXf0m8en87HLEvCxGFLEAnX6Gbi9Hs2qVl4Y2s3sZUpDB9YhMSSQfqtbgcxHh4DkVZcTKEKemImHIu5/K74grynLM3LJJFvB3PM3R0i00dRMdM0HbiLHSVHFl28HOBjNGaqg7NbRb5aq0LChU2zZMJI0GkkYTp/EpTuMBjkdTDM5d7O0vcP8zX5bBJgWzB3mHzrm3qzKcTtneqEQwKvweSwQloWdUU5oVFVdvWbh628JyEWJ66mGtv4a333oNK6t9/NN7n+Kffv2ZxAhw0Wlh28TjUE2ZIAsSTE8pVCH+kjsrn1W+BD6XQINKrD65LKUjiwd/r9dAs+FgPJpgNJ7Is8d9l2KEZqsqLnjP8+H7/n9Hs7LhzMI8SzjkJZ3AkCKXyBG2bOg24t9NUchXA1u6vdY3m7iw00a9VZFmfVoUePpwjCcPx7h8p4ZXvtGWM/TJpz6OHoeSWSiZppIvzjOhxLxSjcoBlm7Ggs8UhOaL84QDkMu3dVy4RvFFifw8fKRi9wsNka9IzEB/XcXLr/Rx504fg8O5qO78RQzbJEnChMKzqLDgNF1Um664BLSaBc3RoOYR1DzE/Y8zPPiY4oUmXn5jBfW2juODCaajBW7fauHWrRbOjkPsPvJxsB/i+fMYZ+cx7rwO3Hm9wM4FExc3KrA1FaHLiyRx/xVZ93Z93Nv1MPGSMiNRy7HaVrHKIVZmwMlNoR2cexEmXgaPuOeFKoPg6Zh7IBBzUJsCJl0jHDzJfqzIRUTyA1WqlYmO5AAhLcUtglHlcN6E0zJR4SBF3BsZvGEsi9+rybxGWy+bnLaOxSLDYpHinVdNfO/rNm7fbOLyjU20+23833/1FP/XXz3FYBRitsyQqWWGDlGJ1QYdDBomfGZPiZQt0GgwM1JBs088toWnuyGe7UaoOAXWNug6LDB4lkhWMN01bISbTg6rnsn+aGp0Ejiw6yGcRoBwUZ6LjH9azpkhyP22zPK8dc3GzWs21lsVNLjXZxomRwEmhwEudGrYbtexsZpifYOoNR12ZQ2m1cY0HGMWjvHzhzP8zZcznLiJoAWJP9USTYZ5L6228cpWDyvcT/saXCT49YeneO/DU3zntW1892vbOJjP8OtnB/j08BSRYiFWLISkwLjlkDFgvINWoN7O4NRyiYZIFhpMLYVlJag6zB+kA8bC3lGCvcMEMZsLIbtx5VklAhA2x4no4tCg0KERFy8DRAUx0d+mgn6UoBcluNHv487FS7hxawMXv9FF/xUbDwb38eD0Pp7suXi6y4wlRkd0ULfr2D2cY+9wDn+cI6IDKCblggMzBc22glZHkQFOu1OBO4sxPAkwHYZlMKOqoNF10Oja8r4nZ6UzI5OmaQojs2DklmQpRnGEQsmlCU3MO2sK7mtsuFBQQoU+Mdr80Ys6n2JGigyJTqJLvU5nkiKipqrGM1CRszD0MkSLDGauYK1RwUqjIogvs65hMIpweBLKQMpuFLAaVNPmIsK8vtXCnctdKLGKvacezs99aHRGNEjsYDZ7SSLx/AIRMcS6KY41OhoL5mYpGSCDeEX2nQq7zCqdthQ3lf8Q15aHzLxUEEdc3E7LQYHUzwUFUAY2b7aw8VILy2yBZepifhRh8piD+QLVjolql3SBVBY/F02IIhZaa3XUOo7kekVeJL/3aofisRizUw+zU1eyCimyEqU/c4kUirmS0l3laYg8DYUMWcs8XIWZ9Gz4KCUFRfLUTIoheQaWw1q+Z35nzIlmNi1rYw7yZK6tEGVl4MKNFWzd6GPwdIRnnx3DHUfSGCDytuwmscoq86H4mkjaoKDFblgSR0AhCd1edKFnQYlLTkOKw+ggziQrkSIQjV1bOk4p2OQQ4sXr5p2P+6FhlJnzdKMJWnyZlOFoMUWaJjqbNuxmiSuL6SDhObxk9ifzXunYpFSNrUAFlqrCpIskZV2WojAKFFW1XFGGgr9bPsMq92U2E5kDXcBple51fhd0GwtVh2jCsIA3zuCN6ChUZX01ANYFtW3KUK3011H9HWIxXYpTsNYyUW9ThMN6i7+f0t2lFkSrFUgWBc6fFhg+ZXOvzM90Ohqaa6UoZTGLZYlqOMuwuWLh2k4Vly+3sX1lA/21Hp7dm+LZvZmo9/m8MijB5v02T3E8dGV1N9vYuNIX4cjpKSOE5hi6S5y7S9StmixxWzisi1MMni1x+myJ/romi5/zfE5Bj47VjRZa3SrOT12c07GxpKizJPZQbMD7SJqlUq9v3tax8zUDVd4h+DZYr6kUGBkiMCLGOZzryH0TSsIGiYYKhSPxHItoBrWqwGpbkofaaJHgo2E89ARHzSFKOCYSnd+1CSXjXYHI5qJEBxLtTseLSbyzgWaXedsOjo9HODkeIWUWnMPBP8VSFPmZ4rwXDz0TQqSm5MCFIiHic/nvMySSy2eib9dxpdvCxUYNR7vnON49g58nCNQcPmk5Cx3hUpXz1qS7sUK6Viq/c0EZM3Klp6He13Ct3ce1Th/pIsfoxJMhzBeP5ni4y+FsiZs1FRsVpQqNQztqDoV6s0SQLF8MjjTpoYjGQoQJdProIpzlYFfcHSQ2KIo0d1u9KnItQqZF0hQlQYj1ny9neIHYzcR9TMywZhKBXeZxc2cqI4dyGWLadkP2u2DpIYtCaebWdAXfvd3Ed243kXohTg7n2D1ycd/L8MDLoHV0qG0dkZfDPyXpS4XdZl+FbqOySbych0KSoSibA14u3c6gV3LYDUiUSb3J56ImTfKzwRJnA18oPHRZlVmTZXOcdUlAV8YL0ZNcHDM6NU00qnU4li2DTebUcpDKgpafJZ8f1v8ljqsUkXJAx3/PASj3AQrYIpfuYOmISx4xP2t+lk7LQbXlwHeXslgrcH+n6LliEadoijMpcpkZl6DQErmrcrhLkhizhdmAD33ioomxjGUoyrqTrniTg6nYRJpwv+aOVTbZLUcVR1AQLGXx+eGfy3NcjBYyWCmdXzwLSnQoTQasQzngZ5wYEdNlnBWHLtxS2TPi2SjDZrrFeAbTUEFxAXsXEktFd25ZF1fXNLSvGjIAJoaWRBxmVXK/55CBA3lunYwZo1Oe2H1S39ggnAwKBDOaKtgKKVDplzQBhTEFOekZiuw7vNMTAa2ZWXm394DeuoOLN5rorNnimqOgauFGmC/obEpF6Mmhkrco4FJkS2KXT3QssdHsnZFGmAvuud7QUG/ocqf9/5h6z2ZJzutM8ElfWZXl3fW+G+3gSZAASBEERYkSnUhqJjSyo9W6n7PaT9qI0cyH3VhR0mxoRpaiEUmQhGEDjUYDaG+vv3XLm8xKv/GcvJAG5AkySKC7b1Xm+55zHjcZxUJ0ocsYHSvMWgyzHgtpMKeZaJd1rDZ1OBbtD7M4itNZgtMZHZAYr0QSsYppJ8a0k6A/jDEgsS8zQ5M4COZiU/XG+z9WIjgNFcWmilRcX4BQ4pwzq+1PSM7E/alC5NyfqHwzVbHgTVw+Q9m+lM4w4qYRhPCmdDrysV5r4XxrGYu2glLagx1PEQWMgGI+Xxup08LpYI6jowG6/SHSXCSlMAqhCIxcH6d9V/qOlbUClpYLKDMvs2BhNhhj1OnDUhJsLBWx1ChiNnQwHTj46HYf1252cHzkInITlC0Nrz1bxBefLUGZeVJc4KuVAnqphu9f7+Ofrw+gxQo0vkOctVTGQSmyt6Xa1SppUpMwwsgPBVBvaBqW8jl8+Zkd/OozO4gnxxifPJS80FyhKLFzJhKp+72R1CyiM0gRfmzhdNzH6aQvJF0KO1ZrVew0mqiYtrjaUSVVcQyxFA9GjAbwcdRz8f7hAPeHU1zZqeDpnaoo/3qDiajAVtfq0EwLb711grfe7uCVF3bw8vPnsH8yxS9v7OP2fg/VjTwqm3mxTB90p9hZrePV59axzjvK24M/O8LBYYL9owR5u4FyuY1yXkPTGjLsKf8AACAASURBVKNhT8XlrlS0sHdvhHs3+ui6IbyaCatp48p6BU+vVwTg6PViXN+d4ureBDePXZgq998qJhO68YW4uNXCFz69gSubDqrWEAV9iNPRFKfDCd6/E+OXH6XozhPklmLYiwmqrRwqLQuj4wTdJxEmJxHcPu2MY6SMx8lxfqBYKcvCFQt/uceyLE0ZLSTSxYadK0qOazDn/tuXfPM45Gx8NtZIC5c5AlLhT5BSohFMOgwyFiiLNCmV2lLsDkmUzRkq8mdRfmSdpHQccGeY03ItpfqRpLEURhFQ82mWKU90Z1aAMqWylyrZGSJMEWMm/52/Mi11lbQMHW1oKENVfCgq46VYIXLOFPkyVaGuAC+sct1EuWZB0ROJ2eIO2J9yR0kQODvLSIxij8mfM2Y0HX89iTNjvnlmkcxmlSQZ9qsUwHBnyr6VBj6czejyx97UKdlSnghyaK3PyLAzO33CdSn7BTr/zCVSq1jLSVweHS24H/HoQOGxDzyLpuIZnsSCmVSdIqqF4lnPSrCTYCJ/LgVG3oZRsKFrAXQ9gKXzO1bhmIyLS1AwEnSnWY2SAOPEFwVwqWzJHTgbqpiOVBSUEGU9QL1KcSD3qypODlMcH3wyC2liO0tbf34o65s5rG/lMBlNMR1NkapR1vMxmrPF3ZON4UENw8MqRgNNdrfhLIYWhFCDQIB7RXGhO8wJr4gbqxEN0chH+OzTi3j56UVcu3WKazdPYeQcLC0vQtMt3Lp9iJu3j1CstKQ49wSRh+lsgn6nh2F/BN3Ow2DlLYnWYIxnSkSf/TFJ6YkOn2SDKJHM5O2VKhZreWZkQglJLArR80L03T4GbgeKEeL81opU/yRAvxNiOA4xYpwmoy/mc0S+Dw2+KHztnIN8oSzkApUEXZ1ErgS+z4iDAGniY+56mA6mKOUj/NY3SlKtvI+27SOf1mEEqxgcGvjB33yE7//Nx3hiqFIxhVaFHAydsUskF9BlYwbfdVFfstBeL+CpjSKurBSxWcvjn392gO+/sS/ivUJVwYufXce3vvMpvHK5jfiN95D87D38+fvAn19XcP6VBfzB/7KJT18pAjc6UD48xf3HIe4/jnB74OPmzMcR+xhLRWgAsyTCLI7wndeX8Cdf20DDivDo9gEe3TuBUatCr1Zx1J9j73iK0TQQVzUKPJKIRDYNR8c+jk98uIw7STOC6/qSgrVlFeGUmfCR7L09BZIh3O0oGHYVsWA3yMx2EqCU7f20SBdHh5TnoRvhW99exB/9T2uiAEZqIR4FGF97gPF7D3B1YOHdvoXlZhOvbC+hbhh49+pDXL36CMWGKTvmkRvh6GQuJHu6CbIoOiLB2Y0h0WYuIvh6iMSK8dSqg/MrDjoHHh49GOPwMEK3r8EpV/G7//EF/N4fv4C80kBeqSMYxZieTAR37KcFqTLnKCqZrSwulfYBbn8kivTeoIPe4AQHvbvY791Gb9wXBTD3a4WaJmLLJ3c03L2uYthVoZgqzSa5VNakOIiT5SJrc9rhgDY6QriWjEQ2JaS6s/niwmv7koKlTUUUpix26Dz45CUV+yyyVDNAlGyk08ex2GOSGc9fl3YveSqZmkCtQVVPKnYwxEu3ljVsLmnY2VzAzuYiHj6Z4mdvHmC/46K0VILTyMPzpjL0+DMyexPEc6paCQpZYOJCoLiS98sw8NhXoIaKZNlcuKziwiUN1cUSaksl3Lzm4kf/rYt7H8+g0xIiD1SX6lJsjpXYkwGgd+Jh0OXhrIhijwAwByWCvQTXhPzJpVx05gnM/6DNFJlCHE7SDABWNKpS/AwkpjKYBH8uFOkC9T9kkUjmKnN3yejLpzh3WcH5y4pcPCSIdvopdvdTHOynqFkABbmUmH9qs4StFQuNFpcZCkaGiqGh4s6jGW4/cgXoU6jYCBNMaDn1ieIzzqz/CPSzSag0aDPKvETmOzCvNMHpfoJgpEIPNRgRhxRLrL/oWZSCDB+SB9g8888YkBOKr20AX90EnvpcFYtfaWPsWPhPf36CP/9PJyi3IUX2Fr3sY09FyaGFdyq/f6UJsUfu9MgIBfwxGVocAHPQLUvYxmHoQU8jFNiIKgrmIe3CTKw1U6w3Erzy+hq+/NuXUVsp4O+/fx1///0PUG0XUW05OHwY48O3Zjh67ItaUfIxMtwuA64E6+W0L53RGfjJwel/BIA1GbqYzcnlX3vVkiqeZUtzOfb4jiZVbwMN2m/RZiNNhO1fZJYPlQ98H8oKTo5n2N+jRymJEZm6nWqkUV+VTBfamNNCVPNSNPMmXvtMC6+91ML21ia2tzfw9nu7+L//6y/x1rtPMrvzCcfNLG+IS0uqVKgIMcqAQatcGZ4MuONIcpIEAOamKqENV7YQ5c9GNU8GevOjOCM2yH/PMGD+vcxZJWjiNBI4jRS1ZRP1ZUvOEzZxVFn3jkJRmZMpzAFS3BG5FFVps5qdDWezvOTcEsyo1g3sXLRRa+s46nk46nrCfDfUPBT6qNDC0fOlgSD7SqIxYqBQNFBt5GQAqxQjNKspnrnYwjMXWsLkGnZ6MDHDWjPEcjuGuV6AsZ7Hj3+a4O/+NpRcude/4OD8OQOPD4Z4vD/C3kMVuw9VAX+ZxTsjEBXPEURz6LoDXSvIs0NbOE2P4ZSYncssAwLUzLPUEPpkyypY20mwtgUstfJSts3h04AXMJ9nBM8PxEaO9d4vBrj2iz66+2lmwewyK5nKVwXnLls4d8USdcnDR1PJwPDnGQAgmwfVhBlGwiJuWjEuLaR4qgm0dRMt3cJSw8Qy85rrJaiVBvTaAuz2NvLtbQTlIwTlYxwnJzj0+rhz3MXP3xjgZ2/04R3GmB9mlrbZO6MhVWwJW80VPeQcT8gt3oQsx+xBoW3clU/nceUl5n94ONmdYmN1DV/96mtYWV3GX/zVT/Ddv/4J7IoBu8rMNXbXJPAk8M/yWeZDYD7KzltiLEJkEu6GgnLbRqVlI0gCuFS6EIBx8ijkSRhxEfNu8FIBSvn/calp5YSDL0WiC2MOZAnFQYkWnzGVBiZm47mw+UQNfyb4kP/kUX0Wj/3cpxaFdFJfKGLO/NZJhBsf7OHG9T1sXHLw9MtVUTNe//EMjz+aiwsAWeRh5EtRFWBQZcIMS522j+6Z9e1ZfGZC9S/w7Ksqzj2n4KQDdE6B4wc6ju/TWk3D8hbvZh0LzTLarQrufjzA9asdsX579vkqGk0bH1118eG7Hi48Czz1HLB8Lof6qi35LLt3h9i9O0BnH+gcMBeT6qS8qLAZUWDbKRZbDpZaBbz3szF+8o997O/NpYE0nQTPfhp45iUF2+s2NpfzSN0EB3dnmA5jLJ+rYHmnit2+iyeDGU4GvtiX8/7fWM5hcyWHoB9LjeYx+lGKccgFlgl3puFwjwvNLP+OFkuf5FIpfoKI6lBXWDuZcSgVSbSi0VWxhZ7NQxk+7IqGYs2EU7Uki3I4oA29D39EQCkUW0qHVuBFLr3JqjfROZ7i9HiCb3+tij/5/RaevtSCaa3C9ar4sz+7hv/rz95DoAbIN1TwFaA6lMBQtWZJzARtjKmqoDK7vQDUW1TzmVAtAw8e+Lj/gMq4GK1FgpgJDu/G6DyOPxEVSY6IWQXsko1StSFsVyUdAslIlIl+L5TsYM/V4RNQE1A7wuVLBVy5WIChpHBHIca9EJ2DAJ2DEL9yZRVfeHoV5xZiLFdGqOQTyVMCbAzdAwy8A/xiL8CPniToRyqWmgbqJR27j0LsPgrw2Y0F/PqVVVy61EbrQh1DLcX/8Rcf4E//3+v4X7/xHP63bz6HzriLn318C+/cfYxxaGEc8JDP1BW0pxnPsmwkxwmQM0OMDxWMjqgy4GIyxcKChacvV7G2XsTVD2dSkq02JnGNYNJZFANtD3kengGjVNXpiSm28kFNkaIjSDoOsBLEuBCleGFnBV/83V/Fi199AQ/GV/Fg/C5u3+/h5u0JUjBbexFLazW8/+AU1x6e4vTuHMM7BE0IpNGG18DShobFTV2WBJZJYGWOw4cz6RezvPcz+xQlOwOpFmFeVhB4kmmtMz8ztkQJGTBHkn4gFoEuegD8GwDM/F0uxc9OGlIQRX0azMmSD5GQoc6jNwfphRhBGIfMkmUUAZXvtDFVkFdN5HVGb4SwSySUMTYhW1yKdX6RYlLGnMTYaFHpXcV8mODmB2McHbtorENKlMchLRwTsWJnHjCVGaZFKyVPijimfqayL5VtOA7JTfwZA4wHQUbkGCXiWJHOCZhaopBlzIaoX8UWjYsGC9svNLH9QgO7J8fYPT7C5DCAf0hmogqnqaPQMmTpMfV4HxERIfnKQGWtgvJS8SwrOVukU1k66bvo7o3R35+Isq1Q5T1gSQQFAZaQOfS0AOtBbLxJ99FT2q8mSCV3iOrIrFWiZZVm8xdmK8NlDfuYzMqUPYSpmcLuZjxOyMxbn/myKp793Dk8+7kdPPrwEDfeuI/+4RSqap1ZS2f3U6L4SJT5vz4LQl4p5pArMc+Wi3su/An++vDdRKwovRlzXTkT0SIulOICieIzVmxAbMzpwERFOxcFJAKSPOH2AikCxySfNlYLWDlfFVDkYG+Ag70h0pmCZHZ28XJnwrxEkhZMgvkxEtrdch7isj4H6GUFeoUEgRS6nohSzPczQCTPvrfCYk4SbZ0N6TnjuYKAdzHtfHdD9PZCUWmwMtUvbaBJWMlLJmPmqZKK7dqo7wnBuLFgobGUg56jcpAgIEmGjPOhFR4QTFPsvhtj72qMuerDV3yUWiYW1hwh/ZzsT3FyMEOBCqe8gnOrOTy7k8eVSwu4+PwlrO1s4v7NY9y/eYTjwwE6nYGA3wvVMhoEJk862D/uYHGjje1LazIXPX7cwaO9Lh6cDKQa1TqalbrMFMwkm03m6O4H6O77aCwCzcUsE5OACBW89aYjC+a9xxPsP6Y9CQF89ikZOZtkZKrQmWW59byFi6/mYFeZQc6eMEXeKEvde3+Ie9eGUMM8KsU6nJwjIIVppuiO++iOe2IdVl0vSBYh1b0EoDoHE6lglCCeKEhp6x5xSUAQXgID4ZQslKp5AX6FYGBpKJ/FQe3tDrD3ZIBIYVRUBiZWCFS1dcn+IsBCXk8UMwsslTxgqtkznik7PNqcFlFKLTRTBdUQ8lmwEjon1DSEqQZvSOIGezPaVEaoLcaoLsQoNTWU6iacioEKfz5ar44LUu5Jgt4BoxE83D+e4klvhpSW3maKnGbBph01EyTPrIE9svOjQMgTVKXSMYTPIc8GvussklBINIwD9pZU9SfIs68oGVByZ8ocO5WFK386f6LAHyuYDwPM6UhFIJn5VhyTPokgOgNEnUIZRQ6a1DtxF+LOkLoBUjfE65+u4UufriHhQm53hN2DCXajFE/4FeVNKAVTAGD3NBBAsrRSQqGVhzvmjsBFSEL3iHcsz0uqkHSxn6Wym65EuRJQrtlotMrSYx0ejHB4OJIZjjwfgwAwB7lEwaybwu0lSPmasvgXDYuYR1jII2/lMBu7mI1c2UtwJ0KQTYgbtIO2NHmGCIZSoSNZ6FzIxwTy5pie+nBqlhQtFN0xLZFj5Co55KoWwihAQNUV82PnWfYwvxPOqwlje326K1CdFJ6B8Vyaa2i1i1IklHSPRhid+pj1YlFOm3kNRoGznCHzHO9iCih4T9sF5iTrmE7GmEwmouqSuCyC15ypFc5vkRR3B2Kpe6YE5qmqgUpRKqu5gDJEYR4mM8nPppLUzlMxy5zOSMQJPG95J2XvCMlhXA7Sdh7ILbJvTCWPnf0oXQRYRIjTJETOUtCoMhPSEKtOguHdoxSnByT9C9VVPm+zHMMoE2rhLoE9BWcogu1U8UPKG9KJDmguOdi4XENtiYc/bbBjyaR1vRhK7ENLPHGvEAB4DMxo1z4l2E8rTQJHVLRTdUgQwkC5zB1IJLEo4qKhqkLQyTUSWA26sDDLWhcAeK1poJjjDEeSaIiTaYzONJZs6woJzpGC8VGC0VEsZNJ+n45n7PYgUVg8u0jGCRhfkPgotnWUWoxdU2TvxteHlIhEIU00i/7hTjCeMyOcZ2/mIqLHDrTYQcEhgM3vJYQ7paJ+imQOJH6K1coCNusrqOoxDO8QdjJGs1xDs1zFOChK3Xjcw7v393H76EQcXnI1KmEdLC0VJZLj+HgkZz0VSYzZYTZ6s1LErDvA4LCDvJXi0oUGNtdqOHqiS934uItrHx7jtOPK51HL6/iV5x184XkHVujD5LtClxtdw9E8xU9vuvgpI8xok01BhJAPMmdE9tuct/SyBr2sCmjHc40RJNWpglao49XtBl7ZqsPJ0/lwKs5ArUoThZyD8WSK8WSGO8cD3Dnpi1th1wV6PjC3FMwtFbWqhVo1h9V8TuKsFowcbNVEjr3Cmbpx4qUYTlIc91zcftLF/skQ55ctnF824SYx+rQxr+QlM57nzdVfHuPdXx5jZ2sV57ZXcO90jrfv9XC3O8X2dglb20X0ugP0ukMs1m1c3m5iuWbACAdQvBH2Dnzs7c9x/vwWXnj+Aso5BaPH9zE9eiK5zU7Vxqg7R+9wiuNZhAOmVeVMvLjaxourLVFmeUGKG4dDvLvXw43DEWZzDTPu2Xke+SmeWq3hs1cW8cL5Ep5eSbBWC/GL6wf4+fv7eO9hivefaJioCurbCeqbQLWWR62Wx/AgQudhgMFxkIkB2PvnIEUCiHnmoiJOfuw7mPlLlx45V1XYdhFOoSaufvOZC9/1EM5dKVHWcf1HIYhkvNPNNgN/U12VfRSfjcjj/Mm7Iy+uNpUCyQl8PqtYaNZQsHOyn2ERXGYEC6MumH/LHtUo61Adkr5dqXisIxmRqMY5j6BuZofOUm0LmsSOlJD4dSAqCuhL9yexWyaBKz+E6XSQKmP0eyH6/RCNdh6NdkH6panrwSUZfUpnKordSNKhew+zgU0hszKrNSSAR7MSGwLO8qznX4GXkVoojCKxSM5HgsAUFjEGTgXK5YK4zo1HU0zGM3H9FIJNQvcN5pDmEc2niLyJzBS8X+gmoRr8brhjs8RtQhx7TL54/IxDOb8cy4Zj2tLgcw83HvnokajnM4asCsupQTdcGLonSSqM68jcGELkzQgu91uhib7vojufyc9YrdsoV3KYDXTMBhqs1ENeddHibn2Le2sVD+56eHDPg8r5waBDTILBqS+fyc6FMnYuljHsDwV0ZXwZ+z3GtBUqhsSDDPYXpEhc9yYkV3G3M0UaTFF2gHIRiC0bgUl3LR9a0EXTDvGl59bwpefX8b03H+J7bz6AmS9h5/ymZFjfvH2Am3f2UaqtoFxfEXJuDA8zlzFAXYx6Y9iluhSdlCyHxAUDacodoQFaNCpzAosA+arNehGXzy1gY6kCg1QDJcZ+d4K90wkO+0c46j9Bqvp49tIOnr18Dkf7Lo72PIw5j0UKPJ8iJxe+gLA9+LMuHKeMSqWOQrEgVvrci3JfyLlIsB/+id05xv0pivkA3/mag+98vYCq5qKiz5BLWzCiLYyODPzsb6/jZ//9Ou4BuM+RmNEcDs9GuhQWoaXMaR4hckfQ7EgskZ95qo4vvbiCz15o459+9Bj/+MNH6NNlRwGefWkJ/+H3n8FrLzRgvHMDxts38J/fVfFfrqq48LkV/OH/fh4vXnYw+/ljuD97hIf7MR7uJ3gwT3AfKTpqgpCRXFqCwSRBf5Lgt7+8hv/5OztYdCIc3N/D3sMDhHYRge1gSjKYH6E39HHScYUA4+Tz0hvuH85wcMQsZqqxM/eN7VUN2ysk/cQIhzFTABHZCmaBgs5Riv4J00I0sfBPCjGiIrdxPFMV8AfUyRcMgW//u2X80Z+s4eKligzFycjH/MZD+B8+xHdvxfjLmzHO7azid16/hO26g7d/egvv/PQ21IIG1eFZnQiBbBwkTEtCYqvYWilja7UMf5ZiMogwiwLMjQBxLsRaO4+1dgHDUw/HBxPs7cd4sm9ANfP4nT+gsrqBcm5dan4Sov+gi/5piP1wAXtBG5uby9jaXEKtXIKTs2GRsBAAyTxEf7iH/nAXH979Ga7f+hH2T/YEAKbCuNowUKsb2L1n4O4H2icAcFHQLrIyaMkmej7J9syY5lysfWLFQwVUEhmSu2RaKcoVYHFNRWNRwYzNHR/WOa1PmXfLh5dGpxEMsT+jhRYkk4CL/JydStZOq6Wj1TYkX5f2LLRnHnukMsdYaRlYaZvI52wUbBv7hwFu3pmiO4xQ4NLW0THuzzHqzeUQpaJQbDd1Ho4mopg2cnOxI3BnbFdVlPIK2k0dz71QwHMv5HE6iHE6jHD/loeP33VxtB+cXYCKAMzMwytVNZSrXLxHOKRl58FcwGSWGPmQfU/mpizDRIYCJGfSajbjVP3x8CaLmP+EQmvQDFhPyNCn8uss04SDPAcmDvNsIMmiIrhGNjUVwevnNGzsaLLo89MUp6cJDh7HOHwcI6+qyCsqFsomlquGZHIU6NNvA76mYK4p4g/eGWYWg2TZ8xKR7xpA2VFQdlQUaetiF5DPMTyeOWYJ9g89HBxQIR1g/1GE2FdRLmYh8nlLAR0gyc6mWsJn455m9sq0shr3E1wqKrjsqPj0qyW88o0qzEUD/8+/dKW0iQptQitYssYItHDI5YUWig0uFdBc/rH8gPL+CIMBbTH5exI0j4RRaWgJeP9bmoJwaiCaGfjCy6tSK+ctVNZSzFUXb157hLeuPUahVEahXJZMxjvXpjjdn3OsP8tryxraTPmbqW1oV8Xvh7mcfD4/Ua+ITkFy1cj65P/O7EcdC1wIc6AnID1XcPJYwckTFcs7wMo5/iOKPJsEOOMgyxgVwIHZo/MI02kWRk9rVCvPYSh7t8TOlBlwUQxjHKCZy+ELr1zGF169Aj+ewI+n+OW1I3zv+7u4eWsomdPMgiCSTXWi5PQR1TZVmGVDGMx6GkPn9zbj4ExGGiccPse0dcnI15ne9+yMEKVlZrtKtkvmKphlidCphDZdWiGGnudyR5OMZwLAVCpQuUxW8ZxOAH6KiHnDctTws8122wImS6YwVQQJjEKM+qKB1XN5OBUdjx/P8PixK9btbLT4z5NMQab6tEu1SJYnauUSyVotVDL1aDpPYKsqfu1XV/FrX17DoNPFk/v7MGIXl9ZNbK3ocKsJZpUYV68DP/+5KkqJl561sdRWcfvhGHcejaHrNgw9j/0nCR7cCXDwhAr9jJGcMbX5vdKCKbNXrNAKv5zC92NpcE1dF6v4ej2HnfNFbGzkoSYu1MQTSyw6vBA0nLhz+SwvvVjH5Rfr+Jd/6uLH/9TFyW4sdplcYjQWTTSXmPmgSfV6AfYe0+6XdnME/JkJlaleygUNNceAk0tRtOYoWgHKto4SM68MFQVDRTFnycVbdkpolZpSuZKLXHmGwAG8nI6+ouJhJ8WjTor9vRMc7HdwuD/F4YGP2YzuD/zzEDgLYOcDycEcdgSjl4UOLf8W1w0srRvQaR0Ua2jWmtje2oZlFfHjn9zCT35yG/m2hkKbz04sJB/a0gfTGOE0kYs89WnzIVo4yV0JudxJFJSathSHdy/wMlWORgtE4yxDyc/sO6lp0LhgIvCQPX98lmeTWCwtOczz7yP5Q4BtZgX6iQDRPPP5PonVDzOIxU6TLM8IL39hFa//xqZkdN38cIh7d4cI0hn8dIZKO4fGUgHjboI770xEAcz8L743KUiiYV40F63MliTln4tPwkCZ3TrfI1a9reL5Vy2cf84UBd9x10f3QENvj8sZFW3mRrcYvmghnVuYz0N4c18WvFym8O/afRBh70GEjXMqNs6rWDqnobmmyXLv1i9d3LrqSZNadMrQrBip7sEupmgvFFGr5jE48jFgxuHdOR7e9iS3r70OLG0pePYZDc8+o6Ne1SS/m0tYd+LJ0moufx4LesEUAI2nSkiwJwVKti0F34YSEMSnkRNtxQOxkvXDGUbTOcaTOTxfgR9q8s6cHAY4OQowIKu/wzy87HviZ0EFHoF8WlzR6qpU11FqcHlHlWUWXzSb0imEizPa9IRC/LJtsts1KAGJZSpUZmulPr7+lQb+w79bwsZ6GeNpQXLk/+qvH+Av/+o+lHyEyrIqy9yQzw7t5YvMq7PQeRKgsxuI0qLRMlFtagKY07pjNIkx5rPNuyBJEcwSTDq030sFeMgzD9bUEFIBlzfgVJghaiEYughGM2EfR3TUZ8ObkrDDnDYupkK0azpaNSofsl/Xn8bZezSL8asvbOHLL25juRAgH5wih7nYRhGESywPseXi4WSOOwMPfZ/3B4cUFbfuRFIvr1Xxm5caeObKKhavbGNi2vjT776JP/2LN/HVlzfw1ZfXEcUunhyf4OFJFwfTFAdTwHBUGEWq1VPJmSNL2uSdkaNSykDgm7CTEAX42Gzn8fpLG3j6qTb+4eo+/uHqntgqBxMFOV1FvU4QCBgO5xiOSELL3kTJQw15j2hiRURENElJeFRRjAPU4znWKwU8e3EHly+sobYVobod43jSx273FFOfyypapKkYJbHUwUMP+3ddUXNzaZmCObYZ4Ys5qLQpFHUzmdchl/uRVDhXpEjuyRMERYrhyBMyiRqZ0KKzmAWqXmlHLIuVs5gF/i5Uu9CujbwsIVfz7GIGnS7RBywy+algpEuuRetyXZMIAlkw0LdQkht4pzHQgPEZGUM+jMmOpsW5sELFor9eNVGvmFhqOVhpOdJ3vX+9J4PYyjkDKzsmFJ9Z1Hz35nj0yEV/EAmLmoO0bH7iEBYX4RVLLItzOU3OWsY3+JIdS+UPSWBEfFJ5PrlE5w9JuznaZREg4LKuVLWxcL6AxaccPDk8xe7hqSixkoEuSnSqdJwml0WxFLMaE5d/Hg32QgGFdkGGeJY7nWFIC8YeCSlzzEZU0RsCytB9h8x4OpO4I2aBR0JgYn1CouMXIOA0v6cCoDj8zDPlM9V6XK4LaenMupn2zFJ0YCGRiZEVYSxn/qUXV3DpUys4MsyshQAAIABJREFU3u3j4UeH6B+74uwR8W6jUoPEQpW/F7OCmVGZyS/0nA5DltXMTTSyOSSmgiGF5ylicy+fJ2cSsQmP5I7kyojRZFxm05KKt6fEC1O1QEeLWEUwy1jVhbYGp031JkmAvDHYb2dkV9osuzOqIaiCz/4eAT0IgpPEQCW7qND4PKkwSyosLofPFnJkuXPBzzgffva02E+NUCrz01YFqAlJrpsAkxMF4xOSE6hQz4BAfpaSlRnq2f17RiQUVTKzCrnkspljltm4ct7J2VxuavJnMerCGMXoiICAinHfxWQwg0WwsmrBom01e45xjOWajeUqyUwGttd0rHMB31pE2anh6vUjvHv9EIenVOZ4qFcruLizinMbSzg4PsL+8TGcsi45t7yHXCothh5uHp7g1mEH1XoVtXpN8rxHtIsb+XBHmS11tRmi2orkvWEGFklhuZwp6qu9R1MpPicWlT10XyEAESkwSjH0UoS1izlsPm1LH+xxGTUGpieqVO/IRf/IhaXlUSnVZNYmgZf/GvkzjOYz2E0VtXVT2OMy5cQphicuBh0SPBTEUxVpoGeMAs4aoSclzwMXUFRvkiNqsg/PHDfmHlXm7JTmSLQp9Bxzv3RUWzzLuABLRelCty1OzXwv7bwm5DjaJvqxAT+x4Cg22loeLTUP383yQj0lhqexdw4x7AZwpwEMM4ZpMt5AQ2NJzZTMRRLZNLEEF9v2Ux3xqYF5P4HHLNsp4zB8jKmuTLPIAYuAgzQMSuYEwyE0l/G6SXxn0S6azk2i+uX7wiNZIzGe4BD7Ej6wqahKWakZSdFSkgAhz/WEQJKrYtadY9YlS4Jzn5YpgOUh5zmZwYU5zupk0XMBHcwRzueIqWad+vjUcw5efM6R6ItpP0D31MeDXoiHfVqmaByWswRBznnM82Req0MCiAev5wqBhA4APDCyeDDmR9LiOYDJhWVRQ7VZwMJyRez3u/0BeoM+QqqdIzodZL0z32We8XTribVEKlMA80xVpS83CIh6dPYgwMddTgZk8nyg6pfAOmcr0zbFJYpzBMn1BIAnJ56AwKW6JW4q3EUwV5xZz1pehybLVRKTM9B02J3LLMrvhN8Z5w8louI/gWYzloG+HJHcvxubDWxs1dE9GmPvQReDEw9zqpQYcUx7ZhJHEy6m8/+qACbRhkQTWjd78xnmPhWazI7k/KPBzuVgkbxOpQ/J9R6B4IwYwGFWgG81L9nXdJMim1DShFP+OnOYFn99EqSyuSOchQgmc3FloGU2FUXiIsTP3oyR2MwgT2GWNOm5CK6wJSJyR2JEIadgqZFDg0qv/lzy8U6PeK+TTMh59mznwMgqJ3Otk8gNun5MUrnXyg0dZTrADCMheZJY2V5zUG5aMPNZbE72bnN9wp7Hg++RdBlLhqNENnFPZ/JnE39wRKL0VVEpWwLcjpj9PQgEcObzw8/TbqZSmfOejmZRwzL7e4vqZCqqIpxOI3RmkbxvlWpeSKPD/RDDw0iUasM+FwhZjjR7LD4npkm1UebSUmkbqLRNKHTeIwAsdqIR/DCGZcSwzASWmoOpOpKL7Lo+XI/kNe6zuIdTxUmRjiajvovx0BXSAWul0cTWwiLKVgzV7yCHGdqlOhZKdTw8ivDoKMaTzgQHgyH6/hyV5TKqS2W5B0nUc905BiSpxHSLU9BoaGgSAK6V4E/nmA2nYvN6cbOE1WYB1z/w8cEHvqgfSXodDQOMxrQ4VfCVz9fxlc83UAynUiTfdnzgYT/GO3c8vMMZT1RZtLgm+S0WZbdoALindHiPZ25vIlqJUxRnERqhglfPN/G58y0UcySAZbmxVLKzpyg6BanecIbe0MWJG6AbJDiNYowRYaTEqBZMqaadQ9vKIRelmPVcBFMfSyt1qUe7I9y8cyqOUa6jIykauNTOS03HM3S7Y3kOWytFiZXaezjC/qOROKAVCw4+PnTxzsMRbp648txWmpZkKTPCa6maw/ZCCY2SLtE0cejhwUMPDx54kjH82Re2UDQVHN1/gv7BIRZWimivFKGToOym6I1DPBjMMZiTaOtgpeJkZ7qh4WgaYG/o4cGpi3sHc9w78CQuqVrPY61pY7tpY6utYWspRqMU4I13+njj7T4edoC9IW2dgdZWKqTMQiGLFukfRTJrjruRzFjshxTm1vKM47nHXk9iNMRnBX7IHFJa7NNZk7GIBRhGSezKOUdyxxr5U4Tz6dlOO3M+I8GYVvOioiSpiOxKsH+lktYTJwZF04WEW6kUUK06QgIlgYV7sMy9SZWemGTSGWf7MYNcIiE6sG+kJT4rdS0iW9ASqs9jaCpjATLrXLNow64WoelVIGggjRwkKfPY6UCX2SFouT5M5wSpSlUdHQZS6clqzbw47Q1HrvReVP7S4t+mu4ZFUJaERA1h7MMNxvCicRadV8iIbTzTeR5x30BChOwuocpnHtJIRwBgdt4KnEIOjpOTqD3Gp/As4/lJ90SnWEI+74iLB5WiPsllAd1/GGVC10uIYtTOV5AKIXQmAigCwCRT0aGExXuN37HnMQN9Ck8cdxxAdWBadOULMqcWOh7oKQqFGHaeIjVHMpsH7hSnkxESilfKWR8366qYniooFVLUKjGWFzVsblgoOiru3/OkUmE45TChArjHzz3B2qaNtS0bk3EGeDO+jLngVA4z8sU0LfT3m1L+TBPQPCVYnnhQYw8qskpzOSR2QXYylZyPlQrw2Z06Xj5Xxw/e3pWijfPaWht5p4CTnouTvofp3MbUt6EydrBIpS3vXPaoFFsws51YTYZ3cS9AxXqa6CjoiqwMKBgYej6ajTKevbyOrZU6kjnPbxd7HQLAY4zmY3jxSIip57eW8dTWMg52ZziQbFi2OZpkEI8HY0wnU1L82K3BMEmWLgh5jm457BdIjGVxt0hNO0lddI1h5vE3f72M3/r1CrTkEGpyiILaRlG/jHk3j7f/+zW8/bfX8GEKfMidZCWHcrsIh+ByUhCXsclwhMlgBKsQC9n24lYJn7nYwnNbNbx/4xjv3zjCk9M5DgYhLjzTxO/+/kW89qkacP028MEd/N2NGH/3QYyt51fwjX9/ERc2HQzevovBO/dw50mCO09S3JmluBun6BtAjqTfAtAdxegNY/zWl1bxx9/akpzz0UEHvb0TPB4DT+ig6djIlQviXnn/fg+9noeFVhmL7RJ2D8ZSdOsYuZnj6rk1A+fXTMxOfbgdHxYdF5bKUHQTQwrMGKvXIwHCR+SkSGsUHplwtBwKsDDtTjE5neDr32zg9/9oCZcv1WDCgTpNML3xALMb9/Hdj2Kpta02vvnFLWwvOnjw0SEefHSEwTTEYBphGiZwiW0oCUJarBcUiVp7ZqMuWOGjuxN0uXt1gLCsYqtmYatmiiuPO5xh/zDCrccqpqmO176exxe/VsDO0iXsLF5CcDTFyYcPcLQ7xJ1xCbdHZayfW8XGzhqWFhaw2GihWqgipzCaxsTM7cGd9fDO+z/EG2/9PR7tP5Js5CDmOWei3jCxez/FnRsxhj0SApXFVAAtfQbFyKwvRdiUYVpnVkYEEAh+EWgxxKKwUOTBkKDC5W5FAc9co8IFnILuCf3fmbNE+7QQOVORzBEZajwNOZ25i/TLBjaoDlrPIXANBDMDs8DDOBwj1Xw06zm0ajmMhr40Kadd4ORUw8wjKJQ1a939CKf7lNeTaUMWki4e+3zRaQnLJQQZwN5UQyGnYmlBxdamhc+8UsNnXq7hF2+e4s03T/HksY/uCS2suVzj8olsx2xp0VozsXKOPvoQC7yDx65cDpEr+guxQhFVpdidcTDjVoWVXaypQiqrn+WeCWLMz8NALsfcswTzCZlPZChlnzmJ7CwOjnIQcIFcMlGsGFhay0CTUEkxi2N0jyIcPwhxfD+CSjVuxCEtyzITprRYzpJTLMkOiNi0KSlyVaDIXNaKIqBP3lSwuqxjdUXD5moFW+st1KoFREmMmRfi/Q8GeP/6AHdvebh/Zy5s1cVVG8vrNqqVAJVyIAo1EgBmUYxJGmA0i3B0X8HxfQV5X5f60ss2fve3i1g+r+KvH/Xx148HmL9vwLtuwoCOfF2XHM9h38NkMP8kYhlb58q4cJkPmSLKz4MThqozr5bMV4JBVNABhYrECyLt60j7Gv7oDz+HP/rDVwF7hDvHN/Cos4s7Twa4s9uHblZhWFV5fh7fnKB/5EGJI8lWyngQtPMjAKPJMCXLU4nIiJBScpbtzoSxLeCQIJdZdsPSjoKlbS7/NUxnzE9QMTpWMD4Gtp8Hdl4gWKxh2Nclr3Nw4or1X5Gs+WIWgE5FRcacpTUVL1PagKpiM1lv5+GkMazBFG0jj8//ymv4/Be+iPdvv4X3b7+Na+918e47AfZ3aTOdZZ/RTiJJ5gIecYAhBcyq5GE6OSgSkEg7EirAubflUiBb6Jwh8mLrRRCRHwSBKB7ChVJmTSwDIpnvtHXSyN5j+xYhlGc/y4iWsyWgvTezbg0oIVX5VIrE0oTStpUW0LSUlAUWc9ESHZXlCLWNAM0NHe11B0bewJ2PJrjz4VRUejxb2HTy8wwDFbNjLriAei1CrRYhLzbX2e/d302RTAz8wR+fwx/8x3M43DvEjffuQQs9vPRUBZe3HByoQ6lbD3V8fMuCDhMX1kyUbd6DE3xwe4Lzl6t46lIV9z728eaPxvjomicLaioePlFszoaxgJ4ECBtLCqoE486WN9WqgWbdxPJiGZeeWsHmeh2dwz10Dvfx6N4c92/TGoiZLCnKTQNf/FYLr3+rjf/2lyf473/VweFjNuNsUHVces7BpecdDHopBj3gZN/H0RO+P1xwMI+Zy1sPquphYdnBynpZGo2+O8LEn8IqKciVaVdFNUcCJwZahoIlU8O2nsO2YaFV1tEiOWGxBWtpCfrSIvxqBX6tjBu7H+PDJx/j2o0O3rs6Rvc0QKOtiXLdycUo2Al6RwmOnmTWJpKnyiJZIwdRqC62mdtSQEx14DDFrY8HuHlzgOKaAmeNdtkBJn3m1gaIyMx02exqMDnEUIl/lhfnUwEaAU7NhlPPyQA/50KSdp1icU8TokxTx0Yynyc4SFAls6mTfE1VFcsN2i/Rwoc7fDo6yOKd2W4k8MAQagjfYs4W4ZzAMA93KikCvP6b6/j6vyfLQ8U//H+P8fMf72PzGQtbz5iCztDK/fQgwJMPx+g8ds/kEFxy0YGD0FVGiOD7QFITG9LMupLYIO02szzpF14t4qnn8jjokYU4wbBLklVmS12ne0MBOLyX4OhejPayhbXzzK7jc+Jh2KMSlEtvBQsrOhZWNSxtp2hvxDByMd79QSL17KdW8eyLawiVCY67e9CsABcvrmBpsYlf/PMRfvG9Y8zGtBqlolXFM69oePYzGp47b+HZp0xoGpeBBGIC5BwffhDg46sJPn43wVMXWrhwoYVqhTaezJzn4GUjdKm4bSFnNgVQ4bnDoS1SDhArR4j1OWJjjkmgYjTXcdBJcP3DGW587OLJwwRPHsRwyQqcRkhJOpCRjN99BgySTFJf4F0TiXqHzGc/yEkZNlW4IQw9IUcG6TyFewKEI2CxFWOhleArX17AN7++ikbdxqPdOe7ed/H9H57iBz88Ra6eorlJa10VYZJlx1NpwqX97m0Xe7dnsEwLtWYBZTaCxgSRTgtaRWrUT3G8m2LSZRiRJFmg1iDIqWGW6BiFBmJDgV0huSvBZC/EdDdAwtxFAjU284p0OY9T30cS+FBpKRikSLiE5ewRpsifYaJffeUpfPXlC6jGc/j7B0hnY1gFZj4S/Mmh0LIx16aYpUP0ZwGenKh4eABcvRHj6ocxXl3J42sXHbzw9DZWn3sRrl3Dn/7lD/F/fveHeG67jOd2ynBoEBIHmM593O7OcbvnId+yUGiaYsHq7oYCSDPDQckr0J08NKqCPBf5yQQX2yX8zhefxeee28R/eeMG/vMbN9BhPt3YQrVs4dy2hWpFwaNHYzx6OJZ4jIhWnGSfz1PogSKMd5KFEsdGXMgjUT0k8QiF0Meab2DHyOPXvv00vvydp+EXBuimB+hM2Bt2cXIyQm29gvpaGY/3XNy+M8LeY9qnqphPScKxxfJw9/5UStM1uQ9sAtz+DPNgembNDZSrOSyu5QXQPT6aoduZA4EGJaQtZBatIN55BPv43J/ZuzMznMpFAsDM8OJf7CNZzDaSfEkhpXAZR5tMEg0Zq5GBeVxIWCYVSroQBEgU8D0uwucCLhFASlQNPrfDmoGnt8u4sl1Cs8FFlC3RK++838He8QTbl/LYoaKcS3BPwZP7Y9wgOHzAXGNyx7gYSSX3PV/KoVgriPUe+1FaTo6GnmQRUgmd0COK1rWSI8Z4iszekoC1WFjaOTRqJdQaBZRWNJSXNTzeG+DJfl9UcqpnS+9YqDNPLMWoz0Gb5IAIEWMlOMfUTJhNG0/tLOD8uQUc73Xx8M4++r2J3A2MLrDzlhSJYzkzQTCNMDqIRO31yXmc2aAasoyn6oC2rUYDMBtsE21oah6GYcM089Izhp6HcObBG7pSJBHq7BUZhcF8Wo2uPnWp8XCGztFI8o9HpwSfs1w1UducxdnI0j4zoslcVzRFXAyKdVPsjSW+J03h+QkCLpXSFDp/r1mCcJpKfydWzUwAoVqXpBLmSFOxy1aNTBiiw4xHiGK0rhTQvFyQeI4u555xgmatiGbVQW82QXc6lu9asy3YjLAo0c6VDhQzKLErAAWJw7TI47tAEJLW33wx514Cd8Y5Thc7awI602CGWUAF4Bl/wFOQuEA0UzEfWPCGFvL1VL5r+QaoaicrvB8LaMclGEElqjVMy8xcWHwCBrRWyuarvK2JEsxe0GBtqzAXybTg4tJE7/4E3ftjUd6QQGGpGgqKgQJ0XF6q4cpiFauLKtrtGDVHQSG0gZmGH/xyH9//5QEOhyG6Xoq19RW88tJlvPTiUzg8OsTh8YGcNSqmsvQs5KoIYg3v7+3j+v4+ys0ySs2K5A129iaYDtgo21LF2hzFmicWqI6Tl3OMwHfgxdh94GLv4UyIBFQQEHDzPcYfKCiuJCitJljYzGFpI498wZRoJJIjH747w4P3ZmdWCRGcQkHyi5nl6okSKIaXRnDTGPm2gsYGwVv52sQGnTa4LnMHqTJ3mUVviGUtgT7PnWDuTQScI+ibEVbYuygwKhZMWnI7DRSLDQG03IAL2Zk4/FTqBjwhhaTiDjDscfmnYHm1iCaVqe5Efv0Rc3J5NmhFLFo1LOfqMjsViyZGno/TqYtOfyznNmNU8sVYqrWcZSxzAZ3jTBTTOcWVGhzEGBwkCCfZvcv+zqClvsV80hS+R86sLk5JPJdIqPOjGFbdhNWwoBBEnPOdp326J7b8as6U+oSYkFIxFxL0oDNRtgiODd7dIcDlPJU+qipkIMXXMD5xMT6mfbACxSJYkFkcCy+Q8Twk83BZz/w6lRbZXNQHCEdzqXOXTakCI3UCFe4IuPvIk+IugucJF+dcvOlFM8u81iJ4Rx7mnIdJSBeQ4N+U5RKVEUUw81TNWKgtlLCyURWwZOx1sxqHGNNJZc7zhWcAnaQIhFPRnam5eQaeNWRC4kgEWaOV/Sft8BkTmOe32Gpn8S52wUa+mIeR4+eRxWwRAJ4ce6g2LcmcZYRCwDsxipDoqWSzN9oVNFtV2SftPx5g1OOgm515hmLBUHJnfQ/n1RjTuSeqsMtXlnDp8iIOHvdx98NDdI+4/yFgkVnXS2kV6HpFnvM4CSSSipaOJJyQhMqsawLAJGeRAFYqFlAoFLKzNlYx7c8wOp2I1ars3ZhZrhegGwUoSkEU78RJEsVDqlJp5UqZRg6WYSMY0bFhhmAaIFewYTmMBsisZP3Qx9R3kdDaccGC3TQQMKNciWRPpKYxSnkN6y1GhNA61sPoxEPnKMExAWAKHaxMbZu542WCBw62IS1SRyQaqWiuWrIrGzH7buwLKFKsWGLB71RN2CXmghqIIp1ZZ1BCqt98nJ4GYoUrGdGuKp8nAWByKXjxUhxSreSlRv05hhR8eFm0AWWIebrctf6NnFVzNCyWMwCYpDLu1rqzEKezEIVSHtW6I+59vT0fg4NAIp44AzG2jK5odKTI3CF4x5CQG6G+wOeccT6afGVBlGA6nWM6m6OYB0oFoJyvoJJviiNej7bBg9m/5lbniwpKFQKnMU6PffRPA7H/FgB4oYbN1SZKec6otGueY6nUwGKxgXc/6kkNZnPECgmSBha3l7G4vQI3HcNLJ3CpWhwzridAxfFRKcZo1Eto1MoSu0QQivbOFxZtLDoG/vmnfXz/p3Q9y6GaL8DzEuweT+W8/vZXlvCt31hCIxygHg5wNAhwrxvjw8MIH9yb44O7HuY+SToGQpIkbJJX2MfQ/Q3I53LI5ywhVfNOMqMY+ekc1SjC5y8t4PMXF1BkXIOqYzIZ4+jkAPPAw4WdTVw4twlQpepFGEQhukmITuyjE8xxGsxRMQ1UTB2OacExc6JUf3J7H93DPp5//gKef/4i3r22hx/8+Ba6YYjmSytYfGEJz9SKeLpWwuSoh+Mnx6LgtBZMGJzPJoEUne/ccYjruy7efjzFjSMSX0m4VdBuaCIaWipbWC5aKOd1JHoikUW3bs5w69YMz51v4VdeXBbQ6MGtAxztdbF9oSrVLuTRNG3ZYd96NMTeySyLdtKYdc33w0Ks6vBjBcfDCD/94BQ//aCL7adb2LnSQoMKyGSOqu2j3Q6FVP+TN+b48U89DD0FXsK4NQWLGylaK2zdCeCa6J2EOD5gfjH3o1wckPAXQiEhlaKAlCAwgdSM+E4AlCRsnS4gOQeKSkKLDSU1BSjkniWcjxD6Y7mnOKeR6BSMfQSTQFyp7FIeampAjXWEXojZiPEUvL+yfrXadlBrO1DMLPOUw0peK8HWitmOJQRGQxfdzgh+PEehoSFXzQRlvDeVqAA1KsLgv1SCpgnccAovmKFQdVBsVWFZdShRUwDgIHQRBC5iwSICqFYPev4I0HnWqhIRV6nbqDRsAZh7vSnGfea8kzSroVlvodFoiWMDXRo8f4LRLLvj7LIqezNGS/Hu5ecrOcnSgzIihr02ZzWCwFlxr5yT3T8tr2P4HgHjzGqSO4JGvYpKtSjkUOIJPEdOOyPMeS9w92RqaLTbaLYXEDIGx+9mPx9B+JD9mS0OqDlGV5mauBLO5lNRVPsef09TwD+WiBcC3l3M480UuaVCDUWnjsF4jM6gjwBzyfjl2T8926uSuL60ZmJjzcI296IFFffuubh7z0Os2EiUPKYzWkD7ItxYWFKxuKwJUcX1fKh0eHAoQGMMIgV7BIBr6O3XZI9GJwVdSWBpEUzVx2zSh0v7JTsHteigVsthvWlgu23i6UVL6l9+eSRFR4Z2uwSnlEeo5hAq9lm/40K1C6gu1iV2g6pl7h57nakUcQTPjcD9IXfP/C5bFVNqMKVD3QSNZgWffv48ttdb8IYDuMMBdk/G2OuMEVFQV1Tg0KJ+sYa1xSr2nkykKHqhewqFP91OH4PBWGYlu0DTex0R30X97G4l7sPZh5mtiEG5ikSbQcNSzcbXXm/g6683MJ3fwsy/iaK5iFbhRaTDEt7723fx3t++h6sxcJWtRruI5c0GmrUynDiHXGCiczJE53iEfJGELQU7qwVc2ShLfOTh0VBiBhjLduOBh83zVfz+723jtc9UEN5+hPDOQ7x1e463b8+xcm4Vv/KlK1hdKOL4vY9w8t7H+OgR8NFD4OYYuEVXN0tFk3nkDQ2ndJzrRfj66yv4g29u4nxTQ9wbwj0e4M37Y7x1b4LqSgOr55cl3vL69QMcH42xs1XHzmYdj/cHMvOfDiIMxplbyoX1HC5s5DA8mGG4P0W9XcXGlVWUSg5mRzOMDqe4fX+IW/cHCIsql9py9y8Vq2jaDvYeHGHv/hG+8hsl/M7vNfDMxQaKRgOGq2H4wT2p796IpRY2a/jV1xaxvVbA+MjF6GiG+/ezmpIEUwDSPDN+Y9gO8MpOC6/utHHvoxGuvtXB3jTErJ5D2MjhXEnD+aKKXOxDD13sn0R4734qLhsXXwUufg54+fJLePnKpxEddLH39jU8uXuAa8cm3js2sHphE6sXNrCzuYVz69tYaa6ilGvCMWuSGx1HHn78xj/i77/3X3Hv0V34jGdCgkaLjsAWdh/4uPORh0EvohZVAj2g6C6geZlqhBYfbPozK3RRRtHKLE05yDBzhYcGG80Y1bqKcl1BrqrDrjEbKPOCn0zibBihAuAMpBE/kYAqXA2LCzoWWhpa9RStOi19GaytwU8D+AQrcol8WbWGg73dKfb2pjg9YQasJoxEZqwQ6JyOE8xGzNvSodEiSecSi3NoloklzCUyjV0FtbKJrS0bG5s5rK6bWF038O47I7z7zhinxwwupy0fF/3MJybjJgt3LzV01JdMYaF2T3z0uwESgldUBJFpQ/kWVVlRKAcxPyOF4JkgBpk6jX9WLr/YOFDxQ9UGM1jIpmd+Jwd6gmgssU6yyGzlpcF/jnlFumRjtVdMtJdNzMNUrAUGnQijwxCjgxBqSACYCyMilbyFMo0q/82lEFVwRjGF6QC5hoJ8i0C6AtBBjJktdQ2NmopW00G7WYbjWAIA+1GI3cMZdg+oKuRQHsIp6FhZsbG2nkOtFKNWos1GpoZhLl6kJ5iFKY6PFBwfKzi6l+D4XoxLmyq+/DkdS5spPgjnuB7N0bmq4+Qqs5sVWIUUiZpZBdE6i+IoI0qxumpjc7sgGRankxDHwwDTXoRJj+gLRXKZtRwX4oUcsEhLW8PC177zeXzt259Hb36Mtz56E3f376PHLBDPxWRUwHScR/8oRnd/jtkggEaVLOUQXGaIle2Z87PsZLOc0UwFS2u8s0UcFRqyZSRTmc9NhI0LJtafMuHNUxztJxj0Esk/8sbA5hVg4wozrTT0T3WMBylc2i55gbBcK1VL2GbsqqniVj+KAAAgAElEQVQnJpDKHBrLQsYqJptcMVBMItQjF2vlAj77+qt4+Yufwz/96B1871/exs2PyWykWprAKnHozJKMy1eqSPgc0q7PLJkCqLLxxpyAV6ZcIlhL8DclACx+mklmZ5jjYJplXDF7LWfTKsnK7CwJ5nJgYtacEUGjuq5AZRHJIGQJnlkFMUPc15HOVbFAIoD/iaml0BQyMq4MlUqo4vzzeVx5xUF5SZOhdewGuH9rhvu3ZzBzyMggPKx4ZQYGpseJVKMZo9FMoOdiGZ6IWmu+iqJh4Nd+cxG/9tUF7D3s4cN3D5FLY7z2XAMvXiphDz3spz18dE/DBx/lEMw0LDhUJiaYKAEmCNBoltBoFnHrfR9v/2SCj96jUtJGwSFTm3pFAq7M0dIku3h1h4snE8N+iNEgFGWWYxlwbDLoisIIH/W7GA566BwF6BySuUwLSWZIW3jtGy188RtN/M1fd/A3f32C014E3WC2qI4VElTWTJyeJOgexxh2o39lfWZaUCpDBHkXpmNrsSTZkpNgilnkigqSakVRJbkxypaK1ZqJdl6DNU1gzWLUbUuqWi6hVC6jVKvAbhaQbxTQTU6l7u6O8OHtKQ46BOcyu7F23USrbsmSlkt5jzk4UQA/jeA4hthzFws5lBxb2H+dwxT9biJOEKzQ5pCZkVBm41DUWLTOIuHD1k3YkmNLcgFVSYkAI1zC0DbHLNBOkEs63kNk01CZRAUglexUh0NYjxz2uXSjuoH2igpMUeVNJ8yUJgOPTT0PgCzLU8zPJAaB71WWI8zGle9Ks51DcyGHi8/UcOWFmihY/uWf9nDtnRNceqmAS59xhB150onRp3r2yMO0F8i9S+tGYeSqVBvzXc3yBIVcknAAEapJtvzTUpRqVO1aWN40EFsBIovW7QR8mNlDPkeA+Yz2pVTFJ2gv57C2lWeMIfYfuegeB2KxyHedgD2ztSvNFE41kVyf/dspDu6kuHhlGRefXkKizdEbHwsYn9PKMozdud7Hnff7qDcMrG5YWN7QsX1FxeZ5Bct2Vsxo95NQlAPltspjBj/+Bw8/+UcP58+X8dS5spCzmD3GhVWtUkStUoLvWfDnXMypYmGWs7hUGsKwJ/8/U2/+JNl9XXeet++5VtZeXVXdQGMhiB0gBRLQSBQpiiHZVFiWzPEv/tdmxpqYiTElWZLlMCmKpEiKIABiawC9d1fXXpV75st8+3sT576CbDJuIERS3VWZ732Xe8/5HFg8wFMZXJpY5DZGoYLDyxSHF3RC13j44YCNpRTjQYbxsMB8yksks3aARtuQ4tq6TIlwpAiuVq/C4MQ4FVyyyU98CUTnJRACb77m4s3XPLz6ahuvvkbsIvDhxyN8+PEYt27HuPVFDNUv4KzUeX4F9wVVh+c68DwHh3fnUnRCdtfoVtGRE2OlxlfoewXTQYWLA1ISVLiGCdc04fklvKDOOFlUCjI2qyyeU0rE5yWi8wKlpqKie5PuNmZJWsQc5lIpSROMv7uKqOCF3jcrBCbw3PY6nt9eh01E4pgZC1GNXvZUPH+zgeeebsB0ElRaKMr6Dx5l+PBRhlv3gVv3KtxoGHhpXcczu6vYf2oflePjr/7lc/zwV5+La44Xl6avwWa+oVrgaBzhcLyETddux5DM0njAjKo695G7gWFZ0NlISjLoywTPrTbxg7efw7df3sV7h6d47+gUJ5dLXAxiQebv7QWCa33/4wu8/8kF1nYaWN0JJO+6fxJichnLkJDijdwxUbgUYmSSLWQiR5Br6GoWXn55B6+8vIO93QrXtlNURoSDyQTH8zlEt6Qwh5sXxQyTSY6LixzjES/6JrLCxPlRhvOjVAgdAXHCrooojBGFiQxmKK5qdHQ5w3EATFrDZJSi5KArqoclX6It63NozZWngEoGwGxqfjkAVuj+qoWENTo6F8IFl3o27mVvb5qCyo4mqSAS2WTgniQuUKJVrwaDFJ3Q/STNzYJNDQPvvLSKd17qyTncbbo46Uf4zcdneHQyRndDwcqGCrtU4FQKLohLfTDDgKpvXUdlMKeHWe9UV6vyvQrRigQSZvWIu68QgQt/acmR4/Fdp5CzkEx0NkaIGeSZaGc3wMqag8oqJEeHeNaz0yWySIVWmjB04txVBF0Fk4sMk4sUKR3AWYGKDm4OgFdsXN9fwfXrXVwcjXBw9xzTCbPD+Dkzs7QWaTDSRVcL5GGBZb+SfOEaQy0+RsFhEnmnsUlNpHBLlaJAlisGJ+DM8ZKcsiVjKVJkyxwZM3UlGpjnSJ7MC4nW2bnexM71hnzHzNJlbvTpwxCjs1iyxOgloCOtHgJfGSZEW1qf7d2ODrdtwOBA11DEPScO9GWdRcmjJJt9tH1xgC0T+kpFmsRS0mxiM51hQHL/IPaeaDcL7o4Cd4d7SY7wNEW5qNDyXLQ9F5MkxDQJRcte0OFhavCYl+7Qh5VLJAs/N663dO7x56OwMU/pUiZ6lHq4GnbKTY0f8SKicyoRxwFzmvkTM7uKjfJ4piCaMWdQhRnUg245ry44LC8kA532LO7Htu3AcTwZMBHhzbN1Qjx2nMI0uT7qcNZUuNcV2OuaPENqZSEaJViOExEl8h4g+kUKfZcqnt9qSe1vu7i2bcHRK/SPFjg/DvH55QSfXYwFP0ZXwbX1Nbz87D6++tQOzgZ9nA8GmEYThMkUJd26ZsBPCEeTEY4mQ7RbDdnz5sMUp49nmI6ILmQunQ2/ncBrUxzKLD022Il0YwaQgcf3xnh8byLCQoPG1JLkGUX29d5NFSs3VTSJLyWCPtewuFQwO2XecYrLhxyK88shGpUO4JYg7BdJhEUcI2MD0dBhd0sEazlsv4TKRTCBDEkpBqgS4sfMGmvPCKSMuaTp1RCMztoaky7fNfWsIlDS4dLp4nNfKaA5S+hWIud45h9znUy5VnKQHdUOpaChCgUjjpaIo4XEBvB10mEj0Hw0DB++y7MkX8z6/k8x+SicIMxCWD4HnRW6PQsrPVNoHowPiaYVpheZ1JzUnXEFUzXQcCjENUTg7ngKDo8XODpa1L8Dh7B06dJNzzsFxbqSxcX+hlKb/omA5VmNnEWD60F9d2RGKzHtfLa8gPcFG5mWINeoYKY7i++rCr0whWoQMlvsMpJzJ/8OGahzPWMJ/ZHuTOJ5a3cw7xxCQprGyGcJ9l+wpDquDSen2ErFrS/muHU7RMXzA7N82y6aqy0hCiz5+RK/OM5RTOp7nxjERI5YE7AkV1ycYkQyGwi6DrqbHoKujlybo9DmmF1RGGIK5RM2dSk+IuVNRU4CFR3XV2d2rpP1IJTnFVKNtDrflg5isXl+ec+ueymWa8Hm7xPYIhxhAz68nGPeD2HbdG/SsEB5CMXTzB+n2JnCqwaa7aY4ry7OppiPIhHDMXrLMixYOjHxJCvwRykQJZG4G198cRsvvbSDJ3f7+OyDY/RPQxlqc52RLHGpABqHGPzeS2a1ZzAcTe7LhVIjSvmz8M9jJInrMl/TEoITf9/FJEI4ortOLK+1CED3oFGBoLhQwHulIn8WnV8UQ0KdiSDED1wk0xTzS4qM6O4ypWzikW1V7t5cU+m6Njs6jJYmSHN+LvTgk8wTOCqurThYa5qY8124THFxUuD0mFS/Sp49PuemT/EunwMBICOZl+KGVgoVG3suNnYdTKaksMTyvdH56zZ0tHoUgdkoS0ZBWSI2r9I54jAWwfBomF8RzpgjWg/VTYv0Nw0uc3t9S+6Jo0GEUZ/O4fr5EUFPjy5gvpI1mrjt6FgNdLRsXQQ83EPOZ0tczBlHRJG2J67p8WmCCesSGF9yeyS2mOcvDpau8LZipCjQ23LR2+RlkWTQUkQykku6SGQAzGp7TXS8HizVre9eyxTjxRLj5RKksnIITPE91/b5JJOhGlNQHMuFa3swGZVhxnDtAuuBi43Aw2dfzPHZ7RnmCxJAKniMwbi5i6du7mJRDLDIB5jHMabLAmmRwTBj2FaGXpuYXQ/NwEWDpWvoFCWMZY6fvDvBT96dohk0cW1tRdyB9w8G0rv5wff38IPv78Mbn8CbnOJ8lOPRRMcXZ8Bv74X48F4o7zPjAFO1REp3OWmGOsmQPPNxb6PIgaXA4s9cFAjKCtcCHztBgJWGgXagwwL7DRGMssBaw8daI8AyLgSpyWSJhQ7M1RLTdCm12giw2migbbtomHzml3h45xEujs/x0gvP4OWv3sRPPzrBD392ly1NvP7OM3j59T1slRm2ihz9/gCHZ30kRg53y4Pe0pFEdSYmRRhEpj84T/DFUYzbJzEGyxz9qBDS1sq6hu2Og72Wj9WGBc9jvxG4+yDCnQcRttjY3/HQYEb0KEYxS9Cg0KllouMaUjRpXo5ynI1SPB4tcUCH27aHjS0PHs9MJJNGOT57NJfa2lvD9t46OlaOZjGDqS2QugnmSoL3fpPgvXdTLDIFuarCbijo7ajobnKNNUUkdtlPcXoWYzEjxaEWEpLsJWaIZR3ZRbqV0ERIiExjxGkCzfagWz4qxRWyAfshfI8MGjTyOcp8jkLNkGu57AMc9FJASAee7dvSByE2mec2ieehqUYQzIXgki2XRLdMyGzUkdhOR4p9XA6Ak2WG5SKS+EhSzNorCqaTEJNxiCSykSU+VMWScxxR+ylmSCsKqC24ngdNaaBIWygzrp1sZOYSs8eCPkBlnKDABDEHwDEHwLaYakgKoGgjnGSI54oMgAO/hcBvi6CQQ+AkX2C2HGIejyQuhsUzAfd7IcpxdsIZSkIqJYfc9T2L/5R9jl1KwW9riBfMZK3zghkbRPQ877J0RvueISLF2XSO4XAshoQ0ZtY8YyM8eA0Pik4WboiSBBOShVIVeWShiMyaZMn3CymyigIkCmaYLUz0f+0mFsJSyghCSGSVy7OO4cM1A0znS4ymM8k75mCYxL54ACki5nee8rCzZWB7hX24AvceJrj/MIZqtqBaTaEA0sTF2IV2N0OrS5NehmWUSpRl0FHguDWxhvFEgxMHg2MXOYkJvKmy31xm0PMEaRYiS0OUXFhsB72uh5tbPm5uWLjRq6Ru3Z3is7sziZ5sBLaIP6PKRlzauHc0x/3DELA8NFd7aHabCJo2XMfAuD/HuB9iMlxgPFggYnRGURs7ui0dKy0NszjBcBHLPnvj2hpWOw3E0xDRNMQwTDGcMytZleiJoGGi07LQbVpCiz05WiBNKmiqLufjcB5huUikP2PZuvy8pG+RckI3OV3AjKjgWsHhr8HzAnVOuYJe28a3v7WG73xrFa55Asc6gae34WvXEV9a+OhvbuGjv/kMnxqalNKxBW8eOBaMyICy0IWaN53FQjmhC3t708YzOx6euebD0CoxPfzmoyn+6V/GWN+w8R9/sI3f/50mMJhDGc7w4HCGh0czNBtt3Ni/hqZlY3jvAKN7T/DB41LqfljhgOMEkhbWVbQ7Ki4GJS76Bb739g7+9z++gafaCorLS4RnF/jgJML7pxGC9RWs761jkeS4d/9MxNlbGy1sb7ZwdDLF0ekMg1GB8bSOpHjqmoWnr1lY9pdS3ZWuuGO7zQbUGePQYrz7+QXe/fwSkc0sAg0rXR/XOg3sNAJMhjOpb37TwB99z8HN3Sb8qgNtrmPw+RMMPj/A+yMTHwxNeE0HN3c89Fqm+OEogPvs07EUOwhqlzjoWjTmWipe3O7ipe0VHD6Y4otPBzgMM4x8E/Omib1Ak9LyCGVM4kWBgwsdk0zDyk3e2xT8wRtfw7fe+BrMMMLg7gP0zyZ4HDZwsGigtbmG5sYaVrttrLcaCHi4EHMTe/hzqfc+fBc//5ef4ejiBAWpQYYi/c5m28Dhoxj3P4+E6KaoaIoMk+xyqMyyqBHFNXanzuKk45cY2pJ87JLNZSpcicbL0d0AOuvMLbUksJxD2pPDQhzAXw7K/tWlR4xQDvTaFm5c97G1YcAmx1wLZcFNiF+kathnmLKGxmobjV4bt29PpC6Pc0wv2QSomx8y6JQcnApBy0ajS5VkhXkYYz5nY6NCSewF77kJsNFz8dxXOtjedVBWCxTVAvdu5bh/izkk9B8YdT/C5GUslmYplRhEABoup2g1wpRKnkqCDzh01mQQw2Y9kQK5+PepZOXiVmNy2MDRQBeTIkrfghkzSg0WliYRsx64CGiGFAeZvFRI5mpWY+Y4SKOjqLdhobdhIgwhjcdwlCOdZMh4oMxr3jlVUYbG2wmHBzx0Mk+JStQKwRoQrAN2V5VsJ36Kk0cFpg9LuaDxAGeadeA9LypEg7Npm6tkrBfijHCsEutdAzsbjuQ1djxIea4pKnM20oimKzUNl3GFiwj41T8u8ct/jODpCZ7ZT9FbL5CtachWVTz4rYL7HwCLSS4fuDjc+NCqCryihJeX6LRVdFdUlKYC3kvHCRCeAfPzejBrMBeP7hHkaDjA7+y5+Pqeh5d/9y2ph+eH+PGvfoq7h/egBLk8Ywf3NTy+r0kmY8LhQFyKY4IH87Ky6qwFDkyVVBp2oriWp456Crpha4EE3yLJDGDzzM5hODme/oqPp1/wMBpkuPPZAhcnqQxaqO7ZfgqCgc4yFaNLHUtmVKmZZMV2Vyypkgo6HrJzVUwNFDU02iWanRKLQYHJaQE/y7EfpLi57eL1P3gNr//Bq/g///MnUk8OImRLEzkbNnmMqohrLCgdLHYF1eWAtoTusymjQAl52ubfmYlDj5crPpOsL8M0eXhz6a7ncIGDBqKoNR4eTcGwT0ZxnRGs5qIUDjZsqWW8xDKK5MChseHLZlGoIGeGHLMOYiII6xxtvhc8jEru3ZUL5O3vbuG7f7YHp63g3uNLPHg8xJNHMZ48jmC6pQz9mdGh8pKcmJif51Ira1R9CzgL4TIV1Mm1dR17WwaefcGROry/xBe/naOh6fjeW2v4xqstHFd9HKOPDz/X8N5vLYzOASdL0HBz7LyiYvtVFUnoIA5tfP7bBB/+yxJ3Pklg6sxIs+p1IE/QXVOws29i/6aL515sYed6gId3l3h4NxLltBJxOFCgP0gwGhNHUqsU5QBAp6xF5bOGnT0b3/hOD299p4e/+esL/M1fX0pud9BjXq8Gi6glg/ncOQYXNe6HLutaicjmCl2sNWbG9djYJd6VF4dUDniiYCQem896mWGla+LGdSJ+mfe3wMlxCF+14asOVhQFK6iwzuFuW8daW0OwayPYszFIMjy+WOJxP8HBMMXlosBTuy08tdeW9YhD6PkixtHpFJfDJbqrPrq9oHbvxhnOj3Pc+yzHoF9i67qBrRsGziYpzqYJwpBughJZRExofa73TBsebcSlIvhbouDoEuDghGsWKytLUWuzMaoVRL3RTcu1tYJhFbCIF6fQiQ1slY4Q/nnE1ZAwsJSfS+zyYpniHqDWWM2Czylz7mu3AtGuzAl+8bUNvPjaOhxfgWYWGFwu8NG7l3hwd4yvfr2JF7/exOlZhHv3eOhkAHY9YM5zqlwpJKLIypLvQfBFVYrqy/xxNtML5vNp4vbh3+E2SvitChtP61h/ijmObCpRTFDiwedE1oWSLUw6wkrPxuqaK5SLR7djWZNMr4TpVWh3FSmJBbvKP2cGrVpU2LnWw85uT5SbURZiSIzg5yUO7xSI51TLpnj96z7e+YMG9p8x0VqrZK3SzlKprEyR8CLRNdDbDbDMTPyX/zzBf/m/pti7pmNvt86wCEc89Op45ZUOXnm1i7PjEOcnIcwyR4dZNBRhNIlv1NHu+WivBig0H4QEZ6qBzAQSo8SsGmNaTXB0vsTBcYz7DyN8cXuBw4NEhrksqnAt20RaFFgmGdKqlDxNVlIkgpvm7M3i0GQBJP0CZqLg339/E3/2pxvYumaj09PRHyzxjz85xS9/dYHBXMdwZiBh7r2eXOFaeT4w69yfpoej+zMc3Z+KeK63qaG1yqZePVsS90gFzIiwPipRLA10Ww20Gi4UjTLSBJmRITNzpGxQZhUSIs+nkBI8OC+YFoUNNfaUWY5sLIWhjkXIZ5/EEubuVTIA9inUSHUp/uVVlYkjxKkqdCwF33ujI9XyK1hmhpNZgh/dnuGf7i3w+FjDo2NmApUItBKbDQM3Vl1pZnx4NpdiM91UDMlw4+CTF8lJuMQ0XAoCWpemGM9VlWTqZTMgIx5aEuZUcRByuPD0agM/eGMPf/zSNiDCdA78L/Hw+EwgFWvrPWQw8Q//fID//osneOMb23jjrW2cnYf4+OMz3Lk9kLORShSloUhUJZ3wPM/Q3VIww8Iy0QRPxCr++NUO/vx3etjYMXHiJjhUI9y5N8Cdu32s93Tc2LWFiHE2WeL0MsHjhyoOHqqYjjXMxsRpMnMpl0ZmRIHX+MoExsF7S0G7p0quUxgSeVYh50BlzrgNIsmpLGGvvRaq8JzBwyLP4hwC1wNg4WPCkfwpA3RlsRlThBUqOthyFfaGDWvdxnzAfMQYWqnDNW1phPBMQ3dTtTBRslQOu4kUK8CeDRsSf/LWNv7krR00OgE038dRf4H3Pj3B3SeXqHQ6fZdo0OVD5+YiR3+YYh4x7oQBkBZs05aaTShomksuqzygPAeVddwHm610SUmzl4I0UxX8Pu8P4gIuC6yuG7j5AhuwJkbTGEPmWl1UUlRr0+lOlCufL+aTj45jjI9jyYGU+TKzeTs2zK6NjW0fm1sBhqcznD4cIpzHQpyh+4VnVtNmMK7I9lFFFYpZfVYhqUeiKq4knYZXUzNMjyJKXSrL68Ebox+SiIOeQtySbITVzE1+cXTW8pxTyDmfArbehofeho+g50rsDPGk9z68xNmDqTSHiHPjAJhuN64VxMryXRduc1HBahJnrNWZZCQt5RRUlEgnHChB3BqWZ8PyXRmMyqBDMTE+HUqJs4LnWx5hHWbwmtjc72Bjv4vcmiGz56jSAkqoQE1VkInCiooIURkL8Yf5TWRfUBzIc6FFp6SqC1Gnyji0oJudmYnAclYhmlewOQihQKCANIyIRebQOl6UWNv3pGyiQxm3UjA+IJX8VNXSoZi8i3Lfp8O3/v9Lmft+RW9yHA4EA/nMKdagEGo6mGM2mKHicIV76IqCxm4Ft6tAYdMsMuXdY9HhmHNfWOQIzwoRFD69HeDprQae3evgues9Obe8+8EhPvriFItmjmUzh62Z8FQL20ET11c6uNZu4nIyx8V0jtNwhpNwhpDPlmoS6oeU/64y9Fwfq06A6UWCwwczjIepYNQVy4DXzuC2MxmCBoGOhu+h6azAUpt48MWFFM+OxM5S3MUrKGNntl+0sPWiLaJfxSoEs9+/U2LyuEIx11CGKgotRa5mcFwXDTY6dQNhPMMimqLyPVQkMQQZzMYSuplByzRoqQYsNSDiesrMaAsZ86+iBFHCiAnmeOrIUopaI/ksr8A3NbaYy5ttQHcMtFYNrGwa8JpAUkZIS6I16XAmTtmFaQQyAM6kCchmWoKU9xMuJcy4z3n3qotRALamYKXjYq3nyx0nVGeI9SUUNhtdFS0iiwMN0/MSJ3dTTI5L5H0VxUBFnKtICk3QmztbTWxteFhfI5ZRxXsfnuM3H12A6X+S2UtRvE7MoioiQWYdsgEjAg/dEEe8ahtf0o/lPaaUI49ipLNQsH4ukZW+i1SJkSm0FxfyvnI9M0pTPmvin5f9pB7uMv/W1uSfFFsQUc8SmTdxjuxTkPCgKCjmqdTui47UuuehU7rAVMN7H03w/ocTlI0cVZChsRpgZbMjAu7ByRiTs6l8x1pK4Q6b2LxIcCBWZ0zXA2CetSkEVmD6moj/eT+z+A40CiwY6xCSJsXYA+L0VdimDsdkhnAlFDKKQJhdT+EmBSr8sw2JaTHFsU/BBhGxVwlM9cFUohB0cdH6pEKsd8URPGeTfDiuY7i4VnHgYBTQOFQn/t0h4cKD6bhIYg7gQnFNMucxjxTYVp3RTH0MO67sIyQ53bgVXnl5F6+8souHty7x8S+fSPa1/Cj/q1GZYZBcPEW4SfEGo48sOA1b8P3cX3NkyDjhUEqYkrlOSZYhhKYkTBER253ys6h7RoruQtU5xCBNjtQJ0mRI38pQYIyimqDd9dBZcSUnenJOMWksJgI+Lz6jjxq81wEp9y8O0z3y1Oni1aWIfyY62LcUbHYs9AITy0GFRb/E+XGG08MUiyX3HkUGwE5Lh9PWa+ewUiKmSGrKfUjF9r6P7X0PY4nhiOW5qbQCtq8JHaXdc1HJINtFlTADd4Y4rIWazOGNFjriJXtSND3kcDw2j3l2NGEZhjj2BxdLDC8XIhITn4MGOCscYHzpt1DQsAysuCY6Dt2aFhzTwMl4ipPJDCaHRA1Phn2zi0TW29FJheEJRfGKuBrlTMLVmSQ9vlcqBGW9vuOjUCuEcSr9hCWzEuMMngX4NtDyAnS9FTSJjaUhpVRwPJzgaDipSSF8PBiNxmFtVIC6e9Z8Down/AhVuC26phWsBcB6UOHgQYEnDzhsLkS47Ls2XnpuHy8/u4dldo5FfoZRSpesgmmRI61ilGoig/z1poHr11bw1PUefGiIHs0wfTjDL24t8cvPFlhbW8XN69vyO3x+5whFvsR/+otnpXB0Dzi8h8sxcBL6uDcw8e6dsRTJbayUpBGlQKFpMBmJxfxPPYamxzWeukFHsALf1OGSLNPnuaTCVk/D7paOa20XO24TPdVCNZmimk5wGpc44X7Od9G1Udoa0jSUIdDO+jp2Ntax5rXQ033k8yUe3LuD05MjPH/jOp6/sY+//+wc/8evHyPVTPy7330Jf/jaUzBOT2GcnuBwMsL92RgJe8t7LREEzpZjzJdjBE1fnGPDcYmTswyPjxLcO41x9ySGvw5468Duqo9nem3sr/jY6Gho+RruHyW4f8z+YAJbT9E2FOw6HjYMG/NpjPk0kRgyjwIkixhhD8Olgh/dGeJ/3Bng5s2WiKDXmgoaeg6zygVzymoFa2g21tDRUnTKMbJyhnvFEvejCLc/yaRi9nYMiptUtI9mFyIAACAASURBVLd1NNcNuLoB1zBEHHvENWHOQwH3BQ4sdXhtA4thguUwkfcqaPC7I1lzKb06xXShmp68p0XpQlNseYcczgSwhIaFUNUiEgMLCrzqUALTM4UKkTGWiRmbpPJYNhxDh6Zm0JVU+tnskXPQtlhwjVBhNFdhNHt11EANahHqRKel4uk9FdvrFZ48PseTg3OMpwamoYNSdWF5lvydlTlFaU5qGgZ7nCmdrg6KzJYhGytouAgCD5U6RFI+QZKPxEhGPC8dpRwAE9HM74z3jzSk+Ix7kiO/v2Xxz7LFPR7GEyyzCYKOLqInvpcZs5MVFRb790Q/Rxkyij+v7uRyXr/6F3831nKuSC/Gtmy0Gr7cfXJm9SgJtnea2N5uIknmmM2HmDBKcWBjOrTkvEZDEF2cfotUDe7JuuSPJ6GONDSQxEuk0UJ6sVx7eL9RKBTjeYXZzF/GVXLQaCnw1zVxW+ulAa00JH6Qw0LV4rBWg096waTuNWzvNbD3bAsbqyo6NlH+Me4fZLj3OIMTrML217CMiIAOETNCxF/A8UKEy1yMXX5TxepmLRTlAJzznMtjoH+iIFf4fVrSc1OWCZQork1VZo6cQ1TNxFrXx4u7bTzDvPN2hI12hGG/kL5hybgZ3m8rDZNIlzroz6VKw4PbWoXfbCMIAjiOg8VkicWE/fkJzo9GWIZsENVkjGaDUWkVorJCmNMUQaKhAVvVhA7FSghzrkhStWR/8xsGbCOHbRQiij4/i6VveYXvuIqpuSL98ZxB4mXB6MCakGR7uvR0ODTWlQoGtVZZHWdEQeLvfmcT73xnA0+vRXhqPYKt2CijJibHBT7+4QN89FcP8KBh4WHDQu4DrltAY5zYSEE6YaSBwoA5ZHqB1MjR6+m4vm3jmesent5v4qnrTfzkpwP8f391KrnLP/h3Xfz+2y04mg1bdTAbMju5DyXSYWW+3APC8zHCizF++TjDrw4yHCwr9Hk9tYG1noJWEzi/qHB+AXz3rV38xR8+jf2gQHJyiPnxET5flPg8rGB2WmisdsWxenHZx2KxkKxsvhtn5wucXSwwHBaYTOpIkb1tU3r5jDopwwSdZhubW9tYbbTQZrRIVOBHHx3jf3x0jFCjS1fBWsfG9RUfN1Z8Ie5yb3/ppRJvvlngWteGGzeBsY6ze2c4v3+GRdDCokExiQJ1nsOg4LrnwOs5+PC9CzH2LCms27BgNXSYJWNYdex2mtjttDA8D3HyZIyjZYYzXcWlqWKjoWOjwTnqAotwhog54amLDDaUpgE0DfzJ22/iT975GlqMxR1RrFJiaW5gYWxCsXwoFOlUNEiGyBYTjC4HmAwGyOKh1N2HD3Hr7j0MOVxyDCgkXnkUcjA2KMbDLyJMOQCG4tQycnbUuVgQd8ssG4vuBeY6qXD5IAVEHlWSK8UMlWieQ9NzrGxWaK+zgUPMrInRoBJ0DA9odBVwqCX/qqiyBGyDGbwW9vd8rK6YSMMQabi4Uu/yYp8jN1Jp2njdFXjdLj58f4QPPxhidJ4j49CImwRVglTsXSli6UJ0PFtwbhz+zmdUF9XZVgab5kWF7Q0PX3mpi/VNB6cnY5wej3FxCKk0EfuBHJxhJ1DspEaNkpLFxftfherEL3EwSndoPSin24NKfjZ0qABg3hbdTGxIsCoOZitLLlilnaGyMmlsSYOLTVfShOko0+j8rLPhOLwV9TRlUXQM+8x0IjJEFyb/YqJgdklVfCGq4irJoRVER1GFQAdDrdzlAJibc048FAPoN4HWpgI2sJh9lSXA5EGF8YP6clX3t2qnGzvF4gJnnqtDpXOJIKjQ8IFeSxc8wnrHRMNS0bAVeK4B1zVrFZPNS7CGmBk4roJf/HSBf/7pUpj+26sJVnsl2nsOOrsOPvoww0cf5pgO6O6r0VDMWuEl2+EgLCnhmAVsqxCnhd4xoAY6hgclhk94+SY6pFZkc4hIheEfv7GGP35zDY0be1J3jg/xi/ffxePTA+iNEkajwv1bitRyQndgxahNEoVEcUOlalkS0cABMLOsOQCuDydfZmT96wBY5YbDZibVrgy4L3Dz+abUxWmCTz+Y4Pw4vlLkKuht1VXkzMvREUUUvzFLLROFBosOEmbJ0FFS8oDMRrodwbBizI4ZDJ5hzbbw5jNtvPhMC2vPt7H2fAt/+X8/xl/+5SNcnPHAxTY6P5sEVcbmroGCPyfvqkEFnUKLoMa9YmahmplyIU+SVDKUxJXLYQEvqwYdZVQ0a9Kg4OLJxow4SqALmonoFKqcNSIUGwq613yp6WwhxUwQfs4c+tYYX7o7mONK9yMvtjVqUdTPVMEbVKeV+N++u4vv/dlT4Or77nvH+PTWJS76OS77OUyPxYQFZnRaKCMDy1GO5bCQ3N1WD8izQnBkvlPhhecMPHuzdjuurKk4fJDi/icJuraJP/29FXzra02clCOpX3+s4he/tjC+rNDSE6x2czz1li51cWji4tDCZx+k+Oz9JR5+kcChgs9iBh4dKBCs7u7TJrb2LKxvu2i2LNz+JMEXnySIJxXKEJhPUxyfzXHRX0pTh41JaTKXfM8UbKwr2N038do3Wnj1rTb+/m9H+Pu/GyLVKnR2DASrzNCsG5VEX7LYUCWWno0ENoM5SBfEWkZFuCYqTPboOaCkGrCW0nD9qf/v9oqF7d2GDPsfPZ7j4eM5HAKjFBPNKkeLTmI1w4oHrHgKertN9PYanFtiXnBgm+HzJzkOzgvsrDdwba2B1bUKq2tEj6d4crTA6QUvipYUsWfxkgj+HIePmH0N7D9vYv85A8eXGY6pSJ8y453rqQArRPQR+C4Cz63zUpnT9qVjgMIXokYpXBHcee1AEUS+5KPWCDOSLPg7c+3WTSrPGRtgo8htRAsq9dhlzKXtUmdg66jYyCuJ1WRzoFaLCxMgK0UI9PV39qWoWD0+HqFPxAzxdJMU67smNvZMnJ5EePggRBhmkjNFBBOFGhx0VYUpJQNgYuMU/m9UOaQTVcd8RkGUWYoM0xpNBc2uivUbCtavM7/EQBaZGA8KPLpdxxUETTpo2OQyYNHhM1VwdlhK7pbTzOA0c/iNCkGDOfY8lBMDqmG1B6kVNgh7gWBFB8MYRwcx7n6c4MndFCttoNsG3vrdJn7vO12sbeqYR7V7OnqUInqUoNFV0dnR4PcMyQIdzVX89f8zxV//vzNsbFTY2GS+ZiXOV+Q6vvpiU6p/McPgcgYtzREoQGCqaBIxyjywdkPKND3ouiv5onQ6+T0FhTtG7o5xOUtxOszx4EmKW7cTPHqUiLp3MWE+X40lZE491fxsjrnMBWyZiDgwSDMomQIz12Dwn0mFjqnhP/z7a1JOwMtKhkcHc/z93x3jpz+9QKZbyDULUZlhyVweqjdlOGWg0fBEiX96MMfJwVwub8wibK+K1UCKeUSLWSXOpGSiCNGDrgfPobuUOa0JtEYOo10gY0bjtJTsY40Zt5kqLnc+7xSPSf65qPD596tYJgaiWBc3OdcGiqEt5DAVZl1ncqYrZLGvYy30uEQLwJ++1sCfvh5gu+1gxbcwzoFfXSb49VmCW/cW+PReiGhOykqOplFhh8+aDRxHdRHJxLeHeeC8wNCREhFZt4xFfKQxP5V0GY2ZUVQYl0hG/J1Ej0iPJDLo2Gp5+L2nenj7RhfX1h1cW3cRLkMMpmMxXlkNX0Rhf/fPh/jbXxzie997RursYoLffPAYn3x2eiVgNOXyTEGbOD/pRjJUJMxStgyowwTqIMG3n+vi+68TFxzAvmEB6xo+uXeGT+6dohVU2FrVRHwUqxkmyxz37lS4d6fEdKJJsTHCd5eZ2MlMQzLlunM1qPBLBO0culUiTuu8S2KwWXKeZLYhXWxfZk5coWsZQcK1SuIUrjKAOQDmek7xC5v1xaxEKecZFe41C86Ojdl53ej8cgBM5D1zBKWRvDBRhJY0qEujzpvn8LcTOPg3b13Dv/mdXUSFgot5gUdnM3zxuI+DsxEi4huzBVpNFc2WJq5GmpfoHi4rnpssEduohYHpgGKTEPMJnW8chtaHaaLtmcfEewKfUWbv8p8LNpWJrGZjiyriLR03njPR6ik4OopwfBxhzjyqAc/gCjQacxwFfmBIHu70JJESRCRFer4Oq+fAWrHRYkZk18Ssv8TweC4uHQ6AeegjgpjEDarii4jWUdKKNcmZz64cE3SyyjvNwW/AdbkWBUrTh1jegg5m4iwZ0VAjiemOYn4mJQ0851QiVKrvL9yHmysOGis2ersN9PYbmI1i3Pn1BU7uTKBLLi+HAVU9AKbYqKxFE1+Ku4gyZFSN6vDczDW8QtovkTHXUNJoOKy24LZsBC0fDd+H57iYnI0wPufQhHtNLu5cp2HCoZi35UjGeIwZ4moqe64uOdWaZD5rRNpVdBdkiCtmILF3R9RqjTnlIJSoXKT8HEk4KlDwXaMQlZ9nosKxalcn6UfzOYUQpewDxFRvXvexeSOAxXxNChuYTxfGiBcc2MulROJQOKv/UljJf8odoGDOL4kLnjgj2aDk2YDNnuU0kjxX5hYTe9dcV0CjcMzmdB9orFJ4zCEVnW8kaBSI+vzvgZubDdzcbGKtHaAb+FgmOW4dnODO6SWKDlB0KgSWjabpoGc5WLUsdAwD/VmE/jTGxZLZhkvMOPjK62xYxSQmuULXcqUW/RznjyPMxkRr1kQHp5XBlj2aZx4NvusKqsxEA4cP+lLEN7INW6fD8mzHAbCHra+6KNRcnD3Mu7y8XWL2hHoCuky12smj5rBsfl4NoWgt45mU1Q1gdgLASVHoc3DEr8Yq1JioYx1qrMPUHJi6K83TcLmQJjKHmg6JLlzn52GddS1vCAkHNeJevYJtdNaYnW4LGjyMQqmSZ6CcGFHGQLABTfwwBaSx3Jv5DhWLEvmcwj4VFVV4dNUQkaqWaDdsdJqeiHxje47EiaEQacFiHmGSY3Sc4vRBhulpCWWsQZkQ66kJuWB9vYEbu12srxLTy3t9gU8eDPHJ/SFihQSCOhpLsJi80oQp0nnt7mdjioN73bOhMQ+RTl2eLUmH4gB4sUQynUnGnUcMcOBhmS1kPaUwl++yROnQQRUDyThHMskECcx9gQNgGQJfDYAlc5ACCeYhGowI0OXzKuY5inmGm68EeOaVAJuuh25uoxqp+MUHQ/zit0OoqxXUVcBp2vADBpQBo6MZpuchDOJBK+b9UkTJZ+t/DoA5lBX3JWk4gi68istqkjpRSH2Z9UoHN7PMOQAWUZesZdzfaqxnPQCu8fPcF5gHaFJEK8PhRMQDX9LLeDyR+6HOvgSHGT46Gz14LQ9ZuEC6WGIxXkp+rWTwElfs0OnKoENAsyyoFoXdJfKUhIgc0Yyo/0ooGhwUcJxecH0gsU1yfFU8/9wGnn92Ew9v9fHpL48xulyI84zfkzi9Of8s6GqjGrRWOPFeQCSq3bShMNLFKGS9pLiQ91zJM9Y4MDBhapbkHschscC10Jx7BeTebwmViIsq7x7iAiZCOx8jz8cSBcXKokLoAYsJ8R91G8fxmbPIPlB91uW2Wxh0RBe1AIOIfJ4Z8gwOUbcdE13fQDQuEY0qXJ7kuDjKsVwwd54CBKV2iXWI7Sxh6HSwMTaNi7CKnX0fO9d9jMeRDIGZKVooGSyfKEhPfs6yovnCEQewknD/ZX5thvGYAh8NS4pSilrwQ+T96paDdofRc7WDfnAeyRCYImmKxBldYXcq2ITxsFmuAq6mi6CbA+C1to9mYON4NMLxeCw4dstzhLa0HKdYDFJcPinRf1IPgNkbkQGwUkoDvsaWcwAcYP1aIELR6TLGfEnBdh2nYOkFbD1HYLloWU00TA++YoCS9NPZTIrua8meLCvE8xJFXGG9rWOjrWMwynByRtiqBqvjSE76RiOXenQ/k1rMa72Xa9l4en8dN/c3UOmXgH6JsKowzU1MsgqTZIllHqPbULASKHjxmRW89sIavFLD2cdDHH06wfsPErx/P8Xm5ipuPrUl55Uvbh8jT5f4D/92Hz/4/nVoZwfQTg8wmqi4XPo4mFj4+DjExycLMQCxoqTCghnWoCGAQ0Se+yKUWKLVUbCyyvuLJsNIEzrGZyVGZyV8r0CnnWG77eHpdg9rhoPF2SXC00v0tUrK5H2p1YDtmFjOJljMJ9jZ3sLOzjZWLA8tGiTmCzw6OcD58Bz7vTXsr67h1ydz/PeHQ6iGgz956Vn87lPXMLv3CLN7j/F4McODZIGqY2HtmRU01h3MlyMpYneZTUsE+XRY4vIix73TBPdPE3hrCrxVBettG9sNF+sNCx2KK2wFD89zyWnWVQoBMqw4Gm42fGxZttwNHz2ZQaXQvFGg3Xaw0ekgg4W//+QCf/fpBZ692cMzN1fQsXPYxQJ2mcAyHdiGA99swTfb8KoYfjbGOJriN+MQH4wWOH5S4viwQFpWEhOjuSqcFR0eBRO2ISKIS2Z5nlLIXsjgiVRBv2PC65pYDutseVPTEQT/6wA4qgfAFoUnPipmYgoen1fDEqYewdToFI6wTJi9yx711XtHIkNAA4QmZB5DtdBwfTiGgSyeIYvntegnLWTARdFvTlqO04TqtupeVV7B1Hk21LGzZuF3nnfx/DUD9+4c4e7tYxwO6szjqDKh02jkcj+cQLUmtUiffRQiyiOaaEx5fhyXPQNXCtoEaXmKNCdWmTMNiGuzwYFZxkxg9qL4fury51DYTwGTYVqwHFvohmm1RK5EEp/IEqMWI66gyACYJ30aB/KYxAeuu1zLvyQK1D1/vszhFNKLcSzGKAYwDBWL5Qx5vsT1G03s32jCoBlNXWDcL3F6oOHkgBE9keCxg5aO1krtTObPyErmupBU03iJJF6ISJl9e2Zys8fFvOI0I+6bvRaaIuo7jEsBF+9xJDKmpcRbkLpHGkbQNhA0GYZbEj+G7d0AezebWF/R0LYl4BhfPIiknGANdrAmTvbxcCY/g+sv4QQLERKFHGS2NKxvshelYj4oMB2UGF2WGF6UIuQvTZ7/SFxLoUSpUCQYSZVWCpJCRTew5Sz+9KaLve1Kaj5IMBukSJYVUkZRJgr6MxWDmYpREmGUxigofHVaMJ0WPLcl2c6ksWRRiimR/YMZkuXiKsYtEQe6rhdIeLcVk1cFtSSGnFFaJHYpIn7JdUbbmGh2bTgeT7pcyWmIYr58IXEFxPBTdMS93uB+ToQhndk549E4hFfhBowv1WQAzMQazhw4juJ9LosoItHx+u+t4vXf7+Fr10187YYpw8Yo1DF6kuDTHz7CJz98hKOOLxWbbKJwvU4w7wOLEY8RjD3T6gGwlksu/dqKgd0tB2++vo43X1/DL/65j//6V0ciaPmjb3n4xpuMztjC6tomstkl8vkF8n6C/KJCMiwwHUaYDpb4yeMU//Q4xXmqIqa4zVXQbuUI/ALDMTAaV/j9V3bw/W9ex6aVYXF6hOnJEQ5g4olioHIcaJ4jESGz+VToVI5jS9EgNRqnGPZLDC4Y66Bge0PH9qYOo8ilmnaAjt9Fx/bR1XTSmPHzB338/GEfS85xTPardez5FnZ9C4WuIzc0vPqqirfeUrHbMeHOLVTDCieP+jh53Ie/sypFqubJnRmiMMcKY7FuNHDn04FUUhUw27pEsC3mJBip6Houuq6LIk6RLmL0kwzHRYnzqhIq5nrXFIFsxAEtnwvVg2E2obU2oLc38M5rz0k1bBPZcikk4KT0kFQ+CiZzGvT1TZDOzjEfXeD87AL9yz7ydIoimeK0P8LhxQhz3gsdWvwNGEYFw6xw9CjFwzuJ9H9ruZuEhtV5GjLxUVRxFfgtG25gwGV2U6DJwW4yjhDJRZ2HLzYxc7R6BTLBgqgIZ4oUkceuX8B26lxdVrOloNdT0Fs1sMb8N5s5iMTvFnjpNQ8vvu5DMSIM5yPEeQ7LX4EVrODdnw3w7s8YbpzDcYhk4kC6FFxwWlhIchPxnHhd5iJR3VK7IUq62gwFtlLAUUpsb9n4yottdLoWPv9ois8/miAKgZjfgeS98lbHrJ1CqrzKmhQLplyAmAeksPeAnOpz2jLlMkL2u4VO10W749YDtzzB6CJB/zSWDGKViDE2gZwCqktnL5saPOhyGMGXnVkMHABbMnyT4TBdvGYB3a/gtlXY3GyuMnyzoYLkgpiKK9w1LyxEFxQVVHEX17m/MtLlKuJpooBurqriOqJ6nVjWlA9sX0Xa12q1L3EdbJpdDUUMu84TpHqVqlgiT3n4tzRFMLaursFkpjEHdleXGkNXBPVke2qd2baj4c6DFHcfJHJI2l3LRT1EJ8bGdoBffrTALz5aYDKiU9uQfAqiAKm+xAyo5mwCpZJhu7ar4cbLDq49b+PwToTD20uMLyrM+kAZaXLQ3Ok18Od/+Bz+4jvP4VRd4kxZ4vHFKe4dPMbFaCAY4UwpcHhbw5PbGlLmkPHSRld5HRKJoqT6mR9E7bgR/Cq/KEH3cTjPSbGYwK9ygDmwVNDqlWgSS3GjjRtPtWXw+8l7YwzOIqytaVhbJaqwLkU1UGQmFlGJi+kCo8VSMHnERtFFxbItD5rJYHMPk9EIk+EQ8WmG+LjEC9eu4U+/9wZef3UL59kDnKf38aMfjfHjH08wGhZX+EAFdPIROcY9laWwieDrgmS1mikMN0c11VFNdNms4qhW9dVGHhWNpiOHJ17MUjbiklzeM4oHKOzgsyvYxiSH4VWwW5UMJle3m1jdbmDQX2LQXyCcpvLM5cuizgGm8EGqflL5GfPPK5mlRRTsaon2WonXv76Ot97ZlsPDz392io8/GWGRqQg50AwyOD5zPuko1pDNqbKvBG/jcOjVqLN/ownQ9BW8/JKO579CcQvxVApOH2c4uJtg3dfwF99u4LtvuTgtFjgtQvz8PQ3/+HMqdRQ8u1/g+vUSnadVdJ5WcHTXwtE9C7d/m+LOR0scP4zk0sPaveFh77qHlTVTMs04yJ7PI4zHMe7dglTOQSbp5VmOGVFSSQYzsGDxAC2ZsiUafoHt7Rx7e8CzX/Xw3AsefvwPC/zoH4hvA1b3dQSrqmxOFE8kzG+mS0mhC6fGVeYpc5ZlmiANFsflQaIU56tl1RsCcSPMjOPAiMNrx69V0lzoLo8jXB4tYel8xykGKKBZOXSTA1CuWbwI6aKMazSAVhsSOn/noYLHhwpsOjOg4Lmv6nj5DV2UhIOxKnnuh48jcXFnxO9e5UrT8cdGFkVF7XVgNFGkZsNckO8Rcf/ULVUqWh1X8lvYxIiiSJw+kh/N/HZRfpLokCGvkjqzis18DlkFz0dHNLHRpC3UzwKHL3lKVAv3Mh7acnH4EhXNw3lR0JliwqHqnGuqzOnZMKI6OxE319fevoGvv30D9+/18dv3jjCbxVhZcdFq2phOQ8xmNUZ/NMyEJMH9hI0gHmjErS9BXzQS1O43ZgJzgNroajBVUxwS8h6miTSEb9xsCNZZcyOoDpsjFc6PiDIsxV1OlKrva/B8NldqxGHKnJWi7mJafgTTj+rnwSmQRQaiKV09JvZvqLh+Xa3RIS0dTw5SfMTswLsJxpcFkrDAC1/V8JUXNLz4chsvvtQVwdFHH4xw6+MpwvMKi7MKr73Vwtt/2EWrp2IwCXFwuMQvf5rglz9L5P1ur5dIskIGmryQ8TLGQS8ZhwqxeYsK+aSiMBa2IMa499iwNQdNy0Db1rHS1rG3RxS6DrsZwm4uUJgqMsPAcK7jyYmGJ2el5LUc9meYjjmsK7GkW4+NHJByoopbgQMIIrTB7LNUQaCpovje3zDw3e9s44++s0UvB0ZhhNt3Zvjb/3qBn/xkAN3XoAU60qpAzMmEXskAg8QEOkyI/Ls8i9E/i+U8RQR0Z9UQB6RusuEGKSXX4RE5xa2IiFa6YTKuvSWaGyo61zRBwfZPiYstRGHtGBqyguchNsV5sMuhqRQl1JQSNg/lIioBrcwwVFHGMUpy5o0cisFbCAcORNeqKMYV7KjCt29qUs+ureDp3jqMVgNnDR9PdB3/7Wd38d9+fheTywTJrISlKGh59fczy4EZM49cnj0UaTTQNajlKpbLBNEigdaElEU8NJHMhYLFRYqoT5QxyRA82/B31eBZBjZ8OutMfGXFwldWTPQaPjp+AMVSEGqRYJp//P4AP/6gj7/4ty/jz7//EmbzMT754h6+eHCMuPKkKnHVE8+X4GKaYJYVKBxii3VooxLaqMBmw8JO18Fz15v4/bc38MarK3iUDKX6/QmGF1NZO1d3XMm2OznLcXqWCRL6/CLDaEQhSy5DfTYSysRAyorZeM3gNCJoViZUFq73ubiAr5rbFDWKA1hsnv+aXcp16svzhiQAc/DNdc6qsfZcizgUoVJbCAm7JtxdE/PTHLOzOvfLoVDT4Pm83nyTuYJYyDvk5hZotyxsdH1c32rhWy9dwx+8vINP717iZ+8f4s6TES5nxKrWtAoip1vrCtprREOa0GyuKboISJKFimic1TXnQJdN9/pMx6JYQXJBea5iVIJOp3z9rPIcQUFPo1vn7nU32QguYboFHj+I8PhBjHSiylCdojCtUYFGKWZeMeN4eZFjeVnHqvAl0pmduunBXXeg2XQyKUjoJiV1g7nJV5nwRPqxcq43IYfoVOozz7YeALOY20Q8MVGsPP8J0po54wu6uyRyUEQYPMNzn/kSS8l1nTQVOeOIsq5GaPI7ddoW3LaF1ac8rN/0sZymePjrIc5vzwXbLenlPA8bNUpOhodyTq33C4pDiebkAIl5fByscPhbTK9iCzR+P6o0F9qrHnprTSnikEV8lSwRp0sh97RX2jBNG+dHVMRP/pUSItnHlVNnx8UZFPncasQv1w2FTl6Sdc0chZ6DIgNGlVR0dIUaCsaKcNDMe51nwXLNKwEa92dmFitIMuLVC6R5IXmvvTVXXCHRJEcS5sj5GS/ZGeEwhGKWOpe07q7x5aDgLUWRJTBdXSIgLF58bQoXSfioTowiBgAAIABJREFUHYxZSVwmI1WoTmeaHHD+IMT5/QXWdxVs7JISUGLKHOVcgZXZsHMLX1nr4CurXcSzHEfHc4zjCOVKjqKVYZoWmGa5ZLu7HD4z51epYJUVhuMEw0ksubrcF+K0kCYj1/PSKlGaJXzThG9ZyKZcAxmJVCHXKuRqBaORwmxkcH1Fonc4XEfioFpSnDjH5DJERmQuG1SkBNiA3VCxdtPDGp+nZSZ0ntlZgdmhIlhzpSilmSUiGHKBbAuW58pgjbl5SbpEe9NHaytArmcI0xBJTKW9IsJFEFcfqXDptPYCeebnizkW0QJeK4DfChCFERYTul0h+zXRlKrD6Bm+y4zrqd0l7RV+PxVmsxCz+QJVZtcl+eB1FjOxeu0m0ZZExSuIpwkWwxi6biLoMJKkCUtPYel0CJciqonVBLG7QOZk0CwfmuXh/MEUZw+nmPVTLCd1LnZFwduyzjilkGRjtYH9zR58x8RoEmJMAStRpFy3KJ7R6bYpkc0y5JMEVZJKSWQQSV8c4IpjUoPZdGE1iKyoqWX5MkIym4OLfiOg68zDdD7HdD6DTopWj1FTKqJpLs9ZEZZSIjJ3vhz+1ihoidQhjYxTaC2v7+wUThMAyXvWrMDrr3ektmwHjUhHfFngH3/bx48/vISzb8G5bgslIWUvYFogHRfIZnQ/1j0ECfWRyBT2E+p/SyyJ3A/V+pzt88xlyjqUaREyjeKimkhS5/oy6keVoRf7FUSOkr4i52e6kRK+D4wfyoU8xhJKj2Cg6a6iYO9qaMrPVtbPCmZgw+0FcJoe5UawFA2jk4kUh7e2T5erirRIJYJEcw2oFL+yEc7vMauw4P40q9cCio14FWEDmS5aL9ARNE1sbzawtdHA4e0x7nxwieUslf+c8Qt1tiMkz5zFfVjOrdQkeFyDajS/4Sq1WIZ0qDKvM1M1EhAcoRgRexrPagewuIIZpUXpacW7MKsmzlGESlpWEo2RxBN01h10Nxy5E2UJ7+S8PFxFKGmkOyV1TBkHyWICIJmGz2r9Z8ldMyX9TZEIsFZDk2ePNbkAxudAxHeeQiaeNzqMe6OQGLAcxopUWBIFX6rY2fOws+9iNIoxGnMAXLue2bzvbbvorBLxyfutBa2IoRcRsjjFZMxGeY5wqmA+ZU+rQJFQDG9i67qPzqqFNGKGZSoRbMNzNs+JFKfYWoXVKmG1KJCSOTl4lDESoGVZuLbZxGrXw8lkhOPJUN5d1bFqMt4iRzLLcfaoxPkjCilqszXJMKSFGbwXUoRmAL2tACvbgeS+ThYx5lEKldQxOv6qCGpFN5YOV3Fhl4b8/VrGNSPFjKQtipLpeo8rhAOe0xS8sO/jheseZvMU5/0Ii1JDGQSwAgdbzRJbzQKffD7Hp1/MMJsS/WHK9xh0banGSohmdyFroFIFiGIVZ7MQw+UCfsB7X4E3nmviGy924ZXAo4/HePDJDJ8dFLh1UGBtvY3reytCG3t0n86hGN95p41vv9NGexmiHc0RhioGoYmzhYHDFDhKFVwyH3TGn6lAOCH6X5X9VnC8vKskKa5tWnhql1ERBoyUAlUNcWxKjRczQfPbOrDVCiTbdzGYIxzMUdHJ3QM211rYXemi4zg4O7rA6dEl1rY3sb6zBTevYNDBP5/jKJ7iMllgzXCxajgYVxouSg4QXbzQ7WHfbeDg9rFkBR9GMQ6LDM6Gi6dfJN3HRbKYIl1O4DmWFGMSaCjhHOhiXkp1VkwpDvp1IiF5+1MLRGWBw7NS7pXb6y6eJgK9aaCnAG5e4sP7c3x4f4bSoXGlws6GhxevraDpOvjlF3386osB9q9tSoFusCGVZgvs7fSwt7OKpm2iaZnQ0gjFYoqj4RQ/P5rh1ychprGCiUQ91NQo6fEyAsRV0fFNdHwD4/MEF0+WItCgGYr7EsUbbseQ5z6dMYRCFXcvz0UUiUVpCs12BQOtGQ3JNqdQM4sWKNMFHCuRSstcYpN4VmPfmPsD4xrbdNaV3L9NGIoD1+SZEbi8OEP//AyKbkHRLBnQa7TEK6YYYehgTZU6cZt9VLqNn9ny8P03N/DOsx3c/uwYtz8/xq3zBJ8OSgy5zlF8rxcwjTFMcyy9dJocSCotciofaUqrMdGuR1KSBs1YAjpjOCIZyuUZYFm6iF65Di4WufQ1Naq8corla8G4woGWWa/lzEA33Ao6zxXOlfCOd+6Kp2RG0vzPDGBSIRTNrUX7JqmcFIemkje8mALhBEINbAaeGAHCxQJpFmN3z8HuvoPVdV3iucaDHHdvJbhzq6Y0sRdP4mrQcqTfFzNPmMPPUEe2oNCUJjOu/zk0myQM0oZ4FjbqiEaVEiMNlmLA0GgIqftuvA9IfSk4tyiQNOFy70xyqEmBzU0b1/ZcbK7aQhpQywoffDbGbz8bw3C7UssFqQ4TEZW0uwVa3ULc1vRUkKjSW6uR58OTTCIYwzmw4F0UClJGoNFxmxTQ0hKOzzsXYy9LwdWT8rLqG7i2ZuONV7t487UuLh9fov/4EuNRikkITBcKLscKLjhTCAAlYKojxeQmFM2DbXRg6U3KquQaJ0QLskmqGFW1RFEssAwL6aElqoJE522N9+p6zqKJmYR/npjW5exo+xQKUMCVCBFAhBCpJm7oech7mQKHfSuKVzPGSIRy1034exJ4EKhC9UvyuigWEnd9wf23pm8+83Vf6tvPdvDt59oIdFOc7OOjJT7/qwf4/IcPcNpp46zbwVxNERVjzBcRJoMKU1LISIfhSMOqxKgl/SlLRatp4pvf3MQ3397AvVtD/OafT6DlS7z4vI4Xnm3i5nPP4+azz6MML/9/qt7zyZL0vPI76TOvv7fq3vKuq73BTI8fGJLAgEEAJBcM7C5BbsRy98NqQx+kP0crhiIUCikUlLh0Wu5yCYAEQRAYAzO2e3raVXf5qut9eqM4T9ZA2kC8mMBgeqruzcw3n/d5zvkdJLMOss4Y2ekMfsfDWTvA2XmAv90LZY1SniVK8t53Sow/8CSylDDFNy+38PVbq1jQYozP2xh0OhgUShg4JXgkijCyL+LzEcgsij1c0zGknmd/m9GIR3u8LilWljUsr6gSY1bmfZrqMCMThUxHWaUgVMUjP5LF68SeSi0FlhJgMcpw4mU48VP8+ls1fPv3FnF9xUSJFNqeh8PDHo4Oe2jtrGBpe0V6n794ty+0zo1bdWzcqqF/NsPgdCrmB5qCBrME908CPO1EcHRdVqOoYaGkybvizAvRDiOsrTlYXbdZyUHheZhkBr2AamUZrd030br8JjZXG9hca0BjL3Huyruuf9pG/6QNrTqHVqXAowd3eI7xYIDuwMNg7Elcp5IlmHgxRkSuU3CtM5KV7YoYWhaJyerpoxjjIWt6nqUlX4zFPA8weaFiF02UqjbsogHL4dLR607Rp0qCjbnEkIyHeisSN8N8SIQjkWzcfPj/ETcaw3ZiUbmwuCMPfG1DRY3DTJsHGBWnz1Wc7qv49W9UZUGf4ey8g8mMiOk6NKOB9340wHv/MJSmSXPdRL2lwKkmgq+czSzM5haGZwkGJ1R1pmLrZoGdWopkxpbsBBUnxsqyie1LJWG/f/jODB+9O7toQOU9BPYSqCCU7F+KNLwMzKkXFT9NAuw3EZ/DCBMWzlScX+RC1hYKWF6tYXm1AlW2MQ8d5pQd+pgNiDhlRiQPcamoUmPmA3AALGyI/HDF4S9Rtp9nKTHjTy2yuAXKi8z5UjF1Q8y8EGlHQXZOt4KCxFRE3ZDDyZldlQ/mfoUoMpU8+2XBQKWmCmKGL//JaQh/mALkw7vGhcsokkYTlT/MsLGYw2eZCEJuVDGShMN1ZoZdOJejz4+FtBvz4JHnVLIeYebJ5g0dmzd19Ocp+vMEZSfFWj2VhjqbjJfWq/jHT8f40acj9LtsFhWghgYMKpqZYDBWEUxUBK4vivLdGwbe/HoFL3+liCcPxnjyYILTpwnO9hggpmPBsnFtrYnv/t6r+O7vvYafHjzATw8/xem4g6k3FsTJ1E0wdWOcPdFx9oRqNbox5Lj1q5zaC3LuhSM+z3kQa6UArPKcQnlzcMlXnWMMW+t0rAAba3VsrtXQOfbx4MMhpv0Au7s2Lu/aFPbmmEdpyBuYuAmedyc4Gc4lY4bObGLKmEHg2CWoWg1pVsbx8zZO9ttQegmsgYIvvnAL/+bf/jZeem0HP/7oe/jHj76Hjz+O8fFHieC3FDa8eF/RJUOHSkI1N8UNPBhbMMoKnDoPaBHigYK4z0EUHRV0uSuwiBEt0FnjoFRx4LmBDDKZqzibJJK99t9gsHjNG0CxBdRWdLRWqmgtV3B+5qF9xpdQiOkgRDhLJAePhWE+AM6HcHy+eDAj+ppf7PpugvXdFFev1XDtxqI01X/y4y7ufzpFzCaMzpw4YkdiJMQoTICQgoELpiozOKnoTamOmxDZo+L2HRVXr7GBkuMSqXLmEHi9quAPv27jW1+0cEoXaxLhR+8p+N6PqJxU8MXXFNy6DehNQF/M8PhDC48/NPHk4xD7Dz0MzgOsb2tY31Zx5XoFV66XUWAeGVSMxwH2nvSx93SMg8caDh/n+YBUGAu2nK4CLYNTc2DXCzKA4guuUo6wuRVgayvG1o4l66c/DPH2D0Nx9ixuaSguKJL72z3Lm8nyPdKxz4wnXvOAeFCWpRzTcwAco1CMYDP7i/nJOpsXGXyX+7WCcpVoUhNxVpCBxfg8wOQ8hEmXlkGMRoq4kCK0AT9REaQajDCBEaRY5vB7LUcNPXum4/BARUpV+yzCK286+LXfLGJx2cJwYqLbU/HL9wZ4/2cDaVzS+UVFY6NpolxnploI1Q7hzQ14czq2YkzZtBuSUkFHFfNqHdRbjijiPXcOV3KXqCxVUGX+UY1DbB+J4orYRrA+Ljd4Wv3pJgaCeZ5nzYw47uviJiJdTNxEeZOjUOK7kd8l0XQmioYqiwcOKilZjmtmCKec4c7dTdy+u4kH99p45yf7CMMYd15oYftSFZ991MGDjzuCGBJMI/VDzI9jM4q4dea5XWDH6JRjL4nNzsZFzIKuOJJ5xwFwFHuoNzS88NIirt6oYjgfYDQbYu9RhCf3Y0xHdDVocGwOf3XJWu6eRjg+CBHHOio15sgY0CwXuu1KxINdTOFNDEx6bNBYeOElHS++TAEQ87gy3PvIw4++P8OTh4EU78WCgi9+xcKXvmJiZamChWoV3fMEP/xeF+/8eCC5yKGn4pvfWcV3/+0mirUU9+6d4v69Ph7cy2RVljNUVlJ4cYzRNMZklsggPOLgtaoJ8jkYKxifEtOfK/MZ1sB8PCVUsWApaDHzvaHh6o6F3S0dlXqASj1EccFCcbGAWC1gNC+gO1XxtDfG0/4I3W6AbifEZJ7ApxqZcwxmnDPDyVMRE3HJIbCfoVnV8eKtAu7eKeLVV5qyzntzPD0Y45N7E/zg+wO8/fYYzqIiKLooy92QLOqLNFAxL0qacNqFKpR4Owv1RUcciTwYGlaMk2fAyTPmZplYqNsw1QTTwQiz0VQEZ8yLaawSo83hOLFJCYbtBMUCM4Y1GaRQEc77I2XWAGsBNg8vkKd0ELFQSGNmpZMc4Mk7lchGKtSZ8ybN7UgFBWb6HHh9LZF1c3EZNxrraK4vw/nCOqLNGv7ib3+OP//bn+PwYI7uGSMwINQYHrgleYnbWzmFUuGhSRPnWOaq8OaRNHzVSiYDYLquGeFBJ6Xb8wVNRgx0zEGDxueDL1k+k4k472/XNNyu6rixuopr65vSXO0kXRyM+3j30xnefTDHd7/1Bfz+t15AnAyxd7iH/bNTTFDGFBVYSghLiXA+8vCk7aIzjfKYhUyBMVdhzjgESeBHMa6slfFHb13Ct7+8gWA5gL8U4rOnbXzyyakoVdc2yqgv2jL0pxL05MyVdXwUon2WiCAjjaloNuHPDFmqQdGVC9UiMYP7R06aSRgFIdSVfAD8OQlGBGif40fEAnVR3rFuv2hw5M6/TMQSyZTfN1Da1FHcMDA9STE54cCH+Yg6TA6A+Ymz3N3jzRPJTCfCaH25hCtrVdzZXsQru8t4+dIKvv/jp/g//9PHeLA/yA8TgmRlDZuhtqaitpYjsOyiLaI2d5DJGndcTDoeEyikzuGeTdcrHepJwlx2/g4X/XwSK1TGpOhImSGaRGhtlbF2pYpai0IV4uJ8HDwNcPAkQDJVkU4pasygNRJo/GuqSsQEh59cdMwwmcOkUn6riPKqA4/CRw6+Aq5Y7qmULobsYujBJtQMgiKnMpcoWw4OY5+ZaRmKZUsWnz8RGwUJYg6SR8zx5h/JPxD3dr5XFGZzUjl6ISzM/97FteKQmMEzJQN62cDSNQdrtwsy7Dz82QTdhyTm5Cp9+d5IaZcBhSIiJ8n0pVjyYpgGZjibeW48XEDxOXDOBwgUbNEJUG/aaK5W0Fqt5oJXVUUQ84A+h12wsLjYlCzcB788xINfHsnQgMU8I07i1BLhiBKGUEJR/8mkgQNWq2RAobHLCBGZUU7VIE3bNZFObSRzkl+IfonE7VxepJuCAwIfEbN82WTkXcn4F8Ti2qqVbBnEzzox/BEzmTkE5tPC0dTFYU1cpSSnmLJPJBERwi40O5OBml3RUaxYImZ2SvnicxuEAQxNRdWxoEUKjh9NcPRojNXtDCtbKdg/ZC8gTjXU9AJqehHXqw1crzVw/HyC994/RT9ysfFGCUt3HPQHEfpDxp/wd+EAh02iGAgoBgkxHDL2h8NLTeIq3EkE348RW/xZHDYQo6kLWi0d63nNynuR4ohSCL0cSi1ObB4pJv5QQTBUEM555g0vsuYgQoASs7DpZF51UF4hti1E/yTArJPC76sSP4ILAYjOZ5LvB2aD8/nVeU7wEcU+WusFtNYd+FmE/nSO6TRExLiBSZZHKczZzCujWq3IPjb3ZnBDDoArKNUrcCc8+/JhUlDQiyKC0sop1HIqtZJTZg4uUKxmInQjjp0rmpuIXUOeA3/qwzE17Gw2sLFWE3cQh8D+xIU7mIubfW1jBesbS1CUCaBM0O57ODn3MUl9xNw3bG4EJWRpGU8+7OHJh31x5zg2RQqqkDaINNV0nn1DcXhvtlrSEHi415XMc3ujCGuddmAOJ3U5PwddTxpgahpBIZaMhzciDKUnkArFym4U4TRKv6JrRTIAnkFJEjQbNSw2qhgMx7LUQobiIh+cDJN+IGelvAbhj83zs1UuoZ5xA8rzrhWNxQszeUlT4DNPBDSQTDP8xistfPWVJlYMExYFgJ0QP/y0jx9+2oO5Y8PatjGfRRgezeD1ImihAZVxEATNKwliJUXM4VU+c80fedngAJPCNsYCVU0UG7ZEOkyCGabhTPY4lWJ6ZiKytg0VhNNUBOdELVu8F7gZUpQcJphP6O4PYUj8lJ4LZ+i6SegSDmUITAoV92NSOyi6VB0det2GUyugUaygUazi/FkH5887cq6yyiZ0W4NLp0XoQy2pstjQJkqXFKHZMIA3CWXoxz2SQtggYBSBgYVWAQtNUoZUVIoqTp9M8fz+WFy6i8QAVkx4HtHnNDlEsjgwz2kNPF/Ssa3kQpQS22+xDIDld2cvSVdRKhRRLnDPD+GOKfbLB8CSg5yDoPJYtpxNLcMYNoZDb4rQn6LaNFFpmiJ0ocOPmE/JdiT5iAPW2BN0paHbco7leQgkN/iamDbYy+O2zEigRlNDpU5BGM9dIeZ9DbOuLv0XItf5y+i1DEadImIVRbqy/AzumGcVFZs7BWxcKsoAeDgM4PqB5NIy23BpsyDD6jA0EIY6jCyCTSRswEZkPgCeDoHJCNIfiN0I9QVLUKMLKzamozmmIxf9doT+eQRV0YQ2Vyhqv3Kd89ng953SBDKKUdYNXNmuY32lhLPpEGfTASJNRSq5PVQ9xEjcFGdPM5zusQ7LCRq8Fyydg5kcGkAacX2piNpSCX4SY+xSsJ3Atguw7AKUZA4lmUFPFFhEt9PxPgmRuhHCMhCUc1e5ZIF6KsKBCW1u4/UbJbx+PSeknbYnGHNIategl0q41FRxqanhvY86snp9PicWosREZKeyp61sx1jZovPYgZVUEHg6ToczdGdzFC76Iq9dL+Art0sg0PfJ/SmefDbH01MNT8/o/KpgZ70qPdO9xxO4Ew+v37VkrakZ1qiLmQPdqYKep2JWtjEr2TidjHA2HYlzz+vo0tukgJouw9mMcU0+Lq0WcWO7jJptihBNIr80B7Hu4Pn5AI+OO5IPusAhlqUjcmPBnDZ2NDS2NVxZrePKQgMt08H+s3M832ujuNhAYXEBBoeUo9xd2FUiDBDD8VMRrBYbZRSbNZToxo5M2K6K+w/Pce9hG6dBgnYK1NeK+MLdJra2C4jnU1lliTLRBZUcBgrCUEWoKBJrsbxQxNJCAUHgoj/sY+TOMVMzTLMMnS7Q7QJba2Xc2K2iSYxrEiDzArz7eIp3n8yQsQ5ZUHFlo4QvXWlis1rA/Uc9fPq4j9biClrNFQRTF+NOF2kwx9UrS7h6ZRmtEgddFFPOMeiO8PRsin86cPHzUw+hpcgSt6CfifiXPgp6VharJhZrptRNg6NQMO1yPqDopKJCr1D8kMm9z/pSl+xaJsbmUkgqyBjjols1WOSrZwa82RChO4ZterAt9lTo3qUJinV23gdcbFWwuFSGnhWhxAXoGd2OJiI/wsHzfRzu78Ms1mGV6jCLFViFslAvY5fPYSw4cY8EQTrANeDWWhl/+OY2fuv2Eh4/aOPRgzbeb/v4RS/Cuce9lsNX1nE9mGpP6C8xBUc8a6i2RHoJaeFi+KqbMQw7gmEFUHRGzORCVParaM6iK9nl7xIpMBQbamJiOvAxFbKhIigAi5ShGmM5qPDxkRleTl7JeL7KqSA6FMrA5K9Qi8gUmngoMGKzM8Z86mPO52ScYT6m2MRAuehIHUY0NsW1SyuqrJ3LRexeLWE2TvDZJ1N8+tEUAaOfIgqcbBQrjhBKmSvrz1kf81kisTGP/dItEh7z2kA1SKmkw1ZFwoGZZaNiFWHRdcuIgJBZ8Z6YKRgNx/pcqCIiyuKencBIY6y2dGysmlhfKmG1WZEc+7c/aOPt98+hOXXodl0IX+PhEGnsobnEga8K11cwp2iwqKDB2JUkRecgRv+YhBpGtajwswwB6w0S+tgjTRUU+TlLtswfOFgmEYimvqWGha/9+ha+9mtbOHt8gPNHhzKg6000DKYKznqJrFLLQKllImXONc9smQVdqcFQqhJDY+kaqlUDtboFk3RWuIiTGTonCTqnMX0jiG01jxMiYY2PCEU+qZ4LOtlT1+myZiwceWc0k1GAb8ma+wmGE9YwCoq6A0czkQRTJCTtCAo9lPq3UFGELBcm+QCYok4KLFKe8zJLhuCbL1jYesHC73xhCb/7whJqtgM/IPXKxeO/eiTrsNTAYbmBoRJglowwdl0MBwrGrN3FsJLmRp9CXtSFEetvDV/56gp+7asrmJyPcfKwi8SdSezh6nIJb7z5Ml5/82VkXg+Z2wfaXSiHXXhnUzw/DvH8JMLfPItlzeGgVq7AYb1VmEF15kLz4lzpxeUqXl9toJDFkm3dH04Q1CsI61VMIw9TbwrPC0WUxP4ro1fNAuue/LzXPkxw8DDGbJSixftqmWc4FRVHgUOxrqdAkxInlfdtv2yiX2FeOE0VGqpeivoogtML8WEvwAf9AL/1u6v4V/96Gy9smqgNp1B7YxyfDXB01sf6zrqs+5+5+N4P2tg/8bDzQk2WHibQGfE0DpEMfJy0Q7xzGOKDM6Lu85iUlUULG8sUWaaSFT30AyxvOljZKqDAGUuWoaAZKBk2mgsbuPXGt3H7jd8TEhnFnEkUw/d8zIcjnD+8h/PP7kGv92X5/jkm/TOMhyP0JgnGcwrpDYkWCVIDfqrDSymqyOCTOpOEImA6eJbiyaMUI45UGS3C5ntrtYDWWkFeARkL/88dg+JGY86SIjcr3RtsCBgWJ/Msppkxl2E2jDEfxCgWiTolX5sumjni0EO1RgeRgcWmjoUWFYyZZKOy6HNdwHUz7N62cPkWvWIcEs1lM0vjArLYwaNPPTy+78Kpmti8XhLuPgt6zw9k8EwcMnMvA+ZDslQmnodqFg4oGJ7dSrG8mgqyQ4lVhNwc9lOcPSf2Jc3dDxSSfz4zFQIzD1e0gnJIe2HEEKdYrrAW1wZDl6naS3N8UImKUSKaKwmKlVzxQbfVdJSidx5gOoouHBC5G495fLk0mIctbh66FOuS5UeDqQ3BJFpVFaUFHXZFkwEw1YfZeQblNENCxJKWr9wxledgETuXj2LzQVd51UB5ldk5+TDDHUQYHgfwBikUHoBDHQlz4ZRQcM8Gz7p2PqSke4jITH6eNGLgPC2DVJHnP4f5YfxJkiPGNiQddjwgFhWsX1exfoOKeg0JG7lBAmUaoawruHO1ii9creLDk4msk/0MvWcGvAHxITnGOkzobKKrM0Lshbhy2cabX67h1Tcr2D8d4uB0hIMHCQ7uZyhFKm4t6bh7ZQG//vXX8Btffw1/8e4HsqZpH5XFALoVi8p0MgHOn2c4389EbS8IaaIdqCKjK/tCsZk3m+ig4v3B0zbRV59P2niz5dnDfG6Ylb29q2Hrko5asSCLWRvtQwYbZrh9q4XbN5cwdscYu1RQRpiMqRyJ0Q4C9HlYKuswK5pY/6n+40FtOFTR7wGT3hzTnotWqmBDVfHGS7v4ne9+CVs3VvDnf/0T/Pl//inaXYatpwjCi04j0WPMQ1K5IeYIPh6U8oYvsx3yIS9dQtPTBJVSAfWFMgolUxTRfI5GIxfjsSdNeypx6SpksUSHjTQ0WVhSeWsAxbqCIrPVmsyycVCp2+i2I3SI8e3najrmuOqKDj3jwZJqX+Y15RmHomRmAyLTsLmTYvNSioWWhdqiLQ7g/X1X1EbMRua9wfxfw6ZjngekHNfCDBLuV3ypEi/J5gMbanRtthaBVktBY1VFY03MnJntAAAgAElEQVTBdAAMToG1iorvvGngrRd1nKeprJ98FOOH78Uy2P/yG3Q6kqEOMDb9F/+g4xf/oOGYGLleIIXfS6818PLrDXG6EDE2HsUYdGP0exF6vVDWmI3xYV7giBvoAonHrCm6YqwCkcjE7CuoVGJsXAqxvpVgadXE0qqBTz9McP+jRFyLZilvNEzHKiYjDaVqilKVhV6OP5Zti4g8wcuz0cdBVI60YgaJyf8NYmhiaUiW6kCtxevA7GgH/lxHnxlJHf8Ck0xxQiZ9LmLVxI3GgzKzDPUM5aKOajlnlPa6CUbDFDVbQdXm8LyGF19qiNDo6f4UT59P8eiBJ0ucbI6G+oKBJTYtGxrmgYt56CKem4iYacJ8wDkLg1gyBqkSZWO3WOFAlOr7UFC20xHdBMDKRgXL61XJJEqVmQyd+scpRp3cbckVEpkzy51DZpENLTqiWfBKn1qGwRI1wOJZI2Y6b5poPDRRlccDB42edMkv6KgssCHBQs3CeOKh359LEb65VUaz6eDRhxM8/Ggsak02ttjokz3eBhy+S4ngZKanowsGjvc091WnFMAuBZgNDcyHOioVA6vrhmRDX7pcwMq6haPzPo7P+5Kh/OjjDOM+n0mq5DXUGrqsfjfC2QlRwpDmFfMgMoWo2hirmyZWt5jlneGU78UA+No3LLz1TQvzGcQ9/PCBj1/+zEX7LESlomJxQcVLLxVlDU6Aw0cpjp9HePrEx8lRgKUlRdaXfnMJX/udNXhJjB/9+Ag/+3kPh89VWc0tA61NQ/K0+kTJjEPJIeTSSb8wE/g8KLUVcfcbVK7yMEaMapyQbgpbhbzbG1VdkLSOk5NHGJVQqhriLtWJ/jMMzLQMUxWYB56s/iBEr0+HFNFMOXY/IYZupiHzEyhhhK11G7/9rVW89dYSVlZNrK5a8hl++Pdt3Ls/xpM9F4enPspLKsrLGrxQw8zVpalWW2CTm8Ki3BXo+Sn8gMhbCwWiMul8pbVZ8THoAIO2AjXW4KimHID8mYvID1BsWCg2+M/m6FAWyN6YzwTzz/M8asUgXpGHPL62KZRI5GdycaPm2I/7KlHE4p6TiIlEXO58nvim42mSeFArMVBSDVxuabjc1FAPDVRdHUtLi7j2G7ewencLDz57JOvtj3v48ccDdCcU4+TRIamRIzVTIg/ZPZSaShNHUOCRIJP8Cn9ql4mnLchzFMXMefQR9CGLAy4OziUXKpUQA1QdDTVbQ7NSRqtWESeZr80xDj0834/x/CDBK7eaePlmE6bKw/YQE2+GgWphoNnYKqvYqiiYBRmO6AAZROj2fIxGEWyjANt0EMaBuCL5s+6s1HFnvYGXX23ipVdaGCYTHE37ODgd49mTGcaTEDu3HezccjCYzjGYzvD8mY/9vQiHz5mTbcCb5iQJ7u2qTsddJJnaFP6w1ohdNmXyfEwOgeW9KjVHPvDlQe1X//n872k5PUAEJCLcFD4wFCJ6iUJsGSg0OQCOMT1JZABMMSff1UT+EjNPAQsPgM31ClZ36thdLeNK3cH1xSKWS46s779zjD/9wR6e913BKJMewsgBYivLi5oQCphByZxBLg5PQ9J4whQR41AuBJQKa17+knKb5QNoKbkv/otuJx6fmUXPduzKbg2bN0gByjALRpjNZxh3Yky6CdIpXW4a1FIGrUlXYS7WTNmonqhQOCBWKADNBM+0sO2gvGphNKcylshRDm2Yi0DRZE5I4UCAiwPriGJassXFWZoHf/AXZ64fnw9xG/CPsmZkVjCJHnw3WhcZIhJBcDEsAYdWhrjg+c7n+YoDZ+LBWZPl2fIamjdtrNy1xQV29rGHweNA8pwzEoSkTuD3lmPEpdN3MQDO3fsxyLyio5QuhVLJQrFgwiR+0TBEJBVLpmUuGiAOju841kw8YIsLnxhUYkETBcM2c4XG0kRTNEMc3ONBhMCla4Rlby4w5BJHICkYzAM0E2QGc+UpBsnRqFFoytBErHIJxS/MAucgg0Km+CInLb9eeQctQ8E2UaAjh3+E+O15BpcEkAHPOHndJPeRuKqJJDWhaXR+0AEcXuSGsUmmoVg25X1HUhOFf2zY8f7jdyDvBsPM82R9BXohhF4MBBFP3CevsempsmqJg3riYNAL5NkPrAxrL9ewdLuCJI3E2TenQHceirhAj1KoYYLhKMNolNMY+B0LanAUSLMPRFzLuVSTsxSIlnOJi6OjW4dCVGs5glaKpA7lAJn0OLedwe/zPmYjk8Lc/FYuLxpobdlobtvw1BiuGmN2HmN2EiMYZoj572dMEBHMDsSNVCnYMOwiFKsge3aQzmXVyinqpRSzMER7GmAySeTdKC5gDvTnbCTZKBQdwfgLJUqJoTsWDMfOXbpDV55Jg003VYdqM+c2RWURKC8wDz2TATDPGkKnyAz0z330zwJx3/jTGAXTwM5WHevLFXhzX+gRBhOz1Ag7K4u4fXkHNy9toDPaR2e4j4OBj/0+P3sKs86MRAW9YxW9Iw39U0/WYtPA7vUilloOClkZxayEfrcjq2jbWF5YRBCr+PBJBw+PhzBXSjCWS0jpYqWjahLJgCfltdZSpFoCRZD3dAXqMvzjOSvjniDZ7ab0TCKP8S8zaQ5vi/trBZP5FNPZBH7qIlQ9eBFrWQpzMoD7EGMBuQ3l82WpucXtyHuEexYRw0LmofCTNb4qgm6KCb51ZwHfur2AuqYimicYjiN8MghwbxiiBw89+BgPQhF5RpMUBFgS/yw3VEJSloBzxB1JV3Cug2bPgwjk3C1ZahhobNiw65pQrIYzV8QY0s+4mGKqbLTzzyQqQkYeuRRGXdC2YjojKSBL5H0mEUNsynNvoYMhzDHRsm8Z/NkpYtY0zPZt6LAbDtYay1htLOP0+SnOnp0KnYJxOsy6CBAgzEJoJUUWnbsF4qBTFf40kHMFz18UWRFNzzrftm2sbtTQXCpRxQLi4HpHAdrPIvkcrSVHIgdYr1LgS6cQCXUkhokLm+YDcahReEM3OEuvPFuY15JxSnSeOaaDguXAm7C+dxExS5oCbKI5TaJ1GeuiIWYPhG0XnrsTUtjyiDXeD0TIl6s2KrWC7HVx4iOW+iVAEBLMz3rCgM6GoxHDUGN4IxXuWJW63p3xHMLzsI7KsooopIs+gD/Q4PV0oW0kU/Z+AFRiKJVYXFylkiLXcsbzbKJi+0oJ21dLGLOvMYkw5p4x86A7wPpuAUsbDjxPlWWpCQp6jIQ4dmYA9yPMJipmYxXhPB8AN5oOdm8uYHGFe+4Ew+4UQ9JV2kwxpDnBkFpTL8UwSqSqML7AgD9OMDkJUICKa5fL2N4sYBjNZPkUrzGKjfUoe1l+gs5zVVbM+5xCMuKtuXdQlE03osnGvAGnokuckBtSSA84djFfWghbC+EoBgpwZA93R3PMpx78Uga/SHJHgiRM4KglrDobWC+u4OZSjJtLCY4OOnjw2Rk60wy+U4fTqOPlKxW8fLWCd39xhHd/eYRnpz66U6BP7KilIbY0LG9nWN5hvcHBkYq5l0l/0I8iLNWBVl3BjS0Nt3Y0kALZPo9x3klxNi7gdFTAZqOG662aEHzeefccJ6cTvPJSEa/cLWBdDbGhhhiOIhz2Y7Rpkmjp0FvcufjOVZFNDGR9C4pviQCLNUx3eo7urI1ywcZipSrnKRnad2NMMgXTTEHfddGbzUUkUy3rqJcNLBZtLBYd7KwXcGm9gJWyhQZzZxUFfQ7+hy56fiCr5NhYpsjIzPOB/WCO6YTvpwBWrQBnsSKDx2wAhP0E9w97uHfYQ89NxTVLYcftm3WsrzmYuDNM5zPsNmxcbtjoDhNBP58OIzQqPFMC660a1ps1iXJ4dNTDNImxvN3A4lqVxzZZ0xHpmHOpsUwrpzc+Og1l2XUTtSVia6t4fWMBm46FwyfnOHx8LlmOzHQsEVNM6p+tSdQHB0qXVyuyxv0x9p6c4ml7jqeRjYPERGxESIxQhGfdboy5xzqKNViKhbqJhZopQou5R7Ev95O8QPBB1Hgo+Fq+V/g+y0R0oqBYs4VkOZ3HmM4jGE4dpfoqLJt7YAAlYQxDTxbFPSrPmtKzJrnHkGEk+zFp6CD2HCHPJYz1mftonx6ifXaEYm0FxeoyFMNBIqhJFSbjG4hP9eeYBfOL2jzDRs3C12408OpmBWfHvqzncxXPfB1jniUo5FfYzzhDnJ7KXsKfx7AB3cgzqTkL4D4K1QVUD5rJOiqVqDP2YPguyek2JDSxjxTnuN44p8VJJInL/q4iGHzWytwHmNWt8gxnRRdIfn6HQIEua0OFQ3OKYWDqAlPGSBIpb+SDBNJfAjeBN08Foc/PXi6ZsCk2VT4XygbSu6IL+PK1koiFRoMIvU6Ig30f+/s+DItiVEfOj57rw2ePfK4icVWUK8x25jVhLGE+fJvNEszmCUIKnRg70qhhfWkJBdWSod+0M8FM+iK+nCU05seSZMJAApL+LCLoM2y2DGwvm1hvlbHSrEvkzz++d4J//NkprHIDdnkBYRhhPh4jTTwsLAKNRQoEuUcpsGzGjdH9mGJwBAzPAFdw8mwdkjXO7yufXXCvKRdMlB1T9k/i6pkjTYdztaThjReX8OaLLYyPO5gcdzDzdcxRxSTUcdIe47g9Rsbrb+gibqdAUxqXjGtIqajNj3aNBQfNVlHyiU2L7+gYR08iHD0NEZP2VKJIkhQ+OqcVKIy2CTO4cQAvDqQeoyDO5DubtDM2WaWe1UVIPmecBaNIFQr7TTl7Klkk4p/hcAZoicR7Fmq6nMdJByLFlucZGgKTUIVlsWYtYfdGCV9/uYKvv1LBQrmBNF2Ed57h8L/cx9F/uYd3fQPv+TqGeorUobg9hT+5iHaT8zbJdJB5BYeUJJVRzHz3i3VZdT1FKQox67o4fE4loYZvffM2vvWNO0ijCVK6rE67UJ614R6PsXcQY+8gwg/PNPz9uYZpxPufg1sAtQhaNUallIvodgsGrlKslsToEo3sB1AXHKgNG2HK6LVA+qPuhPWOAksonnmvlYv3SucZ4E8VLCyZshS6aeIAq8UidusL0CMVj5/18fx0DJ8RiU0N28tVXFuuYSXSUO4E0E49/OBwir87muDLv7WG7/zhDl5cN9AaDlAYjtAfT9Afj9FcXUdrdR3vfzrD//O9Ezw+mmLlehGr1wpYLxSw4RRk+Ds6HqM3iNFOSjiPHBz3JjjpTYTuxHkapd4k3XBmUlwwUFrUJZbWJPGFe5miY3F5Bd/49u/hG9/+NiKem3m+B4WSNlI/wuT4GSbHewiVjixvfgxvdIjxqIPOcIbB1EXBMlCwDYlmmLqZUPjoAuZyLnqlz58lePQowVAcwCayYsnAtTt1XPtCg55LGQKOJz66XQ8jWurPE4zPL9x+CvPWVBQbumA/BHuUqJgPiGQKsLJWxealRVEhdk6GGHXHuPmCg5svMH/LFN5+rxvj3kdzHB56MMsxzHIiqFYulX2heV5zE08XzlR0Oim6nQyLm2VceXkBhbqBk+Mpzo7ncOkK6waiYOADmOcWa6L8nLOgnCjY2AV2bxGnGOHgvo/OM6r/bWSBg9iMEJss3EVTns9jA556eOKJyHHJm2sk8XHYcTEA5iGaJhuq8uLAlpuTlYBmBGiuE3mjotooo1KtYDKKsfdohLPDee54lHOCAY0bgQwVI2nWylyRX6nKlxubEfmQjoNffmY2aSYuXUsBcJZAPSYeiggCVZRqLBrIn2DTFLGRY254XnQUNHcMWXS5sIk07kToHwYytOc/TxVPqgfIdKrNM5i1/LAZhjkeViESgyuMkAUB8gOdLutzN4mo3gWPLHNeaTCsXANWrwGlRRulJvPoEpw/8Iimxxt3K3jzbhXPZlM8n0/x9NMET34G9A6oiM8z0mJbR0xnOpEfXoyrW0V88dUGXnulhlNviBN3gL2PYzz9eYYlBXjruoIv3anh+puv4fqbr+M//Pk7srLiCDfvqlhoMePDwKRvoH0coHMcYj5QEBGd4XPowuYc83/yRl6a5khi0UBLVhydGCYUnagvqsJ4vQSUJcjz6zct3LhpQQs1aJGO1AuQzF3J5XjlpSt49eUreH58iP3jIxwdTXB8EKBDN7YNuEWg1LJQalooajaKmY3+WYSnj6fYezTL78tAwa26gZebOl57bQ1f/Ge3UVyt4X/+nz7EH/+HD3MRurxACbewxN6v6FS8hTI44LURd3cJcDhopjOiYKL7zEd3z8fm1iKu3lzGQrMkwzpiJT+9f4JP7x0jdBl49f9FRQt5j9nXF5hc4iQ4AC7VVPkrHeQmyQHMd+hmmHE4R6xZAMlC0GGIe4GL7ksSYXiAFgdwpmFnO8P2diqZRQF3JipoLxBd/hwy6OPzIs8MM6UUZlapFwhKZjGE0Ogr4fyDzhU2oqMUhpbh0osaLr2gIXZ1zAcG1ooqfvsLCr58TUUbKtqZgvc+8/GTj+biVvjKmwZu3dYRO0BcAP7+z4G//wtILrmCCEstE9/63Uv41u/u4t77Z7j/wTke3Z/g8QMOzNjoNAUhrGghoDHbNa89hL5wkTNk6jmajKIRYjTLtQzrl0NxpFQXmPdh4PgAsiaTGL6fuxeDwEIYWGiuJbI0I0bEpiA3rZwcBo3ZksSYRFT7MUCAWbaqGEEmkp/ho7qUorFF5SDzdRy4Yw3tro9Oz/9VPrGIyDkD5uG4mMAp5nnPXERiMfuRg9Mg8JElIS6t29hZt7CzuYSdrRV4foyffbCPDz46xskxZHGgaxeYyWxjfbuIcsPAeXeCdm8CzAxgTtcim7b5PmkxY9m5ECFZRAhxqJSJK33YCQVJtntjAZeuL0AzPWTKRDKq9z+NcbIXw6YitwjBsdKRx4vA4S//XrkGVGoUIUi0iTR2kyyWIp+mJy7mV8duPiDmV8z8j9VtKtWLOD0d4+R0hAoFT0sOajUD9bohLpYnHwayOMTOMXGJNEStUirq+4Wmjlq9IIsNMOKMiL7LyMHHBMdPgeM9YGengje+vCBI8OayIvm9D5908RnXRykefKBg2BGmhDhcmis6msu6uJDa7UBIAE453weiUEUUabj1UllW/zzEo09cBPMA//KPHPz+vyng5EDB6YGCvachHj9yBZO0uqZhbcPAzWtV3LxawT/9zQR//X8M8PQB0S3EGmt45XXIuvNGE3feWMZhJ8Cf/dUB/uHHXQy6BoY9A+uXC9i4XJS85fbpFJOBh0rFQbXCIRwzhjwZANO5lLh6jsGWB54YEjqVcgQf9wXOUvJ5Sp6rXCrw8KBgscFcPw2LKxYKy1UUV2rIaIex5jg9c3G47+HkMEYwtRBObaRjKviZwcfC0sWtm2X8u//+Jn7/X11CioDlNP7sT47wv/7xPu7fnyDWOPTIUFvXUVvThUgyGlmS09xcTlCuRoK0EYSmSmQjeyXMv+Z11mXoGcUuvDmFH3SCKsBMk4EWh0EsStaulLB6uYh+O8HJM7pFmI6bQSNWMmHWbATTsUQVzEOqUUhlwBgEgSDZaFDikkiIC22QLjgr7oscPuiCXFL9iCQxLFYKWKw4qPN+rDkI98eYPxpgpVHDW995E1/8zTuA1+YkAn/yT4f44+8f4HGH7i9NmmUoWOCJMepNEPenOWqUpBKVWUVSr+dBtilxoDZsZiBVaCufIbVceCeAe8ISTIOe8k3BWUksruiZqmHKBjEzVFUqnClYyzPh3J4uTct6IUa9yFyYDCWqKU0FHUNF19Dw2qqN11cdeXF1Ax3H3QiPPxvhcH+O4lJNVpjO4QYjhPMA8RAoJhb+x+/cxf/wnbuwNhLMF2d4+4MT/O//yxN8/FEP3/xuE9/8gxbcbAIvm+LJYw8PPvHx6H6McVeX9Xk0iQimxMXFeQcHhRTy0XWeD0fZZecsjJ9HHJgXwkQOC4n3lkEvh8SyGcs/mNcn9EWqHP6mImSRhmjFxPQ4xOyYB858AMw6kypzIpZIveG6cmcFt1/Zws31Ci7bKnapEvdCJG6I7/+8h7/8yTnOwgwLVyooNi0EYx/BJEDhAi8/m3jonU9lsMXanQ5BraBDL5I+QTV3XjvwIEsxoarEsj4fdPO5jRIi7S5eMGqG9WuL2LmzhNRIcHhyjm5vBJX6U1JvZACsCt5LX06hOBmCUU4JMD0dpmcg0xUkfFcsaGhuW6isGjjvR7Ikz5QKdyWRmaPkeV5QBVjby3CUTXc2gtgiotCsQGdxjJj5rBxoXsQq5M0EUxomejGVfZ0NQMmTlPky96ICSg4LHGLGQnleQ6L8YxIP8udh4Qsmll9lzaag/1mE8V6MuJMg7v7/SSscjOR5wuKqTxnPQkeGj8xMhQxSWDCwfKmE1iazfokktuDNKED1MB174rJkNAGFj/40Q2OpiuWNuhCgQmKN41DiIbhU1ZE1aLs4fT7EdOhL450YVw6G6SigQ8+buIiIwb0YUjk1Zosy0l0TpJs03BOKEFKhA3Hxc/N9Kt/R50JC5jBbjIDhUFeX9xeFahQkCcL4nPnJUe56pPtEjm4adM2GrrL2SGRYxGJP0SJBhPJ8yxVlAaI0kHMFxYoqm60kXFULaC010FpawGA+xdCdyXtfk4DXBHEnQNwNEXSQryDNc58WbKy80ESLKLZKglIlRrczxsnxQHCuBo+PAcWmKsYTZlxbKJQtJFGKycAVQbVKrK+ji0MqmZPodCFOUJmDSHxwEVo5hl4mNjbPB41mKeYnxJxHIlBjzhudoPwumusOdm5XsH6jhP3uCPudIdyTFOGxzLDyvcVUYNUMWHUTq40qVheqMJ0KUr2CWNXgYgIPExSTCYrpBKN5iNNxgtGUz7UuWG9m8CazRGo35spJFh/dyVTrE8VN4+okgjfg+YcPN4eKvPBUzCVorFKEqaDcyFCsZbKPlIp1lIoN7D3q4tnjLiY95j7zVWLi0mYdK0tFtE9HOD8ZYaGaYaWp4ZWr6/jK7Rt4/doO7u99iHt7H+DxKMATilBMHdUloiA1PPpZgEc/ZzQTC28Vt16qSCzF9Zt1LGpNLOotfPbxIzz85JFsiPXaAsaBgveedPDR4RBGswy9WULUCxCczKHMIhhEZ9NBYQOhxf1Dh+ZTvGbBKFlQbQUeh07RDE6liEKlJNmA7mAGS9Vx++Zl3Ll5GV44k3+uP+mhPWhjNJshiAyEkS5Ofi4R5vM6axwu5LmPAnume4tNJouDRkaKUOBJKk8BRljEv7hSw7+4WoOjUGgcoBvEaNsm2raFj5+fySJW1+uznFKkCU3kthzgiSeka4bnhosMQw6BSRBJI1YfkkgumdkrV22UlnR0Rh46I/+CZsYhK9/xkeDuSnbeyO2f+hicBnlj/WII/N+QpAT8QdEqm6jMwMuFbGyu0gXM3Dw2LhMi7xuAw0Hhyg52Vy/h+NmhLNaTJKawepZhiRkLEUAE9fIZrZwW4QdyTT5HVosz1tMkP3xrtyX9rMm4jcnoHNMOMDnXYOsWlpdtlEqk4s0l4ohNfSKgNTPvi/FZ+Dw2SwwGnw9rJdeeQk8DBYdYWRuWZmM+8jCh8WEWCm2ChLVy2ZTBAF1tQaAIqYP7OLHY5bqFcoOiaB9zL8BCq4jV9RoWlwoI4qksutlcDjRIheFYRAOqDlDUgUmbn4WRMBQQ56Lwxq6JyiZFWDxt+4iGKsKegXigIh5eRCuVQiSlCOUyszNpvACmg3xgculGGbs3KpgxF3ieojfw0OnOZaB16WYR65dszGbAdJqhYKQoM68+4J7po98N4E4NuFM62BhFE2GxWcTVO00srhTRORuiez7C6DzCqE26TY71J31CLYTQChGqTUfWjDnqjz0YcYpb1wrY3bXg6SE8LYBLt9yFc5FNaIo8B0cG+ocGIgp/ixRSJtDSGCZj7EwVRZPO6tzlxR4KyTac4heJv3dKqNlAzQHKuo2yWpZ3Va83xGA8gVvM4LLRTlG4H2OptIg3Lr+KV7dvYdPqYcPs4f4H+3j3nT0ccb8rNFBpLeKt11bx9dfX8M67T2V99HyEx10f+2OKrGyklo2lHRVLl1RM0wAnFOm7ea+D84rdpoXdpom1VoTVVigNfy8xMY8tjKOGrCuVOl6o13CyN8df/ddn4ki9+1IFL71UxYYyw4YyR7s3x6NzH6fzAAvbwMIOsF5ZkFX2S7DGBeheEYpSpJQUh9NHOJg8RBjzXVzFaKTh6XMXe0c+OlGAdhQg0ijK4XOgoFhU0KxbQpy5s9PE3aU67i7XUWauue+LmCtUNYSajvefPMcHT/bRWG7iC3dvYbNZQ2HShzoeYK8/xdP+FGrFFuJCHKsYHYToHvu43xvhXm+EyTSDN1XQrDq4ebmC5SUTbXeOjuvizfUSvrhRwmdHPn5wb4xPjua4uQFZ28tNbK808bzt4acPu/B0DV/69at47bVtLBmQ9c7b+/je3z3BUWcMfUEDKiq6E8iqt0pYWqvi2lIdLzfr2NJ1DJ8cY/j0GL0wkbW5vYTb19ewslLD06MTPD0+wd3rq3jp+iraJwP88hd72Ot6cJurcBeagDZDpk1xcORh75mP4ShEklLsEaNRN1Gv5/ipmPm6ig4j5L0eojedoD9lXiLFZhqiGc+9kVAC17bqWNtq4ORkgJPTHOfbWNlGpb6Agq3CMhK400PMJweCjGekke04MO0CTKcIleQGk2QpC+7EhjcFXApbRjOMBqcYD05RXdxCbXFbiC8zjzjjDLXFIurNIsbDHiajfo5/DRLUDODmkoHdhgF3YmE+sTBSyhjpZYQ6hVZs3USYBAeYBPuI56HUGrpiwHYKktlrWjQ96YiSEaJ0LL0xkkv5amF8iYhNGaiZkkxAtD6j1BKJYIsDVv48pNG0xvk5yZiMnVMlYoNnbK4wjuEz/k5VUC1oqDgGyo6DiuPgtDPDWWcmRCkCd1iAMSqTKwxopElgmwpKJRXloo1ysQrbJEZ/KGtjy8LlawW0li0UCqQRKXjv7Qnee3ss9XfT7YgAACAASURBVHexzKzmFF7gSaQLSVI8fzE+pblclIzg2qIuoqPTkzlOT114RgTfjLG+voybV3dR0RycPThG+8kZplGASehDLwNmnSaaHOVFzHOtqonA/lKLwnAOgKtoNZuIUxM/+MkR/u6nRyjVF1FqNEWU6JHrnPqo1hPUGilmcwVzl+a8nEJIl+bkVJd36jRIMQ0oRmedzIGtiojkIV1B1dJlUXVDchOz5edhIMbDFy5V8OJuFdFggng4RaJXkZVX4MLCwdkJDkn+mquYzknVMmE5lnyHURyISYdidK5FupnXK2i0HDEO8Cy090mApx8HSGmYqpPiQeEYhbwq4nmAxA0wC+eYRXMhtJDqRuFY0SqiZHMP4tmGTl7GA/kiNlAzE2pGUS5d2jp6/THOO30REJYbFsp1CjfyOMU09mXRQR/ME5iKjmuX6ri228CX39RlNRvr0NUrSHomut//UNZfHLn4iyMPQ0uD07IEoQwKAoP8/uF9KANgOxPRwGAQiGj1yksOLr/k4O5OES9tFtA98PFf/3MbJ0ch/vUfXMUf/cFVxKmHJPWRHXehPj6Fuz/Gk2cxnjxL8NORI2vkx9AiZonHQEuD1tKw2jCw0tDRSkK0gkCeB9IYOmDsiYbCIh9mmjBSiaSa9Az4nobCAgemPCtSBBhj3lUxOTYQewbqrQLqSwVM+mNMBhPcXG3iN27vwsgM/M2P9/DjDw+hb0DWF2+s4K1bG9iFBefER/J8jj951MOfPOzh5a+t4Vv/fBcvrqpYH3XRmA7gRi68yEWlsYbqwjre/WSCP/3eAe7vj1DfNtDYMfDqcguvriwh6rki5mFtU1zahFpdwgd753h/7wzH3gznpFKlKYqZhiK7djaQUoDrxzBmzERPMUuBhfUW/t2//zb+u3//bUzmBiZzE4beQLm4BEsxEY/PkYzbGI5PMRyfwZvsI5o+w2R0hLNeB/3RANWSgWrRwGQaoTcKMCTtNgFmCVAxTVRMA3vPEjx4FEkmsziAeUje2CpgY7sgKESGhLteiOmMSsJYDgUMZZ/w7/lUvahwyiYKtg5HZe4q2fURprMIts4sI1sQKqoawTRiLG3bWN5yZCBBBUfnNMSzzwKMBgm2rjnYvOZg7LsY+R6UJIbNxmaSwfcV+H7+8E5nbF6ZYtNnB6x7xoxdNlLYAOUhmA843UF5NAAbowk3EI0DqTybM6YV/yTCrMvTsiEb/+cHKnF2UuFKWhSNAYKSoLKdA7UUKg9YRCxxmMIsFWlm8XCiIw2N3DUqA4pYfh4XnWDE4vEAGlC5F2WwzVRWrx3LIg5MSLB0AOt8MZHRniAh6pLZXnRo1gwUKuSqG9K4mU48pGwKdXLXAxP/8jjn3OmXuxNyh55ayAf2jSUb9WUb7igWF6bHjMgBUUK5c0TyT/jAmhHssoJCVRXFPBGBRMSmbIQRJM6M4DTOzbDiACaeIDep5GDkRIYphTrkwa0sqbIUwwStde4gxvjEB9wUGw1bVmHNkLX32McvfjTH8ZMABnNM2Ti6uIapQzVLLEXb1fUCrqw5SBIXceri2aMUjz4Btko2/vlrVfza3TqcnTU4l1bxf//1p/jTv36A+kqKL32d6DsTn92b4bP7xKowQzGGP89fykRfEv9B5j4bTIpO93eOZhWz9oU7QTIjmLsnrtMcz0V8YmlBxcp2guXtGBgZyEYGajrQLCZoMqNylyjYFt5/2Mb7Dztod1xMxyGoZzUXHegNTmZ5DRKkriLZaXQsds5StM9SKeAyP8KvXS/hmy+Sy19H8dICxoqOv/yPe/jL//hMFOBEhDHfJ0k58GfDP0TGdZENxEEr8QzFmopKg5hVHVZmw4KNAhX9BQtJqmA4igXldHY2wfnpRJy6UgxwgMGBosGsWbpsL+4hFbBLCorVfDFbgNlKw5GK0VCRTAXJF/YBnXk2sS4bexwxd4SH87zzHXl5k2bjUob1S3leayBIh3xgShzqfK5j7upyjXi4zh1SHJgxlyhf7GMIPTRMxaWjpcw6ylApK7j1RhG33yzK/UghxKIJvHXbxquXDRxEEfbDEL/8JMR7vwhRr6v4xtctvHBXxyCOMEhiPP1Yx5OPOEDOlX62QbeNJXke7fMpOmcTtNs+OjywjjhQZPaRKQWryualNIJ5QfIBT04A4FCDGEPmwRKNByxvA4trVHjnw0nmZI8HbELmjvwoVhFEqji+icIulPIhKYsNDu/l3y6Df0XEDJpiSqOU43HxBKbMZ/fhTn0UmhnK6zzbqvBHBrwJv+dIFocHgiBj35XIbmQoVoBSlb+nIXkkLDIFMZIQb89pU4xm3UCzYaK5UEWzUcd8luKTjzt4+LAvTiY6vvJML96Thqi+RTTQ99HtUz6qAR4xlrlqk5kmIsTgoENyI/k7EatIhwPgjonqBLYumdjatVDl91bKMB0nuPdRgMePAsEdW6UckZ07zi5oq2z0MxOF7kslhKpEubMpY8OJ+bQctkMcODzkSyS4oO5NrGzV0Fgu4fR0JIuYj53rZTgFDbN+iFk/wqCXYtCnEpQNIF5rXiM2M4iMyQfrbAzRIUXVKt8FvC/CgFlZnggmuJaXnTxjukVXST5wGPuevEMffRTh/s9znFqlToWoIYO2LE4wn8aYTmNBddWWNcksmQ5TTAcJdm7a2KFwJc3gDyPwtfXV3y7gq79dxP0PI9z/IMb+swAnxxwAaHj51Tpu3irLZ5v2Q3zyCxfvvz1Ht81rZMh38tZbBXztLQfNDRvlJQtP9uf4m++18bNfTESwEITMwNXRWNIxmwTonnFAEYg7Z7HFA1nuTmRDjC4woV0EuiiLmd9MfKtEEoiT7gL5ShUu319E/TmMmlDkwEcnNvfsSqGEcrGE1a1EFhX9bAx0RwkOuwEOeyFmB6qsuh1jsxXihRdK+MY/u4SvfHUD0ThGPInxZ//pFP/b/3WEh3vT3HlDjKdkvanwIwNeYMIpq1haT1GuJeL2IlaP+xvvGd3mISMflLMu4aJre9xXxE2oBnxoU6SsPewMK2slrK6V0GuHOD7wZC8V4yAHgJJXwL0xHwrmTXnmmbLxRyFIBIVYYVI46J65cCPzMMA/b2imDNZTxlL4oWCWqzbzS2zsXlqSdfaoi+fvHwsu7M7dbVy9vioIwiiY4v2jGd7Zn6MzoxAvFgcF83RlyuLGwDxBqsZIiJAniYLv2FCFGiuCX+XARytqMKi+XUihlTNM2ikmHYq+MskB4quXNSWbmIJIEksSc8gTaYBLrAJrQN+BysVcttSDZbDeIslCxQQqplCxXdGxVSGaV8M8VjGep+h2XYxGIaxGSVao+AiSmSiNrVRBVTfwtRur+OqNNWxcKmBpx0Jn7uHde208PBxJQ4Hf9+YOsLmTSX7o0SDB89MIz/dicQMzv5z1F6ddzLzl+xMcAOvMl2XOFpXovK65K/Vztyyxjly8PgkbOSLsUXJHGF1QDjPK8wOl3F8XwiIaKB1LwbQTY9aOctcWg9wlW5pFbopqs4Raq4jGoo2FRROXlwu41XJwpWbj8dOJrE+eTvHxkwkCk7miFXmWeS8TO5Y7j+lEJwIzEGwrM0LpWhX1vcW3DLc4Em94q164gFlDct9j3Uo3CYd8Fwg7cdTpKVZ2Kti4VpN79uRgjP7ZHIrPLHASGYhFZuaZArWSixoCvhcHfHaY3c1nUYNR12A1VDhNFWZVEUxvn9eAqDkjEcqMJHnwd2M2usfcUSUnwvB7YqOINb9Nl1QmuadsnmmRCj0mcppoME2U5ZkaINP8/P3HsF5GGxAbZ+qoV0uyYsmB9BBILuUFPiy/eVDeMFDdMYTW4vc8eN0Q006CWTcnMoiRnjalhLnExNblER9mKYFVznMn+WFEUGXruaMgy8WdspfS4eBH8OmwD4g9zd+fhVoJhYWyDOjcPh2bASqLmbg0M2bFJ2y+xRj3fXizSFzdFDPQeUs8KQeaIYcoHPDqPIeQkpSTWRISC3hxBIma75P5cEfNG26szUhDYWNCYXMi/1x0u7LJSDSyphBLr2DSiTDpMENYk7x20mP8SYiE98OFG4WDedYnIrDSEhTKBiqNAioNB77vI2DTkaIu3n/89xdNEc3UqzXUavVf4XgNWxGiB2MU2ChKwgheL4HfTSST2JtScKNi9UoRq5dLWN+oYGOjguP2AI+fn2M+9mHTLR6r6M1VdDncjfL0CToxvVEoZ79yy0a5ScRphNmIDo5Uoof4MOjMMJWVQCuxXqSIJ89TTTmE9Xhe8RFHJISokkVeXTZyJ19Lx/HhHCcHrmD3tYBiAX6/fHb4nshpEYvVAhZrBRGLuiGxYcR4zxHqLmzDh23QSZhiPCMBLHfY88yZ66/oLGLpTaKKBrNoCu5WUKdphoAZm9NInIP6RRRBasQi6Cw6CooFNvsSmDavk47V7aasg2d9HDwbYMB6oMPsclK8Cqg3THipB4+ukrqC5UUNlxfruFJbwnZ5Ec/ODrF3doiRCkxMQ/BnPN9SENg+StA+ToQiVqgZ2Llk4/ZNG6tNG9qsCH1WxNMn53j6+AyO7WBtfQmFcgGzMMI0CNEdz9AbE/NKj19VhoazGYcKQ8ziFP8vT+/5JFl6Xvmd6016U1m+uqrNtJseDwIEwB0AdMuVuCQELqRYRXAVIVJ/kj7pg0Khj4sVuTQLAphYYogBQIzt6elp3+V9Vrp783qjOM+twSDeiI5BT3dWZt73fd7nOed3fJIXMh16ShQ5s2ZNcXdnaohUDWCajizWMskskeHjynIbyyttqWnp4k1zZnH7mMcxJsyNi7iX6dBi3pMoFKH6loOoCgfPvZ4OfNK6WM+S6MK7G53W/K4Gwxz/060evn+rBz3PcDLyMUkzOFcGcDcX8POPd/DzT3ZxfBZhzjswz2LWJtyw6YJKCmR0djuqCNdISSC2UQbAjDUQtAMpECqWrtlw+zrOxhHORrG4bBkbxvO6iu1QYLK2honxRSiL0UuVKLdyvDJrnY5ZCgQEn8xJFksbv0ARUbirCAKc7wLLo5xuaJfYc36Pu+g1Owh8H6HnI0oSJMz6JuXEyOU8kfxGm44zunTYu6AAhiQL3sc4bNYqMWFSof6vXO9ica2B86MLnB8PRYgYexSkGJIdznpy5jEWKa7uVxzGE7ev0MmlICkSpPzyG1TMckCviiiaDmGKplkekQwhyL45KUzMAGZZY0EpDChJJi5VwWEzGoG4bBInSPEigYnia7nv8w52SZ9r8fdy78swnaTiUE74mV2Kblw2fxlRQoT8RMXcI3qdAgIV3Q1bRFK5wgFwjHgK+X2k4dBNLlnOzHg3M9SbChpNxnmwbqVrDljdsrGyyczLqrZiY/n42BeB/OYrxB7acg8jSYDRNI0G724FRucRxkMOihR4vCuz1o8K9BZauHFvDd1BA4d7RzjYO0bo5bJ0w4DDATpNKGYGxar2kFpTR+IzLiiClhdYHBhY6BmCY+cK0kLwzWxAk9LAoaxH1PWFitIB1PqlqF3yPMVAzllE5YQzCPes+o2s4WuCEjfhMG+a1ArVRF11xOUehwESoopdF5pbQxnFKOch+nYDb2zcwK3FNXgXx/AujrB3OsP2qY8hvwOlJjEF33hjgK+/vojZswtMn13g5VmA57MUz2Ypjuc5joIcy1s2lrYshCUJDT78hLF5xJerWGpzKdhcU7G1oaLhVALaZG7gdGribGri7toSvn59DZOjAD/78RM8fnSCK9ddXLleQysL0coCQbLOFFXISXSc5maCxHOQMKptbsIMTbT0OtYGC1jqt6E6M6j2DPPhDN7JTExEL09T7A5zhKYrq9F10FmgsCxFOJ+gSEN0azV0ai7e7HdkOWqEOJkg4mtQLFmf7Z7gs51T9Be7eP3eVax3atCGF1DHUySOjcR2ZLDh2iXmXoztJx6eP5/jvp/gvs9zKIeZ52jWTCws1dHpOrAswLaAzXqOrUYGP3RwPKnjdKohDE4QBafY3Gpgc6uJSabgxTDDJNHgtmpod2p4a6sua+fpBT7/9ATbhx52/QjHYSp5q4Zjot91MOg6WGu5uFJzsKAxgzdEMovw/HyKF+cTLHYbuLm2gPWFBvxoCi+eYqXRxHKjhf3jKT55fIQDL4W6tAD0O4jTAHES4uAwwu5OLA3/jIYlo0B/uS7DvzBRMeNAMC1hcjzPs99SZKUxY6iYL5kg8EjUUHBttYtraz2EYYowonPQQqHVUBgWcoqAtBJpdo40HcJSNdgUMSsWFMUUF+g8qJzIjH1Ko0qgyD2f/WEOKBm/Z1pNWZmmI+aZIrVxE512C0t6imUthTca4vDwEF44g9FRoTV0pH4D6byJODERZ5rkuWpuFQGT5BeysihCFiSyT7Lxx5rQNG1Z4XyEcD6GbpdCCaD4gDmtask6nNQTTeoqyHC2lPODJgrbtCS64rc6XBHckQFcncPcJGLGBUUFHFMV9Ha7bohokcfX+STB+ZjuTwW6xvgCtRILzQshwfBcty1NxESkw2gK85g1wb5GUSxxmTQGDJZMLAw4/zCwvRtjeyeCT8HrrBSiWFimIvRRYgtqYsE2OWso0Vw00Vl3ReBzuj3D6baHsqmgbKpYXuni2uYy7FLH/sMTHD8/F8IfxewUk7JOY4+KfSnekSyev5qCqysWbmzYuLbawJWlNkxNwy8+OsYHHx0js1pIrdYlcYx3WcaARnCcGCHf15h4b9JYefYrmI4MzEYaLiYcSJGQyl6NNDYkp5i4qpVeDcvdGpKQ8YOe9DMoXG80OIzWsTXQkAn+OkOSmkgK1m0qDiZTWQHPuTH7jBY025aIpYK57EiEuJFEmQxe2wMHjYYtnzn7IadHIU4PQxnYqTS5uAZqtgNbMZB6MTKPNNYAXhhKbVFrWzIEdm0XrlNDWWQoSVHJCnH0pikjFqvaieeXYZjwwxmm/giqkQqtjqsyF9KsU4lZKYaS3lFeYMBeatfEv/+3LVm8UyZhHTENVv96ivmvT/Bftj38aHuGsa7C7fFnNoRswlg15hZTNEyzFsmfJBb48wBhEmD1mo3V6xbuXm/j9RsdTE5ivP/eIUZHIf6X71+TpcYBlDhAsjdC8Pgc0705XhyreHmi4tcXJX49ggyAWciQDtxfN9Bd0UBtMssgu8jgkD6mlQgtBZHDiEnSRNgTqfo58xnneypmMw1G04DZ0mE7uZD9JocFjh6VSDwdW9c72LzRwdH2EMfbQ9xa6+AP3r4i0Q+/+GAHH352hFEdGDWAr9/p4/dfX8It10Z3WsAeJviX7Qu8v3OBK68P8Nq317HeVdHxRqhHM6RKjExJ0F4YoN0f4OWLOf71lyd4uTPDTCvgqSXeuLOK1++sIr7wcfjwAMNhhNDpIbJbSPiZZzmenE7wxfFYYiNsRYVFYhuz2umy4IyRtNKM8WEpllZq+Ku/fBN/9ZdvSf+LpltV6cJ2lmGYrd+aR5iHzOiNghlp2QRhOBXH8ng6Q5ZxTXF8doSD40OM53OplXkldnULNd3Czk6Jp0RATy4zgIkA7HVV9Ho89BgqbQpCh5lblltg60YNWzdcHI7mOBwFyBVVNsW6paNraGjqCmZpDi/JEY4yxBc8ZFWsbphY27RhtC0YbRtnZwGO9j0c78Q4eUEFiI6vf3cB3/jeAI/3LvB4bwSliNBxc1hGiTBXZGUF86dMJMQ8c3h5kWN6WmJ+UUJt69DamuDDOBhSwhyqn0ENM5gLCsx+pcLIIioY6d5i4Vc1HL7KSGVmTtXuqZo2HOzJYp5xxoOmgNlKJUOLTRIOBdl04GKOsRTGHAAXzF6phsS8oPECw6zXRruGwaCNXp+5lCna7Qxf3p/hy/ueZACwQUOkDfMedTZGLv/HvCSzV6m1a42aqFdm47msjNidSTWMkH9Y4Gsc7pgV7i1n8VnA6jGXlYz7GprNOoa7cwx3A8nXU1Mqn1Skeo5MLl25BMbXGnSGshGlwJtmmM94+WTmW4WB0ngiUBElFD/mRxjiSCDWrmB+10KBlRt8+BXBMGlWNazzQxagKVKfLpFMMH2Kr+Jr3xvga98d4OXLOX72D6d49tCHCR0mjx2R5gLZUo5sPYPbALqahj6XnqNn5NjeBR49VXBzqYP//Q9W8d13+jhzC1k/+fEhfvLfDgSb8Kc/XMPSho33fnIoy/dKeKQzc5jPvyZXkcdUN3M4k0LViZqoon+FXHhJj2D2Tb2miBNQHCeuhc5aE80VE/ZgJis/tJAdWdhsG3jtqo71ZQO1nim5lD/9aIKffjjFaBZLznG9YWF5s4feShPe3IM/n1XNrpMM3ogZqA4Cz0IZ+SgiH99/t4e//B+WsbBq40WQ4tFxiF/89yE++OehqPGrnCQqpdXKZIUUBZIqb7og+oH43Crvp9Wj+1DFta1lXNtaQuCluBgGktv79IkvnwmRKGwgStAYcxiZC+HqMOnCNKjaykGaHc8oDpf5Gbl1wKVK0ARmvo7ZXBf8KdEgbGRqcwNaqMlhzqXVFKiNyu2UEn2WASvXgeXrxF9AnAB87YKJVljY2pgFNkojRmlw2MgHlijvCnPHZ/0rHr5kAnkp9DJHqw3JDfid7/bwO9/rY3zk4eDRBZoo8K3bTbx21cXjwMOTwMOnH+f4+IMCywsGfvBnDt76mo7daYidSYTUt5D5Fhy9iabTRDK38C/vneMX7w1RqLlcepO8BE0xcUJnjYOUxRmzpjm0YAOSbq6iygogcl+5tDOzwU8lFIfovVUD7UVVBrtuvcrZpPiE6AaVDm8YiHiAcBhWMDuxmkxK053bFRsaaZXzRLIL9+2aSzxOpQZjdU63LpujZr+EvVxRA/yRgsijKIuh8mxAs/HITFeKRqp9rtUh5YB7hYNG25WmQ1IG1WsQtVshWe+87BN1RrQqs2mfPvSxvx1gcdXA4qouF+owIoa/csmUqo7xqBBEBfHd5NAxn8t0mLWbI8oyxGyMSM4im0dsThBXQMe9Cs7XV9cSrK6lWF1yJNfS8xX86sMQnz0MYdaJqMzF0aW7VQM6DoBkriGbucg8or3mcG3aLyoKANV8kvfFppyIX6ptl3NxOoCXNjqiYj2+HABfu1fHvW925D1+/JspXnzhQZELi4ZWx5bLJ9G9SRBLE3t2mmHK4akQBkp5RtnU5bMWzNgcynDtuoPr11xpPtmchqGEH2YI0wzuAvNnVTy9H+HBB3QkAMtbNfSWHJzthDjbDmQAwMFEnY7Yq5YIQM73E5wT10w1+ZYirpoBEbmrBl79eh33vlHHz38a4P2fBdjfiTGdJFhedvCnf76Bb3xzgPf+7hDv/f0h9nYTnJ5QnanArhnoDmx8/9/38ed/1pc8mdF8jgePPPzzzyd48JD4IhcGL+xOAcvJMSOK+YTowwzL6wqWN4jLpbPdlO8S3fxZTOeUCp9IulhDxkFwkaAo2YDjML0aBHUWVXQGdHWziahJZs7My0Qg0MlsWV/7uol3vmGivWBCMQxM8xIfHg7x4cEQZ/cVnN5XcX1Q4ltvFXjnbRd331nF9duLiPaAeL/Ej352iv/7H4/w7NCHS0e5Uz1fxPwWdG9rBho9Zp8BzV6BwMvkZxOoUakKgcFqclDCBpuBwjdwfqjIykJm3RIRnKFsF9A6JZY7dSx1GhiehTjYn8tlmxcZNqX0XINOMU3GCxCTNCEXdJ1DQpMM0xx6y4DRMqQorVD+zPaooiBd24Zj27IPMeKjZJOYtHvHwO+8fQNfe+cGvrx/iF+9/xTTcw+LLUuwbWykzaleNCzMTWZF5siYbZNEFWK6UGGUpuA/cy1FqkfSpCAxhpM1I6YyncNNOhdTGC0F9RVHMMPMex8RceqTd5qIeMewdGmWljGxZeXlPptVjijWW7qGht5Ew2jCm83geTPB7eoW6SgU4VRud0ctpGnHqo9DVn5viE+jGl1vMKfSQqqnSJQYhpWjV1fRq6kYKAYG0PHOrUX87muraKxauGhE2PHmeO9vTvHe35zhD79Xxx/9fgPWso6xreAwyvDpZx4+/WyG6WGByREjCTRxsRN1ycYlFYtJaMpie1snErys9nrWoSSOaIaJguKpgO9fLnhJhSrSNqC3Add1ZPG7xwE59zQXKRyk8MY5ZsxQZR0jeeMUDjITBti6vYirtxdREr3tj7HR1/HW9Q5urjbx335+hh+/f4YzClj8DG7HxOrNBtorzDVK4Ue8PKbw5tWzyeGbiGNm1TLpYuRnU6rICl0GgYLFpAueZIOUA+BqwMfBIfP3YNOxlSM1ciysWVihcDQCTp4nkmcGnj3Me+sqkqvGpjqFj6zDeQmOzyssM2sVt6OjsWTC6mrInVz+XE9iN1jbcWjFPhGpNdT2KYh95q2xCaTIUIKvtXBylA7d9NI/gFHYMEobdmbAzipcKnOGiZkljjBJfcQBFdtUzSto1gy0GyYGCy0sLLQQZRG8aI450WFljohouLoJvW7BYhOowaFsCq30kcWhRCkMzwvJXpX81VBDEenyDMkdQ4PUB52l6qyQgUlYIuY9bJzL60jYBCwNlAo9ixTSxSjVFG1GayyyY+qgsFxEsxze3lyeuYWrwGALyCIDOQdQaSVMi6MC0wsfkwu/so7Lc14N94U5cSliJRWF3+GvRIeqq8j3lA09GdbqFRotTChMKOXeI6D3y/sUL/uOk0nTTFEs+fuZZcvV7Lto9lwkXoLZkS+uOTD7VKuyRoXeRGWbVqDecdBdaqG92EA4CxFM2YhkfFAklB8RXLls2rRQs5u4OB1jdDpCo2ti5WoHzUVbhKeFm2E+TGQFpzGC4whmkWN1TcX6hoVXX72Ce69ewfPjc3z2bB+zyRwu7zClhqNIwSEdfKMEyUWEZJwhlXufiqWrDSxea+Ds3Mf50BcXezmlRZ+NgkJyYbVaIXc51iBJwL2T538NhkGXTTXwai8b6G86qC0AqpOi1FOcPclw+oRNTBN1CohtFTr3PWYuhxQvqmjWR29lAAAAIABJREFUDVmsa8a86xGj6CTInRh6g/nUvDNoyCNDYlUoHKEIBV/FBoU58nkmbm2nUcVfpGxapblExfD7wvs1RbNE4WZmhQnXiNuOiVyvMI5sfN362rKsg/0xDvbGONud42I3ROxlcJoqbAqEFgpZ/Z6Gxb6GrmKi4ZtwPQMn00By3Y0FE86qKy7Eg8eh1DdxzoGcit5VB/2rDpZ6ClYapWRj+oeAdwjs7IfY3Q/Q6bVx45VlXN/qY2ulhoW2gc8/fo4HHz9Hs7WGpZWbUnPtn+5h52gHo3EmzUsKM/SyokMVlo6CWGs3AZwYSmFCzS0ZmhNnzouZ5WSyGq0K1+g4ighUkyLDsUfkawIjd2BkNhI/RTyt7PJVZAPvo9yj+L4oqHUVNFs2Wo26OCBOtic4eTnFn91ZwJ/dGUj+9v7pGF6e4+7Xr+PO16/jb3/2FP/1Z0+xcxbClyY4BQpEWReVCJ6PMCeGjQrxX8YkHxDpX2Xa021GkgIzpwdbFpyOhvNRKudFraXKsi216mtQbMm7dWxi6gWY+HMZ8mkURaQUKBjioC7sFIWdQK0p0GpVRnDBeI4paR+VuzHWNIQUyhJDepkpz7gT0pNsx5SVlinCLELEPE52HkWPRpGUIYNkEsb4swQTDhQpA2WTn/hk0pPYjNVw5ZWWxKIdvJhi/8VUhvfMMzYoUDEqgSab/7x7CbXA0iW+Q41UOQfjLEFMtAPPDkZGugbsuik9IVL2CiWVGo2Ld1zerZSSruAWDNQwP50hOPXkTk9xrG6RuFA57GUPiyOJRmovONAdqixIakqrJjSpXmcxhueMS+J9tDIa6PxtMfGvlbA2JG5xTny4iu6Kg9bAksYnG6ActFI8gViTM0/nGcKUUIW0A1VwmZIffZEgDDP0lnX0lnQ025YgqcfjBAd7vuCPN65ZWFwzMRunmI4ZFUIHc5VfSfoUxUXTiwLTYY6MhgMSMQZ9XL97Da1+C9svXuDl85dyVnDA4zgG6sx0d0n6KKWhTEcYF7+4hQiQ8+qz1jUhcNRcV16n5yfifOKiISUJea6hElKQKMKeFXNES13u5xQB62b1/lPgnNA5zPegDlks0vjM2MwlVk2pvU0ll2FJxxmg7S5Cm4dQZh46uo5bSwOsNpv49Re7+NcHO5jqBoJ6DfOCOE5Phiav3u7h1VtdrE8KrI8LnM9zvIxyfDlL8NnhFJ8dzrCy2cDKVhOJkuBiPkVUxFXedE1Do5bLun7Vwq1XXPQcA9pEQzlWsHecYvcowVt3N/Hu115BOo7w6598gecP99EYWCLwQ0CTRgynZ6G2WofStnB87uPkzMejJyUePykRzaoopOV2E19/9Qreub2Gaxs1XLtSw+T5C5x8/hDHx0Nsz0ochCqM9hqMzio2r/Zw/XoXRe5j9+VLnByeIJgrCAMFb3Y6eKPThqHO4Gdn8PIpeJIGqOHzoxk+P5xhMGjizTvLWK1byA+HUEY+lq6vY/n6BupaBDf3JL7ik8+G+PjLCT5JTXySGXD1FAtmIj2J0iWRwcUrSzW8slSHlQ1h5Rfo1VbQa74CFF188Ol9WZt3TFy5Y0Jt1DBHA2czIkanODsP8T/+myX86e8tISZSf3+OZzse/vnhGJ/seNi4UsOVK3UsNgwMajrahoq6osBlvJFdl/Xx83189OIAbU3D9XYTWx0XtSZjg3IoMw3KjMOVOT47nOAsK9BcbcNdaFZGIC+WSKej/QQes2tp4HGBxc0ulrY6Qm053ZkiDmIRQNfqOpZWW1habSNMQwRZAH8ewfdCMXHdXerj1eUF2OLsteCFKYajABdhiil7wTRI6QFUI4CZGzApDkyYnUtiHXByMsfJMWMfiVcuUbdtDNottOoNZDqHyDbShKanrDofWffWHHRrXXTrXby76OLdRQfjw218ev8TPDzdx06txAEdoWEfZdiH5hdQZ2klfOmYUDs6NCUWwX6asMcRIE5jRBSFs0tm1GGZNXjDC8yGQxg1BY1FV6JBdAQwEMArgFmuQE1MWCSDpgqCPERcJmg3HbSb7iWlj+aGFHFKzHos8wb2jTnUpEmq5hpYGdjotgyUWYQyjTGel5hQ1Ffy3LFRFhrmXgKfERLMd00LqY0oOOIZlsSVwJICIoqzq/Mtx2DJwJWrDja2HARZiTAFTl6EOHzEeL4MkVkiI/kjb8Ismsh8D+ncQ23ZRvdWS0hMw6cTDJ9MYNEVOrCwsNTA2nJTqKvbD89w9GKMettEvW2JcCkiqovCAZ5RLDs5PwlLXN1wcfNGDbc2Xdxeq6FtKfj0izN8+vAcZ5mL88yFalVGIgosKLtWFE/OIRmqs6SgULQg0dTExNNxchzh5Jh1EgVorN85pNWhGiaubXRxfb0H3xtjeHYK1cjQW6qh1zfQdyP0GdmSkqRG/H+B+YhmxAzHSS6539G5iuiMvSILiuVAoQiaNbKZII8SiZY0aLZrMQ/YhpnXoGe2OECDZI7SzlG6jDsx0bTqcBQL6SRBOkkxI03Jj2DWVDQGphj1HNeB47hQylAWB68xaYOhiWBuII5M6KYliPIUMyTFGKadyNyFMaKibMuNSuzJbOSQ2ccBkiiCoSbQ1RT/6X9ewX/64QpatRyjixmCswjFEw3lYxU/ejbCf3k2xpjlZ9uGwvlLyu/MpUAgNiWy1GEEHIU2mYes8NAZGGgPDNy8OcCdO8sIpjE+/WAP83Mff/HvNvGDP9mE5fswfQ/e9gzDRxOprXemNnZmNj46m+Pj8znGfL7pGG+ruH3DwNaajimFM0M6oUtkFH7UFHGYW20VDVNB02Dtm4uhhbGYB7sKhkMNYLyM62BhscDCUomz7QRP/zVCONbw5jvLePPtZTy9f4Snnx3j1lodf/zNVSy4Oh786yG+uH+KJxnwOAXeebWF33+7i9f6LlZyHf0Y2D66wMvjC9TWOujcWESdecOhBz2dQ5GomhydQUfW/DjC+cMRjnd8fHEYybr9rSu4/a1NxOMZjj7dxeH+BPuZiQvFxs3VPm6u9vDJ8yH++f4xjsbzKjKFEYMyO+Hkx0SaUzxDqluAtaUCf/XDBfz1DxcwfR7IKrIudGcNqjsA+otQekvQsAgdSzB0W0hvNHqxppn6IU6GL3B6/hIvdj/Hs+37GHvDywgxBbZmw1JtHOwoePEMmE14Z9dRUo1ItXezB8kqC3xDChpDyaTAuXqrLos/xNFkLnMgWthdqndsFXWi9UYZzkc5dMYaZcBiX8faFTZwLMx5yVKAve0Q288CnO0n8E+pmtPx7p8s4N0/6eP+szE+fzYSpN9yl3gJBZMEmDDrLmDGhSJuveCcFyGqIsgIV6G3NVkJH7K5gjLOoSWphJVbPVWaRMzTnLOBwiwdjsLzChdIhIQ4Z4Swxu5x5ca7jAVDIZmAhuAFrW4m6iGqM3g5okooY34Ch6BsFnEwTMewuBQrNTvdxWxCcHPvD1pYXGRBoOLKhobdfSKwA8kHnY2J9uFAmagzYg8y5HoGvQNYHGI36QgjMlqHfx7JyjxmMJGjVr12yahno1A3BVmaFdzUStQHGmodXnxMUZuO9iOM90PkdEhSZUoFP1E8Vgm7TjRoJspWUzdlIMrhL1Wi4raSDmIpaigOgGQwSlX5JafcZB40c6OWgJVNBc0u8UIZZswYDRkCr4njokbXWlZgepBjelDg23+8gG/90QDHZwF+8YtzvHw8RzHX5JIiGERm3S0r0NbYPCqg+SnMeYYlF1imAizREIQabm308GffvII71zr4eDjCR8ML7DyZY/fJHFdv1vF7f7SIZtfAj//hED/++0Mk3FwTYoPplKRrku9ntfkS1UtEIJulXw2Aqxwm5ujw+185tVKPijILC1t1NNZMFK6HwvWR7htI9gzcXjXxzTdNbG3oyIlVtFS8/8DHzx/MESUUSihoNkzUO3W4dQeeP4fvB4K6mx6XCCccHprIIuJPQ5hqgB/88Rr+t7+4Kqqu9z47xQefD/HiyRwvns5/6yIVNLvkU/PrTjwMXZxVblqnZ2J5zcVgmQx9oNOn+MCBobuYjGKMzkPBMhGJeXwYQqGNllkf/Oyp9qfo9jK7lHmzXMwJnXuVEr3eq9yrVBUapSIIjpmvSd4gc99KGuEkiJNq5Qq3TZWVQOqZxZTnglbrrSjoryqoWTYc3RFsIH8WKt6Oz1Ucn6mXzbGKfyeKKTqFLx2aRCVqzLBjBkpE7BSHvyUWVxVcv1cDh3QRBRUHU3RNFb97p4u7Ww18Ph7h/niEzz8u8PmvVawvGvjhD6oB8PPTCM/PQiiZAyW1kYUussDFxamCjz88l8WhDrHr8nUqquzYeG4iCajwq/CHKvMPqRDjADi/zGY2VHFvf5WtJa6ONp0dCkw2i2z+/ktBwmUThmp85ujxUvqVEITDY7pxiAqTfSolJleRZZLmwFw5OgK/wkNzKK3nMJjF1hZvMgKvylSvPLIcAFeNYDYp2NQjkpkZULW6AsfhRdwW0USOUJpCsqUqzNuqnJh08rCZG/rA8W6Oi7McC8vAYAVSGM4Dvg981jkQ1jGbAtMpCfwK9PTSuUJHvpojouKSmWB0d/IyJ8INYmyZdaQKtmuhl6LfS9Bv2+i3awhCBV+8CPFsj3kdrDLpCChg1PiGsvlC57mKYm4j9y10Wik6bcL1C0E9E8NWlHS30I1EMQzVjBmCiJcREhZqaPZszGYhvFmA5asONm/XpcHx/P4Me099wSMSi9rqWOj2GArG7KAYs4sU3kkJ75gZbpcZxcT58Rkz+aWn60vD9WsOrl1zxQ3pT4n/puq3EkDUF3RZ+89TQdcwm6vPhk7HxNHzEEcvQjmTBD/X4JnAXyuytwezHM1BjuZCjhtXLdzccnDtiiVFrVlX8OEHkSzuj72Bjo0tF6+91sX6eg0//v+OZU2nxJnyTCX5QpPc7h/8YEnW4ZGH+18M8cUjD188DnFwlMGuV83i6gDOEHg5vDEx2wX6A6C3qCCJDcmP5EBT57SK7iSKiJh3NSvF7Z2mdHNROUrHGeDUFAy4t625CJNM4hKYHc58rDQAnJkKZ6bh1h0Tt++YuLZpYn3ZRLNr4nms4UWs49EnQzz+9AJXmim+fVvDG3dauHpnC4vrK3j04RiPfzPBv3x6gf9+f4TTSQjbqXCpfM8pJOB+SWUziRC9daDWLQXHR3U0HYN05bHh2+oYqNV0lH6Jwi9xdsqcrrLKiE7plMqgdQpoTTaqbbilLS7Vi2EoZ4cMgHVVXP1UYrMxn9HZmV+6GgXRX0pGHJWUOjPMygwxqQtJJk4FcTEyQ1PRkZWloE01pUTHUNF3Dbz22gZeu7eOBw9O8cEvdnB2MoOtFDLcixVFMtVKkdE7QoKw1FBU1WGIS7GECYVFrkqRWYKCKnUOeXIKNTQZXktBYXD4qsBZ1GVg5xNz6hXIxFFaKbRk2K1z4F0ZhTjMktxRRQCZ4jqpGy7qRg1RHMtKi6wiqlCcl7AxS+eKgTrfD772nFn2/O5eunVsInoMKLVcllMDOk0dbVdFOcyB80yEZvc2Brh2u4PVN1pQmire++mBrLVFHWtLGhY2TLTXDSht4NHBBI8OxjjcBo52SvjnKuKJJtlcdH5JZntJR5UlubxlEVVRFOL2oRjalFXEdMHT/8Qzt4rYMNoazI4Gja4zZr0SOZXQ8V/AUjJYSir7OBsUot+S7GdhOcDSFaxf7WH9ahdZ6CEcj7DS1XHvBi/cTRn+/tP7pwiIji2qDLzOsg6noyDMcsn05gDYn2eyJ1LRTbHObwfACjOPGAlCoRcHwIw2IfKaAqKK2S7fPVYKEplEIUABowtZHPrQyU+n4+xQwfyM9VYiYi67r8BZqFw5MoTkcHIMJBQNsYZXCtR7FrprdRgNFXM2vOJIYiyImOTAkPUTB8GSbcnXyeEqG+OXeawSUcbLjFUgZxwJf29iyLCCDTCr4MCHlBo2oJl3HEl+IhH/CR1rqoZem+5Su8q0tS1EWYwgiRAWicDk6YLQa2yEmRL1wmGO7RJTx3M0xnhYCjWCwxE6DJWkQnlRRKIR/WoWVVY6X2NSishF0M4X1QCYPRyqhUmE4cRY0oiIR6Z4cqMui4KBMGJWW4aEQ6aUOE3ISgMiUfkeV0Nb1vt01wQ+EWp0ArPZd5nFy+sknVJ0i2TMsqR7jWe3KnQXvc1FLCvPUtY6VX6liLjoDOdnOM1l1RpAnc5u8J5XOfMCKuHDDI2mjXrTRso99SKUPGo+++KUowiYg2nixFTeZ0w0Oi7qHVdcz8RVR3GCKEokA47OREMz4NZYf9cwOZthcjqFW2OEQwN15q43Cll0s8azDE04WDLb6BgKbP0CdXeOG3c2cOPuBl6eDfFg5xCn5/MqJoI48kYXZrOL6ckEF/tDjEdzjOfMV1WwtFrH0loNJweBrIgDl7ByQ1bRGhRNcGqTyXMcUlyRMfuS6EXuFzyXI3RWTfQ3XRh14qm590UYvcgxfl4IspuEFjYLWM/wzpr5GtK5hlbDRrPhIIgSXIx9BGkMvV3C6LAmL1A6/HxVlKEudbuITzIOPJhRb17mM/MTZSSHJo5/qTtZ016KDyXmhNhFum6aJZQGUM5KgPWdZNCnqLc1bNztYuPVLs5P5zg7CTA5iuEdUjCao95VZJkDFRYXyQ5qAZd5Y6EJl1mH/K5wj2HmVr3AaJJg90WE89MUmmNCs010VnV013ShjBnzDCXPmSFd9jnGswKTWYF2q471lQ6urXVw+0oTV/oOnn+5j+cPD6CafdjNNczSDIejExxcnEjm6WTGiWl1tnMAXNomSkuTJiPFTXx2f4vBFvEgyS2sRRM4QljT0OQ50zVkLzmahDifRtBiq1oE31QqZRFZ89wrVA5BL93yDtDvuVhf6Umm88nOBMfbY3z3ag/f2eoCcYjT8zHiPMOdd67i9jtX8aN/eo4f/dMz7F6ECBRV8n5JTiPukXsJa1ylpkFlU5J7HAfAMWsTrRLHS+2Wotk3sHy1jlrXxPHZHMfnc7hfUaDMStTOuifxKQDXfivg5PmmJFXklkLqE3VPl84jraFCpZuVYvMwByJGXlSvr9AN5IYpg1C6kkXwSoIbewsNG7W6jZz3hDxBJPhFxgcVIpgwdVtErVSzFxz+UfgZcv8Rv6cQUyiYbpDY9Upbns2dZ2PsPJ1Ir8VQOHBgf4fujMoiSmISh/H8NfO7ScAgipS1Ke9mCs8ZWxPXEuM5uOflFGUrmQwnibVOJWuS32ALjVoHjtXE7HiG2ZFX1bak2DDirGZANRXEzMpLI0HKc5haanTshWAefKvlSB6w50VC8aPwmiJIMSNzK2G2XmHJ4jBiNqUiG2jRAdW1RKSXKSR6ZPAnmYh/6dzmyIT9LPa1nJoKp87oHTp2WLfnaLCZ26ZjrYbuoCa16t7uTIYJ69csDNbNqh80YwwP93BXeiuT8zkmwwD+mHeAoooryYBOt4316xtodOo4OtzH4dG+vFekVrBHZREJzix75kSXrMEpcCY1iffkpOpZ8efOFLgcSDBrOcjhcx9nlqTckTngrYSAhqtIdr1Q9Iqqf1Jxr8RdcbmqfErioC0rgW1VYmd+B13NQtNyUWP+JwfAYP3TgKE0YQQxdD+klgJL3Tparo0HexeyAsVGZtVFfDOeTASxeeV6HZvX6ngjNfBmwtx4E+e5ie0Q+ORkjI9PR7D7piwO6zmoYM51edlD6PYUdLsKbm/Wce9qEz1LhzJOkZ6n+PxJiAdPQrz52jV859t3gXmET//5Afae7IljkNh8m+Jtrq4Ja9FBamt4/tLDs5czPKWDaIeY70ps16u7uHdlCa9tDvD27R7eud3DaGcbew8f4eBojBdTFfu+DrfVh9NcwK3rLdy72YCjhRgdH+P0+AIvTjK8OMmx2ahhs+GiVctg2iEMi64T4kNMbA9DWY26LZmOdV2BfzZCMp1jbWsVq1ur6BolOkqC8dDDrx+c4uNnY5w1+zhv9uFkHlrxWO6LY81EbpnY6Lq40nHgGD5c3UfT6qFprgFZE1/u7+LLvT30l+mqZZ+vBqPWwTgAHjw7x+7RBN94tYtv3OuhTjpXrOF8mOI3zyb4Ys9Hp6Wj09Sw2DOw2Ce9iwhqihOU37peXxyP8Px4BC3N0VZVLNQ1LG/pWNnSMd4pMNktcOpVg6wZ61RGLJgKhuepRClOxjmmY4riC+RWNQDub7SxsNHC5DzA+f4UsZ8ItY8Uz8FSHYPFOiI1kZXS6RqlQgXYaraw2Wqh3XJlD0mjHN4owoUf4TCLcXqZb8wMXa00oRWW5M2mXiFUFO77R0OqDUmSUCVnvenSDcm4HaotKeiuajCF0RctC2ajhk59Ce36Mt5oaLIK/xRn5y+x55/gCXy8RAKjWIVerMKOFDgUnZUZQj1DoNNAElUxKBS4h+x9VZmb3JdNuwbTqWN0eoLx6Qk0p5CYPYuZrkUEvYzA6HYiUpXcgJHbYvJKC8aqJGg1LVmk0Zg6+0C51KGC1he8Lyl8dEYXqLk6Fvs2WjUNcRAiZi5vLsmFcrZwb2ecoM8BsFcRmJSC+5YOt1ahiSnApjBFcpF1ZpXTgJBJj5aGuvVNS6gwWl3DxV6I02dzTEmk4fkN3qXqsvxzD/7ZDE7fQO96HXZTR3QWIj4LkNcN5BSmdm0sDmrSiz94OsXpnicZ8hQL8tyiC5rvJLPjOQAWBXGeY7FvYmXJwa0rLt663sBSU8ODx+zvDLEzNbEzq2ifjPt0uKdSMGAEEj3GPddSFNRZ8xekylJoYGI2K+B51fvBEII0Z9Y6xTYKtlY62FzuokhpbJjBtHJ0Fky0eN4YIepGBG+uwWNEWMnhMvf8UqgDe6TunQEXpKXCgu5wOK1f1hmZZBQXRSiDdjHuCXnDFEMJqZnsV5R2itKlk9lAw67DVs1qADyNZdDs+5UjudZlTKcu7l7OYmpOhpqTI40V+DN+7hrmvo4wMKCbNnTDRqn5KLQZTDuFW1Pgsj4oSQDhfV8X4yKFlHxm4iRClgdIiwB//b+u46//4zq6jQLTcTUATp+USB8Df/Nkhr957GGCQkR5JB2RUMP3U4kNKBFFckRWs1ZNkeahRD7ws3JdFTfv9HHvtUXpJT2+f4RgEuD3v72C7/3eKrrMS2Y6yKGPydMRzvZDPDoq8egQuO8FuO+xBtHRazCn3cTGgopBU8FwFMkqVZLoDMAh7jCTVZHsSGpU0GyqglLe2clxek4xuIlUN7FxRcH6horhboLHvwoRjjS889YK3nlzFfuPj7D/+BgrXROv3+6h6+g4fTHFyY6Hx/MCj/0CN6+5ePtuDTd7NhYVE71cw4uDkaz6ch39ax00ajrsNIJdMgKJ96YctcUWaoMWkvMI3uMxhntzPDhO8PlxgrW3lrH61jJyL8T06SnOjjxsBwWGqYq3t1bw9tYyHjwb4v3PDrA/C5DVNBQ1HZ26gU7NwHgGnLFfYZRoLeW4dk3Df/huGz/8TgtnXwxx+sUQc99BggWUbhfu1kCWgU3o2IRpdGFZDejMNlFt5IWG4XQfF5MDfPbF+/jo/nsYjvaFTCflS+lCKxwc7ZXYfZnBm106gImErC0DtRUgnKmIpqpYtutqKZvZ6mYda1s1nPshhj6xu8xnrRBdzZoGy1Cx/zzD3osUy20LV5cdrK2YWFjU0FlQceyFOJmFePksxYtHKcYnRNyWaDd0/Jt/28S/+ZMmHjz18flTD46l4grzVWo6TohumhW4OE1lhaMcyZQXEObaVplDmgtxD0ZTBfMhhwHMikllWEJmOxeHGbNJUQ2AiRyi0lWaPlUBw82CrjteIr7CgcqsjM4y5s/R4dMtpCHPv5vFaR5VA2Ae5qKUpQqe5DGq4AVPJ9tYhSswFFFl9vs2Xrtbx2uv1hAqHJXkODqe4+VzD2dHMeZDwB8q1c/kKrD6CqwlTXJrxLWRFAiOcwTHmahxCirdL4fXvGSrhg7NYNpOdUBaDRXtRQtukwp+FsOF5KNwUYmsEt/M/9DRUDoaWr1UFhtqaWAiDjRxknFx6k3kkwxE+X6J3apKntPUGjTFRXtFRWddQXdRRbdLxVOJ/eczWWnBQ1URnO7yki44iePnCY5fJHjn3Sa+9m4LkyDBwydT7G1HmJ+oCIbMQa5QH27fQm2B6qwM0TBAcjGXjWWxCawODKwNdNza6uPNW1fQaDXx95/t4+8/2+Nomts+1q44uHG3LkOvn/7jmSy6JwvBl1Atxp+Pxb7FtBwoSgJFjaVJJDlFHNqxaUg+lgTB8P2nQ5ENfh0L1200ljUESoQQMZJ9FcmeinvXDHzv2xa2tnT4mSLrs50Qn+5E4uAYMB/UJjaUw2g24qo8ieBMRXBiIJoAacxMoBytRoZWI8Wf/7vr+I9/cVdUf//v3z7DT//lQJoQdLaIJbEkGLBy1ogjhMg7SowlABJY26jj5t0ONq/XsbRqotnR8OjhDI++nEledegXCOYZ/ClVwCkU5gbaHKZeIsJUYmyroWHOQbhJd0OJaET0d4k2kcU9utOZo6li6kEWG9CSaciX6ZUogwodJ5c4nQ3WCrduWxkcuxDEVKOpYW2pg42VvijR6JBmo+rZyxRPtxM4zJxs87KWSSFLpJM8o2wscAheajBLA3ZJNIuGlY0CS2slnE4Jt1vCyFLoUYzVloXfvTPAna0WPjo9w0cnZ/jiM+DLjzRcWTbxH35g4+23dTw7imXlkYM8dnC8p2H/BXCwk2HszzD2vUvUGHGrRNhWCPVoqiHxeIWu4MsyAKaCvqzQ1nSYCwabmYVyuSauDDIYUQwOP/ies7itsmeJDGUzhU08Iic5MLBsG5bjyK9ZaKccEHJoQFzu5Sj3K1Qpv3tfIcTqTQ2NFvOaibGVsQqSmENj7ocVGSFLTOSJhZQZuESRZjlMvYShV5kr4uLScmjMN1YLpIJv5+enot5gk6NyWxHV7I11BJ4KtxWj1owRp5WzNuXMdlHyAAAgAElEQVS+yr0nU8GYGi6baOukQv6yqVjlJrIwLKVpSBcrMwRDOq4UoNvW0G0raNSAJhXdmgZT1aUBcuIlOJ8n0kymo123qsUtsMxUWSpXrmJpoVrE13GgwsGKadVgmnXM2fQIc4zGEYbDubiR650KP1bx/CmA0FBvG/Kah0chxmds91eNbw6fWm1DXsdwmGIyzBFfaIgvVEGoc7HRwsEWH+FWw5Em7fLAxtLAxnyc4ZAY4CBEbSFErZ/IhcbkpeC0xOl+gTRivpIBw1RxxpzxvVhcBK2uJftOHHFPoKtaF4ya6SawajHu3qnhrdeb2Fx3sP3Cx87zOZ4/zvDsUYaNrRq+/p02Nq9RyVognGf44L0pPnhvIp+BabEZyQEG0Ovr+P5fLOP7f7GCzz4Z4yf/dIIvn/g4nxCpSLERXQ10rVYoJA5MUg4q+Lk2KmEBBTqSP89nhupWXYdFIZSiY3QaYnQaVQp+5nqbzBKC0AyWN/pY2ejj+MzDzu4IM58IfIq5FIlOKM5zdIh76Wh456aO371l4N6tJpL+dST9G/jg/gP88rPP0VMivLVg4u76AJu37qK9eAV/+1+fyXrB/PZzonNSUS0SX8OmKbdZwePzUtdV0VxRYHVIR2BuDSkEGgxoWGjVsdRtoF+3UYZzlMyiGpc4GxeYMUMt4GAzh9ksoTPf9EJFPKqQezwjcorYOKAiypCh2FTkMC9YMP0CqpM4Bk3hd5io3Ao7k+s5UqLN1QI2dNgK9xEOxwvkdIc6GmquhlXXwGrDxJXNNq5stfHw0QS/+egMJyecarBpxuGAgtJmvqeCPFcp1sSgWwiCbTTJMZoUFXklUlEQ0c/Jrco8yMphKQWYYCzpmrIEjWN0E2jNVBwgXBxopUQKs1nMpqtawibilk4Y7lTEsxeFoLxZkliKIYtoba44SxHEiQx/KARis3llsymLw2TByAYxZlMf3jxAxn/HP1+yBRW4PINqBhxDg7+bwttN0FYt9C0bb7y6hD/8o2u4caeLLw8O8eXhIZ4/nuPF4zmurBh481UHW69oOFYmOFbGePJcwdMXCo6fKRg+Z14xP78KmU2KiOkQb5YK+osX5Us9orhRuHIKqIgaVUtBfJsuh0QmrIYhjQYuOf+IYErpyiM28zI/lnmHdMFx+K6q1WWzrqLbc9DtuSiImfd9LHUN3LjWxsZKE7/86By/+vAcSUKBgSsYRNWmoylFyn0RRKUVIkZgHUykEeuhglmhPqsrSdCSIV5esh6mYr5y1FD0xZ+DZwcXSxPWrMy5bG/paF+l2KZAHOfIAg2lZyGbaQjGAcJRKJ+P3akEJxQT8MxP/IoeIggzo0RjoYbeWhuarWEymmI29kD9gUKaCYczrHvZMaAEXs2hp7o46enCUviec3BFMo6WI2TOFuvqKd3NzDTmWU5cG92vjAkgjr6KXqniF3ge61joEf3sIAnpuk8kL4wqeEql+P5RDa3S2WUZqA0UNJYUOO0ClktRSw5/DMxZV1FVXnNgwYSRV+IF0no0J8PsIoA3CuBd5PAvIDVjFjBXmnrNqrlNcSqfj2oATAGBgu5mC72tFoIpCRSB5BQyk16nYISlB0mwHJBQ1ML9l4g6ydRQoZSauGjDMJK8NtbC/BA55OP3hEI8IsvZrGd9Z9Bx0VCgcmgg35kSza4uBAb+/0J5mReYHkWyKNTkYnOftWjMmkOh4KOAZTCHU5d7G7OyZM9lBnPBGoRDfe4rkv5Z0WoEt08qQyFLzpyE2PUcCcOXcjooHdS6LvzhHP5FAK0gvcaU3FG1XrlwWYMQi3vvyibeff1VbHRsTM8fIZztYnB9EYvXFrE3HuPp0Sl2j3ycneaYjjS8ceMVvH7jJobHJ9h58RK7FxfYTWJMlBz9pi2ZhCRiccUUJ5Ss9RS0+hZaPQtZzv0gRkiH9riUhhLPF93R4TRLOM0CrUUb7WVGyBSSrSfDn4NCFu+jjG1g7U1hCGtj4kCLuS7oxU6nJYjG4fQCcRlKlmt9yUCsJogVuvtLEQyLcFOCM/i4WNByC3mkyF2YwxaOtcQVyu8bq8aiih2RbHKtkNrWXNBkgJuPC+SjAraRo97KhXbTXLbRXHYwZUzQKJf7RDoCqIHrL2voLnEoqENrGYgYWzIKYCQqWloNbaOGbovuGxuTYIbT6RjH4wCHw0wa9nbDhdUg4o/EpRzxuMBkr0BwwbqjimBgIVgqKuqWgbZjYbnl4MZSExtdB5OLOaZDH+O5jnFoYhRlGMcBLuI5Qt7XiOavHjAZAKuOTZVwRV+iYpziRg6IGV0iotkKC8zaXmEMVEKijoH+qiVxBiejAMNxDPga4OlouhVJgOdnkMSYE0tO8TZVKlkhGevLiw3cvbOI5UETF4cehkceXh808PpiHXocwp9MJNJg/eYqNm6u4j+/t40fvbeN/XGImN8NccYyRovZuFU+oeoa0OqVQKegs0P2+oosJAeUWqA9cLF+o4tG38b+8Qj7x2M4DcBpkBBFwSv3aPZo2Fvi8EyXOAoKNwW1T0HpPBG6BYsaIbM1VSG7Mdtd1SnGTivcOIewOvcMWxz0IpTLiZqkqL8Q+gxRjdSAkHsV5zn8kLQKNtVdmGYNeZQi8eaVmOpy0EeRA6OfKBop9QytrolrN3tYXmtg+9kQL5+dCzqxwp5yP2V/oIBNl1PNuhSlEu+dyUpnFHDx3lBArxnQOLhljIBVZcnSQUoSBiODGB0U+RnCSSwI0G63i0ajhRkjos4DERUVeSICxxqzu+usp3h6sL+kiqhLCCYl4zBKdPuORDrkJOMggh+UmE1V2ccJhLFLBQ29Jms2pgnBQ1aSDOTAbZnIlEyGwPMJz5ZMaFp0a0lUwyWlQ2JVmMZGMQmNYhk1gBT8UmTdxMJiE5NZhN29sQwm125YGGxY8OeV2NcyHcFk8py4OJlhfOYhvMyk51CY/9SbNQxW+6i1HExmQ0ynQziuWWHOKcYXOlOBiHfstKiQzDVa49nr4nCLZ24p9woSV0SAPCcemNStak+SPPjLKCE6s1X2+PjjcHDM90o3YevMj6+GzMx4NixDBvIqfCjKXHqJXE27hn69g6ZhwcgSaCkRoaW8/0aUwYkyWGy31U0Yro5RWsiK5gYS38JMcLFTQdz3N030t0x8E5asGlqI0cJFbuP+bILPZ2PMzBRTk8N6ZkPwjEgxT4l7VLFG+uK6iXtrbbyx2kGP6PQxh0IefvFRiH/5KMK9e9fx7u/dhRrH+OKXD3Cys4fBuo3FdRsDV8eA4g9XReKoGGc5Hj6e4ctHHk5mCk5mKvyoiuixGEvk1LDerOP3Xu/h26/1cXF2hu2XB9g7nePpuY69sSaZsRTBvbpl4K3rBhYbNAxRMB3hV9spfrmTouHoqDs61vsONhZsrPcsNIwSdaPEeJYINY/PvUMRSJbhfDbFLJij3+9god/Bkutg2bbFmferp8e4fzBBc2sLja0tGOMhtKM9TH0f+wUwBs1LGmqGikFPw0JPRckYBM9EGBpCq0jNApYawVRjNOoWWu0WoqLEs5Nz7F9MsNi0MWjZWCauud4WsdTuMMDhRYjIixCRprJqYnmLrsoC+4ehiLfX2w7W2y4IOJrHQBgwniKEYSa4+qaNa29aOPgyx/7DHGFhAk1H0rDGgYfxzMfRUYHjI9bHvHtxey2R06noFGgv19FeqgvaeToMJD+UZBR2Bet1otd1ZHaJ3OGwrYSRl7BLFW3dRkez0e1Uy841aHMaOGI8nU+wG3lwLYqVqoF8CRuZXyIbJ4gvYpwFIU7nkVAoXcOFxmiUS1+V1AysDuS+n0tP12oasBt1NFtX0GpvoB2H6CQhum6MbjtBZszwPDjBfjiGY27BNq6iDgt1qAhCzhQmOJ6O4KUe/MxDEVpA6Ap1yjGIuTVgNFwYTQfDkwOcnxxAMWM4XdLBeJZQoUbzhMTdi1CVYgN2HBRSCWmAq2myGGVH009FgisxD3jF4p2Ke3GFhKPRodM04ZpaFas2i4VMJYvvdE4hh4K5X9HAKpomo6l0wdnz753PKZ7mWaXB+u0AmMQFEhE0DFZ01AcGaosmonEM/ySEPyswj9hD1qFwA1NtTA4CjA/nItLprdHVSyoBYRQKJmkJpuC4dUaz2XIlP9sNMCLVhuYvs4rxSEUcU13T+TptK4VtUbCmyc94Y62Ob93rYH3BwsMnF/jyyRBPjlU8PVFFmEZCBGmQzUaGZiO9jOskjhxweYZmOrzQwTxmbADpFiSJVjI+P4xxMY0w8RMhDHDVbUVMPI5bwqnnggW21RiOmuB0CJxelFjsmbh71ZF95OnjBE8eJdi9yLA3zJFrrA3ciuRAhzFFv7qP0vCgpSU06TlU8Xv8nChkpciebmGSXCyXue8OLM1AOouRzGKEAcX9vMOpMJtVvIPogUqaIA0M+oaIcCnipePS91QEAUVM1QCY1A7ogQyALYdmGhJVq6kF+yaMQyREhPf+jL2MwkdY+Pg/LgfASx3uVymiYQzvgQ/vgYe/exTj7x7HmCCD08mFMsbhLxHcSqwBESPoaNSg4YbCcPZQKkS8rpa4c6eFN97sQVVybD/nEDLG62/08fobC7jitrFRa0MbzhHtnGO4O8VvvvDx4UMfX+YZHuYZFvp1vL7ew0bbhUvhXZ7hIpzLsg2Sg10xBPi5D6+YI1CAACW6XROLC7b0gnf2Ehydp4gKBVEJXLuq4/pVHeODDE8+jBGPNLx5exlv3VmGd3QK7+gMtgnpZzgsOv1ChCk7swzb0wxLSzq21g2stkz0NBP1XMPn22Pc3x5jsOZg82YDg7aORlmioRRomgWanHEMmlAXmyKe8J+MMDoM8GxW4NksR+NqG41rbWhRjuIkwHQYYm+W4CIq8Pb6Ct5eX8aznXN8/OUB9uII87aNuGNjrWlirWFiZy/CoydzoAFsvu3gzps1/OGdPv7gzgJ2PtnFzid7OD8vMQlryC0X/bsN9O/WoZVXoRVbMNRlmMYCHGcBzdYCao0OomSCMJnil7/5R7z3/n/G0ekz6Y0aBgWcNRSJi9MjxshFUgcxFLJkhph7hatEOAbCEeDkKjqqVmXBLTroLdnwkhhekiAT9i8v9yVqvNgbCna+zLD7KMOd6w38zhttbKxR/VGp01+eTPHieIadZwW2nyiIZwDrtMVFDd/4ro1vfM/Gw+cRvnwRwaEqa5kIThMHZzn2z5nfE+B0L0Q8q7KwWLDVFnTZyGX3UnOEQxX+qSoXjuYi2fcclBCDq8GfFvAmHBAxx6bKveSmxgOJBSiLvSqLUzhm1aBMVpULwwzdWl+TgQwHKrJCOoorVaW8Hfxz+R8rly4VIoqYAUMEEVtfRCq2DLzzegdvv9aBPVBlnVz4ePF8gsP9AMO9HOd7BcyGAatpwuRBtaAAVo5knogCPToCwkMOojn85U/AHbpadA9yiZuCeLO6jnbfge3o8L0A81kgKN2EDTpe5nkpZeYWLyc1A51+gu4Ch2iqhHAHM03Y8dwMeZ1SlLRyS8vbxG5P9XPpRk3co71NAwvXdTQ7VWOZD+Cz+xeyOGyikG951cS1GzZqtortRxF2voxx93csvPo1CyUbx/MUZyeZFD4nLwtYHR1mR0erWUO70UDqpxgdzkQd228r6LdUfPN1G9/5moMb17roLq5gmtv4f/7puaxbm03c2mpKfkKjo8rg5v2fTfDzn06gGcwDsMURkZWhfOiSj8qGNGJZghxinjIPQclYrnKl+NnTUct/zwykhes8lDVMoxQzNvsOgfgAuPeKju+9a2HrqoZRCIwjYOciwfYolXyxpZ4lmUunxDVdJOJkZ1ZAfGEiObMlA1FHAktPsLisYnFZw3fevY4//qM72DuI8H/+X5/jH36yLRgpOvn5vWCWMYeMdF3SgfH/M/XeT7Le55XfeXPonGZ60p25OV/gIpAABZEiQVJLSaS0sl3W2mX7B4eq/Ztsl1N5V+tVsCwqkGIWKYAkiIybw9zJMz2d+83JdZ53wFqAT5EEcHF7uvv9huc553PyjMOeRLJhWJeuNXH3C0s4f7mBesOQQcI/fX8PP/j+nuQBEadYKrHoxGUmI1VnpUKtVMSmUFUqM1PBccW6KkjydMSma47WZoHaEvHYutR0TtUvlet0iNCpSewpcZY5TIt5HIY0QsUNY+WoNzNp1JgKDy0qblxdwUu31iXP83hwir2DCT65t8DH9z3UOhaqXUuaylHATIcyc0xQ0ERgpyps1UJNd8sc5suFZH/6aSCYl6pWSE7zVq+Ct24v4+bFJt7dO8I7e4e49zHw8AMDW6sW/vM/tfHKKzoe7UV4tBthMbYxHzt49EmGzz6M8eJZhNpyhOpSDJ1qb7vM24yYuycuA0XWVg6A9IIHtUzywvncsuFBtSKRxCy3zowZhvkVMlzkQazMOD4Tn6TEM7OhQjQ2Eci0wxVwazVUqjVpOgR+IDgZ5jazEVFmvhEfxuEQGy1sPjGLVEGvb6O3TCQxx8Rs4LGZkJeVn1ViI0utEilNdA1dIERfsfmd8OKkSnalYWZQqHC3DBSOjlqdaLoyK1rXOZRi7lOlzBbUFlJUqHt+icvmjxoTweNDqhKrqNClHxaCiY4ouhB0tYLWsob2cjloX8zpJCmwuqrLvsIMcRYV4ILr5+XDzEVoQCKEz1MHHQwav8sqdJWDRYomePBPsLxkYblHMUiZW8/mULXakMbMPMikjo997O3PBcWkS+YhD9UGXA42eYBmk5lZEHGpkOdBkMXnnjgmHnSOBynGQ1p6LcCzYFfLHO2UmjzifHUF6+t1KVtlA8rAyV6IZ/cXCBMfa9ci9C9SZEQcsCbO6dGQSGsOZIjdA8YnCUbHMRodG701Vz7DwV4gKODepo2lTQuGGcEwYly7VsFLd5rodSz8/PtD/PP3h+K2pbv/1S+18Uf/ZR8rGyY+/WiIzz6a4NGnMR5+GonLo1pRUSHRoAEsLWv4/T/q4/e/3ceP/2mIP/+/9vHkeQCdYgA6i12i8wu5DHszOgLLvC1Rm9IVoWni9A85zKJsQi2xVBycU2k7OvYwPPJE0c9MDB5o17c0rG6aaPd6aPV6eL49wr37h5guImnSSbbOcSyV0A2ZA29eVPHNWyq+9nIb/etvoH/tTfz8xXv4xfZvYIYzbELFWrWD3tptGJVN/C///iP8r3/+IRYLXnQ5kOSzVeZN0sUmmD26XiwVNt37S6SUMPI+hp+TTKJJ9atNrDVa6FcrsLKp1DDIMAxyDBcZTudU4JaDPqq3R/sZRvtnYqTPgSVENRJh7DooXBsaM3X5fKRc7+kMS0VuwlEVBz5UgtLNyBw35nHSqcCioIDZtBx8KlXm25m42LRxoW2jvURKhIl7jxb4zQdTHJ3QVZtJw1CrKVIKb9BBKgfoyxcq6HToBIpwcMLBaiqIqiQp1y9pCPDsQeFU04Lb5IDDxMI3EHMwWF1AcX0B3PMqTlRp5BF5y7w8Dn84YDbgWsyI5jA8EYIAX0/pc+TQkW4Z5oHZQkYIwghRGENNcqhxjq3rPWze6Molmy5CfxZgNJxgOpnLEJzlLqmo9lVYPN9SNZNrGDyOcfI4Rj7LofgZXru6gv/qD+/gK7+zjrg9Qtwa4q/++gR//dfHWK0o+J3rDu7e1FFszlCcm+PeroZ7uzqeflxg+9cZhs85OCtV1W7bEgcVBwnzIBJRA79Lkr9EpynJA+LgpVJZgSX51hTtmBINwnPHlJl2fgyF8RpRIkhlfs4Gh2CkjzCbjuu0oaLe01Fr6zTCyvmDbjpbzdBpW+j3mQns4P7DkVSasJlTk7XMD2eIUh8KnTYUSnOez6GniK6Y7ayIsKvw+LpJmSkD3jk2EgMbSR1FOYDkoJB5lXSf84wVp4lcDNduO1i7bUt+4clhgHihwcorUCMDi6EHb+iJU9ZpyolbLsgcapUxJQVQARQXqC3V0F5ty1BwsDvG+HAqec4WG/10UlSJauVQkIPnFI5iwOHYMzNQZKaQFuh2p5BC8IzMlBwliIecgNCdxm8bnavcD3kJOOv28BcameS8dzo1EfDQkTIZzMv8wDPhpDQgeKDiQETTUV0DaucKVHuMFSizy5M5kMyAaquCarsCWzFhyvCZiNQUeiXFyfYcJy8WmBxlmA0gQ5bPhal8gyguy3MOqMuhAwekPJ/UNxqorzfgnSwwfTFBoSRwV4inV5Fw+DYk1aAsfmcMh+gqA7YQP+gaDRCEvgyABf/Nh5vDdyrwmcVL86NFt6oB3VGh2IVkjHEfD4IMnb6F/jlH8oo51GRG9lCwvwvUOjZqHUeG5UQURhxOM++ZOY3M/KXAj+ch5tnyTBXb0FNL8KoU0pV4Woo6y2gQOrwZMSLrFT1dRN6SOsH1LMhR7ztorDhYnAbwTklYysArATHeJGYwz53CExJGvvLKdfwXX/8SLvWr2Hv6Po4PHkBfrkBfruLQn2N3OsZj4iCfMwNTwZ+8+hr+9WuvYnJyiOfPHuPx7BT3EWK/iGHEOYykwOAJpLimwYwlXoU5hSw2hpld7M0SzCcU5+Xy/JEy0+hraPQppmPmPJ0bOabTCNNRJDjpaCLKCrmncGDO54PkAURUgXEA3EG71ZazxGh+jFjx0d6w0Vq34aUhFmmIhI4bioDpQuUezezp3IaW24KoI7mK+bQxHfBJWDqxVZIG+OUuY0a4P1LI5K7qcFY1JKMM6ZBZwDlaXZ55P6cAkUKmImQ8EJ32sYW6Y2B1XUePv445nIaK4YGHwYsp9MxEr9nCSqeDja6Fc10Lh8cDPN85xM54gYMwx4SfYb0Cp1aBmYcw8hCjvRy7D4DpoHxtFHkQv8csPgHERDnqui5N+tW6c5a3rWJvEOHZUYChnyFUFZq1haqREjtLcQujT+gAcStQTYomicwm1aEUt/GMaNUo6qLCQhF8fDxJpNpdC+sXqzCrKo6HHgbMyR0BybjAUtfF2mpVjFTzMMCMGYGxKjmPySJFNk+xsVLD66+v4sJWC/4kgj+OsGzq6LNhm4XQYw+WmqGx3Eaj38Zf/WwXf/WzPRzMQtKr5axp0XmkaYiiVIrCX515xsxoZ0OYrkqKOxLeScro3FavivVLXdTaNvaOT6Usii8pZKcZv6TyIpxBej90r7MRW2TsLxAryX0rQBaEUCT/1oRaLR3AzL7W6jG0SizkNa4zjmahYjhQKTzj4D1lrA5/r0IIN8zj42+cqYoIRace8XgRbLsC26oiXhDlPkfqE8FMoQ9JMxR6MpOSUVg5mh0bF670sLJWx/Onx3j+5EREWI7uitCUrnv5zjRdib+hyJDlT0lRyBDPua+XJA7GShgc3hsZChHIkozAt1SBY7mwLRfBLII3CiQSod1pSlwX45jo0A0WPsKFJ8KBWkdHhc18m2LdQjDnC48O3/I8yziEdo9nYAumG8F0KQYBTge6IHvNvIADBU2rKuXNAkwnJabZrpUZ3sxNjvIEHs/m4xyxfyZ+4fnNBYpK+bnKe84oAinS3UqnyVK/ht5KHTMvlLs6EcWrlyyhovhM9Iiov7LhGGUm9vB4InsjhYixT1cKBUc0TZDMU4FdZXTJAlHqCfa5Siwkh78p+yUJ/JDnklzyG+s1Lv4U+NBpWIrZI19wMVI0MxA3zL4OB9giWLU4LNKhmKo8j/SA887GZ7aiO6gYtrjWST3h/udUbNgUj2Uz5NnsLFcdaLo19GodNDjU5wA4jnAy9jCYeDCZK831k9cyC8hIr6rXYTTqCE4ULPZyDAcRjsZzTBMf9moBa6XA19wq3nYr6CgdKEUbXlbBvWgqdYAF9rEQp6KppHLPn3q54GG3LjjYvOjiZreJ260m2qRyeBMsRhP8w08C/MNPA9y4dQVf/vJtaGmEe7/+BIO9HWxddrF52cW5hoEN5lFqwKIocDyP8emnM3zy6QyJa0mFFHWcuS55HnayAl+83sIXr7cxC0OhRe4PUzwmXv+I0d4JtCzF3Qsq3rim4zKzTW1N9qS/v+fjH+758JkNqRe4tt7GKxeWcPdcC2tOJhXMQwTzoBTBUtQQxTjJfIzyEKZmwFAN9CsNrFdb8MIMv35xhAfDKW7fvSllHB0hf/oUJ8MxHscp9mJGFjEPOsfmRg2b6zWMxxFe7MwxGsfon+9g5UIbmhdJcVjcJHZaz3AYjnESzSRugxElm+0OLi8voWJZ8BL2ACMc7E5xsDtDh4OHKw68PMeD5x6GpzG26ga2agZssy5uf8+PMJ7PkeoBLr1h4tKbJj79ZYxPfhXDcKpYudiFaivYOzzG3v4pXmznePGijA3jd5JncTqAc5vRJybcFmMzMoTMOCWpcKEJGY+CU5ZS412PBBMNlUKFRSILYycSFctdB8sUhmoWWokpfYLPpgM8nU9g6UTUm8g0C7FKB3AmTc1sFGCYJVK26aJi16QnvvBDcS8aRSaRGUKwIzWS/WDq1VyunxdQbV1APJlLrS9ruHnZQaMdYejtYxwOYRp0vJ1HxXBRMSxMZwvsHB5j+/AIw2iMEfE/QR1a2IZTuKhxzyPprmGJ03h4uo/T4T5gBLDrJTlH+kIxe17sa6pICgXsAvOEzsxkSyXWGSKW5QDYMsteuO+pWHh0/qoiqNWMksDD/mTFLntPCwrdJ7EQBQy3FMOJoJ3nXJ/fXzpr5egvJAPm//IPDof5mVF4KFm4ItxkXARz6YF6WxGyVGvdhEKhN3vNXNMW3LN15LqJQjcx2PYl9sukoLYFNGiM6Npyr9sfJTgYU3isolGjuBiYDxPpA7CHIUSlM+FoKeIr5wv1Zox6IyrvWj5wcbWGr77ew8VVF589PJUB8IPdAg92mWCSw6kVMrjudRWplLQtkryYB8slOSkHwEHsotqooNqsQGUmFSLMPBJQfAxnAdq2g7ZFoYWDpaYjn4lmRtA0RkMxLifBi/1M6vqVKr75lTY2ejbu/zLEg1+F+PAowAdHARJVQ6VuCwF0Yc4AACAASURBVA2VlMGMpj13jsJdCFpcG/MskiOiKCCngNqCbljQKgnUagyTQ1PHEpFcytgjP0IUqAgDUnoYR0QRHQThzf1ja6OCzXVXCEwnxzHGQ7qFSbOlSNWSyE7GfGlmLFFTpsU9ibcTCq5NJD6ptmVPn25p9mN9zOFhjv/+z9bxP/zZGtY6rhiteC8dfTjE6MNT/N1nKb77aYaJEsNqR1DsRHqrNL0U1AoFjFAooxoV9u4zUhdV+T7RlXLzZhWv3q3DsgscHs0l7mn9fA1r52u42d/ErZUtVGYesr19DJ8P8NN3h/jpOyM8cYCnDnD1XAdfv7aG85UqJochJoMQY2WBsbpAy3KwbNVErDTwpzgOpjjNC5wWQH/JwbmVqvRzd4+IM44wj1KpqxcMXLlgCjn42ScUnGi4uraEq2s96MEIRkCyQ4aIZgdNR0Mz5T6/O0qwO07RaCpYXlKxVNXRoqir0PDO4wneeTLBxqaFWzcrWO8YaCuceypoGRnaeoq0W0PaqcI7CTB7OML4yMdOouIFe94dU8pVNNTZo16k2BsuMJpHuL20jFs90g+HePD0AHt5gknbwaJXkd7axYaN+w9m+PX7Q2hdFXe+1cJLb7Zxt9PHK90+nn20jWcfbuPoKMHJ1ERqGlh72ZJS0g0o2TmoxQo0pQ/X7aPbW0Gz3RUaAiPxfvbO3+J7P/xz7B89FMe8YVBo5iBcuDg9DnFy6IuBR4K3dBeon8+lZkesAnpooFJYsDUdVjWXS0tMzJle4j+JAyLSgo7d0plHDnWOm1freO3lJhpVFf4iwHTqY+c4wovjCKMTBeMTTS7SayvAuXMKLhDDeMPE9mGI7aNAhjYmUXaxjqM94HhXEWQCD8LsZIgLyNbg1jTJSQwWPCDH4hJJFwqWV21cuVPB+esuHj9Z4PHThSCWmWUiSCM2ac8aqGxLEQ/D+u0J8XOb5Oc8VbBZZqGz4cgCMJ9SwRWKM4XZWoKALsnR5QCYmwnxBhy8CVaYzWE2hYlC1bDccrDcsgXPTGcvUUkcTNKRs7/nYX9vAc2qSuUGXTkBkjRGOEtFAR6dqghPy6wsYuCkmUS1OxtVZxm1Fq3sPFy4BizLlIsGc4Pn44WoW6iYl6BPXhio+K0Q0abJwN51qIgGvAkVo2X3iBs2fw6qLekqq3M4TZwXL85GJo5Fu6LAqNnQ67ZsksyC9gYJRgcRRvuRKK74/i31daxvGbKZ7jxMsPMgxfnrzKIDVrZs9DaqWMyBX/xghg9+6aHWhWQpMpfCshxBpE0PA8yPAnRcFR1XwTffbOE7v9fFuUtVRA0Lu0GK//hP+/iPP9jDjfMubmy5qNfYBFcxXxT44Fc+Pvg1uzvCoDtzagficGbbmRgvXgM4hvkcr11+suUnzCy0jLhTIgGpTuzoaG86cDoa5lTf+yHSkwLZCbC5ouPOLRP9NQ2xmSGyMpz6GU6ZVZ1rcJnLliiCS5rMUoQ+Dwgq0pGKbKih4+rYXNdwccvAymYFK5suOt0G2p0G7j9Y4P/5y+f4+S+OS3wFB/8p8Vwc/1KVysPNWWOuKLCy7mB1w8GlazVcvd2A4+p4/sQrayfA9osAsU/kU+keKzN1iHWuwqrW5LJFdB6HyQwQ5Hcu4yW8IJYzh073Xi9HdS2H3aQj34J3asMLIvgBhRB0x+siImBuWMH3gBsnnWdUE3MDrECyA2rMA2beX1DgxtUe7r68Iq/l6HiIvf2JuH8fPYthN3U4Ta5EKBEwdLzSLRIRwVWie7WMDWQD3baKK7cKnL9SCNKR6EaF6q1FgY22ja+93sHdG3X88uAYvzw4wWcf57j/voZzfRt/+sdVvHzXwINDDw8PF9i+Z+LFPQP7zxUMDgrMpxma/QTNfgpNlN5l4zXLVQRzBaN9FdMjik7OvLhszlMAxoOlbcgFlA1xUZ3xdfH18SJLxxCHwOKQ5OmZwwgdORXKVONzuEsXnWhPTCj8PmV07zJjhFnC5fN79g/IAFg6KTJZKH9/5sRS5JNnHFTy8+UQuHQyieuMjv+UjhsWKXRlbi5XOK6houTneiTuhlTyNNyeCZfYI+Y68JBDxApRZsRjGQ0RjDAvkTXm4eWUTeFSKcn3jI2hOFJg0KVKRxV/Jk4QiAqpGaJi7S4V6C1BDmRcD3ngX+k7MryMw0BK+uvi5NIlw8MyTcRsPGVE0i/gkakI7kkt6JqNKJ0hTmdyMOIJnYc5DoD5HlQsExXKzDhI1zXZ75hVOl/wIlk6EfUzVxZzYXhJLV8zF1o2XzmQ5mdVoskpDpgtEoR+DiN1YWSuiIbSonSKxXymLBWXLldx8VINp7sphrsZxscJxgM6dnNcfU3DxZeoIGWGnIH9/QDPnvsYD4jS1BFPNVGV+l6EWsuRnGK+hslRiQFeuwasX1ew1NOwvMRLU9kADGYKPn43wCfvBljdKLC2XuDyjTquv9SRz+idnw3xm1+NZfjKn5WXKTqF6jUNly5buHzVwc2X6rjxcgM/+cEIf/kfjnE6KbB2uYHOmiOo8FwJcfAswsFTZvhQwEBnIp2+JgzNxHgYStHxTvGCYeqw6Xp0eMmie5CY8hSBTyyogSu3Gti8WMNwlGLILLqRh5MhG0d0RtCtp0El1jzIz1SHwKpd4IIDXG9ZuL21jjub6wg6GoK2iiAdIljsyXvnhUsYTZt4990jvPPOkXwv9LMMbR4fOMjRJAeOxc8tg8lhfksV51vCPymgOnO/OrkNFzbamo0tKgDrxCnTZZjjJIiwz6HknBmeBiJfl6ErEUqlOplN9xzBKEE4Z56SgZyNWkWVyyebjgmf4zQ9E4VpYIBeYWji/pb8Ux1gtJJNyAmf64xZToUgzSumiit9FxdXKmivuWivO7j3yRjvvTPAYBgKfkplPh8zis0MdSVHSykEmfnK3U2sb7RxeDyRenIwxeODKUaj5MzhUS4/FKC98cZ5vPHFCzg68fHOe3t4sT+Sy4pip4J3N5xS/UoVLDGZG8suVrqlwpu5wkeHM+zsTuAnsWQ7EVkuw2Fbx3yWYTGjm1ETQQYpG1oaQEsC1PsN1Jfr0LhhSmRAgiTykKUh7IYLp+4idwqkdiYOoukswXSSYLIPTPY4fMph5AVWmy5unevi9qU27r7OiAAH7zw4xTv3hxgeBEjHKZwixbW7Ga7ezTHQbAxUG8+fxXj0oYfd+6Fg3mYHOeyWKRXmKRZJLEp5ni15TqNj3KCangNDqsYFgWjKWsoLNS9MoZojIp6RNEePQ/kChRNLnqJkOHHKy7McMwwtXdyFlYaBYJwgHMdyWb16uSYiRYpluPYcD2c4Hs0RLAxEng1/QXyihzgpyRtuUz8jMtAtRqcNM0Ll/g7QFcRhLP83L9r8XspLIJqXbi1m0HMdLJvJPCvTxcQB4sbNqtRwGOBg14M/yaHHBmiBYO4rRYA8c9W6VNSX+Dnm0lOkw7LakHLbNirtiiiyhzsLTA596JJLrUL9HDHqUrGRS7QI1xw2EpMJEJ7mkjPNpjad51zHiREVwSiHdBJ9UqJ6hZ2acNJRCkCJyGSTn/u56/CsqyMKIkQ+scMlPee3GlM20nU+lzr0TgGD56clFe2+iXpTE8cyK87LPSudK8gmNPwUUCu5VJmjySYBB5u6nPHDBWNlUszmkQwmqCDnhIC56E5Dg9PiAlAWmxnxhEQaklHonFexOMykKAYUQaC8ThaHxzqMz88r3A6ZrakZcl5ZBB78iBh4Iu90mBbzpiz53OOUeZQlBoz/Qmmo8N5gUoCliRtwwZzdYSKoVItNdjp2BZdKYRnXHAXJJJOSe5fBczkHwMTkshHKIQ4P6yUFgQM5vud8w00ihFsKbNOBZbgy2JwMFuIUW15rYXmtKcjE050pwkmK1KOITMNyvyKiiPW2jY2Wg8vLDVxf6aDHYUk0RRhPMVJCjJQIAyXAiRri2TDCk50IB4cFvn3+Ir6zdQEuHcRegLGSY9dR8CyJ8Nn9A9y7fwCfVJSJLkN6DokIdOh0a+j2aoiipMRXp0mZP6kXIko2axqsagqrwqGcijTQEBLHOM8kz1mluFclRq4c4ggO9cydIMe/Aqi6DVTcBqIkxMwbI0GIWt9CddlCkEcIKGDm4ILNYc78OEinmyenc8RGRoFwSMcEqTAx0iyWdiqfBZ4TSeTi0JJ0EpOuzlYOtZWLiCaf53DMArV6OSzMjILaCxGv8e5Z1Vz07Dq6NVdERfWGhlE4wziYYz6lCDNG021ia3UNWysrsOMZ7HiKMCxzng8XIZ7OfBz6MQrm8tI1LpECKbyRgsmJLgMhw0qhW0SOqrLvUKCUeaRuq2hYOmrML+bA3VIw9YHhooDPOyDlkgWH3yHSOPotLYd57Wza68QUp7EUzwtcN0hbqbZtcXEy4qEwEoSTslaX67h+ZQmVuom90RgHpBacppgPU3RaJMBUUaMgiSSNIsX+foqDfZ4fuX8lWOlTvNfDpfNNOIUOtyAxYS7VMwusE0daM5CbNgrTwXd/fYS/+/URjum+5XPEZjSFqCp/rvI8W8ikj3sPsbjlcySDYJ5FhN5R5tM2ejasmoZ56EtRLG9wyM1GL68c3MvY2005dLNh2U7ZuObaLSK/s4ZESpW9JY4q3jHZIKXIRXcYb1H2LghT5bBHBrHcT3gPoSi9KASTbLi82DBnl1CKXJq5UZGiSrwlM6r9HB7F1l5eIrtzVYaEfEY0UpAqucS5rJ/roLtUx+7OQIpEOEOhA5gPQATdzFFtmKg0LBG5TWd0y1JYYaGIeY8JRYjH10O3Pvs0xCGLEIfTWj5/VVeKwmW6BXmvY/OXwigRzZukG0XiKOM+RPQyz8l1ulUahjjSGJ1DwlFcJmXImkoRqcEBsBPB8xWMR5rcQ7VIKWPaCl2q6jJLlz01YqrLzvxkEWDiBUhJXoopzqHoJC6jhgwg4ayC7zd/BMbmkA4QlgNh7hPNrinnCzbSJ/NQcJvdcyZafQNhrCOMDaE48ExH8Zs3pVsuRMSc6wWNBmVPgIMtIq51m4OWAFEawOBeo5+dGziqKUiTKIkS3Gtdh/2uMpeX9xvGqfBsIHdgElCisvgRnOHzxPFGITr3ksIsdVxiqGB2ea7DKkhYyaV4vrddXdxadIUajOAhmYLiA0UHGR01Q0fTVsCZfzHPBTNP4Rmd13xtKXuouoIKsY5uGydHCQ52fBwMfRz7HkZJgKySIHdjvL3awdsrHVgR85NVnIxyPPAXeOgvkPZypF32/3IoEXO7S9E2z4nNDol+GpZtCysmiTUquryPIMM//mghdePmVXz5yy8hjyN88M5HONrbxdWXGrjyUh2NNEI9ofPVgqJXZLj0/PEI249H6NzooHO9I58FDQoR9zRviLk/hWPYcEwHdr0Cu1ERkfPu8yn2XswwPEmlvnCni6++0cf1FQc93ovnIX704TF+/OEJ9lNgPy1wcaOBV6+08IWLLVxpuLhSd3Cyf4TjvSMsghxBZiIh7bBVIGZO7HGE3ZMYjmqhYbnwwwyPDic4mAZ4/e4lvHb3Irqhj/p4iPnCx3aU4CBOMc1zzPIcmx0Xmx0H+8cePn02wvbxAq0lF+0lB5vVGrZqNUHsLEY+vCxA2IiQ1GJxVFIm3igstApHzoWMB5gmMaZBiGkYoF3XQKcez79DL8MiorlBFRSupdDTWpHXTOpEq6mhuuWjdt7HT366wE9+toDbdHHtpZY8V+zjjkY+nj8N8PyZL/ua7jLblMIoEvkoYCEhRDozMkBMGEG2MBCHFMVkUtzvNCsV3D+pSFyXaY7i62f8wfpKC0tEubLXE6bYXQTYWwTw/FgqJDlKMwXBb/P+FSeCUZ7zrMB8U8sWgRDz1JUiQ82gCYPOePZ0VBGHnMwX8DMK7Nbg1ldFCMOydA+mOkSt4mGpV/YDZ6MK5uMKkoR3Hl3inRZhIHuNF0/hJTMouQM1r0PlvYNZY2mEwmJeHS0rPhL4kpVuMvZLz8VgwB6NUFjqNrwwFfIGiREkv/Hr3WioUhYdngbXDmA+yzGblbFqNCtYtiICdObdM1aHwiTGqfAMTnqoXqGph/0gmgnKaDX+d0njK0mqQmiBglDIG7mIkz/Pmec8gWcogyYDt0Clq8DtQIS93KvpiJezP2XTVhWqWcPhiyGOXgyRk3wBRmpq6K7Y6Kw4OBolOBqlInpif1ijmJv7OZ2gMc8zfCWklZR0PQ4OafqoNcriPY/GkwurdXzti8u4sOri40+P8Mlnx9ibAPuSlkAxFslFCvpLOpaXmNFb0o94d+F3jt/HRajDj2kCqsKyK8hykgwCZIz8sjSJT6hT+KTnaFqanMdczpxIFuHakUTI4hi7xxwaFrh7u4k/+f0erq5VcPhxJPWPn4zxj59OME1z2DVdegIFzXM8m/CO7MRQSXViaC7PyEaGnES3grFYOuxGDrfNIXxpApNs5iyTIiWVxY45r4KyzVCQnubYWLOkwiArB8CjTIwnQcC7MIc1jEzh51q+V0ZJzpbPkven0CvNQ1nM/2/K55HbHgrLw599Zxn/5tvLWOtYcj/MiNB+EGB2P8D/+76Pv3nfx2meQG+nUCtl5KlE3c0LKZs0kQpnGBqSnENgfodiKHmEa1dd3Lldk78/mZDQmKBOml1bxesXr+MLF6+jMp8gfv4Qg+eH+Ml7gdRxR8FRV8HN1Ra+sdFHN7fwyb0pHjybYVaJMXdjdHUdayrvgxlGiHBahJgmKiaxitWuhfMrtjx3Uz/E1I8xnpOsmWFrhWRgDfEMGOwW8EcqrNyBnblYdlIsualE3GQGZzeMuSAJLcOj0wKPTiE9/BubLi62DPQpfFCAf34+wc+fT3HufA23b7ex3jLQiBPUiwR1J0XNSZGRUuK4mB77GD4eY3AU4kWoYzvQEdQLBI0CvbqDrUYVdl7g4GCI4WCOZaeOJbuB0xMP+/sTDNIUs4oBr25ipVWV2jvy8eTFDM6KgltvV3H9bhMXrBVctFYxPwmxOA7hexRINACzhu6lGjqX6sjTKoqsgix1kaaOrIdk2NKYO5mNpB4++Q0+e/guJvN96EYiop/JUMd0aGA2SjEbJ0JdVIB6wUWlczFF51KG4TZV2BnyhQ0jrciXMVE9pKoHtapJ808OGotMlNgM9OYaa3RUqZs36njlTgtqlmLn+QTPHk9xMAD2B3Q/6SgSEyt9DTdvAxevUNGiCQrsZBZgMAsxnGUYM/9xqGD4RMfoKXNHyssAcc50jdA95eiK5IuNDgIpyYgDcPNOA1/+xjJe/Z0uvvfDfXzvB/uYMA9rUV5EeED9fAAs++MZAqg8DPJUWCI8y3+o/KO3XsH61aZcYgdHYwxP5ojmpZr1c9MwVa7/6R+/bfDQYWGq0swgikswdQvej+k8y3DrlQbe+kYPK1smnh0M8PzwFIXSBpQ2giCS4HNv6sMf5/Cp6J7riGaaqN75J19vRvWfKGdK3gZRTK1lF6ZlyUCQzufpYIbp6bx8if/Jz8Z1iI1qi2oQupiJCmSWoSw8pUKJG9XneU69FRerG1Tr0FHIQ0SCajuS8mMHc7+G04McB48WGO2FklmmJjzIK6jUFbSXVHRX6ZJWsPe4wP5jYHk9xPJ6hFfeaON3v7GOtDDw5//nIf7+uyfoLmXoLHGITgWMgWACzI5TeCdUaKho6Sr+9O1V/DffPoelyyZ2jDk+m83wtz86xXd/PMStLRO3zjP/WEVIHPEUePowx9NHXODF44pcMnJ9wWPJrZF1dnjiBs2St4yNa8lzIDiFCHJizXK4HRON1SqspoGFt4DneyjIdh8XaNd0rPYNNLsq9F4MfSmB7H9cjBcqUrpk55ADq8+syhnzAhTk/PWTAlc3bHzpizV8+a0G1i93sH6pg/2TEE+3Pbz33gQ//uEpPv5ofoYDLQfAIueW4GK6mLNy8KHouP1qA3debeLCNao8HVE7/s2/38cP/v5EshE0x0ERRciDQPAnNtHnVebwteFWWpjPA4zGMwQcLnLYzDeFYoJYQbWSS7lLOZwlNiZVTA9dzI4qiGJicgl5KPMMeXHMAw6ahSMmB1WNB6U6sWEqWm0T9aqOaJggOo1x/Xobr7yyJANpLrB7+zO8OCiwc0gRhSLFLGtxPDLrNkiQEA3LTDw6z86a0p1WgVuvFbh6m0HsVEhb8I4LzPcyrNZNfOutBr54t4JfHZ/iV8cDfPZRjnvvEzHu4E/+sIk7L1u4fzLBg8EE7/1QxW9+pGF2wmCQMsepu5JJKTxYW8zZ0wRt4s91HD7VMNjhs1d2x7WqAo2Zf1UD9YYlzQk2MjngTQLmvZUDOg5lUyLmiOaeUqDALCaqxzLoegyNrlrm/hjEtRNnWmKiP3/QGfIuQe/lXeDsC1wKG/jb0YnV6rtoLTsIwhizWShYRQ6q+R+uASIYOevRiKHmbJnkrxfaQMaTD/9lbKZnQmboX7LQ2TTKA13O7yEbG8TIWGjW26hV6pjPF1JH+xEOX3BIyfWZ+HUOmsthxdkXrOxWcq9xVaz2Layu2Fjupej3UtQdHa7uoFmtYKVXR7vpYDIaYTwaSi4Ucy1qjo2u20DLqaEwymbg6XiAk9MD5JmJursOw6hjHBxhEhzjZJZhwEOVV7pQ6XJytQwVLUe1ZQsuLctN+IGBxULBeJJhxmGc4SPTPSy8ArNZ2eehqIGODx46iYhiti2LwwuiHSU/Sq+hotcwmc4xnc7F/cqePV1kN25XcPNOBR/9s4ePf+5hPirxsERLvfrVOu68WfttVs39B2O8/+EA+9sx5gcWvBMOdCIpt2FLnlaR6Fic0GGY4fwrEc6/EuPq5SquXa5hdJTiyYMQDz+O8OKeip37Kr7yzRy/9/s5+isuLKuO/V3gH//2FP/yszH6mzr653TJ7xodpGg1DLz5VgOvfaGGetdEvWPgpz+Y4G//+hQJLLz6lTVs3WjAC6ZSD341x4NfLSSnor2kodljdIArAoGD7RkOX8wF/ykBcBxAsE9jKVhfdbG2wpwiuiRCtNoO7n5xXbB97767i3ff3UHAQyCXQrpXVE0GfhWDObEaJiow5fzvNENxmKI1y/C1ZeDtZeDG19/Aja+/iSPlEB8c/As+ev4cn3wGPLwPzI7K4qVL54FcURGygcgLfcMUcoduJ9CsSHDqbPRSYEeHIZ8NKkyJzIwndP4AlUTHl841pVSX62aBw9DD09kMu4MUoz0H04ENeymD1cvEac0/41mO0baPyX4kTSs2cNmcMplvQ7HEPJXvF7g2VhVkbH4bugxaTGZBM3ZXS6UspwrLrcIbxRjuzmBmOa6dr+HSVhXtrTram3V89psT/OrHexhNQlRWbThLBlJESIsQ6zZw3lVw9/o5/O7vvYrLV8/h6OgQx8dH+Pmjffzi8QFebAeYHBSYHhNjXDqC/sf/9nfwP/13b+HT+4f4n/+Pn+Nffv2sXMtMFUYL4pzmgJPPXrfh4NUbS7h1oQv4ttRnnx3j/Q/2MGNjp2+gvsRcILrEbWw/meHFk5lkWa1vNkQYoqd0jE2RmhYy0y6dgxyIMh3ITCR2oLvSRqffwixNMQpCHI8pjJphZ8eDN9bhjXRwDuXoRHemSCeJIH3+7Z9dxr/9N5fxHGNsY4Kf/HSIH313hO1PF/iTtx3866+7wIUqcLGK7RMPn352iofvL/D8FwX2P2L2ugmjQexqiqAgLquk3XBYLhh7sd6VjQtmDFlGRbzOxOctZhFQhaCENOKaPRMqB0Kuh7Til0NWNhuUcjdgBny960osyeCph8HTBd58Yxnf/P0NiQvZPZxj53CGRAmkpiMKN1VMTzPMRhGSOEV7xZKK0liKWLSAuG5Gi5CoLDmjOTIimblfnLnFhCvM5xgWlIKufDoSiCQnoquAYiuyPmxer0sO6ItnHILEZERB5PncixJItEmzbwsyd3JEZwg3qFIBWesD9RXAbPDZYwO7wHgnwvQgKRv+hQqjqcDoQoSYJKdImZa49rydCPMnoWA85YhdEoXLhjebuowu5zVByG8KVA4fExIt+PnwPM7rGMfo/AXlZsm9j4MzaTp8vn+evS1sSHCon7o50mqGWp8ZcC56qxbTWeDowPFxjOOTGNP9FIudFBHzsuh0rgJrvZoU1f11Iv5VBdNhiMlpgL3DBfYO5sjDQhoFPLc313heNcrh8DwqqQXEw8k9hRgZFaPtBKMXdKrpIirjCxeULX8mDlhNoNFx0exSve+iUmPzJsfRyQDD4RimaQum1TQc+d8cIMynM3jzGeyKBYsuIuLOo0juAkR30n0ow8RQpLnye9E1atRyEdTlGgfCGhb7MbwDZr8XUEhIIHVJ7hm8iOaSJS2IVeakUiDBc3sBuD1VsO71egP1SlOGlqPhCEkSYfNcH1ubfew+OMHuwwHmpzGiBRt6Jq5c7OLqpS5ePlfH3XN1VFMf2egURp6i2evArldxf7CP+4M9jKsZZh1gx0/x+CDGwWGKP6x38Af1Ni5XuzhX6UJrNjBqu3gYRPi///Y3+HfffR+KakGldZmvWQmlwdVu1dFu18WlRBFTYZYoOsYCVHoG3BYRixSuBpjsZxjuFAhOgIx3XV9BpWuj0rVEOOwNUxnk8ItIcaFBoZ6RwdQqMPUK4iSBF3gybLfbhmQ/RgVzqhlbwKeVeddsIpWIarVglqpdZpTx+s3Xd4ZC//z0SXdmHtM5oaK67Ei2e2pHSB3aANmkZQ453QgqdDph1QIJS74DQL/ewMXlHlZaDdRc5req2DnZw87Jrjils0zD+vIqbly6jGtbW5htP5Zi1mGt7mIYJ/h0MMJTok/jHF5cwD+BVBJw2G6JU9mqJLArSSnc0Ep6SjBhDBJbAuXE3KhDipFBKajuNGT/EJqR5yNb8B+m0I+CCIqVqzAMuln5fEUIvVgGtU7dQWu5AaduojB8FKYPb5zAnyS4uLKE129sodl0sD0+wvZogMEgwskgQrNmY7lbwXLbQrehkybOoQAAIABJREFUoW4r+PTDBT79YAEvShAXCXpLNq5da+Dy+SbONeo412jg0/sv8Nn9HWw2Tbx2oYWr/TpGiwJjr8D3Px1KnYaJPM8UePBcwLWAazQHYTT6csjI6BI2T2S4L98BDoDLmCFFp7oihWLlgq+mE4bCaA4vKd7jZ8l7M7WTop/kIEC3EEy4dtNFk0EnbpZD0thGEVnIgxhZ4EtUjsl7tkncO0WhZz0XycwpRcOyRp8NlzlsNSpcB3iNL9cCxc6hOgWaLQXNNgULChaM1FiUcUR0NJEuR3E59wO7WUgWbm+5g3qrhsPDoRTJWrxbcy9lU42vi7QmRr8wi5OlZDWYagu64iDJGX01g87mvcX3sYw0YKYfm5NsNjfaLuotuqEzydyL/RK9zAFCnSKgZUMEjvNpKehlc5T3GRKblpbdMm5M18QBLFFDcSk+4nlTdyIZAoehgtmMok4Vhaeg4M/NYMogwYXzbVy/3kOzbSLXQsR5gIPBHAeDGTTVhmWx0ci8Vwp7ItmCWby2EJeZTCGVzs/6ZjwbNcrid0j4Pa6CBrHyXQNx4iCKbdhWIectEsYoZiSpilj3YEZnNX8mQ86zhlOKFiOKh7JIvk/cPylqsykcIpHtLBKIQ2XuIZ+Lyig+obiA73cpUi6jSiiQJwKaAtyYYj7JbDQkDoLF769BJ5+uQSOhM1IkXoPLJ7/TFDYQdV21gJrFI0mKmDs+SVFeAuoPVno2Vlo2upGFTmjBojhTiGykUfFsADTMZdTNZTzfX+De8yFeTBY4SkOcpiHmiYdF6uPt66v4+o1VJJMEe88mePpiiifzUKp1zUb7ui37H0VrSlLA4Z2Dg3ydQiLGWhCznKFXNXDzfEMcY9//pxm+909T3Lh1Db/75btIggjv/vMH2N/bxe03O7jzpS4K9iGPTlFT6mjYS7ALCpBPcLo7wM1vbeLmt7bQrlqwvRz+YoKns2d4OtnFkx3g8Q6wcWkd1+9cEGLG6cMXOH5IoVOGe/dTfOlLl/GH37qFWxsNdJMY+ZDIyqdSnyyATxYKNjcreO1aDV+61sIrvR5e6S3hyb0HeHLvISY8axp1aO0q2hddWH0DP/tohJ9+NERMMJ3CeIocx6fEn2d46+661AVLwya/b2mK/SDBQZLgRMkxUHNs2iY2HQsPd8d45/EAn+yO4LockgC/c+k83rp0Ad6Jjwcf72Poz+BeVlG5oKFpcyilAkSlH9FxnmKcJJjkKdJajqSWS25mL1EkRgbVkmIx8nIpPXZgxA5u9Fdxd3MNl9eb8OwD+M4B/uJ7I/zl90doLJn44ltNnNuk208Rp/yTxxOp3DCh1RwZliVqhlSlUJji8URIVET6ZqmBYGEL1poiY5apkAbhy7Ph0yXPu8ZZ3/vCZh8XtlawYgE95uTGCSaBJsKnneMRdo5G8Dis1ChuLNCwMtRJqUxNRImJnHh/Du94ptZTiYjsuk30Ki1UEk1q52CMj54e4XASwnI7sCpdLG2cx/K585hOD7Gz/SFcfYqvvL6Ou1eX8Pyhj2cP6AglJVJBduZ8ZrxHli6QpguJXiDVMfY8zI/34Y9HJemLZ7+OiUqH2b905GYi2GAG52QGXF2vS40nAR4+HeFk5Ms+zjtBt6dLnBWHtCSdUig0HTN7mf1FiLOScZX1eilqkeuC3FlLUbz0NSsKgpiC5ESGwDQ3sKg/Zm9ZTDYkKtHHIMNWpkdQ6FKK3ukGpjhLIlD4TFMQ5SZwa6YIZCqugYpF8b4Fw+7AcLrY29nD/u4e/NMI6UQV8mBv05E6OU0wGDIyMBZMNffYdgOoV4HQo3iUYh72NPWzwXUm/Si6eSt1IAoUoYOeX23ga2/0ZQD8wYf7+PDDA0xTYMYzETVSSmkQlH4d72ppWIpAPUYl0AkLLCg6ZyyPXGCrIvIJYg9uS0d3o47eRg2uuoCjLOAUmQzZaEokSpj9HGYm01y0N1Cwf6rgzVc7+K//eAV3L9YQPIoRPI7xv/3oEP/7j45wFMQweEfmneEMYCKRz9SbMZpiJB1Y6LwTVgt4zO6NgHqHgtwyIo+UFwqxbO4/Oh26HADrQu4kbYTkP5pnWJxzra7oCIK0HACPSSwDwrA8VrI3yLmQU6EAi98v7mulYJpvoD/nPCARERYjmPh52PUATiPEt99u49tfb2O1bQjVQ/EA/7mCYFvFX7wzxl+8M8Exv0htwKjRucy9URGix2KUwbEoQNJkr+UAmPGcqhLyqcblizZuXq+iUaernMNsGr5CKHqIr9x+BV+58yqq8xMET97H0bNd/ORD4CcfAYtzKrxzKu4sNfHNdg/2VMXf/csRfvzhED7bNl2gD2CT1xADmDrAmODDQMci0LDeNnBxmb1/UqRixHmCwTiT6jeAlQb3OBUB85THCg63Mxxt57i+7uD6uivRerwskzIWzWaYTzx8dKzjw2MNdzYb+N3rLbzcs7Bp5lhSUvxkd4Yf706xeamDl++sYr2uo+rNUUl8OLUUTp20MtJFbQwPAxw8neDoKMT2wsK2Z2HkhBg7oZAjXr3UE5HV0fYRhnscdvJgYGIxTjE9jTFj/KoO+JaKRruBeruBWZRIpG7znIIbb1m4eKOGTrKGbrIOR23CVZvQ1SVo6goMu4vKchfVfg9pSpNWjCCiGCfCeDbB0WAXhye72N3fw+7eLsYzkg8P5fzJCJVciXCyDxzvFfJ8884m81AbVtFo63j9q1W8/tUKTg49nBwuZAgVhbykK4iVQCpk7lOhYjHOMT/MEE+IryovDa3zuhQDwvu8PC4yHO4EwpomJYJB6wpDiFFFt6Pi/PkY/dVElA/EGxwOExwNE0yIm5wRA6UgOtUQnupwiHurs5FuwHCp8KPqMEPqpZiPIilm+i2v6LhwqYor15pYP1fDT392gp/87Fgwk1SPsvkiKkXeYwVF8TnmmU/dmSLwTFH6eZajjMiJ1DnnykF2Ogowm4SCQCAGmg/qb7HIZ1Pfknx11vHhf3GIaFI5ogIxu850aZZItv4aUUNVWWBybSHDg0K1kas2Zgs2KIjzShBMcoTM1KPiOqLqR4MmUkXxTkhYueSFMgux46KzVJXBjz+h+5lOoUgUplQL0pFGJb+8JmL4TGaxlkqTjMHjdFLGbA4X8r4SH0FsAouB98zwIqKs2lRR7ypoLaVoLqU43Ffx4qmKwR5RdJGomrVck3LqKpy6gkbPQLtfZontPSqw9xjodAJ0Oz5ef6OGr/+rJWna/c33TvHDX4zFjeSaKsKUCzIXxQLRtEA6AehF6wD4ztsb+LPvXIS7Crw/O8IHgwE+uBfi/fsBVmuKFPPpiO3wfRWLOZHYBjw/LbMWeTvljlCUWWbEB/P10a0q8Ng8lU2dl30Oh7k+87DES6VWKeAwr2yZGVO8rPGyH0HjpTZI0Wnq6K8aqPHiWcmQVIgLU2Txjz028lV5IKkS4uGAQ34O+5ccB2s1B7cuVvDSbRevvFyBu6TDXdLwm488/PwXc3zyMd27IY72Y8ltlbxWcYNS3UT1fYnGqjVMVBsGti5bOH/ZEmcJ1e7DQYL3fjHFpx/MoeqmoMvUnKrARJAB/Lw4wEDmoMh4cUsRxLHk11EhJTBDn80mYsAMtHo69BqzIRNkagFv6MAfOkjzQFRdZe+IAhI2tsucQjZMOUS0GoogU+lQYSOSg45slkoRo3HpYk0uT4dcnwYh2POeh4pgBYkF5KSHg62cOAxm7fl0UZWHKX68NL5yQ37zKzZe/oJdZj+rJobbAU4eeehXVfzRV5v40usVvHcyxK8Hp/jkgxyfvAesdm388R82ZAD8cLjAo5GH936Y470f5dJI0GQYRBUfL190hCuotRXJhaByPgzYQC8wG52hCPm+nTXz2ZDj90zjIiGsRrFDldnNCdV2HGaf4YOJHRdgDZ3COTTmE/Lfc/aF5M8rbt1SqF9mGDJ/j3hgKhPFXcxfx+e/RNVqRNVWNdg1tTzYeSUmsDzE8BMuMxv51+io5uVbcPf8mc/U2Fwr6G7gAZa/l1PX0OrrqHVUafBKpiUPtnQqKXqp8rRsmDYR4DlCDvG8RFzF4gYi/kZKlWGLycxLcS0WMtBtVHQ0RASUwyVamurH1ChRqXTXil2Jge+hDBYpYuGAOvNN5BGzRlTJIKMKlu4PUid8z5Sc6qPRHIejOfwU4vLgwZf4ZjYzmXrDaq8baK8ZMJzyr8SJivmMeBdimyM56M6mBaaTUiXKXHZxufOZJCJQM6Hp7JQRARog5xc0dKVMO4MhOYxnzQabzfEyE3e4F0mJS4D5yi0N/fMG+lsmWnUX7bqDnf05Hj8b42g3xukLDaMD/qwMTkvFdUwBBgULRGq71Ry33yqkuvUquvUadp7E0lh89FmAyONlU8FX3m7i995uiWLs+aNSefxie4Hj4wC9NR1LazoG+xn2n6RY6jr4zn/Wx1febmP/eIGD4zl+80sP7/7cg+7YeOl3+9i6XhWUrB/M8Oi9AA9/HUheaWtZlTzyNCYBxMB4UDqd2ZQ1qwpUk252LnEKWg0d7QZJB+X6TNRou1tHpe5gd3+C3b2xuD+4RRITyueQOcLMkanZClIefHVNcgbDkxz6OMcVq8AVE3jrGxt46xvngJ6OIyXB/sLHixdjbG9P8Pihh0ePmKtUIm/53YlSTRx6RrVE5cMi4y6A6WSSg8dsNBFskJrADNbk7Aw1ogtKxValKrgcacqbKTw1xlAJodoW1lqrWKp14C0G8LwBatUq2s22KI9f7E6wuz/F8aAcDvEgRpoHV4kyN6aQJlBO572gEel2IbK23A/5PvKoQkcoL5okPNBt4mgFLi5ZON93sHyxiv6lKj75aI53fj7G6TiGwxzHlorYi5B4Ed64uoa3X9rCxX4VdSuX51Lw8FmGfaWKPaWGg8MBjnd3Mdw7QMZnfZHgW3/we/iDP/gqPn2wh3/3H36Ce093sHyxjd5mHYoVQbUiTGc+xkMfhqLiXK+BpUYV46kq9eLFHM+fTaCqqUSOnNtwcX6zh62tJbz7wR7e+WAfiqmj129gpVfBilWgb+Y4jiIcRTGmkwzeKRFuOVwrQ8UtsLRRwfJGBX6RYhIlGM5i7OwHODgkClVDHJTnGbqtyavPohgNU8VbN3pSG9dcbFx18WB/hF98dITPHp+Kkp4ozq3bBrbumMgtFRNfwcF+jofvxXj6UYLRNMGYrkPu5NoZsl4yBAtpcvJ551CIF0R+j1XeoMBzUTkcIi0m5/kvMqH6FhBpyGxfyqkYcJlDSIEOMXySCVqRRvxk38Nkb4E3v9TDN//VqogrHj2e4tGTCQqLViE6zNg81jEb5hgfR4jYnO6ZqC9ZQivg0IgOYKKw0ojfr9KNkvuFnA1kWEoFMhv2fA08g+ckgTAKgRi70i3PgRajVqptC9WOhfEoxODIgzdKkc6BPCyFeTxaV+sOanW6yDLMB6G8ps/Fjc1VA60VSusVxEWBkIjIcSruSOY5c9ioML/aYVYwscgUUKbIfA1ZoCMepYiGqeD9iEMT9gvjTjQ6sCpwqhXJy/UXHtIwgcbs4IS4xNIJxPWKP2tOioZQOEi/oAr7bADMjhR3cnHQca/i+1PAWVVQ2VAk46tet0XoyjWDdfg8wdHzBAEziOnkIN0kYxZ4ikbNQqNqwa0wdod7i4aMzg+6lohblqEDhV1ck4BKxxAH8GwUYzoifkyDzQEMaS7MA18A/pjuPL6u0gnweb4rLzufO0ycmg5HSEPlQJf/LHHrId1iSRl/INmRzK/mEFMQwZE4gk1xBfOCzYsZM5VVKBkjO0oik+HmvxXQWHVdfk9xYaUZgqMMwXEqzj3dpJOczf0yJ7x0WPNcUWbbEyVKNBjzMWVAr2VotGto9ZoSlTEeTBCHEZY3Glhab+B0dyYu4HDMs6eCqungldtbuHtrE9V8gVo2R8cElhwDdSIGuW4qCt59doB3nh3A3DLQulGBr6XYGyxwcuLjfFrFhayKeuzCTRy0Gw30NzuIDRX/3y8e4G9+/gBhoiFM9bOBFYdLKpqNOlqNBhazQDJ9NTb9eqk4QPh8MA+UQmJFybAYUHCpYXZUPg/E/zb7LporjjSl58NIBIIivmG8i55B0yh8qcIyayiUGHHBSA5SdSyhEURZgjBLoOYqzMyQMzSbQfzOMaeMY+GE0R0eqWB8LqmUKAWdPIMK7j1PxBna7Dtw2BdQU8QcUIUJiiCGqZfuFB6HFCeDYtOJUjrZq6qNpl6BnVtIubaEBfxsiiCfIOOQ31Cw1Oni4so5XOitohjuIx/uo+IYqNZccVt9ujfF7phNZltiIOaDHPNBhtE4wekkgR8n0hDW6fokWYYRCE4TTasLJVIwODrG+HQIp1WB06xgOIvEJRSTNMCGq2Ui9gLEXoiMwtiEwm7mhDry9yw7g22x6UsnFmk9xP/x/qWhs2yhvWyi6zREnFgpCtgxo1s87Acz7PtzHJ6mUo7NGCQDy00Olhx0qzZ2X8TYeRHjdBFgFPiwKgVWV0xs9F1c6XZwpdfGk+19PNnew2bXwSsXO7iwXMf+cYC9Yx/vPJ3jnSczxLqBeq8qQ68kCJDwGU5SER6QdqOadK9yeFYiHCkclMsc7yqMs+F6R3SymUMXt6sK3SrEBcz7CAXonASyUU3HaRSwCaogHidIhgmyIIfKJrehIT/LNSbWWS4cBV0KpWKdwz/++/h91EhC4p7npADJUSrpDRbMM0x9zAZZHCLiAMMtoFeAqojQmTvMzFUWneYJIi+R7PhkkaO37mLlYhVO3TiLo8kxm3uYzTwhm9EFLK4thzhgRnSQqKHIWYLFAbYmfS52mRlOLllbIkiR3hMFGGfkCK53fFDoXGY/KKfdKqfDvnQZ6Y0CRoNoajbdS1wpc8i5I1Wq5T7G5jGpOXzmuN5K8b5Gqz9Fh2KeKPEN7BsFgxzhkJnLGXKP6NsKLl2ieIjZwkR+pxhOfZxOfXF9JikVT3Sdl3QqEONvl4JgfgVC5vbOSuoAnWvsDSlGBsUoCVx02NON2FnX0Fym6IK4ScZOMYogE1EaP0ui9qMFe1REh5T7Iu+rxJJzLxVJFfszZ98BITqZpsRzMCqHxTs4wU2fD4D53pYRb+xtlfQlIk0pLGZfgPQiZtjqpG8wf5IRalaJ8qQTnIhWLZCIRkTQEBXl3yO5ggNgh3Ek+ploha8xjJF7IQjH2egQHW/DnAPmnG7iUiwtS2TG87ECI63DTOvYOw2xfbLAaRDD0zKE7InQkWzpuLNawZ2VCiYnPp48neDJ7gynSHGqZKhvWqhv8sOgsyuDkmRCVHCtAo0G1wudUnGYmYq6rWJ1WUfNVfCDH82kbty4jrfeuovYj/DOTz/A3u4ubr3Wwc3XuqiFc1TDhZw14siU7MrjwwWODha48EoLF15tY2uFzicddTuDhylm2QKHuykO9jLUm010+21EYY5H947w9OEAJwsFgwWw0evh6uoKzjer2LA1OGmMB892cf/5Lu7Pdan1dQsvXTZxa9NGBy7acABiueMMx6MA20c+NNfA3S+t4MrtLp7uTPF0Z4Kd/Rl2D+YyWOIE16pVcXezJaVMfITHMzkfaA0btGhHeobIyBBMAqnHxz7uH/t4MYlQZY/TBTY7DWx2mkJZGA4X8KhQquUwGgXWurZUcBphskfqmALFcaG6zLgmQrgQxLaaBDJMmQUqPJ5xuHZR1OJRaKTg+soSXr2whusbTaTWCIk5wl99v6zqso27v9vByhpFMzQD+Tg5yXAySBGpGmJDowcDIUmRdFhSPseoGPZ9rPKO6i/Yi1GREvnKuCakqBY8QxHNq8pzMFuEIgi8cq2Hy1eXcL7hYku34HCYfjzDYEjHro4g13EQeNj35liEERTG1VB4cvZsFUSpcyhO3SANRpYiLlvWlUoDlyuN/5+q93zW6zqvPNfJ57w53hxwkYhAgAApRlGmSAVbtiVLtlw9Va6a+dCf5p/qmQ8Tqm2Pe1xd01JblBUsmxEgQGTgIt183xxPDlPrOZflGVftoqQyEd77nrP3ftZav4XRIMDjl2Ps9j0c+hkOvQzV1hIqrUWhabjDHspOhNcuV3HudBmjTopRN8VkrmLqqpj6IeaBh3kwg5750DhjhEa7GgxdRZHXcC1BRJLBzIWrZJjTUFg4MadowHiUYjTK8O3XVvDtqyuIxy72Hhxh93CM3ThGJ0ullqHZtHPqBs8unIGyx3yeyPiS7zihGfAsyBc8xTjZHvM7ttwJNJ59WcuWSM3ANzM0lXQhbmN81K2cssPzGZfQNZjptbQ8Hawp0kHO+yFnszTvlZoqKgsaSiSn8b3EXygrIktL6PbG6HQnkkKO3ZxWVG3pYrD3Q0UWqaqzkSeVUZUiUGTj4DwXiDiLpMFL3uEkyBBhz9+nQgMNMcfActPBtfN1LNYsPH7Sx6PHfRiVEoxyGYZJihs/EwYNZtKXzsoELkkQswt3Dkw8Jrn5fXWQgpUvAYLERamuob1ewOKGg6LuoaB70Ek9ImkipvHMlECF64dy5zgaKDgaAFcvl/Cj79Xx2tkSap6Nmufg//jFHv7PX+xh3wuQ1lTpNbcocKv8XHM9JJirCCa865CqowlNjEnwmRuJ8F2tk1RE4Zbz0AwmZ1I69z5FtCrWjaYMk7G2iknqJMXiIrC4kJvYmRifuSn8IN93hFrBpDd/vqREkTBDLYb1OSfVEUwAe1Oao/i9omlOQ7kWoVIP8aMP6viT79axWMmgRQEUBn86RWSdIv7uDwP83b/0cUiRoaFDK6mwzBgG/55TDf6EhuMUBg17rOyROyiT3zQuACsrCk5tqmi3VFRLGqplFY2qgkYNOL+wgnMLy7DmM0RHBxjsD/HV1wFu3vZhbJRlVXUNDb5PeiE+eTTFrZdzpDSr1jWU0gQVnpF1khtOxp6eDt/T0a6pWG4rKJPmxn1fBaZBimmQYbWqyQqmGfqHMbqdFM93UrzYTXGqpeFUm/++JnNBiyZOVgXMAuwGBnZ9HXXbxFLRwibR+1UNa2UVnSCVFZKoBx21goaNuorlCo2KrKMNMJ0BMzFFZBKK7I9T3NiLcWM/QVCJEFRiXDnfxEfX17BWNtB9dojuyy4mJ5SAkAQVzjL5DvV9dMMQhu1IRVmipUi0GBsXDLz7/QKuXFtEPXsL9fRtqdfRUgdhpEtwUcoTizzH8s7mwjJczKYjdPt9dPtD9AfjfI0mGIymmLpDzLyBCL9SNW3yeddlHTNwtecJ0U2pQcmWV238h/9xFf/D/7SKg34XB70uupMYg6kqHz47PAIlQH+iojdRcfwywdGTGNODVJwHZgqsvWZi/aoJlaKBF2PcSdDdT9E9/Hf3rGXVYBsNVCtkws9RqcyRZRGBc9g7yrB/yE7AHK3MYY/GBz3W0VjR0VjWoBcMZJohnVTToxDTY4ptdNWEOHPRxMXrNlZXCygXHBiKic8+HeDTT/oirMng+EQUEUIM023iAtGhsPhD3E95gjZHKp9YRFibV1VhtzVxt/Llz5QdEYZiiOfc6f9DMBLxhgdXOXSz35NzupOhl0pIgwULJgKy5ikSSp+bJhista0Ua1tJvmnoKfpDFQdHKgZdIBgl4lIVjB9RMiIAc6L27wKwUiAWjkXYJbTbFelm6u65mPSI8eIljAjBWNIWvKRZHDDx0MvLCYisMBFMjdzNjQClUoaNUwbW1oijK6FSLeLl8zkePRjJIG9xzcLKKRut1QytFeDRrQBf/cFHZzeSrh7+fjS9GRTHKirsioZyy0RtkUVeuoi/+4+BamGOWmGOd9+x8Kd/VkOpreK/3xrjD/dn0FwL6tzCcB6hR5Qp++U8ojxVtJMYrTjBn320hZ//5BXE1Ri/evEEn+0doDPQ0BmqsIMYNlFAszyRF8VEQpZQLBExOEO/PxfXDgc5HFTG7JANE5g2BSoHcRQi8j0ZaMowK1Ul4cGhunzegvnUUW7bsItG7m6ap7CzUFazpWFpzUChpmGKDFN+v06wvPyec/PIBWAy2lP4g1jW1dMNvH2pLUjic2csnD1rIrDmCOwZ/p9fjPG3fzfC4wf8nDXBvxGvERPjQXGPhd/8fkeKCHIsOV9ct9FaTNFc4vcuxqAbo3sY42g3Rvco/17xIeCmxtJw4i7YNWQVVcyHwHzA+z5jY0SXUcBkS2mKhCnHKbCwUcDCZlHwGW4UwOXQcWrJ4vWJ3ycKEnSDU2SX2zyTBNJTCBS5OTRzDDIPo4Jr9xIofoJmVcNCU5OD0dExkZwptIIKrajKcyKJj9jIneM+HVm+LD7fgo89qcnePGXhB39ax3sf1OAGBrzAwP6DIV7e7qJdyPAXP6jjO+8WcaM7wI1eH7dvprj9GQ86Fn78p2VcvW7jyTjA9ijAl/8c4otfhyLYU6SkxkhXDbFmixsmFjZM6WjjZxTGKTyPGL9UDi7seOAgLQoDcSBTIOZQRFCZdDebOiwrxzwTicUhd5Yx7cHfJce/icOeA3/OEMSNfUI3OHFx8k1GR1mhyBQpOzFzcT1HjtDhrEialphVQdWzB9s3EXm2ON2JkuL/rhjsoaXbKIVHVyOTuSmPkzoc04ZtWghcD77nivDqWJa4zQqkCjiQdNp0EoiwTCqPzHTYUK1rWF6zsLTG54aiZ+6oJwqQmLNyNUeclXUDJUNHgYdkI4HFBJxQO5Uc+z9VhKpAN/98nGLYj8RpWWsB9ZYi7yn+XdhtfcCO9UP2ITCFoGB9s4JTp+uCO336fIhnL2d4sZ/g+QGfIyLYNBkSx0ySRhS0cp/I0jkVS+dVlJmUKVoy1HPndNImIgRPpzHGgxSjfiqCESTtxsM5MYEBimUbxaoDo5gBlisiiktcetfC6qaN1Q0LVaaVyhSBU+ls6Hd82OyVNOIcNcShKZOf7J41MrSqRTRFHPNw1J2icxQKYeF4N++b40CDF4FwkmOeaPppLSl45491vPtDorzKULwS7t/yceOcbkvqAAAgAElEQVTTMR4/nKHBz7Cp4IMPTuODD87g6cMJfvEPz/H4YQ9OJUWplqK5qKO5YGB3O8GTryOsLJfxH//nU/izny3h17/Zwce/2cHj+wGePUpRrBdw5dtNbFwowA+m8P0pntwIZYkAvJB3X87HCmZjYpRU+MRwslu4xV5tVdJBSZjBNjJYJoU7JglyYwL7j4n45/6WcshMjUzmVycCsK6gUsxQKdBha8DUTbikjfQyeP0MBRcozDP8+I9V/OSHGhYvnIa6fg2hXcKg/wxHRy/w+y+7+P0XXYx7KQKeVTz2qnJQZkB1LKiOjcTyEJtzmIUYpRKdluxYpXOVySkB+goOqNuJMeplsHwbNpcSwmH3fClFVgc2z9bxoz+6hG+/toGdO4+xe+cxFhcWcOrUKUSagXtHx7i318XdW1MR7SO+E2h2Yo8tO2OYeAhyRFKpRKdyPgRjwilwaUjQkaU0ROQpTDnIWSloKN8oaliv6ti4UBRB8/b9GH/4lJ1mCcx6KpjEsBsh7Ib4+Q/exH/8+QdYtCI8vfkphi+fYbnZkF5G45VvQT//Bjqj59h7/gkOn99EOpwjHbi48uYPcPWtH+Lugx384z/+CgfDQ1z5cAuvvLOKLB0jy8bYPxhiZ2cgfXh2ZkONDTztxXja4zAmxrifoFlUhfTx2rkq3njtDF5/7Sz+4fcP8A+/f4hZwu6iMpaaFVytl3ClXsLdXhf3ul28eOnjYDsRwxUvv+USsHKa6UsNgZpiFicYzWLsH8c47oqnOe9HihltMcUgkyohofWoRAaqsYG/+clZ/M1fnMPQHuHL4Qt8vrOP7U8yPP00xYfvZvjuuylWT9dQWl7ALLJx52sXd+64eHh7jAe3JyKc8FJI3ZHYyogD8JNqD0fXUGBCmol2nvt4LzQUpOymosjFBJ5nSjo6C5n4dpGanhgCmdSkUJ5Erog1WVpEGjmYc6jTn+G99xv44Y8WBfN5+9YAt28PoFcy6BUajFhTYWI+yNDbDTAfxyiyZ6xhItNo0IikaiHyNRmSJ+wiZmqfyS//pDrj5EL3jTs6dzmfFESqKaoLunSRtzZNBDQZMnU05bs8gDfms6Yg9qSxRs4MtlGArRcR8707ZI8rpyb8GSWCmG+t2CL+jmZMNhJPSzFXweKSjYVFGiyBgFhnCtiZJ2hi70iBd8j+3LyvU2pWmColYs2OAYco1gVZnuui1+3Anc5gkAASq2I4SYj713MihxgxfA6fKbhleUUH+5Jp/+aQn0K+SrGWZ6kEixc0rFwzUGpQbDPziheVn2+Ig7sxDu6RCGLAKttyv/CHHvwhTU5KTgYg8lewYgbsmgm7aqFQMFAomPCCiVwKeW5jz6Nm6ZgcRxgfUfAzUV6whEwwJYmjQ+HOkEVxh8P6/E4Ui1AtZhIiQ02m/LI8qWXq0C0TJlPUmiEdbePxDAn7F5noJWqQnw0HgifpYJ14VzNEzK7GYSb7OI06/GyKjRTFRgJH/h42FDOvV2G3XtBNEXQy6Bk79GxomiJiZZSEYjpgbUipwmRdWe45iUoAfwB3FMIbB6gultDaqMogZ3Q0kX7dyoolazbwZSUjbihA3SrjO29dxvtvvYqjp49wvP0Qq7UCXju7gcVGGZ7voT+d4xe3j/CLrw+x+XoF1z5qwa4nGI6G6PeG8LsGgq4B7xhwjzOcrtXw4eVVrDWL+PX9XVmSypxl0knNwbJZ0lEtV1GtVDE4GmNwPIFdi9DYzMTcUCaFpEYSTE5T8ka21K309wN0dkfoH42lTofLYwfq0IU7yUlYFFIphtN8YdsVOHYFGs0e1kT+aVcs+cxzYSWEEmnQmewJAD/wEYYhVMWQs2xI0xv7knk2IppVI1EpNxCKqUKNBRXfXC6g2LCkn5LhwzRwkfquGFrYf0dDsVUNYVUjWBTyqAi7KpIx4HZT9PcTjLt877DjMIHKzuBKhkalitXyAtZLLRTDIYrBEKUCUb9F9CYp7m3PcTSMsbJax8paHcNehFGPnXFjbO8N0J24UAuZpOnXFopYWyjh/OomLm2ch5louH/7Dp4+2UalsYBys43t3R7ube9jFsco1UuC52RFBI2/NEPFdCnzq25ZMGgSqCuosOKJA8JIk58Fa6Ro6jl/YRHnLyzg9TNn8frZM5jtH2L7i5vYefkS3SxCJ4mwNwD2+kwL0fyYSQ/eerOKtVoV4wlk7Y6m2BmOEGQeisUE7aqBqysLuLqyiN3jQ+wdHWFzqYhr5xaw3i7jyfOBmATv7Pm4u+fDalSwdmZJEkXD/hBjoqcngSyjmL9HWInCTmAOwBURDihY5mlKmW8YiSRr+G6R5WQwifWOmcLkZVRBtVxArVJArxOg1w2QDiPopBrx+8hNTmVCPEXCBGPuJcjFOj+/40rHeMbnXoNBtAtN66UACulTTgmlQjnvHLcMQdEPJ2PM/JnQzaSOg98xJ++vRlQQzPh0NMN8xO8iqVTA2VfbuPzmEoyCip3dvpw/xECScA9RRUzhoJb9eQwuCGZVSTERAZh0FxrDdEE40ljD92TEGUIcwLSIb2aHOnsEeSegqWqGSW8mnxP/btz7azVbTNuR5SM2/bxLO9ZFSPcmrDvIq0BoBa41dFk6yQckT2QUGwA/oiBMk1Am2MtKgwdhBcPdCOP9CMk0QzIFVpd0bG4aaC2SvsP3roKpF8giiW84pPBro1kvo1Z34NQyONW8p5f/xx45Gl/l3jOOMOE7JowQRDFcDr0HTLkpWNxU0VzlBigWLhEyeLbhnlXQLVgaayZy4zYNKiJicTeniVPE03ymJjOEKIWp8+7piHDrBR7cwD8xJqRituKewJ1EDEE0IXyTHheKQT4XYHUNk1siAGs6dIo4sthPSsE+geYC+jxDoBgIFfZhc27G75EifdqWkkgnOYW1hBj4mYuSkuFUrYjVkoOgHyAY+Ij5s+E7l4ZL+t5JKpsYiKcGutMYR9MIHo1QjgazZKHcaqLSbGHJiWXt7Y1xb3uE7f0J4ooiy2lbKCyYchbk58a4Ps2bRE9vrpRwaqWIgmbLxJF6slPyxXD8m99O8ZvfzXDp4kW8/951CSx88tuvsPtiB5eutXDxtRaWrQgrdojRyMNex5V6voPjFPudBEtrOpbWdbx2zsG7F0o4t+FI+sq2dUwOAowZSJCznY7jfojPbvdx+8kYKTHIdR3KyITSMbCoOTjfLqFdVHE87ch6PLHwZGphaUnFpS0FpxYzMexMuinObp7CmY1N7OyO8ekXT8X8/rOfXsQPPjoNfzqDP53iy1v7+MPnOxhFwNKFdaycXcH5sonzZQPPHnVw59a+EKFOn1/AykYVtpPAthPcfHCIrx4e4mk/xoGvYRhrqDgqqg4r/XLhSmgjtibfSb7HkyjGK1tlnD9VxrDjYv/lFHFsoLm0jGarjRVLwTIH79EIw3CAo76PvR2mTjNUFoDKIjAah7IurDTw1tllXDlVh6p7UA0X/+Wf+iIAO0sFXPmjBQkJjQ+6GB8N4Uc2AhIX00wQ1rMoluo5CmJSr8K0OefQRLbHmdAFiYmXuKlpop6osiymZk1D0osHB2PsH45x8VoDF15r4lK7jcuFNkoesLu9g6O9DorNZVmPBh3cOnqJ3c4U0z5ThRkIImXXr9S58U5u8OxFEVpFq5Gh3cjwweoqvru6hnSuYfeAxgcXn+z38Ml+F2ahAtOpwNYKcGCjXjGxsaVieVWDmphQEhM+kcGejuPBGHvHh9jvHKCoRCiokZwtZqGCarOK068sY6ldRtwbIO728ZKmgb4r5pVKU4NmMswVYzJI8JPvnsNPPjyPwtjF8OsdPH3Zw7/OA9wKIjSaRTSbBTHzxKkr3aUU92hwpImE7xGeuTUlJwvxbsW9jiE15oF5hgoidpUzVJXPKQTpTH2A6HZWWZFmaubVkXJnl1+Xvz5RvapQ4FjFEFJ4lUqgDGaWobqSorFBIh3PULx20LCvyxrN2AdOoZECf272ZqKdi2RQGjBJJRkPXMR+iIKdN8J4FB3nJ5Qu8WApCEh6iBlC0FEo0/DFP3eKeknDestB2dKwtz+XtbSxhOX1JZTKFXk/pxTSD1/IIg7aKfA9qcGfa5jNgNEsxGQeI87MkxUhyQIJjyyum1jeMFA0A5TMECnPrmMVicdZsJ73MQc0ekXojoDuGDhzxsC7b9t49XwRl1qLuNhcwv/1f7/A3/+Xl9j1fPhNDSjrKJoWCiQ/sOs3iTEJNEm504lYpJnWMTCdzTGbzYVUUWLvPSGTNPSy6k3j4t0zk4qiNM1DHZmiS20UTdmtVoJ2i/RSzucZFGAPNFPjKWbcN+eRhGiYYmfghUEVLjFZRpz70lxJkjnJlgwJ8TlK0Gym+P77NXz/21U0iyEydwzVT2HO27DmLfztb7v4z7/t4JCz1oYDpchaDw+6wt5iB5HrINVCpDpN9onMhHmmcac23ImFWi1Eux1gbVXBmU0bZzYcnF11cHatAI4sSVBnlRqrDdxeiO07Ezy9M8bC+hIW1hcxmLl4vnOM7cMJHvUSvJhksKuGEPIyEh9oGqH5i/PNIqlhBmJfR6mSolZPUC6S1GfDMgxE7FTWgfWqifWqhWknws62i929EA8OMjzYz7BYTrBYibHR0LDV1lGn8Xue10LNbUPWbMSwVoyqrWNz0cLpFXZKF9GuFHD3yUT2KIaPrl+t4/yWAztzYWOOo46P4y4r6kw5X04DDb+6N8E/3ZtCa2ay3ru+hJ995wzOtxz0tg/RfdbB7rGLvQ7dYzRW1qX283lvjOe9CeKMFSu5maJUV3H1dRt//OcVvP3WFqrqX6Ki/iyfo4QKxpMJuqMupu4AcXaMGMdoVCZolMcYDffxcncHR8cDjMfE0gMBQ0tMSYc8E82FmOiULKG9QXGgKA6ePOS8cIB+L4DSRCFbXNTxs5818NOf1THzRph67FVL4PHQyfMtS0MMFturGPsqBn0FvWNgOlSQBkyzqjAWYugLeV/N8CDBlMmaOYUNin+5AJhGBcR+IcdG1DwUnECG6+zHGYwz9Me50k43pnTFmJp0xdb4Q22Tw6sjCDQREtgV5Q7pNM87Mi9dK+GNdyrS9Tof0dmdYPvxHE8ez4V1L05LmgklIcl+otyZ8Q0i9RvnMtUiEX9Pehsl1UYHBTuzWEPmEs/KN+O/C7/i5PwG6yaDDgoPuSAjIjA1AOrBdChmbLDJe1XoBhISq5qnhBaWgMVlxrIjwci6/ALMdXiujtQzJKHgziimkMuai8BSEk/iPg+jdSZzNBSLJopErM0zGQjMBpFsRtykEiVEooYwKABXDHnwKXgykcmHkA9juaKjzQtBnRtGJFgZTeUAsYjx2EN/OJXO38W1AhZWbcGH8ZLz/GGAJ18HmHSTE2IrexrzDk6mO4h1KDZ0FJrcwlTsPwUOngJVK0DV8vHGazq++0cOWusaHk5DPBkn6O+b6B+YgsLqdj1xNDEtYCQKVrQUq1qKD769jh/84AzmVohfPnqKz3eO4EUGPCbJBgmSPvvQ6NqiGMQLeY5dGo1cWZzH8dDEHxKFXsGJc3NgWTz7+IJcQFcTXuxyAZjYbSKLiao0Kjy05yk/iqHRBFhqAcstoL2ko7liiHP0ZSfEyw57Y0wYvFD4GebsAOWAMswkcRL2E4S9GN95Ywl/8sEGXr3AAwiflxgveiO87A/xu3/18PE/+zjaS2FTisuIn8jRL0REUgQu12w0F4oolg152bKr2TTjfGkGTMWSxEXAtKwfycGDB5qJF2HoEtubY0h4MeLgiPhhdmloNofT7B1kLypT+BBUWuuUg9amg5hOO2Ks3FRc+4nPKEx+UiKSic8JcYhEXpikJCSJdOsRE8eLKg+tdC8TJ6hGxBZmIv4VzUzQ5INehjlL7BuK9GvyMM7fkxdkJTKhMGEf8/dKxKxB8wcvhKwkOX3Wxg9+1Mbb365jby/B3h7d0C6i/hwrNeCjtxxcf9XEV8MhvhqM8NWXGW59omKpaeIvfuzg6nUD28MY28MEN38X4MbvOVTMJJ3Gy7ggfSOK7DYaS444MGkuoDAfMv0SRpJA5eJ7j98tHgwDikgeL6a5AcXhBsiuCg5e2eMJHt4KcApFZFkoqHIO19iLJ6nviAlYAUzK1ITvGV6s+Wzz780+uRxxSYQundcn/zz573lChuJAnrykm40GfM7Acxd5jCCmAZfGghz3zOMtHX6Gxq6KOby5mydy2F+l8YCdJ43zwQkHFvmBmGYzMRjYfNeZWFwyUSxRpCbalCkpXt5pQqCjUQqToMTsGKTjLhVHIfFjxOvMBgrmfQX+NEfXEJnCRBOHEqfOmtg8w2F0jCQLBY826GkYD0hhSMW1urBUwPJaSVIuzw6GeLo3x/YLDU9e5B1UHCIYRgbdSGRQSRwmE8wr53WsvKJBNfKEFQ+FcvhPgN5RiP5RJD0x8ymNDLwY2NLPwiZYAsPYzc5NWbdTQQAmWQS3b8Ab6Hjj3QW88W5bEOKT+RSD0QzH+xE6+xGKToySE8shmn2/FO8VDtHtBLWSiVrJQsjBix/JUGbQAUZDnIj/igyPiBvkEIXIUWLpr7+br+MXNjrPbTy6E+DRfRfHRyFOX7Rw+oKJlYWWrOeP5/j0d8c42h+j3o5Rbyeot3RJD0yGQP8IWFuv4K/+ZhPvf7iAv//bbfz93z7F3k6EfpckDRsX3qxi5bSF2dTFdOpi72GMvQcR6nUN62d0NNqamMa4vDn3ek2oFnqJxpbcPMPJEAca9Oxo7ETlACRIBcs0nVKcJOaJnfOq4AApADMNx729UlZQkbqDHJXPSoE5k7iugvW6jrWagffeNvDttylsL0Ozt8BbYzQ7wHxyhBt7E9yky/zQx+FhgAlrGQQDxL3VlJXaEVIngFkiNikV8bVsqyjTFU2jSmxIF9bRUSD/hG9A8Q04iKWjq9FU0FrRceF8HR++cRbXz67gxmdPcPOzx1hZWcAr5zfltvaod4xHR13c/9rHva99JPwsnAyFuoFy24FNjL7LxKaPxIsRu/FJIoJ7sobWooP2QgFZGiBNQ8y9GJMZnaLAVtPEBs1aywVJb919EODzL1wMZzHKy0wREpmUQuln+P7bl/DT712HFrr44g9fYH/7BV5ZYw9PG/bmZdinLiGIDjEb3cV89AixFyDxA6ilV6GVLuPJiw6+vHkLqTLDBz84i2+9t4bhqIfBqIed7gQvO1Pp4Y1ddvUB3TBBJ4wxGaeYDjNUDQ3nWibOL5dx5ZU1XDm/hk+eHODftg/QcyPExHNrJs4UizhbKODZfITnszEOjyP09jIx7dQqJJ0oaK5kaK6kmAV598yYz9E4xZgpDg4VOVShsyChAEwaCMXCFJhGUoD143c38eN3N1A7rSFo+zhOZ/iXf+7hD7/u4uKSgktLCs5frOLc9TbsuoOd4xAv9kLcvznGvRtjTIZ0/WbSKR5kKdtP5WfKvniLuFLwfcI9kvQAQCtr0Ms0qkRIKYLNNURTE7HL3sZABMRa25alsSMsY18lxTYbkcteoQiaGuHy1RJef7OG0Itx//YI9++MhayhSo8T06WOCLFHz32MexEsGfQb0KxEhqXs3o0i9aRDigJwDC1RZUnNg7iw+B9UeVd+k3yiOYdD6/qSidVzDpbO2hhPmPwOMBvHIjYHcifIzQusTlBZnxCY0Gj44jljGgtCUsyNSoz6qoPGioNYzTD1QvksZSCjqqgQ10YMH3uTuV/zQKLLOBr+UQafiHL2Qp8Ixhp4rtNg1nSY7M41ynCMEtyJi0G3D286FzOSJt+FnA4jmF0eenlFkNRWLv5yX+Nwm0NporeEzsHLP1NrBR2VNaC2me/TFOp4JjTYbVRIcHgvwdF9CrP8c5hCsYhGIcIh6S952lg+W6bTaSCrsrtKF/G36JhIzDkicyr7v2lwjzYx6ef3NZVJEVtFTJzjIQ2INIDy0sI9Lhd5KQTLkhTbyX/OnVjyZ+FZh2hy07Cha4akgP0wkHdO7CW5qH7yFTALJqwiz9cJdCOvV6AJg+5u/v1odrPLiSC4KkR9Lxegl3SM5j7Gcw8Jh0BjFWp0YoKVumkO6CIovgolUGHbliSTNYemRZpqY3ijUKhETt1EccGRr6M/4iA3gbWgwl5Qc1LSNEeO666KmlnAaxe3cO3SFro7O+jt7GCpWsKlrXVUisTpDXHQHeLTlxN89mKCV95s4O3vLaLWZF92H+NBD8e7Ko52FUwGqdxNT1Ur+N75FZxqlvH5Thdf7PQw5/mFZ2maNOxQnvfiST/oqD/DqDeDWU5QI968RcRxCaWSI3QWLiUuQYmq+d23MwP/nUKV9Cwd7tzDZDyXNAGHg8Q2U8jnII+DDS6zFMGu+jBK7AekCGKK+OuHEbJAheKRsMOtl6ltnudyRjA76L1JJFQJir8qqUm8k/K+ze8NDVo1DdUFQ/4sNHfKINMLEHu+nANLTJLzjl1mtzEHyRYMhamqGOP9APMu++MTuTPX2qRIKYisDL6RoGiXsWQ3sew0UFMmqGIKU9cFvzz1FBx0eV9gv1iOSXenqZwTH70c4svHh9jnXbalwGmq2Fisy1ootdCw2mJgOTzYR/e4A4XcV8PGbmeIZ/sdeEkMp8w91pb5RURKTBAi4RmfArjB1DrP8RQLmUy0ZXlMWZE9mbAjroG11SZe3VjHq+vrCHsdHD64h8l0AG2hiqhSwO2HI9x6MBSDD9Mh1YKFdrmIVqmARAZJCnquj6O5Cz/2oSrsRdZwdX0Fr22sYjzqYjzuoV03sb5cRrlk4cnTXAB+2YnwohujutjA6YtrKFRsdI576HUGGA0DjEahzAgK7JkzObxkgonv2kiW9OhxBkG6ARPAliIp67xeh5QwzjjyxBQrH+rVAuq1ArrHITqdEOkwhDmJoFEAzgck0Gsa9BoTGTxXJ0INCj3OJfg+ypH63FOMhIb8FFk1gl6mua2IcrF4Yq5mMsjH3GdS288JctX8Oy8PPYumI1vukzPWa038vN4pAi6/sYQ33l+Dbiu4d/cAT5508nee3Hm57+ZJnQK7yy0OyPl3pImX3dU57ppIaSbrJNlToJGGzwyrNtiXnPfN8pnj5zfqTjHsTsUgQ3+17WioNyyU6yZCLUKkUdBRZXbDZ4w9xRxs+nP2D8aCgy5IXzpJLvndTu5qEZNGHDZTsFUlfUuhYXocY3acSMc9TY91hjGaKpptA0sbNlrLJrzYgx97cuYZjSlIEPVagG2bcMoZCuzslvs7wwgkTST5cy3pJgqrIXyf4kKM4XEs732SghqLxDPm+4CfJCdpRaI0TZiqgcSPxAz0TZsadyGZBVAypsGJIis7GjnmUEwYui3kLD/yhbqUF5zn3cp54EOReR9v598QrHIKU74PUxjhohGLi+8M1hbQUAuDzrVIEsAaDdqZhoDpwiL3JhrjFWhpBI37DoVpJuWzBEYcoUAiomWiohuIx74syzThOLbs/aOBh+nYF0MI18RLMfLkJALL0lAq2FhuL2C5tSDpt6LmYfdggkfPp9jpeDCbJoymmZu8ajTVhBhNZoiiSNCe5YIm6dytZQdVvYCyUpBUlGbOEKUzfHbDxWc3PJzaOo1r1y7Bm4W48dl9HO4d4OzFBs5dquNcHThXo6F2jv3uDDvHLo77Go4GGkrVGOVaglfPlPDe5QZOc39m9i1J0DsO0TsKMHF59oJgjvdGCTpegvoq6yd0uPsxJk8jOJ6GlVIBRUPFkTvCoTtGPyvLWqgp2GrFWCrGmI8SGeAvtpex2F7B090J/u3mS5kX/PVfXMSPPjzFBxnKdILHz/q487iHeaKidWoJrZUWamGIWhjh6+0+PnnQFVPLt66zOqCGmhaipgW4vz/BPVaLDUN03AQDpg1NiqMmpv5cFoMKrOzSGYKIpTwOZzZLOHuqCI8Enw5x9nxZlKFrZZyqGbIyw0eoeTjsunj0yBViU3WB6U2+vyM5tyxVCthoVLHZqmChbmOx4eCXHx/hv398BKVlYf3tFkoLOtzOEF5/ilQps+wPRzNXDECTgN2pnAGeCJOkNZAEKH3u/K5zX+IWlvfzOkEGhz20vE+orNdTMPJ9jIMAm2dL2DxXwquNJq4XF1GcZ3jy8DlevjhEpbWAcquNZ9Mh7vcPMXL5nS9AjwtS+6iQIEgDpKlhEoc4mM8wSTxUGkClDlxrtHCt0UYJDpJQx8RN8KDbl+VmBtxMhwYHjlJAtWSivZyhvaCgahVRNUvQY0NMmYe9MR7uHeLR/n5OWdBCFFQHBbUk1RkLaxXU6zYs14c993Fju4sbT3oINJrINElGz6Y8o6X48/dP4c/e30KLCPenQ7zcH+Hj4QSfzuao14uoNbjXkuzGWQ0TJbk7ifVynOHzXiJ0ASZ+T3QAqd1TVUQB9Y185kL8vFBI+a9z8QzGO7vOOdM3usSJNkEBOCFRkAIwSYLsec/f6wwjc/7dXgMWT/M8mM/5SCyI5zzHK+hP8rQi/Wg+qZXU/qUOOZPO+mLFEhS6N/Mk2S4ZNdEiuNeoYtqSsJuvIAooYHLvUiWcoZAqoSYoOSoWKyZKloYpawrmESy7BtuuwrEL8r5jBGY82Md4cCDEimIxr6SLYlI4MxweBej2IkhqXKpwEmhGhGpdRXvJxMKiAS0JoaYhoikkwCAmq1RDyrl3SiNRhtE0xXCSCl329CkV5zaL+OD6aXxw7TQ+/q9P8PF/3cZDVuKoCnzHRKteRrNaQCEJUEwCHM0z7PKeyQqhgiV3psCdw/dmKLGHuJjvXeNZBJcVeUYqKVqGUMIZNxxSLSgAk+STwI9TNBsxWnXecTgb0hElioi/pAq6HheN95zT8rzKmWMuALP2T6r/fP5daazmzyDHjtaqinRif/ReER+9V0KrGEL1J9CCFI5fg+3X8Xe/HeLvfzNEDzrM5TLMChWnAHoWQYl4TygizOYIMUGs+HlgAhlmMxuzqQ3LCeEUPayvqae7rPAAACAASURBVLh8wcHlcwVc2irh0qkiTB8w+W7kvNpTEPLd/miK7qMJMoN89TJeTue41+9hezzHgZuhF5CkQAGVegq/UxFUM4ZVSWESkx9oYFLWtlMUijFqJR3NcgGOaWI4T2QOc2HVwSurDvxhiP1nLnb3Q9zdBe7uKthYyLCxmGG5lGGJhEgjN2BwDl0oOXJO33k5x/bjibwj2aW+uGjjlXYZ59tl3Hs2xad3BwiNDKcvlrC+aaFpxmiaJOLx/ErikQFLtzGYAv/41QT/eHMCrQaoVeDda2385I82cGm5CO94gunRBNukBb6gKdNBqlfQn2fYG7jY77tsixbzR3lBRW1VxfU3i/jTHzXw7htbKMR/jGL8QwwOh+gfjXA87uNg1kffG2Lu9zDzeji/5uLcKvH9Qxwf99AhPaSXYDjkA2wh0yyp62BHutATHROmYyGDjQwWnj1x8fDeBMNBCKWNpaxWyfDu9QTvvk62eQhLDwXLxMGPLf+MUCDWlY4edk2qBlzFhK9YCGFhnuh4Nujj2WCAve0Ue494UFXgFLlUcdXRcT44StHZJcYlRqmaCDI19PgFV+Uhptgc+SkiMqPTTLCwXEVHFV45cRmzvg6PL4KIl4P8Msr12rUG3nm3LYc7JpUePxhjOk4wG9OdkTttJBzHHhsOa6SLS9h00r2Zew5PGM4ngu037neKe3QvUJxyZ744ZyT1y9BBlpewi01R9JvcuygDmZMLh6BXTxw+Oaosd8Tz8EznPsveia3gxkCBxCzHsoguYtKRB1MTNbnkH+0OcbgzzDERkkjJfz/28FQWbVkCzIli+Ox+6rH0W8lxDDyQKj4iJZDBiFWmY5tJuhjxjCgxdpSoOHu+gutvNtFoEfvSQ+dohGHXklVfyLC4kWBhzURzwUGpZuPejQnu3hiL6M6BrHQf0M14sjj7I/qZy6pRME3lYH/4ghx3HpZTWa9sKbh2WcXaWR1YMRHUTHx9X8ft+xo6zz3pPAwn3KxSSVRtlRWcrii4/voivvXOCoaI8KsHe/hqty8dEalqYL6Xwd2nQMRLCoXyTBC17LrzmDzwKVDlTmP+LPMhBkvimZLh/56LiYL6Togt5Ms8F4CtFlBYVKDS6cxPne7UIWRduVrA1atM3hKVqMsw98tbdChOUDJLssKYpooZwjAQBJLKg0Q3QdJJ8ScfbeKvf3oWZ89YSMGepzH+7cYA//rlQHpWXuzzOcjgJETgsi80EUet9ESoKc5eruP195dFjHyx3cXz7a70xhFjsLXewPWrqzi1RhTvGIY+y7EggYq7L6f46inRAiwhYOTdRBJHgjxkP5/mUOhK5fvC5/QbDEp13QAXBxLuLEeJEFdFtBULj7OQfT95KrVYUtFcMFGp6xiwd3LAIWZeVCi9IRwqc6DAZytlCidHzLD7ZD7KU6ROC9LnRuciNXs1UQUFbGbsh+CgVsOgG2LQC2GaKaqNDGdfcfDB99q49noNNz6f4cYXUyxWdJxetnBmWcWVUxlOLSe4PZ7g9miCm18ouPGvBpZbOn72Ux3X3lDxpJtiu5vi9ichbn8SYDrk+yR3Z2k2xbgITrEAm1Y7hSk8Ot445HQFr+YO2cPAdw8Ttnw38fBoiJNeUSMoaoxylS5GBaUy+9EyMWQsLjWwuNREnJD/z+Swj4AD1jiGrlhyIeavSeGcl2Li2nXpID4ZXvC7cYJCjCn2ZvzO0HnHZE9+5ZbhdJqnfGM67BKmkygEM0GZpyg5FBbvOdNJ8oyk8GcuPKJ2eGChuJ2oiJnA1BOUS6ogaloNE62mhRqHEbUE1VqKajHvHXFMDbauCcYx4GCDB895CM+N0B8qstj3Rwce33bEinHgMu4Bo34+eKHDm70rxNfTYHDlWgFXrxVh2USKublLU61CycrSK+136b6LYRYSuFmIY9/D3jDGw20Tj54wfZVAyVKUKxlqNV5emEAtSFf2yhlT1mg4x9PtIaajQDp4HcvA3jMP+898webQUEEGkqqyr8SUAz97USjQ5+hPJmR8wSTGcw3JXMOf//w8/vyvz6E/GuOrWy9x584hxj0dk54GXQ2gK4HsyU7BEgR/bYnpOSYYUxSI1GZvDBU8Jss4NCLShjhMS8Ns4mIynMmfjb3HHDadPpNi6wy/z8CtTxTsPkvQ63L/UnHtnTquvVvDwXMfB898DI5TjAcUNSIUSx6KZR/1ep5AKJZNWaunKnjr/RVsvdLA//6fnuB/+0/b6A8iGUrVFw2cvsJ0npE/m50Qw/0Eo4NEzBlX3yxifcvGznaCl09jTIYaJiNVBtEhO9qVSFCRdMsWLFM+bw6gZ8NQTFk8E0QJRROICFyscZBmixlrzk7tlM8W0+UK5kyMT4FgkCIeJqjqKj78TknW8lYTK1sNaDzc73hA14ft+9DiEEcVyLq7O8GtpyMcHgdwBwq8oQLP02QpBYpUJIekKNQ4LMnQqJpoVGjK0hHNdHSOAhwdeOh32MGTnyEskjIUFaeXDVzZMnFxrYwzjUU07Qp++emurJXVGi5fXBJE0f6oi73+AC9eKHj+gghVdjulWDpl4+xbVSyc5oGeHbE+9h652H/oSc+caaRotjV8690K3nyvisgLJUG5+8zHozueOE9fOV3CqY0iItVBqBbw6P4Yd2/24cUhls4bWDilo+AaKM51nFms4ZXVBgZDD//y5S5290a4vlnF9Y0qPwRkZhUlx0PFGaHgTBFymGwBXz8xcfuJgYPuHIPJEEstHT/9YAsfvL6Mhy+P8ejFMXbnIfbCBEOiosaxONmNKqBXFUwnCUa9BJqvoqkaaFs2NlolWVMN0rlyMHaxP5hjMPJQTnRZczPB3IzhRSpCl0YWHa0FGhk02JUATjlApx/h4CjChHsm8Z2swWECgG5Z1YDOjSrlu46GGRohXWShi1OlIrZKRbz19ire/GBD8Nm//PSOrHjfQrRvyaXqO98r4NRFC4GugiHJ7XtzPLk7x/OHviz2BdG3SHOTWctgVmlAU6CeGC45uOSN32nqshi1zTIf/pgVEiq8Mc0zNFylKLdVVNp8f1GzydMwbi9HXjXXDTTXDCws52s+ivDi0QwvHs5laMBFo8DiWlEGz3tP5ugdBnJG0nQdZimTjnOerukWl85HSQDHki5gsocmJT57PBJLfz0MSVVwr+OZjLjR2pKJjQslrJ4rYDAgmWWadw73chc0z8zESOs1HVpVQzpQkAwAhYhJ9kIy5QOK/TEqKw4qqyzqI72IvQMZLO6J0KQ6JuH+EqcyhFYMBXYhr8SIR4ksmgyJy+XfyrQV2GUT5cUqyos1eJMQ/iSCO/AwH8wlefPNQOebDmL+fvmemrvFZbifv5Lz4TNNcGZer1GoMjFSR2u5hlSPEKouXNfHjKnmIBISRLWlorudoLPN5AHNAHlfGFxF/v5850n3FM+QPKNSgGbvpU0DZi58O0sJnLVYkKE2HBiZDddNxajHihh3HAoClUYYJuF4Z+J5gr8Gq2lZy8BF82xu+CQZhEecTO5FkjihuTbJzwb5pdOQ903gBXJWTE7EEbuuwKnl/Wc0fHE4z8ogGjHiUJcaGo2VBXqM5oaJlYtFFJoUgANZKjHnNKq5xLbm3zWex1N22yUWzNQ6OQvFMsznXYcDP6JmE9JU2GHMul0OCZjWo4GvnkKp8T7Kyo0QeqTCTnSUdFPoAcutCjIvQOb5qBVKWG405ef4bOcYzw+6OAqBwzDDpdfbeOPby2jUY4TE9o+62HmRYfc5MKdIkgHLlRJeX21jqVzC4/4Uj3szea5VX4MX+ZiEU6FuEcvNxZ4nLgrxNlHpBRPlQgWOVUTg50OqcrGBenkRmmIh8GP4XiQIXDrB57M55tNZLlB5BaQRjXFM7PIsFSBwQzi1FLUVwK5wWEgBjmQLpldovMmQzHgW57OSk2Q4zOTZlt3bfGcknMFy6MkzxwmCkn2sJsUSptXqKcwizxX5MyHP2DwRQkZjQUWpwr5PmuIspJGBLDIx3PPReTJBMA5QrrHyIj8XV5oKxkGCLs1KShFtu4FFu466PkfdYJoyr96IMwupWoSuOWgZGtoGjZL5uv2sj1/f3sOL4RitUxpaWzpWWwtYa7fhDjIcPp9jPk7ERKCbBvrjiayJ72Hm+yJK0RjCMzbvKMSnc6jDiiV6XmKN+Md/r2opOGUUChUxE8/HI/mnpVqwVQtLhRKWimUUMw9WNBTs5Ok3L6BxZg3/7ZcP8d9++SAfmnFWoNPMpModxyrS5MaKLgV+piLk0DAIUDA0XNlax5WtDSg+0yHj3GzhEIkf4/mLCZ6/nIjpnuam1nIbZy6tw6nYODrq4Oi4n/ccDmIxvlN4oIGZRkcZ4E3yJL3cA0gxMEiqyWtLzEIBplOE4bC7N4HnhZiN+UylqNccGcoP+in6/RTJiAngAKrPg3KeiqqsFFFdKcALA8zmc8EkBr6BiMZeqshZJPdkLVTkvWQ0uDeSsmKh5Jgy85mOSMPgpTCDZmUoNXRZfhDLYk1BGmqI2Zk7z3t3v6ndee2tJbzz3TX5O938ch/37h6fPCv5/wt3BQrARABzcO/N8sRUTpJjhRYpV6z6SHOjJ40uJs0+xNVTNKYQzecHiIlJHNOcwaFgjhzmwJ/0o0JJR6IphFBI3y3NsBzMM1nMJNmo60rHOzGjDAPYRSZKNKnzEZ91yvMoyVMp7ArThqR6EfHP5Ckw2otlCdXZUER0Pn2uirVTJYTKFBEm8ALA8xVMpwrGw/zeRTMxa9uqNR21ei4KUHymuG2YlqTLgiCQu+mg56NzQGJAilrTRLnGKoD8jDBn53hMozmJTjTyKCeUOpIJ+F1Q5O5JEggFLPqRuK/J7EyoXrpQqLjXyL7P4XYO2hNRhuZ6CuwcIls60dMUYE4MyfwDiKic38P4+0k4Q3WgKyV5hmNlipRo2YD98iq8RIGXKmJ6c6okPzH4Qnyqh5j4TNKvTPbB6jAp/JwklQ3uJV6I5UoT6/VFEci/3j7C492+iMk0qNJYwVkUa8Zo8quZJs7VmjhXb0JRecBxcdjxsLPvozNKUG4XZZklGqlMDOZz7PUGmEW+JK1Y97XW1GS19QKaKKEg548p4mSG+9sB7j0N0VpcxsbpTbjzCPfvvECv28fmmTI2z5ZxbdHAa0tMbPkYTFz0RgEGYwuDMZ2IHjLLw5m1Gl4/u4x2wcTosIvB0QDP+xFe9CIcTjIcT9mvaaG+WkVzrYytzQxbG8Bkf47u9hxBL4YRavKzejZx8Xziwai1ZbVYs6D6aFGEp7E8ZapJhx9qeHTg4ubzEXTHwE++v4XvvbMEZdCXxe5fN1SRKrqgNjnPcw9HcA9GuNH18Ek3QGmhiI/eWsab56pYCGdYCOcYqjaGioPD8QyHvQEOR3NM1BLGahGd8RgdlsUqKRx2rRZIbNQEs722ZGF1yRJahBqomPQTPN/2xLR9erOA05tFmXs0GgZ6Axdf3enixf5Ezn1ctSZr9jKpESThpqA5uHZ2E9fPbuLffvNCllfR4FytwWhZUKaB9CkqehmKXsHj/S7uvDzA2PPkfUMSCzHOXKwlikmNk176RIz3BdtB0XYQzXxEU9ba8H2VC8XGogVz0ZQ7faOh41Kpgm85dTjTBF8/2MHj50ewyzasko1uGuAg8lAsVXC6vYxTrRUkIavCEplFmaqF3dEQn+48xaPRMYyKAaOqo5aZqMPCcrmMtWYNVceSahDOs3ZnEXbnkRAMlFiBYyqoNYFmXcVaqY61Yg111UQVOg77M9za6+HGfhdDzcdQ93Cusoir1TXBvYaKC02LsGg5WLAc/OrzF/inL15iHHkwKyQJsQKdJlDgu1db+O5rLawrFipDFZ2eh4+Pu/hkOESlbqNccxDEIdzAk3O90G4M7icnFSvSg82Eb25u+QZhLzMekpAY2xXxlxQ/CrysrSLZKTdU8l1Hc44E03KPU14fk6WCBuZ7m78sPxe+P9Q4nxWvbho4ddZArc1+2ny2SvOjEqo4PPZxeORh6KaYUDhmUpkAnhQotwyUm6aIrWkSys+MAQrif1stC62WifmEdLIQLrWWkGlbHVYxhc0z3AlpomCpaJYNqWMjBYiEtqPdnDrHz6BYIr46g6660FVPRFXu0TxPafyeTjJsP/KlyoJ1B3otRaGUoVTmWUFHo2ahXrHgjogEp5E9vwvSZcu7A0MaiqFDMY2TRG0MjT3Baob1xSL+6seX8PMfX8bNXz3AzX96gC+ezvB5N8VAsbG52cLaSg3NzJX1dOjjbo91pawIo6jNKC73Vx/Voolm2YHrswPbRXcSMEwpFZBqlBtRhXXOgB1rmSJW1aRokpBX43PHOZwhAjDPQxSQuT9QzOfFUDrv5axIktNJFSnFB6kL04R6J6lsQqi4/xQMfPieie++a2GxHMPidzpKYfuWrH/4rStrZjmon6mj2HBgpDFMBq1QgaWU4UcDuEEHs2CCeRhiytCIb2LmWUiUCJkWYGVVw2uv2rh6qYDLp4t49XQRTkDziC0obqJ80nGE4KUv6+Guh0d7Pp6EIbb1EAdKjHGcSgVsVTdQ1VkhShEc0OwETjWEXSVlSIHHUB9nHWqGZtXA+pKNgqXj8ZMQT54EeOvVIt56tQAliNE7cHF0GOHrpyruPNNw+RVDVlVNYEwDkTkrDRv1uoONUgWbpSru3evhsy8PcDD2kFCTrOi4ulCSdTCO8KjnY6wxxJqi1AbONEycbpqSGObKSOwdJ9g7CvH3X85lJY60Ywql9YfvtHBpowSLz7mX4f79Du7d76A/o7HGwHCuYjTPMHUzFMwYRSNCaRMon1Fw7c0yfvTRAt6+vA5zfAXW5AqefPUI27ce4cV4iF146EQkMPsYjH28fznD+5f46/B8BgwHMXZ3PBwdhWK+NIo2Jp6P0dRFwCo2mtF1TUiFQajh8CDB/ssI81kKpa6sZEU7xtn1Oc6tzdGuKFioKIJfYLdUgeXReiRLul0cOjRNaA0bWclGSKctdHz1vIOvnnfx4hGw+5BoQQ2Ntor6Ag9ydBhp6OyGOHzuI/AT2IzUE/fqcghHFClkcfDORCp3RLOmwOSgIMtzum5fwfhAhTvO0Z4ZY/gmnY/AK+druHK5IX1HD+4Mcf/OKO/vYp+QlPTm2JwcDJOjVil2SG8RJzgnrmVRQqgg8KEkto2umYIOq8S4HB9ECsD+/18AFlEkF4D5qpbhCX8DKs5Sv8K+XSJs2M2XDzy4N0jPi67m4i/xDUQEsP+qGMsqVDKUakQT2ihZTZhKBTtPe9h91pfONTpgZLvhH9cAqot5WocDl/nUFQE4mubIBEM/EYDVAJEa5JenIi+wqlTVcHEIRlfnuQu5AMzeyYf3jvDkQQ+9IxO9QwtnL+u48iZ7Hw3pOGKnyxe/H+Lz3w/lICcdR4KoTqHx8+VQiij6RUNwoWYlhVqKJPl5sAMcvgQqhoKqCWytKLhwWsHWBRNL18oobhXwuy8S/PbzBN3HPiZP6f6PYKgJiiZwbYP9HmWsny1h5VwZx6GHf31yiLv77H/UpBNi8lKVFXH4Q9VeS2AWKBLQFSc1fvJipXuL3w3DMCQd981hJu8gyv8e8l0SAZh4sxTOAlBaoW0zk5414v5MX4fpa3jrvTrefreBcktBrIcYzAJ88eUEX3w5RVEvoWiUBf06TyaCh1J5oQ0UFAMNRV/DD7+3jr/4yRaWVjWMZwMcdHv45a+GsvpTA17iyCHJjkMYdAwJTz6FUzbhVEyculDFpW81UarquPfVIe7dPJJDA9fVi21JTV86T9f0FI49h59q8FINf7g/wMdfdfD8ZQj/yELYM8UJywIwphK0Qn4Pj4apJEbIpuelmN11xTWm6jkUyrHWNHrIYcfNAI/fYwXNtorGAoeeRNgZePnck8VuBP67HLI7jRR2lQNICvGaDCajWYLoJAnEQ1QuAOcOZz/MYPICphEdoaNoERui42iPKekAhXKKpXXg7AUbb77dxLnzZfzu46Es4h7evlbBhU0d55dCLDdC3J14uDN1ceMLFTf+oGOppeGnP1Xw2usqtjsZto+BezdC3PuSHRrc/OnoVqEXQxgFIuAKsohYpcBLfHDiuYjmvmA0Z0zOcQDHZKNBDI8lqRxDcBwJyhRHG0SXZihW8sv2QruB9kJDejqJ4GOvbuCzUy+GRnOHZuZYmpCpDrq9bTF0iHch4WeUDz9kSCQrNw1QAM4Pmzx0ngys5b3Cwb0maE8uDgU55qBZhktw6TFT4HRPhJJMFoM+k5Ui5tNBCznIcVCwuECsE/EiTGASjRvnjtEkgk4BPTOkV51uXw4Up8MQk1GA4wFwPMzP0XyP0qlGDLzrZRj2cwE4JGqUjzaAAi8NJQ3fer2ON16vwbE9qMpEDlamWYOuljA9iGTN3Tnc0EViZVCaFuaqjjsPEty5T1MITQ+xpAJphKm1DOgFB3qhgKV1E0vrFg4PJrh7q4tRP8BCuyTvaQonFFCI75E+bhoD2L3LnxF7h4lr5VCDKbMkQkIXuZqhVizKYPm9j9bw7Q/XsbPfw6efP8VXN/fhTSx4Uyb2QyhpAMPQYFomqk0Ny2czLG4y1ZUbtwzVkPoD9rqaVR0m0zWmCdsw4PszzN2x/NkUtQDTNNCqRmjVItz8NMHNz2L0OwpCn4hpE5feqOHi61V8/rs+vvj9QPZdyyigQEdkxUe5HMBx2OGnYONsEVsXy1jaKGFpoyKXxL/9X3bwn//Xl3BDpgQVSSEQsVtuaBh2iKFP4FNwGSY4d6GIa2+VsbHl4OmDSNZ0rGIyUTF3fXiBiwQB7AKHTYqgxx3DwmwUYdQnxYB40jydRkHKKDB5Y6FQygVgPwzFvVussDNHw7CfYtRLkc0T6EGMtbqGv/rLBn7+lw3o9UVZo0dDHP3LC6QvZlhxKlgoFhFspAg2U9w6HuPzF0PsHHkYd1h5keZ/3hER+RqZz7BrNGUlqBKlXbVQr9oizrlDDd0DH51DD8OenyfydUXeWwXLwJm2gSvLJjbKDgpxCfBsfHyng1/f7WJhoYhzWzX5HPrzIXqzCfpdE72eCZ0dglqCzbPsjKpj82IR8zlxQwnufD7C15+NJKXQqKs4vWXgu98r4MOPCjKgnU1C3Lvl4bM/eGKyuXalhFdeKcNPS/CSEraf9PHw7jG82EfrtC6iYdGzUXQt2AoEPbffC/DFkykO+yGuEFu27IjowzPPWlvHmVUTK8sUYDO4BvDbmxP89uYUnTFRx8Bau4A/ub6Cd8438eBZV9ZRmqGrK5ilFC6JvwdWt6qyDg4meLrdx7wfyr5bSHQ0HQ0NIujbRTjtEo6mLl50xjjoTgU1yYtLVvp/iXrv58jy68rzPG/SO3igDMpXta1usZsUZZpGpDRDKUIzsRshaX/Yv2t/2PllYzdWGo1GM1pDJ1JNstXeVpdDoQouAaR/mfm82Tj3obVk3KAtFJB45n7vPedzNKDK3EkKZQyhZKysmeI+LzQqYiOcncU4PqKTnu7+i87Ryks3OjPbFQNKbkrmH99TuRIiVwLoXgbNy/D9t6/gL350G2+8sYr3jh7jX48e48FvIbW9quDttxTcfllH55KF2pqJ86MIg+MYX3y0xKfvLXHCvzsAApJZmzmsFmkQCoqIaCCilinu0eG2NbjM+TFCqXCRYzkDgmmZv1sEpVu72lXkHmRuJgfIwbBEwu/cdbF914Vm8h2QYXoe4/xFJJUSH5aoWN+xsXPNFbzZyXMfoz6HBlzWATZdsQ1VhuPl0JOKeDrNM1imAZvBSQwTkDxQDiAsqIUpZAahM1xgkxurJtauOFjZsTAezTEeepgOCszO6ACjopfUinIBzIr7hRSVyAZ7TPbdZorcSFAhbnbNlSVoqkQi/jTJ3ck0+INEsFVxkSHmGYO5lFUblYqFZBYjlgUvlfGkpgAVfr7MW+00pebjJbyRj2AYIBiGSJg9/A3hh9cFF950hXNFRHHVhdCTwh8Z8lPsScU3F2lVRcSIzKNt9hhLEcJbLjGfc/kUyDuovUL6EbNdFXh9RYgTCd0ceQEzN2DkBqI4k3w5ETFSMMfXt0UUNQc8JXK6cUlD+zozpEzYsGEWVAkXMtSY9kNMmF+3YM9eCmSJeBUFJN+NFt1DPCswc5bfA+Ms4hIxKD97mdLJPydCSeKtajacKu8NigRjpEEu73c+D8x6CqOWXgzgL85ivHaI5FxS6Msvyil/ht5lCzsvV1BbMwT/7BFxGJP0YiChWMyLkJBgk2XymdiqDUuzhWoT+IEsgZh9zuIChWuDBCkiLgwUFTaJJbqGvJIhc+nk5LIqhVHwf9Nha3x/qrBNDU3bQYMDVMOBrTtCunlyeIrnp0OkmiH1+v11fOfb27IAXiz6mE5OsL8PqVhTUTiqoMdutdtYcV0MFpGUFhtSnh9iuJhjTlS7HiFjKYUIQfhuowiOzx8OcbjK9+dzLBce2s0WVrorcB0KD0vHx4zZpXMfgb+UErH1xQK4POupWC745xewGwWa68wBZe4b3Z5c9NM9H5V990z84Gh0KTxjrymgHaED+TO6FdhAls5HkVHTcVLTwfxmizqgJrN2U3FOsegWlCjFhoLuarkALnjAUG2h0OSxifFRgLOnM0EUrm4Z6G2QnJJLPz9blg4Xo6ig67TRtVtwVQ+OMpfcNm/BC9FCtdpA3a6gmwOdQhG0nGva+Opggl9+dYT9yQz1bQ2NbRXr7S7W2l2cHizwxUd9WYISZ9jstnF02sdh/1R6Zn6+MuflQ68oJEvOJH7d4jO2ECx/SgGe6LPL54DjVOE4xO7HCJdeSZWKVCk7K6tl5ui4Ka5f6+K7P3gDt1+9jr//r5/hv/zDZxhNucwvBZ78iyWPvE53J2BVbJgVVxbfi4kvRIJ7V3dw98oOaghQLXwsUx+TOMDAD8RxMxjwnZ9KXEqr28TW7rosk4ajMYbjWRlhMslhNRW4K6rQVGSQo3E4tgAAIABJREFUVADeeQBvEMizgM8zEgvEucMcO4vvEleElaZTChGWXoI4pBjUlJxlbwF4cwVWoqKe6TDpigkDpGkMt1tBpVeBH4SYEetKwk6iI+GQ9WIBLML7iLEmCkwhQdE1aaDG779fOhB5/ZFyxoVoraNL0XHDRRvzmBmPxQVwRAFJmEl2OiOcbr3cxL37bRHVf/rRGb5+MJQBLV1tMnOiiFPnc7wELvkeyUMFbLrqTFscrMyypQjKptjG1WQxY7t8R5d577x2ygEwF38R/CASIQyjaUg+IgGKES+pLHBUWQI4XLKKUcCUPmB05mN8thRqAgkZ/PpVxjLUjfI8R/J+yM81h1nPUF3N4VT5rtRlYD05SqUYV5UE/N1wAdzE9uUaYDC4dkFNlYh5SVo566cSWyKbKuRyJmXVGxpcRrTUmEXswK1w/BpL5NNsFmJwzjMqM2EtEYjKfc/+I0vh57G43Mq/iEpjPvL5jCPWnsP0MgqCET3l33phnmAfJCSg0njB3wczh0uvL2lapC/RaKLAtSnMJa2FyxmKcolwjeWrcc4jRJcLWp+W08VYlfs1xUJ+BqPQYRaG4GX9lOcKQ/KheT8wTiMl/owPZVVDxdLRcNjvAGM/hufHknnI2qr2cKmxJmerz/cHeHw8kUUUxTEUVIVBJPOyCvMTDQPXnTqu2zV5/vM9MJjGOB2l4nSrNlzUmi4qVUeKFIMHR2cYRgGcFQuVromVeoFeLUdHKTN0uQA2dOZMhXhxFuPgjNmWHXR7axJZtPeoj/F4hq3LrtRbOy6+tV2BnpHGssB0FmHhu1guXaSGj0wPsL7axLXtTZiFir0HB3j25ATHcY7jJMdwqWE8pwDIwe7dNnZvNXF9K8eN7RzLwQLDQw/LMU0EChYLBQdehkMvg1troVJro0HEbRyhTlezpsFWNRwPA5yMfDwcxvhylECrWnjnWyv41r0WopMx4v4Y9aqLTqchAngSIwIuFZ8OcPRkgK/CHF9kRJHX8L3Xunjzsouev5DK6k1ktQYm/gJDUju8OU5Rxxlq6I899EeeCM1oDq9VicB2sLppo1VT0aopaOkWmpqNxTDBl59M8Oyxh80rrtTWalXQ+8NxgN9+2sez4xlW1mtYWa9jo5dhYyUXquNgGIuA/vXdq7i/ewUf/fY5Pv7dC/h1HcbdNvS2DZXbvCX5CORFOdg7m+LR8RB+GqPVtuFWDPTPKUyeYRmqQkJkj0bUtesoqLs26q6D6XQpsRB0evI8oVkm2tcbaF9vou4wJqnArmribu7A8hJ8/WKAvf5IBDWsUZ7jXFyObdzd3sSdrU34vO+CHE27go5bQ382xm/2v8YXgyMEpobA0i/iyhRsNqu4vtbCesNBneYlrcCTqY+n00CIPaTqEUnsOHSaKlizGli1mmgoGuqFgrGfYM8L8NjzMdViTPUI9+or+FZjE3VFwXg5RJQusVKro1er4ecfH+PnHx9hFPpQnAyFwdklhW4KvnWtgW9db2KlMOFMFAzGEd4dDvHRdCLzVLdqIExTLDmkpEhbok44TykNRBSLRhQWkg5B0wUFIMxi57Mt4oOYOe+cm3Gmxnka6X9JSZkT8SSXvyUNlO0Fn92ys1AZCcC5PM0XNL1dLA2ZRR+rWFszsb1lotVmbu0FlYGCf0XH+bmPAWuWSRSGRKtfUC4qHQ0si5QOi2eEHEuPczQFW9sOtrYczEYxzo9CyY7+hmCn2zE0OyrfW3y/mQo6TQOtpoEaqWMtE48/9/Hk80BIiIyBow+GUZK1agHH4ByKn6cJt2lKvupXH/uyBHbXM1RoZmhzZqigWTNQtyxUdBOjfohRn+dRzoTLnYxk5jIqiQsgnaIjzkVLUqU/ydBtOvjrv7mDv/nr2zh4bw8H7z3Du597+L++jnHkG9je7WB7p45NNcCG5uPZOMAXAx+LlFnIJuosuklN0ttM1CwTo1mML/c9vBj6NPkDNQr2DfJqylgBwhgzvrMKhCnjSXJ06oWQbFXOZzMSFfgc5fuRJ9bS2S07nBKAUla5fpLISSUnsYd0oLJvUU0TqmHgnW+XS+BNRqKQHEfx/1KBuQT+/p8j/OdfxQhsF51rTdQ6DvQkF+e4rVZgKxXEyQRRNMA8nEue9ixMEOYmwtySmXCKFL0ecOOGhpvXTdy5WsPt3SpaSgdtpQPNj5B5ExSzJbR+Ab1f4KefjPCzT0d4nKfot1VMXCDh2YUfFTRUmSkda0LxJf2w2ozhthIEORCwKWJUUgx0mwauXLZRreh48EWIB19EuH/Xxv27DhwtF0rTbJLh6XMdT/Z1XL2k4+plHTrfo8MQBO1tblexvVnFbbeJ204TDx9O8OEnZ9gfzTHVEiyNFFcbFq42bMxJ0SFKn47faiiC+ztrddxdrWOtoUsl8xizUx8vjkL8908jqTFyTIoCVy/bsqC+uVNF263C1Sw8fDTEo0dDTOY5PB/wI7reuQDXYSpL2mZhbQP2roKXXq/hx3+wgjdvbsKc3oA5uYGv3/8MX//rp3g6G+FZEeI0iTGZphhPM/z+XQXfvaugXScBpSLvzxcvFjg5CS7OAg6mfoTRLMAypjiOJjlmUKtCQ5qOgTGNUwFpw0a1YKh4t5dIbfZ0bPU4iNTEnUrcisdsjxmHy4o8mFsdFb31EuebWwyhV/GcCq65j8GpLsheIkibVOu2+YLPMCeOdc6GmUOlcmnJpowHAyqWKzXikhhWncPQiTui+lyD6qjiPEj8HPNzYHKkIJiVSDk+OOtto6yqjnpFE0Xy+XGEsxPeZGUwt2wH+IPICqPMmCrdayWajS9IwVZxkyULYOG1yYKaA/t/U26yJaRbhiwGPkzZtMpikF+xzGThoYiHB3ETXzSWsuyh1JIPcUZ1kKjNQyP/Hjo2+QV4uK9rUhxU85+6woEG8bcG2pUKqpaNs7MFzk8XZX4JXwRE3PD7tFRU6jwAEF0QYzkLJSsm5yGTKhVBX3M4nSE30tKRbFHJqgtuZLXtwuaByVUFyUr3IXNL9x7OcfDMR5HZKHIbu7cs3H7VFMXK2UmKk4MEpydLnB77smgqf7FibpO8zLKB1tFdVdBbpSGogFbNEGW5KOMPXtDNK/NyXN3UcfeGiWu3HWy8UkPtsoOfvevh5+96mDxPEB2lUJc5LKVA29Hx429fw4/f3oXazOE7EQ6XI3zZP8Le+VDQRRNPweJYw/xIK7FMdCwwv4AhLMQhynKMv3vh9pVOAP6uSPSOLpZpFwt2eUzL/48HQeIVdTi9ApXVXD5TnwuIXMF2uyL16mureOW1VXjMuXxxjIP+BEfHGY6OaXPk4JhBpClgh9IMhOdA4am4vVnHrc0GXnu1idfeaMGpZxjPpzg8G+PnP5vjZz9nlpuBFJYs1s0kZaIsDCJ0Kzlu3FvD9ZdWJfd0MFxgMgpwfsQKcfu6KXXrio0blxysM8NUUWAyo6BiIK0Y+M3XA/zsk1M83gsweqZhesBrtHTGs/FjnmjBLKQ5seQ8QJXXtrOTwrlU4nAjr0DIbGA57BXlAniZ49JlA/eY033ZhGbzu9Yku/LLTxYImd1GyjQdATtAbU2BHyhYcmjFAdQ8l1zwIikdG3SR2C3IoZ5VtXW0aiaarsHYTxhFgeMXEY6fR2h1gat3NOzeNLG7W8FKz8KvfzHHr3/uYXdHx/2X+IJT8coV4OpGgQeLHF8tMnz8YYGPfltgpa3iz/5Mx0uvqng2VPBsoODRZzEef0Y0He8tylMUJDkVzRHipYV4acvlwgxXOXguUnEeEeXBF7pVzcV1UWtq6PUcdJmlwYxsutMrJQrDslMYZiLPQuTMcDLhL77J0r3IpbpAZPGwzAZBhhupjjyjao9oDaK5yiXQki4cilPYejCb2y4zwMMoEWxXRiQVccsm0RmlGETcyxwwL4m/J36L9zfRb7wi+JVytFeB9poiiy66M1oNHd2ajVaFOMjS6SNLO6fEsMVU4gdc3IWYjPicYrarJhnKZTNNLHaZHRYSU57RGf6NiKaQzA82oPMZsJgSk0KNQoGarWB7lfgrCy9f28DL19bh6EuoxQRJHMJjDvg8x3RQ5r4ORhHOxwFaG3W89J1LaG7V8MFnR3j/8yMsogzLKJfBMYcbdE7xWqeIp8Qe6xgPIzx/6ssAqN2uo+K4eP7Ewz5RIxSUyHSc/1o+U+yqKcVGNZT3SIoiztCo2HjzjatSk8kc04mHk8EY/cEYZyMPsa8jCqiSz6VKsZEmDuDtWyrWr7JhTAT/xwXjfKAJqttsKbCaGhzdkpwt3WC20BJOTUOj20CtzlVADFshXj/H+ZDvYl4D5ZKfzgEiGT/9XYRPfxeLc12GwDUNOzsq1tcZ8cDla4ybr7TwyttdNFctRHmMyTzCL//bFL/4bxPkmgqnaaDSYm6yItlw/B2HPt/rJUlgbdXCzmUXjYaF/Uch9h9F/yaI4pCIggW+UAyLoq8Sx69kmhy0YiLfaRLg4Eijs46OiDJPhwssHqR0/jkb4hp2bAPz0xSL0wy2maLRSLF7RcdP/qSHn/ywh8JpIHfqePjeGO//5+cIDgt869YNvHxtB1n9BFmtj2dRgEfLGMezECenS5ydBZhMTEwmBnyq0KMMlSawcVlHd4ML+9KFPRsomA2AyVmE6SDEYhZDMVV5F3daFrotE3VNRZXvzkhHvHAQzE0cTWc4nsxQtU10a44MvWapDy8JxFGcLA1xWDmNDJc2Tbx6rY6r61VkzHrNXfzu0zP87pMzNGo6blwiKtnF67divH47xtkwlProyxS//iBF6Kv47ms2vvWSi3q7jVqnhSdHE3z+7BzDOXNlC+TE008s5GNLBDhBmmHkx+h7kaCkV00dq6YhTT21Ibd36njtRhu7Wy7GU0/q4TSWOp7kGI7JgNBxZa2KzZaNycTHdOxjqefwTQq2uDixsN6t4e4rd3Dv5bt478OH+KeffYCD54MSC1kQs62jRj44GwpHxSLL4EWJNMImEX18Fit0bNDZqYqzv9HW0OqYqDepkGSGXio48ckoRRTy3ip7g5zKWJWiJgp7dMkjNlJGehhQHB3MKoi9pdT97Sr+8HYHb95qA2sVYLWK//dXJ/h/fnWCaLZEx0iwvang5bds3HzNhsFhOhR88dkS7//rAs/2Ypwc5jg/K5HmOjVFFykBjFxh1j1zJYmBZ84gM0dZFPEwK5Au7nhaFjM4XaLodI5m+d4ooESKiKYu33Nx5a6L2TzG4CzAuB9jcZ5hfk5ctCG1sqFjkwcsDZiPc8yZnTVKMB/HcNoW3JYl/QafaXy20f3E3lgn0pOfneT3lcrtnO4ryatn00x3son6qikZ33QfWtUC3pSuqACLITAfUjRJh06JStMqCmN1EJ3qUry2KDbUzQxmO4PVyeB06BitClrP931xeBWBijxQkVIU6eXiAEWlzMepuy4qloPZcAFvsJCzRhYQG2qgfclBZZWHYgrdKOYi/k+FPwgxP56LO5HuCfaE/D2YTolEpdxQSCkxCR9s89lopmgxU2y1BodxF8zcZowA1cVcRhQJ4iJBdpEvo2kc2qlCQKJrM08tQWJ7o0BQ3Y5jyYCbolcOOrOEvUbZj5muJoJdZjFGaYLGuonOtoVaW5cMeTrKGFNAF71HQdRxIgtgiaThvcGlJwW6SoZYZXfBfXA5cM8kduai1+e0QvKSef8qMMxS4S/RFPy96ERDs0cqPzd+DEkWIslDwVOBZxdGLWjEV9O5nkuVPLocnS0HmzdrqK0YCPMQYR5JHnQ8VYX2wQUzEdJUZ3MhzOcsi2IRfkbyXjD4ffF9yeUlIfvsU4lEJGWGP0eBzCiQ6zzfZWXED10GdE9fZOzS9bfVaWGr05YzDe8xZu71F1OcL+ZQpMcFfvDty/iLH95EvR3jcLKP/cE+nh3p2D8UBRqMioH1RhU3mg1sOS4KDhXDGF5A1KSJUZBjEMYYBwGGiyEGiyHMuiEoXgrq+A4kTjuaa0J2ipexLJyqti3Db+af8pzDe06uV0URBGESR+K6Xcwo3NBQb1vibuGQNE596e3p2FV0Tf53OrHjNEDCIjp6Quyqhjaxoj2rFM8yvWBZunljDqXFXVkuSNn3MC/TqKlwWkClS2EW0fMpomUqqDv2hTWi9znA5LUasRflOdqU4mKZi8YiKdDs2KgzQwyhLGbK07aGutVA1+mgbTfhB0P4/hCDWYSzCftZFTXdkuH8hmFi07DQbtTRbtRw4i3x4OQcR/M55lqOhZaj13Sx0nQxGQR48XQivXZntYNqs47T4Qing6EssKS/ZhwKF1MkMPEaZlF4Vi1zIqlKLy5w2HLvcPwg+X68T2mFp0DGlGEyXfcU6mg8y+URbm428Zfffxl/eH8X7370Au9++AJPDud41l9iHsUiHGXECgUuip2hvVJFd60h98PwxQzZPMPdy1u4d3kLTTtGy45xOvfwbDTDoRdA1WpQ6G4bzDAbelBJkmg4gu2UZVScYDYuBFnOHHhLBLk6KnUHlmNidDTH8HgufSjFLBIvY5SCmYIXqWaJW4jFz4eLGD6buD/myIOD0DhXsNNewd31HdQ1A8dHBzjtn2CRqVjQWc5lbZAgZ1wLRSlc+FGgKiSj8tyucAjcVOR7azYdNBsOBkchBoeh0I4oJjboKGqV2bbfEC14hilxyoVEoiR+ge2rbezsttHocDCZyGJ2f2+BowMu+HTBpH4TryRZu6Qu8D5cKFKNahX1Wg3xIsZ8vECw8C+iV9TSyc97S1VFtM8xE78XPkdToi3zuMQ/cpZNFxAXkxoXmSXpiJhnihaZsUqsIR+tiynFxzH8KfH5fO5x9sPP3bxYMJRncYo9zUaOykoBlyhs3YSlGgjp6J0UMuifDSIZOK+uueiuWLCqqRTPiDy4MANyMYc4RhY0F/ixvNcN5s0zyoDvG+m9+Z81uDUu8iguThFEiVC9GhRRNShWKhGYuaog14mQ5qyljHDgfc6+gThm5vJy4UvBMpfA/HMUe/NdyiopeuUzmgtzorVLcbIuMW0LopfjQu4x06BwqXzOywI4jaRPovO3dAGXsUlFYqGgu0neoREMM4druYIzZaYy3YKMS+CZkCSiNAuRZSFci0tmUrhIvivft0Pm1UcxOrqCjqaiUphwMxtqbiDmIJjnF4WL6ASev8RkuYBmFGg3bbRdCyuRhl5cGm7Y+06iDMNFggmfnRI5Aax0Wuh1Wtg7n+O3j/o48pdwt2xUNri8yFC3M1hEkackbCmo8DznAKNJJFWx22hVVyQG4unX55gMPWxdcaS+e6UuBd/H4IxZ9kRMu0jTCiy6+90U9W4NjbUu5iHwwSdH+OLRKTSixlc483NgxhW4pi7UhlZHwWa7wGaHiHRSJ0K5F4jWz1ULgW8gZPG6HBew4gwVCmf4jI0L6RlPvEAcXE+DFI/47q/qeOVGBde2bJzs+TjZC7Cz1sCtK23BjS6ZLzqL8PTJGE+fjjA2NUxrlojR39ixcLujw41iqURVRaCVKCIPg6+kOIeLM8XFaMZheoRgzh4phevo2LlZx+aVqizI9SzGimlizbblOd5/wc8shNmCGJhW6jbWqi6OzyL88pMxDsYJ3n57C2+/vY2uMkdPWQh5hDjkJFbQtVypj74cSqkrVay9tgGnZWN57GHZn2O8KDBZ5AhJaDJcGK6JDn+eCvB4/xiP948wotN/Sdcpz705Kg7E1MUajEMMRuzBNFgUGjcd9HY66O20sdoAVhsFeosUndMI2jTGOEowZc9kUGSZ4mAS49kghqbossxdrVUE1zpeZri21cbLuyswjASnkxOceEMckjAVJsg1E7luitChpWuo6aoYgOqGiqN5IOXYFlYbddS4Ac7pso+RLi2kCxuhiHhII9RhtV1YbQe2SrGeivVCxTYFM2kKP4kQ5jGTepAbBZ4MCzwd5ZglIRIs5SynUpiv6Hh9p4PXd7pIxz76T87wvD/DgyjCXhyLuInPZaKGoySTGTqj8UiNigLGQaYS1WboBSqugXq9IqJiOb9Olwi8QvYejMvQmfsOzuR4Tkok+5X9GpvuLCsj9UpUNOOuCnmfygKY8Z00P1wkTXKHQPcoP8OaoaFWUWTWIHSzuol6neIHCptSnJ8xP7wU73DvIruHqkSTwmF0Qr10DkfSSwNr6zbW1x0RUpH6lsUUbdVRq1aRKUtkWMLzmA0eC7Z6hWaeroFKU4PbVHH0OJHiz8FnjckIEIsCqVyMYVpOiouLzkZV8NKffuDh8YMlOleA9uXyOdFqqqgyxiYzoEc6zo/pqA+hmzmob7RdIq/LXnUR6JgHOlSVlNdMMp0Hx8yRNfEf/2ob//GvthA986Te/XCOv/+Nh6/PUtTXTTRJpHNTXHESjP0UJ16GkIwqmznALm6tt3BzrQ2Nv5sgEuHGe1+P8PDMg9pRoXYoTDFhaTybZRJ5Q6IV3dbM2+7UFLSrgG3RkMPlHzCeRHLWpoOcJRNUmnBIirrIPpDzEHslylUviB+8zjjH5TmUwoUffNeW2lnRUDcV2NxlTTKo4wx/9y8h/u7XIWaKjuq6C6uqS9NFkqaWmtBSGpYYF0JTRQp5C3H+QGKC5ZRCND0X8m+9GaLbLXD1ShO7V5q43LmMK53LUOcDBP2vkQ0GcIY27KGNv/14ir/9aIIXRYplu0BcLQkxQtko+PvnGY3nlnK2XGWv1SkQcSZMA9uiQO7lMj++ct1Bo22gf5Cg/yLFKjOhOxoaVQVV6kQLBd65IRWHFAFHYnDi3I2L4ztXq7h1qYZrWhXX9SrmYwXn5wXOFwuM0gmGyVioWSRLZpaKjNdTtYBGYl9Lw61uF7d7PVT1EFUjQjQPMBsGOBsk+GSvwCdPC3w1T/DVPIVTV7Czzr2pjfVmE+1qFSejEP1hKPGcrsr+iARInl80jEfnUnkLwKqB2/cq+JPfb+FNxrCEb0mdPH2Mk71HeDo8wUNvgNPFDNHSR7xc4vJajEurCZo0+zmuRG/1zxbyPFc1F4rmYLZIMfb4TmFGdirzbC6AF0tV4oYWjBsSirCFQlyuDZaCSxsWLm9Y0tQx22S5zPDiIMGLgxh6BKn1DnB1m7gA2uCpNlcw0QtMNGC5NOHPmTOgy/K32gBGo1CqKPjAtVBwcEsFMbGugn+IZPgmisJagRpRAzZP7uUpkeg/1uQ0x/iQmX0lqpTL1pVNByubLhLmjixD+LyJ50BAVjwRrIqBQrrG+CJjs3SylacBPmh5eCnRDdwRcxnIYQ6n/d9gz5jdRZcWn5DMi6K7gQZfNqtFyUgV9bsMDDgMumg2Bb9KN7GYjsu/g0tbFpXlLB5UwixGzmaTrppNo1xqcWjlF1CXnFOp6BIX4ury8JjNoxLPc4EQ0G0OAvmQKd3EITn1Hl0apXuFQxsuuCV3jRhDIuQ4TGBTWNVx/WpTyq2WS/jlwsdwOMXp8VJwnGfHOZptB62Og0tXHVy5ZsuD9sEnC3z18RKKRhxciVeWHanYQbgEVuk1gF2QuZ5hZZVIzAJGVUFIVPd+hr1nmQC42dBe3jJx96aL63dcbL9UQ33Hwk//+Rw//eU5Fv0M+VCBGSpwed9Ubfz1T97E3/z5mzjLPTyY9rE/O8aRd4TjyQAnJwWOT4DlqQafg0IigjmI0klMSiQLWdRWPI3JkJIvEf6eiH7lMIMq4VKNUyq0SvwsF+6KakFRbdidHE6Xk/pUHJZEAL1ys4VXb7ZwdXcdu7vr2Ds4w69+9xWePDtDkhqIE0NyY/0ZF6o57CYz4nJMn+VIByq+/501fO/b69jY0dFdV5BqIYbzOQ7PPPzqFz5+9fOlYHDYmcj8LElhaRnqXL71FPzeH1zF7313F8+eTvHT//4Uj74YoohNFJGBP/2Riz/9sYudlRRVLYDL2z9rwijqiBoawqaOD/YG+PVXfTzeIzIUONsrkU08NNMlZNhcRurIfQdIiHyiIk6BuRPBvBTK4TOe5Yg4fA40WVyBAzU/w2uvO/jen9Zw+YaDma9iMCnwwW88KaKpKRXiIXX1porWZRWMyiJ5J2au8px8eK6f6GTXYdUgtVjG0uiTWLDWs9HlkIiNZpjgZD+WBfDatoZ7b5q4fN1Au6HBNFS89y8+fvcvPi5vAC/fUXB3V8Hv3VJx67KGr5caHix0fPJxio/ei9FtqvjRDw3cednA87GC/bGCvS9j7H2ZIFqUQ25e8wuqu5jRPTakOMDUqomIDvIl0YrlIVlQZys5mmsZumsaLl2uYmvHRbttodWyYJoZDEqhEAnumUit2SgTJNvS07CYqbLgE2QMuHyJEabE4NItRWUPhwcawkCR7Fsu2rj4ZD6qkOqImbep3nbgVE0sFgHmRDhHJvLYgeMyi7VAtV4gC2OpxTjDYlJmPQru+iIPk8OfS7d1XLptYPMasH41x+YG3YsNrFeqctgX7FohnihZQhNV0T+JcfDcx4t9X8Lr/SUHDRwq0hlLcQ4/Ux629bLsUohDpXfMJTvLV0p3GKkJGdCrqbi7q+M2EbidS9jtXIKjLmAUI/hLD0d9D8dnC4ynGkYzHS8OY+wfxNi5voaf/I+v4tbrPbz/xed4/8svcL7MMFgSqW5A003B/SmguzsWMgIzwJjxOzzldW6iXm3ANl0cvPBw+JxqYT5zS6d0UdCdyoWgjUrLlnysxTJEwQVzpmO928Cf/rtX8Gf/7hX803/5DP/0D59hMJ0BVqlUZdMujTuvfoXKc8gg0q2puHRHxcY1SaCWh+7pswJHDyneAawOYBG3qVpwVRu1RoJ6O0Rv08LGbgudnovUo5IvkoxdnQ0QXWwosbajKbGHczz8RMfDTzQsJmUmdbuh4vbtKi5fsjA4XWBwOscr317Bd364Caep4vHeGR4+HuLL91N88T6dP8Tgc7DEbKDSvVKOiGnqSJAnqeBeqhULWqEJiphF7RbFlWwgJVNHxATlnyedh4M7Ink14viI19Po6NTFlcz6ysi0AAAgAElEQVRDwmKaYTrgZ1+g1uEAhEMrU/LPg36M4CRBdy3D5rUcd1/V8YO31/CDt1cR5Ab83MRvfjrEP/ynAyxPHPzF976D7791D2n6ObL0C4ydHIOqgfM4xv7pBC9OZzgfWzgfmRiPEoxHkRzIrt1yxDEuw3goGJxkGPZzzIcxgmmCyE+gcDjoqFinS37FkkbY6yeYnAGjsYmZx6VGANMMoGcK9IQisQK+miBUUlQUHRXocHsF3I0cm00Ntxwbl9wqLLsH2+7hXx4e4ddfH2Nt1cHrd3p441YN15oj7LZGODgP8eI8wPuPC/zzF+xPNPzJawbeecXCpd0Vqb3JHJ/3RzgcL3E+DjEcxvBODXh9E4NlhrMwA48TFEMJbWVeQKGRpFCkXt1dwVt313Fro47+s1OpRUvFvK3icJTj6fMU50PmwZb5kUZWQGdvZWWAkwlC7aWrDbx8fQXf/vYf4ztv/xH+8ae/w//yv/0jPv96T1wiHAxz4EeVMUUIrMJQoVg6NJP4TGKJExHh8P6ptYDuZoFWrzw4E63kzYhlvFhs+Myc5gKYvQE/81gc+3HMZ5UOLdHgpJoMVLVGHWqzjuVyJnXVjHGvkuP+dh2v/fF9vP7Offzv736F/+Pdr/DwswHOv5qjaaX4ox85+M47DrY3bexsWnjwOMAHHy/x8GGER1+m2H9MJd0Fgp99qlk6gXNfA8KL2BEUqK4rqGwwbqUUa+VEHI/KYRozV1lMug0u3C8VU0WtouHqbRdX7rgy6H70wMPoOEE6B9I5Bw4WMtVGdxVY3czhOJxAGCIGOjtY4vzQh9t24HZcQTz7PKBQHHnByrwwC5WuVyK1KJJallnU3+T8rV2vYPtuDU6LeU4RwiSSZSaHbcuJInj1jHSUi4URs5f4DIkGlpSAdvQyJ7e2laO6lcGqVGFVKwjpBBzPsRxHiGcQ9GVBXDQfLXUVRpvOJUccgq7hYHAyxaA/g5IQOVjmaHevV+GumpJXPp8HMHVXKhgEmL2Ywh+HyFVdBIEiPKkx/1dCYKRv4vuJQjg1L/PR1rea2LraFqEmRZ5RGuHkxQzHz6dCcAFJSC4X04BN9DKNvPyv61W49RrmwwRn+3PJnKu2SFGx4XMRMInFacW/l9c66QfMn6QzxE8jWaB11yqotuk8ZrxMitkgk1r2M/gnFOOUsTVctNccHTWbz0FSaoh8JrmodCdwCM6lkXiaKQbj4jlMZeHPvCXmDTESIvR92MS+VW3JveTAhs3HfLbEfLYQag1xzKatST6YoariCvInRJDxfAIhGq1erqLaMZBpITItwvw0x/yMtBLumlQRa/pnKcIRf65SLMHLnJ87F2/s4blYaW/V0N6uyiIpS+ga5v0cIuPSXRbbiojciDpN2YOUR6fyPaQD1zZWpXi2mY18zMIAcy3EEiF0RkqcJ/iL717H//Snd1HvJXg0eYKvRnvY75vYPyUK1hYixWq1gquVKnZsG90iR6/IcDDXcTjXcBqqOE8UnPsh9voHeNY/RIM57BsVETCRxMPretKPMD1LkC4gOWQcGPEWo+Fehpa2Csu9iCLhuSWnGyrGbBTJIKm1UkF7pYLCiCSjsFxGcbnJ/sJEnnCR5CPNKGjJEI2JvtfR23bRWrMvhie8vkssX7RgL0xM38Vylu9rp4BGkUVbQWNNlXuDy6pgmqFSK6TKXDk+X4maTaUs05Kio1XIHnSUOxVYhoXlcg5/uUCzYqFbd7FSbaJT6aBpNXA86uN4fIKjcYDjcSyCAAJ5mrmGS24Fl5wKNjc7Uj5V9fMJThcLPBvHeDZJ0Glo6DAzeRbh/GQp4p9aqw675mI8o2hpjmipIvF1ubZIv+HQVr1wyVtcsDDiyDWgGi5UnefEUgXuU40/LV39Iowg9artotF2sJwVWHqFiEliL8SNbhX/8zs38ZM3dvDwiFmHM3z0ZIIPH5H4EUDn58r4LDVFoiZY32lg52obeZjj5NEE0SDGzc013NpYxWoHWGsD+6MJPjkcYm/ko91ZR6u7jkn/XMoPAiEikJRCqhcpBt7FAlghjayRwm0ZaK81UG25GBx4OD+YyXOe4ihZ5huZONQTDiyZ4c0Bs/STZafHOQlx8MwE5o6Yc4hXdq/hnVfuY8Wt4MnDr/D0yWM8Ow6lAqJJOd/IAAvsI0rnLOczCT2mvDcpYq8yyspAt1tBp1vF4CDA8CBEzIeVmUGj861JERS/x9JZKgSjjOQ5Coxi0MT5yu9tSwXxGJNZH9PpAqMBz1ycQ5lQWCbfPZmIERlPw3NV6qtS7UZTKvRCTAdTLKaLEp1vc2BdCusZocPoBj5nhDIniTqMyknK5S8hc/zviVEv1AsaUoZqzUCzZUr0i6D/iwJRWGYBL0epFM8olmtDt0wRfMTkLMo/yggJp8fZi4oaRUPcKMTESyrirjo7XIpjuUInb1UVUTKX5iQE8MzF74eUkzDm8tDHcEKalSpFQRe/Dpe38gChK3CVWHeKnMvIDKumSvxXtW3Ap3g3TqGZhsQE8OpIAubEl8t+LvsYLcE8eTEFcQGclOLlBT/vC/KImMHpFlZVcRez6LArF8CkB/myBGEePYkJF7ehPPNJXJOB+8UnJEtgCmYCHenSEOKg5BES9dtsoN6qSwwIi/eIzPX0QnJB8yJCt15Dt1ZHkcTwF3OJ9RrEAWZJhFXbkCoWiRBGiPjdXtnCWnMFobdA6M0xDjyMAk/oar1VFy2inccJzFEiogu35oofeZwkmPI8zjPbLMJmr4fN3gq+7s/x0y/7eLZYonLZgbvFpUQixcUE55X8XbZ7lmC4l5xRLEJUtBYaehezswxPvxpIdvzWFQtbl228c72Fd661kc8X6B8Ocd6fIc8c5JmNelNBo8H+yQU6NZwsC/z6w3N8/HiEjbsmNu6Y2LIa2FKaqCi83j0AczQcBQ2bbvYctpPDqtsw2g2YlRrsmHjRCk4+H0kVfipLa71AmdXqZej7AfpBiIMix3NdQVyh4FtBt67i6RPg6WPg1nZTRJetmoH5MsJkFuLrJxN8/XQKtWnC3XCx0dFwvZZjkzEZJdwOYbhEEPoi4qGgRK0ZGCkWxqqJyazAZJZjPkmwnMZwHB27L7Wxfa2OcOwhnHhYs03sVB240GSWxXiDhRZgqfqoGoaIkA5OU/zi8yVOfQ1/+ZNb+Ms/v4X6dID6dCjn6lihYK+AP5jDHyzw8YGPTw4C1LY7uPHGDuoNG8On5xjsjXB07uPozEdtdQu9natorzTQ62lCVvv066f45Oun6I9SnM806UMrBmOigGbDRKNpoD9McDqKoddtNLbqaKxUsbLSEcrcpTZwqQM4Z3MUD8dQJjHUmgVUTSQ8P+kJnhwHeLDvy+ytotOUk6E/T3EyT3H/zir+8P4mLvUs2IWPKFrii4GHLwZzpFxYuI5QPotFIKKnOjGrloFxGGEShOg2a7i6sYJWxUS8pJhmiYPDAgdHjPQJ0Z8HaK9Xcfeldbx6bwObuSlleDMo0zEK5iGTaFjkOC+WOMcCgdmFb3ZkKRwmU7lvXcOGY9iy7LnV6+Hs8Bwff/JIsNqnqo4hCXpKIstiyVGmM5cxgYwTK1QhRyRhhnqtdK12Oi66nQYsy8LJ0RjHRxPMJsB0wscwXcOOzDFCIvIjXkeWRHnleVYuhSNGaZA+l4vRxmDOOpH7Dg1eisxC2If6vEZi0ssUFHOIU7reokhORWfdRmfNgmuocHUVw+MUzx/FGJySAEhSJQklOTI9R4V5sl32X1xhUBBToNu10e05OD+IcfA4gA4HG2sdrK21ECYewtjDiIuwswi6XmBl3RRKEZdgNnc9BwXGh+yvCxFecnfyjaEvj3KJAmTvuXG1iSRV8fkHUzx9OMfqdU2q2VLRqHNvoEEnJmyuon8UoH/ko9oozSakxVg2l6c6+gMFpwMS67hkLjAe5jh6nonr9t//D02p5sJEY2Hhd/86x//5fw/x8d4caS2B2khxt6PhTkeTmRppSDF0ZIwyqFTw9s1L+PaNHWS+D288xVd7A/zis1N8fjyFsqpBXaW5wpFrKIlj+AGNebEsgLnsbbkK2q4qVDcK/bi0HwxCjCcxbBJHHMY7pkLHYk9BsRaFhYz5oLBKIlUKig1Jy0nLqIA4R5Dk+PEfV/DjP6ri8oaJZkWHw/PLaYyciOLfBPi73/gYcGbY1MTsxxkbzSbg+zpW4BiAS0MX7bKmDtVihFtFquGqqJP2q7EvnEKzIqxvtbC+3cTLu3fw8rU70LxDzPd/i/T0ENVJHdVxDf/rR3P8p488HOcJlDbniSSqkrBkIKJwlzPbmYp4QqOnhnpXQ72nIjEypJzrTjPEo0xMCjs3bbRXTQTTHP60FPrSvNTr6NjZsgQ9bngGjLmBJ49mePLQw8BPwTdNvWXizVs13L9aw+XClrKLBvSigWXsYxSeor88wbNZgGczH0aV9BSKGFSh6rSaJm521nCjvQ4lnUJNJgh9uuETeF6Oo2MVx8cqfnEa4pdnIeZFKvF7bZJXV9rYaDfgFRrmuYY1R8V2RUXL5jVQngcePjvAo2cHCB0NWcPG9ZsOvvdWBfdvbaJe/Ah1/Anmk2PMJ0fYPz/Eg9MXOJueQ4tm0CIPhu7BMOaoVjTU68wyAkazBaZegCRxkMSOmJ1IC5nye/ZjzBacOTOrm9E+EEEbl98KiWW8Uas9E9WehZWOJpv2SoX5V3J54mSSoD9JMR9l8EY5KjrQ4yaezpUL5KdvpfCtDGGgI/KJaqJaWEFrlUvhTBjtZXZjmX9SOt9L5QsDr/lSdRwiKVWstRVBa3zDjI+yQvLQRsMMpycZBv0Eo/NQXsjNHhn4OppdG80O1fCZKLBYacb8UrPMcaUFVFTpFxz+tFToWw7xOeVumAcOqpoZep7Gajno4CGjPMLIopfuBt6kJe60PKDwX7lopcuWSvcLHlqpLrxw/n6TCyxZJBT+M3OBSDCJcCEvS4FFJXRbL9GseYpskSPzcskhIbrKIUYg4qImQGIUSKmAdagCsOXiCpdUeUfi/KX6Xb7Pi8D6UtZIXBQxX6bkGKiCFCIWSxGeeKtrotmzEIRc2M8xHgQYneZYTIC1SxbWdixxLau5Lk6Q85MY5ydEqVF9w2yAsgRJDWJdVZ5vpDbWC2ys56i3DNh1G1Gu4uHjGA8fl+pT1kpXxaUNFdtXTWy95KC5Y+J3v/Hw3rszeRBQXWdweZ5RJWfiz390C3/xo1t4sZjik5MTHM2HWGQzTH0fZyfA2YmCaKwgmpTIIDlckQp+Yeb9Bv0jyD45YJZgBvl3gsu4OHUKo+EiYIYXA3hwMSXL2GzmqLTKYXKvZ+DO1Tru7NbhzQzMPR3Hgxme988xJveqMKAQJ+RnCJYZVFWVRVwRFvAPEyizHH/240382Y82oTkp/MJHQNdDEUv22W9/6eO3v6BiX4VGVSuvQbrnHQV3Xqvj9mt1xDFVtgZODhbYezjGbBSIUoTu2O9938L3v2/BymOMD5bQIguX1nbQba7gw/0JPtgfY5TM4eULzOMMs5mOyUTF4CjG4DCSz4YvfR6g85TdiAHbojJZA7oMkIjkwJHyoCbuBAOxb8DME1hFgrd/v4Z//x+6shD55IsFPvtiib2vIzz9OhTlI1U9Vk1BY5sDbWITgCUHLUtVquBSjUpwhVnEpRtZlFFhhlbDwMqKhUbVECTokg6lKYUjGa7etPHGdxnuborSmNirF89jPH8e49KahTtXbFzfUnDvcoDL6zG+nANfego+/DDFB78lIlfHj/+kgnsvGzhYJHixiPHwgxQPP0zFpUQcSx4r4jqh2j0JOSDSUagccMbQrUzyTIjObbYsNNsWVtc0rK3zIKWhUuXygYrg8j7iAT6SJWGC2SyVw+83NAH6bEqYZHm9JimHR0S4ZAgWBfwlF5IlxpeLDuY9sjiXl2wVtcwdofOXTQjdMmxIgzBGzp8j0WHqiuBbTKonOfQVsQ5VfSl6Kwa2dhxsbttotCw0WiaqrQTVdoIKMzzqpdPBO9ThnWjwwxjLkItHNorl4PDoeIHjY7omE5ydx+KW5cCDB2su+MTppdjQFGKO6NfhZ5KLw4GoR+aLceDfrKto1jm0s9BruNIUtNwMdRNIxg6SkYtWLUa3E8EyOSCPxd137mk493R89SDC558HsB0Xr95fx+XrdSSaJ/XocIFHR0t5kWZJme9VrQK1GgQhpLp0KHDJqCCeU0LJi9GW74/NnL9IsZwTI52JeEjqYqAiLsMwQa9Xw927G7i03RacO4dSJyd9KaIgwywX1TldABxGyhyaS3/mgkS6DFS3buZYu5J/A61A/1mOo0ccUBWw23TwKlBinfxJVOs5aq0UK5s6Nq9W0GibmJ4mmJ7FaPQKNFYKVKpE2TmwDOZ5B8gQYNQ3MDpl5jgPPERNK1hdcdComTh47uHFvodX317Bd3+0LdP2X/3iBL979wynRxlOj3NYNQ21LjNkSKsoET6SyUxM/4X6n9cMc7y57PGoXJtTQVSycDgc5udXvltFLiTXI+8T4p45eBX3nbzPuHTnQ14VZxwRlXSdyKHB4udGBz5z0FIksxT37mr41lsm3nrLwY0rTdy40sL+8wDPn4d4/z0Pv/7FFLpfxV/94Wv48evXsH/8AM+OHqB2yULvVh1ZBTj0PLyYzrF3kmKvn2E0TgXXwsHdlasVrKw6SDlYz1Qc7gU43PPFNaXwtibSkyrcOtMJVFnw5gtmyZdCtkWkYUkngJaKy7uMIijdLHTncTK6u+1gd9tGZ8VCq2dCyTIszwPJLVlZLbPDjyYTHI0nqFU1rPUcGYK0zQU61gKLkIioAvvnwFfHpbviWxsq7q/rWN1axermCmZpgfMgxXAe4GQwxcnAw+lpin4/wzzTsSDC3WD2KKMVMgyPQowOI1zqVaQ26a6qWSJm6z+doP90imuvdrD7agdn8wSfPZ7iyeES/UmCwSwpZ6N87Wo5VC1Hq67hxraN21ca+O5rb+IPXnsTT44O8f6DL/Hp/iG+OBrjgPhL04VO6bEEmQZQBN9oiRI1vUCuW2qJlKu3cjRXU7i8pyVD3cDgNMGgTxdrqTKVLpUNgwJYjAJxNTlEL3wilHOofgEl4c9tQ7Wskt7g5qirMWpFjJ26iT9+64bUY3+BJ/4C7316hl/98yGGpx6ubdGRbeKVV1y88oqDZapgsASO+4wyCfD4ATGKGQZnxGNo0Fy6j/l3p8hCOhjLOXLpPqPrju/GkgjDJaZGrFNERxMdjyXCkoKtVlVFq6FhdcPG6rotQpxHXxG7zK0lh8N0Q2hIwCEoc8pyNBoGatWKCMAOnno42PNgN2wpZspHxHgmJQmFeaHi3Ej4vlEEtyjCIcELk4TDoUeKjZs2dl52ZXFCsgPfF5EHufZ58PMnPPwpskDkMoFLhIzvokhDFpa/j0pbFVqBQXFhKy8xwhzME28XMlKGbC6JjyxV8FwscJFs5ULBsG0TlqHDOwvhnYaoNxro9rrivmH2eK4lcInXaznwzgKpaBwinoaisi9RcnTrsBSoPBcZJSUj9lMZdrVaJtqtkozEdx0Xqfx9kGDgTZnNTuRveRjnINislLQDJaJbu0Bro4b2Rg2LYYz+kzkWY+b98JnKHqukKNDVlEvGPIWgpgy/EytGbMborThY36iKaC7WYkSIsDgusDji4ilHQnS5wmz58myQxxzIp6Afma5x3gJCO+KNIKpItYzR+cbOJjnHXBhweM/+kIMsPrPo8KVjqizNYixFKk4s5hNFWSaDooqrCuI0pUs7KAUu/HzcFqMDuLSm0I253Ski5kIPiUw14TYccSIuz0L4Y3JhcxQasbvskUh64hmt7Joqa5aU4PUyimNzYUTxP0eyVOICgj0Qr51C0KhEzlFgy2rWamhWa3I9BbNAlvdFNUVhpchHFKhmePtaF+/cW8XWlo68HiB2AxwNEhwOYonL4dnByDTYiYK2auFOr4M7vS6+PBrhi6MRDsIUfagYJinORhOcjyforlfQW6+IQNeyuIhPMGEG6IAoXiJ52deVhBS+B4m+JRmATjo6Cdmfu7aGIuMSmPQR/j55fWqwGooUc91iulO5VFEMyTnP6fhJE4R0sYzLQ1ONQ+b2/8+qoxCLi7SI2PRZgpBEC9m2lDl7RCLbbQU1ClRaGlQ6EDIuq2KYDoUFZYYq44PY47HqdQv1Bm0vzLxOLq4xG0VmCio4DHysN+vY6baxWmugaVVQNWwcTE5wOD7Ggllr0EUovnwRIxukaBsqOoaGe69vSIUxh8p9nI5nOEsKnCfASquB1VYTw9Mlnj48x3Qaotp04NQtiVphBcxYnxaSaVvKPIhhAgoLsGuQ/pfvHGZtFYV+gZd3MB0upPg1mDHKLFiKG1jehJEnKaJZgsxLsV638UdvruL+nY7MXU6Y8XUa4rAfYe7F8vyjcI4i5kyJ0Oi5aK9V5T4jvj4PClQVHTXVwKu32njtdhuD5RwPTs7w9MxDmleRFjXMp1MpEqiEVsR8YduSgd1sTBdwLBh5PietOvN5bVS7pBulEskT8MzhlXmGulX2dQkdKjmX/VwAXyAxC0aCUXTFXPPo31xVV7tdvLy2he1aHVaRIo8ifPTwFB9/fYpxmAmOkRow0arzyXNBW5OMZYps6CDVFXFkdlZddFddEcgsRhx201mbIFfLHpFVzkJKMSGjUvj10oguNuCl+1u4d38L/f4ITx4fSwxBJNcke0sbhm1J/05XMbOxZ1OaDWKhUuWhCoeCcM2WQW24DOT8JtnIBt9duohcJMNWyAYcvLHB4VKBs54Mul1mPfIe/kZwzplHMMkF89tsVoTsQLMEkfrs/yQXko569pKct+iW0KhIWOJigs5XutH0Wgq1GcGoZLB0A6ZmwFTL4qwopCgr5rwoRpEnFwvrC2G3XX4/fJZSFONRVLVkLjgR2iriBRAvy2eABJwnFHZQnMp7gbhk4j51VDuq4Mp5nqPHUmVEED8fmauVSzjRsKYU6zAux5RrMsn4XKLAPhfSjGQIJzzX8jxIVxsXFxc5ihK3w2xyPiOJgC4/pLKLu1iHK5QhkwxRYrLpQpX8epXRAzSO0LhQwDLo6NPRXGtKUagZsefi/O/CtSUmAjXGvZ1LuHfpEpIgwOnJKc6mIwwSH5MsQJXzNRJ9VAU1FejZNVxvb2GjsoIXz/t4vn8Ko6mgumbBdhlVEUNjdJanIpuXywMiSZdKhkmRYFGksItccg4p6i9iXfIrPznz0E8zGL0KjDYXWxEcunUknpKzB2CVfVwVGI8zjCdcsLZRs1cwG6R48tU5RmczbG6Z2Nwy8IMbDfzwRgNmShR8KIuLo34sGYj2qgJnVUGtbct1qSg2RkMds6kKzfGgO3OsOjVsuC0QAjTXpljwXJ0zviLFVq+CK2s11Jt1FJUWFKMOk2aC2MKDnz/Dg1/sIw1CIVWRjtT3FJx4wCAKMIhCLNQCoaVCdVW0mhqada6pGrDRQAeFCKo4z9SaJnJLwbO9Afb2BtI7U7DIAf9KXUPb1aClCvRUwXQ6wWw2kTgoLn/VKkUfpPQZePwsxeN9ZikqEmfV69nY3qxhpWNL7vHodISGbaFXq6BuWqiJ6UXFLB1jlo4QaRoS3cQ0VHE64XVn4f7uBt64tgljMYS+HMKscBneRKyaePr5Mfa+OMJTL8OeR3y7g8s3akK49EmBOF2iP0rQH8Yw6w1Uuh20ujXsbFbQ7pj48tmB1LmXY7yk+UVBTStQMcqZD0V5i4iusBQaBQa9hkR21HQFdV3BRlXFBudwywSVYQBjmV449tmHqTArqpzZjscRlmkunwufyS+8QKpVc7DequJSs4LdpouaqeLhcIaHwylGC1VyMfmMYm/B8XinXkWnXoNuMF+Xrv0Ctgk4zCyWZwTw4EmErx5HmDEK0tSwvd3AG7c6+L3rbbSmSzSnS/RnczyfeRjNYwQLVRZ6CyORylQ6zV1xkVpWJDPTtU5Lihn0rCCJME9DzOIE0yiHR1esyndsLM/omLSxiMKbQsSSFMozvqxW0dEkJc42JGqRizzGg52eeBKzQrMWMQgGY9mYERvFgiz+hlZDxy8FO9IbkEyKAi6R+jWaNExZaFHYRyNBnhPVSzIen2/sVTUoNHYpCQw7Q72no97T4BoGXMNE6inwzws5R429GBOKzPIC3KkwctOpc8FcvpP4/q5WHVQrDsYnMU6f+zBVGxtrTayvNaCoVLJGWC4DeF4glCOL8xeKLklFcDX4wxzBkH0bDR9cjECeASZ7UxqWODmvMBaEUQWAN0yEalTpUsCuS3QORdauaqBtOmhoNkYDH6PBEtVahla3FOYw8o491uMXKZ68KImxnE0vF8B0SPGsim+/Y+E771i4WV+TevYwwK/+5RwfPxrjhb/EOIvw+3dX8ft3VmAmMXLPR38cYG+c4MBLsbvRwi5zgisGmo6Ok9Ecv33Yx4P+BElDRcLZre7C1V2kMaMcFohINyDhJAPqliIY6aqro+JyvsAFMFG+dH+X9Beeffi5iwggIQGA5+eShgTOujkPEtoMf9+M7Stxvj/5QQt//oM2ttdJ6wV0Eir2I4T7Mf7xswD/9dMAZwH7UtITOUbLxKleM2zplTUlgUKajkIPcCHOYsauEEG/3rJxqeeg3eb1QQNHgkTNkWo5Xr23i9de2kVdCVBMj6BMJtBOEuj9BH/76RJ/9+kSx+yVqwCzwQyVcVkaIqSg995fKGLOtE0DnQ6pBQYiPZIzaerlyKal0Ly9xdgOTciOalLAW+bwlgU21hzcuVHFRpMiKcAaFzgdFOgPcjw7D/H4jGrYAvfv/X9EvfeTZPeV5Xeef/nSu6rKLF/VvuFBgCCHgyFADt3OckZayuwv+lH/kn6TiVCEtKHd0WhWyyGHMxwCJBwbIID2tqrLm6z0mc8bxbmvMWLHjQYjuoGqymfu995zPqeC1y+XsaroWIXDpe8AACAASURBVKUJdKYimHB2RoE0M9RDnAZznPpzuW4LZQNhxucl40MyXO3UcLVTRxjNEIUzidapVlpQIhP7d0fYvzvGr85c/Prcw0xNUHZIEDKxuVjBSquCuW7A1QwsKAmWlQiO+EeZYw/cPx/g/tkAxVUHrcsVXLpk49VLGq502qji+6hm30fEkUUGDL0JzmcXmBEjwOhZzoW9cwR+D5o2h2UHSDDFeH4uUaHjkSI19zLMPWBG4ZwXC13C8zWpuUQoMpoJ8n7NDEtDfbmIereESimTqjVT1Nvc4idyGL2IY+ztxdjfj0V1bFMl72tQ5gYUX0fiBEidQBjfxHky529hA1hYV0T1yCH/aEhnTCRDD4oQ+VB7kaYjDbmuGOg2dGwt5b8v1mwsVPmU0gCHQ/sY+6dc3LjYuTfB4c5MHINOFbj8SgvX31iE68Z48NUF7n/VR+xbSDwqbF4sgKVr5lCAOWg80CUoV4FK5UUzHeTOKiKmWd8obqTTZnOam1vyysnt+VCEN6qgPnNXnjSc4hzNc3O4YKTTlwOa/C+nOetdlIREweXLWD5ENZvB5nQmM/eUqnY6MlQoUQlqbMPI5jCzGZR6BrSIqSug7JThmEX0jkboHY6lMebgQr7unG6cfy/k2VeLUsx4ZI4BHy6j0zFGZ2MsrjpYWHUEAzUYzgX7zWEcB2cbNwys3zDQP8xw8IAYQKrK84Wc/OID5EV7z++bKDiqg1MuloIQa11gbRmoNx0Ua1WEiYE7913cvefmSiGD2RoJGuUY7WVg5SUL9TUDdz7zcfezQFC27ARoMLJCBTXNwPvvr+AH7y3jUa+Pz54c4Ww+k8MqDyoXxyouThQk8wzpPMdb5EszWWPKD4TqXMPmMyFGJHm1zE/NP0M5eXLh/01983MUlKEubH7VycQ511rRsH3NwNYlC5fWiri0WsTvfzfChx+M0Z8FyOxEHsI8eAl+6QVmS0mY2+gAcwXRmQvLj/Hv/ttVKWLlHh72MIl8QQDxErv1Oxe3/mWOhM5I5h/wRePGqFYM/PDny/jLf7uM3/7yFP/8y5M8BykifoN5jxa2Niy8+56Gd7+vY3jk46sPZkgmJXz7Wy9hc3MD/8vfPsL/+n8/RGUxxtZ1BaUFHbFjwVUMPLo1waNb09yxKGdoRbCudHSw6WFFToCwEMjPUOJgme09tRDNLJStAGU7wPt/Wcd/9z90UW3q+Nu/O8E//Pocg7MM/VO2PBxW5UhLuxXDrEtiM/iagq8Dni6ObB74uGSjMzKjI4rXRQjU6gZaC6Y0B729AL398EXONvDS62V87y8b6HRNnO37uDjmITqThm5toYJLnRrW2xkuLQ2w2Bjh9jjB16MUf7wV49M/xOIq/jc/ruGV1ywcBDMcBFPc/n2KO39IMDzMxFkUz3kPUBDDwyiRYRpSNQdscJhLF1W7o2CVmdUbJawvW9jomLIUptrdc1OMRy7G4zkGgwCDfojTs0Rc7OMZUFvQUWsT1abIkCnT6ZZjxlOG6SkkH3DGrI8xB/GKZFzlh+UcvZgPbXMUpxy+NbqquBxRELGxEOVLruAWrYMQ6xVkcb4YMcxQ6uXXi3jrnSrefKcmOQusMJogCCf5kCwEDncTfPyrAJ9/GAgybOr7WL9UwdWXGoKve74/wMHBGONZhvGUrgOqgonx4vAgFaSXoVVg6lXMfRdzzxNU2bSX4wNrbaDWyvMprlzRcWmrisubTdTLlijwJxcubn8yx+1PZoIpvnxVw+IiF8UqikUNJ1MdJ1MNf/zMx0cfzjEexCI46i5ZuPlmAzffrOPT2z188nUPpyekKeQ/w86ShU7HhG8F8G0fERHDvg5/qGN2pMO/IC7VRnvZxnjg4vw4RzsRt8lYWP6McwQZUWTAy68t42/++9dw+Wob//Cf7uKX//EOFlYSqZDP5YkCGoHdeV4cVBEzlkYGosCGXVLQuRSgvUEcDz8jE6e7MQ4ehnI90VVHFb5PR+MEstQv1zO0lzWsbBHpp+JwN8bhTozuBnHFQLNZRLVURq3qoFSNUK7wDjQkt5NKfTq7kpB4V1u+jocPhnj4YITX31nCX/x0jcQw/If/eR//5T8d549QAIUaUGoAppPHFfC6k/e9akg2O50Mgv4cUjmdQpGsVR4e5AUJTSU+kCsWFUnqIGFOSewiStwX/25i9jhoyxfAxLKzOATjwsjgAKRA+ggzemOMR7GEv3Mg/sN3HfzX/6aMH71XhlVwYBYK+OzDHj798Bxf3fNx52mMpl7D//i9q/j5S6v44ItH+N2fHuHlb1Xx7l92UFs2cBzPceDN8OXzKb7anaA3SuW6Zq7o2koZ7UZRRCFRoOHxnREe3xnK+6hYNFFkRmIzgdlM/zWXLZtmMLj4IS5VUwg+yKPXKB7L/bX5u4wREQUFf/bdCr773QpWFytYrFdxcubiwz8eYfdojCtXa7h8tSYZ0aZJBQj9M1yQRFCjEGoc5pg808SUy0cvgx5nuKqmuGSoqDYXUWktwrBLku83C0LsnZ3g+dkZdk5nUqHmILMqUB0TelGRJc3DO2M8vDvBOzfaeOdmG2aaYjZwMTyZ4fixh5PHPn7x15fwi7++jIHv4eN7h7j1qI/bOy4eHpK7nPctNEUyu6bqABsdBZdWLHz/xg18//oNaKUUgenii+NT/O0Xu/ho5wIKJ89WGVY2g5VOYcj1YyNNzTxD1AvRLploF3mwjlFuBtCMFO7MxHRs4JAL+h0fpqrKAJD3nPQGWYpauyTq5ZnPLDbGbEQIRrnTjNNK9kDrm0WsbzgIkwjDiQtbSfFfvbyEv3mlg/K1FsrXW/j1l0f4n/6vu/j0sxMUxkA91vD990v4/g+KaK4XUeo6mHoZ7t6e4t7XMzy4HeDBbYanmjArjBZg7pQrOZKkgBAJKCgjCgvLGqy6hkLDRLVaRLVSwtnJOHdwpFz+krLDXHsF7aaGUsFCybHw/OlcPq/JkPQJTdx+Pt8vzFWli8pJJaagu9yAbVt4fH+AJ/eHMEsmzJIl11QU8f3PpbQqWbIiBPNeoK3oTjQ0FG26+3RxobC61w2sv27BrPCwEklUTDTREU50yXOi44LvVZv566omjlsWXWSs6pKJ1hozenWakwXl238eYPA8BAIVFnsundSP3AXK78cXfG2EJGaOLaNm8udS0MsQnGdY3V7B1ktbiOMEuw/2MB2PsfFqF5uvdbD7pyPsfnGEYOLnSwn2KPncGzBVOVDpHAQ5ubspdImwi7B1qYqt7Rp6Jy72n41FvCoDHBYHO1Qc0AJmWFBsQCtGUInbm6VSnStldK9URNx29GCC8XkgPaU0ZCJMlXSS/L6hACY0oMQasnoE1CJ0ug7Wl0tQChmGkYe+68F7psDb4cE/R6s6RRPNVkUW4oPzCYa96b86caVfEFxmvtgmzSB3bL1AaVJ4w6ZBOGaZiFu5kCIxiUMNLjYsDn7KJHpoYAYtUfGTmTC8JSuswMgfFKBlBenzuBzUCyHsCpWfVDFDBFnpCMhGHFYVUV+siVuMuYLzgStLzCgmdpTiXcb/EB+ZP+v1JmAwC/tFO0QEekHNhQmuGktRNKFTzDJN4Q8i0LVglSiaJQ6di2lmcsWI5j5UNUKxBdgV4lQhLtlNR8XVqobrlyq4dLOBjes1nAzGOB2MMJ8C/kzDZBBj0HNhJga+f+M6/uLmDXx0/z7+cO8BnvouDg0NfTBbNMJ8FqPbLaHbKUnWWolYtSzCcDDBsD/D6R7d+DyCMmOCuFDmwWkypGXeLB2n9aop965l0N3LXjNG7zTE+VmAWsdBtVNApnHJ4sqAsWDrKDCvj6K0iAMbUrdyOotZjmGWEln0a+aLnpzCbi6r6N4eUDmTU2a+OXNadaDUBcocTjpVVAtVqKYHzXTRPw9x+JzOZAoQBEqF9oKF1qItWPc4IyEsgz8z4VFQSsxeEGJzoY1r3Q46lQrKuiY59M/HR3g+OoJWclCo1TA+BXY/neLskSuLFUsJ8ec/3cS7P92CPxvj6d1dnJ0OMbM0zC0d3eYKuq1lHOyO8ac/PsfJ6VCwtVxkcWBl8zobxBifETnHFxMfvgC1sERNsr8qlUlMSuU5ShH5QruChYUKzk8mQhcgkp23J/HYjTUb9TVbolBGdGaPEqRjoFzQsHbNRmfTxsy3MAvohNIQuSr8AWcCPrx+nudJSpBR1mFWLMnc5rKQTvzx2QSjswl+9u4l/OwvLsFPXTw9PcWTowucnAHHZ4AXePAlCCyVuC+K/uyCLXOBUd+TCAYOp3lHM4bAWVZQXFRRtGyp4UmI8+eeuLTpUuLzWAZXKQfYpAHQcZvjvImPDwIuRj2Z+1Bc2tY0LKsmLtcbeP3yFjYXl/DPf3wodeRH6KfC3IFO8SQfbyIS5NIXSK1MzsREkRNd3erYUpEHyfZ1ib7zSJQgMpuDrhwbzT/PIX3B4HuILtcQpXKGG6+u4MZrK7h/t4dP/3CA89OpfI0cXDtEpJYcIRFptg7PC9E7n2Iy8KDQihzkCO/M5ZAvH+DL/+QQxRgxLjQNIWgR3U2CBec7bG78ID/DMVOWbni6vvjneEYLhnTFcBFZRqVak8XjeDqWz43PU7rChEgnudokJhm5ONRnri+Rr0WUyIQtBoiLUxEj811Kxk/RKaDo2CLg5s+BIoBRf4rpaCZRDyz2lizJO2bkB684yTdkljsdswrmI+KoM3gjLiTlcpSBtoguawXU22WUm6aQzqwK5yAULXLySIdyCFVJYaq69Glydk7za4biHtLWxAzBHHmK3ogDjulGVmUZ6zPqbBbmBpNZ8gJdya+d/cuLXEZ5zxOxmb+a5OzLFzcUuR5SitUoBtAMQc7PSJ8IE0kQYZ5qc72Oxnod4SRAOA0kW57vJekJtRCJFuIHr72OH776GrzpHI8fPZP+uJdM0U/meVA0UnSrJtYaNtYrNbxcXcWa2cKnnz/FZ58/wcqNBm6+syzkQ/f0DG5/gpnnYO4V4LAPVRW4WoyRGsI3ExE6N8s6DnZmONyd4cCNcMA8Qrp5CmUoBQeO6aFo+bIkVRwdZSfDaslH2wxwfKbg+EyFaTZRKi1I1Mnje6e4OB2iu6ijs6jhZ9fK+Om1EqqmDT/U0RukuHX7An+83YO6rkBdV7HYMLFetrFSamCptIam1Ub/ZBf9k+dolIroNOpQisCpNcSpPsLpNMDp1McrG4v47tVltJsLCLQGYqUiNB090vHx//klPv4PX8EP5ii2DaQVHY/GeQ1jD8PYl16uymgmwWPrKJVtvHVlDW/Trbc/wPzBMSXCaF1voLRewtHOMQ53joTiRdelXS7ArjuwixbMWJU6OzvD+dkZXD1FXDKh8bPXdTQNHR99EeLjL0KUF23cfLOMrc0iFgsWaqqO/f1THOydwbRtFCtlNEslbJTK6DgWBvMjDOaHOFIUHPKzsW00SgU0zSLaQRmtoIwo6EuVlpuoba8jtsv4/a/v4cN/vIeeqqGn6SjWU3SWiPROgUmGeJLhfJRXaqgyM641iri81UanU8XDo1OpgQeMQ95XGqoKUaSc2VEMywcbhUuc7zvQKzUhZxmTEczJEG1Tk1pQVCxAgRPn0YcUs9dbDmrNAnwlxZRCY02BbxiY6CqejqZ4MmaEVS5oWitV8e7WGrYaVTzrD/GsP8DuboCdnRBzLoA17gF0LLZbWGy10G2aUlE8xmByJgvHTruMSqmAz25P8dntCeJKEfpSDTe2avizrQr+fL0Ic/8A5t4hPhvN8NuJi6eMqDkjoQ1ICwpSJ3eSk6TDvGaa3JZaNq5sLuPqZhdPnh7i6dNDmA0bi9cXRVToDQP4kwCpmhf7Sr67p5NIZlGTYYySWULJLKPs2EJW4PKWWc6TsY+zkznOTudIKPLRKY6kgNWS3vybyDUSOzkL4TmD79A85oomCNJBaK6wsLBYxMJSSZbiCc1fvodQIOUxEs1ASndlSIe8hzAK4DQyFBpMIyrAMQsopibKbFC8DMdnMxyfz2RGw2i9jOJqm1EJL0hqFhd2jhTPF/1jFwXDQHexguWlMmyuYkjXSfjfckUAGSShLM4EA0JqwzwF3Ey+JsZCUchJBDIdn0VTR9Fkrn2COc9eFHaXDFSK+ffBPN/+yEPvYo6SaWKjVcVas4zpZIbZZCbu9iqjjpipm9qYTjX86YGHLx64YtAi5p9C+zjgXFrBtZdTXH85wV9cv4G/uHYDs9MQD744xZf3zvHRzgCP+i5+/v4N/Pz9m6gGMxj9Hu497eGfHwzw24cDiScplVVc32zj5e0l+HGEL3eP8eh8gLmpYmapKOlFlPUi4oj9Bh3SdLrm0c+OTuc9RLhRrdBEouDiIsJolIjAyWBP6bC4+E7FFS73WUDzDs0QmYioM56pRYIrTkMRRv3ip4v4xU+X0F0i+TURYsLkgY/p/QC/furj108DHM8yBKkmZzjb4fkO6NSr6NQrSBIXQTiVnp+CNpeRfMeK1KWlMl7ZqmFz3cHiKuNnEuycXmDntIdvvb2CN98mwcJBiTh0N0K4c4po5wy/vuNLHZLIxIgEoqxTir5VeGoCT00xc4HJHHBsE0t1Ro/a8FUXvuIim2fIJnSOA0aD5yqgzL2QCRz3M5wMIPO0t1+tY7NVQOEsgHMWYpaWME9LMnv78OszTIIAr79awavXy+iqCpY1BfPzOYZHUzjcMbbqQl2cvvilimhWx/kgwt2nU1wMfVxdt6VmQYBZGGB5eRU3rr2EilnF8w93pP5zz8XfX8wx1+haJmnHwHaniNWFEgLbgm/baAceOv4cGvuUWYr+JMGdeSi1/nodN7/bwhYNj9UEnWIZNXwHtew70CrL0CorInBMFR8pKcGTDMkkw0VvH73zfYTxKaCeI0qPMQ/2MHEPhKx5fEQcNoXuipgVKEKZ+7wniZ/XhQQ6mdBRnkHhfUdkWKltiwOY2A3GmbWbKZY7CWr1FEophVpO8fxMw/NzFRfnKcYXkWDVzNCAERH7Q11fjlvkgshhkPeCiupC7nzh0mo8DjEkmilKRW0qAis9dxVyuMOMoXpBw0JZQ4tOlaYpP1SzZMAoGZjEMXpugOPzALuPfRw9D+EU2OhmuHyzhuuvteCHCR4+GuHBgxHcsY75iNkgdFsm4tClM5UPYVr22fQuLFpYWLKkOeCSmllcg7MAg/NQJu4ceMggm4cHLp+IaKDqUPq6FwvgF78LWprKc8kXZtOco2VkTyyM9xdWkheOYuZPyWCFDzQOcrj8lQMADw3E3ibwLiLEVCUmNhQ6OsChnw+1Aaht5kpaKJoF2FoBg6MZBsdzwRnwa+NnwcMG3zv8GdL5K6hjFhedxAaEHMzOZTi7cqmC1e0K3DDE6ekEPp17ZQdlojmtEKoVYnicobdHpWTuQxQHiuxm+f/yX5KtojPvM0cPsDZWgY01oNEsolStIYgN3L47w517U3kJcglsGwmKRozmArDxagHtLRMP74d4eD/Pr+IwpmgwX9TCUtPG+vUiNq6X8PxwjHuP+pjMQ5ilfHI8OE7RP8ryJ/ELZLc4f+XrpKbYlCByo8DFPPELVKTx56ZJtqQMdOUvUOEsdqB/HUqDC7VYRbFpoLKoo9ElijzDUgdYWbSwsmji1h9d3LrlYkoRZtmQgVTqU+WciOOblYUaFM+A7iqw3RgNTcFf/WIZf/XvVvDwcIA/3DnGydCVe4VK1ed3UuzeYf4Q759UBqrMkKhWbWxdLmLzcgl3v+zj7pcXcCdU16loNEx893sNfPfP63AKLorOHPNhgv4hcYgFLDaJCK3gl/9yiv/y2xOUqjG6Kxlaqwbal8uoLDt49nCCZw+mGDMr7pTNSo4PVy0NhTozAE34kQdfsq2yXL0UUXGjIZiq6LRVdNsq3n6niPd/XJED7t/9P338+h9HcOfEzBOhTkwTD8mAVomglePcQUDlGx0hcy3PD0xe5M+xgbW4sGQWIhVWirgzmcUxOIoxPIrhFFXJsn3lWyV874d11OsGHnzhYve+J5kZrIWSJTjxlQZwY83F2pKHe/NY6rPPgE8+yNAoW/jZj4t45Q0D5/EcZ4mLe59kuPdphvPnKWYXibgCJJcsU1CUvCxdECvFCitDme7LMkUOOsrS9OSZ5Vyy0rXL4rCPNRoGGDIrgvl8c2pPFDQ7FppdU8Qh7GYDZk4Eifz8vL4Kb6DC4z/PqYyma5fL2xzZKJncdNXynpTl7zcLYE1cO3TF0o1FCQezFh2imqq6DA4btRKatRIsy4dleVhcUrHUyd3WqkZHk4UoCRAnISbTPGvkaD/Cg9sRnj6KcoRXGmP9Ukme0XyuHR5OcHIyQ5QoUuIS0qk4T2E7VK5zuEynTRmu7wqiTs0imEqGigOsr5nYWDew2OAhVEVnsYjlpRos08Cg7+LszMXXX47x9VdjlGq8Nw0sNFWs1VUsVTXEdLcaJp4fxHiyE2E05v0diwK/s1pBZ62Mjz8e4aNPhjgjOoczMh6G1gwsrhmI9BSRzmcG0SwZfKquDlW4F5o4MFlcPtJtE1GJTsoFnfERh4LE6dtoLhawvF7H5iXefxY+//0evvhwD511Hd11HX6Uiot0OMoX+qFPVzSzSHNFL//bdjnD0naM1ipV7XTGquifZDg7oFNXQYGuKksVNzKxqrWmjnbHQKXGhUqesCANgp+h1khE9GXxM00LkmtqmjFMg9hcE7ZmwLZjFJwQFhcUmoM0M/F8f4zneyNsX2vg5TcXBT/+4T/28NmHgxfYNiqncywlF8BWkU4wNre5a16l8CPj0paoF36dMRQzkSWw/EUZV4nnVxyZqcIcDeYh5sOkb5CwvK5MOvBMRZB+gl716MbnQkqRRZA0orNE3iWlOt3QKd79Xh0/+sECvvtWQzB0sRfjd//Uwwe/6eHJXoBjDuAMB+9uL+Fbyw240zHc6QjXrhXx+utVVBY0jLQAgyzAwwsXj3oeDoaBqKNjRRPMum1a8EaqXCfMqjrZcWUzzkE7B6Vc/lqtROItBocyF4PNpbUDya4jmobqbZI6pH3R2C/RWaChYhu4cq2NK1fbqHBRx8iA4Qz3d8Y46fuot2wpg8sNjS7+8EXvE+biJmG6WsgUG2M/RW8aSZ7MqxUNN8oGCuUyCqWK0FSCSEeUxYj1GdxshvtHc9w/dDGY6pjObcHRbDPHuaZj99CXqls6GnSfEUnM5xVRND1X6id/vinF+IQHzy9wb2+Irw+meHDiivM04lWo8NMmQSFFrZSiWVHxSr2LV+oddBn/sWrh+XSGX907xic7Aww9FUNPg6X7sHQvJ9QkFLrpcOngCmN0OgaWugYqdbpUKChK0TsG+sfAqJdi2Etkucf9EZ+HfOPwUmwuF9FcduDGEUZcoM24rKT4h+gmKnRjLCwUJNOdSvER0WlhijeWSnizU8Sr73Tx2ne6eD5x8bv7p7h1r4fH98Y43pvhrZcsvP2Sje52GYsbZRnsHJ/7ODj2cPf2XLKBfeZzpzkaMZcBsKfNHYzMyeXBUSJNiA0rqSjWS1KeN5OiK4ZLHcfSsLSoywKYuGMueY73mGfOfD/2i+xB2fem4sLUtBSGlqHZKmBjqy4ousODMQ72Jwj4nqcQRoazFFqm0scTVx8TpUsjNv89jENgPrdmifNI0RmNEGPhkoHudRuKk2I84zsvQDDUEAzzBbA/5nuJywTGTRCHxcVpLAMrZnExT5w5j/ye6QhLDAXD4wDDYy6AFRksW8w543LMUOFnAHc3uYtY2MxQClSwK3C0EhytCNsuomDzUB9jMhpLfny5VUK5VcTZzhDnzwZI3Fi+R77vRagmWxJK3DPYFBoxF4t9QEFFqaRjadFGZ4m45gCjc1d+LqZiQocpnwvPRCQwz4g4VWPAYNZphNjnz1ARUVGra8ObxoLeng7DfKgteZhUzSciOGU8BiN26Mziu0mvRdDrMSpNA9WmLSQlOgEGgwhhD4h6FLcyZzMTgSIzD7n8n01cGSrx7CL9vAhW87MMlxoczuc0JPaimiw5uPAgJYQiAMnOFTdWKu89anmE0kDHdt2AU9cR0ZHK81RuI86FpDznJHa+2IgSmKUQxXoA1UownUMq4TJyQIcIcZTE3PP+JuoyxmzqYzb1ctoGRT+kEgg4IoNWglTGHF0lFoGNFnCYpCIjCs2mmy8TeEAs9zbv6VSc1kaRzmVFojdMxUBBs0RRH+kzJJqHLDWRZSbKWYJaFkv+1OuvLODll5o4HJ/jcHSOITPoemqO+/VTWTSv1RexWl/EwfAMB8NTDLQQE0eFp/P9pch7vEwsa5G/myiV6WBOMJmNMZ7MMOrpGPU0pAoz0Xj/E8nLwSKdmB7ixJNlLvPp+DsXWjzT0ikxJ0KQQ2WL+ZZ03+cCDqLFyk7uhCbdxhsrmA3zKJiCLHIYw5C/niVrfAYkM4o+88qdx3ou0jRTySB1GP/TUOHYBTi286Jn5OIzkViE+SgXHyLOsLBkYLFjijgjiEOEdJOEhpBYpIeKY7TNMrp2RRwNhkryFmecU7iYolInDrgMf6Li4IGHkx1P8vjGwzlefqeNV95pCwt+cNLHfO4iKRhIHQMmKlKnx3M8fdLDdO6itmCi0qRQ14KRWfD6CWbnzP4jFjJETDykRkcqYNEFzN4mzsTVTJx2tWJJ8V6a8n4ihrikw6TDp22g2NYxG/iY9QPUdAfL5SYWKwU06xmqVZLPSMuy0R96OO/PMB4FcN1Ell7fIMq/EYzbBQ3lEq9LBeP+ROpb1xbx1tUFcchMfQ/nwzkePvPx6JmPRI+R6uwLdMkoMzS6lDQxypJKQEEqo38UkkmI8mYMQAcoOybKBROTsxT9wwQBBVB03nMAywx6RhJUNDkDsWFJIk3IC4yzSdJAsoD5mZVVBXUV6DhFXGp3sNZcgJ9qQgf7eu8Ut54d4nw8zyOaGK/FmC32gGqKREuQcilJVKLNHGkdtcYLQaHPTPUYgU+8YopCVZc89aJ8JgAAIABJREFUd55xeNbh2UiJ86F0o6WjuWBg81oNm1dreHh3hFsfnwv9jDEvBYezjDxvMJ/TML4sxWwaSa/6zbSXOdnxLDcYfJN7x3dnHlVGUTmFwVw+JnL+FVIHh6Tiikyld+UgmDMxIUcxL28EKcOwRZgocT+hK5nBzJrn3/kmN5CZxiL49enI5WeSwjZt6T2J8U7KHjKLgyG+TVUUbBO2ZYroRqId0hTu1IU390WIwTOZkc/05VkiecDcdSepuMfSQEMaavDnmZCnfJKSfM446KbNY1pMisMdCw6vhXqGQpXISbrF6aKNJP+Y921BN2BppE5Q3JoLxfiul5kYFW5qfuaX611MB7mQhe/NwEtl+TuT/Po85oznIwqr+Gd4DZDMJd4PuskZWUW3mhgzqFJR5flCxxqxvXL+iDKQtl8sGKisVVFZqyCdRUjmIbwJMc+RxBoZTgrdSfHDl16WmvQnuH37MXZO+RyPMNYjaFYM3YzRKXPIa2PRctBRamimJfTPJrg4m4jghRFQuh5jPJxgMPZwMtdwPNNRs00pzjKMErH+zP6M4OixULSOjmY48TOccOYFDTPFgEfCjR3Ctul+zwVBTiFD3Q5Q0iL0zjjDVVCymqiX2mJ2OXg2xOhijmYjQ7OZ4ac3qvjJ9YqI+U/OIxydB+i5kVRcCRFXA4kJymaGOOA6i20scLEwGiAZDtDkXKXuwCwp8Aoe3EIAXzfgGQbWGhVcbtVQtmyEiY4kI3WgDk2v46vf3sFXv70Nf+4K3YXZvE96MR73Yoz0CEM9RtnRsVS0UKaBJVGlb/n2lXV8+8oadh+e4qtbO+K0f+U7G7j80hJG+wcY7R3IDER3LGSGgUjVc2PShNSFEJNoLuWq9BuoSJmtamUo2xl2nyfY3aPRwsbGRhndtiXOvoKW4qQ3wUlvDEU1YIgwxsKCzSWvhSCZIEymiGo6wgZFkirUcYpsqoigKZhbWGkmWG0lqNZLsEsVTEMd//SHPfzm93sYOxrGBQ0rqwW8ermEhZIGj46znofjfojjfiBEFbPMCA0Lzaojy8iDyQz7kznmdJsSgZ6pqCQKjCgX0LE46yf1s9qqodZsS89+/ngfvScH2OyWsdEpo6amKAQeVC61SOLIUizVS1iqleRZT3rLOEoxiDL0KRarWMiqFoZnU/QPRihmFrZbi1iqNRDSBa3pODlx8xrOccIeM4xh6IyctPHyehuvrC8gwxS96RGibCpubfbud567uL3robOxjks3r2KraKI7H2F53oeWjqGlExwmwHOSJU9C3Lk/w/PjAEqlAJRtpKGLLHRRLqdoNhUstixcX2/j+toCdnbPsLNzjoXlKl5+cw2VSgEHzwY43R8hovtXCSUjuVwvyi5gMgkwnQZQOCvmrFNKkffycJQ7PEfjQHJy+cxn78nhccbovFQR4xmL/TTpZrI24GPuG4KOqUn+ON3KjbaJ9qKNbqOEbqmMtl3A4dEpjo5PMMyAkaoj0XVZJgqu36BQ2JN9BvvymmqgrZoS3Xl4MMfBgSszxcmc1txMejnSFCmq4ovZ0Aow9QK8SYD50BOHPPcLFaeAhQVbKsMckVzbPvw0RkCSUUpyqS4uTpa8+4z83MysYIOxNDods1S/5UJd01ZEzFIp6Oj3M1z0geE0wHDmo1Y0sdWtYnOhhNFoivFwhnolFy07FnsSmiEV7F5oUqOJK0UxFU2IfM5vbCdSP7x5GT+4eQXaKMHZwx7uP+jjHx8M8dWxh5//5Cb++ic3YJ4NEDw8xN1nA3x44OGDYw9KUQFKCi53y7ixUpV4yL2LEY6I200SjNhbpBYKiQVNyEvkJSWYxqwUts7K0KoZWFqwJZ7z4iLGYBALDppZzsyuL3E5zPspiOB7jFJR4M+5myGJlESeXIjGHXvOncnwi5+28YufLmC1U8iNfG6G0dcjjL4e45dPfPzDE6LSU5mvqsynrgLVmopLK01cWmlBDwMk87lQEf00gRfx2gWGo0xya5mrXalQWMcoV47z54jVObY369jaqmNloS0xBmVmWj99guDpE9zajaSejlPseylGnO3qeXwWeyY6nCkeYyIkDWzlqokye0QlQKYEOU1kTGGbhvKihkpTQc2KpPZONeyfqthcKeK7r1Wx1TCR7cyBHReBVUZoVXAx13EyyDB1SZCbw9I8bDR0bDZ1jDgXPpkiTXQUi2VUq2U0a0CrzlVGfpAeTULsn3sYzgPUGipqTSWPEstCLLVauLy6jrLi4PjWGY5vneK24eBro4BR5CH2RjC1EM2GjXrDhlIoQHEKqAQh6q4PXRb7MbwgwVGi4ChR0dkuYPN6Ed0VXb6WeqGAorcNx9vCkV+XUosOKnVLnu8lzUJRZwwOXfhkVs2gGWNAGSGML+AFFzg7G+V13sPZWQ+jyTyf8TKqJyRBhoRFms0Yv8velIYC3qQVDWZFE4WlFqtYbmS40k2wspihswp0VhXszR2pp/shHj2dYXgRo6wYcGAgmKQIpom43exqIu4kHpzZqMoCOFExm0Xy4AzY6PGJozLMO4FVSP71UPBNZhyHnVwcLbWZU2vBKVmI7RieEWDgxTjYV3B6ApS1FCU9wdZWEZeulREgxbNjV3CCg1NgcMZmNsvD1EUZaEkDHEeB1PpmFRubVcFiEIlF59TR/gSH+2MoVCWqugxN/IQ/QB78QlEBKnS+Uo1KGSqvH/4zkTIJ8iB35mLJ4IHDkjy3Je9g83ArhYOTOJWvjYczDu6SApDQNk8nk6kjnibwzyPJBKQ2XiP+U4ZyKVReuE0O1al+JmZXx/QsliIyj6tuZhtrTizYt0qrhEqziPksks+BiOjYY9YtlxJ5TsjWjSa2bzQxdT083+sLwuHKtRZW1irYfTLA7tOBKMGDCZXfMnmSXDO+33gw48+VPzN+m7ESCw6ay3B+75ubwBaD3hvkzNNazwXwWEoWwPxsmI2UxGgwo+MNB90rNp4chXh8FMDtxQgvIrSrFra2K9i6XEJQjRBUmHvp4vi+K4P/Qs2GqhkYHkZSKtUzRIC/OADkDmA2Y5a4C/QCZau5a1iWZi+wOvn3wgUdD00cFOaLDEHqkCYeKlhcd9C9VEKlTbzrHIViIHmx7ZqKZzvMOOaw0RJFeqKqmF7MpKg40WxNUF3JMIPtK1gydKxVLbz/847Ux/fP8fcf7OPpwUwabQ54vTML3jndbyGSzJc8l6XlGiq1AmZjX4qs+oABoMTbKUBnuYBf/Pt1/OLfr+HLW8f48o9HsuRutSrQVAMXZx7OT3zcfxzj/iPmMUdwrAiddQNvvN/E1berODqf4uh8hudfBdj5PMD0gk2NAr2oobBsweFgsu/CvZgLVotDSCJzvUkMf5Lg6nYZ17bLuHpNxZUbqeAof/krDx984MsLUyCKWe4y5L83LfDNGMmCi4auhFmvEwVpkA9c+WeYL6Y6qeB0Mh4glDw3V4m5YMikai0N9aaOV94q4c9+QGeLjo//YYqvP3axvK2gu62gxCY3TtGtAW9eUXF1U8WjKMTjKMKnH2v46J911EoGfvJjE6+9qWIMYmgCPPxCwcMvgMNnMfonMUYXL64xKFjoamgTs7tmYXWjgHqdmSEcOMbwp6xIGhUv5EsfgutlXm8SGTLomk1DTCc+4iwWzHWhoqK1XECrS1VwnCMdJnlNxykSV0PsatIwcMEoQgbmmfPeE9UYm0kquen4/f8XwPI5qao4QjwvlucF/3utBR2bGxa2t4u4eaWJG1dbsM0ZbHMO3/UwHwfi3DjYS3Gwl6uIVF1Hrx/j4CDAeS/ClPlUdDHmpHCsbDrYvFKUr+HsxEO/F0hTSBQes9T5zCRI0+QphXnKAwezQRFBwFxJD4sLGdZWVVy5ZODVayW8dq0I1QNUL5NMq3KJOZQKjrmAO3fxYHeEB7tjRBxeOBrqRRXXasCluoJ2l8N0CzGReVClYRuK0ovDGAqBNHz8Ty4+/mcXF72UM0lZEjS2VDS3v7G2GPLcDP0Q7jgRt8n8QoHFvK8CF6+mDF8oWOBAej73ZeHJbMKrLzfx8lttGU7v705xcjDD5DzA5NxHu1PAQscWHCqHfjxI5KgfouuYIVMQhFkKF3Y5xsImsw3prkgEkzYdqRgPeS1ogtExFSJrPcH6L63YWN10pBGlC4nL6fKShsoSnY5E4fF7YS6ailmf7uZYcm4cXUdR57MmxfrlCM0lOvXLUAwbF6MxeqMJGq0iFjtVUegf7Hg43PVxehLg5CSAR0Skny8ASi3mkTLfjHj2OHciFAriWJhPQnjzCClz0VSqYdkYk7bAGIEXvleKqphvw8zWigmf6kU3FBwRF8wkOnCQzOUmMU0cUHOIrSXsbbjwEhMsulcSLF9J8OY7Xbz19gauXWnBPe5jfnKB3/xqgN/8aoiTfgifBzhdQ8Ww0HZsfGerKLW6oEl/UigriJ0UgZXiOI5xHCV4dDHFg7MxLtxEMvFCX8P0NMPsNIV7zsr4OpEBG5fp+QI4w/BYx+jEEBICySaNRRWrGypW1lUsVQwsVXXBwpJywYyfRcNE23JQKK3CKa0iCo4QzJ/B8yeYh1x4qvCYFxTx3cYMmBihFyByiWIMkXGqx/dSaGMW2egNI5z2XHkm/tm6g28t29CMHOlKrPX5Od00GZYvaah3VfxpN8Cfdn08f57i4HmG5YaDH32niZtXquiFitTek74UeyjNsWVYq2HKURXe2Ozija1lQX8PBh4OLma4ez7Eo/4UbmxjnvDQlMDWI6gqXZJEYKdYmltYmtt4hXjLV9sytPnj8zH+tDfB40MXT47msJgx5nCBky9GSUT45vDUvaph+SopNbn6lnSdvYcBjp4xYI5WIUMyuejc5HKVggVes611G60NCx4CTEJXhFCZa0m2O924LGIX6XCNeYgbAskUKKsZSmqGv/nBMv7mByuodwvwiirunk3xf/zTDn716SGuVFWptY0KVreqcBomIjPFPItx517eJw1OM0x7REPpcEpEuWnI9FAqcg3ELoeodDvmrkqj7sCoF1EohyiUQqEREI9JSeRSx0SrwbiECPOLCL3TDL0TwOPDzsmgkG5CVgpfIS8cps22je0rVbSXbAzHLkZjF+fnMc7POGzP7zlJM9E0mLqGxFXz4jte41oA0EITeqoLbr7WTtFYt9HYsBEbCYaTuZBn3AsV3oWKgIeUMUVJxEcyOkSDXVUkb6qg2CioBQRegNlsJk4vIrKJvJqOmQEYyzJP8uEVDkRJSNARZDzUkZARIiWbjSp45m1VNKyud7Cy3sGIQ9UnA1k0071EfOdkyMgZH+EsX3jQ+cVnCvsdri/5yoVOF2+E0iLQWFewsF7A+iZJGRUUrQyOlcLMmPvOGB0TZaso4hJvkooA5iwIcRL6mEaeKLTZ50UxD8/EzKkolxR5zo+nEVzJUs4X7GFK3Gko+e224cj7YjogbisUhFehGosLInZUzKYKhqcZhidEveefGRFb8lwMVGSeLkhTiaDhxo/91r9CNHOepuBLmUvNX3RWcBFvczFJoRIpUBzs832Vi2EpsBAikqDAFdS6JqodA4qZI1El43HGZ3+KNLCQ+S9ie5IITpVYuxRmkYdYwPOBoJeXkemwrW+WDBbMgoH++QSD86kMEeja5aLNKGlS+QKGqOcQoeoL/jRiPIzPeAQbxaoNt587zGM3QRbkFCWVaNZCPnTima9ZrqPTWJIlwun4BBezC9i1slTkhQimLrYXHXz3pQW8faOB57MjqbPjBOcHjNMw4PBZqJmYDJgtyCWVIjQLo6pAq2VQLFKfDHkeJdEcaexKT1EsleQcMgtGmPlThH5BiodN/qItkrQS9lSxMkeMee5KjOnm01BvGChVLRhc9FtF9EYj9MZjiVyYzSmGyVAj/rGs5i4/X4U3UTEbkpzF97cKp85HAoddEXw6pSc09DG3zZDSNQuGZiEzE6QmMZMx7GYkw0YO4SlonU8ZkZHAnQDuRJEcYeaDk6aw1NGw1GXGW4oZPyPiCpkLyiXRizO2OVVgTbmRyilBqaqgVtNRq2noLhTQXXBkONvvpzg5DfDo6QgPn46wtGlicYMLFQrqePamKM2A6RgYnMVSw2EowyC6RhfWmKln589510bQB4ILwJ1R8DqDG81yJ6q4yvNrnmd8Ln+5rDIp1NVlfSWjO7tGDHkRVs2E4kAoUuGAopcA17tdfO/la7i60IATzGFHHlLNlnp8dIq7zw9wNJ1jrmqYM59QKyBRHWSpjyx2YWrMIiNynQ7YOeauiyVbw5Kto+5Y4vhk7t7nt0f4/PZY0LM6EeCM/FCLQmBjXBZFYsw7n0xdKBGx3SQaKLBWYxQ6MUqOihJxjwMds3O+PzOEFJYxE5lnaSVFmXEBNQNxpIq4lcJ6TYugcin2IiLApDPFyOAwjiGx0LIqeP/Pv4333v02fvPJbfzv/++HePj8VLLoM80U0RuX20RExrIpzKCWuJxmRjRQdIDATcQdGgXMEOZZR5VzU7NbhOvmYlJiq90hxPG8ulnB8kYJi+saFtdUPH3g4vatqZBiqjXOnhTMgwhuECETgpIELsggUe4zP0ImsQWpoPQVhaITnmN1cXaRriRCGVqjmbOoEEEIQWBycSNCKGbYc+bDMEdVQSgkJbrBFSSTPDM49xhw4U3hYyY0BbtIugkXy1zGMmM5RegmggHnLE7jL84wSimyOhWHFNlQv8MzOsVCijiASQnjHIrzHHEbMcpMFsU5oY//X7KTebsxq5R/Lua1ws+Xy1MiTJnlS6S0AYWzEoXnYb5fctpfuami3OC8j0IJLgxytDO/liLPSrouNLPQjcQhbvEMVSDem0SNnFzF556c/4U4x1mAKgtAEVCL6DNF4BNpnWew8n1CgTSzmvPAObp6NZQrhrzT6crmsn4y9TGdkjSQZwyTOFOgg8vUYa+UUFguQ/ViKQo16NZ354w94vek4fuXr+C9K1dwcTzErc8f4elpD5OijnmJ55QAhUqIhYIhObFFLo2mCgxXw3K5guVyFYXYgxFOpIfhMu0kSPFwHOHhOMZitSS1vlDEarsgZwAe0jJvjPOJh97Yx3mgopeYOA8VnIYh+lEEnf1bgZE+7Bt4HiVym59Lgum5gklPRdOuo1NqAp6BPmdso1CoT6VKhB/drONHLzVwcTrD1/f62DmZo71dQWurCi8aww3H2N2Pce9RhpGrorWmo9XV0cpUNKGgXdLQqmjStzglUss0lLptlJZbKFCAwISfwEPijWVuqlW3pHYfPcTO44fwxy7UiHm6CXYPp1LDcoZhCahXClivllBVKayl41DD65sreH1jBf/y1QH+4x8eI9I1/Ownr+Ld72wjOdpDeriPzMqQlQy4MRcdCYYXIcYnY4yOx0jqBpK6Do+CfMYupSnUYgjVCfOc4Agow0Zdc1AyKb4ghcbHwEswdOnepDiMMWYqLEWXiBn2Juw7FzdsdC7ZiKcRTr4c4ejxHM9cReov36zhR2/UwFSFeBTKbOQf7k6k3IoCt6rgtZuL+Mnbm9ioO7jY6+Fs7wL7p1PsnU2lx6k0eU4ihYDEqxSDTMWQ0xRaEMumBNYVfbrrEuwf+Ng78LF0uYrOlSpWVhex3l2WXvaLD+/hi9/fxyuvd/DqGx3Yige/f47AnSBgrIaWYb1cwUapIm7aNErQH4c46Ps4nya4/sYGbry+gdnJBS4eH4qAM9MqsJwGVlZXpKazqfTrDw/7+Hynh53TiUQtDEc+3rt5Fe/dvALD9HDhHcFNB9BNPncj7Iwi7I5ifOdbb+Mn776HhVGA6e8+x/Sjz4FNA9jU4VSrKDlVPNjz8XcfHOHTh2Oo9RrURg2u24MrqO1AFlrNhoabnQpudCs4OZ5JXdlo4fvvbAnO+/M/7uP27SNx2gZZjNUrHVx6aRWFqgUvDDALXMxmLqbTOcZc9o5D9IcRzvoJBmNGd3FfkImAmcYFzuRCinRjXidE+uZRbCwRs1pcdDMT2BbhjOdP4foUswHNtopXN5bxZ9tX8ebyBj7/+Cvc+uQr7Hgh9vicbpSxvN5GvVWE64/g+SOEaih9bsPQsGJZsAMVz5/52HvmYThTMCRRrkghAAW0pPdTyKrCtkiFsJGFgbiNo1mKcKIh8w1c2q7h0qUaFHWKMBkggoeI/TvvGaJlPR3eBU1rJMQAdk2BwR6HM0c9Q0FRYLNKBgo1E6WKgVpRRUFT8fhugEf3QswYV5TFaDUsbK+UsNEpot+bot+bYKFuYWWhKKKMLHHFXTy3GpibDew8v8DO3gVGnK+GmoiWut0EnW6CH95Yww9vrqPO+2N/jGdPRvj722N8ehDg3/7sGv7qZ9cQ3D9B78NnuLc7xReehluBDq+kwi1qWK4q2KJpQstEsDDxI/TmPi7mnjzHDVdFyTZkoalaKgZ8BgcBDIqg9ASdBRub6yUUbV0cwCzmAPcHkTwbKV7j2SQMKGiiGBKYj2ieyxF6JHSUaOCzVURpKvXf/KSBX/y4gbWVOhwicF0V/c9PMPj8BH//wMd/fujhdJrHcxCrXmkoaLYMvHZ1Ea9eXUKRNM8RZ4spAk2BpxEukGGcZnj6fIKHT0bwgkDMIu0FFduXNFy6rKNsc2FvYL27jsub19GyCwiffonw6Z/w7CLFzkWG26cJvjhOcOAqUIomFAp0KaadcifE8YqClHM6J6+CmqCgxJiP89mlVTSxtFHAYkdD3ZqjYc/x7MDAzoGJ7W4B777mYLOiYnZ7gtnXYySVCuJKBdXmEhZbK/BmKW59+gAP7+/g2uUCrl62MZgGOOi5QkVwMwOpYeM721W8s12FQTPo1EPAHOeU0ZsxXD2Cy5mFHsmZvlEw0S0W4UQ6+g89DB56cLc34W1v4nw0xtGzZxiN+1CKOtSSgSL/rOPADlNYXgwzjmAghqHECHVbqsp7u5Gh2lKFjuSQoHdRgHZRwAfPgA+eKdCqdaxtd9BZbmJ1sSalGm2oektyrm2bbvIYSkaxo4/B4AT9wQkePLyNO/e+wunpGTzuGtgbBak8kyZjmhMyESAoKOQLYDbREtoMloalcor1RoyVVoqtLQ2bWyqOI0fqwV6I2/dn6J1FcBgTntKhl4kCkqjH6kKubqSyjkoHun+pnmZOmAwWBCHGRSFRwWx+k5xjz0MSTYQzmtwytJpAu/UClVg0BfmXlvmAyNDr5/mkVpxK0ZW2smoJBu6cOcAjHuYi9M/yvA9RNSo6dMWUl3SSEI8VYmWtJnkChQI5Qapkk52dTnB2NoHKZl41ReTpplSrE4HJBVsILeNSh6oeumheOH5fSHJ58OOVTqQDm1xOSbi8Zcnyl5k4ca7uUJXcnUy1c0LXBZtx5qUR18VDxUUkCDiZuXAWpxAHzIMbM8+I0eYgClBp9x4C/oAKbAUmlytk85eI7VJQKBXhFB1MhiEmg0DwOaHHnwGbwpxWdOWlJi6/1MLcZ5NwIVlFl68vortSw51b57jzeQ8Bo2yZKUm1Nt9qVPvnEQLi5qL3g9+++MFzC618/5e2gO0tono5sK7ADw3cvTvF3XszeVgTQaWSzx4nqDdVXHrVwfJVG3vDCPvDEO5hBH8/xspiFa+81cGNtxZxkp3iJD1Ffy/A8CmzcFQoloUk1jDaCzHaJ/IohcqDiAyrxJ+cL4AVC7odQbeZyZS7anmmzHxdvj8uf5kVxGwFKVlK5C/tb1Bli2tFdLep3OMQawYoHurMWakCg5GO/tBAkNlIjQLCRMX4fIpRb/YiD01FPOPnm8AOFayULKy3bHz7B018+wctfPmsj9/+6RSPn80wGWSYXACK60D1HGRk96suSlUDi926ZECfHExxsj+FRcW9kaBRV9Fua1jfLOC9n3Tw3k+X8NHvjvHRB8cywVtcriFLNew8GuH5kyl6PRU9OgnoBE1iLHQNvPH9Om58uyx8/kgP8ORLH/c+CdA/yvOlZRGzZqO4amN+6kpxSJYvgDk4isSxcu1yDdeu1NBdTtFaYtMU4KM/JPjT52wQqR6PxXWi0+7LnD8jQmrFLxbAWb4AHivIZAlGjA2XevmQWlEYrG7mggpmWXmROJzdYSJL7M6GiUvXC7j2EgejCj79zQz3bnnYvmlg6ybx9QHCoYtuVcH7bxbwxk0LTxMfT2IfH3+k4fe/yd26P/6JhlffVCTwfZJFeHZXwbO7wPFujP5pjHGfWaN55tpCx0C7q4uLYWnZRKnIYRpz+iKMzgOMeyEm80SWpFTnUJXDDGQltcA3I1Vg7tyHoieCey5WVVQl49zGZJqI05YPcaIc3CmR24pULkRh5c8jIQ7I1JJLjFyFlzeduQNYnCLyNecZtaWqgkqdywED6+s2NtYcbK5VsLVaRRLPkUZzXJzNcXrs4mDPxe5OjJ1nCewicUqOLAN2n7nSCBOrSZoB1X58v3TWLaxu24LppXBoOkpkAUZVWxIwby8fFqhMpKDgZmrBn1koFDIU7FQyxFeWgc1VDevMxFl0UEo0KQ76+DhilunpMMDxwMeT3gxPezNx4Huxhqql4EYrxbU2sLjMz8WCUzVhVwzEWoYphQNBJIiS2TzD158m+PqzBP1RnoHIZYy6kEJb4DuKQ2pLRDNRGEiGFhem3iinLlDNxyyVSqUkA/LxZI7ZzJM8DNblG3XceK0B143w1R/PsPN4BD3N3yfVegHVWkFyYqhonM64ZXqRCQLmHRb4sEemz2WwT6d+bUkXWgNV6bMZHUYakkAXxKSR6EzekDzfxWVbFvEc7fRPQ4RBhu4VE90rzHWLELohLo5i9A6Y4ZogmqcykC0Ymqg3l9czbF5P0ezSCVGEalhIdQ+J4UpGp8lJT0LnHmcUGc57AXoXvlyrM0YJqCqsqi7376gXYtyLUCJhoswMFToJQnkvcZnLJTcvHBHhcEDAA5PC5WcG1SYexkahasP36ZqnG44uCl7jdI/n+ZWy9BOnwov7g71cpggy98ZbGW73tPwdAAAgAElEQVS+neHmm11cubGBpcUmDu+e4PDOMT7+/QwffzjF0I2gFFIS/+X+NDUdf/1GC3/9RhudUoa6EcO2KbJSoRRVjC1gYgNPpjM8GE5xMAnRmwIXwxSjAwqSQiQjFclYlUxw4jxLVbzANhGBbcMfEH1J94yCWktBZxmSFU4ySs0hOjWDYWUo6grazMlR6RBaRph2MZ7sYzh6hDCeQzMKSGBgMEswnPJnwZy3BLFPJSLf+8xBYT6MjolvYxJYuBDs/BxVLcV7Vx18Z9uRRQUPpTwU3Hs0hKIlePmlAja3bTw+TfDkLMWj3QiPdiK0SxZ+8Fodr12pICsVkZUd/P6jA/z+433MIpKZi7LIqzhzVJwZXlrtStHxTOf+0WCGR+MxdiYzWf7OU1sG6LbBET9jGpj/GsMZqCgMFdy8VMcbL7cAS8fTno+nZx4e7U/w+GAq/SevE8lmlwVtjv+jM2XlhonlG6a40anomgwS7D/wcbwTwjKISi2IQzTyibpgTqwqf7a2rKO+YiBQQ7gJl3QUS9pQZRjMoSiX1C+yXacKwhGzpolLpNAuxl+91Za68UoTazfqOI1D/G+/e4y/+2QXxVmK0jTFSreItc0yGotcFKgwqhmeHMzw5GCKo50Yx894T2ooWbbQPxIrRGKGSAILSWDKAjgNQ7l/lLIpRWd/tZnIgHV8FssAvtO10WyYuGAkwj7daVxqMPdXQVZgfk8GjX1rSuoN3T2M7zCxdbWEha4ljkEOgw/2AimfDhz2oRkH6xpsOqWYw/tiAZywf6IbytehJzqaq0BrVUG5W0CpW5Bn7Gg4x6A/g3eRwevzvQ+k3NEyu4wL4BoXwFwGK7AiW4r9+Giao7dU24BmEeUdyhKY7xV+TboMNvh8ophTRcilLZ8RRGhzIF3T8P8R9d4/kuXXled5/sUL79L7rMqy7dhNJ1qpm01K1FAzu+OwA+wPo1lgf9n/aIGFdoEdCLPSzOxoZUmKZFMU2d0ku4td3mVWusgMHy/ieTM49yW1IC5AsLuYWRHPfO+953xOuWNhabWL5dUOBkdTnD68lJzYzjoHWAZ6R2NcHE1EMMUlAHskgz0Al08UZioUn6TQSxmqXG6v51jdtrG/tyRNuhIRFxrAIWFDVyWfy9ZLMDWK9yDPx17g4yz04GU+VGKfmPcV6Qj4LNdIZyjoH5nO7Mgi18ujDYATazrLFFKUuDAE3Cmdghzo5qjWcwRGhgXfczNgfqFIcRlLvCcdTwpFuZ6C2KXzlO0LHX2ZuMp4LuYumMMCGV79FkF/haFnZiMHWBzMUxDFbPYro/BV8GLh3hI0MJFoywbqK4xgKcg/UZwVy0AOm3gNzlVup6W/cOoZaksKTA6prvrJYAiwVOIbKQ5wTJSbJdhVU1xMLLrHiPUyK3qByK1SSCQ3p2A7Y7UQwfqjXHI8a00HtVYJ80vSCXykXABzq8+FN88yRNxSjR/n2Ogs4WBzR1x0ry5PcD6+kO2TUnHgRxEWno+tjo23rzXw5rUaBulA6uw4wukhSSAcFjkiLj4+XEh1Vhy0VxwhZlWWMhFQaxSPpswVdREHcxFDGYYjgoNF5MKLiRh1RJ1W5IYxrofnZL4DuZT0kahe4ZbjvkxXxd1brpqotIlmreBiMMbFYCJulfm0GFTW6jrqNa1YogXMvFWwGJJCpEkGcLmtiDiRS2A6DUM3h56qcOggFyqMCVUxoZU4RE9hVGNY9QSaQ+dLMRNYuBR8ZQgkQ7TIXOazna5vDpw6S/x5BRmH0kBiIBmpIKIF0iR6IfzTEKGXI9Y0cXWtLTtYXy6j29DQrRfLQj9WMJqlePLMlSo1UnExl5jZx+E4nxnEaBoq+uc+BmceEpJJFEMGlS0SUzoGwqku5Q0VeAMFvhcgShcIs4Usn+lElbxRmQHwvxPVwVio4gz+259BYlJl2ZFrMlZiGdJqXI56wGtba/jaawc4aNdhTqcw3AWC3BIH8KPzM9x7dYjzwINPDLFlItMqSFVmshP54wkdzFBTGCqjjFg5DCKX/QDtcgndRh2GauHTR1PcezxF6uTIyjksu4yyWYOWGwgXHsIFBYMhgiBAHhlAbAghwVxj/meCcpnXkSJC8MXIkLx2Om7psOVzg3nS7E3LDV0iYbiEo0DIMDKYZoqc+MmA2P1iSSX99DxHU3Xw7//Vd/Hv//V38Xc//gj/x5/+JT55coxZYmKemSIU1zk8TJkLTcEPF8CaxE5wscizGCNieB4XfCJBCoaO7noFSxsVGdbPuUCfJFiMmDVn4vrrTezdqqFcT6UOnwV4dM+X37nZ1FGuapgtfEwXvkS3pFfIYNO0hSaXcIbi072SS4ZskcVLYS0XwKQfUNzKfpnvv0LEKLnAfC7xd7cTKcOma0kT0pfPXF4+f+jQn5OeRxFqXjyT2bsZimTW0T3EfpMCKfbjpLkx/ktESvNC3CM5uHx+VUmY4zCeIgyKGgsxO7HwNl3pjC6jGIiLL1kqs0u4IrzRfc17jEjmK8Q+clqVTfl9efYmWjsKDYShITMtLoFz/r1DOswzVJokYynyfVNkTKEJxcp8ZxCtTgx0QPGMF0kGMdGbdIgR1yzFBTB7VoqIxJ1MQYgh/QGPaRRUh14m+eZ08XpuAm/BZTDF1UWePMUjJUeDU9GFGkFqBUkF05knFV9dMzwflRg7YeowlmyYSyUYHJgLLS/ChNmnXAA3Nan3Dvbx7sE19E9H+NmHj/HkbIh51YBfMeDUY5TrCeqGigZJGVwujvkAzPHGxhJe31iCPfegjKeYeyEGGXAaZXgwC/FgFhXIzlYd15cruN4lIUDDYjqENx3CTRK4cYJxpGEUmrjwc7zyfJyHAVQKXBj5U1JRl74IQq5K1AzhWJXqWnWsVpiBamLaS2Vhp1sBDCvE+6+38f5rLQx7c9z7bIDjizn23lrG3ueW4M/H8OZj3H/i4We/jtBzM7R3VbQ3NCyrOpYVXQTX9YqCmqOiwSxl0ivWOrIENqiT81KkCxfhbCAxBWZrF2ZzFyPvAuPFJRLJO8wRjEIcvhjh6MUQJwZwqitoNcu4ttRATTUxPYsElX5rexm3t1fwt/fO8Kf/8AKZaeB//PYb+M7vXIN5eQ7j4kx6+NDRxEB0chHi8sKH15/D788RNw0kTQOLVIVLoVmaw2xHMDsxashQZaUWKrEDi3ex5SOzAni5Ik5bLoDZD/Cd6bsxYj9Hu1VDp1nDzjUL+wcmknGAw38c4MUDFy9SDc9TDX/wThN/8Pkm6jQXnS9wejTHXz8PpPx6Dq8OfP7uGr73xQPstSq4OOyjd9THq8sZji9nqDQttFbK8qyfXhRY+shwEJplpCUugelwU+CQuLXIcXzq49WZj6X9utTOehf7KyswEgUf/cNDfPTTR7j51oqUpYaIR0PEwUIwxpzldI0SOkZJhIxqFuNyGOL5iY+TQYovfXlfKr4YYfb8DONRgGFsITXr2N3Zwe72trjkLC3CYX+Ge8cjPDub4fBojMOjEd6+foB3rh/AsEPMsnNEykhii5jX2fcyXHoZvnLnbXzn819D6WyOo7/5OY7+/kOYb9VhvVnHequB7Uodz16F+NMPzvHjRy7SShVptYaF18N80YNeClBu5Og0Nby5WcMbW3Vcns5xcbbAjc0uvvnOnjjL//EXL/HrT4/ha0U0yM71ddy4s4NSzYYbhZj6HsazGcYzF9NZAJdUnWmK/iTHlLsQ4TMxPIv+B+KbcxGicM5BQgjP1MUhmWIXXc6w7LOdUtHXheECYbQQCkizDby9u4HfPbiNL67v4e++/zH+7u8+wrMoxCvu+NebeP3OJtZW6uhdXKLXu0RgxgjonjQVrFMMGQNnRwnOXiUYTjIMpqRQMJaDcRQ0uKmIcp6lmUVuQ5UzRQCfQv1LIBqruHmzKaVqC8TZGKkSItXJKVLgejrmng5vkGAxIKEJcJoUTnPlkYloifqmEvHWDQvNbgmNmgHqWYwkx8cfBfj4wwAeewyDFAILW2s8z5UwHLgYDWZY7ZTEne4YfM67SLgvaHahNZcw6LvoX84xnIQYzYnrTuGUeVZJ8P4bK3j/zVWsKArMYYiTwzn+8ldjfPTCx/vvXcO33r2Gyb0zHP3wKe6fLPCb3MZvVBt+WUdAFLwdY9mKYbHvgioEjMnCkzOBMgdUlzQ3C5W6IxER05hEgUhmFqzVZRP7u2XUKgYmVxFk7iyDO82F7NNsqOKSZo9FAdJsnIswlFQtznBlP8dZqkazUCb1z7/dkNrbqqNRq8GIVcw+HUj91YMAf/UgxKVHSgqgWySykCijYm+9hb21FkokUE2YKQ3ElorYVpGVOH5W8OTlDJ89GmM486CYiQgm3njdxptv2FACRWpnfQuv3b6F1XoFOL2P/OQBzkcJeuME904S/OJlgucu4JcNhLaOfJpKiVmepC7+rHIOJmCWOXtW+HdWMepTNGVh61YZGzs6lmwXS/Ycnz3S8dljDVvLJXz1cw42agoGn0ww/PUEqVNG6lSwsb6Gm3s7UBMNn3z4DE8fHGF9XcH6Ok0OKQbzFMMQGMcKAkXDV3Yb+J29JkyKwaeM1oyRmSkCNcEgCqXUMud7udxHXcakhMD0KJHSrl2Deu06zoYTPH74FP3RAEpFh8YFsG3BKVlQSVgLaEBJoOchDCWEapSgmiW06nQg56iRRsqZBj+XHpD2cnz/WYLvP0sRO3UsbSxjeb2Ng/02blzrwCltwnFYdZTLDkq2LZQYCgHd+bnUr379E/z8F9/H4dGxzLNd9lkiSGRMZCE6pmhPFsBU5ZaoyqgaqDc0qbKewEaAqp1gc83E1rqBSa5KvTxN8fhJjMsz+vC598phGTxM5uiulrG8WUUYZ7IoOD9fyCGRg/BKS0F1SYVd4YJTl0EKF8KyKA1TxMxDmeQI+nz25KhUM5QruagBqV62GEBfY84Ws0FUxLEq+YbEEfPwXy5TKc6cFhsKM+1mC7gzr1AbE03Ai5eBeinROTwUArUK3WNWgU/g9EqhhpVD6Ai6TpySJeqYRZ7Bu1oAc8hhS4YM3YfcvMfFYtAgZo6qdD7ES3CnHkajmQwGHVNFiY3mVUyXn+oIMuJP2M7Tzs3/FM7UVCUmOEU6T5COE+RzLrcKFFNuaMhNHSabnjK/wExcvKk4eov85VojQ6Odo9RUodFib+kSvE0ldzzNC7RQEiNCgEzlAl6ix3D9ThMHt5tIEWI4GgnyulZrwTKqeHpvjCf3RojI0EvZ4HKVWmB3ZM/LIT2z34q2QRTREo0stugMB7s5buzmqDQYluTAC3U8fhDh8cMIml5w33WNzStRpAq2bppY2TMwCTOMowz+swTBowT7W9v4ynfexBe+fROvFr/E8fyXghWfDekiUjAc0fWdYfo8xvRZXChO2KDz+xYPEF+6xNXpgk/hsF2+wzQomjTesMkVsomKbn6v/NL4ORMHraaoU+TQZp6mhVrTlvw95iXHcYxWJ0OrQ8WTJQsSL9IwmxMPwgErh1wplJTIvUIxvBhw6a1Kzuxy28TB6zYOXrfg5xHGgY+jlxGe3U/w/D7/nCUocKscwq560gwrsAVvGRDzuvj/3dhvvmnjd9+r4PpNE6mWyTV13vfQ44DLUxDGBiYjFefPU1wcERlbFPUKxJ3bZU3wmivbJq7dNaSOjiPcfxTi/CiCexnKIZfD2yozCwc+5gO/yITjZZEoCNwc4TyXnNiNzao0QnppAW8R4vBpjtOXVw7VPBPXJJG1cm9TX8Cl5JXbLSMC2uV9SyVw4SrliyrnYJ7ZcpYK1dehuDpS5pXNPMFZHbxTwo13StL0paGKySDF4eMAF6cRbtyt4OBuFZPLBXqHM6w3gP/p23V8+ysOnsYunsYz/PgD4Id/y2GHKgvg195SMIpyjMMMZy8znL3IMeplmI9TRAsFlbKNarkExzEkT4/TZ7p4oiguMosWKRbTFPMJvRO5qOd4fRbSDmquOU4mLq3IzRP3GTMFmZt61ehHRDn4XEipSCL+u7QfcNrHY1jx/8HnGtVxJAXweuUgV0QlZqHpLvLKeV0T05Vjd8/Gzp6F3W0De5tEgxool4iEY7MZS52ehDg9iTDgvbaIMSFJIMgwD3Jxf7a7RFolePHYk0xdyaFztIKaECVY2tSwdo2qdQ2Rx1Jl6ciGn9eRDABp/iWyhHjbqirq5dt3G7h9t4mqzUBUH9E8wOVpLvWlgzq+fL0mn/Fxf4r+1MM8zDGLMrzyEhxx4TGko1VBWc9xazvD/jqx76rg0+plE62KhZqjoGJnsG1mzwKwgMuRhf7YxMCPJTPxMvRxPE9wTPf2pQH/0ijcdsxUpduGDmxfk2x5fn88zJdrZZkFzgMfQRJiqVuScixVYhZmoxhHz7lUJ1aZOPdiqMH8KuawByFpGXRTFRhLZjHTeUBEsubQ2cWYBRu1llkImtJI8JLzSTFUzT1DMPNUvYrytaOj2SF+FfC8wo2zc1DG9vUKZoMcM+ZsvAhx9sJH/1Ugqme+dwwjFxVhvQPB3dtlFaHPLC5m1SnYvKFKnjaxhGmowYhK0FMiNyIGtmPmZpJ7MvdyeFEuB5LReSxllS1YFeYJF3nmpFIoHJSJgqF4r/B64FCKWTVaOZMSPi8tJLyaJbP6CvMMDYtRIEVHi6VbIopgvgqRriJWAvC77+n45ns6rt1pY2ljCYpWwU/+5gIf/PUFTp/HOHueyIJLKXG5wnuJWGEDX7vZwFdv1rGhp1jKIlRUOhpMGLYJZUkFllRcGBlO1Qwv3AiPzgO8OPXRe+Xh4thD5ipSK+sGtq6b2Nw30KzlaNVzWJkjRfxOibnHfGPJu4n40wRzj6QUZvUxVQ8wwwxamGMaVDH1a+jPp7icD+DHFC3pQjShEjlgJnvGHDSxsAnNgoNAYvaoIowSU2oyiQV92DRSvHvTwNcOStjY2sTG5hZ++utz/H8/eQ7PXeDzOxZe3+Dy30RmmHg8TfGbUYw4yrCqARsVE3t7y9jdW8Kf/+gIf/bjQxnCG6aFiq1juRZhpR7jnTtb+PzdbUxdH4+en+Npb4wjP8RpGMtQn2WoROVSRZ3BUjJpprOEyFcDrYaOTodODiqQc3GL9WcB+sxrI56dsR0BHY0UdalQjEhqfa+Gjb0q4jSVxfOIeUcnCaaXGWyrBMtykAR8NoUSD8ElFbHIVlWBVSNAg+ezRO4fy9IkH7Jk8b4uIaA/OA/g04nDwTfRqEQ3Bxr2Kgb2ywa++GYX3/zGOirLKn5+dIQPX57i+acRnn8SoV3XsbFmYWVVx+YekfMaJkoq9ehRgPufBBgf59BmOpRARcylisPvlMIQp1hyq4xiobiK4gVGD2So1nJZ7HkjRYata3RFtSy8erSQ4k3E/EGV7wg6ijReF7wH4iLLd5GjVtewsW+isyaHNfn3Tg59HL/04bt8PgtRGSVTk+Lwlc4+Dl9lCMB7L1QlF6i+oaK+qcLsOjDaZVnu8QzhXnqIpzGiSSwqcmbFGhyW1y3odDTIcyFDSoX0REFKBKsdSp6Zbduw7BIm5z7G54GcX3+bqUWHkalqV4O6ou+IsxiVjoHObgXtzbJkkHsjulCLUF86Donn54/sn4/QPx9D42KuzExxvjN4L3J7QVEac9gsNFomHPYsTiJDz/V6G12nhrA/lRLqT0bBIJ1lKmaBiqmvS7lJCDfzoZViNFvse4DpRMFswmUYc7tT1LtFFAFpB/3zGIPzCI1GCY1mSdxbIQkwfG8QC63kqDdN1OkmV1MEeYyI+ZDEKEsOkyVZTERckA5QEESYHUSUK8W6XMyy+D1m8l3y/E83H+u3rqpiYUA0DrGbFFIWOcCy7GB+Jx+6NNYzzoMLd1IyiLQkrphUEuLxUl2c+vMx0XMFlYdF8arTIm2GJCWel/Ji4US9ZcbMMi4DCsQ3z/JxWLjnJBOb7RyXRjznM4KFWcfMrxfEqCYL7WDBjMgMdsuE3bLgDwIEgwApHe0UhPJvUtaROxoUL4XqJThYXcHnb+yiW3dwMe6jNxngbJLibJJAYaxMmeJlEiIMbCwbqNRUVOsKTs98HL6YY+7zDMJ3toLLwwD9owBm2Zaqr+VobycipDZA7DAx4Rwe8LtjD6EUmZdBBJ/59jaXmFzE8LnIgVFxChR3HJdxjPUg6IFIaCrBOfRJgPqGjfqGJUIznjH4v3Nwl4YQ3GGpXpJMuTAK5Z6Y97iPV1Be0lDqaCLmoiMyJ9ohTMURxExlQ1Hluctbr9RQUOnQ/cX7oVCHTPqqIKtlMcY8UcYcjQtxklXNYFUpWICIEem2Zs5oyaCjdwnddgN5MEfuz3F+tMDxswW8gM8HB3atjOWug5UuM6RpjZ8JNUKzuOlS5Uy0mDCpnIywAJmEfJqISUMJEkz9BHnI7UyChuVgudZEzbGhWMQkp5LZPRvHGPRzDDgQTZidVwg+mPmtsbh0pWpAzi3sK/WrbDv2m3yuMuNVFScHyQNu6GIeztCya2hZNWxWK9itV7CkKzD8GRTPQ29sSp25U5zNh5grkVyLGXPjBN9miyCMcUa8YNMwoAQb6y0OxOtYTMdYTCaomAba5SpKpLbMQvSnIc7nHs4WHgy7hGajIQLE2YULd+BK5hz7+yjhGd6QZavZimE3EzhVLkZ1Wb5T7Cfuba+g27D545KS9CarUvQhgvBmT2kUQ65wmCEYUikE6A21iP3xUzQ1G//he+/jf/ne+/jNLz/F3/71D/Dp02M8nCh4zvtdo3iQE4aE4EFxheamBoXLUxLnqnwu8J2bFtclc7/5XO6U0ehWMBstMBt5siCm4LS5ZOL1rzdw8E4FEcUnboqTYx+vDjl8B5pNR5DrrudJMfKBrlIiDZ0qZ0Z0KEZCdAJjo8gCFxFAQXsT5GfKfixCSkUGrw8q7aWKiDCrzIxxPusVWXgSlkBB0GImumgm0whynwhpLk2jsDA0lOumZFNz+cq5hLhi+e/xW7sS7IQUhfokwvHEa8jiWK9E0CsJMhNSFDKZuS5n/XSRIgsyaIwh43nHgAztuWRmKIaETpA+lpDIUpgj+Azgk5r/LM4UEVdxScvXokHnfkIXHDGjKdQSzyoZ4nIGPVagB6qIePjM4oyQzmf2PY2mhU7XlqXW3KXANi6cv9xlW3wns+jiZf6hJghtOq2LhXsmyGd+TpwnUoDAxS7dvXQqU8Aly22NM0iKVehcY/QFHW/sQ/mYUiVeQnLOy6qUlbEU6eO5/CV5iAJDrQR87/Xr+N5r19E/n+CnHz3Bo5OB5Ip7VnGvszSVRLbCDU6XNsVEr69V8NpaFe1URzVgrnGMi/kC5yTwBQkOgxTLzSaWGk1s1yxslFW0jAyX0zH60wlgcYOvIogUzBdAf57h+SLCcRBDqwMqxV+6ijrj9XQgtFLExLL6OlRfQ8OuoO1UkXsapqcJ3CFFfQGCxMcfvNHBH7zZhuqngsSfzxOsHrSxdtBCErlIozmeHk3xq4cTDL0U3Z0GOmsVlPwFbJ+CYPadpGCp4AiSWZi+asJTDTQ1C13dQhbEGIym8vlXazVUajWYa2UY62XoagotDBCO53j54BIvHl7iV5cZfnmZodaq4sa1FiqGjvOXU4zPPWzv17G1X8Onz1z8w6dD2LqFf/blXXzrzTVUp3NUpnPMlRRjLcexF+JJf46LaYiaZqCu6hhHHsaRj5GnYEonu2pg9bqCtWuANfdguT5qioGWURa3ekjxDs/YpPDYzLdgPJeJ2TTB4eMJescL7Ow0sb3dxMaagvVVIHMD9B7MMDyNEFUriCtl3F7VcHtVhc1z2Yjmowg/OFpIzcsZXCfF3d0OfvfWBrZqFYx6c4wu5+jPPPRnCzRXyljaqnPFiPPDPgZnU5gW47CamCcBptFCxImm4YhRwk8zeGkKo6bDIFWqUsJ2uQK21Cevejh91UN5pQRn2UHd0NCgsIvofaEhqnAD0t1i6EYIywrRG4R4+CLGi5MMr99oSVluBFx6cBcpehngKnTENVApN3FjxcHBalloB76iYjiP8em9C3x67xJKuQ3F6YDbqdweolReYKmpoEWMOEkjboZtcwkHzhqCgYfnT49w+OoEK291sfLWErZKOnZUFefDHD94FuOj00QwtGMeUcJLBNGlLJRJdVhuW/jqnSV89e4yTp/3cfa8j5VmA69d3xYyxIMnx3h8dI6FE2PuxGjXGliud4TGczEOcT4KMQ0DTAPOGdhTsadQROhMxC1BnxSO8xzGrVdMgdQ8KigHiwzR4ionnr0tZ59Vuvk06c14fdFlWXMMNOsq2k0FB906XussY6/SwJ//6DH+/EdPcGFFcJvA7l4L776+g71OHZ/eO8Ynnx4jaZtIOiYcK0VdDWFmKdw5KawUurFvKGINnUoRs+cnquTFWjVLSpWM9gDhNBFiWTJWsH+tgmv7ZWgG9yOeOLMpqBZBYmBiEZoIpgUmn+9ALjU512fESG4xE56CdxVLLROrbQtdon75vpml+OHHEX74cYiIompDRbVmodmmS9KU/F/XdbGxamF/qyyGrl7PEyNMvVlDrVnDVquBzXYDw+kCj44vcdqficuWUTff/XoD3/1GE+s1B6XEwug8ws8/PMejJxN88a0tfOmtbZw/u8CTj1/is8sFHuY6HlJsWSnB4LlcDWEpjMMhPYincZptQokRoUiZ5kfGoZHIkpNaxyaYQhuK6MIQnZaK7S0D9VoxJyPRs6bXpJq2hlaJFAy+y0jP0GVJPB4n8LMQgRJgmvrohx6G8wDj0xzjE+A779fwnffruLGnY62To87zxIkKHCv42f0I//AgxiBVEPGMUOJRI4SSRwiu9kAZaUv8vXl5cnRQUbHSNLDaMqU/4Ix54gc4912Emo/96xr2DzSEPQPhhYHdddLXlrG9UkI5cFEO5hicuxiezfHsJMBnxxGeTjKcGCrOeUbwM6TsGxOKDQCFPWBdQ6mh8xgIO1fgXgDjM/Fn5q0AACAASURBVAWVtoHdL5Swc0vHVsnDtuPjg5+m+OlPUzQ6Jbz5dk0c/GcPxzh9NEEcmYhDE8utCnbXee51JLu9pirw5gN47kBoS4ZRRsL3fZ4iVFJsOAY2ygYsmhgpVss5d4rg5zHGiwjjeQy9Y0rVbR0dzntiCm0CTHs+wtISolIXh0MPD06YPexheamEdtsU0gZnbXFG859TEBr9OUJ/IY7bXNGwu+Pg4JqD5WqOSuLB8EJ4Fyr8CxW/8XR85um4DDW4MbPuTdy528LtO0007CXU7S5q5XVUaxuo1FZRrndhVxuI4ymieIaPP/4LfPDTP8Wjx8/RH2q4HDILmt93hpBk1nGCNGCPbiOnspI3HNFQy+s6ltb59ArhzzyoWYLVroWVroUAiXw4ZxfA4UsFl6dUYieCKm50gGYHWN1oYX2ri9k0xeNHIzx5SKm2nGGxum9g86aF+rIhaGg6gRZeCs9PMXeZ35RifpFjfpYjYhi05NcWOAEWlXvVOnHQugxH6BwdXCiSZxGRaZ6G8s+XVhroLtcQyYcxxfAyxuV5An/KTFjaUzlMKJIFuagqlN4c9FIBx+VpseDjVp3ZBJGiiAPYI8PcCxGFMcqOI/hKLopjZvISy1PigoOZPzXU6zX0e1OcvuojCyM0iJ7hMItHaWJYYGOmMJMrQZIx5JkYNgeIHUQ5g8RDcTMqXBhSBU3VLIeYHDSz6bcU2GbhZAjmPCRHgh9iFkV3NcXyZoJyR4NWcxApBnrPI/Seh9BcA+rckMFZbPmATZV9oc7cu1HD/kENmk5s50xUqOGiAn/m4NUTF8dP3GKoJlP34jsV4hVfeFwAZ8zoYe9DPJWOrNhaiJL/1k6O27vMj9IRWQbcUMPzR8CLRxA0DTMdraslDD/7lV0VnU0VjJbgMjl6mCH6NMXt63fw7r/5PXzjX34JL4d/iRfDv8IsjLGILZyc53j8OMLhoxjukxizx8k/DZLpKStcZdwWcCLCBqAEzbCREymVLJBz+nFlWv4nVJJKpBnHznRdxIAWY3VXkd+PrmVi0RbE6vVzUaG2llO0VzK0+CBYLsGdZ+idRphMMiSJgYRLHDrW5hG8SQZ3xAmThmbHRKuro7uWoruaYJkO0jUD569yfPTjCB//hPgsKn4NVFsR6t1A3NvjPt12VLtrooqVVDlFx/vfruJ//uMmDm5p+NmHPfzsox50Ko6rOi76GZ6/THB6qGB8bGN2bqCkh7C1QBC4zGXhYYbDI7sEvPsHNal+mOH5IMbJKx8XTxdwL2OUWyWUWw7mzMWYBoKNJe+TirdwwSw6VZZUjW4JmR7BT7xC6Tuiq1c6R0FMkmJRbTG/UEGksL1XkUlWGxXjOrKFIU2gZH+aOWJDRcyclkqGaiWH6trIBw6SIbOepojCGd54tyI1GWV4+FGI05eRZAJRVbV/o4n9gwZODl08vj/Gdgv43/5NC//296t4Eo7xNBrjhz9J8bd/Q2yUgm9/R8XdNxVczoHLBTDqpVJEiYnyO9bRqlfQYhp8akJJTQwHHk5PJhgOPVF1C4bBUxBQNEM1dhnSaHOAyQGlOPGZOSlEAQonCjcBn09cHjO7lAIFlgZTGnC61JHSsuNDY1YWh/dXSEpKWYrPkIh5ZoLwRErxBoUNXOolIrL54pdr+OLv1PDagYk7uzoajoEo0DEepPj0lwN8+qsB7v0mxW/upRhR6c4Ma2K6GgqsJrC2VsHqWgWTixSHDzy4owTlaoFXXcxDLOYBWhvA0h7zkHWoGREzBiYXPiY9r1gA89a7GlTwObq2k2FtJ8XXv7mBr//upqDWLo+mePbZFB/8xMMHP/bx795fwb/71ioW/gy/fHSM48FMBn50g5wRB00U0kmOyVEOW81w7XqCza0UPgUlUY62aWKlZGOjrmOXbsu2ArtJdA2gNWvQGjWMEaIfz3E4cfHRk1Bq8kLD+AVdhWJNLb63zBDlGQcEdCGYJRN2heGSxEmFkrW2t1/F7n4N7sUC/RdTjHshZqQ2BKrkRTp1DtUURJxfxsytimXoz6xeztdjLrX4CCoBZkORbLNKvYRytTiwqwixmKRwh1RzF6j+xNfRWE6kiNGk2pP3DxsUDvL2r9Wxd62Gy1caLo9VHD/xcPJshv4rDwxLsEhCMBPJYGRuGUkhRNK5Ay57c3z5W1Wp0cTD8bGLaK6goTbQMKtobCRobiRYEJM1SwuM8CBF/yLB4DSWomtPsQzB76d+VgygshwaRTKchtGRQOEUhz1lBXothVZJJXeGWZ5cwDl0emkGTApkIh2j0wWGJwtZyNWqFRm8LYI5oiSAwV5dA/7F90r4F3/kYGOvAqtWQX+q4z/+n338x/+rD2XBYT/vR+L2ElGv8r1qmSbubDpS61mMlShEjag41UHZtFHf1VHf0RAsWVh0bTz3Enx0OMO9wxmOj6Y4PpzJ+YMKymu3bdz+goNbb1hol3J07Awtp4ymU0YpUWAGKcJJjIseMdoRnp/5eH4WQMt0lDQTSkznVYDADdF3VfTnCnp+hnOf5xQ63a6cSEWIZ7GZ4xCKzk5ePw6HaRpKNlF6dMcZ4pqYDUN0bWKTVHzzdgl37ryG23dew3/94CX+9//6KYbnI3yxo+PtronttSq21qt4puS4l2U4vlxg9nwKa5HiK2/t4KtvbeNPfnSEP/nRIS6GMYxMR0XXsNXIsdXM8aV3dvClt3dxPprgH+89w4OTAS4yYMBhn8VpHxHEqjgtKYBtGMxjBjzbxsK2COeSYb6pZqhwWcelsYBJKUagk19BShFEyCUX6SCUvfpYW2tjba2D2ZgCqyEuzxfF/TKn64MLYKKFYwQLnimL/FKJfiC3m8/SK1cK89j43irX2Ki3pBaYYaG48KIQfkg0co48LCGPSsh7PrKej2+82cW//cNd3Llbxlgd4swf4S/+m4v/9v+6cPQcq00FG6sabt0ycO2mCXvLhLVl4tMHHn7+4Rwn9yMEL4DgMkdYyhFQ5e+UoTllGGU6UXO5Z1Nm0yTMAIUUKBha6JKdur7uoNWw8fjXLh5/4koWcmulOMNyMpwmJmZRCDeKJFOQZ/xyhUhUBc1VnnNLsCsOTl56OHnhiXsk4/CU94OlStHRSReO5FtplCYBBo1bUFDZ1FHZ0JHXHGSVCkIP8C9DeL0AmVcUF3+VJQ1Wk/QfbgsMBNNYyu8l8Hsx1EoGay2HxZxsy5EaHnkYHnoyFOaFI4t6OnQpThQ8roKUbhhmbG062LjVwMpeDc9+OcDzX/ZRrZXRXa2LkJMIXA5txqMRxqMxjJYCow1UagBf9Q6fibYuA62l5QqWlqsiWOAGwYpVtPMGarGD2dEQs8OhDIK4aB26CU4nCU4mHFJZmCS8nnn1hqi3cqxvM6tdw/AylwoZH5GkWN83cetzDmodTSgcrw59bK61pZLQx7g/hBcsZNGqOgpanRqa7Wrh1owC5GkMNS/Q3nWnLMXFcRrH4jSjRJJuM/48oj4no1RyWrk882cQXLo3y7BgLyV0n3+KXpRBvixCRGDL+BfiqXKYZg6CKxJHEUdKccbOYah08GqwDAu2UZbn0HTgYjJw5ZwuyHBezzWtyMzkosjMEYRAcIVnZqQYOzlZNjMd/gpZT9wVz1xcmgial8sLj3EZGRzTRqVU5j4OcRIi5SCrqUFtaIgpZBlF8h7izobD07xsIKsY0P0Uupfh7noXX721jY12BVNvhsFshl89muDXj8awWxpaG4ZQHQw7hlPNcWunjVvbHZydz/H0xVBwZIlKnDfPJhGmhzEICItzE/XNDCs3Y9R5L8KUnOgKEXAml5gJ+uchRoNYFN0LnxnmVMzzzMe8Lzrvir6Yjr1C6sQYJmZHqpiPEpw9DoQC1dzX0bpWoNpNncLgFEEvEpGI0ahK+ekCQbKAT1fHWeFasboqrDbFNJaIXHVmflPdzgxqWX5xwJzAT2M0logFLRbgpkGSgILeCx3nz9nHFGfdcB5jMQyQZwmamypaW4wFYVwE0eQKFJ85YFXsb29jc3UFmTtANh/g8ZMZfvNgBj8xUOs20VpqotEw0WhYmLt9jEfnUJQQdeaMlS2UUUIFJcE2zucLUkPhlwy4nJsNfamWrcgwbq/Vwq3lVbRKDtzAw8xfoD9w0R+6OL5IcXxBF7mGettEo2sVIrayKXg3nWJuYvW4eCIZzawgNctcwwu9SxyWdLBS7OFPMPMn2GwvY6OzjEqay7LBCBbQkjmywMOzYwPPjk24aQRfDQAKDEhqu6JX0HFKOkKpaYoQfT6Zw8iAN3Y3pPrDS1wOL2HSRW2WULVKcv4jSeX+8RT3TybQbM5MmiLgvnwxxvhkKoQSLm+8pBhApYzRKjNTNEG5YcJpmIgCio451KYBmYJIXZZ2JOBo5USKDxrenVx8crBd0nW4JwlcUqRMBWpXE+2SFqVo6hb++L2v44/f/QYGzx7h0Uc/x73np/j7kxA/v2A0iIFMZaZ7CkunQJbofU3yOrlI1uuqCJXieSFoUVIK5nIRYpbrDqaXPqZ9T8g9JPUQBf75P6zj9lcquHiaFHXh4XJANwidSjWUqw78wIcXsq+J4Q4orlIkx5z3lUccv5vA4IBRJwEnRRZHV8hnGwoJYGqATCHRiUJ3CgNISiAJIJM4A6fO+5PvXooigOlQhTumKzeXfDpxuxq6uMe8aSSO/mrDEgF6IRIN5f3KiAMuLdkDUpTjzkOpdK4DC1ucs2Y7gNEMkZQUJDZ1WTqMWAc1EyGzCWd06lPkBFQocmIGssZcZk0WvHwIKGksLmeN033OQBjbxKIwW2evpcNWSAZUOF6CRjERkaRaBLecYM6YuEhDlaJtZoxTpEjRkcRBpVheLmN9vSqfYe/VDKMLKp6LuV25bKBSIcJdh8WIOVsTMR4z3YscefbOKTIS3fg+4xwjZY9V4KEle5GCJ/bAVw5i5ptSBMMIMcYq8Lmp2cR5cpjPayWDzRgJXmtEcFJolSaIlQyRkuJfv30d/+qdAwwvpvjJR8/x8LgP6tUX0mvYEjsX5jH8NBDhGft5Awrurmi4s6JhTathKW8IAr83HqHnurjMMlzmOZbrbSw3Wlg2VLSVGFYa4Gg6w9HMRblhS1F4F88SDGcJHrkpXvoptFYOjecU5r/GmrzrAidBbGewMgN2rsuzoFZykM1VzE5iTC4ijGYehq6Pf/a5JamGqiKa0hUAdLYb6G7VoaQ+1MTD8cUID172xaTRXl9Go9sEUXWKO0DCxbxliwCD7lkzTXE8CvBqGGC1VMZerS5zjNMR3fUBGqUUDTvF2pcOsPblA1R5T2QLJLMpXtw7x8t7PfzgQYof3E9gNSu4fqsleeuHTwbonUyxdM1C97qFk5MET59EqGsmfv/1JXzzoIX6IkPdyzDOUvTyFC8WHu5PZuhHMXa7Tamz875Ub6Jg4NmIzRJuf45nLRPKxQTq5QQNVUe3WoZt0aChIOSZsqpCr1EcWoZVqaDfj/CLD87w6NMh7r7Wxt3XOug0EjTLVG+FcHvM3lTQWmmjtdxGTVlI0UTF+7Q/yvGTkxk+OHYxs1O4doq9pSo+v9HBcqmE6TjBlK7MOMQiirC8XcfG9bZQs46enOL8cICq1kJFa2E0m6E3GsAn0r1ah16roMTYmybjgWJ4UYRGnmMNCmo5HYc+4tTHNE8xyTN0rAr2nCaWjSpKJHqkGh6PJng8nkKzPTgVH71hhPvPUjw9zHCwYuD6solKqMLmsjHKcYYY/SxDRLFqoOFrt5bxtdsruLbdwep6C2Rb/uMvzvDzX5zjgatKJU6ISmuObifBzpKBzaYh2cnaLIN5nsI+S0XA9DTycaREuP76Kq6/sYYdNcZ27MP1ddybV/FwZuGYJK4xY/QGSNMhTD2RDNnVjoN3v7CB976wibPHpzh/fIaS7mCpuyZzst7wEhezPqa1CNN6DCM0YC1sjAfAq16Mo4sYLpeqeSYmgqUaxac6El0RhyMFU3zPJmLyMoT+F7k+YjeCP80KdDlP23kmvThjGk3uOYj8VXRsdZvY7jbRqeto11Sslw1sWiYa0PCffnGO//SLHmb1GPlahtcPmvgfXtvBjVoN3//xS/zgR4fIN6rIN2ow7AiW4kq8F/h+0k30DyMMjkKJcaSOl+9nWQCTetC2YLf4YiBFKkTiJggHObJpjs1NE5sbpmQTy3NRS6GxJwbgxxb82JRInjCIkIeZiIrEb8IzfxmoLemS7braNLBdN7CiKqjPUqiDFH/xqxh/8asIUcJZDp/tjEgwJcOcMXB0Q29tmLi2Zwu57skTH/1LIvItLDUsvPfWdampN8evnx/h8dEADx+HePQoxPvvWfj2uxZ2NhpoVLoIRjnu/+wIrz67wJ29ValXp0M8eHqOz0ZzPEpzPGN/VK2gUSkjSQMhfIY0bVH0pKmoWwnqdiJ0icDP4PoGJoGFODVQsxTUbEWiBWauj0Y9FxFIo8FRP3sUFfvtNamOrqOpAg3HQq3mwKk4GNI5Pw7hgnEfHk6DKR6Ph3h54aL/BOg/Br76e1V87fequLUfY3d5juVShvKsibLbxL37Me7dT9BXTZlD+RajghbwpnM8/KyoOYVyoQD7kJcBq6bi7oqNuyslrLcqWG1WMc8SPBoNMUhcrG7kWNsERk8MjJ+Y2Fkz8c7bFq5tW+iUyujaZUwOR5i8HOH8zMeriwRPJwk+jVM8jJJCjJ8Ai5CGGM6fdNQ7FhptRkKpMFIFs7Mck1c5assa9r9h49obOm5UIhxUYvzNXwX427/0oTGH/S1GZGl4+WKCly+nSMeqVN0GlloZXt9t4LtfPMBXbq3jyf1nePzZU9TtKlaaHYkJigWPzucxA4ljmQ1YjJZTE8QqxdMhZtMYUxIx1qsw1qqol3W0dVWWxaSUjUZzLOYlLOYOno0i3BvMEag0GVUEUx3ErkTE+EodvtrGeJFiNJpgMJqIMJmjzddfb+ILX+hgq5yiOhhCv3Qx6ukY9TT0a1UMalW8GMV4fDSHl6R47a0m7r7VQMusoWXUUK/soVa7iUpjH9XuBpzWMhSeM5UAH3/0/+CDD/4Ev/nsCY7PTByfm9CIYyd9ZRYhHoXS4yqM6uGAxKlbwmVnjopTpoo/RsmI4NgZmh0drY6O0SzDaJbjogf0ThRMB4ocmngAIa+b2ZeSq6EYkk/Z73sYDDxwUMaH3Mq2g/X9ihx6kywUBT7RVHFCNFkq5Y9VRCNdsK+qkUDTOQgvlMyVKn8PS9Rlgnrh8pjuSrosiLvJUnG1MDOYh0TViqGYkdyk5IIztL1kUPOoweeAjwpJl7jR4s9zUU08ju2kKJVTcQAQZ8ujJecNUXqFw0tymHT76posqKjOp6uKThEqfGt1R4oDRqq12IzQEMiFrWoUCJ5Ip/rYREKsjry+r5ZhkiPBTNQENpsXNg382b4ilm0iCBhxLeMOZg0xZ3AaI5nHsDsGrDbVuYp8hwYdUnSTRQqGZ6EoX9hQqwH/fIZUjwWttnHDwuaBLbk9tRr/fSL0PLjjBLOBLjUdhpgOIjlMF6n1v8015uvjylVIxB/th0QSaXqRMZgWjdidvRx39/ig0RAKdrJYALNyMmGMRHC3jZaGektFs6tIZgwx0syQc44zVF5kuHNwA1/63tfw9h9+Di8HP8CL/g+wCMj9t3B0nOFXvwnw+GGIxasMi+MMsaoWiLArdzenFGzgJMvnygksCze6f/MUqlbk9Ii5mfQuZtMy18okuiiGVU2xxuzfrbIowodngeCiuBTRTAXtFQXtVSLlTCly/o9e+hiPuHzmvWEiHsdSVCsHXi5q6uu3K9i5bkO3PGiWh0qFuWQ6eq8UfPYR8NnHOUw2/zav8UyyINkg8bqOfJ4lCknvW2+U8bk3yzi4bWDvJtX3KV4eznB4OEOoqghVBa+OEjy9H8lyOfIsyQ/UMg5x2Ejl4tzm18gHNhvLazct7N8w0V210V62JQfh2ekUJxcegqkmlbAhEgd1xkAJiqP+KXS8VNPBokqReMA4yJAuDNDZKxJnJUapRucBB3xKkcNKbPzVfzJPRTYvmlqjDKgW78ec5FBpFKp1DZhqiC9UqHMNS0vA0pKCrTcqUq8OPXz44zGGFyHWt5gtwENEwcSn+/LyPMTeioL/9Y/K+JfvWngez6V+9FMF3/8+Q+PpAAbuvgmcTROcz1JM+pnUYkyns4JorkFJDCipjjTWkMW6IBiJ8GWDyV6ZtwMXeHTYpFTjUB0n4phCvc3rjfeV4LyIZaTjuQjUls8sISZZFBF8RhRuYS6AJRuK17VgeX6rYCjy+jJR/dCBoyI36bwBSmUONzSsrVjiNru+V8L1fQeZHyGY+pKbmoSauEmphj8+WuCkl+K0l2ER88cTwa2ivWkIgrjEHIeSIi7S3mGG+ZDPAS6WAMWKpOhcaiwXDXseakh8FWM+k854EC1wbd0lBwe3WtjaL6PWilBtM9PZkJqPYswGxTOImWP+PMc33lzBN95YxWlvgh9/eIjeeIGtPSqRqzga+zgc+ZgviNOOoWopmh0OTohJywXVVCbSEDqWqya2V000q5qgEKfTWPJyVzdKgjs0qylSkw6fDGfTHKe9HKcXOc56Ec4uAkyYb8Ghd1pgnAXnrNIkl8tzw3QyWES9NBtoNOsYnM9x9nKM2YSu1CJtS9SRDWbzpnBHzAKhUrBAbhLTyaIog3EKGge60nQSBUc8Lce8lDNlspjlIj6Y0fFHvraGlV0DKzuGOBejlC7IFEYpRbmmYnWlipXVKo4exzh6kqB/EmI2CLAYxzDyYmliye+fyaAnznl/AnHAXD4Fv/PeMn7n3SUcHU5w79cXgnYuZSU4qoVyK4PT5M+ie5eOIZXGOskqHg18jIdEDRaI03CWC0qSmTN8h/CS1emC5YG5rMOsESlJ9DQdd1xQRAiT8CoHw4DOLR3FXCEwu4gx68WwzAoqTk2eOz5RIaqHtXXmoit472tdvPf1LipNAz5yvOpF+M9/NsR/+bORKP0tGkioZUn5p/kaVeVnrVcK1aBjcAgZF+rF1EBFNbC9omJrVUFjp4Lqbg0LR8WrkAMbDy+ej/HyxRj1siNNxfKKieUVZhYqV40hHYvMVDNkoMp3AxdoRL67boqRR1ViLI4JQ9wmEKdDHKfg18xaRDkWfE6kROXzGixEH+LO4zuNHyoFC3Rjasx6K/CLzGvn8oX5M8SXLVdVfOutKr55t4b9lQ3sr6zjhw96+POPDnHSn6BtJFgyM9zqVHCzXYFnVzCyKjjse7j/8AT9/gzbWx3sbHfw0ZMBPno6FPe3rlgoaTpapQxtJ8dap4r1Tg3u3Mdxb4xLovhAxXjxzKJaUYcBIzMLlbUSwdAT5DUdWU2HRie8nshw20oNmETyWik0mTryptGFkMB7nWIpbh8VI0atWka9VsHCZfbtHJNhJGIlFl2IcajKgJbLut+eCwtIQ/EZCpVB6CFUT3PJRaeMg5LmIHOYt8r3KMUbtBDyGi5JBWNf6mDFwZdvtnD3oIPN/RWU2zX83//lkZS6yNFUTDTKCjqrKVY2gdfeqeP1t+vouRFeXPh4+iLA0/sxjl5EmM8K8SQFJ8yxZK6gyaFUiYPQSMRtREPS/VgydVQcE82GjaWlEqpVEw8/meHBJzPodooK378a3XkG4kgXN04Y0VVGek4Ou5Sj3iWaXJPcsXq7hLNXIc6OIizGmdy7HG7aXDjbijTGxJ5xASzRAzwaEkWrKFi6ZqN73YYPFbNIwWKaIRzFUhwF87OrtHXUlgxYTuGsIiGC6E5vlCJ1M6SzVERI5Q2i5blc4fNXh3sZYX4ZyfMSJkWRKjj/IOq4GAqnqK3ZaDC+os1+wpCB9unRTKpWN9FdIgqcyn1ikHlGYWMVQmP/YJrIjRS5EQmlhEgzupb4rFUooJungnlkj1nTHDi5CX+4gDdcCKKT5yqSEFzm8TArTDEQ0mEly4O4+JzbEAywz96FubeUmuYZupsmdm6WUK5rOD/x0TsJ0K3XsdRoIJqHGF9M4Pu+5Isy0qfZbqDZbsoSY+7OEYWhxGUQ90kMNYvPAHH8XWE2eZZgyrwUnydEAUfMItaQ0tGW0ZGsIuP1lQteQL5bysmZAZ9TCCXXDhdAV4IJPrtLhaXMX4RSggxn86/RKeQU5IsgKiqhG4mZ41fxRCRkOCaskimisvmc1zZdVVS3831xtQC2mPVsCOqKri8ehyQbl+8tN0HkxhLDYGmmiJANcXRTs5chtTIkowTpKEFG53pQ/DmlCkGo7qw2sbvSQtvUUMsylLhstXV6EfHhZwN8+FkfqsVeWkeZQrI6c64VySp/7UYbF725vAcGkxA+nX5ehtGrGKPjWD7fNNbR2FSwejtHfUURZx4FnWVGMBg6/HmM0SDAcBhjOCBVgznn/FyKvEwWxSkSMC9uQy7keMYuqMSLUYrBYSLvlea+hdY1fveZvGeTWYKIDmCKOCqWVJhFki+dLIBkWoilGcNELBpd1LxneCZllA0dl/KKYW54PYXeIHbeQqtLQU0hBKbLsvcyQ+9FwbuSePGU77BEXHJ7e01xs/CZrhG9OCdNZk6oLrZXl7HSbmIxmkkdHnl49sKDaZews9vF5k4bE9/DxF/Az1ie0KRquoaKqqEUMXdSE4ciMfC+nmJuxZgjxWCWYejm2Ks52KuVca1WwfVqDU2LZ4MIbhrg+HKAVxcDvOineH6Zo9So4/rBEq5f7xYEnjgCQxcI6B5MfNw/dXE0CpFbzEIuCCd8Hci9glRyV9c2S1jfcAS/yRaYblLSiwLPF/EO40UGYwuDsQnPT8StzXc2P09xEfPcr5D0ZQjCPspSTAae0Atu73VxZ3cJYeIhjD1Z1FNTxZYjV3mWy3E2gxQXwLVGWWKdhkfFApjvyyxJ4acaFmmxAOZ7VRD3bQvVliVkI97HEYUVC03EMnzW84s1qhmMGs++XOiTbkOaBx1OGtwLYiVJQYS6ZQAAIABJREFUl8gQc0HMx3RKp6CN33/tFr7z+m3U/DGM8SkOLwb4z0+G+LvDCdIr7y+jbCiAp5OWZ1H+bmo1h1ojyp6UN0WGW6Sikc5jVU1YVQMhh9kury0Km3Os7dv43Lc6OHinjhefLPDiE09mVqOxjyTNRczP5w0NEhRVLNwQ7iQonKTCUGamI8UzmaAzifwjxpzCMYqG8oRZ5nTJRuKW0m3OwRgrpQimmA5VPscdumAY7WEXucXTYQ53Qhwzn4+814rPUBaZiyKXvd2totOtYTyaYTJ0RbxTRIdpMBh3YBlYeAE8n/2VCiU05T2oVROo1RSqo0NxuJBXpGjL8dhbjSgEEk229BblBmclivTypDPxve7YKsIoE3Q/Z2MkrGk2nWqmUEU6hoOu6SCZs5eYY+4F8PUMnp5hYcSY6xFs0FnI96WCIKIziKI1CrzZu9ewstIQp+zx8xH6p5yhaQXNyGS8WSHqoqhAcoHpaqUBw6IglOOnwpMskV8CqSMBThdHNl/ldKTzvXAFGLp6VzFGg3FEVwtg0yze9RKTQAdCAoXCAcGYUJyeI8pixHmCP3ptD//8tX0MLub4h1+/wsOzISZGgrmZwbqiASZ8lnJxmgJO4qCGEm60FCnm4RoB4IcpBmGMYRpjrGWY6BluNtu41eqgzGfMYgZ/McMRsz995kcWOGuTS3wKtuc57g0CPJ5F0DqqlJMqKIdF3nlSipGW6OUuwtqqloO6XYHpq8gvYvj9CMeuj1czH9/9/C7+8PO7SGcBTp734U5c3HizgZtv1qEMF1BGHsbjGL1pjgsP6KcaZoqK3VaMnVYEDynGbOoVFQ3DQkkx8HQwl7JyHTXNhsW+hGcOikb8UOK4dt5awu7nlrC6XEXLsagbQ+/4UupJD1IuiTqpDs/PcTEKMFtE2FizZZbx9MjDvQczWJqBb76xgi9cbyPuzRCdz7DQNMxNEwuN6aWuREHUKxXUK1VMx2NMRxOcDHOcjHTMUgPX7hi4fttANlogH3kop5r8XWqlMpxWE2atgnk4hRtO0V2uYn2jheE4xd/84Ay//NUQX/vyCr76pRXkOZcFQxh5jDaXeBZJcU1UnAbMdAornYlDjv0644I+OJzipy8nSKsGkqqO9XYJB52y3DMvTwKcXgRXKPUcNw6WcPfuujgIRydjDM8m6PciqUkUYZJEYFBESNVzyUJ7uYrOShXuxJcy4giVPIFFAxTn5RZd2RkG4xwVOFizauiUHFTLhVh4lARStIfQ2e8uIvRGPkZuhOvrDVxfb4pg4+zQRZ+RZ4aCOc/uswzZLMP2eh3b6w1cW27g+lIDVd3A4fEURycz3B+FUkbDwOoWqRTco7rQKQSgO59xMH1AvyRyOMFlFmHEjNWdFlZ2WuhaCTpaCFUtw1OWMY7KeHbew/PzC2SBizyksJD0K6BeN/C5u028facJc+hLub6KfmJJpEO3mqDmJLhUQ1wqIdxxDrcPjKeZ5D4P2Csjl3JoRDEMidjgjITpDxT78OdQoCUzOs4E5YzHPiaR/GSS60htE0ofReYU8SgqLFVD26CL0UGnpKJjA+sNE2stB0v1Eo56EQ57IQbqHCPTxVLTxNurbbQ1C3//SQ8/+uQCcdmSKlVyNMoxSk4G1dGkZhcZ3IsMiwljOFIxLol8RlPQ2SqhvUWqZSLUNJJwwPgkZmCXVUEWc+nL2Mrfoj8Lk7OOjIQliUUj+j+X+CWS2cotFeUWM+6LTPeyoqCWEamrYZcUPt3Ajz4L8KPPQgwZh0OzGykoFch+gg9xJU+xumJhc8uWvc/Tx3NcnkWoWTbqVgn/naj3fpLsvrL8zvMmvSlv21R7dKPhSRDk0HM4MTsrcSIU0uyOYqR/SvpNP0ra0MQqdkdDLofE0IAEYduhbXVVl69Kb15mPv8U574Ch4jLAhsNdmXWy6+595zPubRYweXFCmpNG4W6Lujjk5MZTk9mKJTGKJQ8XL1Uw5u3VmFGKj79xQ6e/ukYV642sXWlieEgwdlJiMdnE9zrj/FgOEGt6aLWcIXsOZXIjwQh6RHEAZfyIl2WdISBp6A70RFEjGfi2qrCj2LZWxpVE+t0yrrAcDrBNPDRcMtoumVYoQozANbmS7i2VcflizW0DsY4OxhL95v3p6kaYZAGElPHqCX2hi5ddXD5Gsk4GeaqEUp6DLWfQuunePQswlfPIuwONRzS8UxAZOAj9Jldn2AyiTGZUiSf8keLhPRbS8VC2cBCWUfFNFDWc8qLPWfI4H5tRcPaiopnX47w/N4Qc00Nt+8UsLlqYM4kGj5Da3eKs50pfN9GrFRx7AEfH3TxxXEfPLZ4PKudCyR4HitULBHPC64t4KxJweBMQ7Gh4MJdBVvXdNxpurgz5+Kr+yEe3w/gsSlXSSQn+uXeDDuvfDQdDqFt6VNQ8LZYsfHTt1bw7RtNTPttTHptETllE0PIRKERI9Bo1GF/gpdQ9sh00K/TLFEgkmAwizD0I2DeBRYKqNsallUVepBIJNf2vgfbrsCyK9jtBPh8r49pHOHmRhFbKzbijCJCD4pVhWrPiQHm6KQvFdkKYkvF63fK+ObbNWyWFJQHHtD2sbMdY2c7gbK6AnV1BROUMfBsZHoBFy41pCzVgsnsKqWAJCshhiU53GHGPvSx1N7LL7D99BO8fNnBwZGGo1MNbt1CoWZi2gswOpsimtLcYiBjU9WqGjBrzBCLZWBZL6dYppOxDmmCsw4P8+qeKBi0iF7mgT8fkq5tmFK97gzHRxOMx5Hgf3hBIc6KtbhSxtJaDZqRYugNRKmeo2tUDIcpRsQ0e1Qj2lBCDYpGtDIvPgmCIJZsooVFS5SMdFV2zsgM/XpQxyZRjoQUJaCawq3rcGts7vAApKLA5lfNFedLvztGv+dh2MowarPBcZ7bI67WAIoaiuuKebo8KDJjkgdJNkrlz8ni3FEqV96vkT48hDNLMw8458VoNspZhMzw0omStIlBI2KHqGoDia4j0gxxueJ8S3EzwM0y1MuqIA4tm7i4THCrDHSeMjvU1zALdUE6pxwujhNUruiobPFikqtxeSFLp5CL94iKkj6bPxlUnu75sxEst4bbH5Rx59tlGaozy4eDzX47QPc0kjxIYm7PyXsyrODrl6EpGfXM7RQ8LV3jDB0nFpX8n3PsFTOG4wS3LwO3L1HppGGmaxjOVBn+bj/lohAhMSJUmnSfE6Ony0CJlyI6F5IsxFI/w0Y7w80rl/Haj97Bte/fxk77d9hp/1YajczA295N8LvPJnjwVQC/A8w6NP4QR82NOc//E4QwB/38dqkO5VvBhnrKvEkOIDms46UubzgiZr4f86AyFOdiVBZTrKw2sLLSwP5zD8/u9TGbslmpoTKnobGko7GoSz6PU9BxeubjxbOxBL+bPCQYBvx2Ar8Vy1CPDUlmkr73nRpuv1PEyBtg7PVzlJui4YwK8K8MvHxM7NQMTnEmbjk2jIjaY/Ygz9lRYEv9/f9cx3/8+zqsUozD7gh9hptPYnEmMgC9O8vw8mmIJ5/6aB3m+DJm4WTiVGI2UCzcfyLlIkEMq6L40o0U3/lmAz/97jy0RoYv+118dTzC0b0YR/eZY8ScAg4tASVgDpkYgRGyMWflzl7+Wjrjn8OLnw2Fgd2mDxhEWmdwiC0iB18OSqpgCJM0kQZU4uUYZCIjOABj3uksjFCuWyg1bCSDBP5xBCvI8MYbVbz5ZgXFlSJKq0V89XCAX/3ToVzgP/jBPG6/VcX9T7u492kH3ph4KA1XVzX8rz/R8DffVrEbB9iNffzujyZ+/SsbxZKGn/wkxY07KQ76AQ6JQe6lks3s9VRMh7p87bdiqSjg0CE34fF5Mx0SBTSUqprguujMjYiBzJgplSO3ebkXBDIHrOH5RZRzDApCEma60YGRQYTOfI+l0ZIH6yWmhZS2Cf6hkS+DQN5ZxYDP9UtTkFgsoDqfobGYYXXVwh0iJa5U0GTORcHAl5/08dG/tnC078thNSSSkcIcYvqYgZ5mMvxNiaEtG9i84WDjuivqPGaWjHsKRi0T444Gn1hsL0FpOUJpOZaNnq5gPtPE33DY1zsMpfnJ18zXc/N2DX/1sw288606FGMq9fuf9/D7f+6idRgjmBEhp+HGFRs3r1i4tLyIy8uL+OpJD//0Ly/RHQd494NV3Lgzj+3dDl7sduHrU8Quc2pjcd1Q3KDwOeehdpYXFZyrq0W4loFn9zw8uz/Ba9d03L6m49oVCxfWTSyvWlBs5hzoeD6O8WIU4d6zKT7/0sPufiBoE4oWyraLsuVC4W0lnMI2UzTndcnPzLIa0qyG46MxXr3qYTYLRbDkOCpKNUgWROc4EJfPdMw9ici1PL+JP15e3VPmPEocAhFbxE0GMJwQuvylSZZT7zCGP+LaRUqBjs2bJWzeKEs+YX80BdQAxWok+bMyDCsW8PT+BM8eeOLeztcVOXuK+Ii/j1hGYktHxG8yS5duzLKOb31vE9/6/qYMf3/7y1c43htDY6M4Uc6jBTI0ly3Mr1qoLfCzasAg2tQbYeCN0Wup6J1pGLcyQU36Q260FBjl6z8bdXbVgN2woTumCCu4NoSRhyj2BAHHzBz+h/jtyI//nNNn6mXYVlWEPb7fg+14uP2mgtfeVPDuaxfwzq0LIjA6Gw7xdHeAn/98gJ//8wAlM0PJyhD6fL0aAr6PdKOaGYohUAiBsJBiVmEjFbB8BcUYuF0FbtcUXL1Rw5XbDRTXbQT1DAM1wPPnHbx43sXGRlOKDX2VLt5hiFcvh9h7ORR01Uk3RWsAdAYZxjMO/BURF4mtx0jyQZafi0BkCMOmHrOp59JcS+NTDEDkW77X6BYVuznBghc2IqXTlFhpiu/yTF0RkmSqNB/5/i03bfzonQVxqq7qjtSnZyP8+qiPl4Mx+pMx/GCGN4sFvFEqoFpZhFtZwXZ7gl/cf4Yv9o+hF21oRRuTiY8Jhz2ZAU2zYWgWbDWBxZgL4lc5yKEqgLhPNio0IOQAiut+kkLLbOiZK+tDkk3FSWPN0YlGkVuO4jUTHerUhh5rcMuR5K4V6w6KdRsxqTV0yfDzqHP4zaxUXsrptucFOMaM+Sg+8w91DLoR+h2KlDK5xIooRzRv5xEhGrHEVCizsZsh4vvIid55No7VNGE2OKjimS+EbSVwio7UaDrDaDZDCRkWdRW3N9fx0x98D3dv38H//o+/xv/2j79CeJLBGbrQmePuTFCoh/jZTxbxt3+5CNRSjK0Qj46n+JfPJ/j0/gz97QCD7QC2rcBxSC/QYdKdVKJAiA3LnAgw6sao1QysbdpYXLZRq9twHAOP7g/w1f2BCCz5ueRwj3h3lkIEOpsV3Ju4HgiFByhVVcwtW5hbsXB2mOLsKMWom6vaKeYhyYVuJiq1WYKA5rCC7yXXDlXBxq0iNm6V0BuFOD6dYdQNEY/zITKd3+z8lZsmqvO87GRIx6E4UdiE4XmdSnnmghebOirrhggLw0ksjXdekJnJmJE7LIQXHbGXIJnSXxQhUUKs36ni8rtN6JaOAYVIRwF6U1aICrN5GhxMJghnoZz1aw0V9SYb6QUogYtxHKEXe7KvLC85WF500D4MpfpHEQbHsbwWx9Jh0WHJtUmGv5nkJZKOQ5wpN2pit0nooGo+nRKmmZOPVKpQmNHL/D4mk2hAZd7AwoYtg7/OiY/OqY+KUURFL2HGc/vJGLNZAJ3Nk5KKaqOJWr2J0chDt9PHzMtjOng406U9RdSnAkuGKhQ28Huho4v0kAyORucehauMDrCgmlTlGzCLxI/ykjuBksQyrGBEDeNI4kjHeBZgPKW7NkOmE1HLgasDw7TRbXPdH4kwg00iTSFC3ZYMeea28s7lzabw6GSmCMTiAIQNiSLcEpu1HkYDujpioanSAXwuiZUs4hyJzP04v7eI95yDhkEAf0iHZo6PpuC5uurAaRjwk0Aq7aXIegnSMRsGvBeQOhFDK8f49jev4IP3ryAaDLH7aBvT4QRzy/NwyhV8dO8Uf7h3KuI+nlPdqipxR81VHW++XsObd2vonE7w6sVQcvOGUYbBOEXnMEL7MIKIHGcqamsalm5pqDL/O1VlMOYahgiXSSUYjmbodEKcHCXotPJsWQpSqnUD9aYBw2ZeaCjFCA9Sijjw8ANGlaQYnfCYqKJ2yUH9MtfVHA2XjmPEg5zqwfspK8pEiiHndEbPUNSXng+zGAlB4QszqEcdICLSkOdVNUPtIlC/CFSYq1wuCj6SzQZmr57t+lL8DLAkx7XA3+vgjaubuHtlEwrbGVmAVqeDvaMTBIGPpWYZzXJBnvfOmY/j4wDHJyHmGmXcvbOEG9fncG/nCF/uHiLgpLNMIoSKUggUgxQWqSzsQtklqpAxM0OM9REmCOEFpiAM32g28WajgS3HxgWig00FoZVgqoV4fnIs9aQd40kHmF9bwrfeu4JvvnMJfqeHoNNDKU1RVYDnRyP85y+P8cfdHhRLg8KYIQphWHwwFWbcufj+9y7je9+7hN5hC72jFo47nrjk2p6PWRRKAzGObcSRlQvk+jG0EHD5fNFxqYZItQBu00RxwZaBauvUF8HG1sUyrlyswHY1OAUNakyi2BRpQBdigjhLxZ3gK1Wo/Ow57BdE6B8M0D8cYMxh54hCBf409Lw/oXNNoqjBRmXORhSFIjYJJgkijy6THBPOM6tdVYXKUGSOLs/+RQrvVXEZe/1YxOXeKBIRVhIo4nYv6Q5eW2ji9kITdxsm7jY1dMce/o/7r/D/PD7KnxmeSR0LRiFv1IdspLMXQ7dxgYMMHTYb0WyUjijiYmQIaUsKlHPxLBux5VqGtS0Xd76zhIuv1fHwDz08/KiPXmeKkURIkP5CUbeKSrWESrX4ZxENv2d/pIoon2J+VqVqo1Kx5TPKIbE3DJEGOlIeaDTZrCTCzK1qIkCfDtmATESAKG5iut5Jtgpz6sK4T9pTvl8aVo6H5pUvDDNoEuHQwNJyEyf7HZzsdxHwUH4eQ8bBtV2w4YeMAyBdToFCHimF+TYA9lbOf0+pkKJcSKBEEUZnPrw2yX856cGqqXAZa6IR803RkIJG3Ua9bmMwpPDVh89niTEoBR3X1ku4ulHCBbeKC24Ng7MRtrdPcNwbY2hqGBsqJqmPSRYIXpouc/5FGlOYQHomdpGxHjXMz9cxHUXYfdLCyd4ISWAg9SmgFxC1uHAp8uFzzHMLc4XLJZIMOSDOzoX8eY+LO4BpFCQ/PaaYmpho+XcZP5djpyk2yiOIckGkqpnQdZL2iJo2EHhThOOpiAEMh+dqRmTwOQnw06ub+MsrG+i0ffzxwQmenvXQswKM7AhO0ZWzX0YKVDSDHeuYT5uYz2q4WMxwscizyhjjwRCjOMHQsDEydXh2gomT4JuNJr7ZbEIZj9FpneGk08WrRMVezGF8BscGSoqNSlbAyFPx6ckED7szaHO6lE1qw4x3AjL5Q2T8hXNBUNkqomqXUAo0lLoRkl6IJ4xjGfn46Xs38dP3bqG938NnH2/j5PAI73+3im9+twJlxwN2PUQzB6HSwP5Yw2/3enjUGeF7d1189w0Hg2SKfW8krvE5p4aCUcSj9gAP2wOJMIhmHCiZWF12UC3oGJ1MMTqZ4OoNE9duWri8voD1hSXMVaoYjdsYMtom1DCLdLzaCfHk4QwHJzE8VUOo67hYs3Gp6uDRdh9/fNiSBt97r6/g1lYTR8+PpWLLQVauolTJsFjzUCsGiDUbiWYjnnmIpx5enSZ4cULKm4KNSzo2LmrigkxGMcxAQSHSUC9VsXbpAporC9g/2sX+0StcvlDFnVtL6I8z/N//fIzffNrFX/9gDf/uh6s467bxbOcABSvB3St1XF6uwkrKUlnQQ+r3cmFgoKM9TPDRiz4+etGDVS/CahTR4GCmpMKfxvji2QhP96doLupS795ex7feuIjFcgFR34fX8vCnLw7wpy/2MYIK37XhKRn6kQ+229bW5rG+NofhsYfB8RjhbIoknQnZ0KxmMGsQgdbJDttyNmqGi1rRQm1eRaWpQGNmOxvUvoFsYiGJA8TKEIo5weWNVVxeX8WDZx387vND7A9miFxTsKvohEA7gFqyoJQsXK4U8Ua1gmWbwqUYQRrj0dkAX50NUJ4nuXADpZKB9ukrdNtHmEgMI5ANdCg9Q3pkgZ4gNFMU6wWUagU4xQR2MUKjWMNS5SJMpYLHuzt4vPsS8EIoHk1ndHFSVK7g4gUDFzYNbCkOrigOXrYC/Ov+WP75925W8PalIvYnjP6a4dVhgL19X4a/AQXonFtRF5KnOYiDUTTC5303ySznukjCDYkMCvMaS1BUSxDKmhEhDKcIgylmMek+uQmMBBs6YO2JBntK13+GeT2VO/niWgkr6xUsWCUs2EUcTbp4OTpFEgWY1y0Rr1A88LvdEXhtmYWKxPYsLuhiqtKqGfQq6aoawqGG7kmCE+aZDvK4IPZw2c/buO6IOWY8ZG59lsfsMaNWnlGa03iHzqMI2D3gAJhrsOEK7FNE09zTGbnJs/D8ko65JUMiInjej4cJ4m4smN43tmq4vFzEp8+nUvz8HbAXlMYwiiHMUgxbNwXp3pyzML9ky5nhxdMhTg98mEkem6VlATQEePONFfzwx9ewtdXEbDLBdOrh3uM93Huyhzs3a/jbv7qMOVvHb/7TNr749QE2b1WwebMMJSohGpfw9HCKj1+d4k+HLdRXbNSXbQR+3idgJFiixyLUWmmYWG5YGA4CDPuBZCq3uW+GpF9pKDCiTKhhmaCJNxZqMDUF+2dtnHb7IminECcaMV8ZuHGhju99ewXffncJx0+6UiR5FiwbDu9bJeK5VZiVWMrlALWkw+X5jvE3jIhptxG0W3jyMpR6tKfg4aGBwy7nBRSOJWjOG2jMGzJDGo5iMfREioqQ0Qh6LvbSghj6LMKF9TLefX8Vd+/OY3PRwOaSgY8+2sHv/7CDQinD1ZtlrC3rmFM9zGseDnZSHL5kz24JC8sXMfQNfPjJS3z0YB/dBFKktDg1DXbZgFmwxJEbT6eIJlOMR8RfGyiUgfVLEbYuanhvbQnvri5j1OGAOMJRZ4BX3TYOKSY6yLC9T2NhCbculXHWjnDvsSfRGX95t4rv3iqizjglJ0Znd4rj51MMxxFCK4OvM8cZktcdqiZi3cJCVcetJQUrtQz9JMKAsXoNG3HdxpypY4PGp0mCPz3x8KcnYyyvzmFldR6vzqb40+O2CN1e2yzg6qoNRZ0A6gTFYg2l8gL6gwQvd3vY3ushrGmIqhrevFPEB2+XcLGio0LKWivCF/emUos3r2Px5jUUahdgWmtwC4uYm5uXYtgjj4bD6RTd4QCtfgcnrSOcdQ8QBY8QB19h0h9g0vVwehzj4BA4PlNRXyqhvlxCvz0VkQEFxYqpKRlRzPzB6FWqVOgWSLDQ1HBhXUejqSJjvoyV4vCVgsNdBcNeKkx+ZmuwiUHVYb2uo1bXMR7F6LUjcQOyiWFSMVpXpdyiDdd1ZGEkjpHomjzTMg+2npFJHuhAyG73OYJRiWVwR2dmoaihUmGuioKzowTdU7pYCFdi01hCVXIeGQfASp4HTFRSPqBUJTukVLJEQUtFvE9VBLMoZ6o0uATKwCwlYlqYvcew9lziKIPuHJieI1rltstcLjr3xDrMASPfDyoR80wqLnjMFOFvJc6HWViKk0pJU7tqIEw1eL4iCkhKbRQlhBlDio60uSbzRLm0EXuZYjRLMCbKhnm/Mx0FxUDT0tEsaEiXgWyJCKEU/aME4ei8KRMC03GA6cgn1h/wcxQRM9XK8xquv2Pi+rsGvIGC8UBB7yRG6yhE75SuOzYOuPOe5/2e54xKk57vxXlzj/3Rf5sSc+ikynujnqM837pm4a3rpjTqJqqK/iTD00cRnn0VAQ65gSnKczoaS5bkf3KwnLtn6AKP8Zrq4C21gEubS2je2UD55iKeHd3H06P7cDUDNbuM3b0Uv/jtEJ/dn+RYWWJVZGB1PqA/R5HzAi5KTnEuE+NM92Wejyp4RzEu5yotihM4tJpfcbF5tYj1reKf86BOD6Y43ptIVh4bPsTyLW8YWN7Is3HYNO50YhwdhBgwy1kuIxkiNkzEJUm8aYLVSw6++5MFvPF+DQcHLewftKShOu4D/baGfkdHv6tC15lLHSAJdcQ+h/y5LcYxgdXVEtZWSnjvAwvf+MBCogU46njoj4mi1OGHGg7347x2QxzsBBgNuOkTG8WuOxW23Mn58NG9REWigjjgwSb/jN25XsI7r1dR21QxrQfoKT5ePAqx/ShAyEGqR4RrrsDme5qaGRKDiBNFisp0yR2gsyI2JPeNLprMiOQCx0ME1dExxQvh17l3VFIrctIiToiISrqE80sbM0RN2K4lbqCwTfSPjh//eE3qZDLFyWSCvf0xdp+P5Hm6caeM9U0Hn/+hj8//2BN3PB1yNzZ0/C8/NvA339Kwl8bYSyP85g/Av/ySWbQ6fvITEzduK9jrzrDX89FrJeid0QmsYNxTZejJzw8dwcwaZcOXr9llzkGJueeKDILZsAgiaavJ8yaNSiqpJRNNkfUmIQ6XKzwPlWxgSqYyh3K50+brzO0cv6ggUU0knLKnYY7nYuaSludKES/G74HodRYbCRwmusye4MG+YOYNJV3Dy+djPH44EIcIs69IOGAzhDWNSMxg/rIhzdxi3cLqFRNrWxbaZyOpyVBBODElf1bcc3GC8oKCMt0sJodSuQJyOojhDykMyaDGGeYaRSwtVLCy5mJ900S1qWA4nGEwnOHJFxM8/nyCYTeW5iovje+/NY/3357/897R6RCTO4XCi+CtJhbWy3j06AgPHx5CrfhwF0PoJepWLKSKDr9PpXsgTk8HqmQ1NpuOvN69F1PsP59g65IhNd/QUC5oqBQ12K4Bx9ER2SpiW5XMv52jUL6OkxSjKJXMRlYWxYL6c8xMskorRQPjvo3KLogpAAAgAElEQVRR38LIY47yDEkWS+Mnr0y+fu0A9icUEXBfUqDRRWXQ9W/Ke0+sNNHeFGoQy2c4sShH6bCIJyaisS0Zid7ARxiEWL/uSI0nkTSPSdVoLDAfkhmKutTOVz52HnPwnNMPROiex1uiUAKKRWI3VcmjpJO3tqBhbsXAtZsruH5rGY8+P8NHv94T5aIozDngOF9nq00L9QU2DXWU6kQJpvCjQJqcka8j9DXJC6dYipmA0qAJc3Qo3xNyioj/Y8eZziPu5ULv8CmqyZX/zJyhoEYce9zPp9yfbGTCQqXwZ4JKLcAbb2p44y0dr1+9gLvXLuDwZIYvHrXwyb0WHj2f4tGzKRxFFbU1c7Yn0zzTkE5PTUvgBAocX0FaVpDUcnTfnB0Lgudyw8GlBnOeDTTnNVQXHBQXC5JV/ny3hRe7bVRrJdSqJWShgojK0U6I7ZdTqcFYwWCkYDQDRkSYcn+VsF/AdHIhiTQx2VSk25B2Cc1A4vhI3QBKmIqggY1W0j+IBNTkfKaLkzw5x+KJ0zDOs6qp2BVAKofJCR0oKTbmXfy7b63ge6/PIWgHCNo+vurNcK9HHFGIcRogQITLloFLlg7XrsG06zj2Anx5fIzdXh+axj+bWSdxXqmOLGEeMwffbDimyHwqhbng5ZhIVszhrxjGUsnx1DMDBgOEMkXwgMyyt+sprFoqA2DSB5RIQ9Qn01OFU4jhuAnMIgdVphAj2LCgc4mXbs2IJUuTlbExyrNbyvOGjjRWMR6GGA8CIdNkdBJRfMMhPN03YSJiRL4uohY5LJVsuYBo2USGd+68BYdYUJI6VA5hEqjEpRomfC3GTIthxSlKYYYrzTn86N27ePvmZdw/2sb9oxd48WyCncehPBdp5MPSYrx7u4p371RwYUvD+hbQU0J8cjLD/T0fB/dTHNzns0n0K2AyW1UcwPk+xBqeqVLzSxou3+BZRhOnL/eO/f0pDvZneTYRXSIkb8R0oxpwocIRWk4IbxKIWI1nBV481y9ZWLto4vggwsl+iGGHcQh5ljvjWTgAJvItoghRzogSSJC7NnVg45aD9ZuOuEhODn357FNUzv2OmWqpRew78cocuqZI+wniAe8deQYsB350tVBQwiEenWbMjmX2twioeDcxLGiOK2yEaBQinoaSMUrcWm3NRn2d+GMFQ55zWxGsGiMN8qY+7w/EIocz2oISlIs6ykUOwvJ4h0hjE4iu8kwiE6qujrOTGVqnJBvEso5zr3NcVZwT9Nzwv4mhlFxGCuPo2OK+aCky5JSs5THdrCQJ5eheXfI9M0zp5Ij4/asoi4hGlYxpEmQUz4QyMREMI0wGM0HB8nXIEMYqwrSLmE18jMdTBJNQ3CYp7wDShGB8iAJTsMHnjipZ+POYAB4NTWaw8wEzmCPJPCJ+b/x80xEdnJ8PeXni5yV3CfNsxnMxByj8Xg3bhmEXoOo22qcDtE76stZTDMbBIl27LGL0eHdiQ55FEaBEWOgq3EIBbrGAcZ9is4mcL74+2vNwzT2AqFQWqSjEWcv5nSQECuX4/k4TGUJRBGLwXMrYkVJ2jo7nM5Yg5vBlpEAhEh6GuDSJTL91vYFbN5oYDfp48WwfvdEEdrMMteji2a6H5688wcESmU4HvtNQUV3R8ObdKt54vSrPOElMrZ6P05GP1iBA5yS/x2qxAT0yBX/WuKChRPeWAjiqIqKo2YhCxUSapflAV4fPfXNCxyEdHoqglg3eLxlbYOZnAl2l6FBBTOzsDCAIg2cKZ9GEs8D1OJaKBhH8ToTET6CXAYNZ5/nSCJX4R8WRO3YcBZIDmsueSamgMY135jzTmTl21RUFlZWcmGHwHsjBHe/441julCye5XkepHMPVgLXNnChsYCLjXlEcYgoCTHNJoLUZ0enYtFFZuJsN8DpqwA9L0bfj7G6UME71xdx98ocdk672DnrokXnbBoJOYwGEof3DlJaKMbmeuAUkFgRYmMCwrcnQx2TkYFb8yXcnCvhZq2EG+Ui5lwTgZrIkPh5+xTP2id43gvxrMuInybeem0Db15bw+igg9FhB4tlBxvNMg67U/ziiyN8st3FJM3yxrVgU+I/gzjqNQcffOeC1P72KfZfnkhkAAxdnsVJ6MGPAzhaBY5ewdnRDId7YxEbM/OeLljmBtIFSFIGPyPUdXOvohNpYc7E/JyV04TiDAUzQ8WhWymBH+a5z13PQcdz4BaLaC4wH1iD35ti1p8I4o6ou8EswYD4XIq9z/sbbsUAi4oz+eSE/Fzl+NzIp8BAgcu+RVOX9blIRLVLlD4jpRKh9wjFZxwLcYSCZgpACpaDBdvEgmPhLVIyVgpCKvm008fn7T52T2bYPZ4iZf6syfxjOoCjHP/rJlDcBAXLlGKE2KSfx7F87UZm85lVbypYXlNlAHzxThPzG2V8/q89fP5hT5rLFJ7xREIhDMkvBs+dOkUlXI8CQTFzXyPSnG17Cgwt3ZCiE5eO9pB0Fk+RvPWcvJKhUNNRWaCzlKSfGNMRKTxaHotDKouSY6G5hpAqBqKZY57zcmKL5CsL5t7A4mIdCwsNnOx1cbzfA/N+eZ9U6LK2GElgCJlOxgrsfzH+hwNg0vSyvP/DNZXn8Uozz6dlLhyFux57D51U6BruQi5QYs+BfTCiEikIkr3ZUVF2TVQdSz4rK7aKVYqIEhV6TLzvBM/O+jie+QgLOiKKDCg+JC6eQjxi4SlEoFY2odDUlKpWy6jVKoLc3v6qjZNXYyixKcW+HN9vOq95l+a/T5cYz3l0J9sUBJqKrC88UXLQyxgAy7IE3UsXtNy7yQXiADjNyWUkToghgAueEHEIac6H9XQax36IOAhkbzEcS87V/syX+uubF/HXNy7g9GyC33x+gMenPYyLCabFnFpIkputp7DVGKqvIesUoA0dbDQUbDYUVKwMRToAocGPTRFcRHaCyElwXTdxTTfhC863h4PBCLsw8AomysSqEtWd6nADHf1Rik9OZ3jQ96Et6tAWdMksNKcZNPYyJRUmg+HG0AsJyo6NilNAOTBQ6mhIBym+mnl4PPPw/ZtX8P1bVzBtjbH75ADjXhdvv1fHO+/VsPdFG/tfdmCqLuYW5jHNDHyx18F2Z4g3XivhzVtlTNIIrakvIiIORPjMb48meDH0MGbch2S7a5grm0K48Hqh9NWWGimWGhmurjextbaM9aU6MpVCMHLmLWSZha8kBqqF7YMZkooNpexgreBirVDAk50OPnlyKoO4928v4O7lOmbdGfzuFL1Zih5RjiZzpmeoVBIUShUUi2UcHPdwcNJDe5Ri4OtIFOZc2lKM2WMxBiXqJyiYBVy4vIbFlSb2WrvYO3uFuYaL9eUawtDCo2cp9g8yvHZNkxoHI7QGfRRMRZyvi6Ui4omGaMIz+BRZRuUMP946Rl6KT54N8MnzAYqruYGhaBsoKKqYqh6+GuHFiZdHxjUNbC3VcX2pgaVyAXXTAPUdXzw5xeePT3A6y9CJNUy0DJEVCf6TZMpKpYDJqQ/v1EfGvdwIJfqQaGgOZ8ZtQ6iP8Bm/k0l2e7mqwi2xT53IIGzBrWKl2JDIA89vYxp2UCg3UCjX8epogme7A3TDGAnzZG0DlUBFxacAJAM1nmXoWKToh6J8O5Y66Hg47HqCxt66toFy2ULv7BS9TkuczIMkgh5ZsCJbRHykmcUZTSAOSnUXCZHsaQJbc9G05mHBxfGgi+N+B8l0hnQ6RUJhI0kBRRVrS7bUdbOIa2YBuy0Pv91pi7jzrUtlXF8t4FVrJtUahWiPI8wYbXIukJOuqJJHgfHcxA8YxTmcN/DMQvMaCWq5496GprggUy0V5ifddwFg8jVkCCiuo4hfNcibhDoJoU4i2FEKN84kUnD+Ugmrl6u447q47dDd3MMX+2cYTBjfR3ejgqd9X2o6ySQGqVxVsLCioNZUUa5pKNd1eMOctjoaphhSFDhK4Y1zYs7KRRMrF0zp31K8S8GqJHExskVXZIhJCBtNo9zXKPCkiJ5UJZpbmPvLknFAksndolTUUC6RNqHBYZ48RdftEHaiYK1ZwFzFwckAOBkoeHoY4PGej0kaolBPpCzGb2mm7JPFii6mlL3tKVpHEYzYgZ7Qscz7qY8Lm3Xcvb2Ki5s1LDc1LDVVPHt+hGfPD3HpooPvfrCIqqHi/s8P8eyPZ6isOyiv23CNChxU8fwkwG9edPD73S4aa7bUZJxg2Ikko57namZIX1ot4fJqCa3WGK3WCK1+gtaIlHeaVCj6ZY8gp4LOVS2szBUkkGX/eIDj1lhIuZpOYVEikUZbG1V8+701fOPuUo68f3gigivLoKCVgnMaP1QRTNIMcPtmBXdulVF0KBSbIZ35iLszxMzG3vfxcn+G/b6Fg0kZ7amOic/4xVDuByQSBowz9RNMOOinuZDRcqohTljMYiheiPlFC1fv1nHr9Tm8d2td6pOPvsQnv/8ChUqKK7dqWF4uoKYpUmd7I5ztDxEwylRvYDQzsXc8watjD0/OPDw59aDYisyAmP/L4t8nIXsdIfrt3AxCw8nFWxmuXTXwjcUm3ltqok9h9WEkcQEjUghmIXaPE+wcJ1ipG1htGEKo6o9IAuMQN8FyNUW9qqJWVaGQGNZjfzAXm8ySGF1PRYfObT9DL0xRsIELDQULFQWxoQjOXWkaUJsGqirQjFIk4xifvfTx6csZXruwiNsXFnHSmuDTx6fojqZYWrYxz7uVFUmVzAKKZgmtXoIn+0M8O/FQuVRB5XIFNy8AdzcTrBV0VEIHyqSEV2ccKC+guLqE0soSLLcGXSsJJYtnd9Z4MoU3neG4O8DeWQ/HxHSPuxhOOjD0Y5j6EbKQRJMErZMEe7sJDg9o/CqhuVRCvxPg9GiC2YTEB55MeTYkPqf0dSYnsLJkYeuyi3pDhxdF8KIYR9vA0Usil2MkWSDoAmZYEntFVy6V/VQxhYEuhzu7FIobo1zTUa4RK5dhJhkbPKQRyaJg0A4w6HColTvg6MZkHp0MdHlzRIxSVREHErFHvNzQmSMu5HYGlYcqJZKGtTh0RYXD3Cf+XzDrlyXaHHECG2Y+ANGsPGM4bzyYgkSOxG2aI9qIAPI9Fg/iJtTUEoV7klBRSegXl//zQxVf0jlRWDBq/D5kmkwFOV9P/lBSHa3L4StCcdFAccnEZJah2ybuio3YVBBP9OXTocYQ+GY9dyDCYmZOgn4YS2VTDcpEx0bTxa2tIm5cKaLlRGg7EfaeTPDqnicZs5ZlSsM8JIqWTbwRpNggLSw4KC9r2LwZYuNGiFHHxqjt4GwvwdFOgP5pnCt5aODhRYs4Z2mlEGNEh8nXQyxetpnJw4ZLPleVGTmRf6w0wzdpd79Tgl3S4SlAZ5zg4T0Pj+5PoFdyAUJxTkdlXpeG2JSKm0mEopui4KT4i/k5/HRpGcvLZczmdYxqwIOXr/Dw5R7WGiXcWJnHwX6Kf/x5F3/4fCQYtDyz73zOKz8gPlN8TngJ4nBZg67quZKJzmV5fizxRaRJninNBhzRFVduzuPd9zdx+/UV/O5fXuJ3v9zBcBgIzpSHajZ8ijUVF65auHjVEsTCdJpiNFQw7GuY8NLr++LOUAYqMNBgcDhaTHDxhosf/c0G3vlgXoZWDx8cYf9FiKMXFEXkaHFxZXAB4mU7MJH4FjIZAAdoVoEf/rCOH/ywDrMcSM1iH4PJDGM/xShwMQwLePGpjxef+ei0IoynxOyxocvPBZGiHMgaMgDOOADmhs5h7YzLQ8Y+J5o1A4tNE+s3TGy9b6K0qeLRyxke7fjoPovRfZYgYqiWDCeIzkuhlFNpTBE3ywEFldmJIIZVGXSmRiq5QVyDiHPiJSzmAZwuYbETx+JiYHHAxYYWP9t0hfPwlxHjrTBXOUE6jKUJ8z/93Q38j393E7/+5AV+9ekLcaI4to4CcweqXHuAex9PcO9jT54P21Xx2kUD//AjG//+WxYOkeAACT78fYif/yKEWzDxkx+XceM1C7sdDzvdCc4OI5wdxegwt6BF/DHFM7wsOEjjKZJ4JqKX+jLzsnIEOS+rRBITGcL8O9vgRRPSLBBc4fmwQb4KhztfK2VtE5twvubwkRZUNJvlCXH6GhJxsOcZSBTLcGjIjXRxXcfCqiF51I15ZltqMqilwKB75KN/Gp6TTTNMvAjeOESxRKdYQVwl3d4Y3Z6HsadgPOGQ3kGh6kqm88KGKvXy6Qg7z4ayXkqeKJHWxPgZqTi0yzVe3HIXGQ88o1aI2SDC0pKGxUUNr99ZxVtvbsLQiZw+xd5uB6+2A+y+pGiFawEz3pnnF6NWtfDDb23hRx9s4fMHe/j8wT5cy8Tl1SbmFyswGg5iW8Nnf3yJzz7eQXkpxOLVFKU5umNKUDQX3YMxuvsjwbQ0SgbKBWK+dbno99s+em1fXPmLK6aguL1hjIg5QraOsq3j0qaDSxsutJKBma5iqGboZBFO/AifP/TwxcOJPNvE3dmGiiqzVlUVp69inO4y75xYaTbF86EUmztCHOC+46uIfS3PzCEqmzl4GlXbdOwS/ekgSmN4/hQxQlgFYvYyadQbqgLXqMM1mwinCo73O+L6WtlSsbylYjhIcXaaitNrZd1Ao6EinsWI/QRHLxMcv0zhT3INFZ8xOv7E9WcT8Q15dkZ9Zp8ZuHDLxPpVC/VaXerJly188btDdM8mufPU0KRBn8apoPQKJQduOYNd8WVonfNGKQozpDjwi4II/oyfj0gwNVyWWNMp11A6YVUUaiqcMnPXdUzHBkxGVTgBFCEFcIjCobYiCkufMR/M2zZSFKoJ5pcyvPm6hbdeN3FraxM3tzbw6adD/L//tI9f/uYYXppgwuZUaEANjNxpHLN5ThYfaSQRnECDE+gw6bSs62g0Mmwt+bi4HGN+sYn5hQbSeIJwOkClYGNzZRmlYhHbx6dSMYdrsY7JkI6oCO1WhBf7MV7sE/9qIiMGWskQqUSSJlCKieScukUFTlERxHwasTllQtdcGQJPgxEmwRgpkYczjrsoKFAFXUeEP5shFE/w/CWiNl7o2BgTygXla7l6Of/1TBS5/8N31/GD1+fx4P4pHjw4xe4gxN4kEURzUlDFRVLVUlS4z2YG4tSCl6bopTO5vPFyx9IKuWI8jtkA1kUckniJ7AP8OZFMJrmjpAtQfJfPkXJhGbeFlChUfocaYsVEwnygUgyrFMnw3XY5XMjgtTMEQzYrMlgGhV/55by8YKJB9/mSDtMKYZqBKJ6H/QSmoaNcpijRyJ2HzOX0mWEUyPorIqZERcTnIAD6/RD9Pi+aYodCEucivGjGRm8gVVywpEwKBrJInktiocJIQ1ZTkVYV6FEGw8uwajn45sU5vH2pgeYVFc2rKn75SRv/6b8d4+VzTySz2ihDtWSgUjLwg2+Y+Ou/sFDeBHbtANuTGF99rOGrP6l/dtSRQCMkDo35u6FkNA6OHQxPHCytK7jxdoL6YoKJR3R0gvGUe1IqF8EJ92eeWTUTmmaibrioGw4GAw9nnQGmU/6sLbhFE1s3TFy5YeLw1RQHr6YYtGJMetzXOQDOkbTJzEQ8Y+OcZ6QIqRojUXhnSLB6zcDadRPDXoyzA54zU0FLsmLDQGKamAURJtMwp9x0FGRDusuycyx3TvkhirS2VJBYmMHJFIPTyZ/TSXTXhlFm8A0V71Okvo/aiikZrYI5Tok8TzEjvnoKXHzNwcXbjqB5290I3iiUATAFsTZMKVXL8kF7yYBVtcWZqs0ovEjRHkzRGU4wnnGAwwGqgiIxmkUNjulI9jKFmOP+FHHMtV/NB6RspltEwWfw+/z8migWC3ALzBVLpXrjMfrjcY5FdxQ5t/HewvvL6CDD6JBOIuY+R/L+FudVuI1cxMLnl5hSliB7J5mc7TTSA6j8Pv/8c+HPRww5K1bwml8LzrghaGquEOd51KQDP4NbzN+P/GidN9CFXqPxHJKJeK5IBKvrQjWLSFUbZ8c9nB13MemGmPXzvU9EyKYGp2jAYV4O0RPEbMaxCIXYgLJdG7brYMoGV28mgjjBgMpZKBfmfh2nIVpgEUVwMJlTqojPVxM6MnJHQaYTBTZGqPsSj8FNlEP0gJmHQ0AfqagZDt65sYx3bqygXotQr4bojEd4edLF2WSGmatiZqkYjlWMRiqGrQDD0xlihRhkoLCg4e7rZdx9vQKN7mjmtfdm2GkPcEAndCdDr5PnyEuWfEWHO6/ALUEGA6yD5z72X/iI2FCj6KVkolQrwXEdtA48tA4mgkzXtQRGIRWRA4k6bDySBkH3Nos/JK77AthgM8nNRcqsaTfE+HiG2I9QmgeKc/nPX3oDFFIYruRmfr3O8R7CBgONhz4FzjxfM2+3ZslrINo2DgMEbEwFsYhVSVXwRnSWZIKfZ/GsmqaB3BGLoYNi5MILI0zCGNY8UL5I16QC3VeQjYHjxwGOHoeYain8QoaLy2V848IC3t2Yg+ezGR3gSWuIhyd9jKMARQoeVYiImZU6ughMiLy37Hx9npwpmJyp2FzQsTmv4/WVBt5dXcJqpSTZW8xBfzFoYXvYwvbAx/YgQrFQxLWVOVyZb6Cz3UF7u4OtzXncubUqMQwf3zvG/RcdnExiHNN5rLIhnECjqCkGqiULr7+9jLtvL+Hp0zM8eXomw7TL6zVUKiq8oIcg9jBP5X9hEU+e9fDZvROcjKaS3YqShvmFMhYWKhh2p+icDKX/MrdQRK1BN30i1TsL0D3zsVC3cHHdxdKciQkbSJMpdvYz7OynqDdquHJtEQtzRei02AYRzlp9tFp9nPRmOO758IIcO8S2DHs+jPSQ/bfAOwkEHc4BsO/lVVqypcrNvGlrWBn6LWaUTwV1KuKgaYpwEor4zCk5cAo21DgS4eQbiwV8Y72CxbqFtKLA01P8+rM2fvVZW8QPqkJRGM8OITIthiqIywyVgoNywZUIlFE7wtQLYddi2PVEojXoPFxa1bF108D6loPmWhlOxcHHv+zh4//WE3EE9xKuRVxj6YohrpmDakE4M26F5ypBiDHHO5TMQzr4kxnXxlx8xX9MIobPrMdcZ47KvIW5DQeGo6PXImkthlugsIWIYt5vIol9oRuQ5zXEFGjYiDno4BvMuzCjxBwdzUYNzXoNJ4d9nB72ERBlKD0zfm+5kyd/DcR+6jnymVfKSYJsRjEt3eUxiktAeY0CQwB8DRMFg5MIw9OYRnm483R2WVAUF2lsIBjOEAynWN0qS11bquFarYLLtgO37aHQGmOvM8SrzhDPpz6ehhHabDHWDOglxnRwqKRIREasBjKwmfpc5xW5K1ZI9Cq6KLpF9NshXjzo4fjVBAaYsW3JoCEfAPM15KIyfp8sgbQQlsMGvFBvOGiMhB5oO7kQS5rpzPYlipIsroyZvvl7wTxSCoTZg8xiNSetnb9POYaUFCAThnCmNUyHM0xHM/z3r29JHR4P8fOPt/HouIuwqiGuaiiXE5QrzAlV0XB1RGMFB09StPaYqaljbVXHzY0qXtuoo6G7yNgb4nMkBJAEtdEUteEEg9E4F7PPArxUHbxUbcxVNcxVVdghz4kh2v0Qn7QDPBhG0BjHt8x85xQmqSK8V/IsFukoNgIUmgFKFLW5JkqBg1K7gGSg4VE8xFfJEO+vruH9tTXYfohppw8j8nHrRgM3bzTw4Yf7+PWv91EtO7j72qLkrO8fd9EajLC6WcHqhQqYhk4HIgU2iTFGoHs4DiIchzG8QMU00EXM6tAVxijGgE5wBXbowwp8XF2t4ualeVy7WEepokgPWFdcGCjgk8/O8F//eRtP9oaSz2gvlDBvlDBvFvF8v4N720cw1QR/caOG97ZqqBkFVM0idg77klncCzwopUiGnZtLC9hcXsBHD47w+4fHIPHWLTloVgu43Cxhq1kSygIx7oOOj9b+DFqq4+KFOSytlHEwPJCi0MzSbZhqBU62DEdpwDCOoBtHUB0OXzO4uomaUoAZmeh3pxKBpFiKlMlnVjMEx3vv2RBfPh+hvuWidqUAg0Jfj+64GM/PhtjveyiWTTlXVUgdi1QsFR1xEW4slvD0aIRnRyO8aAXY7kSY6RmK8wqsCvvaJCvFCLopgk4CGhUp7na4DlUtuFWSPlypKGB84liiZEjN5P7Sagc4a/l4Y3MFH1zfgKtGOG0d4OjsEP3QQD9kT5vRJWyba0jrJuyqhU27iAtOCa1+IOX1Q/i93CgRVwMklRCTYSgZ53MLdVy8uopKxcW0O4Y3GKHje2gHngiFyoWSGAfCCfeSGWpzjvSjBuMM7Q7P8iqs2ISe6aBuRcofIQxGUGwK3BiNZ2ClXsJqvYwrTgFX3QKOWgN88vII3ekE6/MumhUbO69m2Nnz4auJ5Gcrbo4x1m1Ss3Tpd3GQwr5ZQlKY7oi4FpqPTPNzwbaQfHUY/P0k0QT58M1upHCaqcTUpIqFDBa0NM9aTqZjJHSlT/LzujvvoHGtjJXrZXzXMvE9y8SDZwN8+KCDw0GIjKInQ8MwS6W8Ec9aQLGWYG6Nzk8FyzUHyzUX7eEUrcFEMm1TTcVkkuHkVYruWYq5BRVzCyQmkB6jYRZkGHi8J2ao100pV9fhcFhITZAZIQSpFxG8PntU5xQGEtMMxouQOKpCS1QsVg0s1kxk0wiTDvOQaQLRoCUGDLcEwynhwSsPnzwbwkOA+iKk/u0cy1kTxLh08ipB/zSDlljQEkZpRoiVGLbJHp2N5UYB33mnge+83UTvpI3uaRvNOQVbV204SHH0px5OHw4RlTVEZRX1cgVz5Rq22wl++XSID1+M0NywBYk96kXoHIcSX2jaCWp0il5p4taVBg4POjg4bOO0F+FsxIxbdip06Iqe34NtFfWKivk61ZQpDhnb04pguAXoBVd6DXQqbyxX8NZrq7h9dQlPvtzD4y/3pOfJTY1xlRLtAlV6YbOJir/722X8h5+toO5OMe2eIuh7QN9G1rNxeDrB4Ss0xgcAACAASURBVMkEnlpGUFqEpznoTGfoTqcYTD30J54IqSjK9mYxOsMEPcYpaQ5MOrEoZvdCWOUMxQ0Fmzfq+Nn3v4m//f77ePiHf8XDP3yIcjXB1h2ugXUUtAZcDnxP9jA82cORDH1TjKYWCm6DmTL48N4xPrx/LERQ0jPsGuA2AaeZNxu5d3cOiJHOUKpruPaejluvmXivXpA6fRzg5HEARdNRmHORGhoOWgH2WwH0OIIWh2hWS1haaIj467jdQnvYQ6mZE0JXig7WCw7sJEMwmWEy8nHm6WiNNez2ptjpjCWSltFblYKGQpHCSAfOPGDPK7DTGI4XiYj3wXGM+ycR/uLSCr57aRn9jocvHh/hcDCG0jCg1Q00SgrqRQWFTIcbazjqxLh/PMXjXoir763h6jfWcLE6wkW3jQVdQwXzsNULmNkfSMWWgYiEYApZoymyYIjM20Xm7aB71kG31cH2UQ9fHfRx2B9jxp1WDVGvk9qcwiR1SwXaJzF2noXY247QXCiiOV/KoxtOfMyIgOYyKTkMhQxKkR/aHO00P08spoNiMd94+sMInSMFnWMGGMfQ7BA6mxOuJrmOkRyWcgU4ixmldimAUw7huDpsV4dP/viYzlkNrm0JaqVzEgj2UvgHXCx5iJWBLf8+d4HOL+tYWOYFNhNm93REp5QKb0B3Zj4AzpHG+eCXjTx+5V2GjUVxl3BgKUjWFBqdRQVFymbDgcp+DqJUHgK5QXKookhzSBxRoQEttsTZGMeBIBekS85upcyW+SHNL8vSeOD7EOf5nbzcSI4Uc/mIeHByx9bcho25TUfwN502m025+lOKagXi4wwdlRIbbhq0cgK1kGCaAVO+LezEDoDray4+eK+K994t40k4xZNwhu17E7z8hEpe4gd1UQtHM7oZIsADKEl2GxYqmy7KSxqayzM0lqfoHNjoHthoHQDtwxjjHrE/X2cT8z3O82dytzUdXvknl4tJyman/E8ZT8nhm+8RHR3s5bx9q4h3bpZgV3RMdRW9SYLH9yd4/GACnYc7Zrk1NZTmdHkvh2eR5FDWihnqReCn11bxs1ubKNYN7CRjPA0HeL7fxfODLtZKZVxt1tE6AX75+xHuPSF7PYZqcZHLF5f8csQfDhu7uROFQ0UiKvjc0B2Vu4BNMMSB+WZpFqDBrMZ1G5uX6rhwYQFLi3X89nwATEeQwiaezZ8rcU7AxmUXG5cddDshut1QMqqDmYHA50AigO+HwECRIXChkKE8l+HiTRff+tEyXnurgc8+aeGzT85wsB3geIeYTmYEU+mdK6hZiQyAbdiagmohweaqgh//VRk/+WkZA3+Cvu9hwtwCIoVmwP6phf1TEwcPIuw/DOENI8mv4eWJF1YqgcVqltG5HOeYN7KQgjzPV4wuRLqKgALYvG7irR8UsHbLxNE4kTp8GEhNB3wvc/e3UaKTgC4tZiQJk09cGMmMg4cc80zXUUIFuyR1Uq1L5ZkhQhLirdnZlmxtiy569byJR+wIh78R4lRHQrVukEINYqzPOfiP/3ALf/8Pr+H/+i8P8X/+10eIEWF93UW1YsgFmyr0J/d9PL3ny0Wdmbi3L9EBbOG/+7aJYwU4UoFf/y7A//dzH45j4sc/quL6LRsvzsbYbjF/IsbZcYzeWYZxFxgziN53kAY2VJU5JD4KNUWQjcT1ch2KklSGW2MvEryfo+giFCH2i65Hrnt5tjcFFPxcneNHZRjC6QxV4nlmzr8NgDk45GWVbqEcFeyWc9x0bY5uLxVN4gR1QwYedCsPzqi0inHEzIaDWb6Wna+f/FpvWNi8VJa89W5/hN5ghPGIOe0Z3IqN6nwB9SUblSZQnQNePhnj5VMPPpvKzB4l/cRm9muGcsWRIuVhOuaQKxUxAVXkG5uW1MpSEyuLc+K8e/LwAM+ftHHwKsXhbiKqNKoqqZjkwLNUNPDu7Yt4985FfPpwF5892sV8xcbbVxewuFTBWNcwSDPsvDjCzotjNJaA1cu6oNYUnUIfHd1DD93DCRwqWwu6EBZcZhRSl9ELMOyFqC4ZqC0bgtwnko1iGocZWImCrTUHV5glvUpEjAWlqKDlBzj1Ajw7jPHsIIKf5BmKMren43ACnO0FON0LZM8h3tR2uFcRPRHLPkNnBMUTxNEzkoCfEYqRhPutRKjNO6jNuwiJJxlPJAfXZFPKyXFapQIxe2WoWUXwtp1WF8NRH/XlDI0V/vyAbofYXB1rm8wC5bMQYNgK0TsBesc5RZyPAweHZkETtJvG67xC6oSKyUiXJu+t9wvYet1FOCE618Crx0O8uNeVqAGDDVa6BuhqjzjA4Gs1RWWsGlOoJl0sdGrlGBsiAi0i5GnypcLx3ApICgRdh3z/W2cJvAldGfyYcG+24I85EAhRKAXiYAgmimRL08lt6qrknXijGMVyho3LGi5umbh5pYBbV6k6rUv97vc9/Of/cogPPzqTga5Zp1uQaB668Dl05meRq1MkDuA518BcwcRc08XcXBHNGrDa8LBY95E6Jalub4TWaRdF08SVlUUs1MsYxx5G0UTwn+1egEEvX4f7vQQnXQ0n3Xw4IZc/ooW1FDFz3gsZMjeDQ0cZ0bjMMkuolKG2mMxeA77nYeZ50jhkY57PMbGBdArJesEBMHG8xMhzCyfxgs+l4JryAQqlT1TscohyZaWM//D9C/jh3UX84vc7+MVHOzgbpRgSC8881aImF2Fdi2Bo3Ec0JDCoIRLXAlWqdkjnlQJNGrOJOG6Zle4PFUSjDNEohWVqUnTrsRHIQfu/rXv5OYINc4ODHT6FqoVU5zAphlXI1xcW0bo8qwTjVAbG3KvEm6RkmFu3sLLlYmHdhJr9/0S9+ZNc93Xled6+5Z61ZG0ooFDYAZIgKVGUTEsUJVu23B3dMxPj8Yx7eiIc88vMX9Xh+WHsjg5b3T2yHWpJ1kJJFGmKJAgQO1B7ZeWe+TLf/t7Eua+oFuIGIiigUJX58rvce87nJNCKFL1uLGWaBhpNBx4/NzwXkuUlcB1mLXJwXp5z8pwZ9wpm0wTTaZmRx2FIkRLxaMgAeD4IxH1qNE0YjXJQqGaZDKkiZgrTtd0AwJgDolJnOVqKhmstCzfXXXzt20v42ntL+NWzIf7zh6f44tEUw0cRJs9jFBmJGQq+/aaFf/WOjZ3bCrCdYebmuPe5inufK+idFjg7Lc9dHCjSUTT3Q8lLnXYdTE8dbO7oePVtOkgzHO3P0T0OoZo6FEOTswKHLsz4pqiKqLK66qCmOpLRPJj4WAR0jKvSgL5628C1OwYOngc4fBHKAJgI94wOYGaSemxiEO9Uiju4GnLgplgZ9EqOzesmNq4ZGPVSEcYQPVtlPpSrIdX4GdDhixgkRjQukPZV5FPJSSmFhcQ8UpxSN0RgxEHf9CzE7Cz8Pb7YqllwW56IUeIpB8AR6msmamsmQj/GbFDiUkl44bOwfc2U6o8yHB3FmIwSJItE8iT11ISRmfAaFKHQtcsmsqgXkM2YSZxiEoSYBqHEJSS8gFilaMOpaPBcB65jI1okQuKRzymfMTlHU7iVl5+RBb8fEx5z5mwbJkWCZoHx1Mdk6kvmoJCtHRWNJQfNJQdnz2KcPU9QpKk0KNwaqRu6OPC47zIihXcRuYEkKnKu8SHvSHTClncU/v8iwknLBiHfMWmvCx2Hd7tchta/p5XIuZTCPjrJ+JaU969SggZxFBs6RHTH3GmTwx3bRWHYGPbHGPUnIoAJxqk46gSiRIcBnc8SS1K+xtzrgnNsLdHOrGiUIBwTr8T9k+NrCgMooDsfX3M9k2zI0sEn53ySEDIdWl4OgC2da0mCgANgjcG3kvdTYsTnGVS/gDFTsGy5+NZrF/Hua9swzQUMc47j8QSPTsc49BeYWZkMp5LURJIYMtT2e4EIHQR3tqTh5o0qbl6vwFVN6JkhGbGPjwfYO5thNmXMBp0RDlyVwyGKZphRqsjAoO0YeHbfx/MHc4RJBt0FKm0Lq1tttJZrGBwFGBwGWHAPCOZQzZJGxDqf30Jl3IDJ/Zd39XKoNefnnSQIuhgTRfDhfjdEFqVodCDFIQmLf1clVjtXBaMdT8mN45rEeJ0MqUYhqwavwc+HJc8VfyUkbBExSZQ8xdJs9M85UOOA2xSMHfPkZALNZhfxjhMNsYz1ctS2DKxct2BXVcy7KebdDOGJLlVQ19EosL3s4tWVOl5ZrpVZnkmCx30f93u+NL2Ie08o9AhVBMx3p6iAGbCMc2C0DR26XWB+Bly64GBn28WN9SZurbXFddwbce0LMEWCKWI8H/l40qPKVcFatYIVx8Fwb4bR3gyXLrRx8/qa3DFfvBxj73CG/XGEgzFdVhT+5dCZuZznqHgGLl1tY+daG48fD/Hk8QhbSxW8dXsNF1ZMxNEYWeKj5tZQdWsy7Pj4SR8HkwVmSoa5XmCp3kC70ZCh3Lzvo17TsXu1KbnLZ72ZFMX1rLUVC7uXPGx0TASL0rn4+GkitbLSxJ1XN7C5XofJQVeW4eR0iJOTIbqTEN1pDD8s7yiC7RZCgIJKXUO1SVQ+RViZDHTpBl9MCtQ2LNTXLdSWmPVWNjDPDuc4O1xIvEyJRwZy3tsUBbbH2AQ2lWOoWoKvbC/jD3bXsL3soFLlkDfC3//qDH/3/hlmC65VlCXzLkRCXEli4LmjXvUk1iSc5Zj2mXlXDoCdJs+HjMMCtq8YePUtB5tXLBiuiQwaPvzpFL/9CaGpvGtTWMMIsnK7CRcxwgXF4KQ4lXm8X5JoxA0cU0SUYjFK5c/YNQ4IVKEcBRO+YOV9mBEonYuunI97J4ya4GCSzlXe4bi3lljNcl8gAciQYlZkkgTyc/Ksz35ao14Tp2z/bIbBmS93WjFQsO/ENZ1nQJobKFBydWgVvYwE8mOJ3WA/iOV0FFQuaCJIlbzwXMXsJMGMA2AHcBs8T1AY7oh7TaWbdFFgZ8fF5R0Xt1ZruN6oY0u3MH85kHo4nODhcIoXaYI9LceUr0ldh02MZaHDKgwhGCVaIkhWDhn48a+1uJeb4tS1DQvjXoxnD8bo7gewVGbG2pI7TfoXB7bSs+HnyS3xo1+S/jgAZpFow/MDRaUcANscADNO4HywrzDjRnoP5W5X8J5J0hBNGykpTnxv+drHv+9tqTrPdpYQbeZDnvkC/PlXr0kdno7www8e4bOjPiLPQOLpqNYTqaW6gaWahXim4Nk99nZS7O442L3k4LVLLbxxqY16bmBxlCLmc1TJYVRyOJMZ7KmPeRBhnKQ4iXM8THQ8jHWstjSsMC4tyaBNYgwnCT6fZHjEHtFSgbydQ2OMSkTajop4aiELDTTWEjQ6sdwXq66FamyhNrKRTRXcj6Z4EE3xWruNu4yP4Mc9ilFRge2tGi5u1fHzD47xi9+cSKTTjWtNGerAD6BGEYy2B6PlIiEdJymQajGKyhSJMyMBGH2KclMSPnQUiUoDJI/b8ONCSpsHUOchrqxXcXO3jRs7DTQbhgxdTMWV+uCjLn7ww6f4/OUYWseFvuSgolTgqR7G0wV6oxmqZorXL1h4bcPGZqWNzWobXzw7w4cPDnG4mCKoZlBqGtYaS1hrtPH0xMezUx+FksFz2bzXsVH3sFGvQKV71kowGQbyLHLv21qrY2XFwyAdSPWHKQa9DBYquLy0jQvNFUTJPqJ4XxzqTp0DXgsmTQJzBYfdGY5Op7CbDmzGsfAuRIFGUuDkLMZxL0F120B1m70ADUFPw2RS4CyKMYx5RymVeVakwglULDkmrmxXsbnq4mAc4GAU4GCYY39YIFRzOM0UmptiHibwQzppdRixBpskCY9iEfbUGPGgoFltSOl5hpwxjWkivTfu308Px3hyMMErO6v4xu1tVI0co7Mz9LpdPPcTvJglqDpVrFTrct4ION1nrrfXwIpXx1F3jqPTOXrdCEPmTkcZ9NUcxmohWdgsr+rBW6nDtC3kixRpkGAaz6VEhMiDZUqxcwgljlBr2iIc6Q2B49NCeilaRkwxYFRsqWbDRbPhwLFTGPoChhKX/ZxUxaXlmlR3OMJnLw5wOpqWIg/FkJiJo5NY4tPY56EAj2coruEUYyupLiIjfxrJndCwbIlcSktmp/RQGa1nkirGc1ihYsGYqiCD1ShgNXnupQmJgm4Lnkk3qglHT6SyoEDMO0FVhbWuo75p4luug286Lj78ZIh/+FUXT4jtN3REJN/QO8f2AO+nhYbGErC6VUisjZlqsDId03SBWRaI+UZzy3z3s8My1tOlUMFmjI8O26JztECf0TLTBJ11C2vrFjzDgq2Ud9zEjKUPNT5LMO6lEt9IEiwRwURy817jnwGzMwWXL+jY2aKUh3SMBD77Okc5JgMFa+t1rK03cH/fx28ejjFHJL07lkRH8CuRDqkoIiDsHWWY9OieMcgCR2EVQpyk84x0MVKZ3r6zhLfvtOEWIbwiRL2VorVWwFJShC9jBIcxBjE/TzGWWjVsrDTxfAj8+IGPHz/24XUMeB1TxPoUk/FsbGg5WnUdd2+v4O6tFRwed3F4fIbjQYyTkYLJgvclTe7s1RqJsxRv81zC/m2GXjfBYJAh0zzkmotCiVBgjs0OMcbruHphBQ/u7UlRdBfmiswYaFLivj7p0nBU4P/+dxfxf/3vl9Cyphgd7WEx4PS5DizqODya4eDYxwweImcZkenKgHBRRBhNphhNp9B0GttUEX33pwl6E97BDdkfSDLLacCoZXC2M2zfbOF/+e4f4y/+6Ht4/Mt/kGKE3KVXV7C8tQTH3IBjriPqPUF09hifPxri15/OMZnbuLF7EWurHfzTr17gH3/1QiiJCftznPe0AW+ZJs7SDzI4KNB7lovJY/drBm7eMfH1ZVvq+Wchnn8WoFBNVJcrUEwDvX6E3oDE3EJqre1iZ6tOPQVeHPdx3B9Db5rQKUBZdnBlxYFHelIvwPwsQi82cBbr6C4S6d2Ozu/vpOmsdSpYW6ug1ob0ufUkBiY0JKV4OQBeDBVcbzWlxqMFHu/30F/MoTVLY8hK08Bq04ARktCVY2+Q4NNehC9mGe6+cwF3/+ACLjpTbClnqNHfM2/CwCW4m38Cd/NPERoqQl0Tk1uWhkjDMeLRQyTDhzg9OEb38BiP9s/wGQUI4ykiJZL77Oqqic4KBeSG3L3H/RT7TwIcPAthGoxgcjCZZRiS+BSRLMMBMFWdvHgSGdrK4LZywZayUczmwKSbY3LK3FkgJGKQuXzNXC7/dLlUHAthwk1dE5wKD6yKxgFxAt2im7DE7Ip6PyFuRpU8VF4gBycJBse0PnFie97g4cG7tPRKXdjxsH3ZE3Ra93ghOW3Rgs4L/vnz4QgnyAUvE2VTgJdQ4sPEvSMHYrHmlow5qvjZJCOqzmOziugsnnHZYKZTj8sWRI1F/jtRGGpERC7zSUt04pfKaTaeOETjRVnmi5ylCVKQPzOHirzglvlIHPZoVjmA3tmtYme3Jgqc8SLFdJFhMkkwniRIBjHiQSL5n1SvM69Ab+bC72dOlmnYiOmiO4rwyiULf/JuHe9+s4ZfDif4BQ/en2U4/LiQ3CCvmguzns0lKrB5+WTV1020dx1UVjWYRgTDjHD4hYqDhwqmPQ2Bz9eXQ/lMMr7YHNU1DvdKF9GX2SrlyficUyvxy6UvWIbi/C0vh8A3d3Tc2DHgNAzJhZjFKp59EeP5wxhKlS6nFA5zUpfLPEfmqPndBKsVBSsVFd9/awv/0x9eQmYX+OXRKX5+cIr+NEBvGqIamWjFFqZ9FY/3Mxz32YSmvZ3uujKXQd6YtMR4KxJG9yV0kj8LT14lBpoN6LKJVf5Mt99s4Y0/WBb0a/80ArHPR3szHO7P5CtoJh1JBdxGjGobWOlUsNypSg42iygnDue+dHfKHI85Y6MMjaaCzraGC9dsXLtbxfqOi3/5zQIf/XqBQT+UDCY25uhwtC0D8TxCtIiQh7w8W+i0TNy8YuD2DR2vfkXDq19VMfIDjOYhfAoYFB39iYKPPkjw0W8TLEbE7zKalJdNIo/KDDGVjUxOVlQ2a3m5YlgDD1CFDO/1SIVOJDOxemqO1Ys6bn3FxKVbNpymBadp49mTOZ4/9jGeZIjYm+OA09IFuy6Z2lygsvNLKodcGW+95vlFLhUVLhU4SUbMjIE4Yb41ZFjA3EYiWFVi/ugM5oKpZlDpnISBDKYoPm0lwfamhT//y138+b+7gr/+j0/w13/7VNSbl3dNaZD4Y4pHChw8j3HwjN8XL8oK7uwo+D+/r+N//JaGE03Hqabhxz9P8MN/ZL6iie9+t4prNy18cTTDw+MZRr0cw34uYpSISKMp8c8a5iPmP9MZU2YiMzOLamzBxRRURqZSzOpUA+KyKag5d6+cY7lKuJ74cOQ5LN1wZZUO+3ORxbkIhetSwWzSuiIX9rVtF9tXa5Kn7Xp0eWc4fB5KzfoF5sNS3OILaow4LuZYlcgWLqOVioPVtTqqNRvTmY+pPxfqw2KeoLZsYHnTwtI6HbUFTLvA8X6E471IBsBc93hQ0cxMBtLMxeIA2KeIqB/BczTcuFnB1WsV2WQ7nYq8D48/m+N4f47RgPl+IQLfwMLXBW0qCC428hQiJwus1NtYqbXQm05wNhljyVWwu2RJU+0sVUBiPdGUuhmh3XSwykupoWAez7EIA2k6S+OZ9NmcWbMqqnUOrhX0jhKcHceob6lSdAWlmSbDz6SXSVWY2etouLJt4bWbLto1VbLDJtMY9koD1nIDo3yBs3giDbS9A+YwUPHPLPYMlmdIs9TWmfFH4gObVQlmgxLjJk4dOhDFCc7/VK5Fy5u2vPakVExJdCCShgc5S8Vap4b1tRpGvQInhxkWC+7Bc6hGAMsrnQsiQpmrQpTYusADgoKDRzH2H8aCVWVJ5AEv/URuNl2pZBEgDgLBK3PYtbRm4yt/1MLNt6p48XCOl1/M0dtPMDhIEAVUrjO3ks8SO07l68scOir3oyCSzzy/Zx5ApdXF5ljbQnvVxuqmhbULGta2NVHWBosY/WGEk36I7mmC/mGO4THx/hayhYlKI0O9nUhzlcN66mtUAS+ZiGYZwmmMC1savvGHNl5/gw3QJjbWWpj0EjnUf/DhEL/8zQCfPpyh2iGy2YXfj+D3Q0H7nicfyNmC5IBb12zcvm7h+mYb19aW0bCJz58gCaZ4MYjxYhBh/zTE3mkkQ+iddRfbGx7WWJsVPDoY4NF+H6Mx1/IcUcAt1kKaWsijBEWcImTjikIvupg1DZFKlCeRnuzwcY/l8JFOceb2qVCCBMqCWvtcMok4/BD39pcDYKISpVHJdaYUpnE/FMCKkAbKzGU2zDh0v7ZRx7//zi6+c3cD//EXj/C3P38sBAA6UiRxk4NSPSvzxGyqWR2YHhl8KjI3FoqElWowue9pEXI1kgy5cFIgHHNgBqR+qTK2BNeaIy44fOTAiQPXc9UWz21ZLoNUmftRWcLMZ4eoP0BxCiiSeZmLoprnG4VklAXDl6isztC5ZGDrqiWO/nI/UXByEOLkgJgVZgbb0hDMU8YesFFIwQLdYXQCUfBElDZpHUxWP8+z5dnmvEnLgVK6KNDbD6VCXUdILLcIzc5f35SOEh25HiM3YrmgahGTLxShA3QaJr7z7VV8571VTB3SJ0I8P/Tx4U/7uPebkTjSldjAlQ0Nty5puHVTxa3XFCxdAB7TFTBK8MkHBT75DTFebLRybSYmPZTyhxpmQw0Xdz288XYdrgc8+HiIZ19MUF1yRCGb6TEihKIK597L4plXExwes9PVEpUYxjCsFJdvGLh8Q8fRC9JiMszOSoSkZACLcISvC5CxiGBlFAjjUZpE4ypYv+Zg/Zot6+3+k0gyez2Teac8txP/nSGhKzynYldBOKJwoGTSCjKYkQrn53Zi4rkjltm/vGCmSDQOwkw0lz3B0mYLZjKyw0T3uoqIMQBn3Ns1NNcdNDccmMTmWgkG/QTdE+ZUkirA5inNqBwe6li/XMP6Tk2ayv2jKWajULKiOchgbiQdq7mmoGD2p01UJukwvGeYUpI8wjWfjU8OYoMCySxBMouRaAIbkmGkoZSZ7mWwDZ3ppYCT2byg8LamYv2Sh/VLLk72QpzuheL4ay8XaKzokgnqtS0Z2HI4qvFrqqUyXSs0qS9JRWyv8JeI40hhIC4sCoVYk1EMSZcDXQAjOjQS+H1mMWdwPB22R6cVh8PMFi/dpXwziJYmKo4YYpPrF132NQNqhWLIGDFzuQNmNme/v0/IeedcXGo6HAiZktMYMb+u4HClFBbREZ6MS2eBofFfIqKdX6dEghLDSocy/yzP/+XXpYaKFBpmDmvS0GTWdFZLkVvZ+TCKDdhcKAh6ABgBsGzZ+Oarm/jmqxsiTmI9P5vgdy/PsDeeIbQyhCbfe55beQ4jK545YYpQIry2gYsbDrY3HFQsA7amYTAN8ehohIPeHElkIY1NebY0insowNRiOa+wYUrU4uFzH4fP5pIxFReRfL7XLi1jeaOF7Ny11+v2cXpyKiI5t27CqxvQ1UQanSQhcMhlVSzU2zYMR8PZiI1yYjVpBCDBIJeMbTbQKOqrr/DcxSGYDsWiW5g91wKLfopoRNKCA1t3oTgMpQ2hC4mE6Fkd81EuJf+qmokThLQtvhPRTEc0JeKdETGcuTOpOxNHTzrRxIVGAYNTVVBb0UWIR8HNwZMA/f0Ua5VVqQrjVbwMq66CTUfDmqXKOXUy9zHINfSh48QPcdAboO/PoXsWNM/GIoowjyL2pFEjWShjHivvRQXu3F7DndvrWKEL0SY9JMTD533sH0+xvrKCtZUVvOwN8eDgGJM5m8gKtEJBNIK8Ji3PwHKD4gK6nyE5a8eDECeDUM7CdJDqBiMEOFxT0FiuSPGzy7qy3sQ3767jaseDHYXQ4wBzNYCvBjiNUxxFFNtGOJ2EOB1H0BMHeuyiYVMsAGxf8HDjFTrmTLz/6xO8/6vT8/4IY1ZU26h0KgAAIABJREFUrK1qWGpRnJ7LPv/8RYYXL1KsrNZx55VVbHQ8yXzPogRHJ2McnkzgpzkWRSFCdYrU5z7X8VL8wqY7z23sCyRBVIpqxin8cYb6hi5VaTMCpxw+dvf5c5L3q6CIVChCe+PKQ3dfLnEe7TUN7Y6Or9/axbfv3MBGzUA+eYnZ4AB///EEP/h4gkFQgMRNfq7FYURiSlZWteqhWvEQByn8Cfe/CFaN62UhsSjxDLhyx8Zb73lYv2xgEWYYT1N8/psQn38QQlUpCDVFZEiHKR1zJHUZJu9hvC/weF7GETHmQtdsaKqF6WCOaX8ud1WrUiKS45CvC88M7AVRkGuis1UioLsHMQbd5Dz6pRRKMj6BvTHXNWGbphA6iJ9MBU/MKKxcBp1sBpMQQacsqU2LWSwu5XiRyhlIxC56GZXCojvfcA2JKEvDAGkQIj/PpGaz0lplk1SFWlNA0nvcZ5wS0ZvnuGfmPxqMYzGxVV0uywqxaUbYcHSs2hbsQsHjwwGeHPRxmANHeYGhmmHGvdjkmYr3AEUiPbizyRDH0ORswX2T+zyFyyyd3zOb3f0YR89nGJ7GsDQXlsqc2wVm/kJESuUQ7Pd+BNiuCYefc0YZMM4izjCfxuJ0IQKaNDzeQWhY4DCd+7Lc0YlfJoWMPUnDlN6hwV4dHXI0AmRJeeyWiDh+DQtJrGHeD7Hoh/jf/uA6/vIbN3A6HOEfP/4Cnx72MC0MLFQNTi2BW09Rqxlo1Jg1q+D0SYrZcY67u3XcvdzA1baFy3UL6STGy8cTdHsL6MsFtKUCHjJUCkosVSiqjlkMaSR/ehZhqU1CoAGvUGEvSGhScBirOE4KzKwAU3NR9rH43MYKwlnpvF+SwYqCquOgarmo5Rrq8xTFPMGD8ULqatWRajF/EzoqhoFm3UCjYeDoZC7FuBajoqPtGrhm29g2LYw0BSMSF2JSAxagEtTrpLCWMvSZO8r8UZIUeQYBnYSMrlLRm87Rmy1gI4WFFJfWPexu17GzWUXNUlGzNHGBm4qFf/l0hH/86QnuvZggcoHIIXmE7nAb7YqLlZqLZU/BurvAuhtjy2pIffFygN8+OsVeNMO0kWLuANmcA1kbFzbaUmoeIPZHyOKZnG0o1rbcHJZDWkGK+SCRc0S75qFRtZE5OTI7wxePfXxyjxQmBbfWm7iyWoGm+dDUWYmSZxwPY3FgIIyAp0czPD32sXShhqWtOmwi0ZMIRpbBdSgWdMEAe6USYzZhpF+BxUKH4nnIbQvD4QSD0QQ1vYKW2UTF1OGScGREGAYsChFdRKggouM3GyJMffiZjjlzqOsOlutuefeh6TxOcdrzcXrmY3djBbvrq1g1LbQK0vV5D9MQRzk+PjzEx0eHaC1XcGGrjYapwwhiFPMIDxczfBFMcW1jFW9e2iIkCmenZxiMfYR6BaFexeHJFAenM4wYLTjg+6ajJXEsDrYdE9uOhUWW44iD6jQX/C9Jasq5Yrk383Eynokww+ZgWycZxhCD2WCsoNtTECYpDDMRE5rlWkKOeeetr0otaRG0wR6S/gm6T8tau7aEtWvL6PlTPH55gP3uBL25hsFCxSwspDJNRa6rUEnWEjKagpwUQworFpxHULhE8Y8B3dGEjBJR2Bgk4nhlL7Ra53BYR5gkCBIaWEgQZbRbeRdwLQNrqy7WOy521uu4tF6DxV5WkiPOAsxyH4mywKvNNl5ptPH+h138558c4MHhHJNCQ8BBKWcbaoFWxxKTRqdjYXPNFJHWk4c+nj70YTFCqVUINUOhyByqnEEZx5WG3Ie455WkBO6Pg1GE8SzCxpaOjU0dtmbChCWymVgJ5WeZ9tjDytFsWpIRX2sCtWYmM5C9+wX2HhS4cQO4eZMCA02ykacD4P4nCfaeZrhyxcPuFQ/PGW30dIYFYjSWczRWSBIqKWYiMs9N+H6BIUk7gxSpr0rpdQ0G9w7+/MhETNEyLDRNC69csPHKto3WSgarGYqQ3k0sGKGGw4MxDg/HaDcr2FxrYX8M/OzhHD97PEfsFYgrJN1ASJgFB2ZJjrqr4407S3j9lWX0Rj0pOjz3zzQMp6SCFPLeLy3bWF6y4NFoSJpbQaMH9+sMo4mJ0dSEW0lQb0TY6lSwu76CCystPH1+jKfPjzAMgUmqyxq7tGaIgGmwF2LwMsRf/dsd/NW/2UFVneLs4CX80QR5UUVR1PDsxRTPXsxwNFBxOmFOu4XmEsVVGvJkjjyew+IZo+oiVBSM4gT9RYzuEamWsdwFGBNEakDnloqrr63gz976Hv7V176HF//8X6XseoTOq0tobrXgVdbheesoBk+B/jP85ndD/ODnCwznDr71tR28cq2Dn/7yOX7y/nOcpjlGJF9WdFQbpMOw/0d6bIrpSYHRQUnzWLujSH/hnW0P71xwce/BAvfu08FMUVEpyA8GGcJhjo1qDZu1OlpugYYTwyJtTGh3OUJGJTkKVpoK1tsKDMaO7CeY7ycYmyZGpgG94sKqejichPjwSRdH0xmuX69ItWsK2hQwRiSRhdJTZFaxPzMwmhYYzYCBH6PvB6Ls7yxr6CzrWF22sbpkI/EzMTK+GMa4N47xJMjx2psruPvmCnacBNtqAG2YYPAiQzRrYv36e1Ko14B6FYXFQYInM4J4doBoeoCTl4c42TvAk6NjPDg5wcGoCz8eIs4m6Cyr8j20mhS8uCIM7B35ON2bY9DTMDjT4Mc55hRzyzxB0Qtp2BPrYypoXMhQ32JuWXnh4x4+PQCmhyX6h7hnu65IE4dM9obpoGLYCDJdKslCxDkxbGxAE31E5xCbz/89U5DoPx5oqD4endLKT6suFTUc0jJrhmFgzMwtsXzblyvYvlyVfLaXT6cYnNEVQZWFdp7fyvZgiYstB8CaVKakkhlHZSAPxDzUi1JdLVAw48ooB7LE/DITwK3SuaxQCyjNvphqBV6W2CukUY4NG+Z0sh+ZsAnLwTL/wTIIvez3CTyTPoxzbHIsynxmeMplm0gtHbhyqY6rO3XonoZQLUSR3Rum6A8ShGcBom4gzTRe3kk70pmd2ACqhoeq6SI9ixAeLXD3sol//Uc1fPe9Cv7pZIh/Oh3hxacqDj9iDg7gVGMYNlEbGuJYRaNaoFEr0Lygo3nFhNVUsRiVbtv9BzkO7lNBJWyHc+cJp3lJeTbW2WhhPmOZzyf/O3cYiVr2vOHJhgwvfNIkpSInL3BpA7i4QeGAibxWPi+HT3McPslRuBEKJ4bLvM1VOlEVDF7G8I8TXKjo2Kpq+JP3tvFvv7+LoRLhB797gb//5AVIpWJsktIHtFNIY2EaGAg4eLDi3w+AxVBOVQ47bMxVLQ0H588MJ7J8L7USgcl3XiHaSoNd0XH37RV87VsdUXl99P4xPnr/RByXdLnSocCGh1snYpYD4AKVShVepYqjAx9Hh740uYgO4s/EwYRCXPEwQTZMsLKq4eJ1CxuXdSxd0OC2VHzyIfDJb4mLLhVkvBwbsKAXJpIgRCJsFQ5BDVy96ODdb3h48w0LKxdiLF9IMFnEmAYJRqGGQWThqKvgVz/x8f5PZuWFVTck2zjjwYSZsjzUMC9HN+RSxst/ygkuhQJ05FEcEmrQmeXH+blZoLGq4MJlDduXTWzvVLG9U8PemS81mCbw6TqJlHNsooUonCOiE4CKQmnVGlAKF2puI4tiyVeR4a8MgIEwMwSbmY4VKTq5iU3ngDKbKdKQLQUJzC0kMtUQfn/NLbB9wcAf/+uO1N/83SH+5u+OBN+6c1lD1dUwPlMxOlMkp3zIdSQvM35uX1TwV38K/A/fUtA1DHR1Az/+eYr/7x8SOQh95z0Pu9cNPDjwcf/Qx2xUYDo+d0ymCpKQwglg0ieuiMp4ftCZl8LLO5tpFDboZT5UkiL3C+Sz80YwP0ZcE00NmqXJ88dfpS/6PGf73A78pev+3Bssny2a1jgbqi0DtSXg4tUqrr7SxvKaIwgJDtHufTjBZx9OJNspmkIaVJJ5xH6zYP44/Cmp+47toNGqwXFtLIIA8yBEFBB1FqG1SuyzjvY6Eb+lc37Yz0TNTndHSlQfl2+jELd4vW5JBdw4RwlabQNvfaOFu19poOJUBfX1ix+d4Yf/6QB7z2YlwprZhKotzRVVpaMxR6rHSPRYckDz0EQeWGXWnZGibmZY4TOiFRgUKmaahrUtDetbGmpmFRWlLg0vZiTMFmPJoGZWtR+Uh3tiOBlTwKbO6V6M7n6CpSsalq7ocqgs6AyKVUz2Ekz30vPs4QI3tkz8wR0HmzVgdrJAPI1x7a1NXH9rE31lgoPgDAfDBR6+yPBsn0r3DAGHipxq68w21USBytzWWT+Wkr2HgzA6NM/fjy+x+stbJla2THkuxBnHLFX2UWwVly4uC5bq5VMf9z8dYr4I0OxkqC3RtaFI8VnnsK9G5fOaBksHHv8uxePfJWWkPTOez0UGFLZUlqrw2jXMRz780Rx5wqiFHOsXbbz9pyu4+VYDH/38TGre44DGKId3EmLPfEY25zXJ6GUmKF1vPnPZAuYZ09VfZl5T9by66WJrp4qdax4uXDGwfUWX7FEi80fMS5wEOD6KsXc/w9FjkgR0QQkyi6TaouCnxNgumP1JuW5mirvHzHPcvK7jj75n4StfraDqrqLireDeR2f4/F/O8Nn9CR4+W+CgF6PW8VDrVDDuzjDu+rJOMs6HzwUHDRQYvPGmjTfftHBjZQnXWstwch6qxuh2x/jk6RCfPBvidMrLoyXr52ozwVZHw63rHdy6toonZz087vZkCDBfMCuugKWzmW4jCwNkYShZ236uyWV9lhqYJxT8RFIiAiEtgRdMnxgswIoUUdKT4B/TJWyef6Z5nDrnD6bE+yb8u6XzT9yA58+DOIIFd1zmjF/fqOP/+O5VGQD/h39+iP/w0y9EcOfkruRncnpVKDFSN5Wy6xV49Ro0T0VuhcJ0o9rYzOgdD5EqkTRP5PudFkh9IJ3zM86hFDMqGb/BPLYyS1K+n/IAUXKp6aRlF4s/j67AsvhMlQOcwimQ60RZcdAFpEMN2UiDWc9g1TN0LqrY2NHRXtIxO9IxPdJxehji9ChElqvgoIn/DgdSaUL8vSKZ11TFM1eTGCfHZf43kZfl71wved4hWtRmYyDIcfQ0xNHTCNNMwySjc7E8I1AQI87DjMjoAGkagBwC5kzzlMioEdNU8e5by1Lrt120b9k4nQX44T8c4ac/7SId6pJxXPcUtOrAa1dVfPctDbdvKug6Kbpuip/9U4Kf/WOK8YRuP04adKRZJMVnjAjrCxdreOW1NnRFw8e/6OGLj8dobzhorbvQvAiKs5ABMHOv58wo4zDVp6PXhl2jWjlDSJWrFmFrlwhNHSd7wOlLwO+liMZUSecwHU2GQczFygISSwq5RLNpUumoqK5rWL3sYHXXQfcwxd6jSDDMDN8QEXdGnBrFe3Rwcu1VsJgpMghm3jOxYcwrsxscLGTy5xmRQKEdhRGRniDWE1RbBpY7rlCMVMEB0fWYY57nSIcp8l6GasPAyq6Lpcs2fLrrJnPZy4ZnmTjZMp/n/jKyhgSNjd0WNi+3MO7N8fJ+F8MTX/bQL2kd/HxxD2cTiGi/gpEaFh2SBoxqiaa02EEiMpXRAsMUYT9G2IuQVYCMlhtSDrgWyzWIqDnejcpYGYWCMhJVmiq2dm1sXnHkWT49jkTs1dlg1g8HjxU4dbdEZtINcR6fYWqGuKNMRp9wf+EV7bwZS2EnB8Bcc+d+IJhY5m3SFTWfUnEfiUhpfMQijpSof10wmSGFPTy8ldo0yBWOZyv+J6Lgia2uq0L64UebDR3J+aY7XMgDpfiI5hbSpEiNsBxL8j0T5nshPT+nANlYQTZRZSjPdVnyfcURxjWEGHOKzzR5DrnMCfaQ97iwkLOj3MN47nEVKG0NDNstGCEyL3G2cv5gHGtUYNmx8M6dDbxzZx0xaS0F8PhkjI9f9HAwmSLn+sPmMC/o/CzrKJuSngqTuWd1A2tNC52Ghaqrw3U1DGchHh6OcdQLoDFlu7Bl7eI+yFy7OA/lZ1q2l6T6x0T8zjGbBZhHC3m2VraXsLTegqvbcDQbJ0ddvHxxiDAhYcSCU7VgaiFMPZLvi8Npp2ZhedOTJuXx6Qwnp8wDKvVlFBCSzEPXTF1U7+U9lnh/hUj5CodhOXy6cEdArVJDzatBr0ZQK3NBKxJVx/P98CjF6DiBzbxwT5eYCmIwqQROpzrSiY6FWmAhyNYcNhkS1EmHmjRU28salpaJDiceV5Mh2KN7C8H+feXmFXz11lW0rAI1JUJVSeAVGewsxnF/hOP+EKhXoK000Q8Zr9DD8WgKvarDqBqYzgNM5oFgaD0KIuhqZjbyQsGrd7bxKl1NFYo1A3T7I3z4+REevxjh1StX8OruVRyc9fDg5R56o4k8V3TFZgHPIqSEMZMuEjdXreJJbmx/GGAwDKTRTtEbyTi8z1AYYnqW1PQkl7rSaeDt2x1cW62iluRw0gSnWRen6SmyuouiVUMvyLB3MsPLwynCgYFooGNnzcWNix6uX6ng6q2qDJr/0w8OpEoCgYpmE2g1cukrMWOczzkjkw72M3RWq7jzyhI6y7aIjINZiKNTH0fdGVI261xDHJoUMPoT3o8pBtZQb9hCIGB0S0q39yISasJ0HKO2pqC2psJrEetexn2cvoxx8iKBcu76E1Qi4wZISItjkfJu7FrY2LXx9Vdu4N3XXsWGpyPvPsL8+Dl++GCKH96f4chPMCAmmfHRHPYVpGuRdEDhrQvP85AmjBMJEcfh+aDvHFMdKrjxuouvf6+K1W0Np6cLnBwFePp5imefp0IcctxShE4RJRGlEkHWIE6fBDqeUYh4Zs6sAduqwDarmIymmI6mIuBgHJTGuVYJbZKoCOai1xs6lteIryYNKBbzA6k4xGPTUJBSdKLR3evBc22MRwHGw0CENRxoUqjLgSVdyJ5nw6uU6wb1cSEby1MK7RKo2nmWX6m5ELcyXbwccmY5HfkRFO6lc0D1TKh1E2pThd4poLYL5KNcyogVWKkqOEFGVTXqJm6tbku152MsLSaw6Q4sCvhhjH85Y1bzGGPHluLgtzASyfs1tVyGEDqZg4ohZxTVssXVFXPdLkirU6XIweKkfTbkXWyOST+FY1SkxoJD9uWz96VDm33KJC0kIqdS452RrwnFasz3ThDMM1iWA8uyRdweR3QSZSKK5UDd4HGJWHXDQEHXNLMqVQUWs5dFqRWXNEGJ8aY4zkQc6CIiI43iL97exV+8fRl9f4KfPXqGe0cDnPkqRqEqw1+HZ1GPg0RLep7z4xz5GHh7t42v7baxohVo5MxG9/H5w4FEAzibGpwtDZ6lwzM1VEwDnm4iThR8vDeTErdd24BbGHBC9ht1+KqBmaphlE8wYtbbef4zxc4cJJIG0l4zpCqmC1f3UCuAZhpCCUM86YV42o+w7qhSDcOFa7hwNJ7OMmnUe/xeLAPTOJYYBE9R8HajiVvVKp4vEjxfxPDzORb5DGY1kZioZkfDaGhILSLOxUiaJLXKFWRudziWoriatbFqY3PNwdqSDcLjSCjn4In1xZMFfvHbMT5/6aOfhOgnMRaZLs7iqxvLuHOxg426jqY+Q0ubo5M7WM0d3N8n4reHPToglzKMzRyn+wW6ewW+/83r+LNv3YDOvN6DAwx6J0grChLeA2zAts/PNDFBAxqqBjPLLegVA7pn4HefT/HrD4eI/AS3OiaurupCbXJdGopUJOxJamV/J8gLPD6c49GRj/VLTaztNGGTjhPN4SgZLm60pKJ8hjibod+LcXrAnpqN6mobVr2G/f0u9g5O0XBb6LTWRHQUBkME4QSLNMI8i2C5DbiVJXHMDwcnGE8n8DMbfu7gysWGFGkGQVZgPAvx4HEXXzw6w+1LHdze6eCCU0EHFqqZgTzmPpnh4/4ePu6/BNgfbThoOzbWdBtLqomH0RAPowFe39nAt69fRjXLcfL0EAcUhkQmnsYWTocLdEcL+BRNjQ2ohYnlzQqWN6p4bbmC11aq6E4X+PBwiONZKBmoFMM0SGuyDDw97uHey2OEUYi6Z6DhsXlVGo6mCxWTeUnQsioJTJcxPxTv6vifv/dn+PPvfR/rjJt4+QD+i2f49KPH+PTDR1h6YxXLb3QQ5AF6Z2ey9z09BV72CsxyFu+npWiB/454ZSjWlLx7Lg+pCKcoDjTrFH6qCAINQagB8wSYk4JqoNp25F4U56SSJHIn490sDzJxOldtFRcveti5WMGdy2u4c7mDpqGgopDmNEF32MNwMsKVzqbUb3/XxY9++RL396Y4jRSMmG+d8gCd4tqrDVx/rYn1ZQvLHqOXUvz0lwP89P0+2hc0tLdJfcgFM8+5jmk50HULsyGjMthzY3SKijBKxdjAKJ7OOrC2RlGnATU35DwY5hGCOEE4BcIJ0G55WGpV4FUA2+Nam+H558CzewWu3shw9SbPGybadU9ohL/+WYgHnyS4fcfG7ds2euMUL44jLEi38xKJeirjOgsRysepLcjq6SQsSZazUtRlNQzYFD2SYMtmVpojptlppOC911t4724LS8sJFHcKr6qg01pCw63ixefHeHH/CI2qh7VOE0cTBR88WeD9p3OcKQl6aiw0DkYXULRdLHJUDR2v32ni7p0WJuEQk2CEw16O58caeiNFhuasNa5fHUdoPhRCUsSgMOYhSnF4oOLgkGfdHBtbGS50XGy2Wlit1rB/3MPe8Rl6oYJ+bMBumdjcZR9VRf+5j95zH//rezv4i/cuwc1m6B68xHQ8QWZWkBkeHj2Z4eGTKV7s59g70hDnBja3HKxRCJCFMPIQTsWDU2PGg4GIvTOk2Hs2x94z0uQyJEGGZkfFpddN3Li7hm/e/h6+dftPsP+jH2D/v/09VG+O2s0GqlsN1FqrUsb4COb4EO9/OMHf/sjH2dTCO1+7gFduLOPTewf49LMDHKcFuhzg2qVow3ap0OULG2N+VmB2wnhSBUs3VWxf1fH1HRtfv2Tj3pMF7j0NcDKMhR4rxrqxIvvo9dVVXF9dQUWLoMQDOHSPOy7qti3xfFOtQL2Ro93OoA4TzB/HmD5JMPAM9F0D6xeWcfFiB0fjEP/w4Us87vbxyusVqRVXwYqroggSLCYhYhKBFxaKuYXfvphLjaKU40sRpW63gQtLKjY6FWyueljMUowGEZ6NItyfJngaZXjz9RbeuNvGtlVgk6aYwwVefDLFuGtg6/pXsXn9qzBW2jBWWtCqq9DsNSg6Izh8FOkMvcMueken2Oud4tnwFMeTE0z9YyzCM7TrKZbqKep1Q/rudDnNx3OMu3M8fVjg6RcF/LRAwIg58VnouoRKikFWLbB8VcHSFYkBk8UtnhfwjwvMjplxSueSAc1RUZjnWXJ0DS3YP1aRcKirp8gNqls4JS0t+WyEMUuNCk/bKkgPEsQKs9uoHOFQQitMyb4i0iUjQtVgdqguVa3rqNUNTEcJTg4CyU4RpbgoK8vfy25JWpK8mBPKoZadAXYG26F6gg1ZttxKiToXLzYLkjRCksYwLQOVKi3SPOAR+8LmWakA5eGcuCI2NEw6UEwNDeYv1CzM/BijcSgf+C/R0Zpug1U6HvmXicBK5ABVmqIUtKsWlirMXNBgtVQojoJFUh5igv4Mi4EvzgkJaJafpRBXlTLTpGppgUYGvHHdxrvvVPH1b7j45Wgg9cWvNTz6mYXpGaC7iQxJ2GjkIfnOTVOqtq1C2wAitcDL+wlefp5g1leliEoiMpINezn10r1BseV51pbkbYnU/9yNKM5qDno58D3P2RWrQ4mq5VBhexNSZt1E6llYpDqOn6Y4eZKhsBIZGlRXDLQ3bVHBDp+HWBzFuNYwca1u4N3v7eI7/+Y6DuIAf/OLh/h/f/FILmJ08KlDBcqZKjk8ccqsQEB1YmgOPVF81enwIersfMhx3vQgDsg06XygQ5ouhnLwxkbl7p0KrtypyAGJF95BN8KBKPF9GcxQCUwHil3T4NTpAE5hV/lk2VAUBscnUnQl8C/w7zD3lrmemPI2nWJ908CVV2x0LpUNaz6vzx4pePZYPreSZZ2GbPQD0YyPNzMTMsHnOqaCV2/Z+P4f1/DmGw4iJUGo8LOXSUP8yfMUH32c4fET4h5jHNHxRHyKTjdSLlhDIo4ET86hALFIVAOyKRdTJXs+LKA6OwH0WEFj1UBz00SlpcJxMtnkW00TraYFVGgdzTCiM4Zo00kmi2QxNzEdBJgwoJ7IJk5U2MlPDSjMHc7pvOLntsw55vsZhGzIK3D0HK5eoL6iot4pv7dpN8VikpXITp3oUBUxFawVF8sND+sdB5eu59i5luO396ZSvEC365ooCRdjA4upJk5qYr2Yx1mkJq5tqPjLd3N8/+0cZ6aGrqniv/0sw3/5IcUPKt5918Ll6xoeHYV4dBxiOmRDhIOYc3RWxkwrFXGgSV4qsyk5lU1zXiDpduMBy5bsdKqK+doTDSMNOCEU0LFCLC6bblk5LP/v9sNzhOO5qIJ//vcrWYl5ZVOh2ihQbeRotKnMd+XgO/NTTKcxjo9CHB8FghlmI5056tFCRURna8z81TLLmodpCh8aLSondVGyERVBDBaruQQsb6hotFVB+UnNM1FZL3wI8pzrpWkosEwFtboqxexeqgNrzNytsRGqY9rXMRkYeP54jidfTDEeMeeKKHmSHMrkDxkIE0/NW6BHzAuQ+QZSnyKCWA4ODvcKKxf1uNOpwF62YZshHCuUS0Y4oGK7QKYvkKkhMl9DPlMlj4IjV4UufioIFA2TboTpaYg7b9dx++0aUjPFwJ+jPwox6xXw+0DY59c00XKAraVMcFOxH4PqhcuvNLBzp4HCChAqs3KT1TwUqo1ZFGAWL3B4lmG/WyAOFFQ0HTYbaowNSNh0IraOlYv4iuQGGdBrEFFBpcmG+zlOO8/hEKXS1LG1sYye4l3JAAAgAElEQVTNjSXsPZniwac9cXAtX1TkEOf7CvwZXQuAZRWouBSYlc35l/cV7N1nE424Hg4K8jJDmmtjrSIVjCIsRhFMM4ZXT7CxY+LVbyzj4s06PvhxDx/8pIdoAigM26F73WKOOJ0uZQ6tPJ9cWbnnh5DLpKhJCjZ5c6m1LQvrFxy0Vgz4szIHWJ7nevlMijAkBPwZnSgFJmMW9+9EMCnEG/NZDNnYEsWygqu7Lm7dquDGTRVXbkTY3OT+tAotX8HPf9TFz350ioOjEJMwh8+1kI5km4IoDqSYe5SjwcbpkoWVZSK/qugs6Vhb1pFNC8lRYjbc1A8w9tkwZoXYvtjBtRtbqFWAZHFGZRI8Yl0VE5VNE9UNEycLH8+7Y+z1fMSS+axBiVKovExynbZKYYsf6PAXmogD6BKnJITQFg5N46RsQGuRLqU6uZA0aF84T884R7iW2Y8UbLA59qWwTgQBMnAr3aqyR2aQAfC//84OvnO3g7/+8RP8Pz9+Kt+DWrjikjecELpNQQbdlsR6WzDIC5R5LXMVU9i5Cptfv6pAqZQDUwEWJMyZzhDO6TRSzuvLswbVu5QMlLinMgK9xCfyuEH5ENco5l2zNE+B6hGZCmhu6QianyhS7U1INTvMlClEwNZ9rOLsMVGgKYKQkGi6Kij84nNJKgZd3uWZQAQKdKwQZ6+XLiBi3LjGcJDBc6qlq6haBrRMQfcwxNlRiNhQEJmqEDBSDoE5lAw0QfAhSQDipmomtpZdOI6GYRxhntLZZmG9YuNr32jinffaKDzgn78Y4v0HIxz8boHDjwPYFIV2FFzbUvC1HeD2JQ21Sy5qlzx8/ImPjz+d49HjHAeHwOlZ6UJiVZihVldRr+toNOiML/DwXwK8/CIU0g+rupyhtsKMXhWzuY4Zz5mcxsV0sBioMrtJVTCfl9ERyxsmljcM9E4z9E9TGQwuxsRKEqXNCy+7sGUjl0M3OoF53mpuGyI+rHU01Nc0DLsKzvYUyXDO+EzMKeIsFcGCdDRUORNwH+JRmsMDujidlgWnZZfDRz9AwiDScyFDppVY2mpblwiPRtOEa2uwLRV+GsFPQxixCSe2oPMy4tDNnmEelRVMcgRjuhVzJHNmOStod1wsrXklmj9WMOuH0rBd+BEKGuMp0uSQlREIdBYSn0scm0ExDHNZTZg1ZkPbMHUbyTTF/GSB2fEcuc/IlwJFLUdOZb5T5vcYOikqlhRnxhRUmWxYVwCLGbFLiiDexr1CyjQy1GqJZA6bdlVwT3GUSJZbRtEfBSB5Kb4tEb08k1L0xQ9uKQgphxaFiEW4zxB7xxKIEd8DUu0YazJT5PPCWkyY6RYg9IkzOf96X4qX+K9RCESXtpOVWZ2SzVtG9fBZ4cJRJlxQYFqKlST3SuU6kEleJBGdXyo3M1IEJorg8nU6VOlQp/uXIgDBUNP5YcCuWrLu0J0sWY6LXEoG6fxlqShquqz5KrOT6RzRy4ahZLVmKVquhbdv7uDrt3bw4qAvtdefSg7fNE9gE4ErIjHSDogZZcQChzX8jjmkyLFed7FRdyUPma7poR/i4T6HlQvYmgVbNRFSrc71nG44iT5RYCWu1HwcCy6b7vKMZyMi4TwbTsUSvHbFMzEdz9DvjxHJ/mEKttlzUrhuJl+XokyiaZcumIIwn04STMaxvKdpxDM/92W6oxXUmmURDRjHJH6psOqa3I1m/UTQtvWmi0bDRWHyzhHLAEdy5inCGpRVrdhotDxoTo5ImyMpIii+KhUWJiiFyaMUyoIZwBnsugZHcjN11GtEdXOry7AYZdh/mmDUVfHe2zfx3tdvoRJTOT+Exj2TLb8E+PTFCT59eYLmpQq2brXhVi0R53CPFqTx6QizIseMMju6eOTIx+fYlFid9aqHjZqHjmth1TURzSN8/OQEj46G6GyvYm17VfCQL076cmdseS5qlo3BaCEV0cnvc+0incAs0fphIsU1hPsa/z0hdNgKqksGqksm5mcJ5t0EVcPCaqOChmfJ2dkwmI06RZROsbW5gZ1LO3yicNjr46Dbx9zXpK526nhlu4mtVQ56AyziOf7Lz8f4rz8bAaRgWbFgGdstQ15XoZjFKU6OMpwcpVhfq+K1V5fRbpoYnsww6Po4G4Y4G0ZQXB163RLXbx5psl/PF5EUo79sUgD4O2kjyDGdxFJOq4BNQXSTER+6fJZPnydSkrLA3GiukxS98nUJCnGBV5dV1FZU3LqwgtcudrC7XMFuU0fHLvCbJyf44Mkx7nUD3O8lGEccKpZ3oRJ1T3QlG648i+TIihgZ83MZPUQ3mUPBl4brd128+a0qGksqXjzx8fLpAicHGY73KVpUpb/DLxrzdUpzIWY4HnvrvDedx2aI8J13PyLPLcnvzUlBUFPJJIaeyx5AJz8FTAkF0S5JQ2Um5OAww6SbwXQLGF5JQefZmISGWrUi+P/JZIHpeCHfC/cUyWAueK7mXcBBremIsYFZjXSgLWYLzGeRiJFZpTKpJCiR8sUmukacLXHkC12KSM2Ed2+K3jYLWCsU6TFOo5C4MA6KN+oG7uw4uNpxsap4WFU9GGkOI8sxni1wNl3gaOrjRRjiJYfuvDe6BnKKijUaMIg+L4QI4XJwxt4YKSk6hyGF3FUolKYIt8b+Iu+3OcXUdAAvMOllaFQ81KsVhDEx7xzIlnEhkuGbs7+VikO5dPnyvSJtKEUwjSUfmc5gVprxrkDsJuO7SvAZhRk8m6SaItENFHw3KyYqNntZAYoiEGGS5J0LSl4TJ62VU+So49s7Vby7U8MiS/DFeIangwX2zxKcjlM0WyoaLVWiNZjAxoxpNVbhFhrubtdw92INySwS9/jZWYDDY/YSc1y6XJOi4JZ3MwMJdMQIoxj3uxHud2M4dfafuHdpyP3zO5XHDCgDmTJHpixQtytouQ25W56ejTAYz1BZNVFZ5etMJK0Or9DQolCXz+UsELJexaGo3oBJETbdfomGad/HpDfH1693pMIkxLPTLoLZAmvQ0cw1PPQLPPKZ+Qx4KwraLeDSSo6NZoHZzMBsZuJ5N8LjkwVSVcXyioNqVUfozxD5M9RdDw3Pk2FHtZbD472fl78kx1KtgqV6FYNBjmcvQjzeD/Dg2MfTbgB2WFm1Won73Vxy8fpWFTdXHSj9AOgv8OneBB+8nKDH6JpNIroVHD2PcfgixvffuYrv/+FVpL6Pg2cHODntQmkqUJoUcVLUrqLG7O2ajqbHgaQLT7MxnS8wWwToj2OcjROoSYE1Q8UK7xGNDGaddw3An5MoTKoWFdvA4WmAo9MFGs2K7JEOs+qNFK7F3rCHpaqHIppJMZLksKdiEpGg4iIzLewfjbB3OELVdbHcbJTUCaJCkwjzhCLiCI7H17YiQuZJn/2VAMOFjtFCx+s3VvH6jRVUK6b0KKbzEJ89Psa9x8dYJ/60U4FFt/tcQx5oSHgWSAqMtRlGui9rCe9Imw0HV5dr2G17GIRTDMIJtip1XKkvo6ZoyOcB+pMQv+gG+EU3RG5ayCwT2UJBOqIopxBsMdeKr2628dbGEgZBjE+6YzwnDY6kszDFzmpd6snBAJ884QA4QbvuoFW1MSPlKAyhOhzIM0vehEfBpUFh1wLBfIFvX76Jdy/fwgoFQb0jzPo9fLjXx0d7fay/3sT63aYQFVfZrwiAg6McL49SfHY0wmfHI0Q0cBUkISnISKRTeSamWB/wzBw1ZnarBcJCRUiKYcLzkwpE3EgYl8R1hfdJGtAyuT+KMY3DsIQmOcYpASttCystG2uui47jYcXSsMz9qIgwiX2ERYw7F3fxyvYuhuMJDk5P8XTg49E0w9NhjOPjMY6PJvjOty/jO+9dRiULMd8/QfdojF8/CfGrJxHcZaJ3FTiNXDDNlktiHpHOBqKoLMZ8sjsmsVAkZ2YkwsZwbNphKdxnrz1HyD0yz2Gzt2QAnaUGOssN6X2fHM3kLKAIb4VUqgimE6HTcbB9oY5koePDn87x8JMA129XcOOOB1Uro1Sm80h+vuFsAquRwKozy13HYs6c7DJHmT0fXkzEcMI9TlNFgMw4Cs6XPNuR+spuVartzvH/M/Xez5bd15XfOvncnF/OnbvRyCBAgEkDBpMSKXkU7JLtcY1/8vxNdtnjcpXKGo5GpCiRCkORFEUCBIgMdHyv++V7383x5OBa+zzQJupbTaDD63fvud/v/u691meZykAMEOu7O2gsL+P8wT7OHhxIHV7OVdCeAB+feHj/2MVhGuJpGsr3a3AFgO6lqJgqbl3LBHdu6sBJXJz2YuyfABcUNkQUNSlYahlYblE4LF0xaBQ7kgCTJnj6JMXTgxStFWBrL8XmUg7LxRKauQLOzkc4bY8x8FIMAhW5uoGtqxbqLRXToSso+t9/YRO///wm8tECk/Y5FrMZfM1CoFl4tO/i8b6D7tDAxCnAJ3WjwEhMDuoDeNNQetG2lZdIuaUNG801S+hOFExNJ6QZOihUE2ze1LF3fRXPXfsOnrv++zj88fdx9OP/DB8DaJs2rNUcWhtlNDcqsHnOugke35vhN28P8eQsgl8oIsyzF+1BN1y4gYpZoGVJpIypIkkuCJGGAWbdFNN2FnGz82IRV27buNWIcKsRYnARod8NxSTZncQYzxPMF+xHqNguFbBdLsLivM1xYCsxloo66gUdDnOToaK5ZMswXhkHGD+YoHt/inuxgnsRsLe9hGevrsqs7uHjE/SnQ2w/U8TW3SKauRRN0o8cCtKijPg514Wmcb8b4v4F4zQ512QdwbBvRuDFuLNawZ21ivT5GVu7P/TwYc/Bw3mAf/O1dfze19ZQjRxY0zHmR3Ocfuqhf6YiLawjKa5LrIHWysHM1WEaS8jZddSaNdSbNaQk+YWpCLAGoY+RN8Ns3sPC6UNNuQbwgy7c4EIaLyJnDFI8eQg8eQB0ZwH6nH/QAKjaesphT3qJxV29q2HtWV2GYMTXEM226CRwOgmaazk01/OSE0A2/ITW5WMXY2b40gHKGrUAKKX/LwuXinyiS7h4mBeIJGX5RZzkIoEz4mJTLwdTy4trN4QjStmlNUsWVZjE8UyHMUbMGuMU/vMJCIH3XOxma0RiZvhKurr0ciIc82I5h3I5D8tksZ5hgH26b9wY0/EC08kChs7hRFWyMl1nAc9dyCbIlTVD2OBRUS5RoWlie6eIre0i2u0ZDg7GGAx8KfQ5gLSsIkyrIAMronapINR0F4oaIkizUTDcVC491ZaG5T0DpZYJJV+QNR+NsRiPZQiYKvSLEJ956aA6CjE/CrFbtnCjZeOVuwW88nIRz72UwwduHx84PXzwzxo++DsL3RMFiUGkGBWWoWDUvv3NEr7zrRKKOynm1RDdRYh3/5GL6lcTukqnaQh37iH0soaO5JxdNosuTb9QLh06bM7yF7DtoiWqLBFwcoiVJQHL/zY3gM1NQC+bCIn5CFR09iNc7DPIixemGNUVCyu7BZiaitGBC+/UxwsNGy/ULbz6Bzfx2p/excP5Av/xxx/h//rxx5IMwEwFZaRBGapQfF7IOEhMoRcCGFQgEV3CTE0qtTnYFClnZv4tsIFS4vMVYz6jU4Z24iyz7fe+18LvfbeJB/cm+PW/9HD21JMBX7jILh0cKtpVItN5kAJWkZgzZlxpcB09wxixkS+d+EiG6QuixqbkvSeSpbO1Z+L2yzm0thT4igs39tG9UNHtUHPEzFYTziTBoO1j2A5gKzpsaKiWOZiI8MUv2PizP67hpZcK2D+NsH8ag5nrZOv/+pcu/tP/PcVH7zG7CLIu40Uz9GcmupElWWpUOFpZE52KYvlr02Ef8fBLZO3cLuDaC2XYRQXzsQdvEchnmRe77bsmtp81MYlCcTacM8O5a8Lpmege++gd+whYRNE2xWeGhRE/GkQaqjFyeeIw+BdQ4UxZECVYXo2xvBJh/YqFjes5wY+fPXUF/0E1NHHAbgDwMW3WmlhrraDVKCJSThErp+g5AGv/KFCgMrPMpyvJkqwDTfWgKi4i30bo5bHX0vAnr4X4xosxujbQtYB//EWEH/1t5jz5ylc17F1XsN+JcHDBgjrFdMCJBvOgDJg6L1SGKJyZ66rT0gBeND25vOfsshy4UDnR82TIeRm++TtUl+De6cKmIpqIGLGAZlvd54MRPhm8IGfJd5eFD+kNloJiMUKRuRscaPjMlktw0c2oAgHLOQ6NAoBGQo8ur6EheND5KBZnZkruFbNGy8xjgrgHWIxFEdErAeI0RLWeotECiiVgwlyaPgfW2QdqMQMmo0wZaVNFbfFClshF7s6zVTz/Yh0528DZUZYbee/DCPc+iGTflOxjZt0yj4925svmhcTfcmsnorlJBJKOcKwJLlCwEr4PZjnx+a2t2rjyfBObNyrwxn14oz7OHsc4fgjQOJ9rZHiRZKyLS5CDMiVP96iBRDAbJsKxI+vr313DN767hnkyx6OTDp6cD8QVRwyTc1yEc1JExDytaIo0caXAo8Bpi864Kzqq5RilHJEgOdy+uYbd3QZGwQhDf4R3PnHxy/d8jMdAJW+gnKfrwEQ+b2HYm2HYJyKJZxPgzC5xvtbluaYzzz2FOyEhI0V1XUN9TcfKUgsrrRaOHo9w/6MO/MjH2g0DjU0D/a6G/oWGfD5BmYp0O4GhsFBW0H5sofOY2DSeUQE0I4KuR/I8KbnsPPLoUhvFKNUCLG+52Lim4+rdFpY2Kvj1P/RkxS4V81luWmzGSExmtGbqerpVOThQiOwU9aiJcGEhcmysbUVY246xvqVhaY0ubOA3v5zKouDiyk0d9ZqNQi4v2Wzcczn4O7vwZfW6HnpdDiAS+CMDwViDGoeitPzW7y/h3/73a7hxJ4WR70FRXfjTZVk/+Mtz/OAv25g6zBwxBbMz83zMOCzhQGaRotEA1neAnatF3LjB93AJ8YLYMOCTD7p49+02ztpzOGksuZ8amzsh8Kffu4v/5X98Gct14PDxQ5w8PkLv8Ry9xwt8+bs7+Mp3d3HkT/HWwQneOeig308w6KcwqIMKqSQkrscWh8liqmE2VtA5jNE+jBCRkELHiBYjUENxxMO3ZFmlCHbVF/LK58MdNpxIrKADnrdVNg+pg+OPn5/OWRbw5wNgDTc2yvh3b27j6y+08Bf/+FTWyKGbNwfVBgp1V75OwMGc6JvocKGrHpIdo3iJqPYLvPat2jBXbVhVOvIUKCYL96yBTEwoa7+IvGvGOwVU+SuCbxI6NSsL3UCqm1JzSg2TRDDAGjLLnTTLulBMcnV2SYHBYYrhEbB9S8XOLSL4WFsEcBcRDj8Ajj6kwpTnNWur7LXhQC/mkJJNUymX9WwIzykcqxh+Y4SpNQwUG0RWE1kYImfykmHDVnUMBy5GQw8qHVZl/i5VnIwhRV8zBeFMhcYsWT/BlfUinr9dR7lh4GixwMl0gelxgOmRjz/79ir+1/9hC60rObzjOXhnsMBv/7qLd/+6C62aorCrYqsF3CnGuLtq4qXXVvDSa6t41BnK+uWvHPzyFwE+/ChBvk4McA7b1zRx1BNxzUFd/yzC6QMNnSf8fjOHy9K2grUrmuSFTqYmpjMdJjwYcFGuq5InT3LBdK7CjzUUaxZKdQtj4sFGvri+ZpNQkEOfN/jZs+ZKSc+Z0UWhYem6hcaeCascwyzHmA8sTC5ymLSZFeXJMs0MucmsUjZIKLzn4EsEUV4CxU+QbxSQbxThOSEmF3PBj36uRxSTOhW5dRX1VR31ZQvNZg6VmoVZOMM0mKJiVdC06zKw7l26T1zFgKPoSF1Fmt+89AVOhuPdvVPD3jM1HHw4wZMPp1gMOVTNaDHMdeYiro75sgbPaJ7bzD6R3GMiSG1ZhlmAqRfg9H30nwwxOBjJIFMlAamaAI0YeimV/EU6zyuVAqqVogz/eS7niMctc5DB18eDpvvwKHKaGBLVYhApxdogLgNRHt7ChbtgRiydfb4M+3i28jPvOdni3YYNYtb0vP8YGuujLJNMa0XQWzHMoi5uebp+VdWUxQzl+dDDuLPA6HwOZxSIW5qLdxcuhZmJBm/HdOn7SPVAyAiMWpTBkc387UzIS1EpPbisBSRKiM5/Ofyzhlk23E0Rs3E4ZtmYPR/SXrl0E2cOZNYwNorVnDxDRKiGHBzMSSGILofgClIOtZhvaaqwVB+WFggqVMTCJEfBl2HcKzdv4ws3b+Nf37qPf337PjrjORyFTmxV7izllgnNNqFZzLVlvi11Dz7m84W8/htlIspKkplolXQM5h4eHo/Q7i9QMnWUTbqpQkxD3nN5uSdaUEEwpIOBd69EkGYc4uhCLGCNlQ2cJDezbiAOI2mUEt5DfHuUGChXgTJjwbwIk3kIo5SIKKzcyurD2GfUD8ktFL/wNcyG7qVyJtqjeHA255BKF/cKRZqzIeM5fNRaFqotU7LW/TiB48RwGSkypZOaWaNAvV5Ga6UqyPJRPIITLmC6gEUiWEw0ZRE+94zBHCoCNK9raN4gylJD3iaCPkIy9QU73T2ljsrEH337BfzRf/M8jP4Q/sGpUAcCFDH2LfzTp0/xT58+wdUXSvjC7zVx60oDO8UGbFfFb375EO/88hHmOQ3znI6glCKu0p3PaIMClLgIY+jAHDm4mivhhWYLVqrh4+MOHnSHUFdzUFZtDBYBLkYuqrkirq8sY6/ZwJN2BwfnbYwkViIWPHFMkTyFIZfiaN63ZCV8Xg0YHCZsamhu6vD6Hvy+j8UkFryhT7VTzYBS0lCIIhSiEF++eRfffP5llHMGOqNznA3PMQ0VWbdWm3hpawUNm5nLx7joX+AfP47wj59E8JQ5PHUugs4WkdNlS/YDd+Gh2w7Q64TYXC/jxReWUCnoOHo8xPGTEcbzGKN5DKNiSUalXbCQN3IwFQO93gi97kiEFtxn80UDDcaF5AxMpz5mMx9aMZZFsQHF+7wLdw5CXBxktBke7twDKGjhnR1zXaK2ZAplRVgvK9itqbi73cR3XnsWX7yzh/3DR3j89BF+8WSOnx54OJtnw1DeHhinEbi8E1Lob18ityO5UyxGXDFqawZq6wauP5fHs6+WhPBx74MpHn4yw2SSiKBQfO+X2b8UwnAxYoA57BwAM48zS6TIRHbRZX3FXN5cgYO3WFz8FK3kC6qIcega5nCaBgtiSVlrTM+BRT+7j3CRyMQBMO+QpXwBOSuHKeuC6Vz2ON0kkY1IaZ5zCSpLeVSXCoKrLhRM+L6HxWyO2XiB2SDBfJjt8/+/Fozc7/M1wC4pUF1LluvGmDuRCHMqOykKqySApFgsEoRjElWA51aL+JPXWvjSXhFaz4NO9LGWh6sXcK83w0dnPXzWG2NqADPu7XlSCyUHIDMGZD8IMr1m51GzcggVFbw1uWEkQzQ38NBoWbIoouIddtyNcPzIlQFwq1nAUrN4SYHJBPgyF2SPLfUlc5OFggJdhE4UonAAzIY3ceBFYvHLpvTAaPBgTABFTZJXb+ki+vPTBE4SyfBopVVErUyB+hwp3awe4PrZIM9Z8MzU0CgW0SwWcTvv4nbBQ2rpGJo5nDnAw6czHHdccdWvtCwMpxHOWTPEEPMI84Bvb+Rwaz2Hw5MZPns8kuxXCi2J1//irVW8fntV8rpd10MUjJBGY8y9KQ4mwMEUguVX8lks32LE74URajkU6xaKeiCOqK3SMnYr69IAPjg5xnG3DaNlwWiZ8tr5fgQ7tdDQyyirFuKAGd0OIttCbNsIwZguHbNpgqP7AxzfH+I/fPsO/sN37khG+cePD3BydoFg5GEx9vHpVMMnUw2tqyVs3y1jZ1XHM6UAV3MchJpwPQO/ejDFTz8dYY4YW7s5LC9psANXVr3YQKPYhE5hkT5HhDlch27+CDurDeysNcQsxPfg8CzALz6c4N37U8kjpdDAUWLMlQhbKxX821dv4M3bW+g+PkX30SneO5ri7ZMF5jkVy1cL4ho8fLzA0f4C337jKr7zpatwhnM8enCK49MurGUV1oqGxUSDMyXW08T1KzY2l/KomyUUYOH46QWOnnbECFJuWcirGuxJCou5ra1A1niaUdKID+YeZJcVjHu+EFVMxYSlmMiVDeQrGvKsEZiTDQP6fApjPgMj54/mBro8r5mBGgPH7YUsxjSyH03ahpKyTww4gYdF4KFI8kOFVtWM0DPpJzKg4vrqC5v46oubaImIBJh7Lj54fCLLvNyTRgug3QWGE+KMxVSJ2oaF2rolcURa4uPqSh4vX2vglat1qN4CqjuH5eiwHAtVPYdWOQ8nUfCfHlzg+w+7qG8to7G9DIN30pEPb+KjPZyhPZrhS3ur+PLeGqZRgk8HczzojHBw1MVFb4KXb6zhpRtreHw0wHv32vCDBMv1EhrVAtrDCdqDMeobeaxcqaDRqqBKOgl0dM876LYv8Exs426cQ83zYTpzzFwPv3IT/NpNsf18HjsvFPDFay28ubuKDaOE7nGE4ycefvD+IX7w3qGIhnksRBRysEfJXY24IjPFci3FejOLRbwYQrCwouGTHiobr/blf/AEA8z6l8NpnpusCdmXW/gkBSbi9s/TfTuJZa3bJrZIdMkrCMxY+l+v3ryLL9x8BrWqj0JhhLPAwdu9AO+czvHbD85l/fs/fQX//s9eQXx+gc/+4V08/OQE708NWUqRws4UpVqMWiNGvigqIYlYSvUiUq0AP3Tg+VMYqoqSWUJJLyL0pgi4ghh+SFoQz7Wsnbu8AqysABvLTWwst/D0oYu3ftFDt+Phyt0Crtwt4rQ9F3T8ymoBz9xtQY8NvPezCR69v8D1uxVcu1vG6hIzxasSgfjZvQ7uPzxHYcVDfsWVz/x0pCLwVaTSayJVhYM3EsVixHSGDokWp9BVx8ZODRu7dVxvWbixZKGBCQpeG/WKgc3n72L56g76+5+gt/8J4OpQwyK6YwX7PR/3uj4+iyJ8FtHExWscaRhAPkxRNRTsbBnY2TIR6UrTDx4AACAASURBVAkiI8FJL8bDo1g+WxTuk0zZrKVo1rKYCp7dJKVUS4BtpHj0IMajBxFW1hXsXVOx3jLRsHKoahY6nQU67QWGXoJhkKLQYHyTieaaBi8JZL2xtYIvba+iGHhw+z34iwUcRZO1v+9j/yCAE5agWk140NHzRugtxui1Y/TOWaAaQha9slvGSy/V8fJLdeQMFTldwWA8Rqc/EJH/KrHfmyvY3voD7Gx/F09+8Bd4+sO/wHjRhlcF1KaC9esm1m+YyMdLKMRLmB456HzawccPJ/jxkxBvdxO89loJr71WhOnrSMYa+l6E49TFMbOonQixE2HWZdQs8eUlPPOlZVx/pogVY4RVYyz3BtNVMBzFOB9E6M4S9AJN1pIGLLMOpKlpJgA8rNVStMopQvYaYxOrazVsbzeRTnz07l3g6JML/GIU4efDCLd3lvDGrXUsGRH87jkQjVG5UZRVyyWok/A0B0YDYDpWMJmqmE5VnM4UWRzwNwocKwY4cmYYhC5e32jgixsN5KQBAhwMSDWY4t7YxR9+7wr+8LtXiH3E7OQEwycz9B4l6BwmOBwBR7zbUgheB2yzjLzSQLW0imvPPCerUaVYswUtX0Rk5eGRwDIfYzYbYjo+wGR8gKOz93F48h6QjtGq5lAt5HH4SJF1dOHgsMc9kGYrQ03pvLOrWT5rdUNBdYM1JlGhvDDH8MfMbktRqJgocoAXAYt5LCxzKpN58WNjkE145upyseyjWp5L1N5GhtIoUJzJQpZ5LLzszPh1qI4wJB8hpTVZDwXPsrlTwuZOGf3uAv2LhTSYHGLpqPygSJM9fLpPDEuKaxkC02ov/59OmViGGiaxa2ameBOlO/PzmLkimVc+fD9APmejWi3BMgzMpi7mM1dUo0SUsYnKgo8XFTsXo1RScPvZGu7crcJxIwwGLi66l+uCzUIOskxx3FB9Je1AjSicBBpVSiyuiHT0qNICSnVNnNVZU6uA8XSB8WwuhpEkyVS30SxCNIsRDhKEgxh3NnN46VpBMmA3dxSs76kY5oFRHnjrJz5+/v/4OH0SIjYTmCUFq1vMVjTxxWd1vHZXR1oD2kaC42GEt37s4q2/c0Q5xRyVNCGa0pOmgkSIRFTYQlDegr+Wi8XnE/jP7xh06l2qnNmo+Rxjy9+fAhvbGja3M9zaXAQECkaHKUZHHDwy3ytGZclCcyMvGV2DfQ/eGTe6PN7YzGPjxRWsvLKKJ84CP33/KX763iH8hQZvriFlPuGMCmIiJU1xnWkFD2qR6FpFXI7SBP+c081vKIl+hwcR9J0XSU7l1pUCNnbzqK8oqK8AB488fPYhEWwh4oDvJw8cHbplwCxHMMshND7TbFRKxmsCz0nE4cjijI13qrsoNuDmxJxNoiRUP8XVWwW8+EYVK7s6vGSORbhAv6eg32WjRcV8pMFlpq4TCNqJh5Aeq3j2uQJeea2EZ+5ouHolwPJyIqjQWWRi/9DH46MA9z4I8PFvArRPIqh0Xth09WWDYA7ovHnW8NZTpoCzU5t9dng3F1o5B+sx7ZbEVwZQkwAvvFbD62+2UCinuOiM0b2YYdBLZXixe03D7jWqxVmoAOwD905jdE8SXBxFuDgkkikTg/DZyZDoHNzx78WLPLHtfL2YR5ZlD7/4ch4vvpxDqanALKeipO90Agkwl8GxniJksyskTMyGqVpZXog2k+UxGzKlc4hOM+3SeZghwyzmVBrcT3TMJwa2ajr+5BUNX39exaCUYlBM8Q8/D/DDHxFlzwGwgas3VBz2Ihz2QvTbQL+dimuOzQ06R3TJ2DMkk4r5yZR60LKUUeJzkhUF5iGrgajHFTab6buk25evBV8DcUhTYEDcEod8lxhula4g5nvw6/G/0WUlVCFx5XGPpcKQi00LuQD7fM2o0uN+SecasxNIAojFTcVcWzoPqWbmjxyUKCYFA7EMa3Q6ZJhLx31ZJrF0lKgoUvVvMS9EQ0hV3jyBM0/Rbfs4PeKFNRLVMxFVy0sWlpZs5POKuGPYgB52qegK0e8l6HdJYsiGMcx+pNCHjf4M3aNJDpPKyzqdPDoV2hw0mYg9ZuiGyHFoaSXifsyVdTSXcihXLUzaDiYdOsPoeDCk2ZSvBTDzIfpPFfQOswaFOAc1NnUMQfat1C2sNGxcuWnh6i0Tk2CBk94YZ4M5/NCUfOp5V8ecOenDAN7EEQVbLqdkK8/GfYo8HclmIsXmzlYZG+sl2Sd4Nj45c3Cfh/4wRkBRQsj3PXNDMR9O1ek8yFzabDoRocbLLRXv3GOI4SMWjc2L5pqJOjO8FAuGamE2o2uAHpdI3DRGUcNkoGI8ZCMuQaMVQ1cToQq4Y2DS0THpMB6Brmu+74nkoHKfCGAiTA2EbHgsgOUNYPdOipUdnlcWNEPHJ2/N8emvZ+Jg4LPJWoLBNSRWMFKCS5xiJA5ECpiZahJzx6KkmkOrpaO1lOUDe8TXT3x02i4uzj0UyxpKJQ4JMvyqZWuwSoqcZxpdcjbFmcyM1eQ1IYa3dxKI87ZSAL7ytWV881vr2NgiBruNyWSC+x/lce/jPD77eIZ7H8/hBAl0W4XBnJZqBKsaQY9M6JGBArOeS4o87xade4YlrwOzTU/PHRwezzGZ+dJU4qCiVdTQLOr4+ut7+IM3b8r39OvfHuCTe2eZM2Yc4MWXGnjx5SaUUoRJMkffX+B8EEpRSzwy3ReRR+eoJu7RrMHIPE2KinTJc6LTwBE0UyiNOku1YCk2NDuCkqPQiwKaVPZ5nntU62bWvizvm+QEaZxSi3P5U9x3+XWI0b2+Xsa/+8Y23nxpCX/5iyf4y395iqGvw1eyIUDO9GERx+7TPZblhzNzU87RRZZlZyY6jFiDVtKglVVYdHQVNBgFVfR67IM7zEchbogDd4r6mB8dxFDDjEAhDBFNQyIZ9XQBZyrreklFg87VIl1+BmpUrO/WYORN3Huvg3vvX2Dvtokrt9lYYcmX5UO399mEVjCl44ICt1A2niwXmXUhkc3iKmFLmV+Pnzc2euVUlP2FjR42vrlnM9Erp3Dgp8MNYrh8lkoxtLKkxUmt8DuCB5HXxN5FKa5v5/HSM2VU6hqeThwcj1xMjhRMjoDnrhfwxoslbF+roHxjBWqrgr/70QP8+Ef34UUhVFtBragK4m5v2cCrd3N49W4eCTG2eeDD+y7e+u0C737kYjxTMZ6ruHLHxJVnONiOMB16GLYjGf72ji/zIKMUzXUVqztElCpYsGYKFKyVY6yWoyy/erOIySzFx58u8PTYR2rrSG0NBj+H+VRc3VMKRdj4SgzJM6VCniucRQgHobjalm/k0drLQTMpMokw5jl6rGDOaAInRugwPzWRJc4LioMu8x6FJEB8MCNrSjr0oi65h+7AR+zHyJWYN0lXmgGryKxFdp4TEYqJ+4sNU9uHarObayNdFBA4jNtw4HgemAzKPY/0ChJW2LDOMMxU6nNQqWNwukD/bCGuUsVgV5sdZF0s6YxIMajql7Of+TqsgxMkEmejQ9X4epkySJWMyr4DZ+AhZ+aQt3JQiiFApK4Vi0iDfxY/8xzI2oJUS2HkMnEraxLBBZNexLpHMaHyWaVL1EvhT3UEc9Jt6CilAJECUqK4KUqNEPkZsSjk/nA56BChGfHwCu869AnrUAsJtCIFlXz9NFisa4sFFEp5cVcROyqq9J4DZxwgZEYT87Iuo8U104RhZfezBIEs3hiy/E5+f6wJ+aZmGL/MIXkpsuSERe5y/DEbUPMBCAaxLLpkObCUERCFKIIMyKYefP+JPObelAnqInFzBwvSpvgeaUL+SIlGJQJP9WGoFDJnubds0DHznbjLtWITq8UmDg4vZEUmkF/Kw6RbjUIFM4vCoBOCgieTmc/MKbfoQlCxZFlYtmzJG7crtjjmPt2/wGlngrymoqBrmCcx5klGUfEmCgKSVDhIdVLBgBZtIuQpZGNdlzka+b4xusgqZDUfCUYcugtGP1VRZMZW1RB3HZvCWj5GcUVBvqrIXYmLhC+SRojQ5f7Fbl69zhw3SzKHZ44n+6HGiBi+T0JnoaCKBKRsCMNmoOAQHdbuRElnSMNytYBaswg1T9zzAr5MvhIoU/56G5GXk89tEvrQzRitPQOtK7oMZzjs1+IYOp2GgQZ9UUQ+KeH5m6t47tYahqd9nDw6k3piubWEarWOt5+e4O0nJzDqQGXVwO5qCc8u17Bimjh5dCGrk8a44D5oJHDsVNyPemRBiy34F56sumpikxmrtgmf+bZSO5rI1y087Uxw/2goDd5muYR6uQhfDeCrPsJpjHCSCNrRSzWGYEkEVURMvQzxYzkPiLnmOVpbB2rrpDzFiFmnz1I4YwUe7ytWKj2V1ZKKtRJx4Eto2qtQY4oQZwhCFzvrTRmINHIKaiQ/pVNMwi7Op2O89yTFe09TQSm6cSCo+3rDQqXKmA6KmmIhVlyculhdyuPOrbogys+Px+gw25wRKR5zmjXZ63m/5WtN0YUXBPDoolTiDKVrqIKENTQNjuD5YlhV0r6yLGc7z9gJul4jDE6i7M4in/cshYLuOngUsRnQLO5/PraXbVxdz+H2Wh1f3tvCi+vL6Pc7GAzaeP/cw9tnEQ4GHrozB26UoFWvY6lRx0WXGapTuesWqhSsqBh2HIw6Llav61i7bmD3Vh5X7xRlq3j/X8b47N0pYi0VOpvEocmecimCJsGOkVcB3RKsxbP3jvsOf63E6EhpldFTWAfxDBVUM+9RdizDX5fnIsklTLgKFSwGGrwJ91QKLGIhrrG/wsa1beZgaCYWRL5PXTk3KDIWch0fvMuIKtZT+aIu0WXMCKazVaJ62Febcxx4SVFiHjDvcqxbgiCLciE5QeMdjuhpkmFICKCoLs3ofkaKFbuCTbuBm9Ucnl9SsW4nOD+b4ux8Bq1SglYt42i4wKOzIZ70ptRXy8pVTYn6Yk+ByGVuzsxc5zDB1E3p19FR5zDbkudTykgR5tfnUW8yGkqV12h0EeDkEfGFgTg7uXieUnTFCLKMAEeUYSRRAbm8JfnJjGzhHkVREPM5Q1IG+J7yMXP4fIYiJufdhHdci/cLEne0BKHGezeRnzosCrdzKewc8aNZD2m2CDGdBfD9GNWCjWrRxsstHa80dThJjCfzCIfjACcdH91RhFbLkizI4TBEp+3DpzjS1FHK6djdMrG7bcLxUxFczAWjqkH1NWyWDWxWDAz8CAM/RLmYYLnKuJgInx45+PTIRb6ioFChDcJCGuahqIbUn3oxRskIZQjc0EpoahU5KwfzCcbuHFrNgF410RsF6Fx4Ul+sL1XRquRghj7M0ENSMJHkDfSGKdpt0gJ8jC4cjC4W+O9e38afvb6FqpliPp6h25/gydkETy5mOEwVHAG4dX0Zr9xdw2pRhTnswZyNUK4VUa4V8MmZi3f2ZxgGzKtXUOYel89htWCjjAJKSgFpGiBM55j5M5yN5zgbL9BsFdBaKqJcyKFoWpjOErz/YIxP96cYz4DxNEW+mUd5rYBWw8ZezcJ6wcC4PcWkM8P8kvQUUfRTViV67/Q0wOlpiKubVVzbrCFJA0zmc0SJh7V1G+sbNg72PVkm69clDZvLeVxdrmG9UsTJQVfWUsvC9nZBBsDeWYh4lGDpmRKW7pTR7Y5xetiDGwYwqgZUW4U394Rco0c6tEgTwW95yUatRapEUVY8GCAaDPDozMdvTxI8nabwLAWODlz0AnT7AWxTlWgzDoBtErdUFeNFgNHcF0pHs1WUEsohwWzsYTCLMZzFeP72Ep6/tYQKrZsk31CUdjTAw6MhqsuaILtZtyElNl3FgvtKEKJU0VCs0BGcyF1vvWLi7mYBd9dyCKZzhFP2NVR0RgaKVh431qqoVmw8nnp4NPWEWsAV0Gl4xsgVHz09Ql+LcbdVk8UKru8GIrQ7bhMNPsNKq4KVZhnH/TkenY0wW0QSY0JiwoKkZTWVmKWXn9tE0VAxOB+i1x7ibDDBWX+MJd+QVQgiWIEP09Jg763D2ltHozZHvTbHkq1ghftTqGE4SNDuRfiXkz5+cdwTF2yOGBvGgZEUYCgSK6EVdayUDayX2e+P0R65EoPnR1mviKUrCZjqJWFN9mAKh6QAZi6O/7s7DUm4/jhGRMJhmEILEjmbN9YKQgQi9piUna2lVVmbTWCzwb61jtDIo7dI8av3jvDr945w49lN3Hh2C/50ivNHh+heDNEJNXQoNBXhiIJ8kZEQsdzLIpqkEh2hoiHg5YLoY91DztBRMorIq3kML5jHPpe5CvPTpR7kPV9jry9ErRZhudbEUq2JfsfH4/sjTCYumls6WtsausNAqCLVqo2trTK0yMDBBz7OHgdobJD+aWBzqY7tZgvTQYD79zt4uH+B6laCylaK8TCR4SUNLLwDkYQjFA6ex3y9SNBbJJjOSANSUGnaqDZyeGmngpe2y6ilM2iTDkq5BGs3N7C8u4zUiQEnxvDxBP17Qzy9cHDgh3joR2gbnJGwX65IFFBVN7BVsbBS1lAs+CgVPAS6gVDTcTKI8PjExwXfP4VkDR1rSzrWl7L8asehoSdCPpddFy8uUnQvgNaSjs1N7r85LJeKqNs57D8aYP/xAGM/xjxNUWyZ2LpawNIanycHSupgO18SRDv1Hbk0gJJkAtIpyS4kgJ2wWighX6gjNnQM4wn6/hTn574sZ5bNTuqVHLY2c7iyW8RqI4c1Cj2TBeJgAkOIf0BtqYmd61/H9rVv4Pzv/wZnf/9DdOcD9Is6g5Zx/VYe127lYSY2jMTG4OkCpx8PsX84x8ezCAd+gr2dHHZ385L73T9PMfRYg4eYGDyL+ZlIMDpPMTgBltfK+MI31/HM8yXUox4aESl6NPyo6I0inPYD9BhJ5CqYMDKGw3Ze9ESUkEVbkjhCUupaNY+1SgG1oo1a3kLshZe0jTneHQb47SCAXSygUSuhWWCd7aOeC5EvkSiZolG3UW8wqjKR++1sFKF9nuC8naAXquhGCio5A9slEgdiHIdTDOHixdU6XlitQXOJIg9wwtgfx8UxYnznm9fx7W9dg75YwG8P0HkwxOP3Rth/uMATX8FTT0FpXZdlRQb0sYm8UsL69atYv3YNW2sr2F5dgZ6rI1TLiNUC7RAinnb8Ply/jw/v/xTvfPh3mE1PRDRaskw4MwvO1MTBsYeHTxyMp7SiakiNvCbYpPpuEVaBSAA2YgJprPhs3hApIwRZKoR5aaSbMcvy4+CCRbxRyhYbx3RC0hHieyp8nwdJLBc8OsK4ECpyyZUsSjcWpT05FFT9cajDApTYuSvXG7h6o4mDBwMcPBxgPguk2GZzQbJ0DQX5Qh75AhuTNA9SHx4JhjBJQxnyssmXoQ45dKI6PcvxzWC/WYOIBWW5bKHZKMAydYyHdDVQ4X+pjo90JLEhv17VXeSKIV59o4VXX18SDBI39NPzOR4+HOD+g4EMHNm8Jz1ABl1sBrEJZDEbtIRivYTAZ5D9DIoSC8aILPTmRgGNjSJ6Cz+zaAdsItI9ksBvhwi7kQwO2af4wjMFfPWVEra2iYRzYVUDlDabKG+18PO/HuNv/vcuDh46iJiVtGzgC19u4AtfqeNmM8SNZoiJCjwOVDxsx/jXH07wy7+ZoNQwUWoYMnBIBFVLpQhft0z1yCEPG/3yfX2uLs1eRGkcZNp9Nr74r5l1kYpHvj4buxxUm5ILM4xCzBYpFucanDM2hiNY+QjlpoXqcl4Old5jH147xDdulfCNW0WoKxaclokTz8H++QAPTwYYdnWMuro0HFI/hp4asNU8DJMqJxdK0RGUH91yacxcnNxlE8MFQ9iyzNPP8XMpVjdy+NI3lvHcqzUcH/dlnTxJcfpEwWzMnDJCZhIUKgUUqwVoRU9Y+Bx2B4GFwNfguyzyechl6MGI7uJxAG8Wy/CADRL10vR8+zkOVJexcc3CIhyJunM4AIaDFGePgeOHKdwpm4EhTC0UlCLXd//bVfz5/7yJ7d0Ys8kp/GiCQrOMQrOC//xfZvirv5rh7CCW/AM6t5EPgXwklxkOqLwFMB4AoUvFjwmLOCbm7jEvkH4gIYPqUGNexqhgc5DGDt781jK+98cbKNdiPDk8x/7BAPfup7h3L8GVTQV7G8DyFRvVnRz0mo7DgwWeHjhoP03ReUqagJ7lc/KCB2LiI7lwGkUKLTIVNB3Jig8UDQ3f/aNl/MEfLYlrZOIuMJz56E4ijKkYUumCo1uC8i8L83EojUh36guymU0JDjINM0YQZpkcbJAZWiSonYKtiBhlPAIGPWCtqOOPX8zj68/mMKnHGNcT/P3PPPyXv6FzH/jKV2xcvanhbBjidBhK9uH5UTYAoROTMwpDmrU6FA7PidZWYmh0s1IQwRxPolT474TlaxZUzZZLrOf7okqWzENpiGbNY7ohidmhwkgnhpSLc1r+d0PJmsQZIV6w+ipJC8xE5sU35CAoEZID9x2iJznESiRrk/sjXTVZgLei5KAoeaiqI4PzVOXP05FLR5gGTWfzOkMD66oB43LYaBnZYG7QAfodBU8ez3D/MxbnruRrrW6b2N6sYXurhovzGY4Ohhj2XDjTFO4izRBc3O+5d2tEDH2urqZynhgfUxCAWhpdKtWZrcH9hnztHKrlCLVyDKMQZ3hJCmy433opuocKuoeQjLKVzQIqdaBQmUM3HDz+MMGjD/h1Ofgj2jCjXRRyJr7wyipeeWUVqj6DYswxchboTz0MiCdVbESKJYM3YrWnFwFmZ7SgpzLsLpY0eQ75eefYnDGlJWZINNmkNLC0Upc1defoTYZo9wKctTX0BhzUMcMwxPKGgeVNCnH0LMpABl8ZM4/IGw7uB70IF+1QhoMraznUmybGgwCTQSDnd6HK1wLwAqrWFSymKhZTBfVWipU1DglSDM+BSVdB4GR7UiboyVB3hXLWxKbanYvZ6Vw7N0w880VLhkV0eoyGAY4/C3H0GQfWqQwliFTT8xwkXTooBbHIxmckLibqCAq2jqu387h2Oy/ZK5VSASdPHDz8ZISjJ1PY+Rh2gZhrVRaPIX4Gme9i8uJSUrB7y5TVWCqi2ixhNonx8bsD7N8bY33NwPqajldeWsXrr22gXolknzx+2sOPfhjjb/+GuErSOijMvWzc54m7SbFxM0VeKyKvF6ElOpRQEVdTR3IY6bCBvGZOrMBhU4jCjTSUDKfrGyZubJh46cYKXrm9Lu/vX/3zEX758QV7m/BN4PqahWtrJvZ2TaxvGyi3VBwOPRwOfQwvEgwvYgxYXJ4lcCiMo7DDVrB3pYDdKwU4QSAZksNhgM5pLL+nkrdQLtgy6AzoQAk5TGesAfcdUhyoQsyYrBz00zGfERQuncCXwoI4zM6La+tl/E/f3MHXX1nC93/zFN9/5wkGoQ6PrGWinf0AFhXL80x1a+VTWOUEkZJixmGCq0CJLCghw4gzwgMHFXZJl0Y68b12zcbCj8SdRlcekbjhNEA89RHP/c/hCL/bG1hisHHMBurumimL9A665td3lnDrhT0UKnn88z99LOv6nTyuPZOXr0lslxeoGF7oGHY1HDya4MnjsQhVpC+ocnCXiW9Yz0pT8VLBLXEXEnnBz0SWKyouxCRBSsSXp0Phvk5eqcWcyUByz9SUuVBZY991ANdRYKQpODO8sWvhC88VUK0reNJ3cdTzMT6yMT6yYGsZOeDWzSX88Z+8jte/ehP/549/hf/4k19h0HHhj+hQMlCo5bCybOD1vRBv7IW4cqeOK880cND18M69Ed76aIJ7n0W492mEGy9auP4ieacRJgNPKDqDU2B4TuezhtjV0FhRsbSpwsgzLzQT+zy7oeHupoqrVxrYvdrCyWmIH/2og1/9ZohJomCSKli9omPtCh2IKcYc4nLQreVhqDlpzLthApfncseRLMHVmyUs7RUui8gIvUMfnX2637LhE0NIjUICI59k9dIkq3lkCEvRU0GHXtAQC3qWdwc2TDh0BuqrBmprJqrNAqqtAnw3xoi5tXMPQeojVgNUW6TuJJhcqOgda1mjnMh7xm2kFqLURqWhStZ9qajDNgxBn5498nD2iA5aH6HPYVoCvUrRK4tc1jQcNlLIxmZzNrjkP5KgwuEkP4seB6kUs1HBTvEasexArVZBrVaGavtIzTkURtlwP2YmrpMgdIgvZRYz7xEqQf0IIwXTRYSpE6FZt9FsWPJ7eI454xiTNiNdOGzRMtSc+CEMGWT4DoWRQZZFT+HiJcEnK+qzhhUvdXIfuxSJ6DlF0NO5ko7mSgXN5Qp8N4TvhJjPPMwmHhYTX+pc3g8pw1aIrGaWr03yEsVydK2GGSqYTlehe7AGEdO91ANCq+FryhpIhkSX9wm+94Ypg0i3G8DphpKZK79GLhpZdvjn7Hue68xd5jnIe0wSRwjpdl4wgohCUeZQclphQCWaT/NkAOwldLRyz9VRILZbJS0kRjxO4PgZzre2WcLGnSaKTQuOIAbpsM5WqjGqB2g0bayvFbG1VkINKqpgHmQBdrWIzniBD++f4OlpHzmKihUFCyVzLzFaZNxWRJxF8QGzoFdbOawt5URo3WvztY4y/Km4UJizyUsYxSryYmQNRxXIV3PIV3ISqRQkRKBEMKpEziqwOWhKdaEaRa6GuRth4nBAn0rUwdJSEXNvhrk7zyI+5qxnNZQbJgpVHWEagP9QjM24liRgg8ZAKpSdAInrI182UarnoBOfa7IeDRH2KWKOEc90JDMji4ewiUgHlrZNLG2ZmCw8TB1fhBR0xDSsArbsZWzYTZRzKiq2hvtPLvD+vXOUCgW8fGcPz93YxGfdNj67OEd7Mkdn5mClbOKNvRput/KIJh6iqY+DxQIHzgLdOMGIuEaKQRlPFavonwTonQZQglScEI16DjtXWtjaqaORN9AoGPjwcQe/+vRU3kPG6eg5A82NIpqbRVgU+CzYO1Ewd3QsfAWBGsFXI3Ggiwt9FsMfsd+RaA961AAAIABJREFUoLwWobxKahlrJQUBm3IcDC6YBR1KvvmtbRs3t2wMOilOnhK3TrqAgopl4XuvX5cVewOMhifoOn204ylOPRdP+xSrqlh4dIDzc6uhXOegQcuEdJaKzvEcF8dzNKomru6WUcxr6HdmGPQ5VNXhMVdT6hymF2RoRQ6yDWKhmXFO3DEFriLS5H6V9T18T5Hs33ydWfCsM9iDScTJSYc06QaMqafwk65KikgR5KFEJCQsYFgO9nZKuHm1jutLZbxQquJ2vojYnyPxF3g0ivHZIMEn53N8fNzHwI3x4nPX8OLz1/H+B4/x/oePBe/eWC0jV7DROZrI2ntBx94LBjav5rC2XRS61q9/PMSHv5wg11Rkca+Uu9slYYll03wYYz6MRBTLgTZ7PszVzbDMmQB+Po4wGzFXVkeR5I0qY8g8KBoFsaksfibZbKdTz5uZCBxdmqyMVmGtRiEGxXoaxTwgZjCAO8vEwhRbisg8a2Vl2C4RpSkyRKMDUih+rFUkT5yO2xx0CgNzhgimSNKbHM8x6zhAlWHf7POr0FyV/X6Jl2KKt9UC7Cbwyu42vrx3DXu2heJshGA4xNuHQ7z9dIDKelUW70bHZxN0evOMAqgB5eUCSstFubf4LiOz2L/QpMbicIFDBtZ9iwX3sVhEMxRo1ZtFNBolqVeZRz5sezh9NMWw48l+bNmGiBuZ8Z7FkGXmAqrFue/WW7wL5VEkal9yF1O5V/H7dhZcIaajGNMBz4M0i+8qUtRkSEwcyTqJSZR4jEWXriRkf2Yrl8URKYxUcjCazOG4rghDSwUDX9mu4ivbFUH7v38ywOOLBQYTYObikpRgYdQJ0KE4ehZDkyg5BSt7Glb3OFCjoKoEJTAR9hTEFDctplDmU5yEKU6jFNubRTx3tYLVqonfftTHux8O0Gxqssr5CgpmE5phIDCmiIyZxBKVjRCWr8F0dTnLY56FBnHfRAmb2D9a4P7DGVRLx97NOjbXiyjHASpRiLSoIy3peLzv4pOPZnj4YCExMhQevXmnhjdv13G1mseSYWM6C/HzRxd463iAYSnBsJziyzd38Pt3r6OeAE8/fIzuwQmu3qnj2u06jsYh7p07uJh5cGJfejV31tZwe30NuYUK29EQui4cfy65yh9fDGXZdR25GocqReyu0OGpYP9ojP2jKZ4cK3hyDGzdWMbNl9Yk53PWa2Pa70sskDtXsV7NYZcCAz1F1/VwsQjQ7gOdAZ8j4haJbFaRq2loLlt4bruE53ZK+Ne3BvjXt/pYOKFEe20s5/DqrRbubFVx9qgv6+pWHs/dqiKvqLh46GHaiXH73+zi1ps7ODs+waNPHqA/msE3TBEdyQMeu1B4V3IVGfw2N0pY3uAgvoGlShPz8zbmZx385sEUP/nIxaf9AH5ZgZejEy2LQSIdmFCQvElEtSYuPgoPuuMI1VYNK+stESa606kQAqaej6kXYHe3jL29ChMSkYwDobectF0ctz2s7ZpY27WwvlISYQBJR9PZHAtnAVvj2QhMJgoGQw11Q8X1poZrdWDen2HWn+GDNvCbcxW5QhGv3WjhznY1IxVQlKdRtB9i1J7j/NEU/WmAyYqJyaqJDTuHTWJ72ZdBAtcP0R7M0Z24iIhKVlVcOAHaCw+Dy1iM+SyGvlKBtlzBN165jj96/ZYMVt79+fv4+INHeDrzcDj1gIUiy4hSWGmK1aUKvvPd1/Cd770KY7IPY3KAeW+AfmeO4cjHxFcw8IFPXRefuAyrKKCslKW3nNgQsa3dyMNifylfwLpdFNrn+XCI3tSBGxbhBAVKg6GljtwxOK9gzUZhFc/lRTSAEw5YgqKSy4mR6eKRi/5T73d4+qUrZazfrCIJEvT3pxjszy5FNCZurVh4bt3Cs5sN3N1eR9nM4Z/f3cfP3t3HwDQxNE3MEzpBHRHZsDdDIx6jrnhfzdkpijZ7epzTGPACilhCEZiz/8IhWClnomzkYac5HD2a4+jhAlYpRWk5czDbWg62qaNQdJAvuKgVGqgVmvAXEYaDKbzAgVmNYNYijBYJxk4KyzJQK1lQQx2DI2DSBlAIoRRC7C61cH15Fc4owoMHF9h/0kWL7terptBKTg58EUFS9EjxDsX/SapJjBprad43x14ML2G2cUbP++qtFr5KsUPiIOxdwFZdLO/ksbxFB/lNNGs3cPDPB/j0hx/hs+MuDswUB3YCv2LAr+jwpgq8oYLVQg4vXKlgd9mE5/Xge334dEtreekJ758tcDEJEanZGbe7ZmF33Ra08GhMRzXjBLM4N+LBuRo1C8tNGxtLJaw1K2gWC/jo/TN89N4ZplEEX09RWrKxcbWKlVUbRUxRwAwKTW8LoJG3sNawkbdUDBcLDOcLzLom5j0TeaOMRqUGLadjrM4wjGc4OndwdLZA7yJF/4KzHVVEqtWSgTt7Vdy+UsNSIUDDcmAavDPHsMtlbN/9Cnbufhn9n/1XDH72U5zOZji0coiqObzwTFkWh2tp4uPiyQKHH85x3nExtGJM7RjFnIWCbeHoOMbD/RATLxYXOldspEyERP8YuDhQsL5Vw9f+cAsvvlxGcXaO0uxcqEZ+oOFiHOG470nMZBb5BlTSHKrsCZPukbhwPFIXmK+t4ot7Fby2V0U+SqA5jGRM4OkpZkhxb+Dh/sBH203R9UgssvHCtRKuLRsw5hNZjfU66hs1EXBEsznmQxf7j0PsPw4w0VWMDQWrxRxucyaUU3CKCYaag9vLVdxeriG68DA/XqDr+zizYgxrGt786k28+bVbsN0EadfB8Sdd/Pbnh/jw4y4OVA37qoaVKzZWr+RgzCKkT1zojorazhpq22u4dWUDtyhesZYQxA1AX0a+vA67uIxQ4/MX4mdvfx9/99P/A2dn92CpCvI6RQtFlApFPHwU4OOPXPQHnGepSHlZbl7Po3m9IEMLNjD8CUOZOQCOxeVGRYVcsiXXLBVXDxscdP1SDWLQDWDTYRZJLh/zAqgup3LOLmSZmBxUsEbk2eeNeeFhH4hDnMt6NgZyFQ3lZRbRBhpNFl95PHkwlkXVnWaoosKUuy73MToxM8i6VIN03XDIIYt5XcRpXeLBhFTK4a84CrIgWJryuFFUKiYajbw4zwZ9H8Meh83ZcPB33Qn5jj3oZogbNyu4wQOfDSlTxWjC/I4Zjk9ngkUgnZRNFDZlqDaUZg8UFMo55Ms5JByqMTxZ5KNsOGiyKS3t5DDyQoyYX+LTyUdEYoJoGCIZEdcC5BLghbsFfPGVMlbX2HT3YOQCNLYaqG828A9/Ncb3/7cL9DuxOFp54dm6ZWDrpoGtYoKtQoLTUYx3jxPcPwzx2W8c3HtnIXk9xboOzaSyN5TXKFO20kWbXeyyEGMufn9Zc5ROaq7M9ZANfz/3BzMjgWtj28D6tonITDGMIswpIjhT4ZyqMCk6KEQo1E2Ul3PCKu4fhPDaMb50w8IbN2yEFQXjgoKu66PTW+D8wsFkomEyUcVVyIspUXommLWqQy0FUMs+vGECb0Q3CTMObMn8g0qprSfNN64Sh/9Leaxt53D1joXVbQOP7g3x6N4I/Y6Kcc+A73HAEUIziELNS2Mj0X2EqisCCEXlME/PmmJuiGJBRbGoCMp4PiR+LkHiKki8zFliqAp2bxTw7KtVrO7qSNQ5woRZRCraxyoujhN0j9lM4+AvQs5KsL5syfry18p485tVNJYSTKZTTBwHTqxhEWv4yd86+MnfutIwkNdD01Cqqyg1ONCjatsTNPCoz+aiBku3RG0cR8TZhoKwohJW0hhjCwrtDomPNA7w3T9Yxp//+TpylRjvPTjFh/f6uP8J8OCTFGvNFGstYP2aieXrNkqrhqCH+/0QnUOgfQhR//Aw5dBUpuAGD5fMVUVXCosGUwGaJQtrTRtv/F4db3ytgcHQwdHTKXoTH7M4xoLZ3cxv5efd1ZB4VE0ryLPZoCUYTwLJN8v2FmExImV2t020HVBkJmWcSoONuQKddoD1koI//UIe33rBwrSpYtZS8JOfefirHziy13zlqxau3dBw2gtxysHdEXB2mMoAgX+eTTciByjM/iAmc8aGJFXfwgsTRx9/Xm7naQjdMGGYljTyXC/L9mFxxkVEDAe3pkXiAP/eigyyBY2pp9kgjL+GLhVdgSUaYO6JClJVRZgw9y2SZh4bFfw8KFTv083LbA/ZHxMhdTJTLBV0A+HiPjQ4lxnEqrgr9Uu8NMWgXERcUxSgpubvcsGZ4zi4UDKX49xDpITiAMhVVZQLRVQKRfTOpzg9HGI+8TOKAMe4ZVMWVd1hmgjWhwo+Dufo+iQeMr3soEtTRhBHGgKuRJOMu0KOmVapbEncrJmhmpDK0FEwaKtoLdvY3M6h2dLQaDCfL8GHv13gg98uBNfPiswwU+SsCLWqjus3VnDj+iqm4xGm4zHmrgcniOCyWQ1bBs9O6mKRevLZDKfMlWUxzD0cGHVijDqRPHdsjNkmUKsqqFY0VEoVlIsV+BFz2uiySDBZGJg5KjzXk1VtGbJ4rjCXyqDbS+VzlmbuCmYtL2JpnlDV3mhYKFcsBMxzdlRxUOh5FvwRZjNI/q+3UGU1W8DKOoeCKS6OOGxkhnXWLJKNm99hjqKqbNgqebvE84o9S8P2DRvPvJoTJGz7ZIH2sZsNkk7p+Moy6tlwz9SZEn6cuc7pAKZwiRdsyalUsHcjjyvXc0gCC2lgoX3i4fRwjm7bEeQen7UF4ydmHBzw9ybZH8ehQoGIXxM7Nw1UKnkpbLjPtg/HGHcXuHOnimfuVHH9RhlXr5cQBi4e3z/HJx8N8POfhfj5zyg40mXxgsDnJ1dMsbStYnmLeHoLSmAhclVx+3Ko3+0sRLzwOVKPGFw/4TWVwrhQsl321gzsrenYbNax2WyiOwz/X6be+8nu87zyPN8cbg7dtyMaDYAACIAJDBKDKFKW5VC2a9azrprdmrL9h+1vuzuzrrXXkssa7TgoWBJJiWIQSOTUOd0cvjltnefb8qygtyARBNB97/2+7/M+zzmfg1/cOcG9/YkgzNWGhs2Wjo22jhdWdVxeNbC8pKGPDGfIcHSc4fgoxcFOgoMnbP4BnaaFpZaFjU0Tm5smRtMAR2eeoHBmUx3evMRmS9YcLwzEMzHTO2SNxvLOkGeVdRH3ntLJX2ZTUqjH/eYc0ldGXYQ5rq7X8Jd/tI3vfqOHv/31Dv7u1zsY+AqC3JY9TPdj6MzQJeGENVulgMv80qwQVByLcgquJNxJHLRs8hFbqwsC1emYcLumnDMU8YhAwM9FwcucZBca4shHHPpIshQxc2QZMYFCsgYvb9ZkWRQBIkOrW8f6pXWYFReff/kMX3z5DBevVGRRwBJEOWZegf6Ziv6Zgv0d7kUzwd+xKStEBaEvcIjCGrJAIqQE1jflgImuEN0iipHSjtKBwmE5XXp0q+gVA3rV+He0sUq7XsgmItX1hTj75O/RFGxvmLj1giXPwdGICLQE0zMbk1MLOadPaYyrF5r4X//oJr777jY+PtnHR8cHuP/1CA+/HGPmZzDaNhotDdebCV5sJnjrjZasyChw6IV4fBzg01/7+PRXAZa2DSxvUyGal/naRI0OCyxGgDeiG0lBpamisUx3PckamZBuXt808MamgSvbbVy61MXBUYL/97+f4JefjnESASehgpXLGlYuqSKKGB3mcr6bpgvDchEpqQxAuB8XswSWrqC+4aC6TAJOLG6k4W6MPi/1fiFNezqc6dTlwDOe5ohGHJyeRyAwF5aZdzVNHKk6s2kZUzNO5Sxv9gw0egaqDQvVug1/lmJwFGC+iGRgzG7Xck8T4sDZbor9B7xEFpL1TKEVRVpZoqO1qmPpgiYoSI0EhIWCowchDu8HslcoPINruWS88f5AukjKHG5ig5nvJXUzxbEc/pYuMZmpss5vFHBa5Z1DdlyFZ5IL13ZlQJ0owb/HqVAoywF34pXkDdfhvirKV2SFhkWYiaul3aW7T0ccZZiM4jKPuU9sP3H+JFtQeEcUIIlMpH9wCJvIAEs+lOcu27JuP1+i35RLlZzVdFHrFhGmGqq1Cmq1itA6SBMRDDbzeomUpFMkZC572ajXiMTmN5vxeUmQRsS4c/51fg+j8JdHhanI3s58SrpqyzqozL3k0y+uLNOCYdqCz/YGoQyzyyEA7yXaeQY0a/1McmspbGbTS8SofKY9Lgp2mNWsQ7M1KLXyM8fIACXlXqOASTDMhWS+KZunhV8gp6uZYmGVOaUO2htVGYT5E4oXQkHqhl4Ii+9T3cBSz8Lamo3NdQc9m8uFVWFGnYnD4Ryf3dvH092BDPP0XMU8L7DIgPmowPyYhCyKpQ3YlomttQourFWQ+xkmpxEmwxCjSYgJ6RN6gVQvX3++kPKZoihJASpdRxZzqIknK4gQpPuDtSOfKXEcEh1uwk/oIAiRKYVkKDYbFYSpjzDxS1IDRRaqhnbPRr1rSl3ExQxh1hBIdagp8UIG0iBCEkQydKy06ManIIxvAUW/MfzDBLmvSrYgf81dLrMsTVuRGp2OvowiSQpzVA1N08FWtYGNSgOWYsh6eDzGnf0BahULty+v4NbFLp72h3g6GOCEmGY/RdVScLWr40Jdg1swliDHaZThlHVXrsADYw1Y1RWyjk9yHB+XuD7HzOXsvXSxhe3NBpYrFpaqJr58coZffH2EnbM5fOaMFjnaay5aa67EHjgJPysqfN+EF2jw0gi+5F/wfsx7KkXvFGTlMJohzBbjYMqILP6+jISolHEdOhpVA9dWbVxbtfD1wxk+/nyM/pD5bQaaVQd//tYW/vwbW4jmI5ydHuA0nuPULGuJwbxco4Emi85UpwZUWwoaLVMW94nFMEXdVbG6ZMLUcwz6c4xH/2MAvAgLzMNC+jmkmXGQa/Gc495IIRmLXw6GQsZ6Ff9OCqsvW6j3LKHzUPBKCoE/KeCNizJ3nvEyHC5Lr0RFHumCPmfsgIUIF7ebeOHaEi53K3jZMnDNJOkpQppG2JumeDrJcPfYx2c7U8nJ+9a7N/D+uzfwi4/uykqUHI2lKizXxOB4geHJAjfetnDzbQudNRNO1cT4NMNv/mmKux8v4CwrcHrcc0rSShmxw70khzfhopi4FCDSYUoxBJ8HCvRY67L+ZI9At3R5bUwiwLmXK4Hk19MVTlKTzbxxOoRCS86M4lzVLQ7gkJ89DoA52lJLAt+Mmd6sO9i9552MA2Duh3Qk01hBkS8zzzVYFKhZzHUtM97TSCnJPKxbqrrU4OO9CNPTCEorhdLKYMYKTF8FGJUUlPFY61csbFy2cHtlCW8u99DIFMxPiSie4LPBHL8ZzNHp1dHt1eEFCYYDT+pStobYJnSbNpwW70o8Z9jnSmXIQAMJMaO5xpqMueTMdmduc2mAqDdcWRTW8RkZn4Q4fjKTn0ldM2zW24wWKwfAElUlA2CiyCnCtSTmweVrIaIeHl/lZ1bO4ZSDwALerDyfNas805hDzXsyB8CFxQFwitlZKoTCas1GtcZ4upLEEcUx/CiU/FveUwyrwAfbLXyw3cZoHuDz3SEeH/sYjBVMFgoaywYayyb8YYbpEZHUeYn0pwBkA6ivK9i80MT2Vhc13i9PgWKQIpnPkMxm2M8z7Oc5tjdreO1yG2sNC598doZffXaKxpKGZleDabhQGfmgaMj0BWB4aFRUNF32Irh3sydLUgmd4CVm2K2ZGA5TnJwkkk/s0rBQN3ChpslyOxYqHQtf35vhk4+HuPPVVH4vRVOvrtl4dc3ChYqNnuFIL+/nz8f47HiO+qUKatsuXl9awtvdHtRFjE+/eoIHzw7kLnblap2gH0yDAtMgwTyKxOF+Y2sTNy5sQBkkUAbEdvuIUh+jcI6vxzN8PZrB1wpw61xbsXH9Ug3LTdbLhUQCfvxrDx9/ukB3o4PtmytiLBhMjzCZ98GxiVNU0bU0cXlqWgovY6ZqgtOhhtOhiiBPEGYJnIaOesdCr2fj+rqN6xs2Pv7VSBb7SvwPBVnv3e7i9vUmgiMPwbGHjYaK7WWegQX2dyOMxjle/dYlvPqtbezvHuDenUeCOl5oJmIZmDGCjuYevteJCBxYN7Q7FVxe7+DyWhsnj/s4fdzHVwcRfnNU4NE8xViJMFZiEZRysV/G2JyKpaJdo7PcwDzQMOPQ3zQlMkIMEbxrpQmOzhY4Op3j8pUaLr9QQzVXoE0ShJMEz/oBnp2F2Ny2sXnJwbXVOm4uN9GxiMFeSNYz/y5HVXH/JMGX+7HcZ672DLywpEMJYyhBgp8/D/FPj0PEqoGbF+u4tdXCa9s9vMYIpdkA+WyAZ7sz3Hm8wME8QbxmI15zJDe5Z2pYdxxsViowCxUns4VQHkJFRQgV0yTGJIkkI9anQMbPYK4tw1xdwttX1vB7L6xBnXr46tcPcPfrHTwczvFgtECmMuvYKsWASSTo6z/57i1ZjWCAht/HtD/CwdEYx6MA/UjBSQg8ikM8iojqdlBXazBNEzQCKxSYVHXoNRJimtistkQM+ezoTOq7RKkiQQUGY3QKnvHskSglsUzVkCsU0c0QFzNxhLqmKYLXs+ekmIViBuAs5fKNLl58bQU1TUO478HbW+Bk4eFk4aNt6lizLdzsNfCNSytYa9j44skhvnxyiEdegccLwOfAsUKhKnuGGSyDVFT2Q1W5P9s6RfmKkBCjQIPdLCTSkIY9Tc9gaTosCokyC0cHHo4PFjArCtyODpv3edkXKaAOoWsRmm4TzUpLXuco8pEUIVQ7gWIzQ5OIaVIeIWaAYMo7oyJGhMxOkNsxtpZbeGGli3Ca4enjMXZ2J1h/sSprOEhwvMf+dWlgocElO4+fsg32snnmklzHWACuFEmR4sNby/jg1jJUP8TZXl8G8leu6bh0xUVv+RZWlm/h4KfP8fgHX+He3hkeWike2hmyuoW0YWIxKjA7ybHZdPGtlzu4um5iNDnFeHwGDy58uDiaJtjt+xh6iYicuC6tsh9kyn3orB/CC1LBVXNeZOiM2DFkMOfoGi6s1PDCpTa21hv48jf7+PKzA4wWseDQuRevXa2ht2ahUcSo5xHmYxqeErQqOjZZa1VVBEmEMGFkioZgqKNhUjDUhmlbGGYB+gmz6afYO5vhtJ/jrF9GzHH+Zqsa3n5tHe+8uo5Va4GlYog09XHGPlK1gRvvvIcbb7+L+S9+hvkvfoq9yQyPVROea+HSloPLWzTkqGjWFSEvHtyf4/TUx0RJMSNZkPEhuoOjs1TQ/WOSOdRMVmSpiEwFo30Fg6cK1jbreO/PenjtzSqW/RGWPJqKCsy9HMfjFHvDRAQuzIIfDQpUVBuuYksP3nRYU2TSh2IP7OZmBTcvVNBJgKZXRoclZgFfy3D3LMLXZzGeezl2faDTc/HOKy1cX7ORHY6QHY7R3K6KObZCrXCYwJ8k+OxugM/vBpgZiqyNuoNb7QqaVRV91cNCD3G9U5MVs//wbIF+luKUsTqrFj547yo+fO8a3FkEHM5xfPcUdz7Zx8OnU5w02zhutoWE2910YNEweJRBjwzYGz1ZWyvLsnTFRcy8bhr1qEbXqwjgISg8fPLlP+FnH/8Ax8fPpDwyVQXdpRq6yzU8ehDjy899DM54+1FQmBUVnasW2i9Y51lKhTQPFgw4nrGAOs9oOscJUvlIfAoxUHYDMOn+VUwwNYxq8MnUQxjzjaCiX0WlrqHSYIFfOuYSImqYL+LxXkTFJbHMnEYoWNo0sXHdQXNZl+wmXhwOnvk4eO7LINJio80oXbfEy5VD3zKPRULjBB14XhnmlgyxiMdJs0QuoFTysadBhzAz0ahONirMSjLRanF4qGEguYLctBVpsgua1aQCkEVnibRp1CzJ0yGbn4ijjIqlOIPPBiwRUDGzOom/VgXHOicWImTBTkc0cbEJDA7BOESlAtlS0btkYeWSiUWUYxFlCMNCFpuyaphAizNUFaCmANevV/DyqzWsLGuwtHJAWOu5qPUq+OH/M8V/+d+GMrz7/e+u4pXbNfjGFIExwapjyHrwJMGPPw1w91GM4XGKwTHVpKooXDVmG2hsFrPRScwOMZLEyWlyOSGqV0SoxPCkJbqTOR285Mqs4Dz6SPJLzwX+a5sG1jYMMUvMyCz3Cyz2Csz3AcMhUiKDSxddj24KDePnGYLjHC9tK7LSOrAg4tqjQyrB4CRFSPek5J2W2Dk2uIiV4EVDa+SCYownOeIxs3+pNufJTYwcb2Ps3paGgQvbDdx4dRm9dQu5MkOUzLHzKJTFDMbIZ/OUDu4Ehp2i2jJlhWkKjzY7Q4Vbs+WSFvES7FOZl8LQEsQswMe5oNaUWIOSqKICpgJ7eVOTPM3uOl1tsWRvPr1n4uk9QzKLiPsgNkzJOaACvv1+E++/38KFrQxra1TY8yB3MAtVaRB8/XCKrz7L8NXnOebTMleVqN7NjQoubFQx9SeYBBPMxgmmQyDyeYm1oSqWoAPpkiiYx8wwSj5KCbm7DOBjpkKB//hnS/jr/7wKrZrgn397hI/uDLF3V8HuPaXMJa4V0gxeucx8K2Yl8sJm4HSvRFIMDxMMj2P48wSKUYovKg26FFwkYYnEabgqblyu4/rlGjZecEW88PThAl99OhVkUeYQyVYgSnKEVKXPC2SzAleuVnHr9Yagzu/e7+PuvQG8vgKvr8rwodbR0OkZWF2jW8bEfJTJorPv+MjDej3Hf3rXwB+/ZWKxbGCxbOJHP4nwt9/nJb4QBPTlF1TsnVApWQ6Aj/YKyXla7qmoNxVxMclw/UiRRYcmB2IygJYcTjY9y4kbVeS2W1IFiJGnuEXwgRx+uWqJECTah7hl/n9BihUw2Ig1clGScfBj6ipcGLJynbk5GWLidInWoounMATjHS9SxFQTZZnkUqc5EVxAkCqiVkuJ08lymCl//XeDYYp7iJ3k96mg4vIiYUoGDz8b/iKR93I+VjEfKYKZ620asBqKqNfmcSaYM660MhFRAAAgAElEQVRgHsgFQtTg/B5tBfVmTYgIHPIESSKKTxZLdDCWKEoVcUykXo5GxUa35aBasTCLEsyI9UIki6r5NCbrETCodMxTzBbAfAF0WhpWl3T0ug42Vlto1Sv45HNeoPsyeE0SE9UGsLoZYalHZGMbFbuF/uEM/cM5YobfsNnCAVDuwMgdxG6ApBLIQMjiIN8gupIpywkmJ4osuiWYOc4mBDP1KhUNeWTKSrMYSR5JY8aquTKkYl7gYuGXDgSNzVBVkNlsiP6uiT+n63jKC3MmnweKqioVHRXXlK/btVoIkgnmUR9eEMgAmCsOdFkcAFMwRMHM8R7do2ykcH/nOVfOedlnsnhpUEriA5eEfLPQuWzh2isuHFcVJejB07BUR84UwaESe0cyR3k4lMnVRIgTK8wYAyLxas0YzW6OlTVb1vCoEJx6MGe0Q4Y4zBETJ0n89fn5z71HY2AX+/z8822gs6miu6EJapbKeY1ZbUWEupXj3Xc38M47m1jeAJrLCfYOpvjpj8/wyUcTPH6c49GjXJxsTs1AraWi2iAuU5Xvi7mbs34hi0jGEpFJBzqjIkoFOB0sYajKpYkUYcVkhEGO5ZaKHvNojRpMtQk/zHA24fvho9IxUGkbWG4aWGoZuOAAG1aB5QoQLWmIl3TsHiXYPU6w8zTC80chMl/FlfU2tlfrqDkZqm6Gw5MFnu/PMWPtZNRQaO6/Zz4xKiD0U6kXpClP3DYLb8Mt93ZeflHSUejK5cCFddzvbH4c1DNb8oX1Kv7qTy/he2+v4O8+2cXffbKHwbiAHxAXX0Bh6Drt0zbxkGxWAxV2v4nJGbBpyUKMlAfpwMl/xYXIZauwmorgIY2GCrNZFgwUJdQsFxd7Pay2mphNzjAb9+H5geDHiD4kDp5qxkvrHVza6EpWWehNZX81qzUUuoXT8QJnEw+ra1WsrHNIVWA6jUWMdHCc4/C4wHTsYzb2RBj4u5xaDn8li/Ac7ZikpCjI6Em+bp1OSrp+DA6AWfqwls2RLFLkCdGJuixmVNsNUm6YhZmIs5kiBm/G+oECDRU9ZvqsEDGuYDxPMJkTW2VI7m4eKwKJ2GqZ+KObdbx/s4bsYhPZdgM//bd9/PAfnmLvdA6tw71DRTsr0MqBD287+PB1B8sXLehdA3MV+PiTGT76ZArFZYdBQ0J3ozSjc3GKUpTWP8gxOMhkQGPVFdj1AlYtR6MFvL5i4vUVC5c26tjabGDAuJBPh/ji/gx7nop9T0F9pUB9JYc3KjB4ykxnFZZrwyZuyU2ROXTHq6gqOkiMUKoq4CiIvUjW9CDFZI+ihbKpokpUQBlnwNotoFuHlA3BywMFf3+NOaYuGl1XBg/+MJY6yW3SIUKnEekYKrxJjMkJSTopjLYKq6NiuUvFtYXjJwF2vvLgzdOSWOBo8mdx2NxeM2RozqZczJgRovLZON+PoLomtAozwxmtEkMxWP+WsR/8ZNC1yM8ynxM+g3Rl8jOkuqpkxrodoNop3bwiiOVnLiHyUkWQZlhkJBgxmoPnsSp4PmYe187dRnTTMkJG0Rkbwl8uUGkCVQokKQ45XGDSD1F45P5RdFtm+tJJzGaw5BafO35JwOAXIdhlZugJYbn8WdzW5TRRsMq8+8iMkbQAbsKpwXRsERVUmrY4rs0KBcBEq4fwmPO94LTLFBpAxntfEMv+woHG7yJTOLyVrGcRDZHiFAt+jvWRScw4b3MUUyismR3YtgNvHMCfMN6BTU3qWs7x7byncJ+jk40DADbpSILR+Wyr5xnAmWB0GX2iEU3bphKtkNeL2bWpNJTo3uPzmknDpuJYEhHE95p1KylVvEZy+ElxaTTNkUR0wybi/F1ec7HU09Hq0k2r4GKnK4vO5sLMsXc2wW/uHeHR7qisC1MVk3Ocmc8/b8DMHRWtdh3tVg1b61VcXKvQ7It0xnN7gUdPB9jZHyFhxjGH1OKCK92/CnF4UFBdtVBbM6XOJvWBpWBOVD/3rnGCbMQYFAuWbiNhU1zhECeDbVqwGXegUBAaiyOO1BbSaTgArrVNTKa854ciAhKncq5DzU0ZJkd+JLE1DpvcPA+JZXcpHFQweRZi+owiwFJUXlvW0d5mJrgKb5TKosCs0WZrQkUSq+Lu6FU0LDkGHL0FR2vi0AvwfDYX99OVjoWtpondszn2TmdYGAYC2xaRk1P4cJUILatA2yqQFC6SwkGuGuKAJz6Q4i1Hz3A40nE4pjhAQcMtJGag1zSw0jKx3LCxXHfw9e4Ev3o0wNOjhWA2p15UnmV1lelGqPBwSAzEoS3UoZkXYLbwYRM5aZW1HPOzKWZLTQ+ZuUCRmsgTQwRQvOM3bBNbG21cXG3iYs3Adk3HL397hh9+fITdoQ+FZ27NwB9cb+N711pIFwuM+xNMkGHatDF1VCwCX9bRjo7D54bU+7xjOw1gec3G0pothA41McSBVHcyFFmI4WCO0diDH6vwE1WIHryrc4BE7TQHnoxxIA6e4kQOF9jXSej8X+QIFxkC73wovk4BFnGM5bMRzsuMNocD+YaGNCeZieJyPj9E19OxmMEKU2xutXHxag/bXRsv2zmumhm8OMYijnA8jXEwSfDwLMaXhzEmhY3vfPs6Pvz2dfzbL+7J4r9HDDyHVotZDG8a47UPHNz+wJU+B8/B070E934Z4MkXoWDD9Q6x7czTNKWHIII5opW5d/L+TsMAnzPWzCSrFCSCUNimSFyNCFaE0FA+Y3kRIOPic5uRXqJK05yUqDw1RWwUhQHCwBdTBVtL7GALwpg3GwqgpqTA6DAsUyhJdMCSOEZhLkUqJVUhRaVhoN6xUWvaZY8GOuZTH/MJqU5sjBIhr2J6qmAxLqA1QmjNCFZYwPIUFDRl+PzeVLz6SlPWFVPFdsE9J8bzkwDPRgEeZ4ms5UZF8j0p/Pe8GHOKmAEEjC0y6VjmkJwnRJlZzNqdCH/b5OdNFzrIgoQU4uSt8r7jOKYgnEkTIJVgRtfsszmm/VBIElwFBdVES0v+b0nXUDQOySla06R+p2iHgykebzzPCLqoOC4qrlPGuVGQmvF+HMsSFzcHNHSqm7ncOekOj1hjn0chOLohNBCJTGFMnZIhV8v98dvbDXyw3cDMi/HVwQyPj0IcnwKDCWR/o6Gl8BSkY5peCiE5hGEKvZNDb+e4cb2D1271sGI4MM5yaKMcRRQijyIcIcYREmyuuLi53kDHMfHJ56dyhzW7KqyuKoSzxYQiNH4umGOfod200Gpa4rA8GoTST8wkXkHF0vkdxATvTRYWixxnwwBZkuHlixW8tMXauYqVtSru3B3j335+hM9+O4Jas6HWHFx0C1ysFGhrGqqFhvmiwJfHAZ7OMrzyxpqsLWZw+gqmwzl+9nwfn52cYH3FlFV3LFQt9tSARczIIx2XN9dw5cI6woM5ooM50phkvRCLIsTTMMSTMMLhNMXhLEO3p+P6NRtXL1RxudtBx6ziH/7xCD/4x0MojovGSgtqtYBvjpFYc6xZXazZXRReIEhcVY3E3UjRwFlfw2lfA2FFHAwwx7tWMdGuG1jlfXmpwJ2vFrjz1RyTUSaiiuWOjfe+0cYbLzdR83PUglyyOCsUTAWxOJzpHn31lQ289so69nb7uHd3D4cTH1PTRFK1sLRexfJ6Fd4kgDfxEfuxiPMqpoJXrzbw2tUmnv52iqe/neDY13FmVnCUFdibTnAwm4t4hhQYsgJsVUXV0tBlD7tmSYZrrlYxmvnoT+YycFrt1WEYBu7dH+H+/TFu3KjJ6mga3EWOaJ7g7mCBe/0FNi+62Nxy8fJSFW826lgn1nriIZmHcA0TFd3Ev+zM8P1HYwRagaubLl7crKBr6ehYBn76YIwffDnAmZ9iqW3i6noDf3b7Bfzp7SuY7e5gtvtchDs/eR7iCR3xSzY0otKtHF27wI1mE693V9E2LZzMZzjzPWS6gVTXEeQRgixAkkbi7ucIQF9agd5dwZWKheskp81CnOyMsbc/wp2jPu4cDaC061DaDQR5jLk3hWNl+OaNJbx9s4stiuwsE5Hn42w0wfHUx+5cwe4ixxPPl0Xjg6s6cochelgij1TSTzNsNDu42F6Su8TXj0+wezKD4jhQbAdmkcGSQWWBmLUS36uGhVrDhmakknXNvgvLBuLhx+ckt2DiI5h6uP3SOt775jYuNhw4ixjqJMBvjk/xm+MzyXlPxgrWXBu3L1Sw2TJwNJvicDbFgwHwgJRHR4fTNWFWWQNHskqjCNPSywSbPFKwGCliINi+amH7moUsTxEGkUR4KhmF3ybm3gIzfyHRKbpNGg8rNPanMxTcjOMMzVoVzVpNzsmMvTmFQlOG6GYyX2m3HQReisGpj/5RgtMDiFkDpPhVcqwvudjuVeVuuvvcx9FhiIs3m7h4qwFvkWJIWtYoxIyZ43M6Oss60jB5RjKqSxHTBfd9EnuCOMW3bnVleeMQ9+8PUeQB3rit45WXHSx3L2G5cwmzT08x+PEOHh0N8bUa4Ss9QeJaiF0L436K0WGCrbaD33u9ixtbNk4HZzgb9DFNLVn9RYZjUvGiFDHFW4qKiz0NF5dVBH6Ow5MECzqXXVX6uTXXQY2ub4/O0gRb6zXcfm0JN2+08dWXB/j6iwMcDWKcjjMYTQ0r12wsb1hoZCrqNMiNQlk1h+YrRbKFadpgfzgYAsGwQMtsYKO5LP2fMz/GiR/hcDzC0WSI02mO/pQkASCcse408L1vXcH33n8BvfQMjemukC4ezBTM3A7e+oP38NYfvofoo58h/OjfsDca42GuYKgr0t8kGv7axQauXmwincfo701wdrKQWq3vZbCtKiy7KuL18SLGgBS7RYShF8M3dXikDBwomD5T0Nuw8fofN/DKGw4upTEuZwkGwxDDYYhDIqBHOY7GOXYOUuwe0CBH/DLnd2WcXMVmzEoiBUKrpaHV1rCdW7icmqjzWSSVpQjx+WGKL45S7MQK9jMNy2sVvPtaE1dXLCyeTrB4MkbjiobGFRVd28BSbkpM20/uLPCTrzzMVGCqKthoWLi17KJb0zDXQsRGghfrDq43HMRHIWY7HvpFgTPOHTYq+ODdy/jgnUtw+zPg2SlGj/rYuT/AUT9FcOEy/AtX4LZcobw5qQPHs2GiCqz1oKyuoOHUUHfqUJIEiTdD4PlYLEjVDTGJTjCJTvHo2Ve49/ALjIYDEVywz7C8WsPyWg2PH4T47ecehn0ioBUUBjNkLmtoXeLQlY1XIOCA5JTNPOJ9yiEt3bRstttVXZqZbluF3cpg1WmqtKEGDkbDBfpnU4RpfO4Opuu1zA5mLh0bvfwz42khiBUpVtk1ZiGXAZvXbFx/q4rmiorT4zlOj2cYHFHJz8BiIlssGQDzayR2kg16Zp+URJxzHo/0nxXozN2EW+KgyX5mE0PlIJCKfDbs4/OmFx1cRHia8oIMziJZ4shjMcmLG5GWRMqweIyJ9iPWrURlEqtrM+vCMUQVThU5D2gOfw2TbpYc03EMf5HKJYIFMXF4XPya6arhAHjtioH1FwzJB+Bivt90UjZtqraCmlXAKXipzbC17eDStQqWOzqqHDIYBeyGLrmP//gPC/yf//sMzUoVf/2/XMTbb9dx//QQD04O0dJttHQHd34b47//6wIPHpaqNvZ6OIAymFNJlwOLYfZV+L4TaSsIHOZy8mFjnjJDvkq1vT8PJUNCWkvn+Tn8NrnKQlzFyoqK3oqG3FYIMIAXALOdDNMdYpOIJQOsFpt0zLNRMXteIDwtcGEzxdZmiow5czYkJ2V+qGB2rCAjkdLlQKMQtBvfD/DA4iWqUa50kkumggwzedyxgueQk5eG85y2F1/u4p0PL6C9rOPJk308f3qMk13gdK+86LFzwkaQWeVnPYNdVSSTzQsLzBZsNmloLlmSSchDlNmqRRyiYCbPPJMGYuIp4sjlcs8V0K3VAt3NTJCElSqHRQXuf2bh/mc8cKmajWGoOUzmRTV0/Me/WMKf/8USTH2KOOgjI27Y7WHoOfjXfz3Cv/z4GKMjFcNjDWGkIqW7pEq3URu3rrZx0O/jsN/HeMjctgKhT6SUg0IGwCWrWzViaKZMD1DEdNAyH02Foaj4n/6ki7/8TyuIzQR///ERfvb5CP2nGgbPeIErMYXdtQLLm8DKBapTiWet/Hte7ul+iJN95n7EAN2CHDY5NTkYiPyJFgusdHV88N4S3ny9hdgoEBs5vvrEw29+PMdgGMtFnbQHySyLcmCWAPMU73ywhO/9+RquvlbHv/x4F//8k10sjnXMj3RU6iqWNlT0NkysrVbRbrnoH6aSUXx6MsfxyQybrRj/+QMVf/qujmDFhb9SwQ9/HOH//r4nl8NvfcvApSsa9vYT7B4kONjJcLibob2k4cIlA92eigFzbU8TnD6DZE0yO4VDPhILRLrNxY5llskgiXsGi7+A+dDEzhHNxwY4f64QoXM+AKaym01xUa9SmZcLdpqPGrOV7MyEk1nITDqdIhkAR8wB5uAtZl6uBm8YwB8QO0RZAPdOYB4B8xjnY1QFZqrAYuasuILZHCbON4XhZmjQwdrQJYuUU7gkUDDuhxj1Q6iFAaUwsX3VxUtvVVHp6nh+HGLnKMLpboKznQRFkgoq1zJyuFWlzHdtNlBvNRAmRCuyUU8UdoSE7mW6C9n3petL19Btueh1K6jXTAw8H8OFjzyNkacRooUGb8LGgQLHSGAaqTgzwjxHt65gpalhuVXFRm8VzVoLv757iE/vHmI8UeF7xAgrePHVFCubxCtbGPUtnDwnutyDkuawLZIiVViZDTOzUTRDoBmi0jXRXHLFFRAlPqIwhD8y4Y+4D6QyzGbjnOp8NkVmZzlmfQ7nStFSrWGiR+xWi26RBXzfQxCoMlzkWaMbdH3T+VTmz04njCaIJLtlaYWipdL5aVk6ep11LHfXMJoNcDI8kBz52Qzw5tzDDCng220Fyz0OVzMc78WCkuZwIuderrM5UBI6JJk65f7A5lypIFWrEDT1hSu2NEif3wlw8JBMesleEJEAEaEcJMh7R51DRrVnGfhKB7pby9DsRWh2M1RcA5WKib0nMfafJuJYqNI5YWiYjZiBzj8rhqrF0Apmp5YuOpImSZGodAC3C6QLIB4RGa/gyiZw/ZKBDz+8jO98eAV6zUNkDPDl3TF+8P0xfvELD/O5gvlCgeEQ36ij2VFFRV9vMHOXw2oNZ/uRLLo+2Pgj9kzVUnGmVZsUOpRIMV6a6BSFm0NxmPsOyXiJQgc+1Up0/JkBXDdBh/n2yyYqjoGKq6ObZuiGKZaNHI0bNpovOtjpx9jtJ9jbi7D/LIISGbix2cOlXhv+bAF/vsDu0RzP9ucIUhX1bhtOo47+YobBfIaAIrNpOQAWbDYzau0qHLuCPOOwv2x6ZUTAg98P9ycO/zkEYq5TijiI8MJ6BX/9J9v43tur+NuP9vG3v9zHgMXpvHSJ5HTZM6O8bULtmBLrQYUkvBTBcYx4QiER95BzLYAwCylGKbNLJaeMeKkVA7UVU5y3zA9eajTwxs0rgrcZDQ4wGh5gMGKmlFc2RzQVVcNAu9pEu9pCFs0QeUP4QSh7WUBCjWOhsC1p9lUqrrhAx8MAZ2cRDs9SHPQzQXVl5M2TGHCOmC0j4jgIKwUYRINzCCz8F6EolO7f/zEAJrqS+GqKtNLzLE4VdlOH3dIlkiKdp4inKfxpIet3Q0A6rtoVTRDxzPMMowKLXBWCBz/gSqijZ+R4veXj9bUCr/3Za7J+9NMd/B9/cwdfPTtDYOa8XqOYacBMwwc3yvXKGxVcfq2G+oaNz+/M8flXc7ksHU8yeMyY4msk+aulgO94J8bxc54ZheQys5avtlV0llS80jbwCsUKSy7WllwEYYYn+3M8kWafiqdTDUY9gV5PMDsu0L9fwBvw7DJhVw2gGUNpJbJndyoV2JaBoMhk0SWY+hHmJwVmRxD8f5lNVUhDy1JUJHSTj0ggoltHgUJTUU2FUlfRXq6j06vJ53F+RjR7CqvGoTgHuQmyMEUwibHgcFgtUNmwUF2z0HYdtCsO+jseDh5N5eIEhyghVdwbapKj3tXQWClrRW+sSIRINk2RzTKYzSqsZg0K87Z1H1kRlkKoRVLOBUn8ibnHlvEiHJrx/GckhtbS4DRyWSQt0M1uahxUR4Lg41k8E9qSBoM/cq3MQE2JBbcEx1ZtOKg0XckSJnKdS6+UZ/Rw5GH/YIbJIIRKtGBEuWsJfw7miQzEZS8jBpKiHuZG8Hzl/2czh4NYjQ3zsnnO2p3kAC6KcEhN4XA7mEEW7wdczeUqVi+20GAjj7WjToGhh8nQFxpKsuAgvSjzGM9FsHTKcVjCRhSHcCXZiZnRvEdEkuPscBhAyUrCuxpgnw+A6bSl4zaRwRGQMbMk0+T15jCEtbPES9ChZapCiDJ0YlcTeR0U1mUUs1YBo8fGE88QFdGQQwu+7wYUnQKZSO5EzXYFjVZVhD4caHG/mU0DBHRWTTWks3P0dJ5h+1IT16610V6meG4BuxLiQmcFW51VqZE1O8bBaIIvHp/h0T6pVgqiiFndOiZzHeE4QzqKZfi/stZGb70tTTGutmmgBh2zgY/P7+zh6wdHnPGTBIec5y7x03yf4oK9bVQ3DFQ3dBnMc8hC10eiMt+7gH8UIjgKZbBdcWyAsU9ugMzgPYDTbTqkC6hWKcBjDAI/y7znVBuG1CGMSiLQhgpznu9sRzO+J/QTaYTbtQJVihN4t3ZtaKmOwaMAw4ehZIxyIN1cN7B8xYFV1TDYjTDYjdFbNdBbMySGxOM3SLecFaFmZahbq6ibK5goGfqkcSkROlqCZhFJJuLZIELRqEp2elikmE6HSMI5uhzoukDVbKNidmDRHWVwgFlGwfDcPhhpOBircA0VKw0FS9UCDatA0wbaDQudpo0HRx6+eD7Dk8OFDE1Oh77QBVIjFXeUSyFRTiS+hTjUMJv4mE0C1KoGqhUDdsWGxULBUOBlM/jZHJlvyiKa0lUT9Fo2rl1exdWtZWyYGjYsDT+7c4wf/GoPzyYeigod0xreXjFk5fMY81GIha7D69YQNkzkhYei8LFzX8POfV0yE1MlhlEpsHmligtXqqgYDlwOnVgL5AGiwMdwsBDiEs8K6jf8QJH3gGJ+06WrvnTq09RvGMzKNiS2J55mIvwKFinCeYrOZhXdC1UZ1sURY5HYrGJGNN2GOtwGM+IZmUSyGO8/HtIogDUDrJmC5bUWVi92sdEy8KId4ZIZIaSwFYwASjDyEjzpZ/j8oMA4d/F7376M73z7Cn7+0UP820cPMVr48hoXzBNnn6Io8OaHFbz5HQ5HCpyeRDh8lmDniwQHD1LBISsNkpwoprShcwMUlnJaUnJSCnoyyVTnnpPQtZyXmfPidGe8RU2XwSQRlSFznRk7QHqWlD+F9IIcDoBNOoxNFLmG+TSQQS3/fP6LcqdjHU5d0FSRCARVI5VNl72WjiaKPUxXh+kaSLinBglqLQvtFYqi2PMqe2qjwRij4VieH0b1kMqymBvwfR26G0Cv+IItdwIFGkVImQ5LN/HOqx2882objcUMdn8gjdfHI+B5oODMVdF3KDrWUKHIj2IS0puKHB4KLCjZEUQzs8Jz6EInyGUgzj284Zpouqag9hd0jpNSZarQSXxgjWWUbvA8MjA/S9DfXWA+iGA6FkzHlP2XvSmWZiQ1iDBBJQ0pKUVL5zVnmUB2Hs1kqOi06+i0G/LnS73JAUdMd3YoBpEs54A0R64xl7iMKAp9iuTLVTEMWXRY805PL0GsROCP9y/W8P5WVRxeD449PDmKsH9U4GTI/EYN1a4KI9Whh4aYXuajWOLsMjdD5hBf3sG7b/Sw4dgwTjNY0xwVmgoMFSM1xkhNsNQ0ZQBBzOkvvjjDL784g71iwFrh3bEQMS+fPQ43mUXYbLtotCo4mIZ40veEKCh+H1XBWkMrV6uO9XZDcg3v3x1iOgzw2vUmbl9viRvtynYLd+8N8ZOf7eM3d/owu3WYSzU08witPIJOIgCpI4scz0YZhrGGP3z/BfzB+1dgnPmIH4+wfzbGz2cDfOaN0TCBuglc6Lq4uFJB7VwATxpat9PGUruD8GiG6HCGKPaRKCE8JcKpUoAzoudnGZ71M9Q7wNYVBa9ea+C7Ny/i5ZVl/Je/eSJr5KmIVQt5FdBXI9grGa7WV3CtvorJ6RRH+2cocg+NZi6C+uFQF5SxUjWg0BltsZ+qo2YxsiFGpR7jYD/BwR7vEYxzY26qgTffauD2KzVcNC1sGyay0zH8gz6mi0C+1omh4cpqG5dXWzg4nOHBkwGOFjFGho6s6eLS9SVZk9EUk+EMk/4C81EAI0vw9q0avnmriq9+5cnyDRf6VgdzU8WTwxF2zqZliDqFIjQZJMy71NCqGWjSsV5vodpo4+h0hOf7J1LXbWx2hczzxecjWbdecvHSSxWsWDrqoYrEz/DFcIYvB1NcvdzC1ctNvFyx8KqioxeTgBAgXMRoORW0bBc/2pvg/3p8hpGa48J6BdsbVWy1XFxoOvjZ/T5+8NkRng890KK8sVTFX733Ev7qvVs4u/cIp/cf4xfPp/jhfoIH8wJOw4RTN9ByErTsGG+u9PD7m9tYdavYnYxwOJ9BsUwoNvO9I2h6CI29AZW9MEBvrMForqE691EbT2F4vJPpmC0S3Dk8lWVtLcHcWsYsC3A2PkOWznGpo2C7DVyq9XCpykGZglQNMY5iPBlleDIkaWKOJ5O5CEe0XBPzkxjCNJoHQiRpiM1OF5eWSY1L8fnXx3h2MIFRt2DUTdhQYRU0KFBAXebI91Zdie5yz3sgcZ7Do7uQpLmYZ0eKYLhAMFjgjRfX8O3XL+HFpRp6yFHLEnx0eIRfHh1hdzfF0S79OgUuNFN0qxlijdSlDI/7Ch71FRRVC41VB3aDfXFGHwZln577I+k7bEcGCkJGHEYqbr9Rw2tv1CPxzAEAACAASURBVOB7EYZnZQ8pikxEsYHU8JAZpMsxL9iWvb+MUkyQsDewIO3OEYIMTWQZKaKkjTGdVCnwwnYdVy81hAL4/MkUezsBjg5ynJwVyIW+UGBlycTmio00LHBymKB/mmHzagObV5si2vH9GONBgLMDX+J9OAPiGaDYOhTbQM1W0SJFSiWCP5H17stdvPtyB/3TCJ9+MUQcB3j3LR1v3iZRc01WdGeK2UeneH46wz0txNdqDF8z4akGJsMUk9ME20sOvvdGBze2HBydDHB42scwMjAMdQyCHH0/xjzJZfgbqSq2ewouLatCANs/KilkpOWyH7jUqGC5WYV3FmKy72Fro4J3vrWCN97q4tH9IyHW7exF2NlPUVQULF3T0FnX0cgcNFIHp9MQp9MAjkUxVopmhRF2OiqORhWWCLo6Zg1r1RbU3MHeIMP+KMEwHmEUjzEKMowC5ioD8z5JZga+9+F1/P53rmHVP0Hr9AmOT+f45YmKM6uN7/7P38J3/4ID4J8j+vjn2BsN8DDLcJLniFGajt59bV0WBQ+zwVxi/54+93FwGMFxa7DdGjLWgwozfEPs90Ps9UPMdUNq18WRgsUu0F3X8dL3bLx028RNaLipqBgNAgyHAY5HGfYnwMEwx73nCe4/T5AqnHVoWO6Z2LroiBHDLRI4jIN1ClmXMxsvJg664JzFQ1p4+Gwvl7WTatiHgd6FKt57s4UrKzaOvxzh+Msxlm4V6N7KsV6zsYkK0rmGH92Z4ke/nWKcKRhl7C8buN4z0WtSacc6r8BlW8NlW0d0HGG2G+AMKk46NqYbVXz3/S38/re24B70gXt7mD0d4nTfwzS0Yb3yTVma5UC1HTioopLVYOg1hJ0Wok4LeaQK3Tj3R8gXx/AnJ+if9XE2OMPpbB8ns32cDU/RH5xhMQ8kNpDCvt5GFb3NGp4/DnD3izlGpG1Ir99SUKX7qUeHBtUdBvxphtlJJEW9lirQMwaFK0iJC+lYaK7bgvgsdF7YE6QjG+nQhu/RseFBNVM4TRb7JZaUzRS6eiKflwAO7DJBBnG4rLJTKC5DYPWygSu3LdSWiJmMcbyfwJul0sj7XUOFIwohJxMDk1JhyktrKTRkES0/6N6VSpqIMw4zheEpDWs2RqXJQWVgQxX8HfMtWbimSVbmhEyy0rXCQ5b5VLxRUyUoinP+XC45h8/Z+mz0qKaKjDg0znbY+DH497HBWV5ChEDMQp6obKr9iRbzOLhQcelFE5eum7DbhuRdDPoJdp74otB5YauOzdUKZuOFrG5Xwfq6hk4TqJl0zxRwiE11dPzrz0L8/Q8DOIaBP/5OE7detPFk7OPpyIcRKNAD4Pkz4LdfKzg8YnQ0NSuxDABkSZYLFeX8cGjIpUFc/nNejKhQpcuCGSuaQqRNKghfPoSJhDHzsKQjgg5FC5ZmodlM0GqkFEdjTuWfD0yepRg/T9HsWWitWCgqOWKLLqYc/q6C5FRB72KO3sUCGRueSoZgrCI80hCespAC8ibVHimyRSqbHjg8oWChUkBltuyCyv7SZV38zubGJq9KvG0K3U6w/UINt17riHr08f0Bnj+eYDFmY47q/FJUYFc11Loaqh1iw/iD6JxcNj6KA9w6ka3auXuN7nZiLYl3UZAyx5I5O2wIZoqo4oni2r5h4OYbHCIVGJ4t0D8J8PQrHU++Zo5WDqVIsdJTsX3JwI2bJt54o4I3Xq/ANngxDTFc5NgZanjIjeyjOX7zEfO6FPh8xogjzohzNXDrpQZuvdTE4c4Uh7tTjKgy42U9IpLJQaGa5QCYLiujzOvm5QnEtmYFluvAUgN4+/0lfPt7K5iFKf7bPx/hk0/HmM14ieWeQacopOFTawCdJQWrHLhuGIKcnE8yLJj77EGKHGZSxMQ5jyz4I+JWE8kNu7hlSvbvex+28PB4jkfHCzz5LMaTX6XlM1nNoFgUfpR49JaWoa3lePO9Nt7+gx7Wrlbx/f92hO//6AgN00LdslBlI6pBHCKRSAaiuYFgpiGYUr3qY+YtcHklwV/+voL/8L6GaK2JcL2Bf/yxh7/5+6lcXt9718GlSxb2d4G9PWDnsYfnj310llVsX7ewvKajfxrKGhxqGBzqssfQnUPHoOQzcZBFbNg5WpkOFe4pccL8Vw5GiQZig6BUc8m+InjS0tHERZwVNz82I7hX8TUI5xqiOfEqKQrmd3O8Q0ICxTzEUzLDnbhiryQOcCjJAjDOgUT2dBNpbkBnHrnCfGL2QFXBMup2Cs3JBDXMRScP1dGLcYbFmLlXKa6+2MbVGx101zQ0uimCLMLDpz6e7oSIZ1SyM+89kUWhDoeZhkEnkyouHaraE4p0MmbJlq8FVUvc02/eruPW7Zpoe0bjBINRjOk8kdVygaYLzCfAyWGZH0ynss3XWykzpokS31qpoOqSBGEgSTUc9mey6MpjjsTyqoWX3qhiaZ1khEDWbBBjNkwkt9Nldj0RlZLJq0tRyy/OrmkSVUC3UUD0ZZTC1h04uiMu3zgNBYWZEYMMRc5UvnZUgdO5zsZ8tWKXuGc3gckcFJV5zA6iKJZ8wSiOoBOzwyJplmEx5fCgEIdMlW49KxdhQM1tolppYhEuMPEm8PwI3lxF4BG9ZomCtVYF6nW61VKcEsMyohOUTXwFCvFgPKuyHApdYhGFTkSianCXIYv7X6OtyWfg5EGM/nN+VtjAZw69AqNW/m8OCejao0iAOeMUNXDoTwShW6fYCYK7o0uOA2p/UebMi8MsZ3YHV/k5FeeZ7Js8TUgV5lQ1R2MZsvSEGUrAUl3BS9eBl1/UcPPmiiwv99D3R7j/1MNHn8a495C1gi5rMs0xmZXNKp04ZI0utzLEzJsmgk2jAyD1NUEbq2Yi0QjEeFoVU5DFFPew6NDrKbQqvy6gMDmQMJCFFiNRoDAvV8nQW7XQWyGquxBcoBVLLDt6FRWvvWnhtTdsjOIE46TEeyU+nc02KkodWurg3pMh7j4ZYkjXZJzI2Vxv2iLwIZIuiCIEC5S5KHR3hhycFYKssphbJHENpfOB+bX8Ic+fTbcGna3MFaUzIcaVVRd/+XsX8d3bPfzXn+3hv/5sH1PmTrKQZO4mPyMKYK1a0oDi0EtPiOzNsDiNJbeejVeSMbhXUSFMnCcHCBTVGRwAV3M0usSJ2hLf4I9idKsu3rt9AbdvriBKpoiSGZ4djvFol4GYCq5vdXFhuYmdRx52H/lotXKsr3GvSjAKQnldQt1ApBlYjFQshqog9zh4Yh6szyYlz2yfyEYKI8qaj3vz7xqGvKBzACyOkP8fwoS1oMNsuYohyHribZkHHU6Zo0txTibOC72pyiLiL/NzpIsCyUxFSrkoHfJODoMDThDJz0Ykh/I5EjYfOAQLFWiegmpRoOcmuNBW8b0/fBF/8Icv4vlghM+eHODLJwPcebTAzkEgtQ5r6M2GjgsNHW+8auCNNw1cv2VgnpqYZwY+/XqG39ydicJ06vE6TsGDKUKE6YhisBAzL8Pcz8GQeWL5600Dl6wMl+1M1K8tKr4NllcJJlmGJ1MFT6YqCisFrBTzI2D8QEPQpxq7RCqjnUBpJ4Jar3C/1zWkJMvoGRwKJpwc4zMF/QPGIHB6Ssx7Bm2hQmXGEQV9/OccVtYVaE3WXzYqbacUQBEJOE3lnkLKDiNEqh0LwTiSxUFwEZfuZmfNgNU1gIUJZW4hS3jeEJmVCkmEmPFW15KV+CnCaYKIcQQUelIYZZHGoKDWbqDeprs/xHA0xmLmS/OMSyAKQr4v91JG4rgi4uK9SmHKgpwRpOVwT+fwzbEtzMcLWZGqICaKUtHKZhPxfBzYphkMPmOFitZSBUsX6oJsDLlXJIxAiKGYpCVx2MJhXYFpH5gPKOTJRMSURvw1tttLTL8MfTn05pIB8HmNLyLZUjEsQ4igpOvIp0ZjPBDxSWXeLt31aUIaiQnHsdFoVrBMgV3XxXy2wHzuYUxc8SBCQJR/rAjeU/7+83sGt1wOSMohTXlPK+hCZb5YhUHCOZIsll/TtBJnzWgNFjAUukR8xiIexxxwqMiTRN5bKpl4l2FNzuxIy9SlgclczUJc9irMmoLqGrONFcxOiTlVYdSYHazBktgiDjBKvDEFpHQik0pBQknE+47gj+mAVGCpGUwlw+uvruOdb26j1iwwWpxgOO0jnznIZzZ6K6ZE4QRqiMfDMfbGc8wC5qYXWHgGPM9A0M8QnsSSybm0XsHSWgUWM86g4UKrieurS7Ch4PHOEZ7unuBgGmF/EpU+O97TiH9OMuhFDr2nwlhhI5sDKlVqupC5t0EBbz+Gvx/DpLtQ16E3c+hLKVSX75OGLKZYAbCbEDKHN+VQpxRKk0wjFAEKjULev0oRM0lRvHNEWSqLZz7dAVVHQ9XQocUq+k8zWVojg95IBXtJXDvFIdzHNDJkz++flKfFvOMXGdQ8hqHkWK0sYcXtItQTzDU6gQKoxAeEkYjViOGFZQIVUzDAQRrIc26SHlEUaLh11Cs1KIYieVm8r0s0R515jjPJHO3oBa4u6djgftB2UW8xm5b3ohRP+z7uHS2wc+zjdBDhdBiDoYiFo5cCCmZ/k6CT8dkgJSJDGmZyv7c5cDYNaCZjT+h+46DVR+HpyBc6KrqKhgvUXB2uS9qNg62ugwsdG88Hc3x1MMY0TWT4V6vpuFkzcbNuIF2E8MY+JmmKoaXCdzRxGFXrFo6eZzh8luFsEGC88JHSsfXSkiytYD5hCCULoXAvmccYnNJlk2IRcwBciEs3pTyPAkiK3F2VN1/BK5ZEI02ep9xXkEltQxFZis6Gjc6GU5LRSAhbJII1Z5OY5Aou/t7EJzWgQKIRPx5Dn+nQZxpqVUvqm6ajYFlL0DMzrC/bWFu2oFg6ckPHo+MYP/ntHHujHG+/tYJvvrmCz+/s4/M7xCeGSFikGJA80GpNwc23bNz8hg0/yrG7E+PwSYLThxkGOxmyGmRoZJqaPBManZ8UrJHgIJQ2vpcp4pB7QIn3Z51AJzazwrlPFawL2JDmNYcDXckxL/PgJXKDwwrWP7zLGXSCa5hPIsynkfw9gpTm3sszkPXHwpQlEVscUnLvpWWL90ISE7h384dCYpQmPQo6aVnXUFAXh4GIUjkgMtj/SFV4iYYwE0C0LH4miaDsVh1cXenghV4TF+uKrPFwhJPjM/hxAdVuIreq8HUNnq5j53iM50cTeHmKnDWvwQjo0hnLZr/wX877RYLlFPpMjnpTFyGxiFD8XNzRpdGijEPgIl2CVB+fQ8VDXyK0SIQwbA7Cc6gm+wclhIZGC6Ee8FzjAJgHMOcSUprLgyhtP9e14QiZhPnAFPPxNUzFhUdxJxdpPnFG0UmO6TTBfJ7J+c/lKgYcmkfonhO3MEWxmsRRvHfBxXubLhZ+jAdHMzw7DXAwJP0nl4xhLvY4lZTo70LEXhRrEp/O8/Tai3W89GoTDVNHcBjB8grc2qjjpY1a2XSj8cLkXS/DPAzwr58N8OPP+7jyYgeXb3TgmFUUoYuFF+F4coizxak8I8z27c9TnEw5XGKEQRnJU1UzWesdFxeWqtDTAtNTD8kiQedc6HLzSg83L/fw/OkUv/rVIR48GqO1wTzENqp5glqRIGAN5EcYLEKcMgohyvDejXW8e2MDhwcL3HswwoHn4bQaYuBEyEcKsrGC7pqOlYsG1lYsbHYcqS3nwxzzYYG6qqGu6ujPAhyM5zha+EhMBbHFaADm2TtSQ+u1EJfXTfzJK8v4xlYTP/7FKX7y81M8P4llOMDPZG9bw8oFAxuVDjbcjkQoRLMI0+kMp9MRRosFwpRudB31iot6xREHrsOcW77eLs0pOYrEQZG4GI5CHJ1OxPm9vW1j+/+j6r2f7LrPM8/n5HNz6ts5oRuRBAiAYA6SSIWRRNmecVjvzMiu8dqe2vlh/qbdmq2d8e7MWvJKGtsaJdoiRYoEARCBSI3Ot7tvjueefLae9zRVtWK9VYQINLrvPfcb3vd5Ps+ajfOljNT4sI/2dltoM/pMFkrRxmQcS4TScd9Fo+eg5Ubo8nOet3Dt+ZpUp9NHp93H1PUQxLH0GZ5fLeLyagG3Pxngzm8HcIiAX8wisAx0iaMdIBVZ5gzJFm21h5g67O3wrm9gfjaP+bm87Ee8n/ohe30hBsMQu/sh9vZDnDmn4Mw5oMqhWWghmAL3WiPcb43wzZfP4luvnEXd96HunQj+fWvo4XgaYqNexMZMEYQ8NT3GsQWI2FtXQ1DzWTCAzxsOPt4dCd7ZI02jkMW3Lq/hW1fW0D/oon/Ywd39KT468LE7iCT6gfeFnB1IvbQ0g2+cXUHJNPHxdgN3DloinmEt1lWszqkS2UWzAPtFdnYOmewsotYEQWMAOwqFzsm7bWM6RcOdorA0JzX2uG8fY+oMUcgqktsZ9jQEfRXLKyVcujqDfNnEwfEE+0djPD7u49FxD61uiB7pLDRIkOJBsYpOaqOPpZkq1mZnMRpEuHv/GLuHfWiMl+LZn9FzzC+WeDNRZQuJsDbHTHMTlmUJxnrQTUkrXA/Ypja0RKpSzKBazqFu6KiFEOJTZMVSnmvDnebQYfxk5xidYU/O+pyldCi24zpKQlxVlxhOywpgm37qlaPJzIesR3rMGYKGSkbDuTN5nF/PodeZ4KgxRId9PlfD2FMRWSEii65aVWhg/J/FDGEtQnDa06rPZjE7R8oKhSEuvCCEpSQw1QSvX5/B69fqkmfMCLHGsYtG18dx10d3FKA79DE3V8DKclloXHT6DvquULNURieYpEtEcCcRhkcRRp0vKakxfFtFQGoQ9fjUoIYJnIjnvwhvvTSHN1+ew6g9xf3PTkRIv3FWxdmzBm5cWsKN5xZxeLOHhz8/xl57gnYhwUkuQXMENMeMH2Nso4rN2RxeP1/BxoyNRpOOzTaaUxVNV8HJKMLxMMCAfTNDRWgQa2/juVVbej5HhyHavQDjIIAX8yyTw+JsFuMTD509B4vzWbz02iyu3ajJnnvSOMGzrRBPn8bwtBjFDaA4p6Ac6ygnuqChWbx3lBkRyZ4uz2G+gpWlCpYXKygy55k0xF6Ae099PDnwgXwo5ZNU6/KuGIMQNdJA1y7Xsfr8LC4pLi55I7SPHPzskYejOId/+f23pFq/+hDt9z/AwaCDPSNCS40xEZpHgndfWcC7Ly8gb9kyhzjen+L+xyd4creLbJa0XBuhFcIzfLT8CIfDBPuDBC5jEEkHasboHcWoL+m4/m4GL7xgYjMMxQGsJxaMxEJrFGGvSxFtgMeHkVSnE6HTDpGraJhfM8REtkjSWoakGUP6GWo3gHLioagEmKlEKOUjPNqJ8HA7wpOxgqdTBbWNEr76tUUZxt/9RQN3f97A1XeKeOGdIpYKOmoU6/ZD/PMXPfz6ix4OhwYOR8w2V7A0F2GhqmK+YGI2Z6CUhCgmIaaNGKO9GHzptzJAs2bgT99bx5++t4bsbhPxrV10Hvexs8e+ShVz734P8+9+D5plQmMOnqcgJh3RCzFSfKlBjxTXAVSvj0w4QOIPxZnfd8bY745w0OOvexi7HaFw0azie6nDeXYpi8buFM8ejgUhTslhwuGmyQxDNmgZKF1Lbfr9Y1caIaYPcYZ5akKDJYqLGdQ387BKzLoZwRlNMTmwpARxSsRGJUJ5XkFpjgpSXnA5sNGk2DCLpiFiDrkkko4dAF7qgbl1BWsvqDI4PtzWcLijpbmVbJTxw0VMW0qo/V0eX9oZTn+djn+p5FYkzyM2498FqvO/splDNysXXtuyUSxrKFZ0BL6LYX8sL5g7SQfVciDXmDxHNSdxE7Ec5Iiykjh3NizIs09nO3LuFLWnlZYMhDXiW4lJpPozReNQhdhzPPQdD+EgBnpAXlPx3BULz12xUTubkdrfm+LOb3qSc/rWqyu4+nwdj7dbUjnbQ7UYoJKPUKBDLxvDVgzYMPDh7RA//YjLfIxXngNWFzXsjS0pt+nCbdHhbOK4lcdwrEHDGDom3DekJPWL3SzaRKjUNzUoBlX1oVxweY5kbgFRocQtcCvgbw8UAx6lkVBgxMxzVZDR88gaeWSsCbLWBJ4aYQgI0727FUotMuj+bBGeyYVhiGHPQ7CnIW5pKG8qKG/yPJ82XYKOhujIRNg0Ec8iLddHRJ46MU3cmIhVs0OAWCtPsskF9cxLN3dX5vVy0GIVp7CLLuaXDKyeyYpz+NFdB9sPXUGasanE5jVVwJJJvZRFeSGDwWiKAdlYVgQtS3x1mhnG10XcyH6KOOfgixd7OLog3fisqxGQryso1BW8+HYO77xXRmUGuPVxC3c+6WL/iYL9xxwAUGAQ49JzJr7y9Qze/WYG9ZqCOp1vbOprJp41PPz8Vhcf3h7j6S1g65bML8S5KZoIn4hYDZdfKuLKS0UcPnDQeOCg0wnQY5YoXXWGTQVIyqiiS5MYCT67vFR5McwoxrnlGGeXI2xcn8X6Sws4OYnwix82cOujHjzDgM/LbAbQMlTx0nkPFPMJNs8CZ88Bvu9L5lwivy+LUFXgeETUuji4r+LgniJDejWMcfFSFv/mr+bx7h9U8NOPj6UO7gKtuwbcYSLOG+JEmKXF2qylde21Eq68XUN+KYv/829b+M8/aOPS+QwuXcigkOcAYopBO8CjWwm271PfkJGi2ySCg4vrIf7iO8AffV1DsDwDf3kGP/rFAP/lB21x+b35ehEbazkc7BhSj+938Ph+FzMLKs5ezmJ+TUfzZILmiYNe20S/bUmWam0+Rq7IxisX2xiWmYFFOy+HI6TRqxzIpGm8haItedRUTqfqcw5xuPYR6Zc6edj05DrIhgqJAlQdHp8AJ81TuvnvXHep2Th00/pdQJNMOlJUOy/MFEKIjT7OQDU8qOZEcrt4eeRgU7NCaJKdmB7snEGA9qGLzpEHdwRBun33j9fw3T9eR6YYoDdsY/+wh3v3Jnjy2EFGs5BRTYyaIXqHPrwRh4wFIMogwAQ+JuK2YfFwzI+b4PzZYEmAP/mLBalGb4J//m0Ln9zqwhlCamPewuY8HbsRHj/20KVyumxJU9HQPKkzyyWcW6uJYnO3wcHv+HTjSOBNInijEAvEr7y+iOpiDv9080iKn2NmfGZ0ukZU0CQTWadKxb4K9FW5tDDrmIp8YrSI/l9eKmBpkWheV34+NyIKW8HEP3U6TEO4TcA9BiK693w2nDTMrVHsoiKbKyGXK6Pfd3B83EW7PThVtquYDlW4IzYRSdXgUJUY6ABWhg0jE/SN+VS2x4E0WGTjd3VkbRsZy4bFDDM9xHQSoHXMizADwtL1QrUMaMxc9ji4CpBwGMRbdGKhug5UzyjQ2RxWmPMZobcVYXRA8QvdIAlMZvgx55aOC34NZqINE7iDBKWZBNUl5sRSPWshpMv20EOr4cHKWiku1iOSNkTgEglGOgDPA5wmUxxmQBGEvwrFCqBnI8zMAzNzQE5XkIWC5VkFr70E3Liqol4voF7P47A7xtZxH1uNEFsHOo67huz7lmXj8SMPTx576DVdTEeuDAnZVCPtI93QY0QcgE8NyZjULB+qRVcYsYbkNjPjlWrkEHYlgFmKMNEh9aXDLBkCYYf5HcDikiV1vOfhZN+D76b5vPM1E3/4VUsqzNIV4Evjt5ovQQ1IT9BxuKvgJx808ONfH8Ij+r2SDiiKOZJBUmQ7z0+ua2DC7EGet0apIIGRoazTH0mWeTbd+BGjC9pkM8xKm2tBHMLxfGzMZvBnb63i3Ut1/Kef7+M//XxPMPWchXAoxAAIisAKqzYKq5YMAXiOmXQj9FsU7JF3SDspN8SAAejpvsDGp63CyEcwC6QKZFEu5+D1AvR2HUGIff2Nebx5YwZ6lvSBBHeetvHRvRMYloVvvnUOVy8s4Qd/8xh/+zePceFSDm9+pYrCTIKTSR+t6QTDRMUw0bB1O8DWnQDBIAEfJR5jrBpgzdC9aMId0aFFdyERiqcvCg9xp4eZL+kvXCfZzGfTr1gzUawy1oBZoRwQqpj2MyISsDQXFoM1SwAoSuPjyz2KTsyRAYXNXMtHYtF9zGxXus057CCfJ4ZagJQxSWAM2d0UMjAyOR1/9s4ZfP+dMzDnQ7gVBzcf9fD//O0JPvyIjQbmDzNLjFm1Bl6/HOObb0R4501io+axcGEBP/zHhtTDZx6OO9xpDCwuFVCfpVAlHaK02syD489lwMxmZTg5G09Qj8fIMZM9VCVzuH5Gg15T8Xig4MlAgc+cJUSYHGgYPjbhtphhGEKjSGYmSIsDRj41FAGYoUR+zC9rmFvS0G6pODjQMBqlWZGMokgaCuIGYMSpE5iO35jDLKps50tSvABJNV0MjpktC5QXeD7LYtBwMGw4ksGetRhTo8CcZyyIht5THb2nGoqzKmbWFckb7dGRMw5x5nIJ65eLOHnoYPu3A4xO/JSMQ0LSionKioV6rYL6TFX2+scPT9Bs0A6bpMPqU5q6UdBhyzDaQLWuy+vGuwKLZIHDZy7igBnQJeTzBfR7XfS6XXH2aSUTiqGxnyZEJH5gFeIqx6GICuvLeaxfrqJYtzGaTDB2HMRU4cNDLmegXMwh9AzsbMU42AmRuC7iKb85DiRSjCsHo6SvGDlN8Ncc7ig8tAmN/RTZLkdJBW4XcHs8J0QwSAOx499FU4jbT/ZQwB8BpVwezz2/hs3NeUzckdThUR97B12Jx1AjSyplBvM+kch5kwJeDo0oaPuSS2cXTLB4YCZClkPANI2Y8700G5fnIJd7Bl//yJCBEnOlWV++F8RI00lsZSj8I5HHk72GotpcSUNtRRc3ZesAaB8qyM4ryM2rKFQ0FIvEAQO9wwD9RojpkANkIvRP70a8H5GcoSkomBEKRohvfOUCfv87V2VPfrj9DPcebmHrjoet2x4uXSzgpVcryMwCx/EIzcBBexyiPY4kZoblHEcY7/uy/1LxX1syMDoJMG6GuLyyiK9fv4DlmQKaDdctswAAIABJREFUnWM02i3c2R3i9u5Qojz4uVaZLSsNkwBxFVLFmorKDBtompz5J2NgshPC2eUZMz1r8XsqrANGmfEVKkJXQ3EubTpxADXuMzs6HWJRCGKqGkwKfifMKiUpJBERhRfF8OmiU2Pk8xpKBQ0FUyXATFzpJzsqmrsa7AUPmQVfsphVl2dECwuLWSwsZWWw2uzQWxchtmJpJjpTrpsJNktlbBZLUCwfvjmRgUivx0ahB1szYdOeymEcx010lMvggOfUCP4oShuqpQxCI8BQIYJZRa22hpnaGg4+2JVa0SLcWLJwbrmI6sosCgtlTGO6dYfY7U3wrD3FXtPDSStAsx1BLeahFPISQx2QEsYVMWaWt0/IKkxFh05BNO9UEkFE/DFF0J4MjYQlN1JRzOioVw0ZnLUGHkZuiI0zRZxZLyI0YjggMpL4QBOVnIkVPa1gNMGkP0LHmeDQm2KiKVhcXcDS2iJah0QtOtjZH2LvaISxH+GFV1Zx9dU1BN4hAq+BiENoN8Skn6DVIMlIFfcvi3Qr4vGZp50tapL/N3FdjDlcdHiG5j6nQvN1KMwsp5g1iASjzyJJg5l9FC+GPA+NuK9DoreUQEPMfZAC+UKAOBtBGVpSOnNj6UymwDqhI1LB2y9U8faVCmrzBeRnCni47+LvfnGM+8+GuHo5j6tX8ni41cWjra44hJk1qpjAwpKGhWUN688bWL9soNeLJAft4GmI4V4sFIowBwTZVJzPZZD3LQ28I1qpGJrvJp3tE763vIOmVIpCgXc2G+OJK0VBDLH/3PFICyE1RCVNgPcbDoORutYo1DcNVYYGoz77Kvw1RcOpo5VoTd3NSTnytScyYNWYa25TuJ3e9W0ONXPsZ1B4QDRyANfxpChe4dmPxxJGwzL5Y2oAHv+sw4wXRZx3mYqJ8ysV/N6Ndbx7aRFmZwCj3cftxgk+OjhGYlm4dGYNq3NzQkNjrNCPbz7FT25uocnLZZ7RDsQu87wZUUMmxz/GZhB5zp+a9yD+U6yrUmyKMxOaV18RBJFgwHNplECLTWiRJff93rEnuXu8a5lyHyWaP5EhBgfAPLp9SRjia85hOP9CDuw5aKA5gfEQosxSKZqluI1EQk1Q8yT6WDYHzAFcT8PU0dEbRGh1pugPArkDso9ixQas2BQjh0/sNs0j83nkFgp4fdnC68s2xuMpHjUG2G6N0RiFaE1Cycg0T00UMaOW/Bhez4c/DEUEyt7q8jkba5ezInY92XNgesAf3FjAH9xYRAU5VJETIUs3GmKr28Xff9rG33/awVffPCO1MruAslXHcOLit89u4fb+A4zCGCNGSkyBMYW4jDXQeIfiZ85FNHGxPGNifSGDekZFPopgBJG4iVnXzy/j+vkVcSbdvXOMg/0hVjbnpOwkRCYJceJMsDUc4Wg0wng0RuS5uDZbxdV6Fb/eHuH/vd/FYeyjfMFAbllH56GC9kMF2dUEpediXDqfxZvnqljJmrjzUROff9zC5mpdarvl4pOtngzUCzRfFHQsztexND8LJwlw7PQxWw7xRy8W8O75DB5sO3jwbILbj8e49XAsa/7lSwVcPFtAxSpKFRQKai3sN/r49Z1nuL97AjVrQM0ZWMwUsJQtCknRZASFEaT9D1vBQnUOi7V5tPpDPNzfR3fcR66goVLScHk+h+fns2jvD7H7uCMN4NXzNVQXivjNrRY+vNVC208wVBUMQqDnxZJl/dUXKvjqC1WctLpotnuIDAqJdeRLNtbKRaxVivjs0w4++7SLiRLArPPZtwCnAs0voVzNoFTNYOughXtbh2icTNDrQQYvm+sWNtcsrK/WsLZax2jk4fN7B3jyrIuxm8XEy6K+4qC+6qBI4kGSl778I0ZLNCf4q2+/hr/+9muITtq498838dnDXfxm4uOBH+PGelXqynwZV+ZLCH0fW8cdbB21EPhTcVceOAl2mGfrMbOX50sLV1YqeGGVJCsF06GC/eMQjw88tPqkf1E0wrgNfs5DvLhWxjcuLUj7+e9uPcPPHxxIH4Z1/XwWrz6fl4gGCgxJniyYNeSNGrr7E5xs9ZDVE2xuZDC3ZMPPmvBzJmpz86jNL2AyGaN51EB/OIDL8y1U3Pu8i/t3e7j+0gr+9M+u4dKFKjp7HTR3O3iw28aDnRYe7UzxZNtFn7gVfo50A8ViiEIhwPxMBUuzM2JUe/hFEweHzMuGCD4tiX5I89edSTpDKNaBUp1xChTFWhh3I3QPPIlpYwwVe7a1xaxUZzzFEZ3UowAlV8FsbODlS7N4+WIdlXId2dwM7h318d8+uYcPv9iDNQUsilbzNmLGEgq149Q0UGBMHzuepP6lyP/pOELWULC5bGBjwcRiIYOFQkbcm3s7PRx1PPSmfG7ZIlQRZxQMx4kMw3nu5fyEUWWMJolGMRZWslhYyYnz9uDYwWjkC6E0rwPf++oCfu+ri7A1TfCzrZ6LI8ZUjCZ4tj3Fs2cO6vM1rK7Pyx3DcydwJiMcNyc4PpmIILFYJ2FFhcec2y7dtYwgiDG2IJU4CfReLHcynsV4h37zjSW89eYSgu4YO7cOMWgNkK1AiJ/vvb2E7769iM9/08EvfnSEw54Hbd5EPKPj2YGHZwcualUTSwtZnJsv4MpsCfM5E0ftDo7aXRw5MY6JeO6HOKRT2I0lFivJaHjxfAk3LpSQuAlODj0cMRu3zTO/i/XlLNaWMxieeGhtT1GvZ3Dlxgyev17B1OliOuni6cMID+8RcBnBWg6RmYlQQYIqBVWWLmUyAogxkRQtnUaXvf6VDbz+1Q1kTc7vjrC308WHNx3ceehjZjWD2irR5DF0L0BAsx2NWaSD1XW4dQ2v5my8m81icOjjRx/3sO+Y+P5fvok/+6u38OynH0kdOR00CxF6RoyeC6lvvz6L77wxh2qpijAp4+hZgE9+soV77+8hy/ijjIIgF8LL+mhBRcMzcegaIt4OPBKsQjQ7gRhxXn47hxee17HkTbDsOViqzGKpOouBE2O3M8ZBz8VWK8GzNrD1hYOth1MRr5ZXVSzN67hUzuJ8OYPZ017g7nYXjx4cw1Z9nFtlNrOBg60IB1sh7nci3OvGqJyt4p3f28TSagm/+G9b+OV/e4bv/MkyvvM/rWCxqMIeOJh2Jrj9tIPbWx08Oc7iyXEOSSZAoe5guQ5cnSniYjkL35nAn4wxaWiYHOjYGsW4G/vYz8X4D/96XSq3dYLwox00HozwcA/oasu49Mf/Dpf+5N9BE9IIjbgTDI67GHY76PT20O3v4/BwW8oMKVYNYNP1r9HgkOBZS8WzFvsyY8TaEI4TYNjT4Ax11Dm3XcigezTF0fYYzpCGI5kBqajIgd2UQY5qKxh2QrT2PGnq8ezKPtU8F9UzWeRnNEEns8HY2J7gZM+F29elqM5Ts8zHimGW0qGy5JswNm7MDAxFFNOiEhSBUjr4ZfZHNmPCypKTHsjQtdcGem1iyFJ1OA+HKVrytBPAM50MMU5Ra/z3NIBQ3LZ0GiR09rKPTKcTh8Ixh3q8lBHCk2YssqiwnPoeAmZnMu820MR5lA6neaFME6/kdsC/go5l1qnbmP8mZ9E0+lCKzVLOeQQjTZSnZICpyNWIzE2Z9aN+gObhVBo8y3kTKzkTL75Txo13SjgYTvDhnRb6oxDPnalhbb6IncMBdhpDmBxKqjEqBWZF6ShXtDSrxolw91GIT+8H8nptrgCzNQ3jIIuRn8Gw4WFAW3pXwWDADBoq/T1Bx7D/ybeDr5P8jAytpxtGskO44KdZYEIMFaXq6c8n6B0FgaojYGdJhLchU0lhqhYM1UJeGttMG08QMj9BoWJYQzTVkK1YyFZMjHwXzeEII7o3WqpcjNmMyS0wMyyUxqtHJN+hDudIR5JVEWepNaVDgBwq8tAMKJ4GXaPLIhDHXxDyhkGpaZR+/8yqSpg75cMu+lg4Y2D9uYw8Rw8+dfH0rguVKlkWG/pGAitHl68hLiCiOiZsrueIhE5VnFFANTTVvRzoqKlDshsh4kWLNy7JJ1YE2TJ/hkIH4OqrRbz6lRlRBf/qH0/w4a9aGLZVDNsKckSP5WNcvWLjzbeKeOvtArK5AJlcCD9UMfV03H/i4We/HuDjmw46zFI4PJ3E83lnTzsECgUT11+t48VX63h8p4MndzrodjxRQXsclNP9yx9SQrXpek8bPILHDmPoSozlBVaC5fNVrFyqo9ON8PH7LTx+MJQcSBC/IeQ8qqXSITdzpZYXEywv8OuliCeqc/kaM6unNMNGs47bdxypcTOG109wfjODP//LOXzrvTL+7pcn+OEvmzjaStDfo3BEgUEsnZYgoDtnHGN9BlifUXDpSgYXruZQWbLw6X0PN++7p44tik4CjAcuBi2uaRp6DTp0UpxnnPhSF5cj/Pk3FPyrr2jQ1qrQ1iv4u18M8X/8oCN5Ra+8UsDaqo3DA6BxCOw8HWP36RjFqoaldQsz8waGQ6IBPUwnJpyxCd1KkKM70EwVVwElxomNJLZpvYXi0wmlYnbBFkQsX3fNBPod4lemMuCVIQEHGMRFGqpcQOmQnXKQ6ESpynSkSvEzqupxiiu3UrQin0sW+WGKMFn5GT5Vy4hqheubDSVhAHEEEG1JlyUdVjpxFhF0KxJ0bd6msy5C79hH6ADnL1Zx4UIF5bohNXSmgg1ptSfoDz3JPY9cDtF0yYikYo9KUyVm2J+GROXtn1nsqeiEztZiOUFtRsfKalnKyoWwcxH2Gw4eP3Nw3PaxtFLA0moBo+MJhieOOBZa7URcZNIoyBDrFyOXSbCylMWZ1YLkYT/bdbDXSLOOiIkUMoQWY2k5i6tXZ7C4nMEx0SWdIQ4aAQ4azP+iw44NfFUcI6EWIG+YyPNF5oqU+AiIiyVum/kcBRPFgiVKRToTYy2Cl3D8n+JkuTZOB3Q8RnB7gNdXEbt0bOgoErFNzJiRos6gpxlVw16IQT8UgYrIl6xU8U/dBgUE/DkYIcBccTbc6CinE8Ydpw7cYiGHQjEnogI6k6djH6NeIMgwCSmWTMbU+SXYd4/4d26i6QB4/kKChYtp3uN4EGLcjjE6UuC007MCHXZ6VoHBnEtwgEy6B1G7RB9pKNSA8lwalxAldI6lr8F0yI6PhGqJu5QNG7qHFZ2OiTSPjHEAgg7mEFYjuk4XZ13G9pC1PclYOTvPDCkLVy7ncelCAdlqDtlKHg+2TnDz3j4Ojlw4U0swRkLy0BO0expaXU3QwO2Wg17XTXMJuUbLLIQCHOLoiLmjQzoW8oBm21JKFIprhnnMEmGQTaTxHeixrFPRVBX3ouYmMGNFsqsLWUs+26yQrmZNRzGv4/lVDZfXNFw9X8TVCwWUi8TUReiMItzejnBny8ftxyPceTySQQ0dBcx6ETu94FlTvLxK14rKNU1hHI/k/vHkwn9CuhSndNfzJJPima2cIg1ditSEVpJGPePMbA7ffnER1zeq+K+/OsB//eV+OgAmblZnhn06tC8tGigtcU3w0Wu4cCehvJ0cfvLCSzqBOGy5rygcDJ7mABsxNCM+Fbxk4DkBBu0psqaC5y6UcfZMXnLWWA0224+ZoWjg2qVZXDxTgdt1pDh6jLUAvurDVT1pDPV9BT1fwcGTUIrREDTNyHyLswEDCAINfkB3e4p1ZLPwy9dQxDFcI0/PlLI8yvCMOFMN+QrdwfwZ6XZiM4P4NA63ed4IoRZVqCWKBvm1Uyd84qgA1xEKG3Q+4wpCIiQlI5bD5ViycVUWHasOxVh0viniRnr7fAVfOV/B+Rcr2HipjK3WGP/3j3bw/m+O4bl00zPRgrhgHSvzMTbWQly+pOKNVytS93Yc3N2e4Lf3XPzmMxdH7QTViiUuYKq6Q5ODf8ZypM8/naZcfmzHhzXxYCmaNDF50WeuJ6wELU9Bi4LiGQv5GROj4xgnDwJMWpHEeRjEOWciwaPL+ZeLC0e8UXq2r86bqC6QagB022k2sXzuqWag4bufvmemriDSErhcDyw23XKolkjCmUix4U6iD5sRRPpqBQWTho/xEbOHNZQqpuQ0+gnPgiHcto5pS0dmMUHuTCKiNcleDBRkxHmnYdj00DlgBl+MjK1Jxjrz6lnEXXIYOSYGmLQj5p1OmH8ZSVOQTstcURfVMe9VIuLimsy8+Ykm4sZB15Wzf3UuLznGrZMhWs2RkJJ48RMnIXeshCIkNrETiacpFA2UGTswZ8p9onU0RevIEdRuppCgWDVRnrEFPfvscx/7DwMosQ8lIi7vd2aitBkuL27qJmM2LYtn+FT7qcgdiWJXul45oOV58Hd52ZIxqcEZBXBGvtAcKOq1LQvzCxXMzpdSsUTNRLPVx8FBG722B9/hwJBnL2KoYyinrjTi6YOQQ94QotbgcPoUL0shBu+U/BSyScCiS1fP0/GriPiEgw3uEXJq5R2R9zUSmoI07sKQ/HE+20S40qWXxjDwDlteViU3Ohhb8MemrOOMM+ChhPdUCo65V7l9opCZYeyLaCZX4vlO58c0zRL3fKnnX5rFi28vyr10/2kfO4/6orQedEPMrupYPm+iNEvRBskgEU66Hk7o/nA1yYx1jxP4eynNKLtqIbfKYYgGPdYwo2SxqBWwYNmY5XDVYoTUCM9OhtjputjtMeuRDVVGFsRANYFSoXBFQ7nKhoIijlpmrnLQPDnis0UHL0USKvLzOoy8KvQIRqwUZhQpMeWRykFhK98DYmPFSacL0pQCALrlmZ3pc//OaVDzFHvF0OnmpoiO+4bCeAsI9pc/P8vUDFiJDR3G6fOVYOyQRsC7O/dbnihSJCvPjjXDRs3IwC6GMMo+Qi2GQ/y/R7e8Bj2g6I3I4SkSPYFeMKDaaQOWwtxS1kA5a4jQqTtkvIuBs2fOST3+4DEeffAYtudhoWCgTvfvbBml2QLylRD5SoStwxHubw1w2PSlEUodsGIaUInotQ3EFkk8ERJiSRRf7kMUUshxjo5ZWWpSQhgpP5qeYN4uY8GuyF7uBA76oylOjlz0ewHq63nMrOcRnQ72eEHn8D2j65gvWpgrWKhpCqocXEYRpj4dJgkCy0Jg2yhrBsq6iYc7fXzyqIXt7gQXb9Rx6cYsgmkbwbQj96PQ4x0COD6J0WqTiCCRfrIWCTaXKPUMHZjMtPOkeH7RT+Og5EoR0pUUy/OVJ6GmxpzKWByVHBZriQGd1kmKYZVAzla8G3DPCXQ6ySIoHCT7FNmTDhcJIWdlsY7F2TIy8RjZaIyL52dx+fKyECs++vQYO/t9rCzx99n47HELnz1qocf7ISWzWR0LGxEWz8RYOqtjeVPH0VGEu5/5OHgSw2ezjBSPnII4x0WSax3P2lxTKKigG5jOOgU+yRAT3lnoDvwyB5nEJgOTITMJ0wEwz2I8PxiMNOFwVFD7aS6hOLxO718U9rL/QuGoCOuEqMbXKZLYEzUwJaeZw9NpFEj2LyMDeJ9OLBocKAK1kcvbCHkfHJK04CPkfYPPCYcqHDjzqsOzBnGfEi/G/EpdyESMo6hkVVyYz+G9Kwt452wdVj+CPQhx76CJm3sN9BAjM19Gnpnkdk7qk71jfLp7BN+yka9VoVgW9vaOsb93DKtowSYClTnqFHUlsQzjKafKVmkyoeMopSHRqUw3LkWtkr9sWwgZPTOC5IEPmh7cYZhGJogLLHUAMzKCawm1PmKZY+SbUP3o0OWakf68yYTDgDT/nOd+2zakz8g8ZsNKRNCUY1Z5gUJWUhI0uEGC3ijCYJTeryeTBKYDmDwf+czypKlEQX01g5mVDF5dqUgxb/Xm9jGeNEfoBQoG4sjiXSpKKRs2D44UQcQyLFHcRGr9fA7nLhcwXy+gpBVQVy1sKmNsKhPsD00cDA0hmywsEoOd4JPPj/Dp5w1srFWwuVaBaRUQxDmJnEpCB2HooO2P0fEn2J+62HVdjJg/Kq52DWaswWIPNKbAP0LdUrFeNFGzdYw9uv8jXJydkRq2p9jZ7eGkPUZuJo/8TB4aBUbyTIYYBiGcgPFNU6FjlO08SnYedxoT/GZ3iIEWoH5OR2lRw8mTBM2ngFZMYM4lOH8+i7evVbFStfDJB22p8+dmcO78DHrTCNsnYxy0pilpxAdKpQxK5UzaAzJCLNQSvHFew5UlRWKE9p4G2O2E2JUIGmBpXsFiXUfdqKGu1+TuQ0dikwjaYwcnPVcwwhRc+IEGLyDdMIJpRTD1KNVmRsClzRlc2qxJ/8X1SWhyMOkPEExGWK5ZWKpZksXtuZ64BXNGFqpq4fbxAHeOB4goADJs+ImKEQdEGrC+Yki5Aq/g2dvHeEoSo4KLC7O4sDCH395q4ONbDQzZn60rUKjm6GegTrKolPIi9jvqD7DbagtStT9WQD0RXbKLsyqWZ6tYmZ3BaBTg84cpmtiNTbgJY698qWLWRoHur8hAo+PgqD3F6+eX8ca5ZcSjMRrPDrB73MNDJ8KeF2OhlMViMYvLKxVcW62hlmWv3IXvOeiNO2lFGnqxhZaj4KQfYhqoWJwrY3G+nA57iPc98bG766I7INGP6lyu+1MovoNLq2W8fmUJ5ZKBh8fH2O20MZu1MZvLII48eP4UAZ3HJC5wR41IMDQxnoYYOCGyZoyVmoq5kg7bysG2szC0tHrDCQ5bHYwDD4X5LApzWdy71cH9Wx3cuL6If/2nl3H9QhX+UR/TxgD7jTH2GhyMe3jY8rFPsfI4QH8aobCgID+vYrlexlq9JnEzd28dYXenCy2bQGPSg0SQsIeQxq5xqcoWKIbnxID9FWYP04kZyP7C9YFn1lLdQnHWwtjzxUmbAR2NNlYLebx6bhGvnF0CSIkbjiUX+vN+G1v9IYJegrAXiylHzDmMQqNKRo1RLKlSJDiO3AgzpRw2FspYKhooYYp8wr5wIs9Qc+QLOWDkkVSa9q+MIqAXGQOlwB+nsXbsWfKsGzJdjiSsjCp7I0kNNHXQMCYYbCg4u5TH2aWCCDabxyHckCIaC0ZZx97eEPt7A/iuiSTKSO+WQqFcFSLuoxM4VmhY8ISgZSs2MoqNbGIgC0PWoVEQoT/w0xzlQYhOP0KnH0qP/bWv1GEEU/R3O+gdjdHheT5U8N43Z/DeN2pwDyK07jNGxEM38nAceHjcC/C462Nl1sKllQxW81nMRTlkIg2NYCA1SmKMYuL+Few3VHSHTKOJpO93/XIF1y9XmU2Fzv4EzWMHhwMXnamP1VUbq2s2ho0ArS0P5VIW51+o4dzlCjSvB9Xt4f4XAT69w2iFGNWNBOWFBLkkQjaJELMXTJUVBRZO2j/zKExPIrx75QreufwCbH+AweFDNJst7A5VHDIOTuIOuD6S0sa7Mwm8lCla0Ni3zFuY9SMsOCH296f4x/tjNGMLf/3vX8Ff//uX8fSfb2Lr15/ioNdHAzF6SYJJqGMSanj1xRxeezGPxdoiCtY6RgfArZ88wP33n2CUpNGf2UqCQj3GRFNx5NKhr2Eie0iIdjNC6zjCwoqNt79ZwrUrFiq9oRQzcE2FVAPGk/pCr+x0cuh0c/jsQQc3v+jCYfzfgorZWRPP1Qo4X8lLbBjJOs3OEIfNPnKZEBsrBs4sGJg2NUybKu4eevjs0IU5V8L1t9ewsFLE1qe7UtffmsG1t2fADnJy4mDcdvG06eFJk3etPMZuHqoWwLInKNoBZm0ddZtRGhyNKDjYD7H9LMQx2xozGoJFA996sYxvXS+j0pkiszdGd2eCh5yjunlUX/k2qi9/G63pCM1pKqxyiKD3JjDVASxtADOcpDWdwKAw0PcwoFA5AXa6CXZ6FON6iGPSmGMMhwrGjobarI3qrCX9jfYekf6MsVKQ2DkNKxdzWLmURxC58GNPMnePnoSSWSh96wR4+Z0aXnm3Jll+njdBc3+KBx9P8fS2L4H0XGf0EvOuVMnyinSiUmJpwNEN6vcAt5M226wccTW8EKUNsFq9gJl6XsLouw0i0bipJHLplCbZl4bfL522p810HobTARM3WU0uq2wAMKOOh3k2m76MBybsmF0PYvN0ojro4knSSxnzk+T75YxENSUrmCoShdx+Dsf4PbApyWxcPW2Qs/GQIpE5zOC1IY0i/vKbNZJYQuDZ1OLAU8spqG6oqG5oWFooYXm+hJPuFPeedtFuTFFqGig1dfzhn83iD/98FofKCP/jaQN7vTHmshmUDQuHbQ+NtguF8QpToFK0UV/Mojpro9Wmk8PB9n6AZztEwiWoEMnLhrFSgKHkZajf3vPFyUc0Fd0vxF8KAvv0tZApheCy00anPAHpGfv/b7sWxzURtel7wEzaUNfS/ErinKjsYq5NoqJYJH5UgV0gApJ5ujoKlSzylVyqHI8TdPtTHDc5ACZ/CoJDNIlWLnJYTgRXgGkf6B+o6O1zA+LgUhPmQ8LhsnC1LGhTDXbkwY59TBMeeCxxjTLTS7A7zNkLdFjFEHYxwuJFHZs3OMVQ8fmHLh7f9OSyLgfADBuLVLGdzsQ5buYwKFEkyy1XTRvI4y43RhWlkolS0ZRNiEXHJvm1FBIwZ0cPNGxcTrB5OcFz1yp44cUFuFMVP/y/GvgfPzmRphh/jpW5BOvLMV66msNrr1Tx2ssVxMyc0xw0h8BRT8HNWx5++g9j3PzElSamNDL51qWaBZnpFks2Xn1jGa++sYJbnxzg1qcHgtagMYvDlZiDOMnxTJtsv8MwcVAuauUY1dkEtTlgbrmIhZUyhqNYFHMH+xP5HHM4Lnh0DtTEcZ2AM8SZUoqOFhxZiUHmEVTfRa1i4OLVGSycKeLnN1v42c0WTrYj9A+AsysZ/OX/Usd3vl3Cf/lxS6p5zAySFO1NJZGuMrMilFqpK1iZUbCxoWF9g64iHaPAxDg0cdKP0exHODr0cbTrYtCMEU0sJK4h65OaE6kw4ijEhQXg335Fwb98Q0d+oyT1t78c4n/7QQcjP8GLN3JYXjXROPFxdBIInr5xEAg2vFZng5gUgRABc6LPJvF0AAAgAElEQVQiQ4qvhyJDvBCTSSQXSc+14E4toB8CfR8zJRMvvDSL85cr8GXtdfHs8QiP7o3QaVJNr8vgNptl042fxUgOvsyO5JCPzQPJWaVb/dSlT9RugXnaGRVRrEiWGi9/UjIKTbGncRALJlZJLDkExDYVfsT6878zrzyAaTI/ip8Z6dtg3IrRP4kE8/En39/EH39/Ew8eNHH/wQmeblHJ52I0DmSQSwf0oK1g0FJTNO2EYiCuMwQiE8nNtZP4QDp3VJSrwNpmhPPP23jj7XW8/vY6fvqTHfz0xzvY2Z5iMFBg2ha+9t1FfO27C/infzjAP/3jAdpNqvKZGcfViGitEJUyhwU6FhdNLK3Ysjc92QqwveNLblbo+DBKibgCl1csPH8uj81VGyWiafMxPv18ik/uumg1NXgTE+5Ug59MpeaZ4bKQk6zifpe5vaG4b1VOl750KWW4x7Ghz4Z2IO8Nsz9Y/P3jSYBhO5b8y2mHuE+idC3ykwX9TkzWwrol8QQ7W1PsPnWQzUMwynRsqqaBSFHhMDMmjJGTSwX/eHrB4iHbI5ZnqqBSLaBaK8D1fIwkP9FHQEcZM7SpOGAHhosHFwVBCLFRwb0yRVmsvRBj7Qobe2mec++YTXEd3pi5KyoUDhAkBoHCKGaf+ogcol5NoQtwaFas8gIbwvWY8RxBi3XoiS5uYjZ4RBTGISYXMNmDk1NNSsqFZvOMbgorV4TJAG13iMQd4OWLOr5y3cSlswWc3VzA6toskmJO6sNPtvDz979A+2SMkp1D1jTgK8yWmiLUClKHTQ87ByMcHDrSdKKrnY0kGVjR+cl1kmcOTkbZNMoT7WSkquUkECGbNEip9KJtT2OTMJG8XM7ms7zb8mv5FhDYkh85nXqS58ZcN6KXjZjrZYK/+PoZ/MXX1zFTJiqojUetHn78YIyfPZ6g0wfaPX49FSVmkMUxRpMAE4ffYOqULmRVFPMKLEqliUnUNHhseoTMUvXgdl1pgsQUdJkU5yWwixzSpvnKBWKmbBNn5gq4camOdWLw32/gR+8fwuVgQaHQwEC2UECeg7g5FZU5VVwC+0+G4j7PzxswcircToBpm5cNvo8Uy/EcwMYu1/FT0V/eFIS1FzGrhzaVFMNbIN7WD1PiB4cwoYasrWNp1sT6ko13X6rinZcquPtFG7/6zSGOB2Oh0fBx7TgKulSfH4ZoHpIUwbNImlP5JQ2BR4aYMR1iyOEh51TkwddRSC88xaUrZSqGS4eTmSKQKVGckNrmmQXIvEM6iSmY4e/R8waMgiGOYQ7OJPqDqFTuiYoKQ9HSRiwHL6fZgoKTFBcN3e7kGvoywCLJhCjg1ayC1ayKb33vLL73Pz+Pbujjb/7hPn724R56jQS9owR5XRGKjGJEiPUIC/PAv/0XWXz/X2ThmIbUzz928J9/2MftBx5ytioN1aiiIiorUIhg1Q3Bv6uUAw99eJ0YXofYLQ1GjqIdyOeaQ3Mqq0MVWL5UxsqlEobMr/68j37bgzWjwZ7RpYnP99rQOcim+JJiJYpTIhSYJVq3BZHqUTjAIyYbvESSsyHOYgzCaQbpoEcxToK8aSFvWaeDVE9QweV50lw0OMkUDqZwjxJM+ZrkMphZyMs+02uMRSxEDCPPfupyBHUjQqamI2/YyJFScexidOIK4peDXttmxIqJcj6DnFZHTpvBQfNEKmHETUWXz9FwGIjYaXbewNyCLhlxhZwh72HnyEH3xMWobUkxzzaKXRRmVNTXbFSXTRwdTHHEgXNwmjNGYSXPq9znHcB3kOZgnSsiS6e4GsBzfOw9mmL/kStOu9qCifJiWnRjPv2Ni73brjQ0iWijxo/OM04amPnOoqMs5Gc6y4iTVKQnGGuuwpEJNTKh5FwoOTY26dhLhzOxqyOZ6hgPXRHWUdjGuwMR74K9zpu4cHUeF19YQLfXx+H+CVrHDobEPPbSqBCSIxJHRzTkAChGpLki5kgHwMT+a9AiXYatzHWmMHHKAcfQh1JVpTQSmpjlSww6yURyBk0R2gmzyhn9wi6TiDwoyKJIjmf3WGgHRjERBHRuRkNWzwutKAm4F4UiVusdReJS494kn9nYRxx7KFVNQTPz2ZuSxjKN4LWn8Dsuqpc0zN4wEQUGOg9VdB+rqUAoH0OfCaDXA9QY6zJro5xV0TieijOAH7mJpyA8BuJdOspVqGcyUDds1Co51CpZhA0Po3tD1H0dX39+Ba9uzsnQgfXb3Q4+eMacQRcJRbuM76jE0CoRClW60A0QPBNTBMaGS48oUsBjxtuIKD8DhXKKTZx4xHl6sm+z2MBkdAnv491OgOEoQqFiIF82JMaJ7lpvRJEDh/QJMvUs7HpGnnXPdWSwRQx0LqfCKiawS+lwhs1OWzeRszJytu80HSlJjaNOy0zPsBzuu6SZjFVo/IwEKkqzCSpLbEoaiDQboWIjmQDJGBj3Rxj2+7Ie52ocFlviMuVanjcUFAwVw46Hk72JPOcvX7uMl65exq0P7uLWrz/HsMfgYRW6aSJfzqJUy2LjrIWNcxYePenj5mcdHDV9BDGdvBQHksLBeJoMlGJWssoVbcoLbBr9EjPHW4UZyDhMUvjY+52p6qjVDFxbWcP1lTUMJlM8bDTwbK+Lo6dTtBo+MutZ2Os5hJMpgs5EhOKCMI9VVOdsVOcyeH4mjxeqBSyYBjI8wnkRnvQneNqf4OUzdanbz7r48Sf7+GS3jY1rBWxcLyAYjxGMR/CJtgssDCZAo+Ojxfv3qQicWhEOJ/nZlkgtRYM/CeCPA+TKNkr1LKwMRQL8bITiLnfGFABRGBciYJ6qm8hwKp/LIpfLIpw6iKaOnE1Dhw4QZsCnz6XM8viXkgQUJpibreHlVy7j4sU1fHHzgdSbL63je9+8jKKtY/vxEdrHPcm+Ywberx8c49f3T9Cl8FqzhSKwcNHD4kUPc8sqZpdU7G5F+OSDAPuPE2gTOtB1xHkNCYsXncQV4Vo6RWTcFV2cOnyH+ElfznvM3M0UDBFp8d4x6blw+ryH805JR6sCq2bAqhoSo8XFl/8fhfPsTTEj22VEwSnTmWBtxnBx+EuxAIe20o8hlpjRRWy0KwqsMMVR8nvlwJrEKLqQpx0PgwMHo6aHhCIEy4AZ+jAjfl2ui+nnjT0V4u+9kgGvaGDGTDCvx7hUtfCdCxV8bb2MzCiD7DiDR/tN3Nk5wLY/QbOgwC+Z2KxUcLZSxt5khF1nhFx1DvML61C0An71q7t4//17yCwUkV0owTR8aNEQceTDiUx4MGAye7UcSQzNZJQKEhkJY2dUVCtFVKslTLoB+ieeDH9HLR/+JEIuq8j6wT4OzzjuFHB4XudHVbDYCgwRDkHiR0LGJVHMOQRU7gMUEVkUpBgwqQRMCDwjzSFCuWKgXNFlTyadLTG4BioYOhAEKkvvBdC7FDRzO+HwWMXqpomVTQMvry7i5ZVF7LX7eP+LbTxsDuCoFqYwMR3QHOOKsIhmGAoJGPmWOHz2Y4STGGfPF/DcCxVcv7iElzfPYTNfwPT2bbi3buPHB8BPDhJsXpzH119fxtWzJex8sYudh7swtfRcRffV4ViBpedxY2EFl+qzaLgtNKYtfO71ccvtoxX6EpHAM3jZLKJkFTE4mqC9N0TdUPHSWglnZrIYhwFGYYA1M4c1k04mH52+g95kCs9gRAXv674MPE0OYigAkTOFTzA8er6FrmdhuzfFVnuMwIqwtKmhuqDiaDvG0TPGPYmRHJvnsvjKW1UsL9j48J86+OD9Li5cruHilRkhgfB+0+v7aJ6EaJ6kCH6K6WcqOpbqNlbmFJxZ8LBQ8dF9DKkRdIwtQ97vnD1FwQwwr85jQZ1Dh25DZ4AhRUIoIYwtaN5Y6mF7KuXrIaxcApPinCGgDxO8dqMktbFUwXy1CjgBtu9uo/H0ELmiJlWu6+Io5Hl92gBGTeCx4uCJMkXBzmE2UxKCG1HMXhxCyXtSllWFZVbROpnicLcHd+Dj2sYarm+s4YM72/jg8210lSmSOq94CpKWCrWvo5oropIrYUiKiDvCIAjEbUu9QzkXopILsVisYLFYx3AU4t5WC9snA4SmJojacjFGpRihVMiglCvC4Pm372Hcc1Gks5NnRQrJPV8Ghi0X6FJsR9FerODyeg0vnavj0mIey0UD83nmcu5jv3sAX7cQ2QV0Rgl2D6ZoE/NcLcGqlpDwQp0E6J54ONqeYjhIkBTzSAo5RJ0Bwk4f6ysVXL2+isVluuL7MLQJNqsVbFaq+O29Y/zs410cDacwiXkumBiOPYzGHrycDq9oIWcnmNU8zGnArFGWcrsBpt0AR70p9vpjuDqwca2Gjas13PukhbuftPDylTl8/48u4rXzVWRaY+jMzm6H6LYjPJ4EeOAE+KI5wdbBCNsnI+TP2cidtbA+W8ZmrYrR8RSffXSAZ0/a0PO8C5Jwk/ZFJDeY0QKkYFm8R58SxgJDjFoSg+byvBnCH8fIVnVB2gbcK4IQ1YKNtYUSzq/M4LUza1K9vR3sf3EfvaCP6ZwGx1YFodtvEM2twIkU9EYh2t1AYm5IsSxUTbR6dF57uH5xDr//1U08P5dFeHAiGdafNyaC8G4lGnqaybYiLD2CbUXIVyPkajHM0zxz4oYp3GXGaEz6TqSJIJZkk9qMgrUzBmoUHvKMzrgHxsk4sfQ1G40QZiaDq68v4NyVGhqHbTQOO9h57GLnkYdMycLmtSI2rhbguykhaDQYCb7dNhXMzxWxWCtgLZfHWj4vUUb9rofdtoMn7Ql2my62nwXY2fZx450CXnq3gBIPR4Mx2gdT3LkdYm8vwXvvFfC99wpY0/KYc3JCnHi038HdvS7ueyHuexEuLll45UwGC6SBHBpiQjvMjnGYnSAx0+zik6aB3e0MOm2aCadSV6/P4Nq1GajTAP2dIdonExxNPHSDAMtnLClS9FqPQuSzOaxeqmD9QhnFcIBiMMCnDzz802fMIgZWn1Mxu8LtL4BO5TjJQ7oC3yXZyEJAtPyMD2XGx3eXXsd7i6/BaDfRfPwJhuMjhHNFuKUMjp51cfSsB9eKEDBCLmejaOdRtoso6jkUtRzGxwNBtd/fHeNX2x4Glo3/+L9ew3/8D9fw5OYdPLl5G7vHQ+yPgK6nIICFACYuPKfgwnPAmbkNrJavITkxce/vP8P9X97HUwfYmgBzCyo21jQRrx0Tje0k6EfEH4doN2K09mOsruXwjd+r4cWrWZiHPViNHgY9FcOeiloFWF8FKgULUX8OYX8WP79/gF/cO0BT8RDWFJRnLFyZreB8tQiMXGBIAZSDQTyVvvTaIgfAJrJTW+r2swk+ejJEkM1h48oy5ihSaB8g7BxifjOHubN52rAx2XEwagU4cg0cuTrymQIKdkGIS6o/BgLnlOYZol4poF7O496ug98+GmGY1VC8lEf1uTw2cwk2ssB8ZGEusDBuTvF46wT7nRjh7FUEc9fw+dEuPj/aQ388RMQYOTXEGmdCs8CFag4Xq3kYoymmfG0GUxxDwVGsYG8YY4+0I48mp5To0XcUjF0F5ZqJctWE0yHRioJscfGrSSanYfVSDmvP5TAaTTEau+gyC+YwhjdhfqaCQlnBlZereOGVimz+RJ81njnYvhuI00KQNJzO5xVBttFQFkpfMhEGPCPBwiGHwDzc08nHRjbP2MxOSbC4UsDiah6jdoDDRyP0TjjBTpuH7Amzt58K/dLhJP+MzCXZfKVi3iBuJnVecADMnDsZ7fLvpQNGRpen9lwqV4iadDnoOKWeEcdqptZWVRxRGkAMLwfAMiRJM4AjDn/pIqKah1FTzJIlJpoZxzIE5jfHBmcMnfmCtNpzA8hpMIrEi7GAxWoBS9UCRp6PA15Yex7sI8BqKPju98r4zu+V4RR93J0OceC48Md0dCVodyO0O7Ew7u0EKBUtVOt5FKsZHB6Rqz9Bsxmi2Q6lwZljBgkHBoElitL+cSTljYm3OcUf8pU5/bbF7SSD3i+d1Okwka/elwg2UQPIL06B22wo8xCo64j5wypMmQukQS75LAnkGcpL3jJVICoyzKWq2MhVLFEIT5wI/Z6PbosDihAGG/5qmuFlsOHNIZQRI5xq8HoW3I6FwOUQ24cvKdSRXMTY4NNCFZYfwfIiuIkGl34KDrl1X5pqCnPIAlWcv6zFSwaWLpuSTfvxT8e488+OXMAk+5oD63I6AGcuL90YCvOebAM2G8JFXm5jcUZyg6P7r1i00wZl3xMHgbjpAgV6yOaFgte+buP1r1uYX84im8/huBHhpz9q4YNf9KBTyQoFL17N4I1Xc7j+go3NDQMbZ3R4SSD1xZMAtx8EuH3bx62bLraeBvIcUqn8pVteHms29UsWrt+Yx7UbC/j89pHgfAY9X9xusRzm+Gdo/UvxVOJ8OnWCUDxBYcDMkor6ooLaXA4zs3mMJxG2toY4OZmmDbqMluYURTHiaYq9ZIZZzkqrWDJQKhkoWMTk+Zir6Tj/XBnL6wU8Op7g8YmDg30PjT0f5ZKOr32thMuXc/jv/zDEf/+HEfr9CC7ziBVV0Fm6omI6CKTWlzSsL+tYX9ewtKyjXNXQ7ilosfoRmr0I3S4PcYEMZTQ2gJkXZ8eycdOdQ0TUuXng37yp4vdf11E6V0D5XB4//NUE//sP+iAp9+r1HBZXDRy1XBy1puicRGifUFKiihPCJgJc1KTMleShzkiHtFRmM3+P7glieR1ipjRUTAP1jIl6zcLyRgGzSxl0eyN0emPs7zjY3aLD6f9j6j2fJLmuLM/jWoWOSK0zK0uhipDUBEmwyW4222zGdrq322y/7Jrt/GezZqtmbEWTnKZogiC0LBREASiVWkRGZCgPjwjXa+d6Vu98eEYaUKjKinB/7757z/kd/l4c2tJ1xzzPHAqXkUv2EaPP4pDPPPOFiGkrXOl0A3kVSB4Uv2NmsxG7m3JDvmpWKVS6SwYR9zCix/juqnJxpoKcmd78tczU9VxmoeaSaWmrljTs5hol3LpbkfXNoy6+edjFyVmITi+Vhqht5vIOj4eKLDZ56ETm5009oaDQlCLDqtm0MT/vYnFZx8p6Lkj2ZrOGRrOO9946xntvHiNJdFRrZTQoFFqy0Fqy8cl7bXz8XhsjqkjFqs9NLBb3ZLOuocGL4qqDtQ1HPqsvvpjhm4dstHOIkcCby1FaApaWdOwsOlifs1GvmLI+uO/jg/sjdOkQmJiSoZAaM6T6DI2mg0bTlTywYW8ianaNKEPoxdmTFk5kDnvpAn+G0XbLOpyyLrnAcZpiNs4w7WaCik8jC1loI0lCUdS2FnQsrduo1DWcn85wfjKFQcemW+AniRNj6iSdpOIUdApEJ6kUMrSkUp3fWUhMXQnlSgmTGV0rU0RsPAkHmMMs5lrpctlj47vAWBT7Qsq/T25g47kcG7eBqR/j9HEol4xwoovTTHVUWeJsENcsRRbM82ajxhB3DB14dJsyO3kaRkginovEInKIzOYxM/741ypU/EUTkE1BrsINrJvMrNVguiXolg1lyjDxMX70LRO/+K6LWzseVpZrWFisIyvVkXl1vP7mU/z6vz7A6fEYJd0Vt1GYF9hxr1FGqVlGlBN1mMAPEoz7uazBIJKziBcPybyleIuDKVuTYRidAuI0YyeDJBM254jFdDKYNpuEzFWhg0VBmZhlVcOMmeMj0jSoYo3Fvc1zjc5tfqWOouBXtxZlEfMPL8DhdIx/eTLC6/sBBgOi6Qyo0wwmhVs826Z0arGGKS7lDp3vdF/yvDQpCGG2b4HTHl1GkmtNF5R4/IjoozvT5ZCOQ1kNnqGhbKmSmf3dF+dxbauG37x+gt/++RTTGYUVuVAbKvMuyi1bKAPMRmXTYHgxRaamMvyja2t8lshic40uTA5+6XqNgrxwDo6ILmf2tS6q1SCJkGkZvCqzP7lHFqhyvldsTjgWsxpJM1Hxw5cb+MHLDQzHE5y0hzhnDlYQoeun6PVV9Im8YeYvh0A8r9lzYBOaDbcJ0aBsEhaEk4J6S8VUgYl5FjdSnIuiROAGKU4oqxTDLsVSG1JMk7BxLjlxHKozvzSHWTVgVVjw8fWiwyVFQjf8hDQN+txIoOFAKRfxjQy/WOM6WsE4I14yKeom7ifcVSpIUUGGn/xkA3/zt9egl3V8dnCBz59c4sF9H1/dH8ElCl1nWZphmmVo1BX8409t/ONrNioLDiqLLj55HOPXbwf4+IspehcRhsSv1Q2ozDGnkMOiUI04qQh5ECEaarIogqMzMKOQYJAiCli1FwOVzedKsjiYO33ky0UcLkV5KpQr1hgz7ZlBxZp96vM8zKX2cxus4YhmjeQyS6Gfxe8fReap5MFqCSbjGP12gsmAOasFvYcXHA7enZqF2qIrOOPhaIyhH0AJOajU4VpsjjsS09I79SXnTsuLgaG+nsPY4QDYgGvasFQL/acT9J9MYJdslFouZL8mxo3W18AFxh7Oh12cDzvQyxnqiwbski6EGYoUyuUc5UoGg89VokjjenA5w5BiiBGbwZZcELM8FGV7Y8VEdVHHZTdCrxsJOSAP2aRl7ctsLWZS6iK6WN6uYnmnhjSOMOiOxJlzcRTh4ihGa7VABTdWbdTXHMmmfvTOGAf3JtJcN63CeVZMJmSaUwhWmdlItLOIlTjAZUYv9/ACTy+VqBdB9SIhMKgxhZMachkAa5hNC9QoMzwzii95FzKZEWtidbuKtZ0agjEjMXwMulP4gxRj4k4lNoAZz0Ums7wH6hSpGhV3K752bGjkRY6ySQEmxe50SZCjSLNknVlsdDRxf2CmZgGz4DvJWoN7M/8uMvwlWlpcEKacd6meINUjOE0FjXUTlbnCZUvSRzhIERLL2kkxukglu1jIG3lxfylXNZR4d6nR0gcM+kUMR8KMUz+Gtw2Ub/Hn0DB4pGP0VIfXUuC2gBIdI0vAXEvBao3K9BwHp1McnkzFBcQVX+SIj4iAV+HsenB2XVRKhqzxwQTte0OUxip+eG0JL2/Oy52XzcV3n7TxpwcnOBpOxB0ACjzmclhzFIapkt3Leo/Ie7qo05kqrs+MtIoZXdLMpKMIpBiQ0zmiOzEMh3hafiWqfK7DAYWMmQzAKNSJuM8OI2kmUEPGwa5O91+F2aURwiiUurVWM+Szo+DWqaRQEwNqahTvI+uMOEevW+RFRxSxxXTHkmpSZLEyt53UGeqwuK7tlHH7VgVuhS6ZXLKUOxchLjohooSiy7i481lFxijfYZukKro5QcpShIvjifwcL97cxAs3tnBycC6r708wjhNMk1zckvxMrt1wsXvdxeHBGF89GOCiEwtJguQXNacAMIVim1Bcq8A/WhEULRZ3OGte5h9zpXzvDEXEA9fWy9jdqGCzWqzT/hifHLTx+HiIPrHfgwz19RLqGyVCF2AyAiuIJcd6Nonh1g04NQM7NRs3qg5WbBt11Zbv4YOjDj486uClnTm8tNPCk7MAbz/o4MH5AGs3TazfpMCD30MKaq/8QEV3kOLkbIZ2l9mGV3AYEbcVzRfeJXhvpHgwCpjfTMy9DZeZvi7vEhmG/VTuLWYphVUiTS1nUgbSjEj1MirVEpIgRDKZIZ4WGesUQ7GnSXclEcZ0d9EN6jgWmo0qdrdWsbLQwPHTpzh5+hTXt5bwwp1tLDbKMNMEahRhNgpkvfW4izcfXWIgM3xLMuC2X8qw/WLhuqKAZu9hjHtvxTh5zME8hza64Pdzj7UnOzh8kDkALhpPHBoaqiECSA6A2W/is8/vUMSBRIkyX3zMQoOkq4KoQmIMvzjW6uyI0OXKHHl2vaYziiMoNtNlMe/RNFjRs2ahOJeileJanpCuxpqDc06aLHi+lFTptXmuJfl6s36MUXuG4JJ58CTx6eLS1BmpoHCfL/o1BrPPcw1Wy4A1Z2LVVrFuarhWMfCdJQ93Gy5mbRWztoIH533cP+tgL56gY2VIShpuLFRxY6GGYTrBMJlgvrWMzWXiJmt4//0HeP+DrzCwLPSJq9VjGHogwsgwp/iStWEG1aaAOZUMYJo7LBcipG41q7L67RnaBwGGF5GIvFk7ER/pUDgkFB4KqVn+K5iy30D8NTMzWYOzIW8yg7HIPFYHOTSf9RU594xhoHjSkDIruup/VRsGqhTJzGuoLbDOVzHLVEwjSDSFP86g9RNodDP6OQIRF6jYum5i87qBW/MN3JprYP98hDe/PBVCCxwTuWlgygy+gFExkJ6nUNCuKIS8YzP2YHOpJPvA3bUFvLS8gW23hGj/KcL9p/jdaYjfnYTY3p3Ha6+s4YXtKs4fH+L8yZFQDCZRjNNpiv0pM5c9vDS3gtv1OfjxGON4jAfxEJ9FfQzyGJauwzFMtNwm5twmDh/38fCLNjw1F/rQ7npJxFteyUQ5SFEJUvi9Kbr9GTrDGXxk8PMrlzpylG0TddcR4QV7cyS1HPsqjscKDvsBDvo+civF6qYhhLTLs1Sa/JMJ74EptndKeO1nC9jY8PD+uxd4/50Odq7VsHOtKhEkLNQn4xyPng7x+OkQmRlLBimpSa2KhY0lE89fN3FtRcPZlwHOHozhw0BgWYKtb5QVVClOuTSBnoHOmAPgsRCcFluLaJTK0IKxrM/9Yk0VRgGlsA0F9dxCHTbubBm4s21gvuKibJUQBwmO9s9wcdZBvVlCo1lChSLnmiJ3soNvQpweRVCWDajLBuqqhVZuYzrJcMhhehKiughUF3NYZgmW6eHsbIb9/RF6nRirc3NYm2sJovrB/jl8ZsdVuIcwrzZHPqSo2IatWELAiNUYkyxDb5piFGeoljNUShkajoumXRKxxPHFRL7DK68AqhWaclRYugZD1aXmm474fJMaI8pUOLYOz3WE8kABD932HPAFQYhWzcHiXAmbTQebNQMbVQ2jWR/+rA/HdVEq1yQW6+BghLPLGaaOi5ntXMU7MS4oQv9kJu9XYDmYWC6S4RDJcISN5Qru3M4qsD8AACAASURBVF7C5hoHUzGqdoIKTFlfHI7w/uMBLqMIZkUR4k8vmKE/nmFCh7bN2I4MlTRCOc1Rykso5yVMB5Gs3iTEBW3Xtorn7s7hzrfmcP+TS3z2ySW2Vsr42feX8fJuDduujgVNFTPG00c+TtME51qK/f4UT48DHHammL9ZxvytMtYaJWxUPPROJ/jg/RM8fNyDViZ9hEKgIgaSPQTJKKe40yYGPC96ciSNXtFAWAMFA9acGUyK5XjnygpiTck1MVf3sDxXwZ2FeVleFsCM+0i1ABM3wkSJMO4wLiTGJFFlHXdjPD6d4nKawGzqMFvGM70MvrU5hx/fXceibeDowSkOv2njyWAma2wamLm8/BDnz+zgBM0GRWsUUxf3AMZkjkc5pjTKsUhktN80xGQSotUysLnpioubtEbWh7z7kTrX7aZon5OKYOH6nTls3WiIwYXr+LGPJ18MEWUZyos2qsukhwJlFwjGAUajkQiwaGholEuop5YsZihzjZUUYzvHKE5x8jTG8dMYt15xcOtlB7YWIu77kk378WcZnh7leO3nLl77hYO75RpuGXUMjmb46LM23v+ijdNKjtNqjuvzDl5cLMEaaTh/kIpT1V9KMFpilmyGSjlF+1TDw68NtM8UhGmEKI1w98UG7r5YhzaNMDoYoncxRTuAoOBXdnSsbOsYHyfofkPkvI35rSoWNyuYV6eYV6b46MEUr9+bYqJn2LitY3FNhZWlsNhDFZcx91INwwEF5zoWritY2FXwfesmvmfeQt7u4uzx5xhOukgWPCR1R0RVxE4HVoJpKRHilKc5qGgOGqqFhmKhezbG6eEQX59P8PFlhLBs4X/+H67LOnrwqFgXExwOmZGsoDfW0R/r2L6eYetGhlsb27iz+iLssYWvX/8UX73zAB9fAB9f5GjVNWwuFv3AADl9fpiyn6+oaJ/EOD0IsbTi4Ke/nMOL3yqhdBnA6wX46pspHnwzw9KyjpdfcrDYtNF/4qL/xMNHJx18dNxBj/V2FajXTTw3X8Vu3YMSTKEGBQ0os4ByJcdcPcNCHainNmqpjS/2Jnj/4Rh9xUB5vYnaoocFa4wFK4DdsGQRwZ6eBfAvYzwcKHjYV1AtOahwUTAjwj1SxiZCKaiVXNQ8D/f3p3j3Gx9pw8H2t+ew83IDJUYIjAdopAaacDEdJDg49XHUy3CaL+AMC3g8PMfjYVsIgzXHQM1WseCGmHci3Nmo47n1OpT+DP0nPXQupjjJNJykCs7CRNazupo1zDgqxCDlio5y1UDQTTE8JXFADH9Gbruq5FCs7TroXND1FGJM7NW4yPRc21Wxfl3FIj+YxZLkPz76wpcsq1E3l2YnizKq9VMTiM0cmVko6chAfoaiyQMN2ZjKeNbJLEwL5T9bE+vXHGzsuhh1Yxx8OUXvjFjfKzvVVS6bYN6uMLJsJnFJpI7gzYoNVswlHBzTAMyNV+XB+f+jEOU3JfKPyDmuf/vvi5+VuOOC/8NBFhXk/PX8R8XQk71CLrob6Crh5ZRL8j1UHYmg7vgXJEaITqcMTllDZdEUtwHdGZmeoKaZqFGN6DH7jZP4FCqLzH6CF28aeOmmAW/NQLxgoKvk+GY/wOOjKfxLFX6XTkgiFFOUqyzYXNiOg+PjQJxMVGjzks4MY88zYWiaNM+mbG74KqKRKhf3mLlKdCyy78/GP/9+dKMoHAJfWUmvmh+Fq7poePOzoRr12aFWZB+zCDfE9VUgsq8KCSlbsmJYyiFwU0W5pcGpEGVarIBFNRdzBIdsJuXiruVw1VQVWaTYRqy7cxdOXoWZlRAEfQSTPvzLHH63cKALeoNuh4kGPSD6L0Mo+WFX+Go2VolEShS8/KMaXnq1iqXrFqrrGjqXEf74f17ind8OJMeRh5xVy2A1i4tK5BM9TISRCadBXJwuhWacJpiMphLU7dqWZG5OgkgalxycZbwwRIAaEeuU4e//pxb+4X9sycXlyZMJvvoiwCfvjfHg02kxeE6BX/1qEf/0Tyu4/ZwGyx7CtEeYpTqmiYa/vD7Fv/x2jAcPQlz2M8nX1nUdOptbaZFRJAhnFSiVdezerGP3Vh2Pvunj0dd9jH1+588u9MXwgANBPreCa+TkXeFlvMBbr2zpWN7URVlTqdPFluLoaIzLyxAqVW2ajhnz2GYpkit1az4VL588I2WvKEgXGjmWW7ngaZbmdSzMmXDrLry6i4PuGI9OhwgSKs2I0DXx6V8S3HsjQcB8OEordEVwW8zRYhYb1+51E9evW1jbtDFPRJKp4f4nY3z28RgzuiMjuu8LVbAIRvguZzkihchyNsGIbE1xbR74px/q+Hff01G/6aB2w8E//yXEf/q/A4xCFXde9LC0ZuCsG0gmx+gyx7CXU/QjF01SvRwnk8Xs0Cwy4PeBQTsTfB0HCPxA6H4iJu3mzSZefGEBzRbVW5Hg5/f2htjfG2LYZ44mh5T8Dplr9N9QBTxFBoEcPUsDKlKRT4AsALxGBq+ew/aKQZSYGBMdaaQhIB5ozCY+c99iQbBapRxWqciv5sAyyZgVRCRZITZhA6LWMFBr6gVye5Lh+rUmnn9+UbJuHz7o4JuvLhCEsayUewBVwlEmmb/BJRXeRC8W28YzBQkbEnyfeAmn6+nFb1fx/R83sHXNRbWqSUP5/odjfPpRgDjimmD3VgvPv7KCheUq3nuzjffevMBgwJwmOpD4mz+LAsgEPdZsKGjWVaxvlLG5XZVGwYcfDvH552NxhtCxV1vMUV9lQaBh0SUCy4ahl2DqZdz/uofPvurBZ0Y7G98cmlViKOVEGkK6YiIm7o7vOLPsuU+Kk7IgVvD7FpQnB+FOgQguBsAUtHDf44+QQeHgVdCKFmaRjTAMEYXMc1RQY7PZ48UrFnQVs7MTjXtagefj39kRZLSGjEg9Jfo3lBxfZzYC+fkahgvDcGQA7E9m4tSgTkcMHRzCcyBwhYijwpeNL9IBaGaIMgWr11SsXdOEGnH6uBCHxTOinFVBPzOHVDRPV0PRZ45HNnCJPhMkG3VfaS7NXRlCksJABCAxuTEHHswnLjLLKEDh3jWbFu4RGqsNL4dOGoNduGbNJJH1o+dd/OJ7ZVzfMNCsKWjUdCjuMhRvBb//0xH+r//nIR49DJCENuJIR5TRxT3ByoaDlU1HMmvmlkgosDDoZej3Unz+OTOs+xgNYvlcqHAnkoiDyWf09IhCJEYYUOBkJ1CdFKU65P0TpNMgkwFG2bFgKLoMgXhBsXmuVTPYJQhSt1pSsdHQsFHXMTczMDczMb9oY+Gai6AEvN/28fHFBO22iXbbgE+c9QmdQHHhfKNhWzgnpA0UeWrcMCgKICaWl7ZmE7i4zNARBHshfuKzSkxRRmQ8TBiENEk9FWNt1cLPf8ImawO/+eMpfvPHE0zopFOKPNX6ho7yMnNFiixuRv16kiuaIzVThEmO0WkG/yTH7efKuH2nDC3XMSa9o5vi/NjH+Ykvg3TmUhIvNWUBQncW8bmuLhnnbEbQMWvpBiyd0QGpUBBa8ybm5i3cuevh+ec99KcRXv/gEh99Psbg3MKgbcLwMlFgZxz8MntwlCGbxcWiDob1Ih050twu6kahnfAZpmtXBsLCDZS8J9Wge38C05kW9Sb5GGHhSuO7wCxZDsDtug6nwYbY1e9JLCYb5j5FItw36B4vgkqIgHx2XucMzivsQUVjnghJi1Qb4pgz6GmGW1tVfOtGE6sbFVQXSwjSHP/y+wP87veH4nLmfy7OY+SoVVX89AUbP33RwfaWg61tB91Yw1fdHPcfhXj/7T4+uzeCU3VkZUaMRKeULhF3Oe33SmyJc92gsKFUuJmnPWaAE6NdiIrWrutYv64J5nDUjgQRHzB3jm4BEYMVOGi7nkO1chmW8whyiImsMucvQdALBWtfIvZswULFtFA2LcTE1cdT+MR6tRP4/VQEJhRfmGymW4q4++waAyVVDE599E/GKDUdlJsEg+lQQg5iEwz7AfzRFMpVDIe3AZR2AJPfFevWzMDwyQyjxyEWV1tYv74Mu2IgjMeYBFP4JyFGJxGm+gwTfQanlqMxx4GgAc+ro+TWEMlZFQgS3efAesgBCBs4PEuJLOagmK64WIQ8Xl2HW9fEFUKHPQdcxIkzoItCHttUsbjuYWnDRbVVRnWugu5pgL0vO+gc+wUBZJqjvsj8YwXNVRfNjSriUMWjdwc4/MwXcR4XMcuJBCZyj2BWuyp0JsHkUozr0NmTIxplImTkv2fjKjdTcdOIE1D2m2IQrCaanCMUTPC8pnaIn6PreXA8R5w6dOxwf+d3TpEU8alhEF/hOKlmt6AnlnyfzExlnMKz+yCduvIzMMrC5paWQxlzMd8sR15mrcH7mibkJ48iI11F0C3qDrkbUotKgY440XkW2sgSG3AiKOUpassG1q5VUWOecm9crHPAPyNgoogZ4VDqWd2ytVvF5rWqNPBIa/H9Gc6PY1yeUxxTCGdLKwpKm8UQeniQY3Scw+V9p6li/ZqH7etlaaJ5ygRpOMXD45lk4RGHm81UzHifPuPhrWL+Vglzt0pQ0whKUjx/nUcx1CGwVnWwUSthY42N0mV8/PgMr9/fEzExByCKq6K0oorDmQN+XsviKBWnOr8LQzNhymBLFawsdyTWLVIPmKy/WZeOEMEvMPkEhBC5GhZxN6UKs08dBAGFJNMiH5j/rULhWKEjo+CLtV6prKK1YKLa4LCaefAxLNWFpXnybHCfDydFbAUHO88c9bxoEwXO2oq0qjxmhh1k/fjlDfz193dRsQ2cng+wf9TD/YMhPt0fygC6NO+JuGHojxFNp4JJ5prFOmaJLohAYskpDtpdqGB3sQrLdmA7NoI0wmXk42IU4Kw9Q38YYXPLkTXohzg/naLfTSXPkG5XXaOzsLhvUQiumsQ/ZhIbweefYJWc++GMOHMSMiw0mh6+fXsR33luEbk/AEZDPGqP8PGxj/0+RRXsXejYXq1ie62KBToKqiVkYSwCkP4l7WlFnEWV5AwKdW0X814DWWbgTw+P8adHx9hcqmBzsYJRkOG4G2IwjbC0lmNpHSg5bK4yvzZFpzfF2VmIo70Z2seRCEcsk/dpHRpx67wv0cFDukyQIKbokUQUOm9rujjg6Na+bIe4bEdwaxT58BjJBdWbZiQjVFCpVpBOizsX0dNxGIoAhHuBmurw/TH88RjN+QoWV+ooOSZUxk/EEUp2gJIVIFc9pEoVqwtzePnGClYbLk4fHuHk4SHePR7h3WMf/Sl3Eg3lmo67P7Jx91UbUZoIpWT/QYQH74a4OEihE4vLfc4FcodDtBw641BEGFa4zymGoRgrnEYyzOOgm/Ugxc/co1jncpBH/DOHJZZtiigjCBjjM5E7EAfnlqvAlb5HLtQEriSi+FOF4xoolUiNyjFmE30aybPJxVo8FVIX645MiG2FGJTvB3HGptzNmOdI0RF78RwSi8CTIrQiJEu+Q1vT4Zoa1hZNrC4auFZxcN1zsOpYWHUMNFUNe1/7ePr1CJ/2A3ziBzhNY4QcUHsarq2WsLtSQpZNkGcTbDQXsbu4gQWvgaOTIxwdH+L98xgftGNM9QROJYPmUOBD7PRV5EXG+Ckg5N9PBRxPFaNCvV5Co17CxfFUBgGjiwgpXf1RDutquMuhiO2pQhyccb+cEVqUIiHOmHfaqwFwTBc0z/rLDOoohVLKoZZYb6lyHxb6SljUE6WGCq+uyj233jSgOzRzsBuiCPWK/UpVzp4MA6mjSV0Ctm7a2L5pY8lVseRq4nb84IsRTi4juFVVqBpRliKUSIKiLcj7vOYY0By+U4nEIBHtukIHmFHCplLGChvyXo6Km+N+b4T7lz6WFsq4uzOHzaaLzsEpOvun6MxCWcdJhgOSfnIdq5qLJZV4VB22ouE4DfA0GSEkya1io1lxsViax2J5Hg++aOPDjw6RIsTWTQe7dCLvLOC57QWEh12ER12cHoxxfDzFCR3ZOTDKcni2IatRdjBX8VAp2xJvp5gKDvqpIJgPLofY7w2QGylW1hy50/BOFAxTMSAMBiE2tyr4xS/WZeB7/94pPr13itU5D6tzLhpeDZ5BZLCOj788xCdfHiBygYhCQmlPKdhaLuHvXl3Fj77VxDefHuGbe4fohir6uQXL87C91sRivYynn3Xw9H4HXT9Eb8bM1jK+d2sFN5dr0EYz6KMZvtHG+Eb1ERBhl8UiqNyZb+HaQgtz6gxz2lQEXoNegsE4xiibYaYm2FpdwubKEnR+lwnFMxN88MUADw8DvPLyIr790gKqYQ63n+DgfIw3j3o4jGZ44fkyXnihwiRr0EN30omxf5rgmJQ6Rm9AQ49GLOaKM3BDt5BRoDbhMI3UnFT+v23rcDxDML0Xwxn6QYRaU0O1ocIxCtETKYm8+7JmF1FqnqFUM1Gum0U82mAisVBTCtLFLZ8L6ZJijPXlFuarZXgKRZkKRkM6zgYYzhIMwiI/dslTsFrWUHJUlB0VS9UqVqt1Eb6eHF3i9GKMdq7iIqOgjxFOpCkkmNJxHKRoxxrajNCKJkjjCTYXXHxrq4mdhRLmGNmgq+ie+OicjDA2HQSeh9QlnXGK3JriMopxGSYYkao2juTP1YjiD1lPULijy97M+leQyNy/XR0vbjfx4lYLn3wxxCefD6X3sLpg4PZOBT95eRl3txt4489HeOONI4R6DKWWYximOOskuBzm2L3dxO6tpsRFzNsU6o/x9kdtfLU3hMbhdFUkO1Ao8kko6imMDyYJmOVCNElCn2WocGwSspSClDcpBOW8T4sIiH1A1t2qCkvTsOzaWPZs/OD5VfzkO5vw3BQn7UNcXraRkQAzniGkASU18fXZDB/ujXEwjpDOKUjnVNxZ8XB3tYT1UhmLRgVBL8N7n5zj3pcdxIxIMmjk06GU2XjhuRFBU2OsVnSsVMj1BAi9YmQEYzpJYtCdFLpd9Nl5A6WzfK5Vhm3oGHQmGHbZKC1IqqNRjq7E/qhwyjZqTRc/fHUFP/jRCvzOCKdPLnBy7OO0M0N3EGFnSxcDFNOLp9FUonJ000OeWBgfpwhOMpl5+H6K1oaDrRfLqLRMjE5TjE5SrKwbWFkzEQcBeid9HB5P8MWRgoOeipe+Z+Ll71l4sVHDS24Dl09mePPtM7z1wTnyWwpwE9iolHHNrWJ0muOTj3w8OQ1h37Rg3bSwUY+x3ohxfpjis09THB3nmCTFwO25F8q4/UIZehhifDTE8CJGZ2LBTyys7ChY2VExPp6i92gqfYbyYgn1xTJW7RwrdoZPvgnw5/sjBGqKtZs6llY1lNlTyjTE6gyxGmLo5+hekt5k4OVvl2StDstYGZUxOR/i9OQU3bGPsaNj4lBIX5Y10SP4+kxISGqowAiBlgo0VYgI5fw8wdE4xlOSI2o6/v4Xy/gPv1hCf6+N3l4bp/0QR2PgeAg82s/x6ADY2s2xuZvjpZsb+O6tO6grFh5/9AW+/uQh/vwUeOMpCXYKFkrs8yiCFDdJDDZL0EwPJycT7O+NUJ8z8d1X53D3uSoWsxQLWYrfvdHD7/7cw9Kmjdf+uomlORsP3hjLOk1CnHHobmbQSjkaVR03mg52SGnJIyHBlihUKnkSDWgbAVxjiiZMNBQTXx+G+OTJFMcUuFQtWC0bL246eGnLQaIaSDQD5iyCGwQYD2Z46ynXFJZb9ASXSg42yx6aBgX0AdRsIuYWI9fw2X6EDx/N4C7V8dKra3jx+0uIjvdlmdMMFu8jUx3dsYHjkYbPuzk+6+YYm6GslfkSbq+2sMTacNAFBh1cu17D7o0aom6I9pcDnJ3McJxoOE0U9BDjkuFooYIs1ARzPrs6ZVyPJFEdo4sMgxPexyld1KycTo75VQPzKzq6nRiXXapb2SmgcljFxk0Vm7cUmIoFSzFxthfh0ecTXBxT4cpmcZHNKaoWI0VsEJVMqS6dmyq0NBU3LGYmMGVeAl0Pofg22SDm0Gllx8bqtgW/l+LoYYj+BRGkV7GJHMpScE01jQyACz/qs6Hes6FkUfNyY2XRXCjE6dYQxLM099g8umLjSr4vkTGqcPo5QH423GVBmTK7jhkeMR12xdCoGJCywc/BL7NaOAguQsmZdsIBaCYD5wSZBFNxmprCa+horNvyvxwM0tlizxRYdGfVVNSWdFGmEtdjpRFuzCu4Ma9iYZuDqDL6moK3Hgzx0UMf8chEMjTgVhOUWjFsT4eh82i2cHY6w9npVNxuVGxxaKFfqbtG3VBUz3TIQoZCVN9SgZgJwoFLui9cHO5KtnGRvciKi/g+DoGvwnH+m+zlIqOJny9ZF7lmFvQowbzKtE0+A6vKZp0Kt67Aa1ABwo+T/z5BMAQmAyCd0oFQZDLX13RUFlTMhnGx+PjkzInxUHNrqLllxGEPcdTD4AzoHWky7Mtd5ohlUKYmlCkLI6oy5PpTNF4lozaHluT48a+a+PHfttDatKDVFBwdzfD7/62Dt37dF5coPyuzmsJqxDKUZlYQB5zlRQOVpYI3xCwdIn4jFi9pLG4lLg6DqbRnRlY6UqWp5xm5NMr/8T8u4J/+4yIuujP86Q9dfPLBEEdPIrSPErSqKloVDb/6u0X8/T8sY30bCNMegrCP07aGs3MNb/zrBH/8tY+Dw1iypDj10VRmaBmioGZuG91afK/40q9uOljdcHF0GOD4YCK5Nnw+Mi7J4OR7VmQf8RLvMMOBDUJpFiqCzuKio5HFWzBJcHE+EweRorGB+mwATIdVgThiBmaccSivwjUjeGaM1XkFW+saVhdUtMoZ5moqrm1XcW2riotkhoPxGGdBhJNhjqOLHE/eVfDkXZo4UsCktYDKA12+yYTPbpjg5h0bN+8UjlCvYiKKFXz45gAfvTWQ95Xft04XXlkXsQHVjRRmcJDGxQYfhwQ7cwr+4Xs6/u47Oqo3HNSuO/jt2yH+138OMJgq2L3tYG5RQ/tygosecYYK/EuI2+ZZ1twzVWUwALgGnRz9c+ajFVkgHPzxssvPd/dmA7fvtmC7GtodH+cXI+w99bH3dISYwhQ6D+g8pBuGFAPJq+QlnLmdRH3yAkn1uCbDXw6B7QpFEyl0Ksm5aXHPiw1xowQ+JG+R+VPSsCKGpsKs9lxQ/MwrJL6PlwqimmeUZuUK5pZMzC+ZsHQLlmZhZ6cuw+tyycQff/sEf/yvT+HW2MgmUp2qxSIrrrOXoH9C/GTh6pQcda6rjHGKcyoVE5WKhZe+6+L7r5Ywv2AhCnW0TxP88V/a+MN/vcD6OvOAdTz/8jzuvryIas3Df/5f9vCf/9O+uCg55CoGhkUDVlDBeo65pooWMTQbFWxt1xAEwDtv93Hv3vDKoQG0VhXMb6qiEnZCBRZxPDnTHio4Ph/huO2LWzGlCIgZKK0MZosUAAoHNHHZUq3Pi32BziwESjIgorCIGXbPBsAOle5FM57ORzrZpWGhFW6/aWjJomMmjGcwNBYqV004yUxkYUlVpybNE2ar8SwsWQYcUxNcLlFBnCNxkMrfs0B88zOxoKq2uG/ZXMqYDcYhtElHTIH4416Qs+shNAD6EAgtoFc7x8qGJWvcJ+1jgv7FFUGAeymb83Zx5sqgg3UDEYVsvrCRxmgFztDTK7eyDKbpOlJkOMQHgj8rh/aWQRV/4bjl58eh/YxnArNTiWwnkZo6LV3Bct3ESsPASzdMfOe2KTiwspvAIV19Mo9BMI+/vNPBH/50hCdPpphOiF7n8DxEnIVY2zBl7eyWsLVdxvKqJ8USBRAf3+vg4087uKBScsSaQYXnGXBsQwZdXESCT4kw5Y9El5SbotRSUW4qcjkPKOYSLLMD12T3neg9BW41hFuNxKlLxGytomFjXsP6gobul1N0v5ygNedi5/k6nBULR1mIozjCwaGK/UMNlwcz9A8niJgJTVIjz3olJRheXK1EqxXGVQ5MFSyvaFhZ0TAaKxgFzMwsnEjscInTn492ysG2VmSIWzFWV2385LvzuHujhjffu8Bf3r+QATCHKoxvqG4CzgL3t0z2uJqjY65qiKBgksQIqERvZ/DbOZ67S7xdRdxml+1MmsvHhyOcHPjiznGrplBiiEVj89O2NNkv/F4Cv1cMuemg5nCTOFtm6OZ0YJsq/vZvmvjH/zCPVM3wx3cv8c5HPg6+VnH4lYryQo7KQhHTEQ256AAOkUyjK6zzM4FG8ayxKfJvA2Cpgzh4uBoA0yWvabBKU5geH9piH+MZl/q6RD+kCjMMEzgNTQbAqlnk0EnumJ8KKlrNDXG7yZBF9EB00tIRys+WIsKr+oRnFh3HpMbYJDdwkJBh3tWxXDJx9+acIPKbi2X88x+e4p//+AT+OBKsPN83kh+qZQ07Czq2Fwzsbli4vm7DallI6haenMf49T938OfX+yjZLjzbQWqEiIypNOwKVK4uDXklNWC5dHMV1ICZrxQr4FKxukWBWDFkmzHbfJijf5mh36XzWhUhnVECrFYOxeJwsXAKunUHXsMVlOi0HwomzW3SLWnCU224KvfCCEE0xSSgY5znEvP3mEHKoZIi2X0Uiim6JXnj4/MZxmcz1NdcNNY8aRwTQ07l/3gyw3QWFjU7ySirKmqbGvQKRRwa4kSV/NXZeYb5hRZWNhagWRpGwRD+yMeoM8aoGyBzM+RuBrcKVOu8yBqoeg1USg2MSPIZ+oIR653Q9Us0+JXQgDXa1aAgYiYgxS4OczU5MKIankKBXCJOuH8aqiJn7ObNsqwMJrLcxOneGE/uX8ogWHLbNaAyx8wwBbVlB/XVMpJEwcFnQ5x+M4btmLJYi9LBxvsLz41nDjW61DjEMV062nNMiIsbk6hROHFZHnI/kQGwOEFZP/NOx6ZDcdaSok5Sg6qacL0yLNtFEIwwmYyKLGEw14tudwpO44K6LmE8JiyF6WC5ZN0zA1iw69zkiVSnq55DLp4J/HOnCjQOyB3mS0vqBWJmYpp8FjQZmPt0SOTBqAAAIABJREFUTrZJWRADoLgXKQgtahAXSuZAsSPAmaK2YGB5qyaN0F67j97FAP6ZCv+Uec255DdyiGJZuggLd27WsXOjhhQxev0RLrsTwfT2u3TKatBdTXDS3gIjLXKM2xnGnRRmTYVZU3DzRh13n2thvsZ4mTGC8Rif7U3w2f5EMsKVqSJIZmYOc1Awv+Ng4ZqDeDJBEkyK+I0zVUhanpKhaqi4eW0DN3bW8fVhBx98dYS2H0jWpOaq8JY0eMvc1wthCN1Jo0GEUAgtbAaZcExd6gfejSlO5K7klj04ZQ+TaIAg7iOaxnLvoVOzEEPTjWfLmkWxZBeSuMU9S7JSmf9O4RYzQPVc4kiaRKM3uPvx3pxBy22ouYWJn2B0ORMkrKpwb9TQ70fo9zkYZH1SEH+YP8/Is3otRb2a4Zff3sV/94O7qJk6jo/aePT0DH95einLXahjfnMes5RC1TbGlwOsOxrWHA1dX0V3THcf82mLQdmKq2LZ1bC2sSJrnM1wPLzAYaeH/aMxzjtTLK3YWF62EIxTDJjpfMlYmqLON3X+bAXJjHdhEnr47PFzF3E16U+ZLi7zctmVSI65Zgm3N2q4tVnD5fkpumcneNQe4wuiMScpVMsQJ/1za1U8t17FzlIL24tNKFGGi7Me2qc9DOMIwygUx6qhRqg6NuYrTUCx8NZ+G2/vXaDiGLIUhffUgpY2PxdjvhWjWaugUatiNI5x0h7h+GgiWZrnRxFYskgt5pEC8GwATJpFJoJH1sQi5NRyQYHPLTsicOyez2QI7HEAXKOImM8da0MN5UoZ5UpF7lvM7o6jCBGDnSnoUR3omSX7pz/wsbk1j5u3VuBZFPZ0MLm8RKMeo15L0B9raPd0bK+t4O9eew4311r47O0HxerNcL8XwifJQgUqLQ0v/LiEF35cxmU3FNrC0TcR9u5H6J9n4srl/gHmflM8LkamohlPCgg3QDbwuUK6dhnfwbuAXdznKJ5lJAv/LG5SHP5ajiXGg2FnjGF3LPl8HDjaJQWlBkT0LzcK9hSuEP/M8mVMEoVpQ2a2Mk+UQiAKLiiUDEVOza9WUltMk1mlFJ4WpAb24ajvYb2v812k81wSLoo84Ig9D4P1poNWzcbtBQW3F4BrtRJ2KmU0dQtOrANBjvfutfH+p218PonwIE3Ro1A1zwWzfWOrLMtVInhKjKZdRtNtoCwC0x6CaQ/vHc/w7tEMvppCqxSifN5feF5FAWTxmsAsbNm7y5qsGjNeqw7aHAA/4pkbIwsoiOI9uBjMO2UODQpHdZxoct/n3YduXtuiaCpDZmlILF0+c6WbQh2m0OtE4lOcXAxYhAxDqliaw6oBVh2Cga43DOg2xeFF9EuBnFdgZTqsXEevn+G8m2IcZljdMbC2raNhZmiY3GsifPrFDBeDBKUmaxzuu4rQNkSMOysuW1rZgFZijA+JXhkqsYZapKE601Afa6jDwNxSFXPLVfjpFONsInnkG/NVcQMdPjnB4ZNTnMeRZFV2VQU9XZNYMm+SojQDWnYZc1YFl9kUZ/EYmZVjvuVivlHCnNOUde+Lc7z14SHG6QSLOzp2bpTw05e28NqLm+h+dSRr77GPvcMQR+cxJlAxZU/RMGDoukRjzFU91Ku2EDEoBt7vxtjrRDj1fZz7I6knFxdsNJsU+7F+zEUcFUcKttfLePUHc9jZdLG/18feXg9VXUHVAMpWHZ7dwiyy8N6Xj/Dul48Rl1XERJ+TVJKp2Fmp4b//2Q5+9sIi7n/wEJ++/xBtYrszE3alghvbS1ier+OLj47w+YeHOCfe3k+xsVDCz19ZxPPrNcQXIeJOhE4twkU9FOKMkSaoGSp2l1vYXW7CnIxhTcY4Pxvh0f4InXGInIOLmombq8u4sbKCjBQCf4zDizH+8lUfX54E+PnLq/irl1dRiRIYwyn2z328eTjASRTiO6/U8J2Xa8hjH3ni47ibYr/Dz4+o5QQ9Ep5oYOD7n1GgaAvBjdQb0m8SyW1P5HuwKABJge4wxGgaoTKnoTqnQWWDO0tEfGvCg5abBeEoJ4WDdARTcssvz0dXUR7sMzGqkM8nDRoVrC81sFTzUNd0lBXqlPrwhz30pgm6PAfiBFYWwVViVCseapUStpsVXG/W4KQpgu4QvX6AvUmOp1MKQTSkmoaUf4dJLHS8dgi0Q9aAFD6F2F5w8cJWDdfmPDQ1HV6m4Ml+F0/2L1Gab6C1sSwUScWg2G2MYaZgkCnodgN02z6iKfcKS0SdozEwGjMGKUaYREjZ12TchWviWy1P1sePAnz0eIwhh6dZjI1VD7/6+Q6+89IS3nhjH39+Y1/6BhR1zRIiVYFZrOGFW4t44fYSmlaOqhLj6MTHm59c4stDHxrfhzojfYp4tpRxRiHPjkRQ8FxijSIkwtTgOgWZhANgxr5I/U1aZdE+l9mpGLAyoK5pqOsaXv3uLn7+0ztYqKqYXJwg7J4jC4bIxsymNTCmY/okxDsPAzwdRYiWgXgZ+On1Gl7bJWrYQthRcXgY4a3Pe/j4yVAix/guW2VGl5DCxLz1GFkaY80zsepxIJZjggyjAOh3ChGcXU5glZ4ZC0imcFD2SkLo6Z756J6NYFxh+kkcGfkKgoB7N/tQBn7xN1v4619uQosDTHs9HO8P8OjRBPv7Aa7taLi2rcJ0GZ3BTgejrUwEYw3d/UTWRadYqzdcvPAT0iVdqL4CzVcw39RljXs+zvYucXAywYMLDQe+ho3rXCp+uDqPny4vwt+f4c0/HeGtd47hvqLDe0XHglPBslbFyV6Cf327iwdHE9TvuGjc8fDccorbSynODyOJYtzfTxFEOiahjjvfLuO5VyrQohn8wz767QgXQxfDmY2NG5qsydkEgye+nGNa2YZdc7BVNbFVMXHvkY+/fD7AROPfS8fiio5yoqNC4pQeIdWYD52IIImkqNe+38BPv9+EfRrL8i+n6PTHOBuFOJ5k6CYKVrcWsLq5gFQLMc18+H4ovRaaA9dLwLpH0p+KQU/D+TTBQTJDWs7w2ver+Nn3qkjaYyQXY1z0ExwNgZMe8PhQw6ND7jkRqvMhXn5+GX/1vRtYLJk4+OwbPPl8D+/uW3hnj4LfHBUlFzG/VkmgV3PYbg2OV8N5O8Dx8QClmobnXmzi5m4Z67aCdUfB//6bLv6P31xiadvFL/7dIpYXLXz++zY++30bY0uTxV6k5WSoOsCCq2HB0VCz6aBNUfdKqJeqKPHX6FM4+gTVNJf15CzBl4cxDqYZLli31028ershazDTMJxpKCkJFo0I8XSGPz0Y4fWvfIRKhkjJ0fJcbFRrWK1aWKhkaLopYtJf+yE+34vx4aMIlZUGvv2Tdbzyw2WEh3uYHewjGc6Q+AkmMxPDuIKzwMTHp2NZiQfEnoKd1Tpe3F7AkmdieNzG6LiNa3dL2L1TRjJMcfn1BOcnMQ4mCo5mwFCLMGLsZKwiDzUkjCulmI2ZxJYO29QwugD6p+w3sKK0LMYmSUPSdRVpsDAzjtg3Zi9RxVZuZKg0csQjTRZzgftnzPDgJaDISeOgQhrfXgqUE8GrPvt3Cq2bLGY5AJ6ZBXYVM6hGDK9BFLBe8KmbFiZBhk4nliGVeJyu0AlFg//KOSEDRzbhnunFrwaTV1LtZ8ZhDq/oGpQ4l1gp1Lh0BCYFTpaFvluiat2Uph6HZ1Tos6AMQx6U7KaaosZXJBuReaGpZLhQmcPLMA03vETSqSKZVIoumbZUZKVWitxJYDVUVDlE8TTMOjGmnRgKI4KmVHAWAx02sxbqubgkn1838fyaibk1E6VVA508xRsPfHzwZAIjtWFmNjQnhubNpDND3GwSGehfxuj12KiT1GU5SPw+FV6xYM2iITNdr5DVdKpJRl2OiBk8vGDIsPcZErG46Mulg5ehK2fb1dWlyAS+yusp3Nj8pTL1kKEhcTySCUksuMbcJx1O1RA3iGpdNXLZ8MkSzIbMlBRaEjxLQYv5HrdraK2X8NW9Pr6+1xeHKZ2ctmegUrNQr1toWqkU3qO+gsuOiuE4QxCHEnqviPLKQDSNBBXN+5lBtS6fJw5I0xTf/asqvvtXNbgtHazND/cjvP3rAT55fVy4daj8JVaVzc8sRzZWkc9UlBaJc6M7TseMQyMir40QipZInimXHNwcgPpA2FNgZgo2l5lhaOIHf1vBD35ZxaOHIX79X/q4/8FY3HVKkuDVH7mybtzUcO26hnKdqL4cfpjjz/86wxt/muLpowhHexF8upquvjLJ88204uekOIHZ1FSWuRrmllXMLanoXkTodkJM2EgN6czk98rGWIGlYkO6RrFCS4dXNmA5XDoMJ4bpsFgjuiqHP0wxoNNizIEBkai8kBXIaTYGmAvGAU/CYk/VYdDxkkRYaurYXLOwRrxtgxh0SH7vWlOB1jSQNixcxDk+Pprg06czPH4nxaO3ie7jO1JcpIihEbMYDVOagut3TVm8FAezTHDP+1/PsPd1KG5fcfxySM1GMfeQPBKXGxtyZrXIp6bTe7ul4t+/ouIXL+jwtsvwtkr4w/tj/Jc/DHAxirG4wgaGIu/Y4DLB5amKyzMOK3J45RSVqopmwxMF88HjAIePiXAmprK4/HM6yYHPt15pyUqiCP6QGSghut0IXSJMRlwM9ZVRogwUxUdN4jwdoMlVlh+RdiWiEQuEqpKZ8qzHMd2w08Lly8mOqJc1Ge7RJcvllqmKN0SFzsy9VKPrW4dq6OJSmw1iRGzyRBxaK1je0LC8qeHatVXsXlvFZJjhjJmfT+lW7uFgv4+5dUsW0V4REswmKcYXCqZdovc02JomyLqJz4YP9wpmuZr4/k/n8IOfzqFancK2Ruh3Izz5Gth7nOL4LMDR2QTP3aoI6q9MNaKqwPcT3P9oiPsfDgv8vwh4iNIlSofPNPPYMiwu6bJW11ysrZUER/TOW0Pc+8SHwhwpPcPCloXlXRvs/0xPQswuU2SKiVwxpZmruzr8Ad1nEwTBDKXFAhnNhh7fHb7jHHwQXcyDlYX8s2VYdKllgi5WmV3EfGbmqNHRrZrQVFuapRpxBKBS1ZSVgBl4PBz46wt0JwdjnFpMJjomE0MGqvznPG/p4OGeNp0QP1UgbTk8YIZZHEbScDdtE4ZFxH2CYBYh5m8g5Isik0ycg9wLksKlLucsm7l0RDg5llYqWFotY3QZ4/Chj0GHSDNVnLGJmojThpcTiQpgk5HNTjbPRDnFCTSFWNL6vcqK4QA4F/d9kZ/HwXUmjVS+T/LbSEaXJi5DyndipciT5f7rqjp+9modf/VqHSvNKVplHyUng2XZyDILb70NvP0O8GgvwN6Rj+GIcQgc9CiIid9Ggoqro+ppaFQN1Gsm5ucsLG96WN7ycNId4KQ7xMHBDPtPIwwuSTFxYOQW8miGLJqKuIW5K2zoiIDCocBJlzUdxeJqJCGkTJRUw8O3tlbwra1lKPkF1KwDixhIy4VlW1DKdChk+OytS3z+5qUg13eu21jesVDaMGDMafjyUShr1FUx7eui2u1ThNOZicMjYxaxB8FO2WUOmlm3ERvkYGHVRcXQZTFegBdKJWUWLfGrFoaTMYaTQBCnC4sWVuZdbDbLWCi7OGr7IoQIJRc1lbpOayhAGeLoIxLRpXqVYajMHYpTGRZTUU4Chk2kb9VE9yLByX6I430icSMMehE2d2vYvF6XvMCIaO44xHSSYzLORFx4cZyIKEyG53xkFTZo6bi2ZP34hy5++TMP8ws6htMchycx/vh7H//6Ox+1hRz1hcLhTrEGG61ElQZDborFWSW1JSda/xZ/8W8hFzKMYC0niem8fCscUOZwGpm4TcKIqHOVFTfyiYpMpRgrhlVTYdUofKSgsCDRcD8ljl2hBYb7xjOQirgUi0GJiBZZZ/JdUYiLVOEwz9lVJJpiGmdwEqBEcsmNOfz7v93F7edauPeki3tPu3jwsIsvH3bBfafVMlGtaAiHCaJRipajYc7Vsblr4fpLLsZZhv/3DwO8/tYYdmLDiW3kToTMmwlaUivZUF0L0SRGPI1gOxk8Zpiyls6YfUzsN/GAKZZXgaXVohYe9/kZ5xhd5Bhe5HAdU5ZRUaHVSOJIMe6GmFGpvVZFc7UKjQ2p2QxpzuZMikRNkQx0JAOSVfjMkfzBxrou+HW+c1ymFcG0Q8RTBdOBKs52PtO0GVUahiy6TQdt5tRGIsijS4s5qFzevAFvkfuieoUKZjPagWo4SImbHfN7ixGFMyR5LMhnYt1E3IlUci9dj/moZBOLbL4QdxIFGuQI6QznUU4hDgdeV3ubHM3MlBUaMweoJHfkcOvMZM0xajM6QUOjZaK1YGNpvYTljRJODmY4OZiiex5h0OGfkwgeStUScXOU6gbclgqnRdpCissTZigmsE0HtuFIzjIx3RwEixiLDBGH4hXGRTgo1QpUts8sy1EozmXJr5YDgW5cDhAKJzCFsWzK04lFQZvEozB6gE4V1YGiWJgSp+hTmcZ7FgUUrMOKgkxchNMclqrBZu1BdDPfAYrFdEvcLmk0RRLOChepUZwJdFDSoEPMNF2/4mzjXYzCobIiDWjecehilrxLCils1o6QjGin7MhihFEaRVIzEtdOEsF0PJUVX2HPGblDlwrrw7k5D3PzHqp1VYaY44C5hKSPMM8+Fgcah67EqPOO49YMeRbjoYrYV5A5MXI7wfWtOu5em8di3YSjxZIH/+43Pbz7dR/5KEc2LKgRJOrwZ7KauSyEKZSIqHSeLZZErBh5CFtNpKE/Xy/hnA3mjo8JRagcTrmKiBtE4CB7GEkivNcWPzMzfUmGIv7RVCgSpPun2BsrLQ/Vlotp4svi/hUHdCiz3iGhiCIt7lOMwiEylfWCKInkHpHNDGQhsyH5zKRwqilKc5mInV3Vhad6GPRmsrgfk3bDe7kMzywDvh9hNIpEKEZcqsO4lCazkDl4mMHUZ/jhtTX84vY2GpaGQa+Hs24Hfzkb4M2zPrzaHBYWVuCPE3z99TH6nR5uzlu4OW9j7yzG3lkEzXVQn6+iWrFRR4aGkmFrYxVbGyvojgZ4sL+H/fMLdIYhBpMYdXEH6uj3mEfJ6A9Scij2UmErmSwi5lKHTseCYsX2BL9PYmebFQ+tsov1+Tp2lpqoexYmkwEmQR+dIMDFOMD5YIbzfogRIx6I5rQ13N5ycXvTw3OtBu40mtAnzLcf4+R4iEfjAA/HATInge6l8Eq6IFk5oDkOcpww8sCPkIyZNUmRuYlKVUOrHKJZCTFXqWO+WsPQT3B05uPodIrj4xzn50XXme+eIKvZY2AzRg4pEjIUEcUxt5BCd8Y2zC+58MqmnOuDywimm8iK+FwxHi3keWbD8WwZvkmcEhG4USx7IR3nGglWQYRkEuGFm+v47gs7MqwMxpfwxz10Li9lUbzM5v6ta8v45Wt3sLlYx+u//Ryv/+ZznMwyHIcpYjuHRhTqsopb3/Zw69sujr4KcfTVDOeHCTqn/Lko7ijqN41iIjblKVBkPAOzlClU5N3tygksLl+id0j4EUEP6RaK0BMoWqfwSmdEiK7Ldx9chhj3wqveE8/yHG4DIpIVApCmSCwRKSomI6VcKloVTPMEMyoHOGTnXsm9yCeVQYNVtaQxr3IgQTEjhQwRaw2SSiig4MAygRbFiDn85chBcqFzcXtvbzSxs17B3eoMd2szLFYczJU92LCBoYlJV8Fv7p/it5+d4DjL0DVUTPkshxnKlobnb7ZkzfGdtAx0BzMcdAOc9MfIFe7XU4yhYqxoGGcJxikb1YngmylMJaltfKki5n7vsGZVUanqcictlXQhlrGubR9OMWonCPuQs1gEcxywe0VcgWYQ509RlCbI0Wkwkz/DcZ4hoAuXb95JoYwy2AsmnAUD02kmlBK60I0oh8HrSS2HWgOqDQX1RjGUnvLjp7u4x6Vgrl6SNUmA7oSRJQnqTe4LCeZLBuZLJs5PQnzxYIz2MIK+oEBvKrBTDVbCiDi+Q8S0sP/FWKDimdcNC4ofQx2E0KaMdgPMjJn0FlzDxvaijZ1FG6sLZYldYg/j/XsHeP/TffTMFH0jhe6aqJACSMMGHa0TGgnqaFUbGMVTdGY+MiNHveWgWnPh5TY8WLj3aIC3HnQwCqdoNXPsrDv45fe28Mvv/n9EvfeTZGd6nflcmze9K1/VvhtAd8O7Gc5gHGc4ZAwpUtIuxYhdKcSN3R/2r5K0lBSKNVxRw6XE4fgZYBx8w7TvLu8rvbt53cb5boEKxBtAA+jqqsybn3nfc55zmWNlKn66w+PtMU9PE/Z7us8GFPyAo37I0SDEczwapRLNhkdzJaXUTHlykPD0IGGcJYTqLRREKgTRZAcn+blwbXmJyxdXubHhc2ttwnpT9IcCszBg3u8y7/cI04C5U+c09Hh/c4f3N3exqpbBnksk0K5XeW6jyXdeWOK1izU+/MUTPvz5E06SjJ4oC0LiX2iwsFjlaGdgqEOPtyY82pqYmLEvvSIyQpGjh3MOH4aULwSULxRYrrusFBxTTc825ZhoLw1oB3yypfV6SrmRx5pdaVS4Wq+awaHE24fDkA/3Zzw8jbjSrplhaLWs51J99YROX/QQWL/gmLJnU1P7Zwlbp7A9sA1+d+x7dE+mdI8lBoFR6jIPbbJxhhNaLLU8FlvKv4057c5NDIIMMiLbVdop5XZ+JzeErbljSD46kziKH1IpMtF3mY1iE1enjFVDGxJet6Us7irlwKLoRgR2aty/vu7k05BoNmOxXWd1tW2EF/v7iv86ZeT6ppQlfXO5xEbRYUHxCFHCvaHF/YHF/mDGfj80Imm5erTeRp5N5NvmLqk75fWLFd54cYErCwW84QRLe+NsytFsylqlztV6m1ZZfceZqdApEtoBh50Bu8ddLM9ncXmZWr1h7l0yaZx0z0zNLOUTNwn8gCvenMvenA/2x3yg+MTOnE4/olkv8rU313nl9iK7e2fs6udTRvPJjJ7IFfoMFz3efG7dVM2eU5iP2dwe8POPeny2PTGIfX/BxTbCbyWQJMwVS2GlFLQWFtWjyckQei8U26Q9QzjY2UAntsycX/Ncc8s4lktll0rFZ8Ep0XZKeIGPG7hcaga8sVTkSjGlc7hD53CXHddm13O4t5fwyb2IA8VsXbewrlt8ZbXC762USQcWBzsx2wcRj8/m7AwigpromxmK7dF9T+cyOcMV+7MQ2CwqqsgX6StDJO2RaKLSUypeoabznm0IkoGMCbqnpxbd4/w51l1HLmsJ0WbKoZ87zGSkyFwuXSxy+WLRGINaJcWRZQwH+voZpcKMsj/L73ULBTLXZjjLmOg+MPVJpx6ffDw25TUyVm46LK56LBeLpjaWXS6sOMx6I042u4bU8Nmhy6OOxMkpXiXhT16+wl+88QxOZ8b7v3jE+799jP18Eet2QKNcoe1V2Xoa8qO3T/j06YD6Fc/Uy896vPyMb4Tt7787ZutxRDiwDWn15W8t8fI3l7CiCZ0nxxxtq6fpctr3ePalIs+8WCRSNM7WkPEoZipDkudyY6HCjcUKd56MeOfTLlMv5sJNl6U1F3+SmRIJz5WrdxbRHcxMP+mrzy/w1gttssMJ2dHYkH6mccpuN+a9xzPuHcXcfGOBm68vUHEmFKK+MTk82kzZ2Yc3rpV543qJQqxmusd+d86nR3062ZSXv+Tx0pdcKpOE8jQxZMu9Xeh0XWZpg2naZG90wv7whBdfbfHH37vKlSWPgw+fcPDZPnuDJfaGyzhhSmE+ZxCOOJgPOIxHuLUqTr3KdDhn3JtQrthsXCsZEt2FsobSGf/vD0f85x+OWbxU5ut/uMjFdZ+TDzumelbBlHqt5UJoIlnUQ9KdRjOGtbYERQFlTwSMAostj6WGjdcfmNo9SXh6DIcRdIrgNFxeu1jh9YsV9ke2qYWqzbMruq+mfPBoyAePB+xITHgWESWKny1wcaXGt15f4kvPNZg8OWb6+JiPHs747YM57lKZ536vza03W1SGIyqDEaPDIb39Eb0+9OclTqY+j4YRj4YiEMWcRQnNmjLGK1R9h97xyNSLrwS89HJAST3NI5uzE3h4mvK4lzBwZvRtCVnU58tpTLHaTg4Erkfg+YxkJD6UEE+3+7ImtWpO6eSbmMuyhnTCVlWWXfyKlWPLotigsVQG86omgJq8wjzLmWdQwTZeM8ZrRyb/xCgQ1Tmbqkkm5KMPoZQ5up1PcEsRzXWf1pqP68pB4hp300hqdQ1czzNmTaNOXQYJYDSINM3mfBCr711Nli8GkwZjeO4gMo4WVxmftkFsqXE1P0fQ5XhKIdzyzFYpc9TsEX5zMomZTMR+LGI5gRkA2yZHSk7QHLFraAbKElbD3WQcWya3TBlls9gmlCKznJDUItymmoee2VzDvdhUMpGDJFdsqtmtA9K1K7apN6+VeONaiYUVG7+VGaXfz+6PeXdrRi0oUwtKRsER2nL7StnvMhs7TIWeFPo503ChzOAsYW9zyOne1OD4UIZSSXmRwrudZzamwo/mysh88CRkSB6BkwfcnE8Yz2nceVasudl+YXvLM7v0QpxHB7v+uVu0qEaowoty5J+C3ZXLpIaawccleUUDoefkJLJYaVlcuFzhxqtrLF1u8+Pv7/Gjv90zCnG9t6UGxtnTXrW40Shxo1lkMLI5MrmvMWe9kME4Ng5Jy3eMwyQaR2ZIH/hyS6uJEeFkMS+/Vealt8pYgcPZMDWL98e/GHPvdzN8p2AwaWkhJilo6phhzbSh25RWYlOT0GE48kyDslRL8Ez+Y2bKV2PFdokGFtOTjJLt8MbLZV5/uczGbZ+NWwU+fC/kb/7jkLsfTCn7McvtjH/5l3X+1b+uUSyPiBIZ+m0ip0pnVOY//psu/+HfdJmOE6OGP6c8mXu58jKNi/vciygElSccVdGisZjSWEwY9JVXJvea3vNcnZ67keQ2zS9ZC0ueyWBVbmO5FlCs+MzCCdNwwtkr8DesAAAgAElEQVSZBsgRg46cPpjhppwGEot8sfHLdSi8lw6eieeTuB7WODIll9iF1ZLBT11YgI12xmpxwmppwvKNBku3Fuk6Nj99NODte0M+/+Wcu78McRyHUtUzF6jJOM+VqlQ9qlWXKzddLt90GE7m7O9P2d8N6Z9A/1R5vzlOW7a4zArO1xMNr+bU1qC6qs+unE4el1sOf/SCzTduuxQvNiherPOTD/p8/2cn7J1NqFQT41Icd2DctTjacjja1oU1ZXE9YWXDYXGhzeJCizvvnnHnvTPGuth9gbTFplL2+e4/vcR3/+lFk73z6589ZevxgE5X2DtDLDPPkoQkapqq+WjW2FiZvxKn6A3ORTBy0ctxWG57OF4RxyudZ+0NmY+S3F15vkbrECY3jVw1zaUC7ZWiwT5OwhlTg3rwySQY6UbMTmdGnak1tFS1uPqcy9Wbwos8a+qj33b4u79+zC9+uH0+SBWepMiFZ4smW68/njIexkR9j3TkUrI9yo4GqSG9s6l5Tu1CYBqMf/6XF011Tw54eu8pH/+uy69/lvDgboLfxNRrLy3z2otLdM8mPLx/xqOHPQY9ZdGpgSKxibLrXINQ00B1Ns1zzdfWfdY2PNbWC8a9IbHEb341NHhwPRQSa6xeK3PhuQpJmHLw2YjOztRgI20fLt5ocfF6yzQpd570ODsZ0li3aK6fo45zc5c51Mp5VC55lHVIDzxKRc80IjQ40eBXYZiZFZlGjZr/aaJme9G84dn58DSaecRTF/wplj8htqI8K1jORIN1henAM1mS2g2VdSW3s4ZGGipMh54pvddaitNEl+qpEQUUJXKqePkAOJTASWKnfAim7VtriUENaTCoRoscUwWMW6HctlhaarG41KR7ErF1v0//bEZQzFHWM+X8JTm6U8+mdKxqKGvUaIY6aWiw7bqs2LY+w8pJ1sVC6mENfyPsdG5c6RoCa8BntFa6HOlzi8dknjISLlANEuVnez5/+S/X+F/+1Rq+c8Zssm+a2klWozcs8R/+qst/+KuOwR7KUWGcSHpfNavJqW7Yc8ugb1w5I7KMZt3j1a+2ePUrLSJ/QuRNeLw5487HM/a3LKxpGWYB8WxEMhsbdLIIwcIgBkWPIBDWzTMHczNoPAtxs4R6WaiyKn/61ov82ddeZN5/StR7alytpUIDq1DiwAo5sGb89O/3+ekPDnCZcWkdnr3l8+pXalx7ocRH94Z8fH/IdFImjer0z2Dzfo/dzWEedSGhRdMyuZbVRZvGskNrxae9XmFhvcK1ls/Vpk+gAbtoHiKgRBWseZm93jG7vWOWlnxuPtNkrVXBnXi4Mwl48sFm7jFOjCt85lnM9MzoUJFN8UKPwrRgnCqTecJEg4Z4yiyecjrJTG1tzth+PDVDYOMAmMHLb67wypurlOpqVvYYT8ZmUHws/NCjiO3HMeOeXAO5IMUMgTMbt1zELZd46ZbDl16yuP1skStXqmbI/1f/6Yh//58OqTU1cJDzRHh0l3lkM+gIBSyB3BeM0vyZNefHc1iJnhHjdHRccx7VfwrNs5VQWfFMTZPUuJzjoYXbcbDkrNbr5ET4NRu/qnPxOY5Z4p0wL4NZlwDGWCBzJ6bBmhdycaL2Tj2oamBoMClRYFDKGEapyTRKewmcJbxxY4F/9WfP8LUvr9KxIs6sOf/wiy1+8ItNCsWMS5eL1Gsud++MufvJWEsK3hRefzXgD79Xptx2+MHvJrz9wQxOXbJTD6sUQX2Op2gLvf+NEuP+kFF/RFBQBhXmM+8W9Zm06Z/M6Z+ELC1ZLC/l69qwaxlH3OgoY3yU0lwsmaajhlBZOX8d+/sTJt05688ssP5Mm8CJcdMZYTihP5vQG07p72BK5xq5T4UYba8WqLaVeaYzhZq/csCOGZ9EdLfUILcp18tUGiVDASgVlD8/4/hoYgbABr+omIaGZapQ900z3eT1holpvJY3mpTXmxw+7LP98SmjU/ldcupG4xmfxrM+6SwmnSoXNUd06zg8Op0zOtNwNT+DSYzlqMObSnil80qM7SYmmz5J5OiWSFAWKAlgUtrrygO2GJ6mdHYVI+Fz8UaFtYsl6q2ARqvInXdP+eTdU4Y93XUUsyLx0BzbiShW5L4r4dYinJpc3JE5m2m/kfNDZVDbyjUfy4Ubk8QaGoFbtqi3KjTaIl/AoDdhNFQ+Z2xiYvQGaEdRxp8d6FyQmnuL7i8a/FTqQvLLwytCkJD+EqM6zPpTwoHgUzp7OLgajkhQVDjHTPcTE+1SFKa5YJOIIx94Jg/PL5SYDwfMBwPjClZmtyFS6G2cCzlfIHAKpqmmpmvsxFgNsCqYAbHqi/xpEW2CtkV50TGZYkKMx4OE+Zn2xzhXcWuQpc+X3o/INSX8s5zQGsZfvtzk8pUmcTwxGU+ds4jDg5jJNDbOB+HRNT/JhM0VZq0Y4EiUp6xkiU/cGXN3yrXVJrc2Ftlol2lUXBPr8OM7B/zkk0OSTkxylpgc3kqzaDK3Y1f70BRXjVsJdiK5gEpkahqmU5xsanKES27GKErpabBmMubyO56ygFO5zpM8p1pUKwmvJdPLc42F9faNMygcJYz7oblbN1eLtFYD5umMeTY1DdRw5BgHm3D0jgTO89zJVVYsjM6TRe0rc+PytmYlmBZxXQngYgq1iKAl8gXU7UVqzgLbmydsb52YmAUJlaXu1QCxXCkY/K3u30LjqttaLwdcuVxjY13I6CHzcMBLSwt8aX3FNCTjaMgoHPBOd8g7vSHFwhILlXUjKLzzyTadkw6vXq3w6rUKnz0e8fnjMaV2jUs3V1laqlGLY6pJzJX1VS5vrLF7eMR7n9zlyf4hkywjtDOKWv/KmPy6faEFe2qG58KTYpoQaE+t2SRNJz9jjBPjmM7zY10urTa4vNrg1voCL15YpuLafPDZ53zw+V2OU5ujTPl5QvjODapb76P2hRtXfJ654vNitcFLpSbByKFzGJq7znu9gal5LcFqKdJF6x5miJ75dSjUOdvtm6pWHBZXApaWPVpBSDOYsVxtsFxtGoHc5v6InaM5B8c2R2ciocQmi3cWpcy0NxlRsc5nWnrkKPZMznIch5T0tZcrlKsFc/ZXM9N2Qyw3NEQhiYLCqZ5JiYldg97VHUMueZHINByzA1EzHDwJT+fw5dtX+dZrN1lfqZB6EjYMeP/jbd67s4ObpVQDhxeeW+UPvnWbjaUW3/+/7/C3/88dBsLUSmDVyvCXM+qXLK48X+TK7YCHv5ry4J0pneOUsWIb5GTXkKNEvm/X5V5PTVanXGSmtJac68K+aH2Yv+u8oG1eEToVjIO1UpMTWCIprVOZEd3P+lpXctqWYmAUAaImu8QzIu+N+3lpuKuBjHppclgZXPJMYorzryOijOdRXqoQVH2kaMvCMbNJxmySokwXR+hpz8WWe3gWGuGkPGcmY3kKC7Uyr724was3F3mx2OPFoEelXKBQKZHNC4wPfI73bP7Pz/f4vz7fZaB1veLnwu5RTNV1eP32Kq/dXmWjWGW9VOGDp4f8w+dP+O3mHqVyLoraWC2b9208n7PfGTCeK9JGrmWL7r5DZ88hkeNaBKqa9h/PDIBLxoQCgzO5s0OGRynjI5iJinHe4nOLImdogFLALwTYjsd4OGU0mlEq6veLNGKT+KIwQHwcG2FNZaNoSs9mT0P5cUIxzAjU1pM4rZ4Zk0uzJUEeTGYYatZ4J69Ll5pcutgiCWwGaWryNkvBhGIwZqVeZqVe4eRgxv27fQ6HM5JVxzA1q3OX2lyRIDZZIacZKRtc4i3PrZq4oenZmNFh3yDGY9319HwNLRhZfPf5Jf7w+SWurtdpNsuEacbfvfOIv3vnMaMajGqWcWg+22rQsh0mnQHz0ZSFxTbthTazKGQ4HRsjRrlVpFzXxT8x9cH2mF89HTGYhrSKCdeXC/zpVy7zT756ib2Pdkw9OZqxObY4CV1aQcnkyt7Z6XNnZ2Aw3BUvoNF0WLo4p7YUsbmX8XQvMwOyQkP3PlGdQiO87+zC2S68+tIzfO2t53luNWMle8Ki06NSXada3eB0d4eTvR0Ox3CSlNiaCYt5aqpYxYgi11drXL2wyK31Jq+vlXmm6vP+D7d4/4fbnNkpg5qL0/RZXCvRWiya/Uuf5bsPRnz82RC3EHPztmcioh58POfBxxFXlPt6vcmtlTLPNQOuaNAlAdtwRFZxScseD3tD3ts55XQ6ZbGhTGCPDRfWDZkuIbITulHKw2HG1lCZ7Q5+aFNadqhcEB7ZpxYHVC0PvzTHL8+xRiH2MGT/LGXrLGNv6pItVkkXKxxvDvMaRsYYMZpk2H2LYOZw80bVOOR2DyfcfTygJyS/ojf0ea6HBI3QEC7CWb5HRWPFtEioIuFkfgcSel/3MO2/6mVXtIZVbTYWFlhfaGPFEyaDI+az4T/SIRWdZyUWr9+6yFuvXjXxVB9/vs37n+3wJLZMXVjweG7F41bL5/mqT9vz+LzvmPpst29KvTFnZgJ2jNFM66+oWeNuwrPXG3zl91a4uOAy2T1genzKpG4zrdlcd0q8YJVZMkPTGD9Qf7mKVaiy3++zdXaCX6tw7blrrK6ukk0SU0/2d3myt8swKxMHqzhOkYXwlMXwjE/6Ez4ZTNk8Tdg7ligz4KVnW9y8VsN1Qzxvxkefj/jNhwOORxF2zaKy6PHVW5d469ZFAuUCDjs82uzz849GfL4XUlryKC752PMUS25nCSIU1GQr99kylSb5vmA2VT+Pw5rqjN6bm9dFbIegpPgpi0bLp70QsCg8ulWnadW4v3XKh48OuN4s8b9+6QbfvNxgd/uhqUcli0dlm8e7GU8+T+mMoHDLwr9l81Il4KVKgf5JxP0nU3bPYsaOx1TRWuY8G+cD6ARCrYEdmHYtKn6GvHKaD2kd1jVaswP1akp1i7KEvo4EULkwtlDI6ZJaz2Ue+IKOp0ZM5rjEomqEnhkEZ/MxaTjmyrrPs4rza5WMeFXkwVG3a6q9VGLlQh27YNOfzU1EWaNco16p8bMfdvjZP3ToRRPsxdD0rp5ZrZu6dtHl+iWXZDilu9VjZyfk0wObe0f511H9xTdu8r9/71VaUci933zO5+/dY3ypbEoRm7VSkadbM3789jGfPOrnJrBleP3liqmTw5gP35PxR0SBjPkJvPG9DV7/4w2yaMLxoz32Hvd5vJlxdGrz/Os1Xni9TtqbMlVkRW9GZ5YwTOC51QY3V5t8tjXmN/d6hIWICzc9Flds0l5M2oso16pUahXTFx5PRwROymuXW7x+uU14OiA8GxhxBV6BrZOMv//tiN8+mPHaHzR57Q8arLpjlsI+e9sh796Dz57afOf1Fn/wWoumFVCc+ewezPjdwzN2JwOufTnm+pcTVnBZsVyGO7B7N2PU86kvrVNfXuM3D7b4zf0tbr5a4c/+xQVubLicfbRN5/NTEq4SZ1fMANidhWx3zvj46JiPTk7ImiWyRhlXZpp5YvbxyqJFq21xqZ5yqZHx/Z9G/O1PI5obFb70zRZXNnzs3QHOzoCjsMjxvIinvNxAM7wZT3ZD9iXCWXW4smZT1DwEm5VWhSsbDS6vVEkOD0kODzjqZBz0HbqZzUgC+JrNzZbPzZbH04HN04HF2kqRV58t0araPN4e8mh7wJ0nU+48nrHbSziZwsWLLf63//E2/8O3LjH88DHDjx7z0cMpv3s0J256XHylzOVXymzgs255nG122X94yvFpTHfqcxZ6HKcWxxnsdiP2ujKrpdQ0lAY6vYxOL+WN11zefNVhqVikNCsx7Lp8thdz/yhiYE0Y2BMzy3FluLFlnknNEFh3ZtW4YxkXsDElqFOiwVqhkJdXUgC5FEQFaotlcyjvHI/pnEwIuxZhV9hUw5bJXaBCcPpSbueKEa+e4jdTs0CoMenIzZB4eLGLHfvYkZoXUm1PDG7QOERqnhlGCRdk8ieVNSS8ppzCUjFpSHquzDT/LNSkUdiq8gGl/jkfWJ4PgA3BWphM7XRyN9nG4STnlnEq5cxOMzwoBMpXUVNc+VyqPJ9F0xvl8Oj3G0ennWIFkcE9anBcbfhmMDnqh8b1KLWP0GjK9xB2NvFjIj82mQqWlNJqGo1sU+YCLuhuquGOHMkpC8WUhVLKm1dLvHG1RKWVEZfnHMURHx1F3O8kNMoF6uUC41lkkBVTg+FQA1GbiX5OZTV5RDOfgfJKzEBM08E8RFcqfmFJ9Z5/kW2VGOSnvr88R9YM2NUQiVXn6OcvBsDmhdAhlvNhST780zDd1gXRDN0xm4Dw3lI8yk3mBmoeauChjeP8awrTZPLtMrwkY3Uh4OpGmbX1Ks21Kl454Cf/3yE/+bsDM9yW6ry1CBuX4NJli5WKZ9jo4u4/eJJyrIwRIaeMSlkDDT07uWtbLj1lLUgpUy4KUWFz/SWP6y97Ru25u5+y+zRm627IwSMNJNwcny33gaRvQvLGcrdZ+K0Ir6kBjTYvz6DJC4GeNano86B733XwHccgoKdnGbXA5lvfrPD736gyThMmWcLdO3N+97O5YbLfuOpx61mP3/9OmW9/u0ShHJJYEw5OIx7vwKcPMn79i5hf/SI2KD8boWOF1c1x519gz88/AsZJpAxoP3BpLbu0lz26pxM6p1OTQashi5RayrCr1nxzEayUCqZpY7tCmAsJl+WOW4MYjZlOY8aTiFCOAOHR5RiUBd5MnPQ5Udc7z4AwMDSD0crdIspArgh5WnVp1Sza9YzlRsq1Rbi2qEwqj+VLPtRcjmyb7VnGj/5hxA9/OGQ2sLDUDNLnV7oMz6K5UqC16uMWEnOgV47Y8Ew4Ob3+MBmrgZKXBq+Nin4+HUzkAkoMnklqbGXdTrqw6Nu8ddnjzasFWs81Tf3iox5/+4sTnu5L3SwigAYRLokW6q2U4+2EctViad1hac2hXi1QqxZ4cGfM/TsTJtrNrYxqrcCly20uXKrTXoH2SsbTByPufdw3KO1pmDCVLPR8TdL7JjW88InC8qpZbAQvWe48kivMryoHKjWHMWNlcXxG3ZkZtArTlkU5mt6Vy0ObX0GO3swcJkV10J81nSXG0a2fKY5c0lFMpoM5UinaLK0GfPVba7z1++scHc05Op5z/7M+9z7tsvW0j1/OD4vNVSmAPRIrZTST0zcllMq7J3eEQyDXq8lEj6m3C1x7YYkrN1vU2ym1dsqBso/vddl+NGNnK6PXg6oG9OsSCbRZb7fN/rO12WF3d2CGl9LjCGendUdrllxDaozK9SU0UrNtm1pdd1m7qJyFjE8+DHlwb065alOqOQYx31hTHnrG6ZM5007C8rLN0rLN8qUmyxebdLpTdrZ6nJ6MqDVd6k05cEOSdH6OfNa6qddYqGv7H/9u3L1S9Ck3cyJRUWRQeCqpxXwvMJ+PWRSZXNxESshQmWqJqayQmrz4RINGO0ftZfPcaaaPmzLnNLjKs7flOHOYjfS85Mgg7Z1qxuq5KdUKpjmnYf94mruwdfkQRkvDT2FR8xBfk2lgnlll1K5f9Vm75uE5auYWOT0I2Xo4YtCVKzBH4KmJPZurOZU7VvQz56h9ubw0RIjx1Ayo+OYskfdxcuyzfpGnHeUZehr+6i5kyCG6gphpvMdokBjMZtGGW5cKvHA14K03a7z1Rs1gjnXI6Qzm3Hva59OHQ955e8Lb78ilq+9RX0PN6dhcwowx3sQAqESD+O95m6sbJdYulAxKXSUR2nCcGhXqqGcx6mWMhCY+k68iNaIKObW8ijJntVcoaxziSUw8ignsjFbFYrlR5MbSOjeWN4hHxySjE5abBS6sNGk2Kux0p+x2Z3zwaZcPPu0ZRHWtnnDpssOXv1zmpReLjAfKHNTmXsVKG4yGKds7pxye9GmsLtBYaRNUivhqABjEuIgDKeViRDmIaLrQdC1GgymnZyN6Aw2KfDKvQE+/7oxMI+vWhQVz+crc2IgQlNWlEmK13hQpwGIYCfWc4hdmeIUp8hME1EjVxE5DhlHI2SAvZeFM5JY2uWv5euYqw8e2WduosnahatZwOYCF6ZqGNqMJ7GzPTO3vjkwNhjGhsm9Mrl+e7Vd1MViya2s+r71QYXmhwEf3Qz66P2fvcMTewdg0sJUTqmdKDRFVflbMmx5yMgnlnkzUbBUeX654oUcljNK5MBffKOO3tuZQW5XiVYKE1GQLc6ZGkUUsh7rQ6lXXxA3o0ZXaW/uooc4I62+IAfozc+GfSS43TN38rKKcKApSk/nGASwaSlHo9zRmmsTEw4ykD1faZd56vsVrt5tcvF3i4u0yf/33W/z1D7aREfvC5RK1hseD+yMePBjBOBf/3bzs89VXS1y4WGDiuvTnNnd+PeHjX4+N4ygrJPhtl+JyQLAUmKGh1OjZPMKSazAQLjFH/ckNKBe/Mu+DYn5uH2rfFfGkmzHvyEnoUWsrbDzP7MtdpaE5k69dqbF2tW5y1SanM8ajGROtTxJ69FzjxBS+MhZdxVcjRDQiRXJ4Znhr0NlEhDrzHVnEU8s434Uus6MUW80UZbUpPkQNzxwkYhTktUXf0AR0xlfWVmCGOzZ2uWCqtz3j9NHI5J5WWwWD9KYRQSPGnTu4sgDoXiKRjgQPJwmTU5159GYqk9Y1ji4ptWbChpqww1w4KVynUQeY5o/WQWgZt7rWmYTeSUK9VuHGs8ssr1To9Ub0eyMO98cc7E/MYDcfymoArIgF4fzVaPVwyil2ZY5TTLDPY22SsUc89gi7KbNubPLRTJQLqXGqarjul3z8QAPVjPEwNLSOHH0qgZXyr0W5UftqTCxHl+guoY0vepF3HiXg50ggDYCVsTgf5gNgPceFkogjchFrGIz5HrRGmsVYsTzqExkhsUPhPNMyjRUzEOYiKDXFM5FlhNE8v8gK+20lzLLQ3LOUJ+VW8hgZPQuOnLTIdehQEWWqLSGI3rOMaJgQDvKIIa9mmc/qpBszEVZfjmXtG45N4NmUiy7Ly1VWliscH404ORoZLKNyVuXwt9Xc9udYGjyUtSd4JnIhmThEirUZQHEhJVhIWa4GrFSKBuV57eKCec9++MkWP7qzSTqAVJMrvea+RH2iSoR4xblBsUukOE8dpibzBapuRMNLubFQ53q7zvbhiHvbPY4mITMXU4YHIjG09mRXWHe5FtM8mkH/1bLxrAK+FTDszjk9HJnntdp2qbY9LD8y9JJwJqeibV5XW2uUcq0lapllphFaX/POsbYiYyXMOh7TjvYgucszagsZ9RUJBhzsSQ1nWuXgoMPBQZfxKBcr6B7jC7VdcEjMvV+Zwi4F2zf3ksV2iWbNZ9AZMOwOudKQy6jGaqtAqSZRkMVng4jP5CjuWsy7Nv1uyHF3KMs6X71d4a1bVR5uTnm4NWMce2RB2bgin2uWuNkqGlKKXMiPD095X5my/QFu08epigQRkmaiJylOxWM0lBhVLtIUO4yxZ6I/+AQLgYm/mpyj6t3YM+tFs+TTKnksVossVYv4TsZh74Sj3gmduUVHwsAow1WOrMRw5/EsIvbI2buQBixGRWqZwOlq7bicpHNOkjnjbMKEsSEoiJKgC/hspjOvxyycm3xxnefLVZdGzWaxFpsSMrpRDOj2ErYPZhwex3S7NoNBTijQ/qR9fiISg7Lp1Vshx2sal34yN8hO3S0qNaHmdY/IBS62E5ohsMTK475E0epF6h4iHKaGv4onyZ3SRrasXpFjKb3J9AMuLLS4srLEhdU6l69WWVkL2NrusrXd4fCwx9FRl0sXWvzRd27x7KUl7ryzyye/2uHu6YB7pwOsdkztAixcdVi7VmT9Wom7b4+59/bYRFdEc50vpfFP8YoZpbprns/JRDnZsRlca3CqXldOL8g/Lyrt31r3dR+UQUKCLzM8kdt+nhnCxWykP0N9JPVaRJ/ycQo628+NUNygpz0J74XnV09Mf0a+Luvr6twhMaX2C52jo7HGuRqUe2Z/cbNMUkrjVhZ9IcfqqxmfYQJqRbBT/8W38v8eZqw2KnzzhUu89ewq19w+17y+oQCIVz4YwubmnIdbIe+cTHjndMxEGqaKhJgJyXQu2REbiw0uLDWpKIsQl73hiIe9PifRlMsXSly5UOZas8m1Zothv8vTnU32Bh16PvQci0GnwLCri7l6YuevfQUz3DMD4DKM+zHD04jRCYyObWZd7ZX586LoItGr5LTWviSyUBRZplxnbvLFK9UCjWbFOGDOtocMjsYU1goUVn1m05RJT0OhlMIsxdfdq54RN7Q+WVTrtiEo6LCg4VjvSUzvaUKrWaTdKpIGNqGTGrHRxobLxobwkDZVy2Z/e8a9z4Yc9+dYSx5W26EgAZneK1eCQilGM2JnbsSCBQoKQTCC0eFZSBzqLpS3AXROVj2zXOKZ5SIvXWlx+3KLdtnnl7/d5Je/3WJQtenXHBarVa5XmhQSm82jU/Y7feqtIrVmkZprU7d0lpRYvUix5DMazRmP5ry/PeJXT4fM7YwrF4o8f7nGd2+v8Ie3VvjkN0/49DdPORgk9K2AMR5umOCFCZ+fRabmiWUyPmtVaK/H1BZiDk4zDk8z2Y3whBJWHroskElkHMDDY3jm6iovPX+JK9oT3UNazhDXbuI5Tbx4hB+POJwkBmv5dJyyHYbshCELTddUu1EwZIALzRK3mzUuuAV+/eNdUyd2Sr8isVeJF24uGOrGrD8n7ImylnFyqrc2YrExpeDOOTyyjOglKqXMyxnX2j63FwOeEaZ7FOEqU9YgxR22RmPudvp0oxm1iku95NISPUIRRvo8FyyUUHEQZqjlKvF70VaEivK68zP+fCi4l83qUoG1pQJHWwOOtwY8PYrZ7Ejf6bH6fJu15xeIe1OS3pTD3pSt3oSDkzndg4zJGayvFlhfKdDpz9k/Do2rWBh5GTYcEcd8RUKlTEwcg0029bATh2I5oVRJTPyf1hXPcwx5QAM7CRS19wRpQDELiGYho8mIeTLHUnyap3MfZl7SPdgAACAASURBVC25sFHn2tUWTUVJ6cI2nhgU+alo+kWLWjnvqa3aDmU8DqKAwyhgtz8xpRxjR9EAYUpvPqc7j5iPY/Pvn392iW989TKrCx4HT59ydnBAa7VBc7XBWpyxPoup6gQssYsvi2xuLZ1EE8bhiKAUsLy0QrVQpbc1pLc55MG4x4Nxn77tMdfA2PVo2hNa1pizMDWVWBUcu0WlXGZ5UehgKNsxFSfm5x93+K+/PWOzMzNrarHh8e2vX+PbX79KOhwwOjjiweMev/l0wqODuREcVpYcQ2tJFT1lhPdzQ+cpVDyCqmvO2+r9a6PNHb/50FUwFRkJdPasFPNsZQlaC65Ek+rLBsYxfyBzwumEpu/x+nKTGy0JYvrYbp9goUSwWGLvIOTu50MOOyHZig0rNk3LpWF5JjN5vzdlNFekge4QDpaIl0Xda3LndNgXccwh7Kl/L+epYppSUzoL6D6tH8FErZg4Ns0BJF62qctlKerDeZyTYnoMmlYkPImL1B9PfSNQRLSf2Yxm2WexVqTdLNBouNSFtx4OGI/6ps/neYX8TN/IqDU9lhttlptt3v7xEW//5JCjwYywkJL5FvXAN/XiKxVefKWMN48Y7w0NqeH+vsWTE0iLCWmQ8MevXOcvvnybhTRm78FTnt5/wicTTNXbPqurBY5OI371bo8Hm2PKixIBWNy+WeT5mxrC2Ty6B4dbCcODKYODKa99e4PXvrNBlo442d7laLfPwYFFb+Dw7EtlnnupQtKZMt4Z0evN6cxTMwC+vlzlxnKVJ0dzPtmaEgUpa8/YNBZhdjw3FNmFZpV2q0ZBgiJCI6S+UHe5UHdwJe6NI2IJX8Y2T/dSfngn4r2tmBe/WeGFb1S4GKRsJLGJptrpJBz1Mp5bLPLcQpH+ERxuZzzZD7knAbU/42t/bPPWn1g0x56pvQcJn3wccnyqSMwG1dUm/dGQwWjI1etF3vxym+WGTefhMaePe2wftdg5bNIq+6w3XAazEQ9Pjnlwesq4WGQSFCn6Rap+gOMnxN6QYiXk1kaB2xsB/+VHY77/ozGVdpGX32yaAfDCaMLCeMLH2/DRjmDGFheWdWfLGE4Sg5dfKqtSXC+PPZKjdrUZsFr34WQAJ30O+7A7sBi5HmnDx6s6LImuZMd07MDUcjvgmZWASgGe7nd5etBjq5OYzPsnBymPd1NajRp/8b1rfO+ra8webjF7sMV2J+JJH5yaz+rlEhtXyizanqnTnR57j0/ZPYjY7ngcjF0GrsVQpDXHJ3MKzJMZ4XzEZBbS6dt0+zbP33J54bZDy3cJph6jHtyTi/84YsjclLLhKyXfTGLUV5nGMWW/QMX3DT2wf5KLHGWLlBiDSgODm/XLCYVyTKVVobbQNA4cNec373cNfjGbGuuH6TLLWSPuthPIHSD1s5SUCnaGQkk4CSm6PcrKhrI93MzHlTLaUbNJdlQdhFxS2zMHEmV9hRNtWPlGIyWssFV57oFKw4pzpKp4wOcNvCwV+k35g+rq5Qhjkxllmss6FucoVV3uc0im0mnVnJOiPUcA5lC0c4fxOQ3ZuKHM/2CTKQcmAK8dEyymbFypmDo9nbK7PTYKl1hKqtCirkvxkl782GAfhISWs1nfV8Mp0LQLRqHtlYSz0xukC3WCK6zKYM4bV0q8eaWEV43puxOO04jNmcX+3KZV0wDN5ews4uBASmm5CPL8SQ0cVZO+xUhT/rMcxzeRa8B0WfQDiXmT54Oa10kNgvOsZuFdCr4c2vp+tAkoC1oYUdknzifAXwypNHMK5GDJM3BUnq9hXGSGy+eRyebilAdNqjcmVKUuFDl6OEdrZ9SLeV27WOf2M0um4RJbFqNJws/+6xE/+2/HTJUFk3msC+n0bMatm7L1KwPT5tPPYt59d85hX4pVj8SziUcRsTrVBrGYO/V0Nw4Cm4V2gfZCgdXrsHot46yb8OhBwp4W79OEcUfIl7wJrKZUptdHqFW56zT8rkRYlblBECmUJ0d/54isyTBkMgqN2lUDZy3C015Kq+rwp39WNfXRnZGpJ/dj9h5KVeXzza9XeeurVW4+5/Hccz5eMSXzUj69P+Envxzwo59p4ypysF8knodkycS4pw0XW+/rOSJdWVxqOsuNoYak3HdLa2UWV6VQ7XNyMDCIc30MNARb2yiiwYeQLovtGqPhlLPO0OSbHWxPzYDS4CYC5UAJf6jfKxRg3lzKmzVqzhVIpoE5vdiBHNhiKCVG/ZaJjZb65pPn2kK9JpRLMY1qygtXirx4pcja0pyV9ozWmkvruRb2coV/9/0O//b7Hc62EuaHIE63b3LJPRZvBCxdDzjcG3O4N2HeTbDGmXG6G7O+BoRNDK50Zdnj8orPijIGy3l2oK+1qpRxehBxuBVRii1ebge8sFJi49UWG6+1ePtOj7/7xQn3N4cMx6HJZHHltnUDTrZnnGzNzMV/aS1gYcUjKMwJfLkkU7bvZyY/VA7N1bUab33zGi+9usrm1iabm5vsbaYcbLkGTZzZobkQfpFBbtuucaBlidTyGlDo4cpHZ9UFm1rbxg7kzJNIIDafKUFj1HSYDtPcXSQhiuOY3FK5Y6WsltIdOdUQTjpjOrGZqcaOQdlJneXP8xxV4fquPNPgX/xPL/Pn//Mr/Nt/876pra3h+SHOorIwp9yODFVACFz1BnXpMFizIwhP1epWdjw06tBqwo3bdb7zz6/x2jdW+c07T009+Sxi+/PMOMjkBpDjauGaCtxZHTesc3o45XC/x2lnmCvAS/849zao/jSWO9MiHMopGlMopRTKKasbFuuX8ibI43sZe9uwsFI0eE23GmGVlT+X0tu3sUOb2zddbj/n0lht0FhpcNqbsrPb5eRkRKVQNCiROB2RZMJbaln088xcNVnUzD7POk41UI89JL4+O57TUUNjqAa73CRyrwtfltEfRyZT+zwUi2LFpVh1ccqA8iY1DHZ1K0gpui6BhCl6GzUc0YFxnJhnaD7JcYRyDGRhjh80/kZbzriAcr3ITJma05lx7+jzaGwm2jM1iDgfUOSDioRyHW6+VubWayVGfRgOLA53Zuw8njDs5Q1FIe9ms8QISgpl5bkKw6K1XZkxyhVJTfkVj6IaqXJJGbS1Br55NrRw1RJQ/2P2mvIpTa64sNF5g6d/nHCyGbFctfhnf1Tmj75ZYqVms1JzCOqLuLVVto5n/O2PP+MffvmA3cOM3QNdyguUy3L+K2N5Zn7+L9YGQzzIo8+NaMq4n7WOppbJol5c9llccVlYEVov4fBowtHhjOMd25QGF2Z4rQtww8eueUTWnEjCnCjDmWdUfcugY6qeBloBcb9IOpuQTqfcvFzhlZstLq1U2Hw8YevxlMe9kMdd5dfNieyIlRX4+hsFvvJSgfVKgbVKgaJdx6fBJIzZPTvgdNrn0ovXufzCDQpBE8fSgFhZxcJCzLDGR9iTY7JphJROW5tnPHx8zNZBl6QGSd0iOk2NanUjaHCzvcJCK2DWGjAqjdh9OmHnyZSVlYCrVytGMNcbpGZvLtemlOszSkGDUmGRzLOZuEP60YTNw4itA+0Duuw5LCzVWF2ps7JcpVJyqJaFzdEFUYO+hLmGrGqyBoGhRuwejtg5HHH37jGffn7EwWlIP/GY4LK4mLK0lHLyOGXns4T1qscffLnEy7dLJOUyaanMj39yzI9+emIaJEZHoEF90cMtfSFS0sBVa6tLMskIOxHRIDb7i85QygCU29gMcNO8YScCQH3NJswyxlHKfGCRntpmyBOlqTnL+VUPv6pcWh2v1CRWzEZq8MOu8tPUQJYDXlu3ofHmLn5zYJL1o6KptpcPgEUtsSwi5uavaGIxH6vxarFezMUQf/rna/zpn6/z7/7zjqnYsVi/XKHa8nm0OeDxpogQEI3gcsPjxbWAl29WePVrTS4+U+bf/9Uh//7/ODAuMP3xQdumcsGjsu4RDz2iocfkbMb4bILlx5RWodi2KXmeqSjWGVFkgdRguZTbnY4gG4p6I1JFPiycdvRz69cJVZE/LkjNXaK7O+fwwYxBNzKvq/IKvbRgSrh2uTOFgpY6Xk2GxppPQ99bIpeaaEQ2cV+O2gy3FOKUQyJFL3RTc5fQnUHHJNNkcSwWViosrJYZdpR9Nja5xFVlK627howg1PnkKGG6n1Is6YxYp7JSoBf26c4HlJMypaRCHEVMohGzSUh4rIu5qAlq8vsEZeFWZeFLTHSA1twc8S1nuYfriOKQRzOYO8FCQqOdMJlGDIYRC+0WL9y6SrtR584HT7nz4WZOgfhCtKnhrDlLieAgMWZ+xlYWuy0Bb1XOTJugajM4wmRxzzsZUSc1+FWD/3dEhgmMQ9tARkQCEmpc4pU5+F6BghfgSRRYDpjHI6azM+PUlsNXgg7L7B0aQNsmjkIxEpk+T3ObaDQzZZo1dQkazK5lfl65jxVTIfGsxJLam/NIGd1hLHyJR9VMKthGvTyTeEeiXwkZxjIKFyh6BWI3YeqGBq8c1IQHzRsecruo4e4X5FCWCMGlUneMiEw1GyfMNQAo2bTW1aC1TWZzZ1fOrDzKSFjL5aUCzUYu6qtXAx7c7fPg8wGO69FarFIsq4E1ljQSp5pgV1MiIdJjj0knY7ofE54mrFz3WLnhUSQjiBKurC7wxivXaC3V+cGd+6ZEyBJKfj6zDZ1Hp716NaZelXjBNzEf4yylb0UGpb1chAtVj29cvWTqo7vH/OR3W3x+OOCYjBMNHfS8JTlu0KBTS46JdVFemG2iI2wCt2SqczxhZ7PDoD8x4i+JKYT10+uquJhR38mdQjrj6L567gKvLlvULzgE1fx10z28u5fR2c2o1i2aizYLay7LF32qyhw8LjA59jntDDjr9JlpuGUEjvk93LgqNfx2LUqBT7VUpBwUTFaxzgrHu0OO9wYslC3Wm4r4qLB6qcHipSa7Q5u9ocPW3VM2Pzli2J9hlVwWFn2+82rV1NZOxNZuxOZ+xNPDGCt2+c6zS3z72WXORkNOxwPuHnT5YKfLSRzRulKjuibnoDB9yrQuiuVj4jb6w4h+f04ymBvUcr1Vor1cxSrZDKzICIWcsWtKDTkvyolXwiaL/GIiNkoZgykMZ8oZtalZNrWyokYSgoWY3syiK0F81yI+g3ZQMm7iK+t1SiXHOC47/S4nZyeMhSP3fcLEoXcU0juc49Q8czYxnycJ+woZK1p/25kM9wS+MH6KXEk4O5Xr3TZnSRGIJAiXWHmUxKaHoQO+7uyeXzQ42EQ0tFhc8ARXyEjhUiUWdIo4jugE+QB4pHOgTIgGDynHtvDPuqeaA7RpJH8hRFTWs4hqGt4JWXpxrcV3vvkMv/fmZRMho3r3oy3eefcxzWaRP/nDW7xyc52BnIxPx/zk/g4/frALrZDl67b53C2slUx9+sshn/1yyOhUiBl90DMT0aVztnCutYbPaBDT7QhFmhoBkM6GIgIZk4OyTyWGibW36GdXnqNDoWKb4W+1JvJBwuA4ZixHv9pSiioKiriFEo4bYzkTQ234Ij4Lu4wO+4rCkoNegzJrroiqFDcIzO9V/mI8V7xPYgbKordo/St6avgrZxvCecRU0RsiIMk5HGZ4ZQdPmakSvcQxlxpV/snz1/jujQ1WrCErDMxdcT532DsN+d3dDu897rNl+WzZHmExIyknxNacJBRSIsazArSSpZO5wXUncq6VHarLRd58sc2bLy5wu7TM86UVege73L3/AXePd/nUyriPxXRaZjKtmPfb1fnZjfECZajHlORgL0ssoCFtyvjMZnTsMu2cZ4aqR2ZidbSw6S6hQ7zuCSVTWTI2fZHlhSpXNpaQVPbpg2P2ts+wlxycZZc4tMxZyJpkeJMYR070hlzAQnM7OS2p7BhXu4S0xw9DTh6E+K72Jctkz6dFqC56vPhyk5debhkXJ8PQ3I3ufjo2+YheO8BteWSeMABzfMcnsEQUhNCZMbdDCgkUYss4jTWA1/NWkiNSLnLbIVU/z07wrJS3nl3guy+t8MJqlY/e3+Pj93bp1jy6NZ9WUONyoY3itH+3u88nx8cGx1qsZtyoVrhVrbNcLFEpak/3OBpMORpMeHdryK+fDExz+qWXl3j99gLfWGuY+sXPHvDLnz2kJ1JSrU7mB0yPu0yPezycejyYuAY5LCqa3rPWckKlldAbZXSHQks5pm+kn1eioEz7fS8zcW9ri1UubzRYb6QsFfrUnSnxrEAy87m04HFpwedoOudeZ2pwmAPfZ+B5XFoKuLRUoBJIhBLR9FyuBg0WkhI//+k+P//JPkdWSrfisHyhxne/fIGvvLDC9GTM5ERg8hKuW8MWumJ8RDwbMrYCRlbAp70zPu2fsdaweHkl4GazQGFsUVBmtaLHbIvDecjWbMQgiwzyPSjYFOeJqZLuv7rT+zZ9UiZ2RrUcUCsXcHS/nqX0e3N2j6dGLPn8lQVTdz484c6Hp9zbmfO0CyO3wBvfXuX131+jTkyDiIOzAXf3O9zfGvPkUczuTkq1YpmazTMmUwmnFWekc4pifVLTixiHCUNh9kP1Nnw8PKp1TM2GM6aDGfVWgeULVXNOUkatanIUMz2Kjfh5qL67lkqJt8oOU2FlxwmFmk2pZfPcYoE320XeWCgSFiyRphlnMSPhjoV7lWhs7hL6VUKvav79UGtdqL0xYzKMubc/MJXF+XPy8u0NvvP1myy1fO4+uMvO7jYvXL9oqj4ZUuye4ShT2ymTumUjVlYV3IiiF5l7ScWrkI1ttt89YuvdI+66MZ97CV0XphLGeBbVUkatpPgGz9TawgaXN27QbtbInB6O06cNtMn42/eP+au39/l8f2L610HZ53v//Bm+98+eYXza4eDhHvfvd/nwXsjmsXKYMTUf+czHIqxEzEYTI8gvtgsE7YBQ+6oiTGIh+xNkmK1WPGpVn6bIP82ARuDRUH9d8W7DAVO5nDuWqVHkMtVdPwRnFpur46UbAZeuF3j9Uu4GPTsa8dFnh2wfDgh9m9C3GExsBlOLURYxdEIcPzUI+1bFJfbnhng5GmH6Poqbmvd85gOfuJSSlFNKXmKG4q4lU0pGrJIpw6R9aQAsx7LD0qoiCDGi+ZHc3UOHyVDuX8sMko0hwFbkmqfGIZaMTVEBOy7SbLgsr2Usryl2cMhsOjL0I801Gg2HGzc9rl0vcXFxmYuLK/z25zv85mc7hmLSmTsMQ8v0piT4+b1vt/nyt9tUlUF/OKF7OOfxXsruWUp5xaK8At+4fok/vHGdRSdjeHLAwd4+/+X9EX/zwYiFNYfrz3mm5/HhJxM2d+fm2dfd9trVAtevFYjGRY53y5wdWhxvdznZ7vDK1zZ49WvKRxpycrRD56RnsnWnM5ertwKu3ioSn04ZbY/p9SI6EQwziysLRa4sFjnowZPjlLScsXQVys2EwV7IYG/OxmKNjaU6TYldCuoNKot7hJ+MqFd8alWPuJsx3Et4vJny04fwwaHFza8UeO6rBa6JqmMXKDsZkZNT3spjqEwsProz49fvTbi/G7GnqIRF+PN/7fPnf+lTOvIpHft8fifkl78d8fQworxeMLVec1kXFWEp4MJakcDN6B0MONod8ds7Fr+9Y3N1vcbLzzVw3JC9sxN2Ts84tQqcEtCot1hsLpLYIceTXfAGvHmzYZDKf/ODLv/lBz0THXjzdp2r6wVu+HNu+CF//+6M//ae7poi2JXZWC3kFDA51pOQss6oimcJbIO1bwbQkharE+F0Yg5GsD2CaaFAcamMX3Zx+0McEajaNZJWjXY1YF1CaVK2Tk5N9XDoZw73n6Z88LH26RJ/8vsbfEsRj/t7pkbAyHMJqgGL9SIrjRJ116PueBzv9dh7esaj7Tmf77tsKvaqZBEVbVZXWqwutxjORuwc73PSG9IZeHQGPtevuVy/6lJzhQPPIy0eH0VsnkSMspRxllGrF4xgTQPg3njGYBJSL3rUA89QFnoninrUANh3MyGjmqsWrVWpM2JSJ8HxCnh+mSRyOTmYcLo/MXk2pkwub37wdKXw8qTMk+ooMVgx4auERlRGkFS8JcuhqDw1KUC0GbnaQOa4JblychTAF1m1yoZKhBWQaCwWPk3Ns7zZbZpmxgF8juUxE5P/ji02UpRzBV2eF3yeGaybqQmvMkxqLDXpz4PYhNwSwlE5hmGmBMv8cKmDS60aUK8qQ0uOFWU5ZqSVFKdmsbJeYnW9yGA44+R0TFfKY7mFjFM1DywR6igWgkL3HLnVHMfkXhWEBxYiQdkHdsoEXYJT0KC2l/FC0+H5psPyJYf6DYdhOeWjkxl3z0KC2KYQ2SYrbyTMlHBg55f5HDGoBTdjcJoy1oFrYGhB54hufV/nCGdjls6/TzUr9f15UpZKpajcMjXddFnVBmW64/kLq/9XLqAc6abSAdxYubDsJC+9CRo4f/H1NXA3LtLc5WjUtHIBKTtZAz03oegmrC9XuHqhSaNeQqaJ4TDjk9/0ufObvkEd6XW8cT3gy18q8/prRfa3hqYePYl58CRmIAd20zdua+Fsw15kvl8ZLjRgEO7P92yDravUXK68IDyUzdmp3LjKKEyYDeSmy92xcrNJW6DShS1HQ4JTSXAqchAYADhIoW/cTWo45oco87qKsF50qFUdVpZ9vvxmhS99qcKvftnlnbe7DM8S3NTm4mrA179W4/e+VGVx2WJxyWI0S+iMYj76ZMbbb0/4+S8nDEeuQU4niXKTxHVKjYtNb6lx2yrFV++d8djp38kB57CwqgFlwKA7o9+ZmeFisVQ0w6ZyNT/A+xIl/P9MvemTJNd15Xl8X2KPyIjcMyuz9gJqAQigQJAEuAhsssWZFtW0lrX1fGmzWfvfGbMxm2/zRdOa1gyHEiVSJEUCFAEIIEACKNS+ZGblnhn76rv72LmeUA9hzwiYAVWVEe7v3XfvOb+jmZhOA4wnHsZjZt3SQcMhBwf8VMGzSUwswZkClxcihc97Kq7zhIu/t5o7gHm54lCR2FcKSfhayL6h5Vmf3KTXF3Ssz2u4vJ7i6rkEyys6FjZcFOYd/PaRj98+9vHg8xCPPiNGhP8d8151lCo2SlULA757nRm0LIFDHKv8WS1opg2zEsuqUKFKhbb1ZcY1L8R0/Kfot2P0jmNUNRWvr9v4yqaDlZcbsv7p0z5++ptTPN2dCoqXTdI405CkGvpHCQaHzN1S0FjQ0GiqOYLKBnYexNi5H8m+RcfuXMvFxctNLK9WsLtzguc7pxj2gPFQk6Ipd1oQS5y/h5LnTAbY2aKThVg37lUcahI5GGWhDLR8wTnSjc3n0xDkHIt/InG54fH75+flMp+OVAI6E8IYUcAmhiJNvdBTpOnDmb0RU93p4vpX6rh6o4a1c1WsbdTwkx8/wU/+3yc4abPhw2GKhtqCgipVhfy+tSRHDoUqfA46T5nflKBZY1aNgY0NF+cvFFBv2bBrtmDXH3xxgvtfnKK9n6B3xJwwBbqV55fOXzRljQ41jA50TCcBAjZBMl8G92aBmVj5XiQZ6IElDkMOM7OYBSkRSCHqc5m8U9yTeqcZxgNFXMiVORuaGwMWvyfAHxnQYh3rSzrOLepQHObb6RjOqLzyMJlGKGgOCpoNXWdeDjMlU3EWE0s+Zu4rHdSSw63Kvix4f0lW4LNGl1yCMMgxjy4HUYoq7l8+h0yIIgVCsnkMOh3zfEM2wFULkjGoc+8RhyKlHXQU5hhlPmeBr8uigpZ5j3Qi5ENg7gHEpVniRGNelgxE5Gau5dn2Z040Uv35PWZqisqcjle/3sSr32hi68kQ20+GON730KboiGhMDj4NOpwh57JdNOGWTflOwpg5g6Fg/aMxsZ+aFFX8OUT5r9FNcqYJkgEw95GzVAH+Mx1tpiHHeZwp0CPitICLiy7+9O0Wvv21GkxlBAMjRFodgTaPZ/sRfvqrJ/jN+7t5TUGXDLMheWYrKQK+E3Sy8L2PSWugMyoXIokjM1HENU9MFt9h11LEQd6cp/NQQZBk8MIM7ZME7dME3iB3kfGMM8q5AzgVZX+YI4ZjRZzvZUuFnWkImJXS05FFAdIwwGLLxtpyEc26LVmSdNkye0St5sp5rkZVxaWlnJBQC0PUwxB2ZMOKHUGpd6MZ+hwWVxqIy3WEagEhm3MxneIkL8QQufisK0prPhNUaA6mQ4x5yJVUZEUN3lEC7zhBKXUxb5axNF/AuesGWpsKnj7r4elWDynPa9tElGriEJr6GSqNEJU5IrKK0NWyDOWmgY+xF6AzSNElsphnBN3HVReNWhFzNRecyRft/HNmQU6nMtHFrEOpRObFkA7biZ/itOPh+GSKgR9jpKhg7K5tB7I6e8Dxlsr+GpYqwErLwOYLdWy+0MDf/OIYf/PLYxx3iG/mRZOimVysCC8DY7Yl85qMYTabxXGhIA1jpPxwz3LYWXRI5Icao7SQyaI4jXM0RqGkXRXpGPm7mqbQ+d3x3abrnMNfNr/Y7OaA8kz0wAGw7NkJhSn5EFhs+Hw3HBUK88d1VZqDpmgaKQ4iKYANHxV6oqCcpthoGvjhv2nhh3/WxAd3ZvjgzhTtWYRQy2vKwSRAfxJKA34ySFBRDCw7Fm6cL+D7363h1VeLeOejPn7z+z4ePwjw7FEgyEh3UUVhQZN8JS7mWROHDBkAq3DqHJLTnUcMaAKKzoKMbszcKaYxKiPQoLmpLA4U6XxgVnmlQeTjlzWYge5uJBlszAGVWovHSWRAjXTRtsUa64ecGEAVb7GpotjUEAYaAoqjzsQbHG4YVipr1qcLMEI0Y8447wqKOAtNmxntFKXmw142yykQNIuZYDxTKycvKB6x3hTaGDCJdWdjy/QRWh6sxIaVWggmseTlsrGT0fbBZ0Eyo3PcMYeRHByIizlLpQHPoTHJLDynxQFMYVcCVOYyVOdSmK4Nw+FAzpGsVLpdWStw8dlldiA3Su7rFKtw36SggOcLh6h0fysUetVU1JZ1McLRRwAAIABJREFUFOc0dPcidPdjRH0FyZDYd5Ip8r3bLdEhy3zYDEGU5Y41ovkTNnZNiUAxKEYgBlSjG3csyFe6+Xz+zGduULqxZH/X2KhXcuRoFCKNiCrTxI1OLgQFDIh1XL68isuXVvHs2RE+/2wLnc4or5fl52EGMs87DarkjeV4PNGrTmNkzI6TXFVV3OERxaxWAqcKceORhsTsTmarc4BvGryvUmCRYtIPMe6FUsjzfkrXH8W6zADtHISSm8zNm/edes3E0qKLatWEaRDbB2w98rD10IOiGqg2CjCJH05nSODDaVA8oSCMVXi+hlk3g3eSIOolWLyoYeGSKpf+EkWsc0VcvtBAsW7gn3cP8OHuIeKJimSiwesTuZdn91XqqVBS0shCFlmSrz6JAxncXag7uDRXwOtrC3h9fR5fPD3Be3eeY4d1UsnB1LXROWHjaSwuLJMiPZsOTFO+J9YlFJ4UbQ5YHcneG/Sm4gBmDca9WHCrJIbOMgz7mTTTchRWTphJIwVWMYNVzvIcVd7roGDYTjDspGg0dCww4qlpSqQM75e94wT94+TsjuHJfvGlCJv9Ar4fX9JAyiUH9WoJNoUmXix0l57kyXkoOUC9rGJxtYilzSoWNqoYTTWJA3r2tIMnD04wHHhgFM7inIMfvbGEH31tCc92+9jaG+De0ynuPPExmma4eaGCmxeqcmviXwe9MR4f9dALApg1G0bZQBwxF9uX757CX89XMKQ7bsAzlsLTVGIgbNdE5gCemSJkxrenQvc0uZ9ojPPIYkRZjCRjvZfHeITMi2bWsaajalC5D9hV5o5HOJstiWhBstPZuFuo4NJSFQulAhbKLrqnHRzuHYrKXy+WkNkOaOKfkgyWkVQVoz8J0BmFCNIY6+csnNtgxFEEUwvR68U4OEzQ7fJOAAQU8UQU1Wh8XSXvj9+TYK197rGMKGD9yr05x8JTlMCaCpkJJaMbOIXtJuKQHjMyaEwUbF7bfpmlS6crC3PqBjgQzFOlJHVcxKukcM1VC7hyfh6X1huolSzUSxa2n3fx4MmJuGRXl2vSDF2yC1iyXfzkk2f4mz88gzKXYfWag8WLzplgVMHjj8d48vEEXp/3Zl7mgYyufRLvJMLFkIHEcMDsd/aJSEHgXnFGk9KJt6Rwh9hlDoATmK4uwgqnkKOkA4rjSISgy5TpahYpAayLLRESijOavSQROOpIM0uWopDqRWZxhNRLkPHuTEGRaUqPjYPPOE7geXTv8TZNQ4UudThXGLLZHSHwKQXO6QcU6GsOe3QULqdYq7r41toybi80YUyH0CcjTGcZRlMFR8MI948neNSZYaibGOgmIitFbBNbyosMJy4psoSdVAvpJJC1utbChSvLuHyxidVShNVSiDW3IWs8OMHu0UM8Oj3C73shPid6X7cRGTYicSbme4nl0nSSolhmXaBIPjzvkOM20D8AJm0SVCBDbQ5/SbGT+kraWuwz8vPjfp/AdhKszlVxYYHZiwru3j/A4+1TqPMG1HkdqZchHmbAjCjKRBz3ypwGNOgmFPM8HEeVIQzP15PnPk6f++zySAYqCT8c6hfqBq6/XJdl+AFM38fhboBHj3y0exQVqABzPi2aXSgsouiGHmrSDti/ieDQf0OjwxAY9Xj05P0imhRELGGqiHwSrSJ87UoT339lGa+sVbFz9xDP7x6hY+jomBqKahGLakUGdv90cIyPTzp57eWkuNQo4cVmBc2CnZ+FqoLuKEZnGOHR0QT39ycoN1189asrePWFBl6wErxgpbh3r4d79/o4naSYEPnJc23owxsG2JoCzyaKCFxUNYZTyDC3SCEbI4FItVIQ8XzO8toiJTUkiuXd8Ecp5qoWFuZIwtBwcSFFs5Ci04llvbhexovnKjge+bh3MMST7gxJ0UVacrBY17DI2tNklzZESTew6TTRSCv4+TsH+Id39jGmmK2sY3GpiG/cWsDLFxrobA/R3hmiWiig1ajAIj1m0kXoTTBSdPAmOUCAPkIslBRslHWcK+pwMwWFVMXITzHyM5z4AQ69GaZKCofEA5cCSU8We4VieCoYKDRsFGoUaEBWOIzg9QIMJkSFZpLTu95ycK7lYHvfw/aejydHIbY7MYaxihvXW7h+Yx5q6EENGdmQIdIVDGcp9vdCMf6QmkWD01E3xO5pgEzXRPg5v+xAiRNZvUGAdo9xHkSdUzye0/4oPu9J32yKWr2E9Y2W9NMGg76sUS+SfjwND+wiUQTYWKyiVCvg5HiA46OBuOTcuoELDRs3KxZu1R3YdLYWDXHijoOxCGhLegl6ZqPrJegwWjHlooiNtVkBQURM8UCWF6ZS42ys1fHSi0soFnj/3EX7pI1v3zyP79w4D/+4i/bTPUwoulIZO8b7pAqX7lUtAFQP9YKNtdoczNjAh/+8j4/+eQ97OrBPcwpzsJcKqFQtLBoaFkwVJ70JTnpjFEtlLC8tCmJ8ZT7FYiNFcRqjMIvwzuMB/uZeH1/szzDg3T9W8d0/u4jv/vACRqcj7D86xtNnfdzdmeKg56Myp6LS0AS3OumRMpebqUiFMsuGLCE+6DRw5b0ci279oo1qyUaj4qBeduU8SPwAvFLWCzpKtortQw/bhz5OxjHaQpxMkI0S2Z9aqyZaqwa+erGO1y/UEIwCbD/r4bg9RS9N8hUosgI1RUp6jglUTR1lzmzYh7QYrcIBqorpSMV0oGBKKgjz1Z0MlppILrTOc5/9ZomRhGQCU8TJgq7epLlIl/7obBhjxvnIRMdsrIsgCQZ7hqSxMZpEgxrmZiE1NWQVCjpqVRW1OpH/PgzHy/uKQwWOqWChpWB5wcbFlQVcXF3E9oND7Dw8BK8Sw8RFf6bi8HCCw4MJXvhaGS+8UYHNaA6aMQ5jbO/EOG6n2HhBl3VzromXqvOoKQpCj0jmIX7++Rj/8PkEei2ViB4vSrG/H6PLvv0ZXfLceQvnzufRpqNjW7JV97dH2N8e48qrNVx+rQZN8zDpdzHuzTDoqfA9DZdvFXDpVgFJN4C3mz9T3UjBMFWxVNGwVFXRnQJHA0XiEqrL3HMS+HwvexHmHAdzroPlZhGry0VUChqi8QDhuA/boLgvRcJozXaGnd0M7zzM8Omhgpe+WcBLb7nYLGpYN1TQpjhJQ3hJhOKUGb8GHj7y8em9KZ6exDhi7MucgR/+hwJ++N8VYewn0PcTPLkX4Pef+tg6jjCrArOqgpalY97SsTRnYHnRQLOgosA6apzi/U8DvPdpALvkoLHgQrUYFTbBJJji1Dcl/3ahNYf15RZSDoeHe4jVPl5/oSrrpz8f4G9/PoDqWNi4VhVixa1ahpu1DD9+dygr1RSsrdlYnCdpB5gjfc9Q0DIVxGoMX4mE/jpfZD60juTYQ3ri43CWYddXMKUwtmbBYD0XRrI825E1VzawVtVRNFK0hyNZI54NqYoHWwk++YyzMgvf+toCbt+qITw9Rnh6gtBQETq5kLXlOph3XVgkLqtA/3SE08MBHu+H+OOehsddVUQ0gU1qYBHz1RK82EN73Mdw5mM2M2WtndOxtq4LkSM4DTHp81xR0PXZ1opkMSKzWrWkRhpNQ0z8GHMlC42yjUE7xOmBL/sGJ3AZL4fzmxrmNzTJCJz5VGdzKKAj9okvYN4Pm6k5wocqTiL8DDp4OMxhjqEWiCONjWrNIV6HhT6bHCqH77Co/htzWk2kW4rKfAq3wkGMjijRMe7EGLeJKGNG2lkmoSCeOcjK/19Uwjnl+V8MqeIc+nK4ywvEl24ilQMxYroMJERxsnDnrZdKxjiS/4Zq71qjKCvWQ0zSMdgCY7VHUcr6YgPnlhqoEk1jeDK49lRVQuuJIWGTIEwCzEIffTY9pwlOhhF6xxF6RxGSQYpsmMEkgqViyNAkzNjY5+eR41Ej/prM7KJrc2ghHZrYyCJsIsL1V4v4yg/qyJZU/PJRG+897SM8AKKD/LJNVA3V3KaeD9qnA2bmEZ/DC3gseFup20mgywXWZyPx3OKcZrxucUbAgjq/wBEXdjbBzS924jA4w/xSzXrWHDDcPM+HaGdeaJnrm3CYwaYQ0aLMVpVGTT6gDM8yhVSdjV7iaFXJ5HUsAwq/jyRCtcRhETPcLPieitlExdGTEMdPQ4R+KIPPm7fK+N73F/GNN5v4x7/fw6/+fk8wyf1ZhoTN9qYB1VHhdSJ4XU7F8lk0GxNyKeK97+xC9+JXTVz/qoHOaYK7H4fY30oQzXKRggzDTU3QjkRhgrhP0gxNRk7kTUN+hmwip76OdGoiCzj0Zt5JIA16ruU1C1evu1jfcLC8wGycAt79ZRvv/LItQ+9LGzpuXHPw1dsV3LpVhEYhhZWIyujpdoBPPw3xx48T/OGTXC0meWU5S1IuzFT5sxmYD2LyF4Bz9y9fEF4O6wsq6vMaQp8ZRwqKhTLm5hoyVPSDAbzZWNDJzIyOKLqQpi4HV3RAaYL4ZsOMDcwoDHKVPhE/NodLedOVTT823ohuJ2KWwwaDi25E/pkowjhD9vIX4JCMf9BSIUHRjfHaNR3fuGXiwqqK+TmgVlPRdQx0bAO/+Z2Hn/1sjJ1dDkn53+lQpxbUqYkknCEJZig1gOqiitqihWK1imK1BsedwXVn0Oh6J27FTzHuJxgPEgx6VHrHmI0yeKNMHIXfuWnhGzcdLN1qYOmlObzzUQ8/+cUJnh97sFxiPRWMpxHGswiTroFJV0fBTVGbS2TQWC7YKBUdPP1iJosCmcYCh9XMY85d5J3jAN2TQBRzdO5yDyJaRfAqJj9n4lKJCs5zKb/Mrq7UiqhWi0jgIVF8jKchRpMI43Ge98tmcY1ZfnX+OxFmwQRhTJd6PuhyTFPeNV4GwinxDymiGVciuJeY+3tCXL+Kl15p4d/+hwu49WodDx8eyfrs0zE+/3Qi+dp0eZuuhiad4ysFRImPmHlx/P4DZtFyAMyLUYjLFwu4dKmAl19p4pXbLXk2fv3rA7z3/onkvxEnzGE0Mazca+hWKVQ1LF4qYuliETv3POzc9YQ4QexLocaYgkSiCvh58nkgvjr0icw25JkmvpFI2353Klm85TIb2hzK5bQEp2RKjhYHksyqFyFHYsLIDHFrlg0NI28my+fgUCg9GhzYcGChXDRRKpjwZhG6XQ+dNt3JHjqnIbKMefLEOxMZzrwdoD6no1wnhpYbcXSGA8sbonRACp7EjKCZkQzR4phNgTyzm4SHfCCoC/KSi/lRRAhadAVrqRQTfmTDj21MR6E4X0I/kb2fg6aMKtHMFBxzMCNakxuHKsU6CQwqhwepKmISIu8zI0Ft0cY3397At97exIfv7eCj956L257vC+sBEQIJFo9NBVUan1TgZWqGqe/B831x40v2PJ9zGQTmGCkZvFLwRAQrz2F2gOUSlJ/lRFJR6Ud0IddSVcflRQsvX27grTfO47VbS5h6O5j5O+hMCmhPani0leJXvznBBx930Wg6qLccZNoUSTZCoqZImOeuUADBZgSFQXzx+J1w9J47f5VYhRprCCY+gnEA105RrXFgZaLcLMKtOuiOZ+iOZujuR+jsELPDxh9FZHTAUcgRIqbDk3jpVIPJ/ZNYxJGCeEhxR4iMmcespRwOCzkoi6EVYrx4q4oXX6piebWGuVYNFceEFfqwvBmwcwLl+QnMcQZrxoGIIYrFoWbis6MQnx5F6EQK+hmbyYZkOzKviTlxWTBBnLIho8GpRCjVQ3FiqsxltkwM9wIM9gLJtFVCHZsrZfybP13Bm19v4P72Pu7v7OPZYSSomw4z66a6DCLrizEaC7HUWXFkwhsrmHRieEMOvKTMEjEQ313L0MW14vLM1xIRfc1VIas1l+fIkhLAy6hJbGzBhe0WoEnz1EBsKJhYCaZ6DN+fwBNFsI5R30T7MMbhs7E8y2//q0X8yfcW8de/OsR/+cdD7B6lCH1TMoBTnQP6AOgCZJURxyxiNsuE47oikhgPJpgMxiKeYs4hD1JB5ioJ3LkEboOWOlUcGkLEGSjieA1Tns+xuB40i43dPH6CuEvJ/Q3lcRMSCd81Dn/zAXBORIHLjYmqaKK02N9UoFPZHXIoFkMj7paza/55iDv0FSwWdfzpt0r4wbeLmCYFTNMiHhyOcfd5B09PB/Js6QU6H0N0OxGyiQ7Ds3BtycW//34Z33uzgMM0xFEa4Z1fjfGLH48FM2efDbMY2aLRzTiIJF6AfE5nXhcMtDi0UjZd8vc6MyOkFv/AqQxIrcwC5ZQhZX9JHidi6QoaVVPyidkY5DbU241wupXHSnDIySFmwmHqJM8vJcqLZyLnDdxL6W7lIu6e5IpM55A5liY5G1y2ZmI49DEcBnK+cf+hyJAoZ8lBH0TwBjFU1q5lqs/pZqTDKoS5kOdGCunBKAjiu3/gYzaJ4CwC7sLZM5Opgn0e7scIB9yHVVnE+xOXS1y/ajMGh8+xJe95EHrwefeQ7ZD3IiClMDPMUGmRGqRg8dw8ljeWEEwybH/exuGzPjyKvMIQOjFWxAwT5EOBSXaGOc40yerlfs/mNAUEhTkN8+dN1JYMHG/5ON72xSXN719PdRFBcikqh6GhuMqYdSku27NseO7rPBfNsg6D9YtLTBzf9UTOJooKctc6a2JNBuUc4Eo9QfILRT464y9UlGuakJGmHeahOfiLv/iOrHfe/RR/+Z9/hUd07PEHY42epbL4/aiuDrNowi5bMjiSocM0kMgM4r141+CrSWEu88+tCrfxTOpft+igVHSlLp10fIxPGY2hCEbabZgozlsygC2UdTmbukcBukc+4igUwk69ZmFpqSjPapp6yFIPB9spDrf4exqwC7a8q6x7OBwnBrm6xEwzYEoUei9D0M2kCTN/IcH8hRTzThkts4pmSUejEUF1QzycTvBwNkU4UBEMVEyPMoz2U8SzFKV5Ck5Y29lIAltQ5rOpJ826l1bqeGm5jhcWinhhvojHR6f449Y+hhzsrzaht2r49O4BPvtiX4S3HOgyD51UDcJl6bz1/VgajlykcfCSTXqT0DfkbKR4ChiNIsk9ZgSMajH2gLfG/EaVMqOZ+x7vBBysq6oI4qbTBItLNtbPuRKNoiumfBfHx2McH00QhGwy0gGYD5np+iU6W1Oss8t/jFqliIX5umTodo5H4mah2p0uTbqviBlkDbq4WcbCuRIy4hZnCrb2+3j4vIt+34MSpFituPjvv30V/8N3ruHhzi4ePt/FJ/f7+PCzKfZ7EeqrBuprOhZrdSzVapjNPBy3O+iPJzSmIEjzc4mYTwpGUmL5/QzDIZcCI9JlUcgnQg+DzknWUoScKaAJkCIS1vecO8YqBYopknEeFUGxPVfBNlFlHUXcZr75i8aCd7EgDeEnoSBgNxpFXG5WcL5Sx/lqA529E+w+2ZVfs9RswJmrIZkrIJ5zMTnpY3zSw+OdIe7tTnA8DXHlVgWXb1agqbwbeeh1Qxwe5I1N36eoMYU/VmTRRWpVGIVATHokQ2id4gBBuhMrzn2ENXSORKbDkvfncjV/77mXjUjVGub9I+bcClmMFCp53s6Sb3gWCwgjp4cxtqRUcWDRSRhmcFUV1y/P4caVhohURqMAHVKqDsfi1PzOVzbwnVfO4f/87SP85W8fQm8a2LxZx9KFEqb+FDN/ht17E1nhKBXMO997lDIx4VpCT9PlHaOQk6JGCqVlEG3y7p+TFuhw4j4ZeDmVgOJaCjo5mDTMFNEkg8d3f5KKs1hxk3+JNKFQXuF5pdMJbUlOPHW6vDfpGmOjxPUgiHpmkPNc5YtVqOgo0U2KDJNxKDFTGc8Zusbp6nfzoXpAtH6UwbYt2FRXU8ypJSgW6XDme2DiRqWGS04Jg6MB+iSCDVOcjpjxmuI4jnHKIa+uI9V1JFoq/Sk2GSja5hadxJYsyS6dBnjrtWv4wXdfxZsvbyDZf4Jk7wmKbgmlQgl+MkTfP8SzdgfvPZ7i410PaUNHWtcxmuSiEtYBTkkRjHulrsviPsF8usFxgpPtEIOjWHDIiFQZ/uocHnBvyqFr0m9iP4EZ181FCxuNGi5Wm0J2+fCLXXz+7BDqggV10UQ6SZDQajVN5LniDMaat2AuWCKUCKMAlknSni0kmJNTDycnPmg6pmOXZ2+UkFJl4MpLFVx+qYIyIpSzEO2TCE93Ipx0mZ8dIyItjSQ3h9hnBRE3SaLuiZ7mM22pcE0Vk26GwUmeS+c2SFLSRYDKPO8phcWjEF+92sL3XlvF65s1DJ6eYPD0GKexitOIuew2aomLziTBPx628f5pD4meyT50YbGAqytl1IqG1OIkH45GxLyrOOH705liebmMb7+1gVev1dCcnGJufIJe35T1vBviec/D/iCEHxvwYxO7gwC7gxCzmFjyCE4xw/yygbkF0h3zs2NGhyHFJCHPaQqCA/iMhhonKBWI4lRxac3B7WtlrMwZsj9x3b7awu2r8zjuzvD5kw6eHo5gN4qw2dsox6iVYmRaCB8hXMPGhcIy6mjgx+/s4cfv7iPVFRSrJhabDm6dr+LivIvte31s3e1hdc7F5fUyKnaGxB8j8Gfoxhl6cYZWq4jWfBFNR0VdS1E3MpQpBHA0nHQjnPYinIxDnDJigU7NZgFO2UKnM0S3M8xJMxHdiQ6uXGlic6MKLZlBj+k4nKGzP8MoVDBzHSSOjrIdomSHGGcWxqmFnXaIreMZusME5+p1bNRrGAw4iBphYaGMy1cWUakW0O1yiDSDP4lFfPjp0xE+ejRCYCi48Eod514ow0gimGmEo/0pdoUAFKOkMa/ZQLFYRLFQwsHBSOK0GrUGLm5uoFxysX+0j4PjPQz9WBbv8uz3NuolXNpcw/J8Ew8ePsfDh7tCOaq0ilguW1gzVZx3dLTqBbRqRURBH7NpW/q4C81lWFYJT/ZO8HT3BNM4f270Sg2F+UWkhoujgz4ODwbo+Ck6XioGHQ732Lfb3+1j2p/hL964gn/31cvYfniATz56goOTMQLWFJqFhVIRC6USvGyKcTLEYr2A25vrqNgl/PiDLfw/H2xhoqqYKCqWLtZx9eVFnF+t4AJMXMwM/Pb+Fn77YBu+GqE8Z+PCuSK+9XIdty+XoZ56sv546uOD0wB3nnuSBXvcTvDNH5zHN//0PIanM+w/6uHZbg+Pj/s4mcxQq5uS29s/jGSFjCI02HfJP1NGRzkuM9PP7k+k3xg6qgUHtYKLhutizi2g0xng8LiLubqD69eWce3iAp5v9fB8u4vHRwM8Oh1h2AuhjXhfVGBWM6mDX7tawWvXKrLPjI589PnOej72PB893rtY2Ol5FrHJ3zvjMDAnglgswRQOanVMvAz9QYT+KMzvpTxWlJzYQbkr22q8yM08yPqy9zzXNLBM6kuZZMJIBLPeVIM31UUonWgRopTRd4oMm7Ukg8bWIsWpvE8xRkc34Fo6misxmsuRRA6yP88BihZHqNg6Xji/iBcvLCIcdRCO2+KInqk19KYa7t09xd27bSxet7F03Zb7ftDO0NtLsP04QuckxutvOXj9TRvrhoPl0EGRBg5k8KME7z+b4r1nU4z1EKHLGU0mv3/ksUdLY2KK1YsmVi9a0CMNQVsV2tLWEx9bT32s3DCwfIOC4xgp941hgn6b4lkNL94uyQKNauy/DDJ0Qg29WEPDDVF3I0xCBX3eWRjd10gkmpXYK4XEgVCFG6k4f66JGzdX0GoWMDjpYnjSRXqWp0zKhTJTsX8I/OZOis/2gK9/t4Kvf7eMc+UUy0Z+1zmZBuhMItSiIuphAQdHPrb2ZoKGPpzlQ9Hv/aiG7/2oDmyPkW2PsfsoxL2HMbZOYmxrEbbUUCiabqRgkdm9ywoutEy8UCpiVXfw/qcjvPfpGEch0FZVEArqklZlA6c9Dac9HedWm7h6sSVuj93+HiJwAFzG7RfK+PufjfD3Px8hsSwsXa1hfb2A11cMfHXZwH/++Sn+6udtDPxI+qzNmoLVGrBeU3GxXsSlegl+7GEUjFF2NazPFeROMNsZYPp8iMMgw36sYGAoiPg+Ohoapok500I3VNANFDSrKi4sqmgUSTkL4HshhiFk3XsW4+M7EYLExKuvNXD9xTK8Tgdet4OULneKOmwXC4aLBdNBmuZxMpPhFOPeGI+OYry/A9w9VTDTgZmuoGpoIgalcZIDXT57WWjKWlw1sMhYw26EzmMPo16KxHIQmQYC1UOgzuC4Koqkv2TA1CPdi9QfFwsNF6eHPp5vT+QeJXYiGQCf17BwQZcGP4ccbOb5dKj5Zw5bzooFW0xlpgad7l5iyOh6YBeAFh2LeUhn6K6EeNHcYWYkXMQ95M0DquObqxpKDRWeWPWJKUswpt2dqDc64c6op7x45LvKfx0EcyB8RkQV7BTrqn/5Z9bMZxivTKFh25Thb2xwmBUjC31oGZUAVNpqWFypyyKWpRt0MYqYRZeIY+j8UhOby03UZAAciEqTtE6iT0pU47gcgFKpGSFQqM5OMQwSnO6HaO+H0iQKunTe5BeHVFXgJczUIXaCAwUNmZkgcoh8zBBNLIQTGwuTUNbtb1TwJ/9+HvaGhp89PMK7jzoYPc4wekKnoY5S1RDVMbNq1UxHn9ink0CGXLR5UynKvDtprH/piD7bob/EMMvnSwcfG7XSnTpz+nJoKg7vfGAqjXv+Mw8vXgCZ6Wtp0ExdMiKIcJSsO8HPUoGqSwOcNTAdecQ8cnH4zwu/adH5Y8CxTcQ+809CUXEx58nSDfg+My1VDPcTaYiwGV8qA9eul/DaG028eLOGn/71Hn761/voTxIEHDIw37SeK9dnvRhenxeF/GeiGk1N9fxzMFNZN75u4ObXTDkI7vxzgP1nZ1mczHljJoapI1EjxAoxPhQuEOdEp0GOmxPnLfFlFEoM89wvTQ1kMZODiMLzVxy8/EYBa+ccaIkDNXHw8Xtt/P69DlbmVXztdgGvvuzixRdsXLhoYhYFUiB9cd/HHz8NcOezGE/ui2pqAAAgAElEQVQeAk8eZci0WHJBmXnJ4kyQypJlmTfv2HDPQ2TyWzUvnDKAmqdLlc4Iovs4tCyjVmmIwno07GM4HKB/EqF3EgnyUtxIIpBgturZoNfmxTdCRGs2W0gcXPECU1Rk8fLJS7Hkd7OZSB0FsyWIm2WTmH8mwYFSHMKhHV0IKgwzgGmFuH3DxFuvOLi4rGDeSTBXTKGvuTBWXfzTJz7+4dczPHgaoTfMBEerjBkuYcCxQrhmgMo8UFnQUFm04JaqcEsV6NoMujZF6Ed5FtUoxaCbYdhN0e9G6HdDwSYRZ7dU1/CdWya+dtNC9WIFlYsV/POdEX71XhenQw5NiOVWMej7GAyohDUxG5goFFLUGjHqDQ4aXdC1sP1wJosihyazhxwFk4mfZ+/QPTc8G/ySnEC0GPdVZoQLaiwfsHkzdn4yQSJSKFGuFGRJIznyJL9jPEmFOqCwr+wraLRKmJsvI1FCTIIx/DhXj/L5N6m41ExEU1IBUkTMAvT4vCdIztyBtaIrivuXX2nh+z9cwcYlF+/8+il+8+tnONhPBD3EfZFFLLFnrZWSrDCeIYy8HCc94fvMZzKQQc/161Vcf7GK9XMVrKyXcXri4yc/3sY//nL/zC3LnCtJr4LtctimSXZkqWmj3LJxtD2T5bLZt2Sg0lQRpj6CJBAkm25yuEknKged/LXortIw7E8x6s/EUUDnnWOpqJcUVEsqFKKpHE1cT1S5stFtmxZMOrN8BjcqGE3HGM3GiCjykCx4E2ZiwEx11KnOrDqYTUO021O02SQ49qWRpmkFqHpBcoLjxJNs8Ma8idoccVh0gFF8xH1Il2E10VHM081oY6R7lM2MRMWwy2IxwniYwCgagtgMlBihEkM1UlhnKj8iXGiUSjQbqerA9xIZTEdBIoMiKueJ6wyDvBD3mGkUMxdV2HtnWbicS+cDUNjsvlHx6ODNb53HW988j9/95hl+9+tnaB/PQHoWHwHOzDkANnQDBvOt2NyTwVeKqe/D9wMoVITm20Wed0qqgsHPUkUSxEj8PIdRaB18TIndVdjUMgRV6Ul+XYgLqyZuX3NFof7S9XVcvdDCcLoj6/mhiWcHJTzeyvDxH0e493CK5rwjK1PHCLOBZFNn3LiJVRdNcyj5M5zGcS+iljofqKjQUwWzgQdvOIOh0RmiolQ1USO6uOFimniy6P4f7KUImTVOpBEvLlYEzY4Qxaoomyl+U3wy31RkxGd6jMqIYTkJTBFPmdJIcstseGZ46UYJL98sYb5VRonBWqmOUcfD+HSKaOsI0fYROH9sqRps3UDoFjBSTfzm/gi/vj/Cvge0+XsnOozMhMac58hHGvkoMge6YmN+1cbCuo1KS8doNMNo5GFyHGJ8QtWJIq6Si6tl/Nl3l/DW6w08PtrHo8MD3Hse4O52ivaAFzbmYBuothLU5hNR/U89FaMO8Z8pJh3WHGc5GvJux/K9sioQCocaw1JjNGvAXB1YbKlYmldRKdNBlsgFs1wpo1QpoVhy4ZZcmKTK1BIodEVNPFlRZCKOHRwfxHh4dyTP93ffnsPbb8/hl3/o4hefdLF1QCW8hj5xVqEHL/CgnCrAyRnym4NF10ShVpIM5fFgjPFwJINZxn5wbxGjElWbtRh2jZgEipnIXVSRDYGMDjA6UigSY91gMZeObn9idohFgCz+JzqbuuI6PxsAU4jHuou57CXSXJh9mUpjUgmIT6MekfjolL8dmMASc4oQaKhbOr5+3cA3XjSxuDaPxbUW7uwO8O7nB/jD07bgDOnMn8wycfr4QxXhUMNq2cAPXnPw7a/YKG7qKJ7X8YufD/F//2UfT7d8KDbz+dgf0KErhgz1/DPhj15RoNLZEnOf4jOv53WgG0MthFCNBHpoQosMRGoiS0R/egrbVFA0NTiGJug6Zqn26FDdYc4oHSu504puSC5hw7PeoiiICFuHBQ/rIAqYmI2oS26xWqJrMZNMPQs2pl4kilcqd3Q2SHmGEjluKphwT21H4uqz5qgAYt0dIfZDWEsZrMUUJcdFxSgi7AOn20TeByguKygss/mQCeJ91s4wOswQjtg0ocAqHwBTuEWBHkU0pOM4ZQd2wUKU+oiS4Cwyg0O9TNxI/PWaKwbmVgwsrLewsL6AYTvC3ff2sHO/I3U3RQoUHFqlvKYTQSz3y1iHkujwWf8y+oF5UC7xzxrmL3AArKOzF6GzGyEcqohHKrSEgw4VJDInzM/lOUX3L+tYGSx/ufKsF9Kc9BJ/fyIyuYdnmI1STMeizJUamNQKDkJ4oERTIgeZ+57HQtDVRQFcPE0xOmBMh43/9D//N/hP/8t/i7/92Yf4X//3n+LOvedy2eBgXE1iqGkMxdKgmDqskgmnYouDW2EWdRhh7EcYc2hPcSGPTR2walzEYOcuf8e24Vq2DHv6Bx76+548s4g0Gf5Wlm24tRz/zCtC/zTE4JTfT549XK1YWJgvoFDQ4HszBN4UvWPISjNmGhPLQQx5gEwlHl4X13XgM/ojQzCCCGqo2midT9DaTLBSrGPFbqLBGJLyCKk1weMgwOMwwKytYNZRZAA8PUzFaVleYL6WgmBk5Yvf8yyQ7KevrNXw0moV1xaKuDZfwLOTNj7bPcBIV+EsNaE1a7jz6Ah3Hh0iIDGIogQ9z83kJIfu99ksRsEyZNH1xjqEg1hp4qt5fRSEHGiTcJIIHh12JA4RyWwlvp+NMD/P2CZSmi5/nrdci4s2VlddEWUwS246SNAbjdEbj6XG5a/Nu2ChpMr3qzJOR7FFjMFVLRcx36rJXfJ4f4D24UgGcxRXWXTKFTTUF1zMrxbRWi4iHIWIRiEOexPsdcYIZxEKiYpzxQJ+9MomfvTKBnZOj7DTPsRHd/t49+MRtjjcWQCsBeDyyjIur64g8GY4PDlGtzfCjMPQkJl3rNdIMclkEjT1U/T7xHpmMNO8NszfnRShmsKTvS+DxXqGo3IHsm9S9EmdLu9q0SBBNOBwMa9jXceQvGOKXeiao1CMJSn3T7H3GCnKFptTBhZtB5uNOjbrDUxO2ujsHkp2YKvVRH2hCZ0Z06tzGO0dY7x7jE8etPHBwz6e9HxceaWGK69ysD6DoU7RbYfY2w3R6xNhrsjdddLPhCDGewkpAfzh+PyRMEMjI/dpeZ501nN89Rn1w54DpO9Qn7NkeSM6vqOcdmXS2chhJYenzNvO3b7/NZiLjuVcVyID4KoldeG06yOdxbhxrYGbV+dQL9ko2SY6p1Pc/eIIk2GAt7+6ibffOI//8run+L9+9xTWgoWLLzexcKGE09MhTtpDtJ/N0N6aIfHZaNZlIM/hHM87Noe1RJG4MaIjUxIWJIubrl+KWehyzmtVyY9nr4OzUd6P+TmIAzqWGLBwwiE4cfwJ1AKR3/nPJJQ0nfsVTRQONNVGMIvl7lx0FZRLHIKnmA0DeGPmRTLhicNRiog5wGPUJmPSzgbAzDo/yxLms0cKBKOZiiJEtuGFAfwoxFwN2FjWsF41pBk7l5nY2Rlge3uIk1GK9kwFYS0jnQha9tNYz6oipuHi86cbmdT7xNtzaV4MbRbh7deu4s//5GV86/o5TB89xuTxYxglkiMsZJaP1JxgpzvCrz4d4r1HY+grGvTlPEak086pUU5ZRYED4IaBap3RR6rkzA+OIxw+8wXPr8QsfHRo4qKO8wFwDnbIe0wJsH6+gnPnK9ioVXHerSEYxvjtnR38/ukhlAUT6ryJbBwjkwFwKhEGfPacBRvOAvHM4rWEQyeew71IxX57ioP2FCZjEXhGnuUNU9S1eaOEzetFVLUYNTUSlPrucYL2gALsAEEcSTa5UaQYhHe8vB+mMDecDmT5nAG/T9w1CSYG6ksFlOsWVNZNSoxhL8Cw7+O1Ky28/doqXjtfx/jpEcZPjzGGgbFiyvCh4Ks4GYb45UEf77VHiEhiMhSsLjg4v+SiQqQ1+3xpitFQxYhioylj93ycX6vi7Tc38cqlKuz2Lqz2HkbjAobjAvZ6MXb7Hg6HDLdxEMHFs94UW70JJqQZ0clcApZWLbSWLBFV8GwYUTzXz2MlKHxm73U2SjAb8llPUSlnuL5ZxHdebuHCkosH2wM82Brg5sU6bl1s4IDo2ocdPDsYodwqojJfRMmNUC5EEsfiKTEszcKy2UIxqeAnvzvCT353LGdXuWxhoWHj6kYBa00LT+728fRuD8t1E5dXC2iyZ0XHfRphwAzaIMH6UgnryyWUORRLErhqiiLje8qKDPRPejE64xBdZtaT7MQIiIqNTm+IdneI0M/JlbWKgxvXWri0WUU0GSKajEQgfnrqI6Brv1aBVjCQZkOk6RBpqYSsVMLJIMbBiSdCzWLkohQ5OO6PcdIfY329hldeWcNCq4hBfyYCb5rgOU/86MEA797pYqIpuPRqE+dvNFBlXI0aY297iCcP+/AmEUpWbrZRdVsw/XsHY+wdjFAp1rG+soai6+Lw9ABH7QOM4wTjJCfSscyZb5Rx49IGNpfn8ejxDh4/3hY6gVstoGKaqGQKGoqK+aqLVtVFUR/D1YaoFEw0avPIVBefPzmUlWqZOOjduTpKy0vQ3QIGnbGs7W4gi5efcpHZ0QmmA1/coT98ZVPWk0fH+PDjbWwfjjFKaOTXsFgqY6FUxgwzDOIRFusuXju3inqhjJ/dO8LP7x5JZM8sTLB+sYaXXl3EtXM13NJLuGUU8Xd/eIC/++N9nCYToAqc3yjgz99YxL+63kR8PEZ0MsbDfoLPhxnu7IV4vO3h+XGM299axe1vraB36GP3/hC7xwPsjZkRPRP3HRdjGNiTJwmI5jjOR85QFzIAllg2GtRYa+s6yo4tq2a6qFoOTk4G2N1vo9Fwcev6Gm68sILJ6VDW3jDE8zENLREwYBRFgGE8kwimaxcKsphPjnGG2STGs4mHrfEMIw3ilOce72gayOdBzMgFFY6ZwjG5F+nQbFMw4p1hgO4w+DJqOTcOkNZDKgKJHf+/AbB49LIM9aaO5RUL5TJnSDFi6cHqMgSmGYxhWWGSiGuYLWVJpiTpzcqjRCn6U9lvUw3UF1M0GIlBgpNuyL6dTkOYmYK1Vh2rrQYqzhhlewzDopqwjomn4+G9Lh7c68Jay2CtkeCoIBgo6OxneHqXLsgYb32ngG/+iYtGqKLUBayUxjYTiWng7oGHLw48nKYeeqrPEhc2hfWhhkEvwrAbYuGyhYUrJlxWqewxdDI8ehAIUWvhuoL566RSZlBJXBxk6B5lMlt76c2qLPRCcQCTvnIyM9D2NdSLAeqFkFdD8NodCxksgWYnubtXz2DPMthehpXlOVy6toK5ZgXZNJI1aB9j2GYGXwYjs9DuqvjgXoD7+zFuf6OE22+WsFZLsOzklMSjcYiTUYxGUkA9LqBDQeCph+NRipOAVDoLb36vjre+Xwd2BsDOEAdPIzx+kmLrNMGDJMR9kkFnVAlmIupfWVZxZcnGG/M1XCkV8cHHfbz/yQDPZjGeM0bGpYlSF4Ht6amCk1MFqytVXDrfgO5G6HinyPQxXrrg4qULBfz85xP8w8/G8EwL9csVrG4U8Z3Lrqy/+tsj/NVPj9AZRxJ7VCkqWCgwGgy4NFfGpbkS4sQXt3HZVbHWKGC16iBtz5C1Z9ifRtiZJeixbnchqPvlUgHLRRd7gwT7wxjzDRUvbupoVRR4fYrIQ3ipBi/T8OB5hN/fn2ESq3jxRhUXL1GMOpaV6CpikxRkC9WUi9F/fJZ8RDPGJHnY7mT46FDDg54OzzTgGSaquoUahaHsqTrEptOcokOLdFRbGaotYHA4wd6dAbrHPiJSI3UVoeohUmawJeoypw7T/JFlGlo1G/NVGwe7Hp49mWDY5wBY0TJe1OvrmqhgvTMHcExXo2cj46AmZUFM1TwvMnmirkhZiZn0mHkXoziXodjMGIkqylc2Q8bDTAKKVRbDMhTicCNFqWFg5ZKNasuQ8OvhMBLlxOSU6kjALnPAKHepHGN5Fo6ZxGxUEHuZgn9PFM+/OFtZYJ/lHp5RCNgtElxYaioSecgGHSsw2wLWFixB756/vIQLl5YwSWd43j/CUa+Pw2MPh0c+FisVLFaqKNANKvJUKmQ9hFEoCGfiVRstDS0iYBsaKiUNpaImyKzpDDhqBzg4CbC/H2BvJ8TpcSSKXuacuaYm6hbTITab0pcU05AObA2lriKb0e1XS/j+n9dRuaDid4cdfLTXQ+dRis6jDAXLRKXiwKCiO+Ymq6B7MEPngM0KOraJICU6L3e9aQqHk7o0eTgUzpW2OQo7d/me5faysySTxXzwm2dH5eplLrllslCWQSOR4XQ7JaI+JtqQHL8v83sEE8ZGf5Cc4Z+IteHlkdhwKqqZUatJZi6HKa6jolHT5bLNXBqiaSd7Mcb7Ma5fK+G116rSLEuI+ctifPzuFB+/O8GU2DlewoiSLPLSzEsS4E/P7OI8fOmKSiwZlhulRNaVVxVceU1B+yDG5x9EOHxKt07e3BSHHAt2qk2NGIpJd07eXBLFOpuV/KioCp1oCLoW4nE+AFbVUFTSVHltXjNx87aNuZaJw6cmDp+ZON0fCv/91otl/OBfL+KVlwtoNgOUqz7ao5msDz4I8dt3Ijx+RLcqMOxzCJ8rrtlcYZIrb0A6B/ySP5pfSM94WtI44Pdnu0BzKc9jYA4TVxryZXBEsejPfAReIPmhRAIT6cWGFosUDmpYzLtVHa6owPneES+citOXN/963UGdGNP+DMP+TBwQSZLn2ylBDDWMRTBiCDtbkZxHyYHm55wCTiGCXYjwwjUDL92wsDanoIUETSNDbd1C7ZyFo4GKnWMFd+6H+OD3Mzx6EkqziiqX+XlgoQUUCrmrherqOCWa0sDECzDx6IikY4UCFA6q2aRTEfgBgiCQ75vK4vmyitcuGri+oSMocWl4dhLi4Z4v4oL6Ih2OKkanPkZtH7OxCm+sSYOzPqegMccMKF3WyWGI0yNmYFHFXpSLe68/wmA4QZYYku2bq+dSUbxpJpHVBjKNTnM6clIhLvArloxUXhRVOi2prI3h+VQUMi+R7jH2hlQphooVF6Wqi0SN4XEom4SCn5TiMzNkUcHvDzh8o4ouz+Dm33NvvnFjEbdvr2N9w0apFiCIZvjwvQ4+fL+D8SzPm6X4gHs8D9oGs3QXHcTMJ4kDTPsKhqcUcOi4eEnDxUsGrl6dx7Wr83i+NcW9O31sPxtj69kQu3sTyUPkEmFBGKLW1LF5pYjGgoV+P0B/EKJArLaroLVoo7Xswilp2Hnel1UsuyiUC7AcikpCBEGM9oGK3ikftbwh40+IoFFQdgxcu+Dg/JoN3wA8XcH+cw87T6YiWmnUHBHVDLoxhl0iu0JoeoiYeL7YFJdxxmc+ytCoGZirGYJz5p9zzHyXIBasuFsqoFAsSubsZJpnvsg+RwcTnfW8WPEv5u+5Oko1U/J0Az8U/GLRMWVNh6k490ajGBrzjguKxAVEGh33GaTOpQgk5N7GfBALbo1YJTqgjTyjm89HAsntYbN3OPAx6NGdm5ydA4q4RDkoTDiQ8DNo5Qx6PUNt1cLN6yu4eWMFn/xuH5+8t49Bn5nTuVnryzw3UWoazORMReUaEXctDb5EhljMIOT/KDhis1A3LXENhzMf4YyiqjNqh0BCmaXOPS5XxcZCjYhx9YKJN75SxI3LDlYXbcw3DXj+EJ4/wp17Gj75zMTOPnA6iNAdE2uYD6Wl6NC8vJFFGggxXYUYRoE6eCo9uafl2FbWNCSZGPwwWcymYd7Q5kWEwwldk/3XKOb4cRZizFXiezryfEzCACrpDTbdeCqCqY5wzKFL7vSTATcyrG0oWD2nYH29jOXFKhaaZRixBjPRsGDHmLciwQue9kPsdyPB8Dxvx1DGE2Yi4OVVG2+cL6JZpSCACsQU796f4rf3p9gd6Tj2LASRDjMlKpioTg9p7OPWzQpu3azi3KV1NFfXoFpFfPTeZ/jo/U+hsD4LMyxVCthcLEvDaHOFQ9kMx5MhjicD7PdT7BEFRbSvakHX6cxLYVdS9L0MnQlwcpzgYCtG54hUgZxkkMP/WaflsQSsNZj7xkZescB9G6iWNdSqJiw2w6YcmiawTAuWZcM0DcnyrEneToLVVV7kiJYjFt+FbRcQBAq6fV8iKy6d13BpU8XeKMPeKMWD/RCP9n08JsrvMED7yIfaBZRuHifCo14lIr/mwi5ZCImZD+mgzxihLBQM6dySeFOOoJdZq1HElGcvsQvB+pZEAS6KopiJOuPZM/IxHQe5C95j05loZyJJcvyq1GEMS2AtVTZkaQnzoEhEYd7imeOUedN0l7HkplZBXBamDFLX3AyrbopvvrmCb765jAdHQ/ziDwd474tTJIEmbiy3XpRFpydR9WYUY81OsVFV8PVvV/C1b1fw/icj/O0ve7j/aIbROJNccWnYU9ih8d1gVnMGP+XFnUjI/PzmgJl5WHwnjGKOA/V6XBnsCl2ZCkq86NV1cPYUjEOEU6q/NdlbBwcxejuhOIAFYcxIdd9CFhA7TOVoCLuUoVLLFfMkInj8d0mYoUrdSJCY+YBLy+h8J1rNgKJTHKah5DC2hgMsD9Oxh5iEl+mZ47rIGkmBoahyDiuVUJYZW7B8B+mUmVV5LrBajqCUQigjAENITMhsxka/lO7QBYV2Ft9whkZlzhhJKTqzpwUZxneCmelsiBDzmUk5vXG1iHPXilBtA7FCTG6AvXsjdHaZF8l9E3AqGtwqRYlUczJqgENCEpqYO6nAJ6JNT6AUYzgN7t8aSi0NwdBAMNAxpQuPOHSPO1+OXBVBLD1BeamR37XOlpLpUEjwoVjSYr5yBr14hrVmdjYPAhn5UrCbZ3nzuaYTmfhit6zJIhrVLtDdmmDwPETW1/A//se38D/9x7fwd7/6Av/b//FbfPHkBIrl5AOl2JfF84LteYkfcXN8d04MYr5Xnm1HYUJGjJWIMxRYVQVOXYdd0yRaRaXoqR9jdBLI4vfDO4pdNeDWzVxUYnJfSjHrJpgK2i1fpZKBWs2GqWvS6GFNEIap3F9VRm0YvOgyr5d3ukhyxAoLdAhAiDKpnw/bDVVDczOTtV5oYMOeR6ukoVybILIn+ONghD8MxhjtZRjtAcEwQ0zlPpifq6E6p2FwqGF4yHgHijwTVG3gyryBa4vMemvhK+stPD1s449PD7A7DjHRbIw1OosCTBIf0zDCNIig0h1M/KDN+xUFKikSRi55mTR6C2UOVhXJ2uYaj3iH517FPFhLRC6hOkOke0ItoaBCiXQooZHTRtiYSzMUiXiv8W5gyGIMxPGTSESmSiEC3DiPS5oQ/a+hwjsfHeR8dzMTs7GH2cSDY1qoVsri1uweTzDszeCUDSG48OdwSzqqdRf1egmVsouDg64skm+I35+zbVwqV3G+VMCKw30yE+yhr2X4+NEYv/ywi8cHM7g1BW4NeOHyJq5d3kB/NML9rR2cdHsiEOOlis55PdFgOxqsgiaUtHbHR6dLQbkKPaPzoIDFRhFhnGK3PUJv6ovDvMAMXjuCasfybvAZSTwVyczIxcOMgKLIx2CzkJ814xsiydYwy4BZzlCtuqjVitJzmfZ8+IMAzYWCLCuZwvCHaJo6zpXrWG60UF3dQHX1HILjQ1m/++IQv7jTxqdHI2y8VMHmSxUUjABFg30JH8+eMeoE0Eo2MxYkMoCkJIlDSIgnzh39JBYJEUw+Fg6VWGflAiluHuw5kDjWbPJOW8CoG+Lk+QzdIxLU2JCiACqPCOIZwsEra2EhSQi1jdtIngFNMQI3J54NrNFbNQvNuoUXN6q4dbEuERdPnrQlBmhzpYrNlRp+ffcUv/7iFMV1CxdfqaG56WL76Qhbz0aYHYeydJIiSjY0W0OsMiIiln0xneV9Jca1sDClAJyL+y0v+nlu75chYzyIc+GgUNTkTCTpgjQuCWiB4UTQHe6xuTZAhNmsbZkDr9jyrJM0Q0zn4kJJBj2mmaHf62EwGMHPVFkiYpVPLKN0UfZGEaMmhtwbAj8SERbP4WIpd5FzHXcmOGpPcGHRxNevlnCpZdOjIT/np0+H+OMTDiuYBanDhwKf7/fZ98i7vhDc0hzJbhqpiNMo9gtiBXqiQo8V3Fqu4/WNJm41y1A6HpT2DAbdSvUUxYaGasPAwTjEX3/YwS/vDVDZNFHdNDEcx0JM4rvC/hJjVsp0ANdy84CS6hiexjh4MkP3MILGPYgkIwo4FSKU83ry/2PqPZwkuc/0zCcrMyuzfHVVezvTYzEDMwAJEiC5IJdciktJS8ZJcdqVFHEy91ddXMRdxN2FToo9mRVPWnG1t+TSgCAHwMxgvOmZ7mlvyvtKd/H+skGJjC8QAdPTZfJnvu99n9cM1nXHiOHmm/PcvDnPZrnMupWn1xjz0/vb/OrFvkE8J7Mih8VkRK8YpVnm+iH+vIc/7zNbzzJX9ygpbzxSryDkxX6HFwcd7LG5SpjhdCz0dt5l+ZrP8nWPMrGpwTjitB/RlABN4tUwoKyYgYocnz5lTTZC6LYnJjtcZ7F+L0jpV3pmaiWuXJynPlfiuDsw1Wr0aTb6vHttlu98dY23Nyoc3d/j6MEuxfmaKV9Z1J2ucfP+f3sjPhZhTK7wvM7VtrkrlH2bsgY+WJw2Ak4boTkH6Mx9c2OG77+/wbsbZeKTA+LTfXZ34fUutCcOo4zL2ErR7kK83z1rca/Rpj0V3yUhX7JYvZhlYcUxqOdwGtJsJJydKhfUwi+nAnc5lSS+r1RCQ8B4/0qZH7+7zK21GUNZ2zkeUa+KEiPMbY97z1u8PB5QX85TW8ozIxSqBBtKuNEQSn2PiWPoSj/7rMfffNo19CM361Of9bh2Lc/ausf2Voftlx1KDswWMkYIcXXWZbnomng8xV8Vi3LKC0ErUVnaN8xW0niDzhhT7WFEpy/8tDK/S+SKuVSQPx2ZvHIZTMr5LOtLeRZrHs3jduJJWogAACAASURBVFpxQlMicz/PSrlG2ctyMjjhdHhCdrZIVnvGRMJj5YdHnOwEnG4HnIynnI6mzC/nuHatYshjjROZCCLevFThzc0yd7da/OLeCb3I4sK1ZS5cmudyCa6UE7a3Gjx4eEzHZPYWiOVoUxRAf2qidVQiEZRKZXOHH036jKZ9pJ1U5JHeA61kc9U8b15e5PJanVbzxJTiaKLYIRhLiGkTje00d9NPeOeCa3ppQrAqeqjRCfnkWZ9PnvepLZSMmFrUzVq9SE7DtjA0d7dPHzX49HGTocSYbhoTNFuwWCg7Ruym78nJ2ZCXrzu8Oh1y0A047AUm27rkewR2aFy8Jd9hvVSknM1xNMpwOLI5anZMzdcdrl8scH2pzB8sLvMHC8v87O4zfnb3KVthn5NywtJqnj99d4G/d63GuNNk3G7x4szi8anLo+OYF6cBO52IG29VeeOtKkcvR7y41+NEw3l3wtQLzflRa7GcryqdkTXAFDVDtM9A65cEGYpG1FYvsW8sKqZNLuvgO56pfntE+6xPznNYnC+xtlRhrSwRr0Outo5X3zRbz/j0gLPDA+482+PO8z3KddcIauSSrUj4HsFWe8yL9oTYjw1W2BZlSn3aUPSSrCHbZJ0JnjMxZ6tiWY7/mDPl03amaHatskSSMTMRkUwjI1qaTlPRezoLiKgow3dRuHHtIZFBXA/7FiPVNDLIYTmB0/AzCCWgGGEG4jJ7eBIYKlpRdw0RZjMRiys+a+upmMVR9s80Noht9R2vbFpcvWixIHOGVyIbZWkdR7SPIxr5Js1ci0ESMwocjo/g/mcTdl+GfOMbRb7xzSJ+JyA5mJqBs694l5kCh60pR6pgwLEwX4lF1SpiD122X/RN77B6I0v1hke94DCrQVsn4dG9EQ/vjli+5ZryJVwexwybEUcvI/pN+OAHc3zwg1nC0z7drSYHByE7TYf9rhDKMUuzIoDEZmY1iSOGcpBnYqpViUwsSmFMOZIwS2pXCeWr3FhZ58bKGs8ePOTZg0dGZOgXq/QnNk+3O+yd9LhwyeXipsvavMXanM4iMS3j+I+oBC6VwDFkzJOzKY1JTEvxolWXr7xfMuUcDnAPBxxshWYA/Ook4UUS8yJRFF7MaKAeqM3MgsOlpRwfLpd5o5LnN79s85tftThRHImcvxWb2Zks1VKWk5OAk9OASsVjdl74fAu7HFCsRGzWHTZrDv/1p0P++r8MaTsuzsUCy5fz/MMPZvgHH1T5i/+wz3/4iwNavRivnDMED3c6xo+mLJVcU66J8UwoKe62YDFXslkVQrvgs3M84NFum1MJE6o2bsVls+Kbenoy4cnJmJXlLO+/VWKx4nDyZMjxkyHZUhGvWOT52YjfvWzQnAZsXCyytl5gvpRhQfjzMDTO5HE3ImpD3ElwnAhXFYS405DGyOX5oMB+WCIs1IgKNRariyxVlshXSzgVn4wWRINJj7H8AZbf52j7kK3PX/N664jDVoeTTtfQeFUFfUdmLArqS+V98nmfYjah5MH21oSnjyaGgmqYRmpOlJZsystS/QqDos6YwusL5lIWRXIzTY1SUop8k2GmoZsQop0pyThg/oLN/AXlJmoGmDaQmqcRrRMdtoDzJqj+xPqiz8bNEtWFLKfHclANGZzC8AyyBYvigrKFUnWfGWoJxxentntlnKjxbjLtNCT58nStVeRLBfu5k1UHBF0wvsxiSaSidaBYtrm5mefGpQI33trgxpvrdIIBTw/3eHVwxpMnPZ4+6VF18qZccQ8S12DsgkGXcNQ3zeTEybC+4XP5co4bmzmurXlcX/OxdJn1HZ6dDnlw2Ofz+z0+/XWfZ0KZnjchNOyU6jqfTygUQjLZGPWWVPahi3Pk8v5bBX74x2XmL8Pdbpv7rS5HT2MOn0bk3RyVYt4cijUoFZrzbG/A6d7AuOHkajM4r0QDB7nglGmSPc8Li80F2WBKhXk2lxI1R9LBcGrtFpo2VWf6JeXM2KaZJYiMUDnKBJIS1qBspT7VZU4NfDWOTL6Z+ui67AaEw5B8IUsh76VNA+GUdJmUu8GBbm9qSnx25UblhJVWA1lqYuVonYR87w8X+PGPV7AKEXdfnnH7ySk7Dx12HtoEUl8rY8XVRaiPZWsglTGHTyMpjmIyoYcT6bN08WsRuVrIxXdiNm9FHO+FPPg45PCF8jDT75EcckIQSvEt7NmXeEJ9FfS8aJBt4oX1He3ajI6zBJ2MGf7adkCxZpsL0MXrDtffc8gVbO78Iq1CdkTeG/GdP1jgf/yHl3j3VpHEOiOIGrw86LF10OPnfx3wV38ZsrsjVW+KRhUO03GzJo9Wm4KagDqwWpE+zzSLweQ5m0xuXUAhV7SMQEED4F4rptcWBlmVmCw3Xda1lwrUbqMmjwLhJ+Z7YRyCjkV5Xllp+sHpMznWMLCbZs8uzJWZn69wetLh9LjLdKquoCTs+g5MSaaBybz2MxrAiMWffiSJsLNJTKEqtG/ExiWbzWsuCyWL2UnMXJywdtFh9aKLX83hlPLcfRTwr/+8za9v9ykuJRSXYHMz3dCEWpXjYiwsWzc02LrDZsyh3L7KxG6m6A1LC5jJI1Y44BhHzr/YZjaf4fqSzYW5DGdxyJk2KuGBAnCE7FsVQjJD/3BM/2jMWI2+IZTLrsk4q8+5FMsJxUpCt6v3R5fLPLZTMU6Hk7MGzXYbT3msWQ83jnGjyGDJM3KN2h6hJbzz6Dx/O3XROeZNF1pSSvHQCEuGQkdqY9ZGJxSeGnvZDFll3uU8k2c+TaYEsfK/0lzGaKrLmRrCQrSGJmNKy6EGx5rqyf353R9c5sf/8Ab5UsjTJy94/GiPB3em3L8TGNSmGvIZZUqpR1TKMDOfpTavIdjEODYGDZvukUut6vPtHxT4xndKrK8tsbG+xF/8+Tb/+//yhKePWsYFp3XAlevWyzKZBsYxurDq8c7XZphf8njyRZMn95vcuJXnxq0Caxflbpa71ub274749PYRM7NlarMVSjU9b30GgzFP7sZsP9Ul0zbVPlW+n0W96POHH1R5/1aJRhLRiCPu3e7w+S9aBte2vOxTLDgcHo05PBwbQU+tliGY2PS7Dv2ORTCZMp1IUZ8xpUZRvx+aYbzWBOXgzcwWTT5gfyDszpChMjknGvCmrgAz2JfzQea2ok1JGYR5YcCm9JsBS3MFlucLRsTTbk7pdKdETkDohooaN+pZ81znU7fspIdBps2uOsyt2FQrRSqlIr6y/oTHAPO+KNv7rDng5HRIX443CTV06QiFKFY+o/D3Edk65JahupZlfbnO+vIsj26f8ejTM+M+UJ6DQbJKvOTaJp9PA//BUEhyYcC1eKYdLwF01cMz4z8zAM7iZnNmbxr3hbGSQ/tcb6TsP8s1QqV0f4nMHqHpys3rHt/6oMD1KxnKhTEFKRe1t0zhN79J+Jufwd6R8i8t8CzG/XRAkzGOTLUo0kGe9jm/HpOrq9FnG6GK4aYmWg9EI5jiulNyuZhcLsJKXKLAM+j8/kBu5ICZec8878rnqRXl9I7Zb3U57vYwnDgRPTT87bqEBvusgZYUtem+8eY7NjffcXjnZt04mTcXZ6GZJWlksY+bZE6avHpxyr0np3y+3ef2cYYHDSECE+NI/uHXyvyjj2psLunSprzdMb98POaXT0Zsn3kctPKGnuElMa6cdNEYKx7zo7+7zI/+3jKXrt2kMv8m/XGZf/N//oR/83/9xLgyS57NW5szfPPNBS4sZomDFkHYphtOTXXkSo9tYts1uZH5nHe+LyYc92MOOhG7usRsBRztKY8uXR9dNStN3ITA9BGRFRp3pDZOvR96XwwJxJPY0KJ1OjY5nRo+mfOESBQOLM/BN96JeO8NbfVF47KXQ0xNceH5JYfPuCF5t0/BHVCYL5l6uD/iN886/PZBl91nU3afBVgdsDrKLUoYCCPrZAxmVrhZuSTk5pGrUo6FUAIh7We2g1MKsUthihKXcGAck3QDnFA5rgUqcwWzBsixOuiPjCiq2xoRa58d6gyW0lrSOJPzM5jJgUpIyj7ooK8MzsE4zfES4l7ueNMglKsuzcjFd8iogW3bZM4mZBpj/tmfbfA//dk6O60+P/3siJ/fOaW5F9PYj1m5Ps/KG3PETkxn2KfXHDDYGeJ2A/75n87zL/50nof7A/7mixb3Hg7ZfRWxvy2hhIWTtyiWPIol3whcms0h/Z72zpSsUpCzvOzhFzP4Bd0NYpr7Exp7E+orLvVll9lln9klHzuTcHrQo3E8IMkIF+/RPQxovw6YDIQwTuMirFDZV1LYCSMyolCJqC3IoajvR2zuFBLPeCZ3W1mbkTkTiSgi4VmhVKRYKjEzk2V2VoKrgL3tBse7HSOCEh49dANCb2qIRsWiT6GoBtKQwB4Zukimk4VAij9RYGBqDQxayToVPlyzGYupMm+1uCgbVYNV5fZJ6CMZnc5kaqafY+/lvs9XPLOPD/tTgwaXeNBzM1x/t8r19yo0eyP2T3qc7Y8NXWB4Fqe5qhmLwoxLccY1xCHLUdSA3HgOU2HVWjajtnDYIZny2DjVCwsWhbqNHRZxwiLd4zHNg6EZwBuEg5SoX/7v/LyfLpQqOdFE8BEGTneECMtXVmaaRW/iUVytmamwQ7+foirMAHiqc6ieh7QBZYhBishqhPR2JlgNi3/2p7f4Z3/2Lv/5b1/wv/7rOzzY7hilouW62MHAlNZ2iUg0dNRGolzlSjVPdSZHL4zpSwCnrPtOYBpQ2WoGfyZDQeewOZd4EBG0QsYNkYAChhK9yXkZK0LCxi0K1Z5mqOhZVC5koF+jhHFa5ws2Ba0riU3jMKZxkJj33vFDk/Xn2B5JJKRdZPY8by7Emw8NYWXa0bxIA+uU8FG/ALULFpeKda54CyxVXKpzQ6Z+n18dN/nVSYPWi4Tmi8TQU7QpmuiWmoQvLqdbmJJAUw9dyYtZn5myOZvwwaVVPri0xvZhi3svj3h22Ge/G3PQjyksZE31JgGt3tgIWKuz6fDUEINC6J1M6Z1OjcOvVMU8w1/uVe0zaDUg66jpVjGC1kHSYWT1f//vuKGPE+aJJHqSKzsIWbyQZelilnxejhJo7k959rs+J7sTZjZsqhvKkZcTLTbRCTN1j1xO92vbiJm7zQHdpvDEaipraGLRk3BtMGVuvWBKkUq5okOpkKfiF/Ftnwdbu6bKyvmqZLk5X+PDlRUuFws0D3dpHu1SmKtRnKvx+asBf/nJCU93++beWchbvHPrGu+8e5WDZotPHjxl7+TURFt4CoAWkaCXoVDwKJU906Q+OetxfNr7/Rnm+sYcb19ZNIP1e4+P2T3ppKhxuQ9zU2x/QqjvSyMxhAMr0jpXYBgMTG6ioTpJaKYewTAmEwi5n5BfgLXFOheWFkzE0/NnDV5sNcgtO+SWbZYqCSvliEt5j+u5CpulORYWr7GweJWgcUDYPOBn9/f4yd0jPtlvs3yzyMrNIjN+yEwu4vhwbLJLm32L/EIFb6Zk7ne9TsikM2TaHhqKR07PWOl8SHseiyJUpIn4MBhoY/8xYrf5uRLzs2VaR2P2XnQ5ft1LRcUGJaw1I41CMGJxkymUiv7SLPAMSSjsr4Quui9q6KaLo5zmIR/dmuePP1yhnrc5OewYYYAWHd0nP3895PPdITOXPS6/X6S27vHwXt8UupN1Y3JFn+J80cQjSARsqh0w6egyfE5AUwNajm/FPRCac4t+TUOck6DZyRoBkgQ9EuzGU9HlJJ7Wv6BeRAbPD/B8NRTSGBQR4NQ30iU9k/hYGuC2hoxbQ65eXuCtt1bNHfOkccBp65RuYNPR2VzrXH+aisV8iYBs8pZPwfLoNIbm9RerPvWVMnMLBSoOVFyLl7tdXu12eHetwD94f47rC74ZPp42Rvz8aYefP+saLGrkSWyl15nSJRS1JVGuE7k4oWea/p4rzHvESDnEgfIfs7hWllU75qITcMG2qDLDTDJDptbHqveYX86zvlbneGTxf/z6hJ/cb7J4LcfidZ9eb0rzdGx6jXKTq49dqaXYcFGF9PMVZbb/YmjWDzvJ4sg9E0+JTYauYVudD9/TAfAH76/z9ffX2fBzzI8wyPj/9OA1P3t5SDyTIZGAapjgKgNYoufzvolX9/DqWS5tlLl6scKMgluHMf32hAevGzx83SDpAZoBaCieEZHJZe5ylrkrLjkRAgLRsSJ6SUQ/UgnbGLE4k2WxmmUxV2DJKxrR/W5TeM0hR0djUxrCqjF9YbHGO5dXmatVeXjQ4sFhi2ajS6PR5c0rdb75lRWurZZ5eXubl59uc/HGGptvrFKKR7iNAw4P2/zNdsRvDmPiqktcEZ4cfC+m5GZYlLPIcjg8G3F4OqSad5lXfuv6DH/4xhJvLRYZn50yPj3li4dD7j8cMs3kyc1UyVXKZLFN/ebkjI9PGjSmOtFbFCo265dcFleFfB+ZCJ3T44TjQ2WH25TncuQrWVpnCc2zmNm5kKWVkA+vlPgHN5f56kqdk1bEcTsmzvRJrAFP97t88bLHdmPM4lrOkItqonh5KXlC9xCts31FPZ0Mufsk4u7jmFHoEVs+5VqWzRseSxdd9g8H7B/qUjjFCUIu17N863KFm/MFMn0bu2cTWx0Sq8NkGjIeWUyUXFMJscoR04zLNJNlOIkNDSMMJdSR+DRHNhuT9RIzOFKl7nFMNNPOqzavt9u0i1m6s3LHVninPMui47HV3udFa5/iUp7iYt44C52hzeAo5tPbLT673aadydCxMlRmLZZXJIpJOD6IjYPw7397mb//7RWevG7y8f1DuuMMKytrrK8s8V7d4t26xfarM+4/OqIxTrBmqgxcj2eHDZ4dNWl3A9rKhA/0GaWxGWlPRmf4lEKWRtdEzBSyXN+c4dJ6CSvuYyV9+r3Q7N9nTZvTlstpS3aGkak/+bDGP/nuAsuliLODU169bvPLF/CLF7B+ed7UYt1jvijEdoqxFxHrF7894Be/PaTV0p01YaaY4Y0LOa6u+QbNPZe3GU4tOuMMr5tTXp4O2DobpPuGDEu6Fyk6JE7IjKa4SYZqfYlqfZHXh0fsHB5TciZsVOQMzPP9y5dM/e7+S3734CUPwgFPiwnVpRz/5I15/t7mDOPJKaPJGa+ObJ4feDxtWGz1Il6PEzY2smxc8Nh5NOTx73q0BwGZWQt7Rs7eVCym1yHShe/K8KVzo80gjBgGGkZOGQcB00FCqPVFNJsvY4IyrhGeR8L69zUhTgwQqeDbfOtmjW/dqHH95gdcvvkRed9l1HjG3s5T/vIXj/nPv3hEl4SulVAtZ1mr6Xtqs9WYmPKKMdlibCK/GGqW4zKJckxjD9ce4DgDI7itzbrGrNZsh7TaEdKeqmcoMo/lS2SPIXkpC1hiXmOW0PwoDCmWZIpzKRW0notkGDPswUBu5HHEQPum4l5EjLUtJiITDjQLsShVNAC2sKV2Hls0O6J4hVy6XuDN98osL2cp+YruCbl/p8/9z3t87atFvvbVAm/M57mUyzNne2QmOeyJz/PpHs+DfZrKR3VcDk7hzu8mbD2NeO+dIu/dKhKdjhi87Ju4qcJKhfxyxVD0FFVxpgFw1DfnlXpSxuq43L/TMeXfyJpamXXZFLlulPDFpwPu3x6w8q5vSgPgZBKbiNO9pyGdo4Rv/ck8f/AnC0xPW7SeH7P9asrzI5ftM5eNZYv1ZYuczAp+xDgIDRp+GsUsLtksLtrMWBEzVkynD3stmelm+OHXP+Dvfu0Dbv/6E27/6hMEmMrPLxLaDifHx7RbZ5QKUComrCy7rK+q92gxiBIz6C+FCaUgoduKaDQjOupvSigwY/PGZZ83ruTInU3INSYcvop4+jRm+yThlWWzTYbWIKYtskZO4oQs64s5vrFR5sZMjt/9rMVvf9am6waMdT+tO8aRWit7tBqiJ6ZKas1aNG9YvJBjfinLvMnwhZ//dMTP/mrIkeJr1jwWruT5539njn/+g3n+y3/Y46f/fo92L4NXLhuF4rA5MGfXohtRzEYUfRlrFLMC+WxAtRjz7uY8tzYXeLmtvscRx5Mp4axHru5xreJwreJy53DI3cMB6xt5vvV+jaWSx8tf90xV5mumdkcDvjg+phEOqdU95mY9rl8o88ZGiU5/zFGzx9H+iNO9CY39CcVchqLoWLrLaa6ZKdLMztLz5omKS8TFRdYWLrG6cInybA1/toidc0hGU+LxlFHSZJQ02H+5w6t7L3j26CWPnr/i2fa+6dHIhFOsWpTnlMXtm1jImVoBO5xgh2NePg95+lARmIpRtEqJ8k3UFM3XYyYKFlYTN9TiJdWXViS5HpQ9qgaNNggxJ12SqUU8mmJFIfPrFgvrFm5e02rfIKOOD4acHAy/FFAalbgya6WKLc1JRQdto67WC1NenQYDGgKryawMtf9uAKwriMmqSjMrjdJU+Fv937LP3cLpQNhoA+V6+zIKVXB7BRHrriKsRdZiriI7t8v8YtXUKJ5y0uvQ7A05PZuY8nHJqSltgopsM7RiKEfHlNi1jb27WrWpz2S4sebxlQs53r+Sp7ZeoLae50mny+fHLZ7sDtjemhpUYTTMEI1s4xhTqRFj6/KSSYiKmLKaNlbL4eqax/tv56guWrya9NkZjWjsyemLQZlJlSzMpBrUcryaoPV28N9QbuZ9kMZGDkA5IZRnlR7yzYk5k2Y+pa5RKXD1/gg5lzox5FjQZ6GBg0Ei6zUL8xTJ4aUmV/r5GCefBnxG/avc4f/2V7l/42mc5kYrq9jkH6RNIR381QTWJUAbR8EoFj2Da+6cplmCyvC4spAzKko5CnrhlP3OgN3GgMaJTfNEh06bcCiNrBpVIyxXlyW9asv8LsI0ZwKXTKhcCds0ct1SwOqNmLUbaf7Ky7sxZ6/VIUrfGmXP6ebz+2H1uTtFDmBh41RyA2phD7oW41PhFfVdVOM2YlFh5Os+syvJeU5izJNPLR5/muEr71i8dwtuvT3LrbdXWFzKEyQd+qMOH3/S4teftHj0KDQLbLuVDvPl/jSfj+Z1ypg0QgJ9rsbSbZzcqnwlQ6EqxeU5llUZD15A1gvpNy36LamwYiYDuT5jgxLU69WoUQ134RX1wJqMT2UVCcs971JdcJlOlUkaMFRzvJ8QCptR8Ez2bb83No1hM4Q2nQC5YdRci4zDUIphk7eZkQM4le5mrIRZuecXdchNKNVjim5CJUioJXB1w+Hqhk1l3qMw57F7Bh/fnnL/ecBQR00rzTaqVIVxhP6pRe8sMS6h4SChJ7S8sIxS3Zu8OOVV+SbbMZpqaDkmE2WMiKIsXFIpYbUGszdzzN7Mc9Ab8fKkT1eqm6zwtmq2Rox0UdHPi2LyuSxl5aFUXErlkFJFynldHmOGXY9xP2dc14Nxj/FkkOJ/MxJKyL2tb6k+VMN5M41WNRvS4Xvq3DcoVeXCTl3CqfLS05xt05QVLlRoTaFkhJpS/q1cRMTmYKlGtA71OmApD1zZvPEkXWf13dW6ra/55sY8Fzfm2LxS5uK1Ev1Bny/u7vDk0TEnhzEncvQJ6ye3j/As+VQYYgZhc1k6pxO6Z1PKeZ/l+SIXLha4eSvHxSs+B7sWB7vw4H6Tu1+c0jgb/b5hlkoo0ixUL581+Q2z87bJhmgd9Wkd9/nqN2umpEgMwoR2O+DRIz0fLUpln2IlR7kG5Xpo3Dhbj0N2t6RuzgqqY3CVcjOszvv86I/m+eiDGtu9ATu9vjmk3fv1gH4rMs5tCXJSGHWGq1dqXL1a4/hwyOMHLV49l3wrdd3ncyqtfbHBmGoQbJDIToZ8ScME32QtycEqJ6xZ3yYSLqWuQjlLjSu+kMGdERYoYazM9rOQG1dmuXllDt+zjTq+O5ywc9hk56hFmBiYborlKwk7Z5thXxAo7yGkWAxMboprZ816K/y7GslSEsqOa9zwwn4NYxPPIPVz3E+IBlqz5bJIKCxmKG1kKC9r7/PIZXwOtgYcbg2NE86gYT3bODSzyjET1j+JTD7gYKDGkfaTtFOmK6Gtd9MgtN20tJdqUDAamVLWqckyt5wU+yM8vIQLcUixmqFYtdm8mOHGdZvrl3wurc+wvlRiPJgYHOannw351cdDXko13YWGXo/Jojfh6EbhmA6r0rxoudicomVeq/DYGkybf5bR5TfC9ZR3lrpdUte9Bnapc0/PnZfNks0q20YRDHKIyBWZ5vP1R6HJB5e/37Oy1EueQZAtKkPYkwrfpZANTfnCsOpnhzanZw5nDZvidEQpGNPrDjhq9Q3i6VnX4VUvQxxoH434xhWP793McXU1y9yCZ/bET7a7/Ga7w8tXGV6/cuh3U+eMcqLnqwnzlYQ/+s7b/NG33yLr52j3p+wctvjl7af88tOnJNPYOIsuLOR5+3KF9WVlRQW43oSdvZEpjeonrk1Gw2JfQ2A9L4mp3igy6suRvkdyNw0txiOXySjLQAMvOfbGwvIGxo2mbLnITowzQM5GDYDVZJeQoXU4oqOhpga/mTTnsVSWGAPW10KWFmImQ5/JwDMNSNd2jFr495nY2Sm57JS33inz5q0yu90pn7/qc39naAgQg75lhmbTYYZme8pxY0i3rxUz/bbKoKQKzrG6+o7o0CsShhyVqoCEkbIhzZApIBkl+Oe45ZxxPmbMPqizqvCOU2X6KXtOojj1mHUGM7nC6TnLuF5zrilLWPThxDiA1URO87L13523O5W/JOSyMsyV03cWEjUifvzDWX78d2fBt9jvBDzfG3P3t13ufdKlsORTXMyRm9EFSQ2fgObRgKA34Y/fLvKDd4pEhQxtF56+mnLn06EpO2enObY5Bz/vmkZ3tzUxZwBFFegMpwFXvqj1Rp+XzoTKewwZdCKW14qmdH7U+D8INegNjUtUrmsrq/0UhqdSh0eMo3PM7MgE4eAUErLlyODRS5VUBNE8jGgeRXglDSNSUYfeSB3NJ6GasPrei0LhUZ5x7QFyOwAAIABJREFUmVmUWxOzP/Wb09T5qPxJYWxzEa5em3GaZxl1R4x6I+PCy2uBj4V1FnY3IpikaONEg1Nl5RoCsgYVugNhSn+O7i86h5mMY91ETL/fMlnAyjXXmSEIIxN9Uq3kqc3kKc9FlOdiOhLpdMa0Dqe0X4cmQkauQFeD5XP6koSili3Xq2TzWawoy7gL455+3QDLV75aRGE+Q64uFb2PHfpm0Nc+GBHIPX2euy4CUJpvnQ5lTDfdCCDTAbDEnOlmrcFFRKyMSuG85coV8lnnTjVx5JaTSlHLiM7+Ccyu+GbwrwwjIYj9qUVt7LKcyfO9b1/gu9/e4P/7bJf/+6dPuf+iQ0/PpDItkxAviZgklinFxuidVAZlqZClXHCZ2AkTrSESUWgY4WpwkCUvx4ViSNQ0G8fEoyhFy+mUJbT/IGEwSFIRWykVuGbldtUAXAOcQMLiVFgkkkzWS+G0I52d+rqTCmN7fpexs2YArDVF7h1/PsafT4fS41ZgcklNPmjeprwE5UW4UqlwvVhjWY6w6oTQH3Fn0OXOoENry6K5ZTHqpBEqes+L82m196Czl6LRmTr4JNT9KbP5iI16hfV6xWQ/h37CWGvTNKE/iTjsCuM2IpTSwFVzRXe5jBlqyR2gMs9jX3t06gKWs1eiT71+iTmFBlcUgcRZ+i4EmTGhLbrNOc42Uta8TyIDpLC+VsTaZoHVi3njGtWedbY74dX9IWcHU4rLFsWVDFEkGpWDK7eLhloZUTNC86yN+1NTugdq0KYLg4a/OnOvXq+xeq1GonzxyVhSTgquh2/bbDdb7LSarJVzXK2XuVatcrVYY8H16fZbdPttklyWJOfx9KjL716csn3aT+OlsPj6127w9fdvcHja5JNPH7N3dGZQxF4uS/8opHcU4GRFPPCMQE2EocFobEg6Wq/fvjDH164smbPHvReHvDxpERdtIg2qKx7FqlDeUzqHA8a9AEc4TkeZqqJXCD+udUN7R0qh0j0qP5/W6myVjdk6o17I9naLV6+bUAQKcHHe56oan5UcF3I583qtIEcm8DnudE09Ourz6HjI7mBCbc2hvm5TKyfUytA4Ddh6MaHbz1CulyhWC4YckVI8JibeJYp1n9DOp3NV2lgRhUI5tubLcH7jNvjgjEW56BrHWutowtFLkclGvx/+GoSk+g3m6Ur/ej7KS0kEhkbgQCwJ4TnNRw+yzp9ByIW1Ilc3y1xeLXNpscKM73K40+Bop8Gdxoi7zRHl9QwX5M5ZcHj2MOL5Q+Vqq/8SGbFPda5ghCDDyZThKGDSmjCR8Eyvy3y3U/S+/iqkv8qcSdSYdkT0EThT1KxUmJsSXr4kcKWiNS8rkklMRgNhO22mj0NFYWnenTXr67Q1MXX5Qo2b1+cNMnM4btMddtltROwqT1bTqFBRChmDj1WOsoF0hTA8z4i9sLnAG2+tsbY+Q/PgkNbBgTnP6FzzzlKB716qsJLLcHjUY1sC89c9fr7TNWus7hGmzPlb9wlRqCaGVEWUNQQQRdnoXCyxru5ZGbmzIoeZbELdC1nTIHFjg1sbFzhqHHDUPCTrR1RnPc4mMX/1eMBvdsZUL+aoXvQNAUPPgvZUOVbUd5hd8JhVVq/2TTWfhd3dC+geh4aokIxtsw8I7mO+I+cI6CiIiMKIH3x0jb/z0TVmJY7fPeP1zhn/9WWDX8vBKzFS3SXpRcTN0MQfmTOY2oIaDMuxVvdYqvksVnPMl3JGvPp8v8Hz/TN6pwn9U/VeMuZcVqjLYV7l6vszNLc7NHc6KclwEpveYGXeZ2bWY92FdW2jEjKEctTGbA0idobqeaXr66LnsprzqEpMK1FBCC/ldGwM6ZlIvpCb12t8/f1FLq0WePS7HR7f3uH6O2tcv7XGghtQ6Tc53u/y0wcjfvligq1B1KxF1k/d23nXNkjJgu3QGk1ojscs+A4bxSyXZ3LcmMuxUfTIjiNTf32vy19/0aMf2/jlnMnjrhUd6iWXz/e63Nnr0hbdz1KcQYbVDYelZceQUIQmVqya+p3DsfS1ypS2GckFN4q5er3E2+9UuLwgJHlEKYw4PIg5PEyYW1bUU4adxoCH2132WmM2NgtsbBYpJ1DWShPIRYh5X5qtock3bTZdWi1RZvLkcgUz2LDLY8grskt9A5HOJiSTEfMzGa5dybM85xO2LKJWhvn8hIWCxHEitCSmz4IfQS6ilK9SzlfN+XcwGNI3Du+ESWyxMFtgQWuJrtjqfao/mkxMlNvT7RFPXw3piNzmu6zMl/n6hVkuzvocD4446R/h130zcHAmLpm2SB8JH98b8PG9IUVFAS2Umakm1MsS/U3YOx3THcR8/+0l/ujtZfaPGzza2meKxcqlVVbW56mHA+phn37HptVyGWlPySX0rYgXjRFbjRGt5jilrPWmtBT5GCieLxV3p3mwabyD7i/Kpl1YLBoMcRINicOhybEPHIvRMMOwYdNv6t4+MfX996v8D9+e5UotQ6YzpN+YcHs75tPtmEzRJVNymKv6rNbyVEsuifxVnrJAI04aEaO+8KgD7EhUSMsMTJbKPosVj8E4Q3ugCgx5qzMaM7RiU4vzM2ws1o1o/s6Dfbb3OvilEjlhtq2xKYmeFgsJK3mHr1TmeK8yy4Pnxzx8fsKOHXJQs6mslPjhlSU+ujhLNjsi6w15td/n6aseD/fHPD6NeNlLuPlejTffm+Hp3Q6f/vyMRjvAncviVCUCCrHsEFvRAlpjDe497UnrOVDfSP057aeK1QqG2vM1yEsr62Tx3CzhVAaCiSG0JdOUKrOx7LGx5DNXX6dev2gyTa/NTak6fZ483eXJ0z3uHoy4ezgiW8mysq54I5u9xsCUiZWQYDoSUtYlmjgM1CdVJEdhglOYpNEtuseGMOgoDiLtfRlzlMiftmJfznNcsxITKiJQQoqUKpTPO1QlDhYxxeyDuhem8ShaA4TjDtUD9dJ9Vn0xmR5EiVLfypZTqJ8hGWSMoSXMhMzMZU3G+9KSy+pyilZ+/HDC40djrlx0uLzp8tZcnlvVkhFZDJqhcd12ZyZpZab0ooCTRshLGel2YXU1x+qqz+hwQmd7wFSmsRmfzIxckwmFfGKEhiq5lDvHIWcHAS93Ql6+DmEpgWVY1n5QLZKPMzx91OHpoy7zoiJc9AwNVL2jXiPh4Cm0Dy3e/V6Bd7+Xxx4MCA47HOwnPDv0eHmcZbEu5HBAuayzir4loi+mJq+lOYelOZtcEJGXKxjdh3yTs3194QJvzG+w83Kb1y9fmVxwe65kqCGNgzO6px2KZZ9SOcds3WKuLvpZwkBk2zhizrOYy1r0ZJo6imhMIhoioFbgres+b1338M6meEJEb4U8fRTx8ijhmWXxlAxDUQwmFp5rUc5bbM7n+ejqHG8vVbh/p2Vquz9iR7S8ksxjHovzPsXEoxj7dKZDGuOuoVhVV2zmFrKsl6tslKv88i9PTW0H0Jj3qG7m+Jc/qPMv/rjOL/7jAX/7Fwc0OhZxvmDOpfJiyGCVTIckwcCcYSRclih8cdFjZcljpWCxXLB4vTfgycseHe3tC2VyNZ81Z8yaPeGxKHI9DcwVQ+czm7fZ+nzK1p0p/ThLP8qSaNZSUh87wncGFPwx66sF1lfzRqSkfepgf8yr7RG7r8eGNDKrNT/ysSY5vNIyxeUrZCpLJmrhUG57V/Qp39C38KbmHq1+rdaJ4mzGlCh/mYFN46jHfTME3qbbb9DpnZGriLRsmRgw12D/s0y7EyadMWdnEScn2otlGLTmEuWbuMUJ2dLYZHGpTB6U8Dxay/IYBJgujDrEiKecQQgbDYKlDAxZXE1YWBUKr4yXU4B9yP7rFvs7LUQHk/CxkFNmpm8WoDCZMgnTId+wrXwwBX9roUxPdhpSauBr/rxzZKbB85i/p2ZFmqWmwaMZ0Jr1KcXqGbyQyZeJzZDJ5NfqMi81vnHFpo4KkwEitrYY/MoCS4FopnGjtU6XeGH4TDp6zoxqsIdgy82lLJusbRy2dhxxY9Hlo8t5vvdmkUtfrXLpqzM8HDX57dkxrzsj+qO0+Ri0HIKWzeGxcoZGDJXVK5eQzhuL4C8oU84iGclC7nBhVg02aDGhHQd0Og7dtmPeN4WKSzljLmoa6hjllvLlhPjUSv3fOaTPna1f5vyaHr2xxf/+rTT4wrTS4a8aBsYBq2xSvU/CckphMA1//9moAeZnZbvPEU6EXp4SjkPTmFGZ+WQ6ozTzEzUfhHTToujmknS4rHxdJ6KgIVAxRzjOcPB8xOAk4Md/tMCPvr/As60Ov/nslL0zIcjSBtA0sZkKk3RqMz5StlBMnBP3IDQXMP2+sTCOY7CmujRJ0GCR+FOTZbV0JWHxMgxbcPQMukfp72puocI2+OoGp8pm0/8wCGjLDKMKJWG34xTx0Y6ZNCCQisuwnuDKzSKXbwgTI5Vk36Agtx9h6p/84zz/9B8XuLAxQ96vY9lZRuGIs86Af/fnp/zbPz+joUGjnrcvc02FnEzSXCg1noQS/r38VV9Uw1tNjOtmdlkDNc80F/S+D4d9hoM+g6ZDv+US6vIj+b9cdl9e5r8US5w3drQpp4M5l9piltpC1uTYGgdQN2QyEF5SuY6p+0PNC4ky9LypEazhpJwz2seVg6YywHbDZ09bLrrIrVzwWdnwSJyAiUBUcYQ+wrIFt9Yc3lm1mVfDYs1hZLm8PnN4fWqzfRiYHA5l2EXRmNaR3E7QPEwbaGomJhmbRMNzP8bJh+lhQ4uqkEZCb/XGBmGXibIm+rSWmbJQTvjWny2YUgPnsyfH7ByMaLaVa5NhOtLnLixWhGMrk8El5/omU7xcnlCuqNGc0G8kNA8ynO46DOQ4sydYGamXUwPOl85HgwM9d0imXzTlJKv5n65haYa2BkVFkqhkDpUmA0n5fcnU/Ew19b2K8oTT7OogShgZCavcW65BqnebgcGxCZOZtTyT3achuPq43/3DN/jed98AZ8Jg0mZr65TffXLIsyfNczakei+JiCtp01SZ6FWLWj1rcr6OXqrJM+X6tSLf+aNZ3nmvzOKSj5/P8G//9RH/9t8cGRRGRvgmuQA0wJ4mpsE4VWN4scL8as3kgk/GPcLJkGwyJRtP+egHS3z0g2Ujlnm93WXrRZednSE7r0dGYemrwTrjUK07Rsm692rCwY6EMB7Djm/WpDAcc+VCjn/6ozV+8J05Hhw1uH/Y4NGnYx5+MqV5rGG61iKL+kLB5Mp948NNPvxwk8cPjvnrv3zGJ7/axjWDJnX09dwInZli11PIQHq4V26YSmjDXEG5v3IRjgwiezKSk1uHexff9bBkbimG5nAbnsZEJzHfen+Nb72/bjJs5b7rTcZ8fHuHj2+/NoPeINBBQ2IYFyvrMo48JsqGiPrYcc80vpXBpiZWzmTLWimNYMYxe9xUTagxKcK8mzBuyiUVpI+kSLRrDrVNl+JChv5xSP9Eh+jEIF3lUNEAWEIDL1vAs3PEkyHxZGTIHLosyq1hTvGOUG4hmUSNTg9bC71ln79nMeF0RDQZG+yRLkmOhDmmAWURxFMzpFpczbK05rG4FLG0EHBts8yH797g1vVNBp0uw06Xe/cb3P7sjMfPRzx8FvN8R9lFQqmnAggNKNRwVENbDbTYdUwW15cZxOasIEeKdG5e6tTV8ULPqDCYnnG8pUNq7R3BMGvKq8TkZkPzHkvtKufn4eGEw8MpJbm+ZjzevF7gow8rfOVmkXk/x4Kf43RrYGrnRZvdV12ev+rz+AyenFosFDHYGE+LUVYCFzgKXU6nDuNOyLgb8EYd3l2CGxs53nl3jotXy9w+OuP20SlbX4S8upvQPElMfozvZ7hxMWvqG+9/l2++/4ccH+9z794nfP7oHlu9xFS3OTWu23rJ5sJKlrXVLMtrrsHx3f20z71PB5o7YJnXmaHsW6Zm8gnVvFztGspGFJ0My5UsNbn6x3mmozz7vQn7vTFHrTGNzpRmf2owg5qrluZdU8J/qqGq4VRzf0j7eGyiQHROnJ13mF90yVd0Dg1IsiGdQ4f2kc2klzAdxLhSrmagaCuPVYOMhB/9sMKPflilm4Qmx+dlY4pf9Az6sRdk6U1ddg8GbL0UfmlIv4NBVLlJmokkUUSkXFWD4pcYwGL+Qo6FjRyjKKKjYXYnYHimAcp5PqANxbpDadY1Q22hJnVGHnamDLtTRr2AsRByGiJq7iYSQi6DncsQ27ZxIifirw0Cc0a1/QxWNmMQYToHZ+IYO5FzOoNbEubYYdzA1He+mefb38hxYbNCZa7MaOrwk//nwFSYC4n8iPp6lrWrOdyKxZEy0rsj3s5avJ3NcPm9Cpc/nGH7KOKv/kubv/qrNhk1moUkNYI9iZBi40DTANcpJmZAm5faV44ZCZM0JNUQLe1Xc/FC3dRwPGb/qEmvPzKuSC+r4a6a2ZYRQwY9m34/ojuY0OlPoZuQdBNyMzaFBa11lrnsi3RythfS2AtN5qtfxaDe3ThrhrF9iTBEKppaZCYWhZpDeVVOwSzWJEs8sekO+qYcYaiKGtLp/uCRibP0dsf0Xo8oL3vUL+UNVrpzMmJwOiVqZ0wlxYikJIkQaB6qP8tgpYeKMxGeXy6wdA0xjq3zBButmY4vAUyKOp2bL7F+cY61jRn647O0THZxZJoMrW3lwkZ4EtsIVWqpCaJzXkrokThCrketwVp3RWVRHp9iJOxCTG4+g1+300Z97JizdPdwYkQWtu+az1bYPVUacq0DQeoAthQLIEGgXMDnwwsNgIJQDo/QZBtrkKjhcSKhgo7JZgBsMdUZPLFY2syzeFHuxjGtwZClrMc7lRnen69z5VrF1K+fHPOT23vce9Lh6HVA5zSiaNsUMg5DJ8PQFWVDiMyJuWPlsxr2ZUjyianYgJmEmHaZrRWMAG3/SZ+9pwNzF9AZM1dwqVRTNKrc4+0T3RGE9A7JFjJp/q3uPPbERD60DxJah+m980sykjkiGxqO8PU6t6YCrjh0GHUldHHJLUJ+wWLSnzBqjsz7ouc0K9LTjL7LMVdrRd6slVguO0awFftTnjPgWTKg9TJD65VN98Si31YOa0J2OTI1OsVUbEI6s9gaOCdTPAJzJlFt3qxz9b0FFhbz5ETOiEJ+9dkxv/7syMQWVOeEIhc1LzYlwlJoxC3nMTmGoCWspl6o6FEiPikDVk7smPFAAijlv4q08HtSOMKSyMmo90ixG1kv5uKlMhc3K0yGAb3mmNPXE3afjWmeBnhzmMrl8uRzeSOG1PdG60ZPCMXW0KDRRZDS76Jbt35Fie2EUbz87hKX312m2+lyst8gGo7JZUDpRE2mNKwJN+szfH1hjs1cmXqUIy+stCXRaEg3CuiFAbu9NlutU457AyMS7Q/h2998i+98422ODpt8/OuH7B2cUqrljTjx0Ijg+sQ6o3heKjwx4rIIexpjT2K+emGOP7i6ZJBKd18f8EzObhKawMLCHAsL8wzaQ462T+h3BngFOQkdgzN0k8DQYXQ2E71KDjfkIJcgcj7DSqXEeqXCdBCyd9hm97DNOAoZRSHXV2u8e2GBS/UCiyIaRCFnWyecbp3weBDzaBDTjG2mEr5qeFUNyFcCZmczJrqm1YzY2Q4Z9TPUK3lmynmcjGfIZ6ETELhyio3pdYYGo28GpCLRZPO42YLJi9bgQydg11GjzSbrxKY6h1NOX0+NqCVz7v6VEE8NITXFjahZlyA9r2Gcnr0M3ldK+JIRl3jOEE9khokQeIpEsbCLGd5/e5l/+sdv8pXNWT7/5Qs++9VzvhiPuTcek1+MWbsA5YrFq6ce28+yRvij0p1orp4zIunuJKSvXN3GmImEZ8rKNoPfNG9e6+15q+m8V2QZyoOMDPp2jjoBo+7UuHL19+VwFtpB9BndrVSOmzM1moZ0hyMTleLZDlkN+1oBYTtgc7XMG5eq1GYklJyYbPH7r4Y8eDkyMT46D2V9oas9I5qQ+FERKsEoMWj4r3zlCt/+zttcvbLAZ598yme/+ZT1tTnWVud4e67IV2q+GbQ9f9ng0XaTn58M+NuTvhFsqscoMWLWVaSYx2QyNuKKqRxdig5ybSN4t125rsYE4wlM0jwKnZmzhZjllSI//vbb/Pijt7nz22fc+eQZg1EbJz+lFYR8cWzxrJXBX/Hxl31c4SsVFzAJjJBiGgYsrRdZWiuY/OvpeMywE9I/S/NxhcafdETmUV55mhevO5f6DqIyBZOAf/THt0z53TZHd5/w5Nk+Pz+ccLsZ4M95poJOwPh0Ypx1ZmivK3cprbxrUXSVK1nkzUuzLNR9dg7P2Dk642g34WhPg0H1xGBmyedr31/h/e+v8uDjfR78Zp+TgzHdTkKulOONW7Ncf2OGy5OAS+OAs54EnX1ejwIehzavhAsu+1TKHtcKBd7MF6A74eWrM17vtznsRRwpdz2WOy/LGzdrfPX9WdbWfO789jV3frvLra+t8c7X1tkowlIwoLHX4ycfd/nZF318ZWYupnFBjqtnMUPe9fGcLENnytCesuE7XPVdlp2EGQLqGYu6XWbWqfCvPm/xr+60aEwjk7Uuo8v6osvGYpbHL8emuuoTK8+1JPepzdKSQzXnMZPzDKr4cE8UrIjOCLrq/0hEZsd8+M11vvu9S1RyIUdb2xxuHbG3lZh68ysV3vxqlePBmEc7HY66Y65dLXP1WoXCOKYwTgxOs9UJabSn5p83+yElt0gpW2S2UmJupmQc+3u9I456DYJJjmCcM4LjyaiPPxNTu+ySn3UYijx5Cm/XM7w9a+NL5mIMKTpr6SwXcbG2woXasulNDYYdzjo9ts/6nPSnXN9cMCWcZzwY0x+NOBz22O32ubsdce+VxK8SJ1pcWCny0VfnuHEpx3Bywmh6SlaRDCUXeg7JqU1jF37+OOBnjwOu31zh+pvLzJZiClaXybTLdqdPczThW2tL/MHaEt3WKQcHe4bOufbmKvMXZxnuHTHYP8Kzl8j7F42rMbBadKM+2z141YXm6ZDm2ZD90yGvT4e0h4HpcSqjtpSxTeleJ8JZICFWycPJayA5IZyMsesZnAWdLzNwZhGfWuYZltjvo3dL/PCbM7y96LEcZfCG8GAv4uFeyOGgx8GwT63ss7lYo1bxGbmRqVqtTq02SzIZM2qe0Wt1OGtP6A1DVuolVmdLDEYZml1h9iP8TICTmRpi32kS8vbmGt+4font/T7/23/8gp/+7pW5P1mexZrwwSses0WYyUbUMgkXJi4bkyyvdgemGvkMvUWf6lqVr2+u8u7GInOzGWbrGV693uPx05fcfdHmi72Ip8L4fn+VD76/whe/bfC3/+nAYHNz83mcivoyQmkPcGPblHpFAqarj6ae/XSg/VO9hZROZvqVomX5sRmAFjyfoucRaE4Sjcx/E3Rspr20n6lMWNHbMhOHr16c4c8+WuVb18pMWm1T/+6zNv/+sxZh1WP5RoWcSDKNNqdnHbNuSmSWSUQizBsSXFdxRcMJ2XqEWxeWH+NcNfcb0e/a5z1ARcad9/KzeSjVUmpMaHpTohKKhBSTk9jd901kS84PTMkUoyGwIjJHIrhqi9VcJZvGRWkQrp3f5LsPMsRNm6QrsU1EoS6RkO5VFotLDjffcpmdc3i+FfFiK6JejqhXIt6dK/CthRlWXZej3TZHux1y18vkrlUYORNawzbN9pjGkU3nTGdcRaK4dPanNLdHdIcRA9dikrdYWc6wvGxxbbXGG2uzBr1+94sTHj/vctzzOO5nGecmjPMTlut5rs3NUHZcXm03ebnT+n0EipREGsJ2WxmOnzq0DxyufBhz9cOYYhzg9SecnDg8O8jx4sijWhgxUxxSq0bUa7pvJGjLlVhuecZmueaQGYZYo4hCKUdlvmrO0tmhhzf0GI80xxsRFCGs2ya2qb3Ton/YpzhTo1idoVhMjMhfot5hHDCxIlarNqszWhNj2nsRJ4OAAysgKMbcupk1lW0GZBsB+89CntwP2TqIuW/BfV0fYlHpXErE1DOhcdl/961V3ttcYOtVkxcvW3y22+P27oBJNmZRvaY1nxvVBVOvW00enxzSz/TIz4XU5jyuL2xwbeECH/+nbVNPByE7VY/CWo7/+Ycz/MsfVrn9/x5x+ydHHLdg4PpkcnnmizmqfpZeq0m33UgpmBYsrpS4+kadq1erOP0z3P4ZB0cB24cxIyePvzxLvpqjPm5QG5/xKvZMLc1luLWRMJOF508sXjyFp/tTUyvLdb72zhrrCw7RcBdrekx9SWI239yhk8Bh92DKgxcDIwhaXSuyulYgnM4wGFSZnb/GjVtfp7qwxp2HL7j76AWtboN2r8FgfMpwesJ4OmDYzzIceGy+scDmjQWurF3m6tIbWFOfO/e2+OLhC47OnnF0+gyvFFKopWrGySjDsJ+hfTimczgxInkh6PX8WXamnOjQ6+UT/ILytdKMSUPCUdaYmp9yxfga6GHcCHKtJJGUuWZaa5SBlZmYai3GK+TJFooGr6fMwU5bjq/UV5V1s3hZbbEJ42DMeDpl2pfbQnhDi6yaI3IymjtpqrLX3cAREsZxzVBaG7Mu92qimUvheTamGaScywK/dACbYW8agPv7xotxJ+rnazip24b5d3QHPc9j+/1t/5y3JweeBK6uQuklpBYyNs0yDQ02OSKJQpZLNtfms9xc8Vm+WmTlSpGm3ecg7DBxIrK+kHcKD49otyI6TYtuUwqqFCEmR9+XTa1kpAGwMCIZSlognZh+HNDXBjt0GQ+cNMuzL0eFMnKkoLGM60t4Ig3WVHoD40jDogRPinbD40xfvxCNQzVQJ2rspw5Sg+LIy5ktJIeajwmRMnKkvtUV/8ubkDYAZd0YzLMak6m7ONJgWKrAIDJOiVREkPYYdNMzeD8NUc8xsrmyhqnGK2p+VzWdXMsjmzia4VKxbd57s8y7b5a5+6DDz3/d4KQ3xVfOV81mNAoYjwIGZxbUEBQ4AAAgAElEQVQDOXCVbyNGhT4rkwcrvEWKC88EjsEZSeGqxkviT1jYdFi45DBsxhw9U1aYcvdSp00i1LmfNjuM6tdkXunCowwoyygMNQBWY2TSjZm2YqJB6gIRGuPKzRJXbpaJwilnJz2GPTWxlCVl8ff/TpU/+X6VuQWfxM3SGSRs7Qx59mLA3/5Nj7/9my7jqQQLcoVKxZtmvcZRQKQGp+EoO/8/Ue/9I8mdnnk+4SPS2/Kuq7vaN8lpenLI0WqkGWl0Ou3hzA8r3OGAu9P/tQvc3UICFrcrauRGmuGQQ9sk27FddVeXd5lZaSPDRxyeN4ojEC8GGBa7KzMjv+Z9n+fz5LgQyT8lQsmEaVuSQUlMneQqUUVNFwWPHlmESQ+YdIl+lVt23mQ+x1qJzkjyn/MGpUrMH//MgoliPUOxxrWBuTUcZPGzN5AylJCdXqK6zmXhMtiUD5zLg4JElG8ZdF6ILeK9LRnERGzsKQmqrRxxw0uKSsceX22aEEaNjbqKy3VmzaqozdNxr6M/1dFhJvB+jO29WFA0zNEZ9TOMuQEwf+08O1xViOky5T0xCoG4uROi3Jk/KGjyXMnMfCEONNaaGdYXVbzxFzN44y9m8XSvhy/vH+L5jouTjoLBgLmqefE1ylIRaeLGtzQN84sK5hZVdI9Cqf4RMDjW4Y35+HNYS6QZB/k8abOjzy4jV0MOqulC5M/ljk1iSEXMIq4x/p02ssQBaQ06n3E1RMbgIC2CwXw+EjOlWUssGR2eOXqsVDHlwhxOU4RTutCYv8xMRxWlgo5GzcHbb1/A22+t46QzwPOtY+zudXF02EevN8nX2TiTfA8WUYxWiZlNKkjGY2OeGI9G1cT6BQfXrhZQqxoYUs15EuGLO3188fWZdOicminvWTgMEY7ZfM4HbbOrVSxuNGAVMwTTEdTUw3zVlLpw1cH6NQcnxwGePXLx/NkU0yDCNIxQrRNvYcsQeThMMeJlcxBhTJwb18iJLth+roHXLlXxv//PV/CLP1zCpw+38OnDFzjYjtDZA3rdVLDhQZyhXrdQq1u4enUWV6/OYHdviO/uHuHJ466ofE0ens8dARKXyL3gXImeY441aZgYFDRZbHLltipBdvp5hiApBMypVZwMSSVBYqTIBkDWV3B1tY6rK3QfV7F2kepVFZ98sY1PPt/GyMvkMk03Ot1kvD3wYsm4OC0KoYUBovOIBK5hdGrzkO4w87CqS7OcF3ZmK6bM6Y4UxMTL0clIJX4QozJPZKWNQkNDb8dDb8dHOM7FLVwLjVI+ANayErTUQey5UhQc8fPkN5jf01QafHGexcznkk4ehSg/kjuIJGdjPxL8OkucwNxfOcQrx3DKCS5ec6QW2wbmyjrma2XMN+fQKDVwtNPH0e4Ah8cjqVMeSo+B4x6JkaGk6rkhKQD5sDHT6WJTBCcpOV58LnjJl/MB0Yu5s5nFDBsqwAX8wbeZ6z/PUjIAZja9LuchvZjAIlKnQuxs3hRkJnKj6qBddzDT0DHXzNAoMtNPh+Iz39PD2ZGP09Mpumc+Tvo+TrwEp14qWddEUdoWv1t5k9RjkzFjVnu+Zy8YCVadFBvzFt5+o4Fr1yt4NjqTevg4xv37jN7IoMYZGo6BN6608OaVFmbqi5ipLeHl7hHuPn6Khy92cKaYOFMMcVcRS9uuK1hfMrC4YKExW5B8128/H+Pbz0aI6PzmpZ8XQ5PNzZSaODgUBXDfDYB2wcDGnIN20cTZGaQGzJfxIqkRv7fiIlehch0pW7AELZyJA5TuJlJM6AST7ETmpzUzKZ6BJDfSZXwBSRa5K5aDFi1WYMQ6zITq0xiWnuDd10t4540SGvMW1LKGwAB2ez72uj6cgoNC0cbIjXDcnaI3CqWxMPUVUTxTyDTuhhidhgjGiaivKcRpLFloLpoIsgwu11g26M4SRHSVyMWVWa25q5k5m0QZ0tmWBDltQ9zAXizrM4kU/Hm6eemq5gYvrlJSVATPm589xIEka4wKNWaUBfNjVHGUcp3xOPzzEty4bEvdutzA1QtNaR787T/tSo39FCMvlWH77LoNu6FiErKpH2EhSjEfpXjtVhmvv1WDhwz3XkzxzdMp9ndS7O8we4hNT7rmIWsBHfZGNYHBDGhms1o6DGbw8tvPc7TK3CYVBa2AguZIY+FsOJHzvqnrgiMzJR+YZ0cdSmTAZ7MpCDH2QmTjDBgzX9oUpw2/h4kXIfJiTMcJXP67IjMPKfxUkPlsCNGJHyPIYnHwOjK4zs/tbGppOsU4xMsH4tCgc5/nJmI8kViCQXP3fUz2Pck/n7lSFCR1/8QT9yxdImmfA+AYYNYx3xPeKJmFNtGQuDxvJtComJa7RK7PE9oJf9bQxDnGvZOxHLOLZSyvNbGwVMP+TkeKhjfisyIvgXvsw+vRIcXnR6UJU9ZvinA4mOadxcjIGtBFlMmS+w//OieD3kxhsjlDV5Fhwu2GGJ4EMmTie8Hz3fmPnys0+eDn7mbGLJIARfVeHkJB+kkqgjPeU+gUYdNGzmp8TsmOUXJSQhDE8rOLV4pyD5qEPnrjCZYcA2+1q3h/oYbV5QpWl8u4szvAvzw+xd3NCV6+CHF6GMMiXjFR4WuAxwEM8+aFYETHQgwtSaDXMhgUhBQ1QdHREWeSqgINbifDtJPlLtJpAMNWUG5YKFZNDAcxRoNYBuQ2s+5F2MP/6t8oOe5ZBrdPUgcz6POceD7frJD7axTIudvgdzbTJFaEza/SnCYlZ+SxL/cfky4JuUMT253gzcsz+OD6IhoWMOp0MA6G8BcV+AvA1r1EanCYIjjLsYzGUgJ9KUFMsaWrIRqoiPoKzFhFu6KjToStH0h8xtxaCUtXqmi3bZQ5sAHw3ZMz3H3SF/EABbeMZuLFnwMlGbudX20pumJ3hGsfBcQJkf0pYDn5AJtnF7r3+Z/pWo6+9XxGIvDylz/XFE5ZViKZ7kvzFSzPVzDohDjdc9HvhEJh8f0UajmDUqLTw5RiBAPPo3ReTwce3L4nnwddM78XK2vM0tZkP1ramMfixjy6h2fYe36ILAxQrdioVEyM4wCjxMeSZWHdKaCp20IxKVsFzM/WMDdTw4OdYzzcOYZvhLAadNYDSpBBCYGrl5dx7fIKdg+6+Ozrx9ja53fSQAgNJ9s+jncCFKsO6rMlWbcZl0U3pJxnByFevzyHD15dlfzV/tkER70RHhx1cf+oh0qzhmqrJgKezPeR0mV5nv2bUjAd8PzEzz3PvhaXDdf5mir51kuNKtbqdcRegsOjPg6PBzDKttRqzcIlOn0cA22KFONUBsS7R0M8G6d4RgqO9CzYoAUq5RTVcoKZlonZtol+P8H2diTkkGrZQdGxRRzAmA21mEEr5cObiP2aMBJRBouXeVWjH52O7lzuIoIE9ho4ANZSjLspBgcpRh26zLk/UHCXq8+FmsOBKVci7oe8a7BZTlGgYkFXGRvAc6EPlR43ivkYU0Vamp7hjatt/OUfX8K7V5p4uXmIl5tHuNN38XXfhVImalaR/elgh8V1MkYUx0KsqDcLcl8OIgW+n2FyMoZ7PJIBLgXw3BaEqiWqf97NSOBiH4l0gFwUyLXPm8QSF9Fo1tBo1ISIVeC5HwlOTntSmmlDs2yEHNhHvgzLLVUVRGk8TJEME6ySdLZUwmK7gLlWEaWChd/cO8Wv750iVFIxYZAEwfWE348wShBQkCEUsAy3X7mAH79zFZcutHD//n3cu38PNzZWcWNjDeuGjmU/QNJ3cW/3DPf2BrjT83Gn6zPpDUYpF2BqngHN53pGlHsEJj9HjBKjkKVEEViGmPuwH/3+3sv7qObwvbbw4atr+Mkra3j48AAPH+5j6rvQLCILM5x4OrqhBrWRFyObrEhFQsETyRtBiDkOgFeLInQPKSolFWSgwB9AeiwBRWG2CdtmlBl7V7Ege9l/4/3jL3/+I/yHn/8I6lkPW189wMOn+/j8LMHdSSpOS7tpiYhy2vVlAExXLlt7GdXmZQoNMlhahvm6jY3FGhZaBaTMh0aMw/0YB3sxzkYBJn4Is6Lh3Z8t492fL+PR1/t49PWB/H6WWkCzUsDFlQKWZ00ERy6CYxfDOMIgiyR66CBK0YOC1cUG1hbrQjwruRHc3hT7h2McdqfoBgm6Ic+eBhLPwOVrDbz6RhMra0VsPexi6/su6rMF1GeLuDBr4+qsJSLDjz4+wcd3ekKOKLZ5/yMZjL1BBYZCiooKg1S/Uob1ooUrJQttNYETTlBMYlT1EmpGCX/9nYe/uevhaJLv+byXXFsr4vpaCY+3p3iyMxXnaJCkKFY0bGw4uHDBQUk1UdJMHO+72Nseoz+IMYl0uBGzT0MEWYj3P1zGz/5kHY2Kiu5+B4cve3j03RiPv5vgxut13Hy9jkEQYmt/jLNJgPWLJVy8WIYZJLCIjuU50E0EY8yMzg5jWGStsLDUqGC1VYWmJTgYdnEyGULVylDVEjyaIMZ9mKUEtVVLBILxMEE8SHBzroRbs0XYHNR5ofSGlJjPeQzbqMDRy0j0BL7mIVRCGeTxELhcL2KpXpTepzcNMU1jjMxEIsS+eODji/se+jQ5uSnWFh385O0Gbly24AcDBEEfTqWIQqWEdJIi7IUYHCfYPLCweWBjdt7CDJ2eJQVti0MzH98eDMQZ/t7aLN5fm0UU+hiOx5hmMTxbR2xrmLcDzDs+ivosHH0RrpfgqHuMw34fu1NFajQMMBoFQkHqDnPhoTCGSavhHZytvViRPqTcPSgGpYA6JeUvQGlBR2XFQpFi9pEGc6hiMHYxmExxfd3CG9cLuDHn4JLjoJTouPfCw/0XHvZdli/CS8YoVSoWKkS/NzRcWmjh4kILKuPE+gOMe2MMz3xMxxFq7ZJQG077wN4xs5gp7CedwkcfKfpIcHVhHq8vr+C46+G/fv4M3748QpskmiUb11fruLZWl+GvnbjQpx6yAx+go/c4xeOTFCNNQUKCYtPG8lwdaws1vLZexasXq3BHY3RO+9jc6eHJdh8vjse4/ONlXPnxMr79qovf/HIfx10fZtOEUiKq2ocbBEI+JAGRe0lMUwz7HxF7LxQMkfDDs7uC0MuFbiYNFuznqjkRjWKiTI2l1564OhKeBTVStCKJiYALXJwr4sPXWri9UUPbNtC2TPz9d4f4+++OMNEVlOZLsKu8i4bQtQgnZyFOzyIZTNmKJSRX9qd5dtUaGbRmJuuGxYeAA2AOf9mfyiE/4twlzUK3M0HNMsOdcVocZDOGSeU9iHcCZgqrKiqVVNysvqtIeZw9ULhEkpKWSrwc3dEs4f1wWDdWEfd0pAMNpVaMUotzCIGAYHZOx/Xrjvzv/kmIg5MQ9YItwpNXqg7erRcwryk4OOni4LgLc6MkFdEpPg7hjXh3N+CNNUyzRLKBiec93Q4k59unt6qo4o1bZbxxs4xyqsGcahiOImwPptg5C7DbA/a6GdRKCqWSYrHhYKNRRhEaNp8N8XxzgPoc+yimCIY4/B+dZTh6rOJsX8Xq6wlWX0/RMlM0shS9Mw2PD0xsHhqoFQKpmQYJAwocOz+rM3O5bgMNm2KoBOEwRrtewYW1tsRyne74ON3182EnY3HaGgqrJhQzxfRwimnHh6eYkuc+U1GwUOP9NEbPjzBgfu2MjpUZAxgC8WmGw0GMx5MAIyPBG2+YeONNE4WxhsJEQ2crxsvvfbw8jPBdFOMuZz7nsU4tU8eSpWK5ZGCFn0XFQjj1RYBzPCShTMVZlGCqBAjVCMuVGpbLdUSKh2k2QWxPoVQ8FGoq1lvzWG8t4N4/n+LeP53iiRvhWVmBvWTj//zFAv6vP13AnV/u4Jtf7uD5UYS9yISvmWhWLdQLOqKxi5hF6bKWYW6hgCuXq7i2UUYpmKLou3ix6+PRywCebqOx2kat5aDkdlB2u3iZGXgJA+26jpuzGuqmIm7to/0UDw8CfH8QoNEo4/qlNi7MGGhoQzS0CcqM92PMkBhJM5ycRXhxFGCnE2FxpSaVaOvws0solhcwN1uHbep4Sazz1g6OOh0cdk8RRSOoqgs/DGRIzVq50sLylRYurazhysIGaoUWhuMI/eEU23sPsL3/AOPpCK7k0zOihPMaFVZqS/WGnmCppzzHUdbMJhXdl8SZTj1fsEa8fKgFPrxsRIaSO/XDzIKKkZhNF+a38HCssfGWSHF4qBcNaJyCnUtFs4Q4mUAy9SjbJsvcCz0EYYjEyxFqPIz9MDiSeaHknuZMfMsuwLYcWSDpPuUlhBcvqv7kUP7DUFeMhb9va4iz5/fWJuo1mSXM30lO9bnLOP87chyD5LJJW4QQGtH4n98E2PzlIgWYzH41KZTPsUA55jYVBXJBV1EycxxZtWGiWI1RqEVotHXMLhbhlHXsE+3IC4pXBaaVHKVh+UglvzaDYWbImPHpcrbGC3sqaLxpmGcQIjSgBPp5oz8S7CIRs96UC7YuuD7JrypRxc2BA2U1sSArKxU2u3Kl/tlJhsMdun9S2WA4jLLpFqwY5zhDdvtT+LGHIPZkk6IqnpsSsy4YRkl3LbEIxJ5xkMDGft7IFPtD3tA8v8UT9yeNTgYJWAl0h41dBdUG3cup/DmhqyKc6Gg6Fl7fKOLWhaIsfo6t4s5dF598PmFfEDNrFporFsadEcadsQz/Rn02n4gY1mTQTjUuKz7PJ+WQz2Qmq6IjtQOkToiZCzZm1m243RiHT3yMT84vmWzgWSlSqid5eCYK2yT2KUeWkVOvWPkwJ/DoAmYWNi/2GQocuBSAjetlXLpWwbAb4fn3E/jjEDdvqrhxU8NbV9t482oLxRoQmj52Tqb4+Ldj/O4zF5tPYmw+jaGqFmz+YRpV+zHCJJSBRULMGj+uhFmDgFMHCnVdQuBZg+EI/eEY4ZRNBQ55FWlIO1Udo9MI406UO6Ils5mXdUU2lohNnpT4YeGAiytZt23oFgeoxEF6eb4DsdFU/cOBwk3f8wWtI99DFh3LVAVyyMKBD1kB9QROLUatbqNZK8ugZBL5mDLwzCB3JETZ1lCzOdTOEGR0TceY1xUsaHmYealJZ6yKIFYxnijY24uluqdA7zQ/VIixihdiDlDp1MgcKc1kzpAn+cYes8oCJScAhPwZomo1zNQ13L5m4LUbFi590MTGBy08fNHBZ98e4umLCY5OgcEwHwaZbMpHxLKq8IeA38/EybhxvYhL1wvYezmRGtK5MdARelyWcjSKkhUIrSNGAJnO3C9KinMENH9nnvkUfsBEqRAJ5+fYUAl/pYBAHPr8LiVQjDhvLsrgmEtdPvBmlisboGyWFMp5VppO7LCiYsqB+TCEZRpYWWlgdaWBS5dmcGljBg/vn+Kz3+2he9aHXfKgGSGmbn7Z8nwdvk8Xky7rGC+VEdXgno+f/aKNP/7TGcy2dZhIcbof4LNfD/HNF2MM0hDDNIRRtOFUCiIYGR9O4Z76v3cSLFwuY+VmDcUa8b1DFIwQN1eauLHSRKa7yAwXm499PPw2wMvNCOUWUG4Cc0sVzC1XJbPy28897G/zOTx354oAhUIHinQU3NiYwV/95W382R9dxEe//gZ/+6/fiEtaVdkAy/ByL0S3G5/nKRNFb6BWNzHyE5wMQ/SHEQw/he7nznYKgChrotuJJWse9x6dwg02zrmDUKCkSFYu3Sv5cDbHxQn6rpABtQygM9rVBedRpuhHVfHOm7P48IMFXLxUwqdf7OB3X+7gaBThcBwjYh6pbUuTkHthFEbQqcYPVNkf+T1lEz4XLhHrY8Aoct1SGdoizgfmptJdpqZshFCZ6cEd+ig3TTSXi/LcHD2b4HhzgngKxF6e00UnpmEaSIMSUt9BNJ1IifOfQ1ZVQUgXr2S3EluXO3BztMe54YjfUwqwogxaokvWGPdXiqksK8XcSob5lQy33izi1pslrDaqWDTqsEMHw16G7nGMR/fO8OhuDylCGBS8cB9NNISJKq4YqhpPRhmOBxlGsWybnNUAE16azkU+lK2cf3fo+uBaZ1imNLspUOH+yT3/BywwjxMkbdA9JSIzlUMEKuAVVGsabt6q49bNOuYaJbTKRYSTEIfbZzjaHeHgKMHBYQyfjQJ+RhTHGCoJe1CNEKoZIqSWhE4PTUdRNQUTbeixYN7DmE4AA4UgQdmPsNrU8ePXK3j1RgGdZITTeIQvtxJ8+iTFWTdDJcywZNv48MZFfHhzHb3jLs6Ou3j8coDvdyd4fhogLdhIi7Zc6JM0xMKMio0VA/NzNqxqCanm4NtPh/jm0yGScgZjXoFaYlOU9qwY4LpG9C2fvUjDYsXGrZUSZsoGtvcmUlyD+FYlzAmi0MzMUKAggVJKslhVB71OiP0dXvZ5RlTFYddacNBesGFXApjFqTjMT7YVdPYUiShhSX4wc58THeHEEkygpfqwlAALMzbm2w7efLuBt99rYG7Vwkef7ONvPz3AxmJRikMFXwU8hYN2XgaJqYtEYHK06+JwayL7NzM9Ew8otlWU2mztqghTFbGbIaPwa5LKpUuQVhS3OediMbqh6BbkeYSDYKqnOagMuJ7yGSOdhqIdDQqxyBwCkKbB5r/EPeTOTOK2xKIepoKINs6zMTn48jUfvhqgXbfQqll490oLH16bwUrLxj9+t41/uLuN0wMVp4cKtKKO8ryBQoP5hhSrZTDdBIYb460LNj64XkB1XsOgnOJISfDbv3Px8d9N4cd0/ueCyHSaO/bMegSzHsO0KHxgXipQKfCsTmKOgcw00NuJpXwvZoqinLFlWKgrcJg13iAmU4etGqJG9ZIIHrMf3RTZNINd4J5B90aGwaEPd5CLuOhUsHUbtmHLsHQ6ChByiJLrx9GYK6IxX5Rh5KA7lTgEtUokIN2ixDHnZ36uWSljFTxTzp3eiQ/vxEOT8R0yAObZwsewEyIdAEmfwe2xqO8pJuEKL2KSsYJszKEG16FzUck5pEjWYNa52425PPVZBXMrBSws19CcqeDR1z08+voMTtNAbcWBYTATbIqgTxFZhsERscUmtIIhKviUTSGu74JuP8eJ0Kkm9yvy4xQo9QBqLUK1bKNatjAZhJKvHRIBzfOdqouolsNgOZtwY05iORdxXeZ6n/j8bvE8R8sfX0dOS+BljaJRkp2kFJ6gLKQJ0e8kk8RYulHC0vUixpGP7miC5YKKd+cK+ICD75kKlttVPOi4+GxviLtbUzxiPvduDNXNoLlAqMUINX7HKRpkdIsq+YL+2JPGdnGGWb0mjEIBSaZhMvRlGFMyylKTHiMkhvJ7FmomrJoB1w9FZFAoKqhWeVZVMJ1Aho+2wzxanj/yIuFmOmF+tIFyyUGl7GA0GGE8GMnrNx1iUxVExD5mQHXOQGXOgJtEGPg8qwNOqsOKeW6KpP74/Uv4H392E04a4f7nj3B0dIi5dyqYf6eCrz528eVvXQx2IqQ9xn8k0FdTaKscetHqbMPvp5ichCgqOi5fqGF1voT+2RBnZyOYlQxOK0fv1gT1aWC342Ov42EwZjRBIjlfpIDwGeLaSYQf31fe/2UAzEYBs5WjFGGUiYjFErc4nb+ROCCNtAQ1cTDoTzDoj6GyWUmUP0kYJTb6FMxWypitVHC842H76QTTSSzkCN6jIp2NGDaocvEcXdRpaMizFgwD+KNAcrFZ/LV4ZjYcDeW2jUqriFp7DrWZWRy+OMbWgx2J3JlbrmFmsQrPdeFNXJh+BDuI5LXxRTYaVfzBKxv4d69s4L9+8hD/7ZOHqMxaePPdRVxcq6KZZWikKUqVIkqVAjb3TvD5g0083u2gM83QHafoHqXoHKZYulDDxetNicYZDEP0elTVu1Kv3VrG++9ewsXZBhqxCb/v46OvH+GjO4+hVS2pVsPBQtNB0VTQG02kpsNE3CU/CILEfcrzECNe6HYtAivtBtZnWkj9BEcHZzg9GWJmfQbtizNowUczGqERxWjQFRSpeO4neO4l2OnH2OlHcGOuwAl0PUG7pKJVUrHQdqToAN7a9uV+YzsODNPCoO9iMJjCrmoSv0OEJOf1NCZPXBfudCo9AYokeO0XApQIijlkYmYs1+gM3kDF+FTF9Iz7GXdOvk42xHO3rAyAuQ4LTYCCLhOIDckAtIlhJuyb4kKiuc4HFILXTzK8slrC//TuLN69WpY+BSlav9sd4Hd7QxEyOQXmKGronECK2bEUUVslG4V6CZZTgJKwAa6hf9BDf78rxB7dzts+IvCkSEI3BOGcZ4rxd86jd7g/U9RAdOX62iouXlgTVPdMxYYSx/jsziN8ducxFMuUkma3EsgzSyksk1mSEUkjwFLNEpT3pYUabl9ewep8G3/zyQv89Sdb8PQIOsVSjH9g3nyYIVZURBRZ2SkKdoZbG/N448YqLizW8HzvOV7sP8eb16/hretX0RpHMLeO0d3p4ovjIb4+HuPZWYRn/RhxS4WyyF6RChxmwGkeT8HPg8t+TGqeo4jwk41sQeSzr8DnjHQJCr/MFOWiisuzZVyeK+Pl0VgqiKP8fSLZhAYOQ0fiJIgLfP0W7MxG7GXo9+huCTCzVsTMahGKwuGOJ6Qy0kGiiZLTXsYZbMuCbVqynk4mHjwvkGgITc3wv/7Rj6SS0w6+/+wu7j87wDduhkfEUtZsWHUL3piELl+EFAYfKX7GZRVZhf0iChhS1AoaFioOFptFrCxWpfYPfOwf+tjeG2P3aAQ/S/D+z5bx3s+W8eLhIV48PEJZs7E208ZytYBZI0YpDfHZ92f47Ps+IvZFGxYSI5PhEPsbr11ZxGtXlzA4GuDg+TG6pxygZRj4KQZKjAHJbn1N6uLlOm683sTKegXDPQ/DPR/d4QS9oYv1i1W8/c6iCBV++attfPrFIap1Enx02CVdKAP8nLIkhIoY7aaJdoPIUgeXawU01QjadAA9nMImelY38dE9BR/dA3a7AVzfl/fl9StNvHG5gUeHYzw+GKEz9DGeRBKF86PbdVy/XoEe6DACHSlYrZEAACAASURBVHsvB9ja7IpTN1IdhDAx9j2Mgyne+3AOP/vTZSzMFSUepXPg4fOPD/D5bw5x5dUarr5WxzSMcXTsYuKGWF4pYGmlKEhgNYmEcEixyMRNcNINcdKPMQ4VjCIFF5sV3KAjzlRw6o7R9z04pSqcUgWT8RDDfgeGFaO5kMfK6X4E3YtweamFy4ttmNz/Rj7ioQ91EkJzQ5yME5yMEviFBHEzQallYKVVwVK9hFIUSY2DBH0KvB0N2oKDoGri408H+M2nAxHCM1dzZd7EH7xXxo3LJnx/As+boFZtoVptIfR8TAZ9TPlsTtpSCQZI0MdcycSFehWuD/zToy7u7I7x3uUW3t1oQzMtRIqBo1GAOy9OhVr3J29X8PO3KyhrVahRFYeHLu5+v4tHL08578RBwMEue/CkfWYiLCYQUHLAec/QYnE/p+yVUkomcSBy2hWSHUlx7VULc5eKaBdt1EITZU/HwWkfB6dnaNeAlVkNGzNF3GjXUNUs3Pl+gK8fDXDkZTj0AWpqaRApFjVcXy/i+noBry3X8aPlGvQkxXjgCkklPguQjkOoMw7UWQcvDmM8fhFi+9hDZzzF6XgKV2jBGVbLDWxUZuBOI9w9OEI3HuPWm3XcequB22sLuH1hARVmiI+6mJ6e4cX9U6k7XRvf9CxMKdpTQxhWCo0RT00Lf357Cf/d7UWUDUfoeZ2jDl6+2MLO/h5qr6xI3fm6g9/88x4OOxOoNRWZA0w8Rm6lck0mUUf2Dt5dGK+hmdBUE8r5XIViq8BVpU9lMWLNzolP/ExMifCjIO68ORBxvw2FoCr3pHGKckHD7JKJ1aUSXltbxmury/j80Qt8/vgFejS6qJYYeVaWLKwumXjwYowHW2NE00zOkhRQM8qABgDUAaVG4mtuBmNkXNRPEQ04m+AaSSFHIusfaTDsffBsl3EllcgYigIDuT8E4zx6hUKsVosCYk3KExoqMOXeSTFZFglGvlih+I3D5RTxUEPcNZD0dRQaIZxmKHdinrXbbRNXN4qYnTPQ96boT13UrTbqZgvXbRuv2yraSoj94Qn2BydIVw2kKzQsmsgGJhTXhBrmRKgD38WhP8HBfoCD7VCE0pHJ/cLAv/9wHv/+J/M4eTzE089O0aHhbtbCwFLxdHuKZztTVGYMVGeNfP8uWwSL4tH9CR7dm6C5bqNxwRaBFF/jqBdj/2EmUZMLr6RYuJVisapi0eFZUsWjfQVPD1TUnQT1Qor5po6Fto6KkNd4rc5gpSGsJMSokwoxaW2mgR9dmUfFsvHddx18++2p9A9YjTULSzcLKNd1xL0E/lmE7b4vtV7XcWvOlL7lTj/A4TjE2oKBtUUdZV8TUcdeJ8bnBx6O0xjvfGji3Z9YqEQlVKMSRrsxjp642D30cMf18bXrQ7EcKKaDpXJB9pW6qsAdjBBOXCxUOXBWUTTrsI0W9s5CfLd7irt7XdiWCce0sDCnY3lBh12L4DtjKIUIC7UaFqp1bH3s48XHPp64Pr4vhjAWTfzVLy7jr36xgW/+8Rm+/Yen+PblFN/1VXRiVe535ZIKh3c7xjJoGWIjk2fmypot2eJzqi71YHOCzx8O4akGli63MDNrw5p0YY172IKCrUxFo2ThasNB09AxGkUYDSN8fxLi4UlOf2nXTaw0DNxqGbhS02GnmSQIqGkABYEQ404mKboBML/cxvxKC6i8hbj0HtLMQTbdRTw+gNvtwu32sH3YwfZRV0ST9bIuWe1fPJngi8djtNfKaF8oY3l+BhdmFrA6t4yF5TXUm2082fwGT599g82tIzzf6mAw8qTHydnVxYUFXFpYwPPtHu4+2keXc0h2qukaLZcKqJSLstlPfU8a3FRX89BN3ChVeTKrYC4vkXSS9cQ8VzqecsWjOH0l0yxHYTK/h3mE6Q8DYCb2KKZgwjzfl4FmJigZdjXO7WDnyDQ2TKT5SjWSbUvxkMqDKZvc3jRA4J9ntvCieC4k/f389xxt+/t4Gfn3bLtLNyZ3BgvtKh8CcwRM5Ynk4/IdoytPfpZHxNylyqYRUY+8PMuwmO5fKnokS+uHbDfeOVWYpop6FWjWMrTbBmbnC4IOPppMcDRxYURVKSI1UQ6gODH7ZjJglkwhHkTo1IUCN0gxGAUYj0NRE6nk7U9TxMyp8+jOI36DWFYdhZqGQklDgfmSVNyGIWyVal8DM808q1dTdfR6Gg4PVPT6zIvyMAmoHOEQjZ+dBotYPy2FTxWB5MHkF3Y2e3TFFBcqc5vpjmGjO3IJOfgh//Ucn30+AGb2K1EcHAATVUKEBV2L5TpQrhPpokhxs6S5cbFVwHs/msMrlxs4Ohrh+HiER088PPw+EPT27LqD9qqN4ekQw84QkwEk70IGwOeZjhxUMauMuCIOgXlZMcHMJQ1qOYZSTtBYtFFfdDDpxDh+6orTQ1TG3IacTIqDLtPm8JcXVl3+ew4U2RQJvQz+lK8/QzxJpTfWntOlmFfQmGEGaYzurg8zS/H+27bU8lwZK3MlhFmEznSMJy8m+JdfTfHpJ0TmqOj3qarPcxH5csKEzWLin/l8JjKQ4NCWzyJz8IjAc5wyHLuMbneMbneEwItkyEJ1f6lhoVS3MOkEmHSZJ8G+MlXWRNmdK6/SRHI3xR3Iyzmbg5YtuMBM8wHdE2cSv/vimuABhk1wPx8A/+Cy57NFV76hEfVoS1aoVQtgVn3YxEXyhAMVEz+AGwVQ7QCKFaJa0NBw+P4q8BCJk6cUKChzRmyq8lmKI4rKxDTFcEjlcIrJUJcaD4HJhBfy85w2k8hIB2pK1ywv9R5SNcQ0YiYwCLCHzcGdDPBUzNU1vHdNx1s3bFx4ex7rb8/h/vYpPru3g+83x9jdBXq9DLZNFTKxWxqiqQq/D3h9ojk1bNws4dKNMvZ3R9jfGWHUy+AP2GBWzp34/DwcqCgg00OkfF81ooboTmJjnEM0LlRcVxJxoklOKQf+ynmOCAfANl0lHAzk6G/OCXK7EYUZOeI7mnCRZn6FIY0QaaqZPOhFmLoBKpUCbt1awmUi68Tdr+LpZhcPvj/BxJugUoth2YlQAqbjHNUchsTo5i5JmxkfVRW1ioYPflrGhz+tyAT+ZNvDs/suPvt4jLvfTGC2AWOG0QAm7FKeFcfhL3PyJEu7qKG9ZGH+giUNRLp/q3aG66uzuLE2h+PeqdTmMw/Pn7D5laHRMgQ/3Vp00F50sLUZ4cuPPexthZJjx4MS30Mm5lqqAltVcfPqLP63//AG/vgPL+FvfvkV/vqXXyIIU3GhEP93dBrhrM8GuAo1pGKa/y6VQV1AHBLXPj5bPq/ueRbvDwPgPEf7hwHwudOU7qgszw0jppT55zFzT7hQi/s+j1YwWjkKlWtp5qto6iqahorXr9fx1mttrK4UcXfzBPc2T/HyLMA2MzhjNtBMWeviKEQSRdB9E5pvIkljxMTEq8SI8znhpS4fzMpgmi4Ch3uELghtDoEMNuo8H97UQ63pYGahgkLRwu7jgRTXizjI3bBOmX0GDbFXQOyZgoSLPS93y1rnA2Ae4tkoY86MfBbnQiAiHZnDTTcKnRw8T2RUiuZiJW4AVIu+ckuVunyrhMuvlDBfbqCVtTDt6PjumwHufdfH5pMhNp+MUCilaLTywVOWaTIM8NJE6myaoedmmDA+jvcnNtwmqait81HROQLuPKdTMK0W39cox6me4zEpohEjN2kKHI5ExD7rqFQNEVsRQ04M9MV1B+vrDiqOg4LhoN8J8PxxD1vPhzg4jrF/kiPQ6GDRCprkuRFDalkhbDviPBUeVfp0nSmaqLBtPXe08iLOtpnqptAmCVoFFbcuWbiybsBuhLCbEb7vJLhzkGA0gKybM5qDm8sruLG8ghdPtvDi6UtsHk6xfQYcT1VY1QKsWhFR4AnWa76lYmPVxMKCg0KzAsW28dUnA3z52z6SYgpzRoVapGI3FOUoMVYkuBieCtPXcaldxrvX21hu2nj47BgPNo9lUJZywzpHtDi2hqW1IpbXSph4Oia+jr29KZ4/G6DXDWDQJWlpWFhzsLDqQLMjZETTE4m3xQEwt4/8IFqqqoKpppt9cJbncSox9/oAVctA1dbxhz9ZwC/+dAWXrpXx//7qCf7zr55goVzAYqkgYrnMJiudn4UOtcBso1gEcb3TWByJw7OcKDAZhUjNVCqKmZOnI5koMgBmjnbeXk9zXDKjBgTTy7MlyTZ0A3OIlh9KwySRoSRV1HSlSvN1nEgRA52a/D14pj2P8cj/sHPRUiLPB2k6HI6lxQhZMYJNJb5u4uZcBbeXq1ifcXAQjXAYjfHgG0/KVzLYLQqyNDglZi9r4n6IByleW9Tw7rqOC9cslC9b0BYNfPRfzvDRf+nh7IyZVURRa+LWZU63Vg6l+Pwyy7xWVdBsKCgUGKeiI1YNHDz0sf99IE4yrUBhDI/5ecO/OqOgMsPTOLvM/N4SW86k4ISaFfGdGrYtAz46rPqHLtw+HZ15DIEWW9BjZkFzAEwEJKMR8v2zsVhAY6kIfxqhdzKFH0awWhpMOv7Oc3rpnKIyN+U5NtGRRDricSLFM3S5zXNPBncSius46ikIe8SVMb+Y32Nq3LivK4DL4posI4Mcp8znnXu2osreLQJTJUVrTcHshor2koM6M6OcAr7/bIBHnw/gtCw01gooVfnMBEimIY43UxxvJtDLBvSSIa5kGaUTt0AHAAcCPDPoJJIw4sQWoY/WiGA0Y0H/s/gMcz0KXb7uvHkvTmBesDgAJmokSQSzTRc6Bb6R3M14AOV9KUcg81FNVb6WHE3GvYOiSi0zhQrEO1maJVi5UcHKzQqG/hSngxHmrBS3WxbenitgdaaGtdkaHnddfH0wxKOjEC8PgcPjFH43gt8NJfcrVWPJZmZGM+lGYeIjSn2JNCgzX45DhYwI5gyDMw/eJMJss4mZZhPjMxfdoyGiOIROfGmBwqQIoRqiYKsoOXRh8N6QyjneIQGrkE98uOwz6sN3NYnfKJZsiS4aDyYY9cd59nVFFxe0OCLTBOWWJeKpQI/hKZGIL7WpDm2iwaOAzk3xRx9u4H/4xU3oUYCv//Uhjg6PcPPnTdz6WRO/+ce+VHeHDcr8LKEvJuICphiUTUN/nGJCnGmm48JsHYuNMkbeEKPpEIoVQXN43tHgMNIkpRSPmD0iKFWMPA1ulMGju444A5Ib8ujW/JE9t6tzyWFMBYtuMQrXrHIm2ExmGitRCVlgo98b4aw7EgoAB8/lhoJyBajyTGiWUTNL2N+aYuvxSMQ7pRrJSSp8Cpr5e4VES58LKZkdx8dvGiFxYxEA0UlKobUmojMDrfkyGjNlqEYJilHC4WYH2w+P5Pu8cLGO+fUqItdDNPGQjQMpfu/4nWm1S/jg+go+vL6Cf/5iE//8xTNUmw5uv7aEjZUalk0dK4YuIhfW8+NT3Hm2g4e7PbzoxdjpJZgOVUxHKl65OYd33l5EqijY3BrgyeYZJn1P6vatVfz4nQ3cmG1gJdERn3n4vz//Hv/P54+QOBx+GZhpOVhdKIpDoO9N0PdcTPuZlMRd8TMRoVwel1Ju0wGjYWW+gfW5FsJxiO0Xpzjc6+PmKytS1dhDcTKEOfGgjmOJ8NrVdezoBjqjDKejDL3xFIPJBEHkYaamY6auY2W2gJW5Avq9GM9fTNHjPYYHaM1At+Oi15mIGLxcsyRyhMItq6TC933p30RJLKJhiiBYbFhLwo9ChCWHkyq8PgfAClwOgHliViiA5OpOEUqOS+YdJlEzGbaqsSF7DN2KdGPmiWA5UYF0L2pcYg5AgwwXmhZ+fLmM19cdLMxrWJjX8cV+H1/sDaTZ5kcqJh6bq8BwwDsOL1MhrCIHwBXYTgkGHKixjs7uKTq7J3KnIuVE+tnn51auMxwAU8TFOzNFPolCqta/RWFd27iIa5cvYbVeR9uygWmIf/36Af71qwfEMEgpvKvJe8BeWe7cpYieZ/+2rWO+YODaQhM/f+MqXr24jP/468f4j79+JLherXw+gJlmgkgXkaWiYH6+gvn5Ki4xA7ppYq6iYhAMMAwHuDyzgCvtBaQdD72np9jb6+NBf4InjCRTDYxVA8q8Dm0573ElezHSY6YG59FOEfPbkcBHDA90byZISA2KzoXeJPdIZFQK2wJavMuVNPTY8+BeGuWUMckQdnSYBQ2hHSFyQhFwFVVmTWeCoiWCtDFnoz7nyP1No8gposhYley7gLSVUSz9J0MxEJLAEkRI0kRIVoxd+Yvb61LT0x4e3HmC+1vHeDDN8CwArBr7EBwAR3D7uQNYclvZm6JZokR3fI5LtjUFRU1Dq2zj2uUmrl5uSjY7xd7b+31s7fVk8HD5dhtXbrfhn07hdzz53FebNdRNDcnExWQ4wcdPhvj4yQBKxUBx1s4duUoIx0hxcbGNiwtticrbfHKCIft7piV5uYPYxyAOEPcURD0VFy7VcO12CxcuV5EOMqTDFI+fnODR01OsX67hD36+imLFwKe/28U33xwJpYEiL4PCjYqeD7cZq6TG58QuG9dmC7g1V0BLjaCM+lB5jxMnrYNffZ/gXx4leNkLJGeV+8Urq028utbE9miCnfEExz3mCUYoV0y89+M2XnutLiaKyXGE/f0hdvcG4vQzLK7bDrrjETqjEd58p4U//Ok8LixVYKcWpmcxPv/dDr743S4uXKlj/QpjMSIcHk8wHPtoz9lSphLD4HNBQUiUwXVjnHZjnJ7FGMQp+nGKhXIJ67UyypaBVBDOJM+ZMC0ToTeF746lfzM766BRNWDHpI5EaFRKqFfLsClA9bl3J1A5eByFeH42lgqrKYwlDa15B1dadVyolqEOfSgDD6fTCEd0xxd1VC5VYMwW8N2dEb77eoSjToBOP0SzoeFHN2ysLenwXB++66NWbaBebSCjo99zEY0jZOMKsnEZ/WkXfa+D2ZKFyzN1eJGKf3g8wNe7Lj68QZpIG2WnAF13cHjm4df3dvFg+xR/+kELv/hxCw4deb6Ow2MX95938Gh3gJ1RjJ0RXWHE9vJ8Sqcpz/SM0xNtCej9Z29SyHRgJjdP6SSXsacQQTFjNBYstJcdzJZstDITzcTAZEKH9YSMNyhKiOWWgx+tNdEsOPjqfg9fPujiLLVwllnIEwsz6XcvNgws1g28s1bCO2v8DFIhDYbjCOqUxpoUblnHpKxj+yDB85ccAPs4Gk5xNJoitHREtoaG4mBGKQgl9MgdISvEeO/9Obz33hwuVKpYr1RRNyIUlDGC8Qj3755IfX5q4YsOY/gSFFQSXiIh0OhFDb+4vYg/e30Jy40K2sUSJr0etp+/wO7ODqyNRam793r44tNDHPVcIQnEFElNWOdYUuom2U43SVYkoZMGORMZAhGwcz+LKLbM8tkCz5c53j7vfXKWQFqEEmjSm+IwMSLXzOf5P4/SMytAe6aAH9+8iA9uXMLW/kts7W+jNyaqnYMUA6sLBawsFnBva4h7L4Zwp7Gs81xneS8gglmtplAZJ0fBiqMhCxSEQw5kSQ7KB8CkyDBGRLOIu6drOe+9SAk+KBQyqTfKIykbDRWNJv+m/J/AV+DStEbBBGkTNKjVFJSrqoioSRWISFUaGEhGBoxCBKMY5Th7M0WraWB12UF7xmCnGLESwEkasJMm1jQd14xM4vx6yQBnSR9JC0haioi9dLcAPXBg8q6U6tgeD/ByPMDJSYzT4xgj9jTk7mngzz+clXr+7Rm++tUxel4E+5KDpMnncIrtQ0/mJIxJXG5auDJjoQgFT++5eHJ/gsKCKYUCB5CMjErQeUa8corKeobKhQwrbR0XWobQVx6/TPFsO0WtDKnFtonlto1GlWS4FAUaBFPx5cHrRPA6MRZKRVxZqMPRdHz7uIfvnvRw5qvoByoW1h3cfL2E+TkOGDXp1TD+jrVW0XCrZYmY/HQC9H1gcSbDUjtFIVZheoyJAu6fJjhJMly8oeDSdQUzRg2zeh3TwxDHT0c4OJ7irhfinh8iUA2EqomLM1W8vtpATcuw++IIJ3tdtEo6WiUDc7UG5ustdEYx7r7s4bvtM3gUxScZNi5auHXdRntegV6JYTgpHGhwoOPFlwm2vkrxMgjxshyisEgE9A38H39yA/f++aHUF5sTfHqUYY/R7zUFxRJQClWUaVBw8tiQuRkD6/MGLs+bWDDyerg1xpckJRkGLl5potWy0dvrSXlNE37DQpMCCstCMaNw00N35OFlP8bLfiKGIMdRsNww8c5KCbfnCrDcCNY0kh5/bHgimJhGCoLURK21glpzGWnxOmLnpoidxv1HCEYHcDITTmrh8eY2nmxui/HPKeiYxhm+fjbG15tjXLhaw9qVOlbm57HSWMJccwH19iwK1SoOO1s4PN3C3ss97Dw/wMnJACMKF6IMN2+s4tb1NTx+2sGXX+/i+GScj0c53KrWy6jWS/DjUIoIRH4ZRdkZEkEQ/9uggepUbg8cWBbOMVHMROTF7jw/jzmlqqjH2fVhgyF3CzDvjc1fIgd9Ni9oeeGKKQ1XOhDPB7DigMgbDvz9ckdn3kijasGdBPBd5srkucE59jXHR/+Ajvq3//23abBcdM8bv3IJzmM3zwe5PzSF83waoogy8u+oUjXItmd+Y45PJXpQENJ5QvF53lfeVhY8HLFVRMroRCaqwsQnNmgahZjGRM+aUjwQFqoZrBID1RUZ3FKJbjkpNFuHYtlwA+Dg0MMxXXP5TR1xN0N0wgs0P0BAKSgoLRD3oMLkQmFQ3ZOhhhRtE1ibMaTsYhFWsYhp5qAf2uhNFWydjLB1PMbB7hSHu57kSPI1SjQPlcNJkiMaqORkwyzSJJCe6IiM+McoQhJRNcaLE98NQOWgUN4fSfgRcZAozx02FKguAgwqQYsJpl0d056BVjXFhcUEFy+UcfnyRczPL+CrL1/iqy+30TkNRKnMXFrmr1RnLQzHPCBOBOcQDC0ZUlDlyEulUeLhV0c0iRFPcnwZDznEONszCpy2ggJZ8jU6iUOcvphi0sldk/IIloi/4pCVDWld1JURBwA0gZgJHDNvgPujvAlOJSsb15dulrBxq4Sh62Hg+igYMZqlDIsNHe9ereGdq3UYjQhmI8L+sYdHT6a4f9fH11/GuH+PzhJeACxxeLCRRle1DAKJfzTzbFh574ps0PA7Zkgzj803luA83UgQEII2NRQ4xFKVTEx7ITwq6kI2AfPNOM+B5mksx0LzcWdjkzmZmmNAsWlJPQ8IPneHKNz8pUuRIo5y5HfudFFgFnVxkpeqNmbrNSloY6nJNMTZIMGI+HKPF8QE1dkM1blUEENFIhk15MciqsGJHRlkiKYGIp+4McAqxLCKMcxSCqvE7xdzbWwcbyfYfhJK/isRyTwsxJGNOLahmTkCGlYMX88QaRlqhoY6c+YSFeNYRdMB3ltI8c6KgavvbeDKext4eHKA321u4v7TITYfKzg6pLs7kRLnL11BzKoIVFi6jqVLDpYv2uh2J+h1Jxh1Mow7qijheGnhIkURgarquZpNrKB501phI1UU8XxbKSjJB2SCUad40GJehSYoTrq3uNqy8UjRitAT+LPy3SRWi40F/v8KLMvKL0DE0BPPwkO8kmB+oYp33tvAtetLuHvnCHe/OcIoduHpPiKuxczyo9p7YiBy2ZInLiIUtT9FIpW6gw9/Oo8P/mgBheIUTtHF9lMXdz9z8ewhs1BjdM9ilOcUlOYUQS7a/E5R6xPmg0AqLCtNCyU7RtGMUFQTFDIFVdPE4mwLi3NtPNs+wrOdQxyd+jgbZpiMVThKEQ5KsOqhqMWOjiI8/T5G7xhyoOGAhCNacltbToaZInDzWhP//f/yKt7+8AL+8y/vSp11YgQT4uu4bvH9BKZDZjbropRmieuA5AKuf8wxjpmFpyJm0/Jc9JPnzedNW3GG5fqhvMH6A9abP0HkjYSc5VmLVklDacYQnBgV7XQFvr5Swe2VCpbKOmoGBwEp9sNAavPUw2bHw2icIfI0wfRxneDzonom1KkpTfNUD6Vx6pS5vxiYTjj0P18DKdqik8fIRRU/OBZhhsjMCDMzZSzON1Cybbx41MXzR90cP0TTpwwB8kFo7OuIAzZuE2TMwCNJwMyZknw2WRz+CkqPTfWUwzkVhmRSauIGJZJFgheUVA72JGDMzQB/8r6BP3nPQH2uhMZsEQWzCiutYm8rw0cfHeFX/5I3S4ajEOVKhloj328nY14sFFKexUnJYau4LriACeJSgRcAPjMGua6KoOZ8edPoAM4d9oy0YHFYleev8r/PLzM/ZJ1vXCvhxmtlzMw6sCxbhvxUmI/HQ0HkBz6Vggl6vQCDQQyfh7/oXNTG7USKLulcfCYMkowYKD4webYgv6e8dGtKBgMGAxLkQkbkLdMcqoUUrRrw2m1Tapjw4hsJDUTzTOihBR0FGEoBWy86UsejAP2I8yoNxUYJxUYZ4+MJxicuWmUV68s2VlYLmF8vo9S28MknPfz2064ccq0yxSfMps3JA8wrpPZHHykwhwpuLbXxZ+9fxOWVCr68/xxfPHiOMwvo0zniAuoQqKsG3nmzhbffaGH/LMD+WYitnQk2n4/R6QZCc+GzubJqYJnKXVWXjOupC5ydpqKkF7eenaLV0kRcx6PH0UmEXi+G7zKPOEXLyNA0gQ/fuYCf/uEVXLzaxN998x3+7tu7cA8tTA4tabgTP0Ukb3tOy2uGF2l+m4uI4jImfobTwQCnwxE6gxCdYQB3pMEb64JkTYmipqiAzSY2jx1VHGtCmOEZMaEQJM+ylM/byM+TCd2Ukuead8zjXoa4x7Mc3ba5S0/Os3Iekc0iN1+ei0ooGKIQqFBXZWBJURbFFOVMQxXMYrbw6jttvPZOG//t/9uV6k596A0FZjUXjVmWgZDZXV0FF+dSXFtL8MqrRVy7XcfqtQr+/reH+OVvD7HzLMXxS0Ves85mEZ0CRiDrjNkEyjUY5gAAIABJREFUzJaCekvFbFtFwVExnZLIoaLzJELnKUfjKowaD890z9NtmmCG7/W8hukIGHaZfSkjUvm+Vup5rjvVPJluIwgSTAcThK6f00NJch9qkokVTxU593EtZvSFRgxtS0exaYhQbOLyIKqg2rIFA+yO+PkFkkEvBBCKVUuqNEo1mOJkpZuYOD/eR+hu4tloeqrBPcldQsy44hA0VhgpkYvemZX1++/v+YZMuamZmNBjHRy7hVmA+Vd0rLxloNqyoCU2UtfAy+9G2PpuBL1kotC2UZ3R0GhnIuDcfxBj/34Ejceoao5/5v2JQiptokCdUOBDtwZJIGzkWbDE6a2iOAuo9RhqI8LwLEb/JEY0IimCObKMoiBwjRcnAa+dx2/k1uU4pdNAF4c/pnz2eD7JM4iFfsH1S5xwieB6KeLh+hoFuZNx/VoDF6410GfmW+8MZcS4VDJwvWbh8koTV5YbeHIyxJ3tLnaHCSZZEcOpjtPdsZREidDxJv/o4h41ZihCSVFwbBRsS1Bug9MAk36I0MsFc/OzTczNNSUWRJxlFCjy3KKE0Aop1AKpHBzkMAc+k6FqEqbivOAAOOW+TkECidg8g/K18Sysqwj8nDxFokqlbYnQw3UDwZdKvnjRhF5iPnaMlGSgHhB2KJ5iPI6ON24v4cP3V6HGER7d2cFwcIa3/6yJt/6sgX/9u1P8+penODqIEHia3DM4wDebsQiuOERh09ZjfIuvoxgUUCCXv+QB5alkTxPBzOD4iK6xoY6VeWBljpCFGmKzjnGWoRMO0PfprEoxoXjVY6Z3fi4kDYjPbOiaCHmWiCgijYW+U1shGYpiRgOhq2E4nGA4mKDQyFCdBapNVaIQyhXmKJZhoYzDnQl2ng8lpscpcr1SMM1SQcJm5Oz5urg+KaTmQVfhHYcObDnLKnJP5He53nYwP1dHq1nGaBxgNAlw8tLF0XMXhqVi9mJR8qZlAhklUN38u1E0NDTqGloNDQt1BQsNBQdHrjTEaW8smA5qloONagWXqhVo1RRaLcHeoI9Hu6d4sD/EveMIT04TmApbhiZ++uYF/PkHl+T5+pff7eBXn+3I2THTE7xzdQX/7pVLuF62MT+ZwOv08Z8eHOA/PTxArFjixCmVVdRrCpxyhqSYICkkQhZIiLodpRKFEDIvk0+9oePCDQdrNxysLNawMl/H/0/Umz5Zcl9nek/umXdf6tZeXVW9ohvd6G5sBLgTIEFQoqRRjExbY0szI391hP8VR9gR/mhrrLEixgprRpI1kihSIgkCEHb03l1d+15332/mzcVxflmQ0HEiSBBodt2b+VvOed/n7ZyNuP/FAVuPT3nnlXV++PIaZRGLTWLG7QGnpy3ljOoVHHri/J+6DAOXzYMWT/dO1btYm5eBusXF5YyqdsPn2ZM+Z/WpIjdIHn3nLFAIbxm4yd1G8oqzszaZimTUpsPpWBsT6SPVxB3LkG6STkzl6lnI2RRyjspvbYko7UyF2KtzjRVb6hyoUtIlFscUV6iCw2EEuipR2CQSDyJZ59IEl8GvPiWUTDo/JdLkTJPFvMXVeZcfvJJTda/T4167z9MTn52TkL2zhOHIVmUwwWSCl3PJlYtkMjls3VF9quPduspmjoWslNUUZeKfz/Ui0DUNNVDJ6nI3jxiGIyYSqJ7qmbhxZU3VnJElP9YJWxM+3t7ko+0tUCKzFJEv67Y6VwrWU5MBleAddbKhphqVL87P8N996ybfvrnG//mrh/zxLx8wjCdqX1NiotBS97xxMFX10ss3eOnui8wZA7L9A3JBnexMlkw1g9UKMFtT9k58Hhz5SkDa8Cf04pD5ixXmLlbIzNk4MzLyhWkjJGrJEMQiIznsvq9cmyedAbunPU47o9S1r0QyKQL/K4+EuME8T0rIETrR2FBkv2iU9lNk+CtN2GnBJywE5DyXkpNR/auz5pB2b0I2Y54Pcx3yGVcNp0SsLX3CUXusCh9keqTLXmdbeFmX+VqO+Zkcr9ccXqu5tBtdJT58eNjhSWfK9ihUw1+3bOMPpkxavorlUKh5OW9mdeysCPuF7peeuYRI51gG65ezXLySY9EssWiWabU77J+dcNJrYpRc9JLLpWyZS5kyVYlVUjmxEx6f9Xhc77PdCNiSbOmshlfWyOZ1qiWTUl56aGl81NlxwNHBRImcFpZz5EsW7VaPVrtHt4WKi1u9XOLGy1WuXC/jxoJz1Pj4oxM++fiYtUse3//hPLNzJhuPGmw+a3N0pnF4pikTg1GEjCfnYckwlDOExNFZ3Fl1eeOSy6IZord66L0pWlKGpMx7z7uqdoc+HRHmGRoXCkVWCwV6VkDfDjhpBBzshWSzDt97e56XX6nw/H6djQd1NfBsyNkLi2qhRN7NctBsctBscfNWkTe/VuPqUpE5x8MKEh4+PuThkwMWl6ssLlWp98ZsHbQ5bvfJlW3yZZuCo1NwJLtesmkjOpID3AppdiVDNmYk2HnNxdVcShmXxVmPuYpNPBoSj4fKdS8CqUpB+gsus0IGiRPsOKE/GtMfj8mbLjNulpLhEQ+mxIOQrV6LTRmQz6BcdbUZlyU9wxyuin4Th+Reb8hmb8A0AzOXchSXMrQOprQPphz2Jgp7LKJ9iQWSWD/JDpe4m5JkeOY9MqaHLdbRiUn9aEjjcMTpZMzZZEK1YHJlzlVI9l/vj3ncivjBS/P84NYCc45JMdFpdcb80/MTHh22uH6lyI3LRUy5hfs+XT/iyI/Z74c8Phjx+GBMPBYDj8SAuZTLgsM3GfjiZJZ1JaVUiclLhoOyNpiO3NHTOBUZZjp5U1XFMZnVLRYNi7m8yVzO4KzdZ++sowbsr784w1zF4+MHDVWBl8d386ovIT0/6ZyfnQ6pn4341kWXb11yVN9a5gMitBbxjTyrx9OE4yBWJgy5BzbaAc2hT2vkQ9FFK7pYfoItNKYgZBQJ6cXkO3eX+fbdZaLGkKg5YrGmceWqTSab8HSjw5NnXT44iPngIGGsRWTyQtwSvLwQQ03uXi9z53qZq3Mul2dcJt0+W8+P2do9w1utqdrY6HH/yzqNrk/kGYrMMOgkDDtyx5OeX4zxlYlFyKq6ZJgbhDJnCQO1H8gRSLFHzyMGJKJFxdao/lEsplr0gYYmkZmKjiP9qURBeVTkowO1iss3b63wzZcuEE7OCCd1utJzHUrkpq5clhnbYetswGa9T2sypS+zFEVfMQhEFF4IsYthOjCT2JBAI+onhL3ztpXiQIsLR8NSBMoIKytnuPNorSgloop41B/LnqfjZQ0lDLasUJWIxeS8ILm/6t6hfUXO1PDlCCvmN+kt+UKak+jPVPBaKEYUKxHligyVJZfcVPfNTMbAb1oELZMKGkt2QsmNVVQPOaGOibNMbqEmRuxg4WCbjvoOdjodVf2+DKw1+lIDIekZvHo7w6u3s+xsjPnykwHDcEpxTcepQl8c3qOYtsRctWFt3uPV6zklgtp5MmD7yZDAAV+ik7yEOCu98oTJYYx/lhAVISrA6orF5VVH9ZM3Hk/ZfDolX9XIz2hq+Ls66zFbSCg6PnmhfdhFMk4BpzPB7oxx/UjmyyoW9WAYsj+c8vAo4dFRwuoFj2++lufSSg49yRKENl+eHfDF6aHqj6x6BkUng2HlsO0slcxAlfT0hbA2CC06cYZ+Yio8c6iNWC9UWC9WGJ/6HD7rcFwfs5HAc6AxjqmPY25cLPPWKwvMy2fx8IC9Z9Kv0+n0DEWeWJ4TM6dGdxDT6oQcS5Z7x2f9ms6Ld0yuXPJYXypQydl0ToZ0TgY8eBDy8IGg9ROGFZhZyfMHP7jJH3z/Jo9+fk/VB097/GI/YVtmMRKdInFLkwRvDMWyTakmWb6OEpusVixm9ISaHrNdH/L4uI+VsXjhSpVsxuVXHzb51Qctrr5W4cprFWY9g9IkIh4GPBWCykmPzhg6EtcqppqMqQb2X1/P8vKSS6Y/xuuPmWR9hkXplYAVGphhBsN4EcO4iR85aijcn/boBEfqjrpUvclS9UU++/hjPvv4I47adTqxT1t6wM2pqq+/scTX31jmytIVlko3MJICe6dnHLVamDkw85D0j0jae+xtnfLwaZdn20Ouv7LMC68s8exJh08+POPsdKR6uolgbUszBcq1ApMowA8D/GBKMJHcl4honBDJsPar2ao4S80Iy03IFMRNINg6aQxIdpIgJQQhljqaJM82zdmN1SUwIwcfaaj0I6US0QRZJrmYiOJI8ia+suWk/54sEWlWjPSDTDIZR21IMgAeD6epM06aveLuOccNqv+/f3Yd/YvNRxkwzifEqQP43LGqYnHlUJsOgGX4qz4YOezK31DZXGkmmyXLiDgHpXkoMTjyS3XGpUcnF5q0nata2+qwn/6zij+p3A9pTtpX2bgy9JVLczanp5U3yFVistWYbNklV8oyCQ22d8fsH47VcEYqPtOIjsRNpStlgyWY3KWE7JIodVI3dtlMuODprOUMrtQsrtQEmZbFyuSgUCIqlOkmJp/vNvh8p8mTL9s8+bLDqJs6GmX+IbgfWVxkACyfSyhIiPH5EEexUOUzTR2Lalgi2TjSNJH8oDSGVH0TqsV0njOcKdhqEKzZU7CnjBs2k4bNlTV48/WEy1cKeMWLJMY8P//ZE37+908IxlNMTSOTs5Sb1StbCi/XD8ZM+w5hxyNWXBGxvAeYeROzYBD2Y+XqUM0caaZ7GoVli8KSqXJzZaA8qE9p7oxUTlr684BZACMvz1zaKJX22DhK8AUVZkfkHFGkwrgl+YdykdDVwf36K0VVG1tp6PniXMyrtyxurrvcWaxyZ3GGjtum7XS4/2jEh7+c8PknoQoW39vRcIuuKjkYSA6OuG6Va06QUYKXzCRYguMURXBiEPcdlUE3Ue+Dry5USkmuntk0u8+xJXvbxu8ETDqBUhCrGYNc1qVXLXMbdVaR91hFv5EIRlC+I89I0e3i3hdLumAooxA9Fh+kNB1TvKsMJQUR5RQNnKJFvuKxUCqzUCoRBT3CaZ/T5oDd4yGttgwYpamoUVvRmFkRfHms3IgiAFFkwymMztIadixGHclvlvUmoFgNmVtJFCp2cTbP4lye3Sch9z8c8fTLico4kwH4NHGYxg6mG+PmAvRMxFgIYzZUTUM5LbuhRiPQKJkxXy9MeaNm8NK37/DSd27zsLPL+/sPVJbaw8919nfBzYaqxs2EcSsBXzJMJSPOYnbFYvaCxWA4ZjAc0TuL6RzralD8lTJGBmKKQq/w+IJMkUNuhCYHOvko5XylkGpfZWfLkEg2M8lAk11EEJiSn5FiUCVPUog9KZlBWP8SlCHrjTwf4qRwUgeqPsU0AmZmHGbnXZZXyrx4a4WlpRn+5i+f8Td/+RRrNqJyVU6gMriOGbU0GLkkI3HgjDCN1OkpB9P55Tw//sklfvyTi+xuH7GzfcTn73d5/2dDdp6H6K4ICEyK8xolGQDnprhKxSeqRgfHsylUBevnog2HxJ0euThhVrLbPEEQF1Q9fn7Mo+cn9PyAUNcJY4uomSVsZjELA4zikGZrysFerC7KZiSNdWlopD7dtQpcnU148UaZb//WC1z/2jJ/+l8f86d//YSjXV/hNSUHuzwrWSY6zTOL5pmg8lUYqHKYGIIvlItPIs+9fOaClhfnmDSI01yyVCORZoapAbD0t6wU5SqECCWFkSGO2Bzkuw0TvKxJcU7ed0NlPIwDn3dfmuPd23PkpwHj0y797pBO0aRbtHi4P+bhwYiWDLo64oI4h1WIin1kqkokg9IRgYRGoeoha21HMJD1sRp6qNhpcbTKLxlqZzV0ER5JY302ZmG+yGKtStb2ePLglKcPz9LGlcrNPW9eiWJV9gUJ11V55DI0TXPSpTEomVFqgZHPQA2MU1SqDELcUJDPuhJiSInnL9YCMoWEfAkurZr83nfz/N738uiSF+5KLIVDr+Pw8KHPn/+XY376s9Nz1xsKvVypmOqdOT2Z0qxHKr5CsLni6hKHsIrTFcHSVFemOSmVWRzKqp4O59Serxz4cepsE5qqoKNluBQqWH6qlpZBtwm3Xs7zypsFZhcy6LGrLjxPHh/y5NEBTcma7GuMAk05xwWF/xVO81wToLIAZagiDXBp7AcyHD7/FSsN9kQ5TFJ3lpY6giUPPpKMYvk8pZ8aknUS3vlelh98N6PEVFPdV27NUV8+M4vTRsRZI+LgaMTh8Zh+GBIIPcDTyVYK5Mp5mpt9mls9KhmD9aUM6xczrL+YZ2bF5efvnamS3rojMQiSiexFKgN5LBc5yZ9ua1hNuLM8x29/5xrX1kt8cO8pH9x/QrdiqmKgYTaglth8540q332zyoP9Pg8OBmzuDdndH9HuBukZy9GYF0zunBBfPPwgqwaKku89FORcLiGfTVhcsFlecpR79Kg+US7+ej2iUY+ZsyLm7Jiv3V7jzdevs351ho8P7vHx/j227lls3jPptuWi46u9RxxESwsG62sGa6s6ueIMXm6WQNc4Gzc5HbU4PJ2qvKFey2DQMtTeP2lINl0qeRAfsC1OF9XsFXqDXPpkMJWKCYxzfH+6VyboQsEW96aYLM8dpjJMkHgJhcUU0YJMguSdjVI3sRg21VlTELyCupoTd4SnUG5y9h41JeMuYCbj8Ed/eIN//4cv8id/+pj/608fsd/oM3VlCKbjSv6yYzM+0Zmc6MxWpywt+bxyN8e33pjn1VeqfLB5wgfPj/nyo4D770d0zqQRLzENunpC5RzqLoO7rFGa0aiUNTLSoJNc1JFBezumvRMTyPqRkewqVH6gvHsLi6aq9lnM8b6QJlLnrAjcqksWlSWT2LSZ6g5hFBIGI2Lp/ItwLdIYncWM6jGRqNtlvReaiSdCr1BdgqQpIbnfcmsRGlGx4JF1bZonIxonQxXXoU3BKUB2TiM7L892Vl2EO6cTGodDknhKriwkCI3eoUn3SN7/1PUq7gVxSMnKrnIY5fuOTeUmlv1T7kdyT7B9B2sqSGwZroTM3zFY+po46QwmLRkqa9Q3R5w9Hyv6irBTBSe8dMUik9PY/yJg/3NfUWv0grjT06GznJ/EXWr0xT2digXFTW4YEtEgIklBEptE1THRzJhuO6JzGjNtmVhDG2NoEUXioJJF/NwGeq7zU7wjwyISdcpIU5E0hoj+xL0ng29TJ7RE0JDmfal5t4hkBFsne5yhs3a1wvrVCq1On6Pjpsqnn7UNVrI2ty7PcPNSlcPOkGdHbRqynzhZ+oHB1kaHrWddZWoWeERqqtawMhrFqwbFKyZm7GImLp1jn9OtHj3haimtls7sXFmVKJ4Feyyo2vF4iO8PVea0W5JzlYEIlFVza5IKeWXdF1ypOMGl1I1QIb3TrO50g0/zAjJFWw2AhXbV7Y4YDCeYdhofkCsl5CoR0SiifxTRP5Q7iSj2HK5dq3Dr1gxaFLHzuKHO99/+7Qrf/p0qv/ivx6oOjkO6gQgGBLs6xc4L8l2OEmnkRJDoagA7PTCJmgaZpRBvaUoum5B3IewldA/BP4PbVwzuXNXJlGtY+XlGhkYjbCvqkKyVJ2ch/b7PYOBj6unwRj5Dv+/h9wSvLnSPiUJb1y7LOcVi3JPmbEoMkbiowkxCeT6hVDXIFSSKxlLREFKnh0OO9lMakRA6dFtnQoKYXUT4kAzF6iI/lQqdVphJI06Q1KIggFzFprLiUlvMsThbplrMcnTY4PiwQesopH0sYliT6qrDzKqTPody7BiaGH2bWsZkfclivioPUYuEtnKBSM+h34ppHQfq+V4vVblYqpKZS1TVxwO2Tjs8PB7w0V7Aw7OIhUqOhXKOH9xZ5cevXVTNk//3pxv8+c+e45Z1vJLBd66t8O6NS1xzoFg/oXt6xp/udFWNfU+V3M1db4Kbi/AWTLxFA3NoYQxM+o2Q+ulEudKT0MYyXa6/luGFV7NcWiuxvlyheTrgs092eXLviHdfvMCPbq5Q0jycqUWvM2Tv5EShT+NaVlVIlogs9zbqfPRgj8d7p5SXLFXXL+dUtc7GPL7f5uR0QuzohIZO70xyqhM0uduGkvFs4M3aeDNWGjUlaHB3iOb2CeMpEyV6S/PhwzChkHXJ51wG9VgNQjon0ttJBX92bOHEaexHJGJTO0arGGh5HX0co0tUSpAKv0T8UMgYZF159idKRCNuKaEvyfsrj85K2eKPflDlj35Q4flkxPPxkE+2Rnz+bMyDbXE/eARTD0sfY2ljsjmPXKlINpdTuFtxuB3v1FWFcjbKyQBY7sgi3kpjXQSPmtNdCppEkcX0ohF+4uNaJq5tsLY4y9pijfzYwmrG+PUJz3onPOudkjiGKhUbNBHxqIiQp6qRL4Gb8r+Z/QSznXBrrsr/+P3b/Ojli/ynjx6qao2GTARfLcmKukccmwyHY1Vvff8bfO/tb+INjhk++5TwbJO59QVVnacndJ4d86Qe8lnf5DCQ/UFEzAY3bte4cadGoSRDVF31Aqa9mGiY4CQi4tCViL01HLJ13OXBVovtk35KzFK9MjFHKP4/SJS3lNw9rJCMcrHYJCLGVM+ylg6AsxpJZQqVKRnbImtZCjkvbpru0McW1zc6hUyWYi6nXNd+nKjYlFFnqCpS/RyhEQhRL0elVubq2gxX1mdYjfpcCPucNHrcO+rx+HTIVnvC/iDAKdrYRYtwGDHtTImlyaCoWunn4cqA4jzuS8hQ/U6o+okLaxbzaxY3C/PczC8QBn0ag2MaoyZ9LAaayaszi7wys0BRLiHjAfuNLn+/0+HXh31kBjoUsZYXYWdiCiWD5cUMtarL2fGIMzmPnGm0znQKRY9r1wsszNv0Gz0GjR6NdkK9HbN0sci1W2WuXi+rjPGSZ/OrXxzy3i8PWblg8tbbFVaWTJqHfZW7/nAz4dFWgi+c61yoIjqWcjo1z0hxyYHO61dc3noxw5IZkhz2SZrSOJpV9evtU97fOuMgDOg7MHUsFs08C1aeuBgRlyJ1Ft54FuB6Lt9/d4lXX6/y6fs7qoS+1I/lTOWyUCxRyWQ56rY57ra5fNHjpRsFrsxluZDJkkfj6PSMw9MzyqUq5dIMe40hj/fr7DS6eEJaKtrMZE21pstZt9WN1PBXHMAyRIiyIqiRZ8VgNDIpZTPcvlLh2kqeSeOUSfOUjO6Ss3IsVLNcXvFYmhGKTIIZJewcn7F7XKfgeCyVKsznS8ptKWfErf4ZW4M67ozGwsUstaJLZWSQHxoMWzrDts5Wp89Gt8PEiald8KguuNiBju3rnAQTDoIRA8VZlh4NDFoR/VakhruVoknBKpLVyiQTl82dU7Z2TjjzE04DqJZ1Li1I7JPO0zYcTwy+dbXGtwVXChTl/RhMeFbvsdsZUSo7FEsuSTwiDAaEts60mKerOzzeG/J4b8S4KbSVhHIxy9JyURlEmv0BjYHg/SMGggRWRoLUcCRna7nzyWBSKrFk8KFRsg0WbItVz1aOcqmdky4PdhsqdvCNOzMszHl8+qiuauqVmHpFcnmbmYLMAiIebfR4/LzHmxd0vn5BJ6tFBIIuloNXPsPUddlqhWy2QjVUDTqJwn/LwHoQRtgzGayqx7QX4DdGxIIy1qCcdXnz8pKq42fHHG0csbZu8bVvVagtOWzvjVV9euDzyb5P6EJ+TihBOsO6IOc1Vi66rKy73FpxuL1sEw4nbGy02Nzpklkq4i0W2VMEqy7tQUQkbuTEYNSMGDbTuEMZPoqwXOYsQltND5O6GrSpuK5z8mg6fUiF9k7GwckITlX2yAh9BGZfwxxohF5C6Mq5VBpJcn5KSRkibPjG7QW+eXuePH0KWl+JhNrjWJnIIhHtT0wlVtjtjahHIW2gJ47cpsm4q6s+qZSIG0V0KS0IiTqSEoKa3OWEQirDLIkgdEoxlgxZVU9F9n+ZF0illKwkEfqAEDSFAuGrCkNBj6c9TiFQSqyeY4uxCtVPGAjhQvIHSO9TQtgM+lCtRcwvRRTLMkuK1bykWnCpFFw6h6EqJ4op2Qm5jMQM2bgSxWnFZGVeJeQq6WOLAccwFEHjpN/lpN8jEJqpb9Fr6zQaGt2uztqaxuoanJ7B9g74Qvqp+mRl6O2Y2K6lIum2N0KV7/3mK3kWZyxOd0acbo9oCRbeD5kI0ruQ3rJ0EXl3EvqmzkBENWs2V67YymW99aXPzsPg3DSjc2HWY302w3w+pmgPKLkJpfwCpcIi+VafQquP3xzQa44Y+lOGBZNR3uKjZxH/9DTiwpzDd25nubZawPaqJHaWe/Vt7jV2sMKpzMapejlq5RnmSiXyelvVMA7oRRG+NCqcApPYYeewy+5Rl8uVEpcrZQIZ2u51qXd8Dg2DA8NgrxWw1/K5fX2GH791gbWyxf79PfYeHbNxZLBxqFOtwtKCxEVZGJGtPvPnRyM2joasXk+48arGnReLvHppkeViju0np2w/PePLrZAvNyP60iAvWSwsF/k3b7/I7799k+e/esDmr+7z60ddfroVstFPsMo6dl7HGcc4o4hKxWVmNsPCjMtiUZDdFiUCyvg0Jj5H4wm5vMMLa2UlAv+Tv2rwH/+qyTu/tcg7v7XErJNg1Af0G0M+O+jy2WGPaSBCAR0rkz5nK3OuitK6s2iT643I9oYMSwGd2lTNR/KRQS7KMfXfYOq/Sb/ToN/apuOf0ta6JNkML1z9Da5f/Q0++Me/5YN/+DseH2yz2W/TmIzPo8BM3npjhbdkAHzhDkvVN+j1HP7+vff56MF9Lt64oKqiHVH2N3n+aJ9//OCMX3/a4sLdGhfu1Nh9PuLRZ11aYnjUdf2fB8AyBO6LOng8JBC8ijhlJONoKkogmfMIzkwmFjItCpUqSA2A5eDuSGlMRrHC9Yk7UnJ9RA2YDg8FjZxgS7ZqGDORl1oUozIaV1Mombx95QA+5widt9XPY0lxnFRNIg17pcaW3C8ZfIQpylW5Z9QKmg6cpXF9vqaeL6zSoE6HtmprqAaBAAAgAElEQVTYK84twd1qBoIpTgfA8vdSi1bq4EovrrqnqaxjafSoBr58LmIZU92B80b8V44nZZJKp2uSiSr/vLgulatOFnu5WKiFXtwuki8rLuf0P8ugIVeRJkKiNqmF1axyepycBZw1JIsyoN2ZoqkoBkEyixJSclolIyzE8GTQE6qBz0JR44UFiyuzFst5KVvl5XbbCYXqHPPra2iFLPdah9xrHSlUpVTgi+o3p5B/3WZAr+krlLGU4ECVG0yuTfLZiBtAnKBfWRXlJ5MmUCg/u3zS6WeZtpgkL0YGr4LaPA+MtyRLUIQCumo+/vDdEnNzGR49hkePIzY3G6qk62XrgqZOX2wZcASm5GFO8Tsmk4Y0HmTLkO8tksgsEsGCSk6hYJPEUSlOM0+juGxTXLHVn0Nq2JzS2R0xagWqsS53Phn+mjlBcpgqL1W2WUFTSH61EJ08O2HSjhjVIzKuwdKKw9yyS2nBpjRvs7/VU/XCRYPvfzvDS1ddFvNp7XQH7HaGfHpvwvvv+Tx+HNPuGPT6ovrWVMlwIgqn6hmUy7c0leU5kGGUggCKW14JC9KcBsn8lSG5XKgkO1oGLypiUZ4r08SyLIKO5BmGahCkBgvpbEY1lFW8m2ziKj9ASwfAotDzZKKVvl+GNLHFwRhKTlzqEi/NZCnPZMlWpWGDugyKUlFcWdMO6rCWhPKeTvHjgIk0HMWdnhO0nonpCeohVQqIikzUYSPJ9RvGqkHqt3Q1HFEmY1MQzBGFXMzyPKpuXa9x6/osp0dTHt3v8eB+n73DgL2jQOHfxFWTy8cUpIFqQy+0GErG1CjClYNuFNNNEspmzGuZiNdmbL72w1d5/d1Xedx/zvtHn/PZ0zr3P4fdHRl+xFheon4uvyPCGGlCSNajweyKSW3FYuJLXrfkNCR0DiUHOEWip+qSc+HJeYCerCkqt1Y+fHGIqqFielgQ14k8f+L8FVKA7QmeW55jaZKFCnctzhe5pIgDKRHHjspTlQOhoNakgZFOJMVNKPXGm2t87+0r6rK5s9Vhe7vN5kadzY0zcss6M1cttaS1DkOG9TjFzvgiAhB1cIg4H2/eLfHC7aIa3oqD9+GXDR580WRnY8T+1pShmFLmbfLiGBD1sbh/BZ1tJ9iWjusKHtw6/1mgfzKmdzBiJmNx64UyFxazjCJR2Ue0mgOarQGBIAQsGQZJNm3AybOA2TVDVaMV8PzZiOaZNN0tVZooIeKQ2xdtXn/B48aNIre+vsDiCxX+7O/2+H/+dpfDnQnNQxERQblm4XgGzUZCsyFD3VSgoDJsLcmU/hentTKayF3uqz1E9pFzQcVXmbKpUFLU/fLxp6QJhU7VxaUtzlJxvGp4FRNPXDNCFtDh3RsLvPviIkVGTHsNhpMeZxmXs6zDPz0K+OihT7MREAouUQaYpqDpBdUZywk1dQ6K2S5rUJzxyBQdOvUBnfpQiQKksS7CgFTUIdlcgp2NmL9qqKrO5ijmC2iJzdNHdZ4+bOCYDo7lqj0smEzVWiPo1alk3MTmOdIvRefLc6xQ5uIUswSHJEOrFGkv8PdCnGCFCe2pSUtIErHEC/isLMLFNZ3b1zN85+V1vv3yOmFmxDQz4unjER+9N+DhvRF7xxOOpFEpdIQkZKZSYqFWVReP7e06BwdtpcCdykDofD9V27gsMUI0kSwQhTIVJ7wMc2wsy1GxCCJ686XzfB4DoMQ0U7BMi1IlS6WSZX7JZn7JIZOPFYlAcFOtM1ElRzRO+zROe8o7Hhumol6gcrolW8/BkWG27KN9yWGXfKD0XKXUv/LnE8SmLZceyW8PFBZMssXT5zAVwWlykBKsvygOZ1wuzDrcvQx3rsjQKyByfKX43T0xODjROTuNqZ+IcCm9vPmiHjanRHaM4woGOUtjb0hjb6TUq1eXPdYF0Xy1SGkuow6Pv3j/DF8wvgpTr2GdkygmomiVmIGOgdUxWMnluHOpzFzZZuOozvOjMy69VOHy7TIVz8ELdAq6xlxtyvzMlF8/Gqs6FeyrcLolS25JIzMnSHRRr0dKqZtmverUj6e0z6R5mK4l66suly9JI9BmEJo0egkPHndVLWQNFjIG11aLXL1YUTliY7enqn5mqNo/GLGz16PVlKGkhZ6YlAsxlUKkEPn5YhZL3EC5CWRFrOaQ2C6joc6gqylk9dGxfOdjFQMwacU4hq1KzkeSiRjGcnEWTOxU5T/JcEyGvvKOGFaaIS2impTgISILaZjKwFjoLjZRKGt6oPILRWylMO6ypiQySNBYWc+wspal2faVKn5Yl6yfmIrj8pMfr/Pf/NY6v/7skF9/esDzQ3Fj+ozjhMKMhycOsaOQwdGUbCaiWAx58VqGN+6WeP1umcCFwNX42S/b/NVfN9jf8rFlrxMBgpAODI3CFYPCZRGACbJxqpD7K+WSqqYMWVoxJ6djjo4GdDpyeJTsXajMG1QXdIYdjU49dfkocaQRkalqZCryrKcNBDmoCGZSxYjLeR2TYWuiKpQ7RCQCORHpSMPRIDGnYIrYSMfN2Eq4IY4xybwaC9J5KFnTaSx5pmxQXLQoLNhK9S8Z34JDU6hkXWgjaQZDZ0+nsy+RGYbKdRasuUJAC+o+PfEQhUKTSLG5ch5QSfATGQ6njcOF9SzOTIxRjlSsx0DQ4u2pQomHAxG6icM9VC67pZtZlTV3+mSkKhUYiNM8JjLPSUdjXQ2wZLKeCJ5b9hlB+gs2V3JZizrGQogxLw3CmH4rYdrSoWOkpc4i6X1EVPbq4JFCe9RlUygwIvAR6o8eyf6Xiv6+ihRQDUGJdJFzvp+KUUX0ZHomsxc9FdXSORpx+rxHNJiSsXTKWZM7L5S5+0KJQjGHl8vS9UO26x02D3s8furz+MkEPZ6qUmQIiTop6FQueFQuZFRequSmDloB/Yav0KAisNUjDU/cwZ6LKfchwT5OA/r9gcITSo6lvM9yFpY1XZ2LBYMaQ78/YtAbnQud0kwhuUPKmitnb0eGBFkXL+coN4dsn0E4pdMTN+1Y4ZFF5CNIPCE6SSSMGgAfKQmCQoKsyNp6MaP24ZPNkXKWf/d3a3z3d2f5/INTvnj/lN0Dn5OORj8QBGGEkY3VMEaGMlGUUiQCGaw0UNnTzmyMO5cwN2uyMGuh+QmdkymDxpSFeV2Vp3tYSQbPdVRMkJA3nu73eXLQoyVO6b5glxPyGblP6gybqcBF9qEoCsnVLMoXHKyMwbATMe5LQ1NcJxrZYkyuLOItnXzRJpu16DYknyymI/hQcdvJ3e2fCTYGmmMwaEcMOsKb1tR6IufjMBSSVNr4FQRipZZh4UKB2cUspRlbRRvtP2+pmoxChY8Vl3B+1lLIdok+ERJT3NJUSRTBq7fzXL4oOOwhESNGvqaqLetlY8y4F+GFHpkww8pKRu0Tw9DnoNPn+cmQL7cnbJ2GvHZjjldvzDKftanYBrvHfX79sMEHj+t4ro7naPzG7VV+77VLrLkJ/tE+pyen/GNrwj82J5w0HE7qaTZsxpiQyURUViwqyxaencG1MjQ6E3aOuzTrPnHXQhtb1FZNahcM7lyf4/Ubi4RBwNPNIzY2TyjYWfIyCAtNtbe60RSXIbYMVOfK6LOV86gSnfvPm3z84JTHO03ckqHWhq+9WuONV2q0Tod88fEpRyd9jLwGnk6nrtOtS6NFS2P9ZNEWsaDKt08Hwm4xwivLGpnek2VhH40mqszzXyKUHdQjNQiWKAARLYqIyJbsccn6C6aKmFFeKlCoZZi2RwSdIX0/pieUBl2j4GlkHQ0/DPGjkGBqMp3aagCcBBFLRYM//H5F1cHQZ38U8MmzAZ88HHD/+YQpDtNE4sh8bN3HyXi4BckFlfXHVY35+k6d+m5dkWkSuWOLkFGJQMXdLZlLQnMwcRQ6Xz6LSJF75qpl5qslgqHPdBQQSZZzV/aPkI4xpKPLc2eIvEFhzmU/UBglcY0LZUYi0nQbcxhh9QKFD//337/Fb756kU+fbPLp003u13s8ag9pKgpPhjgxmYxGTEZjfvedu/zuD14m6ggS/SFH27tEpRxxMU8yHsBYsng1RrEIVLIsVKvMlYuUc5ItJ1jgEENEGDIzkVzEiUmnP6LdG9GY+jSiKXv9CZvNMUc9IYulpAshkErJWmiIUNwVNGmoRGEqgkywyhLJ1U2Uw9rNeXgFl+yMuPoNBr0J3daI8USEvSGhHil3pq1LJrh8VuKQk96SfFyiiJbs16lCkcqg2jQ8LGle16q8eXeVN+6uUeqeqdo5afHZQUc5cGX4ezwO0EXI7upocl4YCrVOBFsyREnwVIa5iDQNtU5J33Ms+chBTGZGaHE6tTjHTJTFMQM0u49XkKHsIssXlzD2R+h7Q2w9wi5KvErAPzzs8OHzvqIRSak7pAwmiiZLix61mqtMLCK+qR/HnB3FeI7F6nqWhXmHjKnjGRr9TkC/HVCZc1mS3L/1ArPlHLPlPL9+b5/3fnVAbVbn1dcLLMyY9FUe+ZidusZOQ1fNfJ9A4fQrQq7ImPSnPr1pwDeuFvnhrSqz05DOgwbDgxFapoKeqfLTJy3+7mmbM/luJJ+z4nCnVOV2qYq8UfJ7Pj8c8OXTLppn8b13V7n7tVkefbrNo8+21dC6PTSVKC5nOWQkB7sQoxcSlucT1hcTahmdfGzhydl3NCaSdcMoYRplnp6O+OKgxXanz+yio6rmQU16L1OD9tDgpBGzvTNW2cxi9rDyIqSW/lFCMedy60pNIf6Dfp3poMGoA8O2wdJsljdeKXF1zWPanajM32azS7PVwzEMip5HNZtnNlekli+x2Txms3WMXdCZXS5QyTrkh+ANEiXW6XcTNUDY932GWoidFcGDRsazybg2EwIGyYRRHKn4pv4I6iJWPQ1ZX8yxvpBDn4ggEDqNmK32mM3OmCAQkX/I/JzFpYsuM1WPOPTQIpeKRJ2YIj4VpLk4SUVnZioxieWGigjiSy66P1b5r+VaGaeQpxVptCOdjc+bPPuiSc7NsnphVrm4DxsNjpoNBpOY/kSibkyiUEgxciYUC6oaGCixpVHQMIo6tZLLSi7LWj5LNfGpxAHDcEJXBH8zHi9fm2G27PHFxpmKsjroOark98hLTIAn+4iLV/JYc0LW7RBnOiGSOIcoYuRY9E2TzQ6qOqeBwoxLj9AXEaZERIqIpWjhC0GjGRH6IqVM8CyDpWKepWKOfiuN71hdt7jzWpaZmsnxrs/x7oSd7pTt7pTsjMfSxYLqVxw8HVDfGzG3ajC/anD7cp5XrxZVLMuzp02eP2/jLmfwlrLs7k/Z2JjQ7af9bemVSt6qxJxFVnpel7gQGYLK/S+dSYhpSAQ9cq4TJHdAGIpYONVjSkSPkGbk/CmXFS+xyEUuOYkxrBgYZZ3eYECn3WM0DJSIPOfavHGzpkrv9DE6g5TseB4/lApVYz6vj/lMzj6yh1c8wsSgeRjSPgtVLjFGgGNJbFyaESuzFok6UUp6OzXAKRTxV9Q0MUfILECXbOmpQvPLPh9JhIys/a6lDDJGJsCUHoWYV0RcEEt/08K2TYU3ljv9cBzTk9nQV+Yx6Vv0NFUzsxqLyxqFSnRuxIlVHyTnWQwbCaNGonrUnog5DQgkNsbUubWe5aX1LHmZxaiowJBD3+c08NHNiarJUGfYszhtaxx0Yk76CbMljbmyHAFEQJZl7IcMxz1izae24DKz4LK9NWF7y2d+xuT2dYf5ismoETNuJHQnAR0/oC8JQUIQko2gG8FAxCoOUdZlcVFjdUVjIqSKBz57T3xK84aq9VmXSzWPmbxELAxEC8FCcZH54hJsNNGeNxUFrx4kDMQFvhhjLCRsbSVsbSYULI2LszpLsznK84tkqxV2OtvsdHdodqe0Owm2aVMrZZkve8xaPrOmT2RqTAyNXqjTHGvUBwnHTZ/j5oSq4TJjesq8IMLsURRzNE3r8CRSUWe3X5jlt95a5dqsTX/jgO72Kae+xYlvUSiZzFQFA6nR6yQ0GjGP90XsM2T1BY2br5jcviED4DmWixn2Nk/Y2zrh2XHCs5OEswl0E41KNcf/8MMbqg4/3eLo003+8cs2f3FvxON2iFeVLGFTOaQ9P1JCQok7mqvaXFqyubJkUySiJPdZEa2LMbDgslwqMhkZ/PFfHvMf/uqEH/54iXd/vExBCxjvNWnXezxuTXjUnqjexbCrUZn3uHAtx8VVl+tVi8tFg/wgIC+U4nzIoByhuSEeUwQ+Hus/INHfoXe4R3fnHp3uAZ1YctsKXH/5J1y/+9/ywa/+ig9++Vc82Nzg6UldmR0vrpVVLRfMtNZeZ/nqj2gMs/zZ//c3/PKDf+K733qZ733zZQrhNk7nC54+3uIXn9b5xecN7JmsEst0mxHNo0DR8jTTNBNBDRVnCpRqBVq9Du1eh3Ail2o1k1VflnSyRV0uWYaqaaDJVDsiez4AdnKiarcY9kN6nZBxP1ZKzXAi1v9UAaJrU5UNIM1vyfWQReKfeZlqUHjuMlaNHhlPnWfwqoGu5PyBJ+hbS/JmUoRsIFQYwZRJ51s6rao/eu5AEvetQqieO4lF8acGLuKsSBuvmgxQ5d9TOV2poyvlzASpQ8MW5KoMqgTHIOqtiPjc1SFYXvnHpcTM95ULUk3W5E+vW2pAKyfAyI8Udkb+zLIAKveV2gzE6ZEOKM8jB8mW02Ha6hWba7c8SjMmvWFEuxtxsB+wv+8rJ44wzm1b2gNZNFmkfMlF9rH0QB1U1xYkS9LhxqpD1bKZsW227vfYetBnaf4Cr7x6h9JymUfhFo/CbfaPexwc9xT+MJOtMfVtjnaGHO8MONudcLY7Vodj+apMaQQL7tDV8JNYOWNT52HakFN5pKoFJs2xMI3IlA9FMS4kD0ca9FGauaJHuHrMd783z09+f11llv6H/2OLP/+zA8IoHbbYhqGQPHKQ1QSHJIq0HOg5GDdhcJw6zm0zzbQN9IhA8BuBhj4VtGY63BcHcGnFUQ0NUw3XLCatQA2gxi1xRJwPgHPCjBe3oqC7TeUQD8J0AGzL0N7UGDWmDE8D5mYtXv56nvUXPMZxrOpsc0h9a8TrLzn83m8VuXvTVddAGVB/+dTn3jOfDz6d8t4HU7b3xR1kq8OD4mJMBQuixF0Kse6VTdUUNB1pPkkWWMC466tM0dTVLpttrL6bqbwX8kPIq+Ckr0SKkDOZdkOmXWnUnkfUqe8jbfileEl51aW5aSisgZYF3H/JpDXlt5X/KvkhY02pp9eu1li/VmPmQkLtAkzCNJ/35Mjn+RctNr9oqVxaeR5kGJivxVQWdeZXRSVpMxxOGA7GKTZ1LOrNhK5cejqCK7SZ9mSaFYIn+Tix9BcpOLBe0VR95xsX+M43L9AbBDzdavH5wzYffjLkw09G5BcEhWhSqSTMFAVjrtPo5Wh3XMJTn+nJRCmrR8ZUueXvOvBKxeU7/+oNVU8mT/ng5EM+2Tjhy88TtrblHU8zHqc9waIInjrFkcnhp7YsebYmYZR+BzIAbgtapp26+JTwJGUDpKISQTpLM+EcH6y+Q8n1UIuHzDtNMgVHHQQFjyvuWVHPyYB/PBJMZTqIU4EqUkiguKvQjKYl4fPTlOAgzu3zQKv//g/f4H/6n99SX/z/9r/8kv/4xx+hG3LwC6letJl9wVHvQH17Su9kihnGSiEbixMygHd+e46f/LsV3nyrwhdfNNL8k1/2+PBXPeUykr8yZZOFFzxmL0lz5TxXSdfJ6AauaZBxLTUIbrcmtFpjjjZ8Dp74LM/leOedea7fzLFbr7PbaJzHG2oYdh7DKSmU2/0PTrn/wRkv3C2rarQmPLjf5vTYV20ngeWm7N4p37pb4IdfL3PjRp6lazmyCy7/5Wd1/vPf19nfHlE/GKshebnqqkZvszWh2fKVUlBSw4WtLdnRMkGURoa4iyX3LFTYzPO/zmMflelVxBTnsAcRLahIcumNyQFNMlRMQxEVBJUpP5ysMRnJpsg4LGQcfnhlmR9eXaZq94nDY0ZRmwMnw4GT5ecfhPzDh+JwHBMHI+U41BxL5fqqzTT0lYBDsLl21qJUy5AtiQO4T6feQ48EJSyPlkycHKXgDyKfaeRz5XWHq6+75GcECeMpF+mzRy2ePW5RyOQpZgtKNT/uTdTaMxa17UBGneKgkIuCiDwChZJUgiYbfFvHl7XSs5WatWDGzODjhBGHPVeV2sCDCbevwRt3DL7xcoXrl1/lxuXXGGaPVP3d3+7zJ//7Hg++6KvMZ2mGTAPJ/fRZmllmdX5dOZIfPdrg2fNdJmiqpFGmfmIlYk6z14yMZLwJzir9M0oGp2Snm4ZLtzNSJZhaWVsVrjvUyOVcVi9VWLtS4ubdvKrj0xYbz8/Y2eqx8XDEzoYEJadro0QL5GYcXJWl46uoA9fz8DIeJwcjTg/G+P1YCZakiab0dNLjypnEeZksxCA4tomo0w2MRCe0I1Xy55bm+0LN5bUbM9y9WmTJHbLoDjFzE7Ssz34v5NPNmEc7UD+E+hGquVqoZcGTAfBYCaeMxJG0Yc6OJtSPJ8zlDW6seFy8kGNhtUKumuWXH57xyw9PGYu4QKB50guVC62e4E9jlaOt902Mni09UcpWiKuHdPyQThDxk99c5Se/ucblC3mKnoFjTml3D1T99YcBf/1PU5UHVLB1Kgsa8y8bFK9qHMia8Myn6JlqoCyf1eHzkNPdqbyV8sRx7UqGWzdzzC4VMAtFOr7B3//qkJ+9d8hi0WWp6DJfjKnmpyzOaVy8WeHSrUq6XOoaD5/1+OCjOvfvj9nfdTg5EFWqjxH6FAsJkl5QrmnMr5nMrdssXqqpEkHSYJiwf9bj4d4pm7sdupuockMHL3IV5is2REyV4CcTfHWmPNcnymBJl2y8RCmfbXEEZ3XlxBcHjnLijKUR6hEFDmEyUqWUj9a5OzEMyXoaV2/kVG0fDtg5TGMHBAFbNj1+9I05fuOb8xwOehwNUpX9l/cHNHoRlaUs+apL52CoSkFHLbi0YvPKCxnevJPn1iuL3Hxlgf/00wP+1/97g0dfdnF7YI9l4CvnJ5fqLZOZW5bCRdYPBliRxrdvrfDtWxeohzGNKObRvQaf/eqAg82eQvTLfSA/p5Gb05hK46unpzh7QWIKCSMToYuYUe4cgo23TZycjZWVUFAbzXQYdHsMej1CPxXCyfDRMjKq/HBEEI7I5Swl2pAmxMn2iMbhv0SoqLO6C4VZm+qyR2nBpduc0GlM1JldBC9yNtWsIdOpT2sb2rL/SxaksCINcShLlIMMKcbo+lgh62RmIENFz3bVni95mbKHvPKtJV7+5iKjSUC9MaDR6tPt9en3hxTzWQq5LI3tCYdP5D22WHqlTHHZpbXTp73bJ+jF6XMh2HzJlBJ6guzJQoGYOGi+YLXkwDhBMwUbnK4T3oqGu5I6Kif9hKAJoWCJG3IMNzEsQR6L8zVU4rOvBsApzUdl2aQVRejTUGUEK+yp7CO5tDQ574/TwbyKXhECzAVU9Z77NL+cMG5FChttZnVeu1lQ9bU7l3jjzlWG/oT3Pn/Eh1/u8cUj+OKROA9EQTzCKkR4VchWTGqzRWpzRY4Pe5wc9lTmr8RUSLSneqnF0avEVQmlWp7KfFHRNzrtPp1OXwmUpSTfPpeTcinkM4ogdbjb4nC3neqQzyOc5ecUqkW+7FCoOJTl95wtqPyz3mBMdzCiqwbAIyVMdVxd5dw6kjfcT9QAeHAsqIb0nF2pwmwtXfPbB3KncXjrX8/z9u8tsPmwzuajuiI9bR9FNAexIvhoGYkQM8kK+cTXFDovGMVplr0fY1c0rIrGxfUM1y5lFDa8XR/Rbo5TukdWw+nHOO2QpXyeF64skC/l+GjzVNVJP+K0n7rcS0KSAjonMd3TFEMv51ARqRXmbSUm7UmMTD+kIhmKsy5uNsHOROQKBoWig5exOdjucbDVYzyKU0qJJoMVS8U/CZEkW3A4PRtwdjaUzhhekMEIDIb+mJFc5uUAZejMzRdZX6tSW8xgV6SJMmX3QZud+23lPHclm7ggkUImVtZgLCjQTsTkJMI/jrmykuWd79e4e6fAlFDli9eH07Q6Q07bA9odn+4x9E7gzqUady7XFGa9Phqxdzbk8bMRJ2dT/tVb66rOjpo8fXzAk4Mum90pWx1xPKqYN37va2v82+9dYdGLONjZZuf4hKfTmKdhwtNNm2dbNtFwSi6aUHAjllYdltYc8rNFCnNFDvpDHh6ecng4JD40ietCYIpkU+E7Ly/zozcuks9qHDTrbJ6ecX9vwv3dicqrzPgJq1mNW3MGF+c9rPl57IV5QpXi6vNwo80nDzs82uypu6HUO2+t8M7bKzRPBnz03h4HRx3cmZR+1W5YtOoWyUT6wYLljpnEocppl+dA7i3FOYvyokVlwaE85+HmNDqdLp1OT8UiiQkgUCJgicsRxDUqDkeEBPJ9ye85HYk70eXi1QWWliv0Tpr0jps0xz6NIFCi7YIIWgSnqOI7JKfSIUg8dcQXRvBCQeP33y7zb96uUO9H1AcRnzzs80/3enz5dEh0vlZbxhTLnGJ6Hma2gJPPka16Ct3e3qvTlgGw9GMk4kB+SbyRWtDPNRyyhU/AyRrkFyxqy3murq1wbX2Fh19u8vDeJs263GVRbim7quHMCDpeJ/ANlWWJZNXH0kNIeyhh7BEK0WAUYA3HvDhf5A/evsVvv36RzvEB7eMD/m63zV9st9kaCF0nHQBPxyPC8Yh/++41/t27L9Ctt/n00y0+e3TAYYyqwkxaS3mL1YzLlZkZbq1f5srCMv7ZMf7pMWFrQNgeKQGPrRUgcnlydMqTw1OOiTix4DiBoxAaEoGiogEMZWvVRlFKtsmbGJ6hRM8ioswsoEoSA6ThbsY2uWKRfKnA7GyW2VqGnZ0Gjx4d0RuOlNjLU7n3DrZu025MqR/7ykyiWhTnGXuCEQ3EAdgVrLSHbmSYnxD4LI4AACAASURBVJ3lN996UZV2sIt2uMezgzM+2m/yqNnjxA+oS0SZzCLk7Do1sALpyclXIWKTCK+i41U0tT65IsIUIVgzZCoiVy9mmomJWomqisrahKvX8rz99l2+//273Psv97j3F/eYWiH5azkaicavPu7yyX3Zc6SHmLY5RR+VzRksLGWYnXdSwwtTTg+nHO/KXUpjft5mcd5jdanM6lKFQKIvOkNFTpTYiJmFHMsLVVYWqvz617u8//4e2TxcE/xo3iA4HTGWzNnApO6bdEc+veFY/ezSS5CILkFO9qY9viuN+peWKfZDdt87oLHRwagWMWeK/Pm9Pv/5/oCWk+DM6SwuZ3hneYF3lhfpdcb0uhMebDf58OkZvqfzrR9d4vYbC2w/2GTrwSanpwn1hvRzxMwg4lFYebHA8osFasUBFa+LE/mqh2JONGYNi1nTYjQsMBoV+PJ4xEeHHTYHQy5e8bh0JUPNmTLrTJlGFp0gw/4Z3H/QY2NzQE7uXEUHfyoCdJ9C3uXGlXkur1WIghah32R/22f7acDKQpbf/NEcL9/M0Tvq0Dvu4g8m+GKTVKQTcai53Liwyo3VNZ4f7/P85ADDNajWShQcB284xR4I6WlKrx8oNGkdFGFJyBgiDivOeRRURJAIrAIlvGz4BqcD2D8MODgMeOnyDLcvzzCujzl61mZnp88WNls4eL6PFwQsX3C4fDPP5eUClzNVlowcR7tnHO6esnk4YuNQFmmbS5dmWVkpE9DDT7oMBPfuB5RzGa4u11hZrGLPF1T9/C82+PlfPschw6W1FTJZl+3DfXaODugF6vrJNHGJyKV5tMGQSJr2530ke1bHWdRZWMhzsVrhYqlAeHzK9OiUTEEQtiari0VurdSYybnc2znh/s4pn2xEfLoRMxqBvAEy1P7G26t88/trOO0hTnuEPhigD/tMggktA84S2OyZPO+ZnO2PaO4NGUvUiIg6siY5yfrMwqin028JnU1oWiJYFApTpEhM8u6JYHVlzeT6LYtqSaO9E9DemdJLQvpJxOJqhRduLarz//33T9i436CyHFNejnjlZpU3XppTwuSnjxpsPGviLNuqdg/g2TOJJ9PSHrWAEjsTph0fobxLqfmA9IFESHV+fvZcD8/NKOHbeDxSpBR1pp9CtiDvqxjDRHStK1TvjFNgNlsis+zgLTkcHkn/4Zh6Xc6gApOwePV6hdeuVxlv9xlvD/DEpFP2yGWl9+ar+unBhJ8e+BiVDGuXysqMcbg15GRvhD+VNdzHMzxyRladn0fRmHE8xi6YqiyJC0kiDBGnR8JssLAdiZ7U6U9GDPwx4SgmlitrpJPNOKrIBmjZqeqPygBYDHtO1sPxHHJOrKrfj2m3YyV+0IQ4JGeOnqEQ1bOzJksrFsWqRDz62JINLO1hS/qxOtO+kH1Scb9EmDaGCY0h/M635vmdby9Qk3iX3Sknx0M+brV53O+wXEtzbwddg1bDYreT8HwQsjmIKMg6AFSrFWqzNYaDSJller0Bl25kufxiju2dIdu7I0qFmMurOrNFA3PiYPkOvcmY3mRCy4fm1GQw0UgGU2XUcKoF7GqB2ZmIhdqUUWvCzpPJ/8/Uez9Jdl5nms91mTe9q8ws31Xtu4EGwG54gBAIigpKIimJFMWlbMxIP+7+PxuxEZpdaVazs4qZkURRFAnQE4QhQKDR3pS3WVXp3fV343y3mrNEnCAi0FFdVXnvZ8553+dl55GbRHTMmpyrp7kwY1MphGiZsYoIXa0sqhp8cMDwgwNak5hdO8O4ZFK56KoabMJgSyMeS/9WehlZli6dpXlmls5kk/Z4g7t7Hjd3RJyuUS9rzFV1ltOGKks+q0ya40nIg70hG0cOEm/dkRiv05K8+dJsWtHEDoYuhyOXg2043IbPXWry1bdWeGYujb67h9Y6ZpK3meQlitKmUJD4zoitHYeHGxNubY25tTli5aLJ0xJndqXI9bN1Fstp9rcP2N85ZLuvsTPQ2e5EbLdDsrkMf/X7V/irr1yhc++Azr1D3vmozX/9ZY9bLVfFleRrJplABJ4BI4kL6oY0ayZPXUwrQ15JDClAuZmhspChXMhR1nN0j+Fvv7PN335nh9/9/SVVKX/M8cNdjg97bLgRm25M5wC6h3DmfJ4bb1S4ciHLQlpjzoTiJKI4Ts4OblGojCJuGqn2jZH7Bnr26/QfPaDz2bv0jtYZ+D20YoWrn/9rrr7x17z3i//Be+/+Dz69d5c7awcqC/hLbyzzpTfOMN49ZrJ7THX1NZZe/TP23RJ/+5//K99/56f81R/8Dn/1td8hN71LcPgL7tx7wM9uHfPjmyd0HGg7cl83VF9RuIaaYZrKAVxtVqk1K5z02rS7beX0SYZ5pyXWf3GAyE6uqbRfUoJMqJiqhJ8tTed+16Nz7CqVsDhFI8FgiDpa1EmRqOSTAbD6b/L1n7h8E6HLbxxy0mkU9b+42pI/EqthgmTjipNYITml7yBh42O5oEgmo6hv5I9LJ/YUqq8YzqfoZ2Us/p/u4uTfRdEkAeay958OZ8SRZ8jPJw7RRNmqEMailH8yAJY/K4Pb06aeHPJMUVBn5JAcK/eHIHpVs10GZo78zAnWT3CYCjkmeBYZCKnpqKCsDeVWMG1RWIc0FnSWzlrUmqLqkuwFjeEwKfm+RU00GUL3OFIovVDyen2fclGnVtFYnje4cEbwRAZV26KSsThYG6qam5nl2pVL5GYK/Lq7xcfdLfp9n/4gIAgEk2Ar3KRkRPlycQkyxH5WNRdOWiOGffdUoRYmvxuVeZc4HRUyVFnR5BETh4SMTwV9LcHxcvmzMASPqqbwERdXc1xYzXNmNc3iisVw4POD73X4+U96p8gh6QmIOl2GCQm2L1vWKUkW8JzN0abLzt0Jk26gUGkyAA6FLiYNH8G4SD6byrQO1ZC+uJiiuCDfg6G+D6cbMNxzcXrBb7IYpLGVOIATV4lS/apGjji/k3LagiEMaTR0nnkxzeI5i043VsqaZjFithjz9PkUL1zLsTyXSobZIfz4F2N+9PMRdx96bOyEtCXrVhMMugxmEmWCLfkKOZSbQ1MXbhn+CTLJVAgp2URFQS3PuRIPnCLJ5RlVylZxucnlQ1xH8qxI5sQwJBCFsjhGT50eyu1xGjspA2DJJJILsCa/O2lKZ/6nWEIXR5ogV3SNTEoaPhmWVmdZXG0y9fpM/D6TqRxm5DAU0JFG1MlEbUBSeXWoEYWkPAe6ckRNVeaI5H8nKHV3mrjp+ichvmQxDMXtrSvVutrYPcnPDqmlY6ppeOG5Ki8+V1FDieHIoTNwafXgqB/TdjzaUxkUhWiC43R1Rk6G6TSFMfLQh67CekguWdWKuZ7TuD5j8+rvXuGVL1/l9nCLn+/f5eZmm4ePYO8gybKWG4K4dkLJfhZjpWDLNI2ZRXEAm6dih5j+UUR7K2DcSXIcxaUkv3j5fYuwRNYMhYNWTlJZWyRvXZD3giCTbHWTbF5wyfKzJ0Nawav4MngR5Oc0VpieJBdJRDKWKskoTMnQXEQQXpJzOr9YZH6xwLVn53nu+gLjoc93//khP/vRBvmSODk0MjMmmbql8CydHZ9RK0B95n7IpUtFLl8q8PT1PJefzVJpGLz7iw6/fLdz6ppVaYIKoyVOm3QlIlWUw1iyTkkeuCZuwVCc5KbKgx0NZGP28Uc+4dDn7EqO13+rycqFHPe2jxUCamlmhqV6HdczaA8C9g8cHnzS5sGnHebPZpg/m2U0Ddjdm9LvBerr6uLCisQ9GfLbrxT42hfLagBcXymRqmb5px+2+Od3WmyvTTkS9I8riktLoX+GY1/hj+Tzkn+SQPAE2y/DXemJx6d2TBnGyyBSGllPssCeZFRKrpe8z/JMi9NUzv3izJYq5TJUi3kCM+QkHOJqDvO2qeqLy7N8cXmOespFD7sE+piTUl7VDz8Y886HY+Woc6YOsRYo5Hoql+DwpLwgwdTL+1WoWmQKBoMTh8HJVK3Nkm4srlLJZlHg6tMs0osv5Lj4fA4zncKZGvTloLXRZWu9Sz5nq5LlTwYFMhz1p6HaF5RrMTQIZWgqAwLBOJ66VYWaINVsZlhcyNEoZKhKR8TV+GxrwGfbfcqVmFI1Zq4a0yxHXFoq8eZLr/DmS6+y1r3DWu8u7/7yiLe/O2D9kYscPMVdELnS/PdZmZvl4vIylq6zf9ji4PCYw764qCTLWiNSEtokr1wcciKkkHzkRI6hkS0kjQPBcXuBg+c7ij4wHUVKvV2rZKlK1WyF1TIks1uL6PanHHfH9PoOXREQDTzslIktYjdpcAo5ISUXT08NtRIhkYUzCpmOxOEreDHJwpaMycQRGljgy1ove50kkuri3tKx5fyhJY3cerXA3EyJZinNmZLGguSgMyHNlLQoRcsaHSfm8WHM+kGU0BD2POyiTVo6qVZIoEsmprCd0sRBWhE+Bh2XmYLJuXmbhdkcM7Nl5dr4ybuJA1guCmbaOr3AJnuU7EHq2Z/q6GODnAw5suIskXzvAvmZPC+fy/PS+TwLJXECaNhmxFT+iaf84KMub3/U41CySccajYbNy1+ocO1Ggd2dATvbfUKhqBgpet2Ih7dGbDycKke0/NNoWMzPWar5o2dtpqJs3xrwaHNAJZWiYqWoCDbJDliaT/PaW2d59YvneLh9yMPtFvfXutx7OGBzy+P4yKTXltNaqKpYNChXTDJyprNDUrmYqmRSz+ZIySVf7ZsRvu7hhqHCzw86Gs5YzqQol+J4FChktWRsynk6wefLpV5cpMkwXd6nMAowCgaGZCzL+yPZwZ6gXk3cibidROEtlkA5ZNoJqlx3KBQjLl7JcelKjof3Jzy6N2bcicDRyRkWF89IgzrP0tkUy2ct7j0a8vaPj3m845CdySgsoqDWvImH4YdYfkg1L1m+KVaXM3zxjXm++FsLfPSoy/d/dcjNWz12HzhKKS750Lm6TbYpWbOGimMRzKccaV88V+CFcwUK9QUKjQXu3m/xk5/c4/69lspcF2xSfs4gP2uoJu+oGymXYPLjybklTDDYQh5yZRYkGX0JAUXcVJGsYvIeKrJCgqiTPVQh6uUcpLKTZZs2MHVT7ZG9Q1kDXUUAksU4L83xhqYGi3YxraJAOnsOHcniM9JKsJFScRsusebR2Yno7sr+ZagLlBKMyhov34OROI5VUIectWR/82UvBjIuVjHiqc81VLX3XLYfjul0xjjhFF9zqTWy1Bo5jmUAfHes9sz6hTylZhrfk/3Jpb8f0N8LlKNcspQVF1gObPKt+Ck0P02kSCuOEuOoGHoTcmdM8meSO1QkOeSCptsPmRyEWFaKVEpc5nJXk7PvKdFIvnHRzZjy8yTiW5U1L8+lul8lolktczqsl71dRHCxjpnVVZOoeTlN80qak7tT9j8YMZB8ScG8lUy+8uYqX33zLGfrGRaKKU56Xd57sMGHD1p8+hBV4kIQN4KIyUqzMmhMKZeMEEkGozHD8USJaQWNLiIdzdeVC1ghaP0IOyeUBlt9PhKvICXnTSnlQLQMhfyqVLPqXTzYGahShzeh4cizYyR3BMtOqC/Zok2mmCDn1bnV9ZXjwQ8ChThOS4apEg2DL5liRzHT41jlp0pVqga1mqYwpK0NT639r/9+ldd/v4bT95n2PR7cnfLxR2N2Dly0YohWCkmFOinZYyc67kiyI2PSWkBWBFXzOWpzWc4uZDi/kCX2PA73B5wcj2mem2X2XJPNhyfc/XhXUXsWlytqz1vf77O+11OxNo406FOCQk2ij4QQNegIhlCwfYY6q8rzJr8aX0SKgTjZBPlskC/p5Isa2ayQklJKJH6wO+Jwd6TOqEJLUW4XcYbLmVbhgw2GPZ9h3yeemph+Wu2Frif7r0uhkqFYzTDTyNOYzakzjBOMGTtjTnZcTnZFAB0rt7XQoMycgZ41mAw9lR3oHUV4hxGr9Qyff6nMtSt5UmlNVZyS/HKDVnvM5k5HZQJvbUdsb0dcvVjj6qUZ9XkKRnbihtj5LOVinpeWyry8XOHTu8f86INdHrQGdOKQngwIBSc/jfjKjXm+9foyqxUZRnfpDwdsT0O2nZDH+zGPD6Bz4jLpTJW7uigC1VmTZy7Ocu3irHLa7B302doe8vixw9aOi5720dIBN56r8+qLs9SKFk7fYdCdsNWZsNUe0+sEKs6gaMC5usl8NYVWzqGXspQkaiWTYu94zKOdPmv7Q+WykfrC6yt84fMr9E8G3Pxok6OTnmqcWUWT7Y2Q7XVpwAp5S3oV4gwWXLGucrA9NyAlgoesQXOuyOqFBtV6hpOTQ05OWsm0KzLwp7ESLDijiMlA6HDyLskZycR1pfEakLVsLq/OcXahBiMHRlM2u30etnsMHC8xHsn52RDBrAhnbfSMrXoq0/aUsgFffb2uSgYDjhPw0b0B797s8usHI5V5qly2Eg1luEr4bWZt7KKIoMrYhRydzSM6W0fq3ZaDvsjdZG+WuAJxt4p7VDmoZB6cEXKPrnLll5szLDXr7Gy12d48odt3mDoBvkRFVVLkK5aK6/EFezmOcfsorKrcI+Q+IedTEW3qXoTpBJyt5fjKC8t88alZMsMxmcGYf9/o8v8+7vCoJ0qXhOZVq6XVmfTVc0VeO1fEcaYqd1PQ5dtdh62uw4UzVc6fqZGShntvpJxb5XKFYrGAOx3gTQcEk4BwGhC7QktLEUx0jvpDVSPLYGpbDNDouDFDuZ/K/qoGemJiCNSebGYsNBF7TuWs43PxQpGLF0vUM2lKoUUmEhqcrugCYhjJFUweHvW4udPmaDTBl2xnPcTU01h6WglH5OzkuqES28rZQM58IggT4bUvWGkhXekWc40af/zl63zzy9dxNjZUfbZxyM/Wj7nfHTGyYsamNLrla0VYgYUdplWvahp6eIjzTydb08lbFgXDIpiIE1Pw+CGhERBJP1CMBK6uIldyuYgzZ3J87SvP8NWvXuO9797m/e/extcDyqs5Rmj8+taIOw/HKtZBHNO6ZagScVCxplEsy5ooBgihWZiM2pbay7LZgGIBmvUczXoeS55/11P9H3kGc9UMly/Ocvlik3fe3lZVKBs8c73E/IwJrSHB8ZiNvs7GIHmO5Zwk4qRiSWhoJobtqXXlUi3DM7U89sDj5P4JvYMxYTZDmMvyszWPnz52aQUanuDfCyluzGd4fj5LJtDJhkIX8ljfmuLYGguvF2k+l8M/GRG0R9y5N+aT22OOhDiXASOrMVu1ma2mWVgMWTwTYCEGCh9/GFKwxcln0mll6LSybHdddsYjRobLU9dsrl7LsJJLsZKXaJtQkTI29jw2tkN2WyKWitGyMc4kVLSTXCbN2dUKS0sFomhAFA842PYUoWyuUeCtN+e5ejHPyfaRqmLKpiiEn1hIdVN1x5vLV5jLV+lO+qpyBYtGvUgpncIaiUg3YPdooqqnx/RTsXKTyT4q5wEZnEq/t15JM1/LKF3vTs9lR4Y9R0m9fmlFlVC67j/Y487aMQ8nOo/GGiviii3blMviUvdplmyulGdZyVY5afeUa7nVdzjqyxkV6oI1LRr0vQkDf8JUS+EatjJ/FE0o5SxmlkvMLJfZvDdQJedvTTfUGnXQ7XLQ6TIYoSpUUVppJXjMZCQKz8CJPVWeIOzNkPnZLE+t1Li6VCY6HhIdy77pMRLEbNpkuZSnnDfpayN62ohP1kI+WQ8YDiReAGqFNF94dYE3X52nHgbUZYGR2I7hkOHE4cSPOBIMt2uyJvnIkmN+PFUuTldGFKHQR2KKJZIM17ZO6OuKTCBn/ciR9U0ankm/Q4Y1T10vq/zYnbtdtu90JHhSmZjOXa5y46U55Vb99P1D7t48VgQWIx9z/bkqr77YUHfYk/0Bxwcjpimdacpgbc/n4aarRMG2EBel2SN0NCfEERHo6bFaEbyezCKEhCYEGiGFyV1a1KMiDDJM0pap3lUhqqTEcStmq0gj5cfYoUalkaXcyJEyLGVT6A6mbLY6HA9G2LY4bk0YuqrMWExR4rC1aJbTNCtpPlgf8cH6mLig0ziTVlm/7UOX7rF7SngQMaWu1jsRNuaqUKjplAopSvm0ymzfPRzi+iF21lBnuqTLrzMZCC3UU3QWGcHIPT2TMdX3lM7KmVJisUJ1dlZURzHJmSYlIdblTcZTn77cmQOJxBOCYUQ4MQlFKCgkkLzMnGJKMyEFIaXmDHI5k9Z6QGtdTSEUncGQLHoRWJkan79Y5PMXSjRjg0wvwh2F7Pghh9LLNj1Slk9XcPLHIVvdmI1JzOYkJmNEZMyYmgxqG2UlUj7aGzAcTMmVDEXTEQfsNAzJZSJm8hEFueMEKWw/pd6DiefR93R6fkodbaZjT51PDCEJ5WxWlk0urIoI2uPx3Qnr96aKaCb9SMmdfqqZZmVGp1kOqdqgD1JKbN8+GHByMMDJpAmbJfRaikJtTHFmoqiTvV2wnJC8FlDO2cwszFOarTCM9xjFu9zbC/lsU35HJvNzJosS8xJEzIQRrlAKAkE6h9zZcdjs+MpbJFTVQmRSFEOX/G7TMZ4WM5wGDJyQlhoAa1w8X+WNN+a5MGth7h6it04Yyjkik5xd5PkOfI3JGDUrebjt8HDbpX5GY+WqzKxSXJqzmc3p9NsDVYeTFIdTi83jiLUDn1TG5q++doG//NoFTu7scXJ3j59/0uNfPh5zp+VjlU3MgkHKD0kFQi0SWkPMfNPm2lN5nr2SI+VNSblTZiVi5kyJsp0hPTU52g/4P39wwH/6wQHf+KNVVWF/wKNfbbK93WZfi9nTYNTW1Xpz5qzNsy9nubhq0bSgYcQU3ZiC9OhP2UMS2VmoCXkti25/HT3zDTqPPuTo1r/SPnhIbzolys5w/rU/58Jrf8bH7/0rH7/3HU4O9nBGclcMmSlaqiJ3rGrh6htcfuPPOfaL/B9//w9874c/4j9882v8h2/+AWb7U8aP3mHt8QM+2+rz8UafnV7MTjehzYmpRPXRZAAsg876XJ36/AxH7SNV7tRLHC2ns1R5mcW1qhQsKstFhrE6lZkUpZqlGihyEOycOBwdjBXqUDkNQ03lPUoFvo83TQbAypl7Oj1NIpYES5kgmpUlRiFhBYco8stTU5wcmNIBdjYmX7Swcybj00uF50m2imCrZJiiTqmnKNTka51G/57+f5KrKcoahWqW5ogKYk+w0EZKMLxyIRbXjq3UJFPHTbDYagB86tJ7MkQT11dGBh+6KhnQiEM5yXzUlUJdnH2i4E7CUsTtKY5GYfo8aao8yeu0CUJPVaEcMTMb05g3mF0QVUgK0xSHn60wSIJD3d9yWLvbZ+1OPxkmxzEL87KwZFmcM5htRDRqqMVVqrc/pLs/YrZc5fLKGVLZDO/u7PDu9g5RYBEFcjGLcaeSfwUFyacop2nUF2g0Ftlc73D/1gHbG8IQdxSu6gn2VF31ZYgoKGHJiJFDu+TWCC5aCzC1kLTgdsTNausEk1Bhu956c463vjBPzISd/RaPHvf57OOQB3fkcCJDCmmUyxcOyeSluWxQkfy/i2UWL1ZY+6zPzV8c092fKtiaDD21rHS/pGGU4HGlyeWFAZpgeOYTZ6ia7wjlqhsyPgxw+4LCS54VCdIWDLSomqzUqbrfloGwLOIRk1GI05YhMNTrmmLXN5dgfyup334jzZfesBVuoFFIkU2ZjLyk/vG/9/jH/9Zl99BTlxI/1PA9iyBI3D1SkklamxXcVognl9qpILgNpXJDLhNpaYzLs+Orhp/KCY4kMzHJv1W/CBkwyu/iNOcyHIUqP0feaXn51XuhMjv/f66HJ6Z7ySvMGxjZBMckuWix4xE7rspXqDdSNGbzzC0uMLc4z/1726qGA+c3Q3RNcg7TEUvLJZaXS0I4IG0L6sSj3fHoCJJaDKzSZLBjbKHjuTHtPVHXxPiioJlEqiEkBx65zPR7U5V3ItktgpJ96oLF0+dNGjMGhZxg6ExyM1ly9Swf3+3y8b0eu5senV0YdXVClTlukhFUleCRwphJCFVL40ZJ50YzxfNvLnDjCwt82j3mJ9vb3N4fsXsIx6cGEQEhxmNdlWAl/UnixK4vWswsycVU1jGdXsvnaN1j1JaDjDT8ZfKboOQF1Sh5h0pQIMISGdony5ZyBwt1IJ2xlKNCnr8oclVJA85zZfCoE57WE/yv/L0yPJJnVH6f8rXFoSdu++dfXeCFVxaIYo/xZEzrYMzdT/tsPhJXZZr6Yko1xwLdYDyM6UuT+FhCUAM0N+AP/3iBP/zmArWGHLodDo9GvP39rqpqPU+lkSNfFpe3dGsCxu6AiTcmilPEcQpfBg1jL8kTGRpqsO9OUFXNhzTKPhcv53j+lSaN5SwfPzhS9eLVy7x49QqdjsODtRZ377XYuD9g88GAnFzaa7rMCZhI9rxgZcRJJpRxOWDHMb/3hTx/8pUiTz1VpDhbRcvl+acfHvDPPzxQrs3WVqCaU2pOKGQzJdI4XcQUkuF0d5J8qnREOh1iWFlMK6vwTJPROMHj/CYnMIFX6LqFbkpu9elQR0RBMrT0PM4uNrh8dh7HDLjT2aM17rCY1lhIabzRqPNbjTpNwWXHE/RUwKhZYDRb5O1ftXn7ow47h1OGI081JgoNcVzrhE6GYJph4viM5T01QnJlTeH5hu1AlQzHTVEwiNtU4S9iNawUocHF60UuXS8S+DptQa3subT2e6okdkGQRGq4r4YCT3QqggdKohx853QgLHnIp78LQZOL2+nKxQLPPV1muV6jbDVwxxY/ufmIH998zJkrKc5ckfw+ce94VNJ5vvV7b6j65e13eff2L/nkVo9bt3QO9uX3mlw1xEmBE3Bxuc618/PqYjJ1JwzGYx5s9bi/1cOR98rUEsjIKVREhGNm6vTdkYZO2aDYMCiI8yXtYtoe/Y7EJIhbq8DFCzWajZwsuQrN++Bmn/s3+0w8Gf7J3hRjCnLLjihXUpTLP1aSvQAAIABJREFUMgEQb7YcpAMlbpHL9RNEUsqQC1nyOSiBmDwf4kjOhrhRgjg0MylsySzNpSimNQrSWPAlA3XCpaU5nl5dpil/ZtjBGnUZTR2G02mSTTmTxsPgeAD7nYCHe2Me7I3QxHKSFiyE7BmSOyQ4xhSBl8YduXgjj0rBZKFh05jJUSoXMKw0P/75MT/6+ZFYHxXCT4mrvERoluQlhIkDzwMxaNbKMD8rDZslrlxbYi5wmA0cKpJGqIVkJDuqmFP1o092VT1edzjcgblqkT/9wxV+9wtz7B4fsXt0xPFY53iSZnvX59e/anPns74aAMpg2JR3JB2p4UWS0/ckpiEmHSS4xpwWk9MjVhcLfOPbN/j6n97g7Z/d5O2ffcqjjTYHx4JOlmGt4CvFhSIm2wQHVCwLUQEGvSTnU1wY2YJOtWio/KrFeZvVswVqcxmGsc4Qnf22w/6Jo5zex7sT2nsOfj+hRYjTV4ZEtpyHbcno0pSTYiIZnGUDsyRINMhJM0v2pR5MBCfpyHlMhn1ZRF0je6qZGVGs+ly6nFUD4LsfTrjzwRRnECWZoZoICxJk9zf/YJ5v/uEc9x4O+b//cYeP7gzQ8ym0nJzb1UyZ1Dgg1Rf6SESga2TzFt/+vQW+/buLdEOPtd6Ij2/3+clPutx/PGHmnM3MeUG5JRpOZxArDFfaj7k2F3JtPuTasy/xzLMvcXftkO/86H1+9ckmnUOdflcnP2+pc9ho5NFrO+rc+mSdkSlybAnONcKXtVmERacZogq/H0KplqdczatmvOTtCg5+Ko2jyQSTDAKcF8PCRHDBg0BRC1y5SImA1ZDoAI25CwkmWRxNrqdzvOZy/NjBsmw1+MlItmfNR08HdFsB3UNZcyCeiogzuQOp+4NgUayYVMpQw0XJefT7Sa5GetYnvxBx7kKV8xdr7N5yePDLkaJfkPUxSgHNMzkaZxIH8O7tkXL1lutpijMWmWpMpgoHD1wOH3hqrdVNyWETQk2sCDiKtiN5SlNppjqEQm9SzRUorqRVSXyEPNfTdkB3y6W/5ZNO2aQtwQoKyl7iT2T4mRyKYytWJfQePRaRZ5TAoFReelYVaRct7SqBmDEVwVUirhEs7+qNAqvXixzcHLP20wHdI0/0JuRqaf7mj5/nb/74BYpBj/hkl62DAz7cPuSjrS431+HmhgxckqZuqZFjZqFM2krTeTRVFRqCKZN7R6REoeoiKwHTgZYQluQB0ZIzmDgvSJ1+RskuoEo+NsmrnWlmFaJO8mpbuwmWWS4AlsQepLMYpogOpgofLOcyGXTI7U8IL0pbLH+HrqmIC3m3xbEo5Q8l1xuCnq4u/YV6lnLFolKW4aDHzoOhysN+8Yt5XvpigUo+RzWf5fZHE37wL20ePBiizfhodQ9d8NbykY4MvL6FKXjkgs9MOeLcao2zqzVW61lWazbucMr2ZoeD1ohrrz3Dtdeu8f2fPOQf/tvHbLc6lBs26ZzJoOMw7DjKiSjEDnHDa5IhrMNwBMMxlMoWJRGJeBGDgQz9hBIgMTUi6g5ViUimWrOw5QuJS9k3OG5NOD6aIMciaYIrmbQ085RoI6FwBeIMm4hozSAWzL1QsoRgEngsrFRUlWds8hXBiHq0DtpKfT8dmjhDiQIScoqIdPXkrpfRGU2mjKdTguOI4AgWiymev5Lj6tkslaJFpSQoTBEv5jhsDbl3v8XjjQE3H/vcfBxw/kpV1XTisr/dVY3LV18/w4s3FlhxNc648N13W/znH+7y4GSIVoiQIDVHXMf9gC9em+EPXm5yeS5DVpd4DHGh+ByPfDa6Lusdj43dKZubYzpisapqaBWNr76wwlefX6UUGYxaU/U9vX2rzS8edTBSPrrlc/GZAk+/UGa+lCE3MbHHOl1vRMcbsrbv8mBHUNswJ2eQok6UDolSIavVGVaqNdWIPBwM2e+MaMm9pBXw+kvn+PyL5xj3+ty/vUZ30Kc0lyNVtLlzc8ztmyM16MvlQuyiSbqWxSylFbq33xkTiovH1ViYr3P9+fMsLpU5ONzisLWZZOSlLSVGloG64wbqGZKS86b0i0ajiM6xT0aTjMU5rszVKWo6RU3js70j3t/a57A3Vmd6Wc9kACPvbLZqk63ZeJNQERJSbsQXXpjjrRfmMERMFQV8fK/LT292+OjBkFgebt1G1xwkhVrRlATbXRQqSoNsoUx785D2ZkvdMeWwJ0d/WUdkAGyIwCAvYiJhoCQiQjMXqzNxvZSnXszT6wV0uyGDicPIcfHjgEopQ7WUwZfcYhJk4ODIUNmSKu9a/q6UUBsClaEupLL5UppXL5Z5abXIuSjFucjiu+s9/v7+CQ/aE5Ufns+luPLcHFeenacRj6hHI7VWy0CiG4Ssb/ZY3+ry6pULvHb1Av3OiNt3t9T7P5KGpBbjW6GK0BJBVRgnEQluRwbFMqxOysjaWPms+jOTidD2TjdfL8QqB5glIbHJmigkDBGs+crR/dbnlnjr+hKX6yWWshnkNXE6Y9zBGE0UYlbI7dGYj3tDtoZTTgYTuiMHQ096W0kHRHIgA6a+q54df6QpkeAT8pYMoWWgM98o85dfe0VV98Fjeg/X+ODBPm8/POJ+f4xWNomLurqriVjHjtJkY1v1pkaRi6O55OuGqrJuUolEpAl7xyEnPaGLiHvDV/t62hThk9zlA3XG/dY3r6r64ffv8qPv31P469pCFh+NB4+nrG86yvktkWqSES8kJBG4GYoK5Ko+pp2NMIICmltSAp3Q72HoU7XulsppytILEn13GCp3qZlLcePGIjduLPEv/7StSvqvL7w+w+qcSfq4S3w04FYLbrdiclkRsabV2b5atqjKej1jUJkxKAUhJblHDaZMT0bJ8EazmOgWtw9ibu/DTl/nZGrixhqrs15SdoEVu4A2SDM+NpmkwXvGJbwcMGflmDXz/Oy9Y/7lnQM2T8ZodV0ha2uORs3VOPtUmvM3JOM8pL05Ydjx0IsGRtFk/7HJ3iNL5bv6hkuuGvL8C2luvGhztVzlSrnK8faIm58e8nh9wtHA5mSUYmJMmRqOEM+ZdnW1H80v5WjM22BMiM0Jx/s++9sBjVqJV19eVqSj/Y1d9td3OddscK7ZJNAc+m6HsTvE9gxsT85aItCNqFVsZus5NQDWRjFBL+Tu5oC7W32GVsQ0n9AyFpeyCvF9vCtiJYcLczWeOTer1pSHez0eHfZZ641Z70343atP8+Wr12gdd/novjy729w7Drl3EvLSxSYvXWpgMKU7OCKraTxTX+ZCdZahO2XoOkrEMFVxVy7paIgRjjmcBLQkQzdTIyo0cb2Q0ckJejjh7PkKZ89V0QOJI7A5Ohqwudui1enTcXy6jk+/DQPJKvU0xffKZ7PUm3UqM2W68Sip3phuZ8JC0+bGtRo3rtbQegF0Q7b2Bkps5I58SrKe5zSKZ6F4LuazTZ/PxHnbkT4QSqj7O5+r8zvPNTib1zmX0wndKZ3+kPbA4XgUcTSJWcdkPTY5nvq0xz7drqd6GuNeQLkWUarFOH2N4UlCKTAKEo2oE41dorG4zZL+6MqlGtdeWqBYsbn7qx3ufrTzm/nC089WeeOtOZVd/NEHB3z26REjD4Y+XL9R4fU36irjNZ64BEOX/R7s92IeHUzUHXvk+CoeMC13fJUkajDxNKbSf1aRewlhR4w7IqZUpihlFFOp6qRTBqVCmnIxQ6WSo1LJ/2YAHIwnOJ0+Xn/IbLlAs1zk0pkzXD17lpHv8qu1x3y6ucPjgzGPDsfYaUHKJxFTElNn62kuLs9wcanO3Xs97t3v49suucUILRsqM4aI3jUlMLaVINHpepSrJmcu5Th3Oc9sPsNcLsMnD9r84tMWHXdCqaFhlzRcV9ZYg+lxgHNyirI+dT4r8Z2tUbBTFDJC7wgYiShTBFYirAl1qpUM1bLNVDLHnakS/jwxTuBa4MrQMDlL5Eowu6RTnzOoVlNUK2nufjBVJdiJ8gKqn1OQnnDN4GrB4mrRYkHXqUlMjG4RpPO4Vob+eEJvLJSXCfutCdu9kO2pwY4jkUKB6r/XZrI0G3mxczDpuozFKDcJ6I9FxCfxQSZpI8LwfawgIie47sjE9UWkEDD2LUZ+moFEj4wd+lPJ70wUYFcuZ/nctaw6y9y/PeL+7bEgTom1NFeaaZ5btHl2LsUzcynmrJhdEWHf7nFghqrSS0VmLtYpNWxy+kBV5xDah5ANYhpmRDmbJluqYJdyuJmWqvu7Mbc2JBZBxOE2K2dSZAceub70QyIOuxEPDkI+2QzZHkRUF6G6ALOpDLOpLFMvpDUWh7OvjJwSwyoD4NaWpjDqz75WY6muY+2eYLQ6dC1NlTI6ykzQkJmIjWWk2dwJVOVnY2qrMXPNiOViwIwdKKNJMA3p+FnaQZb1w5D72y6GleIv/2iVv/yjs7Ru73B0a4cPbg354W2Pe0choQhwhNbpy/4a4o003CEsLuR59tkqzz5TIh62iQYdziyVOH++QclIE50E7G44/N3Pjvm7n57wF986z1986wLDwz4fvvOIR4+OOc7ASUaIWibuwFJUgaev65xd1pgxImb0mIKPquk4ZDgKFcG1cS5L43wDPfVH6Omvc/ToHQ5u/z1He/doDyKCVJMzr/yxqlsf/Du3PvgetjNiMZdXwo/t9RN2No6VsSol4v8bb3H9rb+gFxX43//u7/i3H77Df/zzb/Ef/+xbxDsf0vn1d9jdfMBWb8rj9pQHBzH3DxJRrkp/kn90w4hTdormYpPmQpPWySGtkxau66oB5pO8W8m8TXIMk0a5/LudM6g3s1TqtroYi2ut3Zoq9a9gopKcUXn5LaUSCdwQd+KfZuc+UcOcNmfVADhxXIlTVA1lZQAcWck3qhSgknnoYeegXLMolC2mkus1kQyxGEfQOzJcVgtsqDjlynV1eu9XLoHErKUUrTIEVkdNpXCX/5b8jJIdpkLbJSvKksF1xHQqzRc5EMqg5pThIF/3dJETtFlK8Gd5OfAFyVBA5gKSTyzuLFdyg2WZl46EHCqSi50apsuXE3ermVZ5hJIrKG4qCTovVSMaczorF9IsnkkrtYxpWvTaOu0jnd0th52NIbubo6SZl4GF2azK0awJnjsVYFsh6bQErWuMu1PGXYeSnWO+OoNhWdxrt7l70kaX33VkqSGTDIDlA5TMkkIpTa3RYKbe4GB/wOZam9b+kL44n7qC9T79LE/bK4knQ0EFMeIEEWrgomsupbrOzFKKfNlQTQ0xIr36yiyvvjxH66jP+x/scPt2n/0dUWKYasipXGqnn6mdk4xkXQ2Azz5d4+y1GR5+0uXjn7Q42Z1KP145w7WsoQbAeqBjSGNIXWpEvhuTnzNVnbbw8CTXqhXiDUQEkDwfMgCWkotiMgBOVH2CDR22JX8swogMUljUm7ByKaDWCBm2NFW//WaOL72ZY7YuOWMarqPxaD1W9ZNfTPnpz+WQI7l+fvJ9xJK1IT+v2PJ1lSOWL4vzMLl4ueMAZ6zhjjU0lfksdgNpQknz1E9yPWUALE5S+QlEMfpkACzNMPQEGzdOBsDq3VZ099MmppoGP6Guy9+hKUyX5PuEagCsqwFW7PrkbGHwp6lWsxTLVUqVKuuPD9hYO5Rrm0LaSja4VdBUKQddJYcpYodA2PMeJx2fXt9X2TyCQpZ3WhzP4mo93o5o70oDOCSchuRLGYq1HJEeM5hO8QKPQiZFPmsxX4GFChSsiHQcUy4YnL9WUnXr4YDPHg64f8flwa1AZe08adhltYicKP8E2R1EkivPsyWDZ+omz75U4pmXy9wZDXnvsMP9I4+9I512TzJdk9+XcgAPRcQQJVmokmsoTvt5uezJcMKkfxTQ2nAZtcPTLF7JIUg+X3FxqedaGoaSZ0qEJVh09d8MVUqkIu5ZWQuFnCDCEDcmECW2fB6hNM8E/yufqQyZkrz1J/mSsspLZpMo3m+83OT6K03ax0O21tu0DiYc7ctB3Kc2ZzEzbxFqOm6oqUuUZHYJjrRWNKkWTX77yzN88cszeJ7H5kafx4+HrK/7rK37Kp+tPJNWBARpuMrn0+uOlFIujC21hj/JyxVMueARVSmcISzP6pxfMrhyOc/Tz9WozmX4bL3NZxsdztYXONuYp3U45YGoYx+1OTn0ODl0MTKi9BOVtsQni0NFGsG6WnOtMMKKQr7621n+lz8scOVKAbtcI0jl+e7PWvzbz1us33fYW/MYSy7HqRAoiHVC2eDUcEv2sGTDkwZAY9am0cwoh59y+UmG03issDkKl5gQ/ZM2swyAdbkCiBs5cfVJUIvmeZxfanD13JxqlB+HA/r+gMiZEDpTLqTzXEwXWM7CbC6gVtKIZiuEzTL/9uER3/vwiOOhZPEIDUGjKEOjnE6np9Ht6WoALENHERgUKpK9dZq31xXXqXSuNbXPRYJENmLsgqXq/DNFVeN+zMGay8HmlGF/wqg/xRCMt7jzlDBKnq9TioYIRWVm5CfrpvyukhjJU0e7ZG2NY66dzfLi1Ryr8zUqhXncIM07nz3knc8e0VxJMbsig840mchivlDhSy9eVfWvv/iA77z7AQ+3R7Q6Jv2+rhpVkkNv+IE6cF9/eo7Xnl+iXkszcYYMRkPWdkc83hkyEkqDzCZD8PxY4f1EdCHljnW8SbKuC7KqWNEoz2hUZhIRiueJ0l/WuBx2KoUnbhNRjm4me22omejptHJ7mWmPVDqgWLRUCf3DC0M8OTdIbrJ/KvCII/I5i0LWUk5hiTVIIgt8dNPHDSKcMFSNonwxQzFvUhFHbSYiHQWq5sp1FmbmEPDSqHvMqNtRitm+EA3kvGKnyEguTsFQiPHN/oQtcSsPNE4GKPGIunyGGqZuY+oZJv0p455DpZxiaTFHczar1nZp4P78vWN+/v4xWsogVxYsrsRZeAqPKNFCsreFvkbgadgpKJc16jMpVlaqrK5W0fcdtAOHGj6NTEhTUEWLc5SX5vj40Q6/lro75NPbnsJc/c3vrfKN35qn57TpOm0+2wn59UbM9lGgsq87HQ9XsofFwCwZlTK8UiIq+XxlUijDK4N4qqtKB5KhGXJ2Ps9f/sXz/MVfPs/33r3Jv/3yJvfXOuzuu6fIKREQylqbZEOLwFAcPPIl+z2X4cD7zRmqaGvIbLhZS7O0mKfWyJxeOHRcLcLRQnp9j17HVTScQTtkeCKDKaHASDvVUhcfcWSOh4I69E4zzOR5TPLSRcgjCnzJlfXGEd5YVOIpwjClzniZsq9U0AvLFovLJg8/dnn0axnkR0iShCFnDiEC+Bp//o05/vwbs+wcTPnXd4759d0RQ1djHOrYNU2VOfAw2o4SXU3lXTYNvvRSjS+9XKW5oFNqxkpM8K8/7vDR/RGZmTSZeloJGyNVoraHdBSzkPFZzPi8+fJ1vvDSDdZbbb73wad8cGuPnS1oHWoU5lMU51MMpx69/jTJ4pPcKxGcKYpJmAwk1TFUzvCJQFP2PjFDFypZCpWcWkOlGa+lAvxggh9M0cMMRphl2oPBsQjnJONZYkiEopHkKDfPmMydFSGiKJEjhr2I7lZAT1CMhuS5psjUdArz4gKO6HdCBu2AcCh7v2CHE+GW+l/CJFdnc4kLiRxNOUCFVlO/bFA7J+fwFJl0iqP7AXuf+oyFs5eTAbDPzGqGmVVbOaiPN6YEw5isIWg7k9KKQfmMwd5jV5Xsm+JClr1ezycRAsILkAOf5EuGk5BIzk1OQogpLKVU5csmubzJtOdzsulwsuFiaYLcFDeUnMuC0zgbFTpGZEg2vGC4I1Vy9pLsdKHDKHm9ISIoDyvlEQuGe5RkV0uzVBybL721wEtfnOfo0YS1D7vsbg05Hkp6oMb/9me/xf/6Z28St7c4eXSTB1s7fHjQ5ZPWiI2uzkZXnoPEkWrbNul0ntg36W6O6W5NiDIBsS0ONLlhJGJGcWULiloJ6eTnScaOyb58OqCPhYN5ingWl7gMlGriLs6a6jxxcug8OQYkA+BUVp2/vHCssOJJJFCiCZNzlTyVupzTZB23Iix1phN0spydNHwRHPYN7HJKZdRVahlqtQzu0Gf3UR9/OuXZ12yee81mZaHCykKVm++P+Of/55BbtwboMz56XbDbyT0pGBt4AxNb15mf1Zhr6FQLWVUXGkUuzxYwPI+TVod2e0hheZXC8gq/+GSXf//5A/a7AzJVcV/KADZQpfJrM5oiBnlGmKQYRCZBZFEUsW3BUKhtWcdEYJcW0pctd1Afw/CYmbFoNlMqemM80Bh1NXp9V5VQUBT7U86vElehS5aZoZxEk07MpJ2IoiULTm4oIrBLpWLmlgvMLRXIFGSP1dTd+3Cnx/HeAN8zVcldIS8CXcnJy6ZUDuXESTIPnVaIsx8ykzK4cibN+aU0s3WbZj3N0soMSys1trd6fPjeNo/WehxOTA4mFo3FAvWlIs54yvFej3LW4AuvneGFa3NMNodMNke8d6/Hj+50OZy6WKUYIxczPPIZtnzeenaGr70yx7laCmM6JZy69KaRKhkttuKQvROHnZ0Jg2lEvpkj38xzfb7CjfkyjENO9ses7Q35cLfHZ5LJq9JjA5av5Tn3QonFSobaJEVpZHDY73PQ67M7CFTsg6xtzbKlGu7j2FUDrtVKmdVqWTljjwZTDjoOx8cBx0cBN55a4PrTC4TumNbePo43ptDMYRVt7t6acvfWJKFTmAF2QdzKBbLVDN2TEV1hAoqTIDJoNipcurzAzEyOvb1dVRLjlFGkr1gh6QXvr86KgqKXc5kf4XiRcgGX0xk+Nz/L1UZd5YHagcYnO0f8cmOf/f5E9YGk0WJndDJZHTtvqjOrL86TgwnpUOO1FxZ5/YVFinpE0Qj58Habt391xHt3uqfkjBRpQzLvIkwzVAhxidixK2VS2Ry97R59sUeIOC+bRFSps78I5Qy5Y4TqXiXxY5LvmS7IXm2Qkh6AOJ1DAz/QlbNp4jrqsT+32FDV6h1x1D2mcxLQOzZwhroSccjSFKd8YukFiZAFnYVqjs8/1eCVc1XOjWPOjSO+s9blPz1oc6+vmJqUq2lefmmVl15exTg+QJeSqKdiBscwWd8fs7435uxMk9Vag053zIONA3Y7PcZ6wNgQfKpGnBGzgojPRcgMfj8hF6gegghoM5bKD5U7q4o6C0+JJSL4sX10W/ZK6c0ZyryhotG8kFeuzvPq1QWWijkqpoktYsnuiHA4IVMQdHvEWuBz1/XYm7q0uhPagymaNCyUcFbIbAahFuOJKNILVL6niNvE/SsIaLlHyvY7Wyvyp1++rmqwvq3qV48P+eHjYx4MJlAWHqMataszhhmYpCQ/OoKJJNkaPtmqrkS0ORl2hTrTQczhoSAjI5Xrm5aIspzsE7bqQ8nZt161+MZXVvn6V1d479113vvFOhPfxa5YTMKYjV2frX0fZ5RiOrRUPyCVlfUsIkrLQcnBzoiJJiYV5UkFRXTZt6IBujYhnTVVf7UUaZRiGSKF9OXsmLN4+ZVlXn5lie/8j12+8993yZV1nnmpwPklk1nHJTd2eXfN4901n2rFZnk+y0zJpGpH1PIxS2fyLC3nMMc+Wtsh6Dm4g6nqy4zQGccGt3bh1g7s9qHjaJKuwMpCyMpiyDkrx1kZAvRNDloaY7lDPQv5KxpLls1SKs1Hn474yftdWuOI/HKO9EyKk/Uu7fUOlz6X4XNvFMmmIo7XhvRPpugFE61o0jvSVck9SNzX+TI890yOz13LsWDaLJgZth4N+fBXLdZ3pkw1mykpBp7DwHfUnS4YC+HDpDKbolQ30UwZuLjogYXu2VRyGRbnchTyOkeHx6qurCxwdWWRtCUxahMccR+3Boxaw1O8rUatZNOsZSlJFJuD6o88bo1Za40ZWiHTrBCYLHWHqldtWhtjDjfGLBZLnG9UlSJvbzTlYOxw7LicOC5Xa8tcrS1x0h/x6GCfx602nYlFd2Ky2sgoSkqEQ9fpC9CNOavCjFHCVU7lgKw4ICV+0fSxwoG8wOyPQw5GARO9hGtV8cIYX6Yf0ZRC3qQgESPNBouzTRWPsb65z+Fxj64T0HVCDgRJvh+ou6J0yDO2zcxMlUqtiCZn7WxEZzjipDtgrprm+oUq189W8Y5cVXd3h3y63Vd30owWUyhozF1OMXfZYv0wUDUdCfXAJKuZnK2kOFtOcaVpcKVhkBfkQyyCLp/doxE77QlrGKzFJoMYRlGscLwTiZrsiTgjIGUGKnbA7UtuuGSSi9NdYgM1NZSVXGCJWDt/cYYXXl6iUklz56MtVSndIq1bPHW5zGsvz1AoGXz6sM1nj7ps7bts77ucu5Tn2vUi587YNAsmZVvnzmOHu49dNttyx54w8cTkFCfiWyF5ahIHl0QYSv9LmuJy7pSIEpkpyKqkhr9J00QNgGX4WyrYZFR+dDrp5+kansRjDIe4oxGVdFbV+fl5Li8tKXFn1z3heNJjt++w03doD0Z0hmNG8nsaSXSvxaXluqqtrT5bIpCXM1w1JjQTAZvcM1OFDOl8lnHXZXjsUK0ZnH06x+VrBS4U8pwv5PngTpsf/OqQfSFUVMREIKjtxHktd65pT96hmFCMfKbEGCYl95+sqA01oXH6BJGY6SQPNhFUzxRNdR9sj1zVC1HmJTHMKHGngeuEiq6RK2jML1s050xKBXEmG/R3Uwx203ieQ2wOMDMe1dk01bkU59IW52yLBlCRjGDZeQ0bX0uxP56wN55w0HM47E5Vxmw3TtGVOUgk36NPsWiq3kja1JWZzB3F7B867B061M6YzJyxyGd1siLmF71QJ1SlkoLSMZPAYOCYDISi4XuMfD8BDcUaly/bPPtMFiM22d+M2VkTdL7P0YmIbUyurli8sGLz+pkcZ22dx5+2VZ1kY05yMeWlEssXGyp+pXfYoy8iyQBV9ZTBasakLiaijK3ONa7dxrM7bB3B+r5BlLKoiUlN7uPjWNUMIhBKAAAgAElEQVTegQgVXe7uhHyyA3sTjcXLsHgJzpWynC9l1XO1dTTlqOvRG0X0RyG9Q5P+oUl9OcO553OsLlgsBD4zns9W32V74DIY+YqKlrMtZutZJZB79NDn4UOf4iLMXtRZnAtZLns07IDQNQgdgwPZawYmWych60eeMkd9+w+X+NM/WKJ9r8XJ3UM+vjXmx5953D8McAQ0KAJmmVuKj0nWhiHMNnNcfbrEU08VyDBUtTpf5cLKLPnQxN0bK1PU//Vum797t8Nff/sif/2nFxns9fjF9x5z/8ExJ9mIdjZmMhbymcmZ1RTPXU9zbkmjqjlUNE+03WQlZkJIUP2YTCVF/WyG+tk6hvU1TPNrdPbf53jrnznYucfe7oixl2f+hd9T1dq+S2v7Dta4TSUYEw7GfHavo+rMxVnOXGxy7sqznH/qVToT+C//9B1++v4H/Mk3v8qffPMrOA8/4ODdf+Vwe40TJ1R7wloXHndjxhOZ70k/Sd1g9Thtp5lbmmV2aZbDk5YaAkujX65lyi3khipv6Il+Wg3YZL5WsGjOFxTCTJ2V9ZiTgzGHO2N1aVQqbHGkpRKMrgyAZaIv+FyFFjt15qoBqCzaUqdIt8S1mzQ2xDmnnKC6XCR80tmYWtOiVLXwA00dYmVDGA4FtSeqzaRZJEoDdXmWv0s15wXjnDQGFMVT3EFPsmnl7z2NvEqlJbMoQUaIUtCXA+xUmnfSXEgW8ieOLzVkkzzBnKEykAWD7TguztQ7zaaSDrTgyWRQI9i4U+OzKQ34ZNCduJO0ZLgrDST5c6KSsKURGVGf0zl/Oc3yWXHTKVY1+xsRWw8jWvsySPPUi5WdQVWjmqFZkbh4XWUOSZ6zNNRk0ORMAoVJSWkWuVRGqeS7wZRu4KgmijSXBM8tQ2DZrKTpLxhku5Ahk88yGroqA2Si0IbiTpXh7JOB4qnCKdm/iQVpHWcwhAETT9DiKc1FnZXLKepzJhkrqUsXKly8UOXhgz7v/GCP27dGjIcZphO5EPgKBycDfWnspDKxyospNUzOPzfDhWdrPLzZ55OfHqsBsBySVMxCNrngmJFkMkje0OkA2JQBsKXQW9Kol8uO149wj0J8yWV8MgAuJllIIgZIMNDiHJMzXMywFTE8FMeXTWM2S30WGnNTKiUfSzKvHY0Xrhd44UaeQkk8FCEnnZAf/9Dhxz9y2drX2NrTFS45kmmGJjg+QdCaSk2ri5peTcdFLBGoZp68O0JHEaWNZOBpsqPq4vadEMeeaoLJEFhd3uQZkS8h6CoZBMv7IyiiSawGMrIgygBYiR6UY+E3aaan+VvJANjM6Bi2bOxyYBH+W6RUqqJwy2dTZOwUhplW1e8NVRVr0Fw0mZkX97Cu0D+i8I9kAx8mLr/xIGA8FgxITL5ukZsRN3+CGxFMVmvD52THV3kbsWDY5O8qiE0JpqLizsQsLhVZWC6QiSJsaQx3HJWjkokjXnqjwkufr7J7LINbl08/nfL+LydsbbpiDVWDLzkEZDRp7oVMo4CiGXOloHG5qvPUs2meei7NY8/j06HDo+OYnUOLdldQ4JIlLBdRQVGJ+1ecdEmDujwrjfLTzNNMSjWMj7ZcRh25Ocv6lgyApWGYSHBkmBwSySKlS65B0jSRxUoOB4K+EtyeZI3LcyBN2kiGbeJylVAjhVkXd7ws0tKgMBJEv7j81NeUNU6wUxaXr5W4fK3I4e6YtXt9To4cpeoWh3BRGt01cbZoBKGIDCSzSxy0BpcvF7h8pcilKzaXrtrsbI359KMejx6OyYlLsWSjye/UDNXgUQ7tgnAfnniMurLuiMLcIJVPBo3KcT8OFHrUVYONiItLGa6dz3LlYpGLl0vK/fT4YMijwwH6xFC1v+ewuTtmd18ytnQ8RyMUlK3uq1xEiaUSlFFKSzKATVHj+R5f/Z0M3/56jkuX8ujZGo6W550PTnj7gxMe3Z2wdd9h2BUHt1LhEGoJZlReNsFuqPUWTQ0DL11pcPlqg4PNoapeb8xIsltCX6HB5eNQBiK1VYpwyVLvpAx/5XJvirszCliZrSgl5txsjlLNhHTI/cMj7h8ckZ2aZCYGlyoaT83GXJyzSNVnSM3M8C/vH/LP7x8yjWOVv1cupSkJVkzTWD+Ysn4wwTkdiIlwRRB1+WJKYfZGPT/BNqt1RNaISO1/mbKpavVKkdWrReVa374z5uDxWD136tlTiNXT50koILJ3phKcpvy8siWKKEmGH+LwCUXQIAPQXozbi7k2b/DCWZNzC2VmGnP4ZoYfPtzkRw+31LBAGr0X5qpcma9zbbHBpWaVS7NV/svbn/EPP7jFTm+Eb+l4vo7TkSxzAyv2sCKPN19f5ne/dI7ZZore/0fVez5Jdl9nms/1edNnVmb5qq7qao9uoOFBAgQoikYSKWrIGfmNmFjNxsx82r9ntRv7YWYVKzFkKGl2RYkGoEOzYdugva2u6vLp7fV34/xug9IScQJBkOiuzrz3Z8553+ftH9HptdhthewehfQ9GAQaQy9lNEmYCL3D8kktH28gmXTiBNMwDY1iwWRlNcfKiuBfE9WYCcKYsQyHBim9Tqr+nopgR9B3Tg7TyavnOY5lDfZwBZUmmFppGsqlWxkmpDEol8CYMIyolsWhI+IVnXxOkMgpmuBJfckj15XSXtTr5bxNNa/RKIbMFCJqhkldnH9xCeIyIz9hZ9hhd9hTjn2pqacx9XTmGiYvnLVYXjFopSFHacTNhxE3H0Rq0CXDK9kXVfZoKU/3cEL3cExtxmHtZIXl1YJq6heLOh982uLyJy0l0inUbEVGSaSLG0e4lo1rW4Sh5L/J+UWnWJLMZJ2iC8Uc9O7H9O8nLFgxJ2ZiTi/n2Dhzgo0zGzw62OXR/i6/uNbhXy4P0EOT/+XtFf7g9Vlie0RsjfjR9Qn/cHnM3hAlvqjVHUbTQJVQMeQgK+vYWP4uP5apE1nSZBWFJphBrAbnx+fz/NmfvMB/+pMX+NGNe6pu3Ovy4P6U1pHczC2ViR3HsieH6oxRqGX753iaKiqKJeuL4IgFHRXF5OT9kYt6PhtIuAXJgXcUUSGVwUWaKDTS3qHP/oGv3q3eYaiGQ1pgKrxx6IubWhDTEo0h4iB5xhJMGZSU8gp1JIj8cBQoUoE3ElqGTm3OpDKrU6rFqrZvhWzdjogkN/rZADjwRcxn8Z1v1PjuN6rqZ/n4zpjbD322n0YctBLcBU0VA5/0aKoGzYFg3TWdE6sOJ1cd3nzV4e0v5OhMA/7hcpf3b0/wYgs/tojHMck4VkhsyTN2tJS8n+AGCd/6wgbf+sIJ9odDfnpnk4/utbn/IOHJDlQXHIX2HUcBfU+yyxNygpzNSTNayB9yJhJkrLxgqfq55J9F01SJQKSZKg1qp2rgzAh9R8g9AboaSDqqxuJk2IvVPmPIwDCXDShFfNWYzzG35KoxYa8TKPzZ5AAm+9ktRxrbbkOjsqaRq2sqQ0gQUlE/IexJ/qrgMJ+pSSXMTI6qIgrRzGw47CWU6gbHXy2yeNblaMdTbpDxU53ptpHdU2xP5WJV1y2q67ZyKvdbAbHsvUPBvxvUz1jMnLHZ3fbY3fYVpUab6OpeI/EckhOrIj70DE2tCwVJqAxDEYtJHqNJYcGk2hT3o403jDjYnHLwaIoR2RjSFJUBu7pXCLXHyM4emuytssZm81NxmMVuQiwOftMhEUy2JWtARCwXSvlsJI7CSCiWTX73u2f43e+coXcoe2ybO7da3L4vzlSP//V/+oaq0c5tNq9d4vqjTS7vD/ms59PTLbq6Rd3VmFGZ2DIsFNesuLkFL+eRuCmxBK/KvU6wrIq0ZCjaknKkq68wu8/JEEHkdYqKI9ACoVI8y/iVfac6Z6tMz24roNeSDHtdibYs2c/EDSGxJKFko02xxIAvVxnZ45SzVd5XiecQwpFkB0r0gjR9IBUXeM8k6huiilBI85lGidm5snK2H2z2Cb0p514xOPeKyZmNBmdPNLhyecjf/F+7XLvWR59J0Bsi1lE9M4VnlViUgmOxtpZjcdHBHwi5KOLcYo2X1hrUBMs27jMeDtgc5tgcujw6HPNof8AoEaGJiIQzwoBUzs32rIBYvYsiR7Wdghp+u3aM68RKrNA+lAFwgqsiSUTc5quam7VYXrRJfJ32bsLhTsLYjxgL5k5iD1xbrWlxKoPElErZplxyaG15tJ74Slgld2yhctTqJtUZk/qzZ1WibwSbORqGtHcmdPenBEJLiuU8hsI+CprUzLsYrlCxJJbIY7ATMngSUiRlbc5gdd5ieSnH0rLLydPLnDy1xP07bX7yg/s8fNjFna/izlWxiuJ4dAjExdnuU3M0Xj89x5mlGh9/esAnnxzwdBBwIGhHER8U5J6U0n/q09/x+c2L8/zeW6ss5VNG2wcMj3r0pfkXGYwFF1gz6XkBnfZUEbJW1xZYWVskNw7ITQL294c82OrzpD1iL5QczwBD0MB+wuLzZVZfr7JUdZmd6NT6cO9Jj3tPugz0lKmgGos6izWDkgtHU5+jacBS2WG57DAcJey2I/ZaEf1eQr+Xcnqtwum1Ko4REEz6YETkGznMos39+xEP7sv5J1S9IBn61xfKys0u4s5eZ4xjmwq1Wq2J462A9E2ebrXY3mop8YqgGd2iEC9kbZfog0zgvn80Zb8loh8ZrMFitcBLC3Ocm2kQD2KSfsTVp20+eHLI/jhAkxwky0bXReSaKIG3NMWlLyXrXNE2eeP1VVXztsaco3H56iH/zy93+dnVQyVe0xyDouNQzDnq10lFrWQmioIhiqnxrsd411dNUqcq+faWauLLmHY8HTOeigAkwcoJYtKkWBdhislUMrE7oXJ4yr8TRTI48Sk4Jq9fOMlr509w48EDVXv7U3ptiYmQ1ERho4nQJiKWRrwMcC2NYwtVvvbKcd45u8zSXo/lvR7ff9Dh/7zX4eZ0CoWE+kKer7y2wW+8fgJv6wnekydYWqqoFYnt8KiX8qif/vq+3xtNORJsvjjs86jhr2T2mq6hcJiSmy2OfEFAp+K0SiLlYFZDZeltSb6jDFQsQ2E/PSU4DtCiMGvPiHs5FvqUDIxSTq7UObU8Q17w1p6wliOMsa/uY7PzqH7JoaGxjcZRGNMeTOiMPEWXkLuXoT5LRwm1JI9belfeIMyqmyhiWyiCs0hT7uvvvnNGlbdziLdzwNWtFj+T2KbhmFCypgu6yveVe7Dk+6bj7G7tS6SSEjdoqsSVbUrWdS+luyN/h7KsM/IMl4oKFS57hwjh6yWD3/7yLL/95TluX9vl1rVdhXH07YRukLB5mPD0KGHSdRj3HIWkFUGY3PVCyye2RTQqsXZiAnewQxdbS7GtKZYl5xiJfNNxA3DFRRimDMIEq+Tw5lsrvPnWMj/4hz1VVj5i4wWDU8cszuUsFjH4wfUx/3x9THPW5eR6idmyDJIn1IUmcLrGyVN1tEFMcBjgdzyFlRch4liEpZrGxw9SPnmQsjeKGaWCQYdT6zan1hyWU1PVTivikx2PsaNz9tUKp54vMp9Eqp5spdx5JGk/LvMnmhTmSvz0V3f56aW7nH8pz9tfm6GSS2k97DM8nGAUTIyiRPiJLzKjwsn5WRDj545XOHu8jDMMsIcB9+6MuPRJnycHPkbZUmaP3jCiNwiVUEyLTdWzcxsSHSZnuVDFSazO1FlvNimYOuF0hDcdKQdgfzLh7Mllzp1cppl3yUvzcuyzdX+bJ/e2FYJX4jRqpRyz1QKVnI0lYtFIY38acDANGRgRYztWERjSf60WbVpbY1pbIwqxSVWTnp3FOG8wdeR8lcXmaWMHJjlGvqBix6oXVbQrFOxqdoHxh0RWhO+Kzl8j7WikffmMsr8W50ocW6pSLUqG9xg9najhr1R3atGVSYhlUigLcjyh2x7R6Yy4eH6dFy6sEfkBeztHtNoDOqNA1b3NCXfFmS1CQrEsSVxGIUe55LI4X2JhocgwHnPk9ZkrWjw/V+fCTIX+9oDB1oCrB2M+OhrTDsR8BKWyzvIJl5WNHEf9hKO+nNls8qaLIVFgnTHj9pjzxzRVx5oVFqoNRQV5sLnHg50j7seGKl/645alaBeKOjaJsqzdvi/zbSVyTySzWNcxXVPRmaS8gcRS+pw9WedLbywp8e6dT7e4c+UJBatAwSpyZrXEy6fLKtripmDM90WYPFBVmzNYPm5z9nSR8yfKnFgu8KsP+/zqoz67E59WFDAV6qeokIUOpJkkmqzxqToXyvlakTFFjC7nc2lFSia5TNhFkB9JxJhBuZhTe6r8syziL7uPyJrsJwFBEpBLLHKJDPaKzBVKLM/lWVt1mJ2zFWUnzMFHN/ZUCeFqMJb90uTEUk3VfrfPfmfAVEuJcll/wmsHhEOJ9nFVjbsB/YMplbrGmvT+zue5WK1ysVrhw1td/uWTIxU/IZQRET1aIiiPdcaezniq4cUJgfTPhIIk5Ed5/gzpn5rYZoojQiwVrWmjaSZNN6KZD2n3YnZbMWM5p1tZFJ5aEBJxGSd404RCSWdxxWZ21sC1EvJWzHxxifnCEuPugN2nW0ynAxWNMrNQYM11WM/nqMrwdxpi+tJPl2iYhM1wymbgse+FHE4jRvK95Vwi22E0DBgOfBwnzQSptknecIh9nSdPJmxuTagt69SXdZozOeYqeRXVsn93zP6dMeWmQaVpKMJka5QwlDmS0IFkAC69iiBl45TNufMWxVwRv1dmcFjgxs0WN28dMbuYsn7C4PUTLt84UeZMyfo17XXkJoxyYg4sc/xYA8ey+exKh8+udtDrGsaMIOQdzpfzLBaEOCtRkime2cezBrT6cNjVCQwDqyIiVZNmkmM2cXjyZMrd+yNubMVc2zXYDw2OvwDrz8Pzcy7Pz7uM+wkPnwRs74c8PPR4cOAT9Bz8Xo66DH7Pm5zeyPHafIkzlTzX7vW4fr/HzuGYvdaUYkkcsy5L8zmuXfG4etVjdt3k+EWb48fgRDNkviB9AJtwbPNwJ1K12484GIcUqhb/4XcX+P3fXWBwr0//fp9Pr4157xOP27shYyfBs0SUrKm5WyD9oL7kOdtsnCxw6nSe+XrEQj1mfb7JxsI8OU9j/LjHgztd/vuv2vy3Sx3+85+e4r/8ySmGOwN++U8PuX1XHMCxquFYYzjRWd8o8Krsf6s6tXRAJR1hh+CIGGCkEQ3lfGFSXbKoLlew9G9i6b/DaHiPQf8yO5t3eHBzh3YX5i5+WZWyrqQ+QesR063PaO/ucvVRwJVHIV9880W++NZLLC/OUylVOGz1+eHPP+DKrbt843e+xDe++SX6n33I1rv/xOHWNsNIpxMZ7IYaO4FGuxfQbgdKUCESi2wAvLrA4rFF9o722D/aJ4wC9cLKPTqaSmPpmaNXhn0ioLAkqNxmfrFCY66o1Bxi22+Js2x7xFSwqKpZrCsUmUIH+llmpQxRP8/vUo5cJc/LBiSZrvrzhS+zVSmUly645pg4zQbAEpJda8qUS/65oRwava6v8kNisaSHMkPTFT5LNQWksaaw0s/mt4Zkd32evylNISU+VIdw4e5LTps4cQXfqILZ5fuQRSnj0zzLgxUhiRymxS0pCj+58JoKITWdyoaUksp8L5CGjZk5NLVIVZYnmw2Spcmg8K2S1yqdtDjLPpaAc7k8NeY1Tj2XY+2EReBLpmnA41sRD67GdDqC7EtJnZTSUkppESq5HBUrTzLWGOyFjNqZK8wLxCUhzWgty3KRoZ70SRQhSZooWUNcZODP6I4qc0wGinIQl7mIGm48m1v/Ok450rMX7XOmt/w86v8vrtQ8eponTSaqVtd1zl4U27zNTD2n8DR5x8V1cly/MuRH/3zE3dseul5AExSC7pHq02wzjAT3mGIXUwp1nZMX65x6cYZHN4dcf7+t8tVkACxq8iSXksjMUAZCsqjLhhRFqvlXnLcozmV4KoWo6seERxlu8HOHuBr+VsQBnIkXFFZaBmuiPttPmRykLK3lWT9bVA7gYn5CNR+wVLRVHT+e4/iGS2ymdPyAR1s+3//eiL/73phYyxPreZJEMoamKt9VGp+iKJYbgWbZKmdJDuTSIE4Dye3NLr4yYJF8Zs1w1fBW0HQJMgDOnBDZUDsTJUiDUJ5pUeiKulg9j5PMVfP5ADjznv6bL9TIkNuCGBR3jCGH1UjUIjL8lSFwlvUmijLJ18uwAIKHFzVwyPyqqbKQZ5dNghSCNKXfSui3EwaHEYPDUGVBCUE00TSaxxwaaznltBZn4XSYqHw0yaA1FewzwclJhpqEK0Boh9gVjWMbVVVBJyboJHQfj2g/GqFPA97+So13vlJTuZVBqnHj1oRfXhpw/9EEP41UFrSdWFixSSjJmmlE3khYc1PWy3DhvMaFCxrbGtzxNR60DTa3LY7aghaKcexYXUS9rlycRf2WiVkkV7AgIoxSTtW4F9Pa8Rh1ZHCbCUBk+CuDSpW9rOgDCank+5ri9ndUyTMoDkQZbkwnUYbeUpnj0sTUMrLAs0xhedYzTIPkCUmehjgQxREnlx5pkFkUKhZzS1I2B1s+m3cnDAXXI9mjVpanLRnACu8v62MAwTgl75i88HKNiy/VKJQSiqWE2zdGfHRpyOOHAaefq3DqfFU1RybTKZ2eR7vlqfykaUvD62YGLlk2y5JbslRQz5M3FYGMuJlC/FHE+Y0yrz5X5dyJKsfXy+ozeHw0ZPNoxO79Prv3e+zuBGpg0ZU+lWkrBIgf+fiyOIvSS55V28DRbWzdxIkCclHAN79m80ffcTlxskBi1xnHJX7yUYeffNTmwc0Jm3emagCcCXqyAbA8dTL8lVL5K6LMrLuce25R1cMbRzz87JBud8TY99Tzk0pmogyAnx3y1URYERWkOZKgJwmOOu7GLNSLrDQF4VPj4qkGlZrFew+3ePfhFn5Px+vpnGvCq6spz6+YuOU6uUqNf/zgkH/88JDEMVhaKzJbcylGFpavcftplzs7XTUIl+GRZCaWa67K+xv0fPrdzGkoOV2yFsqAw5S8opqhUKcLa0VVnac+W58NOXgwUYIUyakJwohQMiLVwiL7v6b2Pd2RFz/bxwRr6xZy6vMSQYP8HpNuwqQTc6aacrGZcHK5xPLxBYxqgfd39/jl7i6eD56f8vLGIl++sMbr8r9PA8xJyF+9+5jvvbtJO5qQa8gaoxO0bKK+iJdiCnbEl7+0zG//1hqzTYOj1h6t1hHdoU53pNMZQWcM/UnK0EsYy/5nTonMqVLlidJfEIaCIJKm+vpakbW1gspWLZVjuj2Pre0J+/uSEQNDQVYtQm1BYi3yWE5Bfd/eZEwwnWZuNNl7RJCiXll5lsQBL3gkaaRmA2DBu5WLGoV8imsmpCOPdOgTJLJmWuQMnbKlM1NIWayFLFYTZu08c3aedsdg50BndxjxwB+w6Y2YjjS8oaaG1N12yrE5k998w+biBQutoaM1NC5d9bl0xeNgN1bDGgKDZr2oqnUw4mh/RGPB5cT5KmsnCiwtmlQrGh9fa/Px1Taaq5GXqA9bsFIhWizZfa7C+ASRiReqqSOOKy7xmHgyIJoO2b1jqFpxU55bSLi47nLh3ClVg6Ct6r3rbf76523GvYQ/en6Wb52tk6/IEDbk+5d7/Lcfd+lHOm9+cZaLL9QYjDwGoymTsaibYwaDmE4/oifNqkTcTzAaiUpccqYirCjkWMPhf/7Oaf7su2f48GCPDw/3uHKrx7VPR+ztyHDCUXlEge8RBD5OKcatxsqBFiUGkSCnn4nJ0rFklgdqkBNJlnOiUS1ItjecPl/i9IUSBQmDKehKhbrX9dnv+hxuRxxuh4xbmegsHMvekb0rtiWkEfl9xPUiiGeL8nyJYj1P4oUqfkHILYJtzTk6s8sFKnL+FSuC6XO4GauSc68I1cQhGk0dIs/mnVdd3nnNVehX+Ry392Mlirp73ye/hKpYnr+WDIAljzfDIstel3Nifv8bRf7Td0oKOfzDO2Mu3ffY2tLY2hIccqryrtxcQqkiDquUUNC3bfiDL87xh1+cpx/7fLDT4pPHQ67dibm/mVCZdanO5fCMiFEaEJsJltAFDE19NkFPhk2yLxnqvjBuR/i9iEQovVLPRD/OjE5h3lRDWqcQ4RSFGmIReRaTlsZQoiQkc7GUqCxep5BiFxKKRXHY59UAqnM0oXPgEauBnYjVRCwZKmd0Rdy7c5JVnBGGgm6izhsy4FUkINk2nEwwJyI3IXIo6pAWMTNvcfYLdVbOlLj5YYebH3ZJuhbW2FV7eWx4JDmf4jGD4uqz795PiNopydMU09NpnLdpnHfoDmK6zxxQ6SBRn7s0WEJx6IobWBpemoUhjt5AUw3dcOzjNHTkM2osOcyuOOrPe/BkwsGmR6JiLEQgqal8RkWJiUUYKYNTT2WOW4mOJZuKk5IUY3WmTkxTVV5PyUsj00NhM+XZk/NEqWzxe988pyoIJrTaHW7fPuTKlSMe3x/zn//ga/yX3/8auw8/4/rln/Lpwyd82Pa5J8OCmRyaOGX1lBlNBvIJRw8y93UkYi89IhYqjSujBjnLivhNCBvZAPhz1L7E+BiODBQSNbSQtVfd4QQJob62FEccrg0TK68zFJFUP1JnWmnEWYalsvPkbuqJOMf3cIrZoEAUpvLbysBC7qWKKpNkeWUyqxKHIIE8S5YSKwV4BJLfPldhYamhhMFH2z3C6ZiNC3DiPLx4YY6XLsxy5YMh3/vvT7l6bYDbNHBnnz2Pyl2nK2RyMe+wsl5gds5h5/GQ3UdDTs1WefFYk6WyhmuMScMh792Y8t5nE8ZJpvRHntN8ooQQMkCT5qMMcwXJG6QxI6HMkFLMFykWClhagKUL8i5QA3KJe5BsZdu1MAxf1cqizfqKqxosW/cCNu/5+GlG1rHyNk5JzmpCzhFBBzRmcjRmXPYfTdl7KK4WyVCWs6vG/EqO+eWcalZLrrC4RPvDWGU+CkVHztOhCCq+KeQAACAASURBVMsSwRJDqSRnbRu7kMfO51XElGTp9YVs8yTADGMaRRFEayyv5FRdOLfG+efWeXy3zc9+cJed7QHrzy+qao1j2mMRWwY4qUfD1jhdKzJrOfztL7ZUxZa4BR3ciqNEjUbOpPVgxNHDEV++uMC3316jYUYc3XlC+2mLMTYTyWJs2gRNm0TEkklI0bU5t7Gu6v6NPVW3ttrc2u+xN5mCK5agFFOat2NYeKHO8heaLFVzzI8Tat2Iz+71+Oxun7CA2ufrdYPVuoFoZXeHHrsDj3oBZvKStQY7Bym7InIZp4zHsDJrszonGcGSXRipAZXkd5Mz2HqqsbWj0e9KVnOgGrfNBTmb5xkOx6rKlRwzjYJyoemGCNwCdp+OVAa0iAqklCCsnFKp6FRrgu0v8OTpmCdPJ1h2TL2hsT5b4KW5ec5UG7Sfjmg9HfHZbo8rOz1afoyel9w0R4mzIhFbyn3YjzMaW5JQLtm8+OoyL76yzKmKw8mKwwdXDviHn27x3qf7WYavo1Nyi5QkODoOCf0xkeY/E7UkeHvg7aU4FZv8nOS/2yoLXk9Nep2+KnlvrCIUag7VRgHLtmhvTdSgR57DfMlSDjCJM6kXXL70wlneeuEs71+5waWrN9g5GKlsTV9E4nKeEPyy/KXJOUPw+SnrK3W+9aXzfPWF48w+3qP5eI+/vdfi/7jX4VbkYzRNZlcLfOPldb7+8jq9B4/o3X+EzBYrxZISht/q69wa6OxsddjZ7ijHkS+HU1fDFsGUNHzlTp0zmbYChnu+IlqZaR4jyalBgydcR1PupfJc6BRK4iIyJe46y7QchaSjCG2SYPhC5JH+RKoE8jPVAvVqQYlNe92piv8RoXbBkAxynaVVnaDgMLZzys3XncgQboqv4qBk6Oxg5lysnBBtZE2H6dBTQxy5T0zaMviRBrpOLe/yW6+s8FuvrkK7T9oacPugx+W9HveHU8ZCD7WhWM1RquTUeV+cm3GcqOGvuN9kCCslwlVZXyIRdh9oMNTVGVjKKhaxCuIRFkF7RL2g8eWXK7zzSoWt+y227rdpTyb0CDn0Y552YberMzxyVEnfysonagAc2AGhJQSFrC9qBgaWb6q8yWIxws3HJIam7pPGRMOcaEwk0jNOcUoOX3xrkTffXODdfzri3X86BHvK4pmI08csvtCscjJf4G8/6vG3H/aVQeHsyTILFY16OqRpTjl9ss7pUzWiHoz2YrxepIwiIkqTYe84iXn/dsL7t2MOvRDfDNUQ59zxEueOl5nxExpByq2DCe9uDxjZBu+8usgb5xs0/AFNf0Cvn+OwV8Rwq6yeXKTUrPB///gKf/njK1x8tcg3fmeWugsHd7oM98aK5OAIZUBobjUNn1TFmCaaybFmjbXZGoOdNv2dDrfvT/jolsdeP6bY0NSQt98Rx7a4L+VztNVzY5YTzJJED4hwJOK5Y/O8uLGiyGA7W085OmoTGkK+SDmzscjpE4ss5ys0yGMOI27duMetG/d/TfcqF3LMSG647Sh4m/RLJ4ZkTMOAiIGQ+GyNRjlPNWfT3RvQ2x+QCGFsAIJI0hbymA2XkhKkmNx/OObew7Hqk4mJqFpxOd1Y4Exzgc1HT9h8vEkk5oiVCr6ms39vwOHmSPVloyTh1FqD50/OqWzlkhOSMwOORjFH41iJoHcOQ7S8xdx6CbtocOfOAXduH/L2F0/z9hdOYyQJR3tt+t0RfS+i70dcud/nyoMenXGovgcxLcmwMm8bnDnW5MxaE4ohvjum7hisWwVWNZfW4y6txx2u9T0+Hvr0RAxaMFWUxNKKq6o/kD09wTEdavmiEnHcudfizv0WF06mnD8JF1bmOL+0hp2Y3LrzmJsPtrkb6qpwHaxCTq29cu6VBlP38ZiO9P7k3iTXUOlJpkKLsDl2ssqxkzUG7aGq0+tl3nptnrmaze0r29y6ss1Mvk69MMOxWo6NGXHea2xpMY+DkE+v9vjkapdQC9DyIWfPlHjrtSYvnq/zk58e8eOfHtGJIyZOqqIihcAjw8VQMwjR1aDTkbz0LMFQdNP4Hvh+hooWV6kMf8VwJf3bvOso4lgYhETSrwhlX816/LEDkogp4sLU05TxJZeknF0p8ZVXF3nthSbzKwXmVwv88Jdbqu5uSeyD9Mlgaa7I0nyRYTRiFI0IdYvULBJ6BpO9EV7Hw511yM/aCq09PPTVAHj1jMnp5xxerVV5rVblozsDfnilw4O9CZMwUmL3sqNTtnUC3VK/biD9dnG6Ss+rCE5R7hTSX9Nx5Y4gkSm2QWpIL9umao2pmBP2jxI2d0WPrKlIutQWo5KIBIUWkkWOSY65nOUaDRMz8bASj1fOnFI1Phjy4OpDOgddXImKqLusVnKsVlyKYYI5DEiGPtOBx2jss2MF7JghR3FKK0yJbRunmMN0c7SPAlqtkFST809IPmdSyRfQY4uHDyc8fDChupBSWUhZWSywsVwll1rcvtzj9q96zK1ZquQm1R5GjIMYETVKf90bp6pW1nWOnzGYrdcpsoDpNfjow20+/nCb4nzA/KmUi8cdfvNYiTMlh6fbHk+3PLV3RWbI7EyRtfk6RBY/fq+tqryhUT6hc6qZ52K5yLJQPCzZy0NCyyO0poymCYNRyiiGsSHXFYO1fJW1fI3HD4bcuNHhs82I6/s2h4nJqVd0Tr6i89oxi9eP2Uy78PB+zMPtkE+2x3y8PSYZusTDvFqTZ9YTzp8t8HuvLvPmiSaXLu1z6dIBd7YH3N8bKeLe+bMuJ9ZzXL405oNLY2aPW2xczHHmpMGF1YTVusQ+SHygw817E27em7I/COnGMeUZi+98a4HvfHOeyeMxk0cTrlwd89MPxtza9hk6MSMZAMvdJ9bV8HfaTajIs7NmcfyEw5kNmzPHHVbqM6yUmxiDhMHDNvdvt/mLj7v8xUc9/usfneC//vFJRrsjLv3zJnfvtWm7MS03uyvIYH/jRIU33mhwetWkGrUphV0ljNODFCMwMX1TzXfydYkIcDHTL2OkXyY2RoTGPnvbD7nz8U32nnZxj71Afu0FmsuLNJcWmbYe0b5zmb3tTa7vGXy2r/PVL7/J137jTQpWyqSzy8H+Hvce7yuKwytfPMUrXzjF4Scf8/BHP+HwyT7jxGaQ2vRsk65tsHvksbs7ZTSOxBxopo4rDuAFNQTe299l72BXKU4EZSpomsjLXKQKYSC9cuUskwweyVAqUmvkFY5PDk89yYXdmyqMojTk5dcQN5A0uWSwEAtLRFCMkpGjPUMyPxsAy6ItByxZwBXyTQaPKj8oQ04KwkVyDyX/pzarU5kRp66BlTMZDkN6vYDJMMkyCacyANaUOlFUZYKjUsCwzBKpXBYqf/dZ0LEumEs1MHtm0U2kkSsOqIyjn+UZ/+uMU2GwDbALJk5RsHzGs5dbGsKfD4ClQSYmVmlOCApZJxE3qyELYzb4FoeeDG6kuS2D4VRKoXwF54pCDtWbOifPCavdYjIKVO1vGuw9sBhL2HohQqtEuDMxuZkEKzAxJhZhFyaHWUaRDIVSZDBkEMWG2nTSOFIOtww7LNgdcYWlCq2mMjHlj6z47pl6Sf78anAsUx01LxHFvZb9vJIdlonyM8e1IVNG+fYE/yqVfYgrxzTOntdZ27BYXStybL3Iw7sxD+9FPLrn8/ieR+tI2hBW9n3J56ULjjz7/UVNLt+VbCpr54usny+y+2jKw6tjNWA0FE5MVwPgWC7QgmWQoY4c+GX3NVMK4jqdtYgEMyPOLGnGthKikahNM8SbVc0GwLYrz1iGi46CLH9VZcBNNRZXTFY3TKqicEpiZlydl89UeflMjeJMQGkmYKfrc+uJx50HAb98L+D990K01EVL81kWUUGyoLOgbfkuQl+c8qa6oAimVb034sRTmREikDBVbqRcHGR4GGkywpRhVeYSUK+SfAfiRMhLPk+GlpLvSpqGieCKxUUcZw7g7AL67F+U0bkMuqV5Zmkqd0+GROpnkAOnJ+4bccHLT6Lj5izmlvPMr+Rxy76qYllXbjpZJMRxu7npKVevbHbiolclGGN5HDSNhQ2XhROuugSLQGHSj+huxwwPE2aaBnXJ56xJFpg4TTV8hfIWMUA2jPYFazqASSdUOBgtillbc1hbt5mbtZWTTdSVe50ROwc+27sJuweJysVQJYcSU1fOJcmpnHdj3vmixTtftNnTdTUAvrOfcvd+wt5+olx7BRcm7Ujl6Ylb6fP3wamAVKXuUq5LrkNC/0gGwDLoFOSxkAiybDq1Bsk0TU6GMjy3U2r1HFVBBAYxEzl8TwT9nRB52fBfCUWEaqDQ/JJDKO+e4HblfZEGm4NlO89yt0KlVm8smdRmTYV7kPd4OkqZCsYyzpxikusqbqiZuRwFwQFKE14XJ7wg+2LckuRBZvgs+Y8MmI72U5XhopDTugx0RawQMplKDqO4e1O0iakQrIIV9I2YyrxLfbmolNCjkc94GBAMAoVDfP5kgdefL3P+TJ0Tx5uUyy6fPTrixqMjtu6OeHJ3SKeVMJ5K1q8K2M1cOM+G+YI0zFWe7TUKia1RtxJqVsLX3zH59m9bSoyhuzUmSYF/fK/NP77XYvuhx+GW5PgqaLoqwQfJ2itCGPlqmnMF5gXpNJfP0JJxwuHTiarJWDKkw8xdJOIYWQIV5ifDcuqplQlqVHM4xpImqJ5QzNkUXYdTC2XeODnD4ozD1aM9rhzuU83Nq1oph6yUBzSLYzw5MOo6P7s15qc3x4xj+U5s5cB0AgPT1+k+yzKpNgs0F8vkiw6pIYOclIP9Ift7QxVhEAlGzNKUMCAnGLtKjF2JyYmzp2gzOojoPAmUcMjQDVXyvgmySO0ZSpulqXwdFaHwbOERN4So7C1BnSnBjMFY5RGHLOoJa0bC2eUyF59fZH6txJ2gxd2wpRSqe0cex2fqvLg6z1qlyuN7QzbvDbi11+fmXp+JiBkEsSkXJk1UmDbzjRwLzRwrS5Yqy4zotCVbc8JwZDIcW3RHMR1xDgqWqQC6I/fFBNl9Q8mY8iJsSy5dBoW8Qd61KEiTS5yWco6QFAeVZ5/t9bIvYsnPEpLoFolmKSKDoAjFnRh68q5m75lCYsv+KJxkhdDLkLEy6BPss8TxOvL+icNBPl9ZzwKLNLCUE8HSI5oVuLBuc3rZznJlsNg8jLm7G7I/CenoPl0ZL3jZ5Wja15j0dKqOxsY8nDpmcP5ll+deznNze8rNbY/79wO2H8cc7aQUTYeimWM89RlNfeaPOZy+WGJdBsCzNuWCzq8+anPpozZaLiVflzOC4G/lLCf7iKkq1WwSw1Z7h1w0lBgozBwi46HOaGjQzKWslFPWKiZLpRrL5RpOJSVXTri+O+bHN3oqi/dcvcypWoGim1LKJ1y+O+TdawN1RvnGq3XevFBVed9SgXJYawzGMUfdQA1Zt9pTngjWTtNURrMWxmhBxHzJ4ttvL/B7by/ScUO6uVBl2r73botHj6bKqSaONcnlDKYhdk7cSYnKGU6ffYdyMFDvt5AwhCs+1VDdH0/OydJoSmjO2zQWHDXEEFqJZHDnSkJQMfEjKUvlV0lOphLLdAKG/VAp4WWIpVTisvZYuhrYCgrQcbMaS+bOcKycI805wY2bqskqdJDOfkL3ICaWvVmt4TKEklBzjZV5i9U5k42NIifPVJhGOj/6RZ9Lnwwo1BOVs6bERkNZHzJxUZaZJc3slG9+yeEPv56juWSwHWjcO0q49P6E9y9JEz9zPkmWXa4QYmkRcS9RLtY/fWOBP31jkUnq88l+m48fD/joesCNB5FyUBXqDmlRBouJwoWJyEwQzwqzPJQce00N3eTznnYjgkGiztJaaBDrMZERkZMc+AVTicKkWY0Zw7PnMpLMVMmbl3dSAsmtkNlVg9lVk3Aq74qmlMzy5570Y/SJrSqMQsJYcpkTCqs6TlMnkCZNJA7gLM9ZgueV9kXIPYLEdf513ZA8cLeWUJ8zWFovUG/kuP/phPufTkkmGkYsTuFEkQR0J8ZdMHDnJQpD1lSNoJMyehAT9VIqJwwqGyalaoVypYouVBC5X/SlETBkZ2uIkViqKSHrsYhyZK0JBRk+jVUDVAb3s6s2C8dz6k7VOfBp7/r4rSynVganosaXTSxWdw/5+uXcHaLHJoZ0neyEtCCy5iQjjVg6hjz3vuCPddU0E5pDoeqoyJhmzqUpws6CRPYItcOn3xJMn8Y33jjH1984x+07j3j/8nWuPT3kjhexp2nk5woURFB8EBAfhnhHkcoVCwRZlUtUqTxzSwgbInzLFmnBbktzP/tLhjQ2xRk5BKOwcdNJSDjOUGAqe02TrHUNpyyfmYY/STIykmlhy/BX7X3iiE6VmFdKoWeLlhK3RpKjLrc4+dzkXKYEmCKoy0SXaWCQDE3kGYy0QDUQm/NVFpcaSjB48KTLdDRi5WTCysmUL7w2xxdfnVO5q3/zl3vcvSNi2SrHjlcZ9gYMe0NMw6aQL5NzHbRcTCqDxqNQNanysU5Fk3U2oVkMKed8PpXmzFbI1Je4kIyiJeu33PE+v38aeRPDNZEII6OgZ/dfdaaUu5OcVzJqlz+UPVNEbhJPIgOhiEIx4uRqlbPHG6q5cu96n7vXe78eEmnyPOd1TInREUeWa1KvGNQqJlOFT9PpHnoc7Qzx/YDmkkVz2VLUkmLJViLFg6ceo75EP2U5o5+LB2WY7EjetCInWFh52YuFvCH3gczFpwUJdhqTt1MadYPGjMHzJxdUaVOP3vYhsRcyu7Sk6hc3D/nFrSNKZYPnTpRYkWdIBOuDkH++tq9KBNSOOPNny8wdm6G2UOHh9X0eXD/g1edm+OoXl5gr6Ez2e3j9CbFhkZgW25L7PPCpVg02VhyWZ13WGnXWZur88MMd/uWDHRXX0NEjJmTZo6nELIi+x4O1l5Y4+dYay3WXmaFPpT9lu+2x3RKc6IRWOKGQ19mQzOySSW8yoDvpKwedDENavZS9w4T9w0Rl747GCUsNi6WmTcnRZearzjeJGRPoCfstOGhrGalpIgMUk3K5RL4o9xOJPRmrbLz5hbISzIvzWshn49GU8cgj9DUiP7unSiSBOD4WVx1V46nF2BNOT0zBFNG0y4uzK5woNrl2Y5vrN7a5dzTmQdejJwg/ed/lsiI9Gz1Ve7pYw6UpLPQflTm+Ueb4iTJvrjd583iT23fb/PBXW1y6fgC2o0oSLbXUwvcCJuMxkRFgNTWMssb0SczkSYJTt8gvZf0cidiRftW0O2Xa9TCLYNeEmmNTqBQwTVs1yYeHAaaVqF5NtWRTK+dolgvM5UrM5cp89nBHVVeygWVNSWToJ0PTrHciNKdUXMlGxNpyhW++fYqvvXyM+VafhaMBf337gD+/ccDDOKG8UmFlrcI7p8uqBjt7DHZ2KdviTqyTaAV+8FmPf7rRU05kEbRJgvlU4qJy8rMbysGcM7NM29F+QH/bIx7J3F8iAQRhHDKNQ7UuWu6zNUFR9ETcJ6QyEbbqat9IZO2V3PVA8n99wkmghKD5fE5FXnhjn1ShajVVuZqOW9MollxKxbzqEQ0mIwbTCQMvUUJNsVvKd57LW4oyKDS+YBKojOFRK2Ko9hHBQGtUbFshs9861yQ39nBGHps9j6udCQ9GPt0kZJBG2TlKTBoiDhZnt9JRB0QE2RVGKCOJZO2mWJFFMczhqn1aIs4CglRCzEwcO6WQS5hvmLzxfI03LtR5dK/F43stBmFA4KYMUzgYwEEPujsGnR1d9VJyZdDzqYowiB3p+WS7VTKApC8DoZRqLaGgKA2GEpfoYwN9rKs+30BoAHmDl1+q88pLdX71XofL73XQcx6Lp4SkZfH6TJWNfJG/v9bj76/3qNULrK9UlCj01GzIRjOiVkipF1ImPYPBkYEW2OSNnNxYGYyHDCcDfn4v4uf3Qvb9GM+KsQoaZ+eKnJ0vYEcpdpjwsO3x8f6Eqabz0vEGF5YrNJOBKkF2Punk8DXpaRSUgP+T+/t8em+Pl96q89VvzpPXYfOjFu3NoSL6VeYMGlWTmaqhhpsTIVbFGtVimWqpxM5Oh53dDjttn6f9mJGfkjPFjAATuf/4CWXLYsZxVExZLi9xOrFy+ksVzCJFq6IEen4wJBZqU0FX5J6VWp3VWo1KZOGMU5Kez+b+IU/2DlUEaWAJ4SdPtVxWIjE5f3mjgNQxlGCmL/m5kwDHtlifryqU+2jQYThok/pyDhfxj0lU1tGKBhXHpOIIanjClftTAlLyRZO5Wp7XFld4dWGZazcfcfXWI6xZl4UXFtFdm62bh2zfbbM7DNkbhqzMlzh5rMJqPcea5JwWTKYeTH2NR9sD7m72lAi1tuZiVg2e7A7Y2h3w+tkNXju7QTD02HqwR7c/Qqvl0Osu1550uLbZUW5giYiWtqkWyEeoM1PJM1MpcOKEy+mzeUpWStSVs6THoDVVtR1EbMq9K2exJAKqukuxZlGqWTx4Mubh1kiJFEsyqDcMJlqibCynj8WcPhZxolHjRHkefaRx67Mtbt3d406ocTeUXE8LM2+TL5QoFcq4dpG9O4fs3TnCKibkm/K8mDRsh8VCnlMLGU2sc9CifdCmIdGBF+qKbvjhpT0+vLTL6twSq7OL5IwELRwoJH9cc4lLNhMvYeInPH7a5f5Wm0bT5NVXGpy/UOXnHx7x849ajMWIk9cVJTFWYgoZ2Oqq5JwvLmARiwpZMyNMyglUx5FccctUZNHpOMiEwLb0my2KxRylQo7RaEqvLxEkoerLyh07DnPEkcSLhVi6x3zF5Mx8kedWK7z83ByvPDfHzk7I092AK3cOeP+zLTZbfeymgyWEDyXe82jU6iw1V7BTm4PNfQ6ftuiLYUdEyEOduKfTmNNZf87g9PMmZ0o5zpRcPrkz4idX+jzc8RlPMmPd/IrF/IpJo1qgWS2IVwcjkD6A8HcTNLmnJroiDKaSA28L2UNmoTk03SEyPELD4+lhzOZOSk/ubEJ+NqUnLyTBSA1/vQlKQL+2XlT0GS0aoUdjTi7OcGKhQW5sEe2J+SBizxuxOx2xumJybNmilGrYo0Q5neXZHgQRzqyFMyd45oTuKFKRXdL/k3WnNdQ5Gmpqj0gMcQJrlAsOWmKy9Thm61FEeTai3IxZXRQEcAFXM7n74Zg7H42pH9OZWZVoVOnrS59HGoy6inVq9yLa3ZiZpSyKaGW2ymKhwbxTZ3+zw8HjLoVGQH0lpFlMmEs1qujKIBBKpF40IgnH5AsupXqNaWjx/sddLn3UpXlMV7Xo2qykNjMSTSQRpQWdQkOnOKPTHYw5ao/YH4YceShSzfMLczy/MMv2wz63Pzvg+kOPqzviADbZeNlh45Ucr68lvL6e3YGfPoYnewmfHkz55NBjuG8w2JO7oYhyUs6fKfDHX1/kay83+PCn+3z0031u7U653fapzlm8+HyBc6ddLl8acvlXQ/SSTnHR5Mwpk7cvWpxfF2OhmJ5Sbt2NVG23Yg6GsYoj++63j/Pvv73OdLPDdLPL9at9fvnBgFtbUzpC5rHkuxSilcG4nTA8SpTxYnnNYOOUxQtnijx/tkjdcChHNkknYrQ15vGjMd+/M+L7d8b82bfXVHmHEz752S6bm31GZYNRyWC767Hd89UM67XXZzi5pFOatClMuioXWarqONTzrhI9aNKD0DS86BR+dJpcY4HC3Byj0QE7dy6z8/gBu4Mqu8MaS2fPqJrJF6jJ3CtM2BkHqhYaVRaaNY4Odrl75wb9fp96rUFjps7KkqFq95PrPPrZB2w9PuJwanDgmUwLOaZ5l8Oux97RmMlEYmNMWzmABf8sQ+Dd3afs7u0oNZwg1iQDSTARsS842mwAnLmAIJc31PC3XHNUxqrUsBMojJkgjCX713KyA7fv+aTKBZdNFgXDowawooz5NwNgGW4Jak+aK8Jflyb/M2JX5jaSoasL5Zkst69QNlXeqDDJe72Q0SBVanR/pOYqGPJFKAxpFoqqGY78oVUmUTb8lWBEyZNMsUvSsBW0RDak+jwvSv4uP+6vjcnyEcgfw4B8OUex6qKLe4PMBS34ZxkCi1MBNYgWrWdOYdpSuc0JAkbUQIJXE8WJ66rmTZhMCVPvGR/+1/QHKnWdE2dtVtZNBoJmkDrMM9gvEQmepOFjznpYxQizEKrGjiha/UPwxY0xVP0S5B4VxRZRIhkomcshs6wJv9TEyEcYBWmMSM5NNugXg10kqnm5/EvuhajyBEEr6FnlzM5eMJW7IP9MmpcC8hEJBKH6hOWj+/w/yytw9gxsnDQ5d7HKuYs1/v6vu/z93/Q42hVst62ajzK4iOXBePYlql9bGqRKkSZNoJTlMzZLpy06uxF790OF7DETObQbxE6iBsCZQU2csTJElUZCijtjkW8IujJSyCYZAIvrIho9+zg0uehl5biGUsrK5j4WhPEoxrXFHaMzv5CwuJJQkpd7YDDnuvzOV5f55leXmRhHTM0jrkgD+8MpV2+E3L8JD26JsNbFjF0KVY3SvBzqIzw/w4aLc3LSyhw8oopPRfmlnMryoggaxMbUpNEaqAux9Hgl2kx9yP/mgxZXimroiOpfRsCCFZbhrTh2/n8OYBkBP5t6y/1aBsaOuAjl/RX3YzbYl/LGsRqMSANL/pVSxeKF12d44Y0G1fkJtQWx5mgEY1MNGH71swGXfzb49XuUCRoys6VqNGsaK2cLLJ8pMPE8Ov0xw27EeB+Cvsb6uRzr5xxmFvNU5/OqCTEVBeFhyOaNLk9u9FSWpz/JGlyfqxY0UWIS8fILBVXN5Ri34dGdhHzyMVy/njLqJ4x6cjmw0STLU2Dznk/ZCPnOb7l85xsuh6bJXU/n5nbEtc8mbG0HlAsm5YLF6ChgfJS5wNSaKM9ZXkXjMTNXoDFXUAOzSc9n1A0YtkMm8vs9c/2rl0v+i9KkCPIzVWtpbSbPZBIw6E+yhrxcRkRh/UxMI+5r1lV4KQAAIABJREFUhfqWV1eEAYKEVmukKJldbDufDYDDgHw5YfW0KMZ1th76qhzHolRyyEl+lQ2ua7B8rMzyaplGxaBelKwtaUz7ePGE7d0eT3d7jEYwGss6kqdQKJDGNo/vyqBuqNzCkuWbDQdVwjn51MHBwnN8prZPdSFPc6Wo1klZvwa9AF8GwH2fi2dc3nixwAvnGpzeWKZYLHD56haXr23z8NaUh7enjMdZg1oOzpFaaZ+pcUSZWjUpz1oYki03kszslGXBDpV13vmCzte/rHFs3cEqVZmmef7qfxzxl//jkIOnEeOOOK2fUWZkyc/ixpXyX7I6T56d4fzLTeaXXW5e2VY1GWlMBSOmXJ7P/tDKQfxsiqzmwSLUyPLrBb0vA3rTEOyN4JcVsZuNRp7f2Jjh5GyOJ9M2T7wOp45d4PTa81RzU6xklyTaYW/SZ3864NMncGUL2oNMRRp5GppnYAS6cqU7VszG6SanLyyqfWkwDOjKRXazxePHLRVlID+uW7SozjmUZgzMkodZ8n89XPe7KOFQNFBjXiU6ycQDsu5L9nSG45F1XwkZnnm8ZQgg2X6OI+jgPLm8w1D3VRWHMbV+zPPLFb761jLPXazQLg/oVAbcetjn1sMBVcPleLWGGzj86N1DfvzeEUZFx6g+QypPY2wDmg1THfxPb8izMoPvdel3D1Te9KALg66GN3GYThx6kl048hUedu6YQbkhQgjJ5RGXvCDnPMpVjXrToFAyGA1itcZv303YvpsqQUVjvsDMvK0oD5V6Qr8/UReySZAyldlDqJF4psJzynoyEpeiiFvkVZf1TjD6IqgxsjxvUfXKEF6aTooCL4NK0yS0TMyxjTWxlQMpTCbMz+i8c7HKa2crnx9TuLE7UWpLUeZTEJxfih9HmRBhbJCOLLRJiuEFLNU1/uC7Nf7wu3W2xxOeTqZ8cs3jk499bl2LMCYG5sQkEseuHbN6yuHcy3mOn3BZqOco2SY/v9TmZ++31eDHlRgr81/PBN4ApgPZKxzsvKsuOrE2VdEFjibDegNd0HplnZKtUTGgkqTk+yGFfsTyRpWVEzV2/IhP90ZstUPiiQWeRcXSqZg6W4cT7u2NmXE1/v2LVb5+tkwQO/iRTSpNYdPMMMudKZsHE6486HDlQRe9YmCIe1QyQacJVVvjreeKvPVcifrpMjOnK3x0vc/ffX+HG7eH2GUZIpgqA1dlIRkZ6UEGwDIoEnJBKAKtX4d8i/nWxOw5MLAYeREjT7IFn4kjnznUmzWds+fLKncm1yyRa5bZ7014sN3h8Vafp1tT9nc85TaREgqO/JUdjEN1Tq4ullWNownd6QDLCWnWNYo5jWlHZ9o1lEtO8N5KJqay4zVMcdaJo0XOcAG882aDP/4PyxQrNn/x/x7yP37WpuiGFHOCL9MY+XLuEsGckq8QTkSBC7/xks633tRVBEBhuUw3MvneXx3xve+1cGeL5GdL2IUY05nKFZV0GIldhf/42hL/8bVlAgKuH7X5+FGf9z/1+OS2j1N2lJvFaWo48xqRljASlbS4JSYyWJdmc5ahJE1mcf+KQM/CVhXqgSpx6aoBcFlThBeJdJDPT1ZvOUvqsUMYiBt8ooa6p17McepijoMnAY9uevQPpYEtDToDJ8rhhA5+6DMJJ2jFCGdRx5yRe7uIT1MSiVKTu4Vg7+X9FvFYTrC4OQaHHoMjyQFMqK9DdVajLMN7zeDJ9ZTNa5mQz7AkriGLRxW3tt0wsGcM8lVL7WVeJ+XgRshwP1Lu7MKSxvkL65x//jiuUFCCEd3WgCvv73Pl0gG676gS6ouIQVUGrbgERGwrLCorYG7dYelUTq1FIjgYtENGT2OGT2NFQDBFpCJ7qwhf1Sb+bJge2iiunDRtXB/DkX0GcpZk3DpEXYfyjMnccWk6ODSXyxQrOe7/8oB7v9xnYTnmxDlxH+Sou0XmihVOLUmVufzZAf/yq20+Oxyxa8Iwb9JcKtNcrrBzdczutQlhR5ycolROiMoQVURP46j8crln6Hgk4pQYCG7rX/ff+lKe2bWSEiqNJdtwEKi1SlDSsmcZeoBmC5pZOHyZyFXOa44pWV/y6wsRRc4CiRJ6TScyyM6RK+ZIVVaujFVEsJvt+yLNVJFJSqgs9C5BjRokE13lh0Yi6FmosrjcUHl0e487jHoDZlcTZo8lfOXtWb7y9hx3bk/4/t8d8uRRyKvPL6vae7rP/tN98sUCC4vz6Dmb3V6Xvd4gyxbzDNo7Izrbfcp6wPFZWGnAg0FWkn0Vi5NUHoUM2KMcITLwUF34vEGpKei2PE5BZzgYMhqMxKigXMIipNZDXTUwJyKESFMaTWg0U86fWODiyVUmrZjrH+5z9YN9PAR/D5EteZfiBJb86Tylkk2lmFKVQVqxjFMss/dkyL0rh/SOhtSWBKdnqPNDqVSgsxOwdWPIaBhTXiyQbzhM+hPG/XEmDNdlf5X4JRSeO05EOGugJQZGaigxljeKSPyIohAKcgkvCHVlrc5GQ+dYTZprNoXcsqo//6db/O8/uM3SsRL/7neOc3qpSPdRj8PHXX6x2eXnm51MhDKC5ZUmp19cY+3cIp9efsgnlx9y7mSJN19tsjDjoomjJ9KUeFjO3B9/2lJ1fDnH195scGGjQNM0mLVM/rd3t/nzd7fZFwz+sqvODHFnQtoTbK7EGMCZ105y4Z1zrMzkKQ+HlAZDhqAyER/stLi9dYCla5xenGGpnsMPjgiCFv8fU2/+JFd6pec9d817c8+srH1BVaGwNoAGuhvdTXLI5jbkDDnkiNKELIXGshXhkB36h6zQD5atsDSywpLs0ZjDZbgM2STBXrA39gJQ+5b7evfrON+tHqkZJzoC0URVZt78lnPe93lHlsnYMjnuphydJBydRAyGWc3VLeanLEq2RU4yxOOEYThhGHh0R9AZgR+gaCbSH8hZBZWNnRpjUn3E3HyRpeWaWgclDmU8HmMYIaaI8Y6hfQLBRATjOvm8xsZlg403DNxCA7cwreIZ9OGQGT3H9el1zrgz/PWH9/nhr++z3Qs49FH4xM/bQ3K+F1e/LvmJIkIT957Qy4pQm4J6A/7e2+v84J2z7O32+PDTbT59fEJiFkmtkorzkPyzft+jK8N5O6S0ZpKfNRi9iBg+j3AaBvkzpnINeyJ8ECKGZM52E+yqhjMtDlpbOc4Nw1bZtPJMJNGENPZYnCuxttpQEVz91336W0IyGrF1MsaXs0Q1I12ZoxhjLEclYXbmlLM5THxWFgr8yVdX+ebNJZb8iEU/5D88OOBffrrLDgYL5xY4u17n/cWQ9xcjBu0Og3aX6WKFpcYcYZTnf/3/XvEvf/iKckWnXDUI7ZShHpPkoFA1FeJU7mZSvR2f9iuPZJgoR6JrGQyjSJVVtHHKOQmAYTzylVi+WshTKwrJyVEuXRFTCpZ0MpkwOBkyPBmRysYtG5tMO8IQM5dQmDHJTcmzqDE2NVYqBc7XiohWfOj1GXoDmv2Yk36kRNmSKSEGE4n8KBQsIonKEEfxkfS+QgIRiXlQNAxurJa5sVamGiUK83k4Tngyink5CjgcT2h6XrY32uKSdqiWXCwRWsUTwtBTa6O4gr1YYxwblHMuy+UqdTvHYDBgOBzS6oe0ByHFUsrMNGqgcP1igxsXp3n25ITnT5v4WoxZNwlNg9ZQDMkpJ68Tjl8lWfO9rmMVNSjKXioiUelbaHgnMePDiJwu0T5QmdJxSjZuOQdDySCxlGOr58sQCK5czHP1UoF7t3rcv9XHzAfMbwhhyeZmtcqaW+S/PO3xX550KZQKLMxU2Fh2+OKbJjfOQdRtqup3bbrdPI5ZZb7WoJRz6LYO6bWO+MWmr2pf7jnycTo6F8ouF8t5/DhRtdMPeNbyVTTPRqXM2VKeaaPPtN7ndVfjcdug44lGKmtOjQJU3fz6DB98bxFDGvs/O+bwWY+5VYO5VZP5iq1KhPwyFFMRc9JUMQs82WvzZL/DQEwyxUxEb/Y1DLmLm+LoTpiXoYebo5YTqlOIY0ektkp44eQYDvblN9EoThnKQDQ7ZTI3ZTIVOzQSF60dEElzvDXmJMzQvgMbhiKGKBYplKuKkHO816F93FeRCG4hR68X0mr6FOwc19ZnOb9UxYuP8aIjJZCVRUoGghMxtJgJtZxBPWfy4ZMJHz6VAbCmskzPNEp8Y2WVb55Z5W8/fsbffvKc0lqVN75xnnzNZfPODi8e7HPv0OPuwYRGTcSdjuolvDNd5kqthBlbGJHJZ8+Puf1ojx4ehTMW+pTOySikOYq4NrfCm/Nn6B30efJgi05/SO2NaepvTHN/74QHe0LSCrM+g7jtpTc6yq4l0r/4oy/P82d/tIJjRjx6ss/DJwfK1SpEr6EQtA3UoPjy3BQr9Yq0LUlsjVt3Trh1t8m4FyIpHoW8SeN8lekLNdbmfdbmA5bdPIt6leQk4dHtfR59dszTEJ5INKHg/B2Laq3B7PQi9fIMr+5vqXIXYirndFbmZFBZ5I1SmWuFKa4VGxzt7nG8t08qLryzBXp6ys9+dszPf37MpfV1Lq+vK/HD5s4W42TMwtoUC2t1VtZKqj68tcsPf7ypzn7X3qpx/kqFW4+a3Hp0Qij3LcGXyz3rJMxiDMTQZcqwT878GSVQomuUVyBnKGFWTnr/uZwSHY/6EwL5fou20TFYXp5maWmaVrvH3t4J3mSi1izTNAjTMkFaAnMM1gCHgFKUsFrO8/feP6uqkqur+vXtV/zbH33M717s0K0Z9OomU/mIRj7m6pkzvHvhKlUrz+aTF7x49oqnRx5PjjzSkYM9zrOwZLHxJly4rrHo6iw6Gp8+HfPLuyNeCs2qm1EN19/Jqbq2XOPaSo1ZiYPyI2yJezsICQ9DwkAjCnRGhk/fHhHKHRtXRuEcaAH7WsDWccyrvYSOCOq1hEATEUigSoa/3ghqNSH6VZifF9pRV5rFTOdhuqCxoM2ylK6SjFw+3HzFh5uvWbmsceayRlnXcYa6mg3tTWLaccrlS2UuXSrjj2L6TZ9+x1eRJ71+xEngcBw4it8TMlb7WLGYmbD2xYC3JcQCn1JdSDimikvK6zrPbgc8ux1SWhbBVkre1VTcoGDj04lJODTYOpHXGpBv2FSXcpxdLHN5psLl6Qr2KFSVr3gUGx7+ZKxEMiJSri3WqS9NofVb6P02kWUTFqq0Q4s7T3qqlhYMVeUY8l1wE6H8ieDaZWm9qOq43WJn74iXR2Net+FwYPLli8v8wYUlDl61eHJ/jwfPh3y6BfuewerbZdbeLvP++pj31ycwgpNtg70TuN0NuNMLOHgRc7gpZ6bszHb5XJ7/6R8t8Kdfr3PnJ4fc+ckBD44jHvZT6ksO771T5M0reW79rq+qHSRq7bh00eb7X8/zxesixB2revxY4/ETnVd7KTsnQvIq8Gc/uMyf/f3LeFsHeFuHfHa3xe9utXm0M+bE1GhZ/zXSr38c0zuIKOZTllY1Ni4YvPtmnZvXauq9TuV8dhgyOojZPYj5ya7PT3YD/sk3l/jzby4RtTwefXTM/sGYqO6qenrU59nxgIVVl3du1lmf0yl0mrj9rjKPSC3N5FlbLClSlt+bMBFKpl9S1dj4CgtXvoVhjOnu/pjdFx/xq9/0+fVv+qy9+y5r773Hmxff4+b6+yw2FvH0Pp7Rp3WwT/twn49uf8rf/PrX+L7Pd775db72hbex4y3s+DXbtx+z+dtHPN9s8aoLr/oaaaVMWi7TGk44bo+YyHpj6IYaAM8uzTG3NMfBwQEHB/uqyW6LK0JugKf5q4I2lEuCHAhFQ2zKJlvOqYayNDWl5MI1HsgWKzhAW6lZRAWolIAi6RCcmHKPyq0ic159fsLPfIWSpyRfMpmPyKRKhhufu4FV7xlTDrJlwbroNOZcGnN5hZSdeAnddkj7xFeZXpL3octFXPzE6mIubpwMVZjlVkozRvB/kVLJysBbmtqieJVhl1JmSrNbITyzia1ygEjjVs4fuvweeYrVgmoieKHPJPCVs0jyCRRuTEW8ShausO6l4yN5kZkSQB1gJPc3Jz9XUxcAaVI5kidcyBy5khMseNbFFYfGrEWn7dNp+Yx7JmNpPoq6oyy4k/+aVRV2IeoYhD0tG2pOUpVbKiVu3CSx1HsvgzL5HCXvTdy2cs4yJFNM/dxswKKa2UKsjg0MObAGmlLFysFVOh9KzfR57qV6SdJGSjDSSOmcJOtCPrPPB1/nL9i8c9Nh7axNpWFTmbL5+Y8G/OxHfTonopZS4cHZEFx+A8GJKofrqfNRzYEyBOnCRo75DYfOgSw+HpNO1sxSGn9pRtvyurPmu7xOUQzLADhXM1V2nAyEletEDYCzS4Dq7woabUrHnhIVodj3RaUlGWTikkmy3BYbpmoJM/WYlWmDjTlHZZnKZiKbylazy/ZJh89eetx9KqHqcgDNcXKSw28lqmzlqhJknPzcrDkomDNBp2YuwqyZlH3f5COTAEZTKadlCKwcwP/NAPjvjLzyEmQAXDTUQFf+z6qfLGr2zwfA4vI5HaargXr2rVQNbLmgiuNKNnYZRKsmuiDdFKYxplQxaMxYzMznWFwvsbRWJNE9En1C5zimuZuy/yrm9WbA1mbwd+45XTJwFSdXnh/B66asX8uxflWe45AgFuW4DOIlU8ymNGOqEvepvDeCbB00U/pHCZ0Dj+6BpwZTcsAS1ZZyjMu7Js9eGrG6nGNtyeb8ZYdLb+ZVY+XeQ5+Hjzx2tjx2Xk8U2lM6zeoRDUIqdsJ///0af/79Gp08bKYxd15O+M1vBzx9OiGfM8g7ump4SclQ7DQ+ViGqyckAOK8qTeR58Rl3ZQCcMO4lygkhlylZV8StpT4YI3Pei6szX7AzN604ZCfRad6vfCczV5h8P5SjXfIFhKggWG61TopK30XXXHVQsRyfQjVmal6jVNc5OYCTA01hNqUZ4wqSIq8r52NVstdqJjN1ndm6ppA9TiWn8uAePzvh8bMmY89gMjGJJLsyNAhGGq0jj/ahCHvk9zkVgMj7KCIQOeiKM6aUoJdSldlQqqmgRNWAHg+jDIGjG1za0Hjzss7GaoWluTkMvcCvPt7n1x8fcLDtcyhZcb48ixJkYWTrZCoZSjl1iLYLkjEije+Y0RCF4FmbMlhv6HzlPZOvf9li+YyN5uYZxjb/9j+1+T//k1zgoszZIsrMU6en5NnKyicIs6ma4N3ls8wpMcTmkxNePm0S+BqhuGrUPiCLnqxTmUxJ3FdKMHS6j2VrWUZfkExLef9lQC9iqamCzfmZPPMVi0ibqEPmtdVzXFs7pwbAenJMHDfpJhFdwVZ5Nnt+jqNuyFFrQkvEVoJG7KVU8jplV6cxU1KoPtnHWh2PVlvQ3CNV8qBKHIPk7YkwyxbE6nRCcSZhME5UTq7f1og6OnHv82n26Zoor0OpWDMXsBAFlPNJTTJF8HM6dJLMadtWecCpG5E4ERu1CpfqdZYqFrVCTLEcQSMlbSQ8P+zx7KBPHApS1FX41mcvJ6qksWjJjE+cB4aGkzOoFi0lwMgZBrZhEEfSxBkrkZnkdI4HQmowCQMTX84EgeDBJTJA3JiyhQutwlBUDaEL5PIytIvQTXHZm8rxLDmrUkpUIhu7OD9ljVEit0A5BCdRoprh8h02pbsQGvRaEf2miE8yhKicneRCp6ImNBEByPA3I0mo3EoZ1sk6m7cwXEshgSN1yY7Q9YBaRefCWoG1pbwSNYSTlIOTgN2jgIEQWUThKArZVKIx5Pc30OTn6ikCt5+uwjfey/ON9wR/rrRDvNgNefTC5/HzgPZuSmv3lLCiayysGSpLbP2cw5mZKvV8gb/5RYef/bJNkAZKXGbKM6znMFKLQcen35b1XSgmphrWmY6QBxIlkpJmYiIDPPnzVMeKDexQxwlinDCmUrOp1HL0YlE3hnRE9ZtI/IWh3BCiyB5NEpVfKEjsK7M5ztVtJoHGWC6Tmq6QUoIKHQxDuoNAfS+OmmOVCybuM4XjGsc4icalOZdL8y5vfXNV1Z2HLf7dXzzl03vHCiGvML4iqAnTTKwhrnOZfclZzJUMavDlM5ehv0RehKfnS19TaF0phXI2dWmnqzOjY8P8Qo65BUc5Eov1HJHkpSe+yowSEYFQDQbNkMGJOFxihs1EiRD1VL5XaTYsrThETkBoy7quMyNOSdui+crj5KWniDfyjMjUSrdNhXhP5dASherMJvWV9+v84x/M0ZjJ8cPf9/jF7T6T7lgNVZTDKifCCI1QzvKCOFaoMZ2rGyk3r6S8eaXIG9dmFR7r//hP+/yb/7iPWcthVHNkS3OWRY9ksfUjvrtR4TsbVUVRoJbncJzy8YOOuqQejSKOhxHubEplWcSeCd0TIWbI69bVAEcclTLkE4V8ILhtQSqJMCc1SMUB6UTkJL5AYXw1fIlNkKmWiFRE/KnWYBHiyBqdfZ4zyzqzywZHOyHbT0OGHVmrBflvonsa+kSG4BITEZHmU4yGhlnXcSuC4jcI+iGBoIIl8zh3KuoQZ0KkMxkEKqewtmiydNmlUNGVw2p4KFhak+6+YJ4jEjNQ66aCfwhtpqKrM3xx2qI8beEPUo6fBvRPQvILGvkFWJqfYnG+gZuTVUMQphHNo5jmUURn16O9O1FnWWx5BrLzuRBCRIyBHlBfMZndsJQSXIY6kxEqJ7X/Wp4RyW/M1nO15J2eryUCRDnU5M4mCljJ0pN9LDIwZc+fiKhQp1LTaCymrJ4v8ebbZzh7bo4XDw5V9Xt9RqMRlaLFylyV5blqhs/2El53Bjxr92mK48zRiSRr0hJHsUFrM1AVD0XEkOFFw4JOVJTBrCBnDUxDctPE8Z2oJqWU2n9TEYVZFBvi6s8ETDLEksaPP5TvbkCqVHWnA2A5IyvpRKoylEWwK/uNKX+upYpq4o2FiCWxPJbCtWpONiDP7ilyC8qIIXIGlRxlufslsocMU1JxT8uzt1RhYaWm1qS9zT791ojaQkR9IeaPvjXPH//hPHvbPr/4cZPXzz2my3mmSwUlOJJy83kajSm13u43O5x0+6Si6rUtel25F07U+XV9Vmd12qQfOfRjh4OjMXt7fSaSxamLWMyiWsxTLeXxU48g9UgdXeWhStNyOA4ZjZW6Sa0ftmbgGCIa1uhPAoX9m19MmV+Es7PTbMzME3RSXj9r8/Jxi5NBojCU6vtTTtT6Ka5lW/aIRHDdCW7Fwak4Snw3bMkZLMEREkklVvd/ydLuHvocvhwpOkFFrZ82fXEatbwsYkhEqpLNVkxV1qyZCD3DynLahRATakzk/htr1GqWqoqWUtZSrqzUef/yArPlIq83h2xtDvlw65Bfbx1wbq3Gd7+wxmzJ5d6dIx4+OuE4ilQNOgGjVsj0bJWLby6xemGWu7d2uPP7Hb701gLf/+ZZztQsopMuYW+oEJo+Cbce9Lj1oK/uTpfO51lfdDhXdzhfc/np0y4/fdrhMAmISrEaJHmS7dyPSYciJIAvvLvON75+kZWSjn50THp0REuy5SJ4cjDi4c5AndmvvznNxloZV9xticez5pDnJ0O6sg8mBuNQU6LAbtenVjSoiUg40An7MjgXWoVkJ2ocdUKOOgGx+o7EilAmPQwRRQq62bITKuXsPRXRvj9J8MdCLvLUsNATzKUn0SAWxVJOuXYE71qugT+y8ccWU7bBckljreRwodBgxijy43ub/OjuS3Z6EccTkGOOJPGKKEmp2CUDUsSvvpzrEsypFEtIIrbE82h89+1lvvvOEi0RyDze48GzE1pDm/bQymJ1/OwuLSQxyXC2Zw3MikbvuUf/haeQ+YUVS2WeTkbSzIxJe6kqs6phT+sYgm6JTUWakPufIN2TREwPIfNzLmeUmNbhZHNE88WIdhjSkQgQOUq6GTXNkuQaHyXUiYVqpBaSVFFtvvzWNF94o85F3VT1nx8d8a/u7NFzHa6/s8aljTpz8QmzyQl55YazFVZ6KBj245CfPmnx06dtCgWNYkHOSCkTcfVLKkVFEKeGMmPIvW0kZ47DgNQXZ6uc3fXsXCL385yF0AHl/Ot7cheNcQxZC8SFIYIjW1ErpBcjxok4DIjCgHEgTqpIEjCoWzr1vNwvbSRzfbfvsdOfUC3nlDMwJznfoa8Q+ye9iJO+OI8N7LxJvqhTLmnkbBRNS8ofmhnVYyRRDwEFXeOt9SnePtvA7A+x+kMOxjHPfdjxYk48n3bgq0QeqUo5R63iqudFRXrFCf0Dn55gsGVoo86tOeqmIyDgU0f7BF9L8LSEhbk8q8sFNpYLrEwZql7t9Hi502Ms8VsFi0DX6A1Dev2Qo22hPSTkJfpl2lZxcZ7m48vIT92fNOKBTtTTsLQMl14oicklW9sSERGNdLxIw0vFmKErZ9WVS0Vuf9jl9oc9StWUC9dsLp1xuFousWg6/Mc7Lf7vOy10WeurLkuzJm+dN7i2rjOXj5jPx4zGGp2BAbFNyXJVtmjYF0NEyK93h/xqd8irXkBrIv0Jkw8uzPHV87O09wdKcPS8NeR+d0wvjVmoOyzUbOYtnzk7YKtj8PjEousLjSZG04QyI6IKePfLdb72xzMU7ZT9h216e0NKVRmmmBS1hII4KqV3EsUE0k9w86paTSGBDRReVi6HQh2MRob6Dqk9OQcuCQUxL8l9SOTicj+VO5jo2EK5t4vo3aY25VKr5Si7CZV8Sik2KUUmYS9i3A4Y9gLlHO/L72GnoknFzMuwV1S3BoNuoKIRhEiXldwNUHfU+UaOmaqFpQ2xkcg3mxAHU7NxDQPXyFzLkqD0cDfkwU7IQPZaPVL3+LfmGrw1N8Xr5lDlwdcXKpy/uqDOZ5/e2uLu7V2ejENVG2cq3Dg3xZpEz3kRc3JG1ssYRllR1D5+skszGWMvWeSmLRXZIxVNTOKxSacz4fikhxdHNFYrTK1VGIch4zDADySCzlPEyc5JSK8dMfKE7KXz7tvWyUokAAAgAElEQVRVvv4HUyxO2aQyrOsHHGx3ONzpsDOJ2VZxIA4LxTJz1SLTSzaNRZv7T9s8eNKh0/QJZU6QahRnXVVvnjd587zB+ZkK65UGdBPu//YVD27v8TjQeCTRJrZB7AhlTHJ7Syq719bFCRuxOKWxMqtTFMF9R5jpQgApYCd5ev0hvd6Q6bUKZ9+ZV1jsn/50k7/56UvmZ6eYn5kiiH3a/baKTyuW8lRqBc6vFzi3XsD3dXo9uWP4pNoIPx5yb3fIvZ0RkZASS5I9rUEnO/eFiQhjsshAFct3Gksp7T51VxZKmtzVjCziRgSIIrCJFXkvZWauyvR8TX0GQn6ajHyiiRhOIgw7j2G7iioTMFFn4JIO047FG7N1rszUOTs3xdn5KXqjCZuHLV41Ozw46XC/2cHIZYaTq2sLfHDlPHMFl53NbbZe7nP/wOO+EFxHJrpvs7Ticvkth8vXHZzxhNx4Qi8waQYOk4lGMkqwYhHFaKryukZB9fXkGZd5QUr7JKR1HGQmEjkTWzF6URzi8mboJLpGRyhWXkzPT+gL4StMFBY9TDK/tNS4nxl38nmLhRWH2TmbYj6ilI/RJqEqyyvg+HUi32LHa7Pjt7lwwebCRZu6ZeIKlXAk4pUJ7SDk6kaVq+cqyqw3kfzhA59XexNe7nsEjoXvmISSFa/76HaC42R3q6Mdk8NtydYOVFyVULZEZFO0THaeRew8jdCqWRXclKpASBI5Z+mMezpb7ZitVkShZlGfs1mcybFcy3GmlqMYaaqWGgYrczJYkh5ol17Px14qYi8W0UcDtNEQU8SwToUwyrG97bOz42HnPGxngibexoEQX3WCvIZeMXnnRoObNxqcHDV5+WJfCdP2xzrt0OSt1Ro3Vusc7w149bzDo1ce97YSdscacxccZi84fHA+4YMLKbqKakw4OEr4bJTycJjQPoppHUYMehrDocbKUp5/+IMZvvmVCi9+1WTzVy0eHAU86MXMnHH5yhervHejxO3ftvj0N22GOYug5rByxuS9SylvrKYU3JhCPuazBxEPH0ZsCcGzI/E9eb7/vQ2+9/1zxAfHxIfHPLvb5ZNbQx699tkl4UCoJTkDzTbpH0F3F6oluaemXHxD5/pGhTfPVbCGPklrzPAgpLUjCPKEXzcDVf/ka4v8+dcXGR9OuP3hIfv7Y5zFAu5Cnge7Ax7uDphaMLl6Pc/GgslC5DMtPcJUgjlj6iVT7QVGlOJ1QuVMH6QFBuQpLL5JZfVd3EIRM2ozaDf56OMDfv/xAXGhRFwsc35tlfcuX2Jtro6u9TC0HoNRQH/ss3s85OVejzDWWV9e4Mx8jUpul4q9w+G9TbZ//4Lnmz1edDSedw3GjstYhOojn/5gomKRZNSaDYAX55hdnOXg4JDDwwPlsZJMW1mopIEiI1lxjcrQTDZnaTrKoEwQuYJ5FgydNI2yBqc00AQJKQoXW+V3jPuCgjltqKpZ03/jDVXRgqpdk3E0My21ypITtbyosKXBKU16adDLYVOaufmyzsp6hZX1qlpI5YLaPJmwu9Nnd6uPNtFVZdMdQa4pc6lSF4rjV4adMoTLuanKFLCELS12cXEiDMTxLNmxcjGK0BW/Ovo7vKOKftJkAFygVC0pV+pwMmYwHmVOKfnyyelFSvBb4rJVkmX5PQSjJkrQrDKUJgTy4MQBtRmb+owMNoQZH6rXWmu4atjebnq0TgSpJoMOcRE45NwCpu3SPu7ROumrPJd0YmUNPNUMkzdNUDYyGJPfwyIbl8mhIyGSfGbV9LEwXWldyucckKrBf4Z1tlS2pqUGPZJ7J25wNTRRyNNTNria+mQHL0NyngXhrZwT2WcmjaVr14t89WtVVtcdhpOQoRfy0YdjPv5wrHK4pOGpK3S0IIrl8z51Ap86XNVFVJqsBZO5VZfZtbwaBh5ujtTBTV6rUqkJ5kyGmbY4sOSwryaoCs9mlaThJgM4afJnOINYBsCSj3vq7halr6iBnYI8x6bCDU26CRNBBYqzOJdQyUXUczHXL9h868slbl53cSoabgU+eTDkk4dDXmyH7ByltAaSs1UmpEJ7s0/75UDZxBSGNa8r9IcMA8SpMOyHmbNThu+ZWiJ72CQjO5HGaKwG7GowKi6FrL+Z5fqeDovlYmZKNpMtAw/57mTuXxkCi2VYmqxqcCXoKXnPs/6fQhqqLFj5FMUpp7CUklUcUZ1KmJpNWNmwuXA1z5mNPI6gaIsWJye+KnHVvHwYqOaqHJr8QC6IItpI0WKL1M+d5uTJAC/i4tsmF94yyFdirLyox8W/UxQPKYqco8vgcsTRTp/mTkh3N2VwnDW0pUSoIKVkB6drh7yvMgAuyVAsrys+/x9/Z5HZRZfHz/t89qzH/ft9Htzr4cnlXSY0CgMVU3U1/uc/m+d/+bN5hrWILcvjo2cDfvTjLnfuDDN8q+zJLSlBuyg9iXq+1HzehvqMy9SspDJF+GOPST9Ug2txoLhK2Wupz1eG3YJ9kQ9PCSfktRuGQsr6o0g1vrNuxSm5Xg3DDEw5WMn3UBz5oiVRAyz5rrokkTSeYyqzPoVaiFNIlZt71HUYdl1MMyaXC3HdlHLJolQ0MMwA0wyYn4blOY3p2RKV2WkiPcfHdw74+M4hvjijghzDdqIa00PJ5JP1XsQlkj2INIdk7CkDLBlwhsRaRLFhUhSHk7jJZfgpg/xBpIYljUaBxlSBjdWQc2c9FmZdasUZfD/Pz35zokqcSlJpJJl8gosxCBKPIJlQKpYoFcsYuZDUGqg/H49EZahxcV7n4oLBl27m+OCLjlIyJjmTXqDxb/6vAf/mPwzptWU4kqGNPycyyBlean2tztm1KSxbsOM+w4HHwfaQfcm6iOUQmOX/6ZaIiuQ1C8I9E0rIJqW+QcoK9HnOvCDVTWyhCcSS65JlQAl2Wwa3My6qbq4t8u76EuWcdJDbxAzwLAfPyhFVSqp2O2Oe7bR5sT1ga8fj8ChkppRjtuSo7HpBdE68mMPjEc2WAAUzzLtymzmZClWG2CLyqJ8xmDpj0htG9IchQVvcJyZJT3YIiQgQF6KoPLM1X0gIsmZm1qeskaZoGH8XAS9rS7aG5Cupqi9dW+Mb75wnj2D+N2m2TqjP56kvFHjV7/Oq3+NYnP0jnd7IwI9NvNjEnsTkJhF5x6AgWEhpdlk5leu+L9k2OwO1OclnJIh6adKLa+NzRLomm47k3BiC8RXltXxGSlXE+Sslzl8pqjiGwXCIHwZU63lqtbzKMi2VBZee0DqKaO7HHG7L4VYyURNyuZSJiHUkg05Q+JaFpZt0jkLaR4FykOVd+a4JtjIjVkSxR5RMlGhD0Q8SGU7JwMPEldy5ikV/6Kt8WxkOOYKaK0rMhU2xbGXulVFM0E0J24K/ywRNIixQkQuyq1dN5UAQx7PpRtTKCW8umVxfNpmbzjM/k+d4EvOq7fNk1+PJ/ZDH98NMMR4LKSBh+Y2YtQ2Hc0tzzJbr/PWPOvzoxx2G/oTUmKic2rKgt3J52icD2sdDtbfIpVWQx/J5C/44L66vgplB9jRx5RuEY4vYN1VOrJSs0eISkSz4UHDl0oCTobGpk6roh5C8blHUHQR4ZUtTUlxKk0gNwIXCLEuk7OMqjzWS4UKKKXudnKnE5SHZrQPZ+2DGtpnJ2fz9f3aDH/yPN7j/6Ih//a8/5XcfbSuXnpSSj6m1OHPyytopiElB73mexsQT5LdUtq/K7yjnJeGeigI8b0oGmaWEEoLmlu+L46AujpUqqmqzJvV5i8qMQ16yBIuOyk7c3xmy/8xj74nPuCPI+EzSlAj2y9AxGyn2TEJtvsD84hSu5bJ1u8PrO20lKDBEVGAKPlHY4jph5BGKTSbQSX2DD96t8I/+tMHissOtFx6fPJ+w9aTH1pO+cpyUp/MqA3TQ91Xuowz5jMBgfjZmZTHi/etVvvvBGeZmy/yrv3zNv/ovr0kKGkleJxYSTCINcQ16AfRC3q0b3KwbXL+6zNX3L2KXi9x7csDdp4d88qKnqjgXM3M2I1k0d1Kau6KAN9U5VFOYbck1TlQjQLZKFTMir7UswyUR/uhqMCtnPGkw+p6mmiQSWSPDVUG8u66ucmklOyqXF2FrzPFuzP7LBG8opBXJe7SIByHRQNymp6INVyeRgUhdnKmOytEddyaM2xMsQ6NQNNUe0O+EqiTPOQ4jFjYKXHinptCoz37f5fWdIVrggu8S6j6BOSFJIoXVE+2Wmdcw8zqVOZPaoq32xuPNQP2drgyA56FgWRTl2VLYuIy04BZrOKUaL+4c8vzOIeO+nPEFKaKfCl5lM5NpSUB5SaO2qinxI4athBadTY/upp+J2OTJF+2lPPfyzBctFQkgwqZEzuOyr8kUVX7nvoXWF86xCH0TyuWYqemYy1em+OPvXOcLf3CBl9sHbG4f8vFvDrn1yyPlyr50qcHZ9SqPHrV4/FkLr5gQTcu6ZeAWs6Hr57jV4VHC8Eiw+HJbyfCjoWsQCatWxKlmcorSl8GUxBRlZIIsEkMavllUjAxtFbbUtJRIIpLvrucT+Z5al5HBpy1CXBEDJ8rpovIwBS0pwzGDzAk4liZU9j8RG9hV1LlWsvhUBMQpJScVPJsQlgSG0w9JhqFqdOkOzK6UWFivEHoau8/GdJoTytMhpZmQP/3eIn/6vSX6zYjbH3bYejpk1PJVeYmOF+s4bp5qsaT2usOjDq3OgNJ0jnIjxzCM6U1iqnmdtVmLs7M53FxV1cOXTT59vMdJb4Iuz1HB5fxig/NLDQbDFoNhm14Q0Y01huKC8w3GgTTXx8SjMa4MEUoF9Uw1+4JqnXBmDVZWYT5fY9aeJh1C53DIyX6flwchrw4CdBnMzYBV1NVeKHd7EelK5euSpatTLAvKcYpcTpzVHokxwRtFqnpNn87BRIlFa/M2xbpJ5zCgexgQy3Be8J0lKBYlBzalQI58apO3NfLKgKgzGlsk2MwsFplZKNDabtLebvLOxbP84BtfZL5a54d/+Ql//Zef0Cr6tIseV9cafPvyKrnY5i//dptf3j6kNutSnXNptSYc7I2o1AtcvDLL2sY0939/xL3fH/MnH5znn/2D62xUDLzNLYZ7h5z4Hs3A49fi9HoywdMkv0xTzrN3V8q8e6bM5iBicxhzFIxoxz26gUd/rDMQt0obVd99f5V//M1zrORCxq9e03/1moMQ9gN4eJhwby+muFji/W/Mce1GnTnDYs60+MW9HX5xf5eJnlKU/DHXotmaqHIlxsuESTtVzTEjsVlaLTE157J9OGbnaIRWCslNhegq+kFDFMcF11ZlW0JlCdR3W4tdQkHN7Y84PhgrQZDU7EKe+eUSUzMu3iRhMok5ej3h6NWEtbrD+xfKXJ3Ls6xbVGKNn2weq9rrSY5lpkEQ94wjeHoRIYjrNhDBlaZy3cvLCe6UIOANEt/gD9+Z4Q/fnmE07PPi9SGPXzbZ3E15uZvFjck5X/DiQlvK12zSkqaE4p0XQ9qbQ3JTBsXl0wHwMFSGBk1oOH3QKxrmdCb8FJG9OEeVUEQX0VDWp5Km9NJyjmrJYu+Jx/7TCZELsZuqM44MB9NUJxfr2KHQsmTIHGEmQq2QZqHN1bMO19ZcbhZKvFMQN+cJ/9vdA+J6kW9/4yLXL9SZvH7G5PVz1i4ssXZxic3dER/dO+Kjx01eRREv40jF+binZ2OhYMgaKkNYO28wGUsWtEQoxQT9SPUPHFdoFvrpQEvyNC1FRJCzqohWZJ/IclFExGQSy35Uzal4JolzECGuXdBodfu0en1mLINzZZczZZfpkkvRthRa9u7rNlpBx5mylRtO1myJmDnpBhz3AoXZL9ZtFT3k2iGmHuEN5DwuOqQielxSw99oPKKgJ7yzMa/KF1zv4TH7k4hXkcF+mKrBe1fuokJSM6BasalXHQp5C8eWPpjOwdMhB08HKidaztAiLBWhou7DZBgwGYUY8tlXdc6fbXDl3CwXV6oU0x7FpM92a6yiRwaJhm/aeIlkbI8Z9icc7aUc7qaUai5Tc0UlCO2MRgy8sSKciMhIDy00Xzz4MoAXDGyi7rSmHRDJfVYcrkJwM6VPYqvh75WLRT7+ZYeP/7bL9LTFO++VuLZR4HzepaGZ/LvfHPMXvznGSxM1NG5UdS6taLyxYvLuuRI3N0p4UUx7HOBNIrRJij4xyI3L2OMKvz1p89vjNo8PJuwcSyPK5h999Tz/3VfPsXP7iO1PD7l31OHjQZ9D3ac6o1NvZA7BJVcGHBZPjmy6vqz9ImRMiASnOoD3vlDm639YY6aWMjnuE/QmyF1N1yySwZh0MFa5mRPJppTPpJzHrOTR+5Os5P4UZyJfGUh6oQgGdKy8TjAZ4Q0l7ihUgg+JiZFYDRHQi5igWtJo1Fxmp2rUy3lszcfWAuwwxQpTJSCWnNr+KMHTU0SbEVkJoSV9lCwOztClf2MpEfhRc8hhc4DuyL3LxpRel+lhWz4NK2VKiJJYTFKbguayqBeZEuRtHKmYxZ1OynY7pTkc0/cHJInHat1hrZ7LQu5LZWYbJVbnykx6AT//xSa//v0Or6yU15YIM+f55tvLrEj/8PkxxnYXw5lDd+e4+/qEW893OIpHaHMGxVmHi3PTXJyd5qOHx3z88JjWJCBUvV+T6Zk804KbruWZrxeE30YU9NTg9PXuiJ19j2bfotmzOHcxx5s3HK6tV7kwNcV6sczjT17x+JOX3GsF3OsLstzE1Vymyi5X3iryxo0iL7Z6bG71ONj3aB2KEUCEJllMxJffLvGVt4tcOzvNxaU5jFHM7Z8/4+7vXvGZr/PQ1xnZhhrKRRLtOEoxI50rb81w5a1prpYsrgku/nDAw7t7PH7W4WVf52VPz85Qic7l68t88M2LVKfy/ORH9/jJj+9n0R4FU4nA5S6nDC++oXLar2y4XJW6uMrVy+cY9sbcvfuEj+485Xkv5lkvIclrilYm319DIoFEsOEHTKS5ePrP3/XK08zFK+ch6W2L8NUwTEUClY1F+oWC069MFyk3ilg5U/333sCnfzxkcDJS+5dksk+SmIGgoY2UovRIDI3cCHJDjfcuN1SdWa4yM1tSYoq/+u0z/uo3zxmYqQILXNuY4ds3znCm4nC8c8T+9gkf73mqZH+Q/V5iGq/frHP1RpnhbpPRbpPGYoO5jQUqBYecH+J4AYVxRGEcsn/QY/+gjycTBkHOYrDVClQ12zGtdqyQ/rW6iVPSCBwRRkWMuynjntw9UmVEk5lBID3S08gNW3rj3YReM6MnyXrTmDVZWHBYWHBp7Y5o7Y7ptWEwMPHljjgVYTQirp8r8Oa5ItM5i0Kk449Cdtp9WqMJN1aFCFNTOa1RX+PZa5/fPxny0fMh7owQPzQSO8uKF8GnIYL7CI73TI53TdxChJOPWJq12VjKU5bz1Z5EbCXK6TwUAl4+YbaY4qQao7ZGv62x3UvY6qZKkDUlBIKaRr2Y0ihBzbAVlvjqfIUbSxXsIGL3dZuT3pBo2SZcstAmPpoIoHCoWGXs2GHSEiKYRnfYVDUYpypuoxdqHBshXhG+/7VFvvfVJU52Tnj2cIed5ph2YjIwTC7M25yft2mLyWDH5/lOyIPthN1+QmVRp7yk8603cnzrSg6jF3H4zOPwUMRWOs99IyPLjGJaTY2jQ4P6lMu3v1vjS18ocfT7Hscf9Xh47HO3E7KwnufbH0zxwXtVHnx4zIPfHONPFWC1xtSMxmp1yFLNZ6pqUa+Z3L8z4d7dMTuHMccSl1By+PZ3zvCt75xBbzXR201e3R9x/3cBjzYDnocR20mMVZJ12aB/aNDdMqlX4fwbCW9ch8sLJS4tFjGHHnFnSEew6a9gcy/lk2HAJ6OQP//KAv/kg0V6O2N++4t9dndHzJwtMr1R4tOXfW6/HFCcTjl32VBRbZccm/WcRSh5y0aoqIx5OyYZJ4xbqM/fsx1828Gor2I2Nqg0zjI7tY6hVbh39wX37m3y5PUuT1/vsrKY5wtvzXNuyaWc9ijTZWKUmJglEnsBLXdGglTwJn3ioMt8ZZ+5yh7tz3Y4+Hib55tjnnYMHrVNWrpBSzfxvIBACMWRzBcFLCsI6KUF5pYEAX3AnjiA00ihmxR6VHC0csiV4a8MQZOYSBre0iiz5JKsEYt7Q7BHckUWhaNpYquLt8m4H6iSg6808JUGU5p/n7NTT/NkswFwVqqBrgYb0oQWbGY2FMyGqNLDkIMNLCwXmV8uqo1ZN0ylhD7YH3C4N1DKuWSkqRyRcs1Sh1NBGUpzQFVOFuBsoC2uIHHGxpGhGjC+ZJGkoj2V4ZBsCjIQjbLBXJT9JjJuyxfyFErSOBO3ypjhZJJlBosp79SJoJRBiYzapbGZZgNgyZiSrBPVR1ddLTWME+Tx7LKjynJjYt1TTmUrJ2HpFt1OoNS7gsWTQYPKFk5diByG7RGD9ojIE+WNHKxPc3nFEWQK0lKG85oaZspmI0BVaaDHMpiRQ5IMpGWgIZ9tHKqNUC7R4la0DGnQZJ1+NWA9DbQX5ZJkxanunBqyfz4AzhCXn39kTlEnV9S5+laFP/jqFPOLOV686rP5ssfm04CXzwLVcFcgOmVXzd4W6fmpvt9p9rBSTQoKwzVoLDk0ll16xz7NrQleTwb1mZVPDvuKCpwTpHHWyFFDe8EKilpcsuXU8FojFnxcKyURB7D8NAOlBHYauros5RxRGWp43QSvl+IUE1VLjZTVGbh+ocCXbza4sFGgF/XpR30+vOXzm995HLYSRmFKpBvYpTK5UomDZwMOnveVEkllyJkmecEI5myFEA+TGM8L8aWRKXmDyoWhWnSnmG15Y5IsE1uaczK4VQ7pzOmsxhKnA2DJzVVZ1v/NADhzn51OfMUVrmcZs8rMqIZWn5ep3Bb1hsFUw2RmKWV2OWV2yWB2KUexYtLtCRY14fggVrW7GXDwMuB4Tw4mgokVbJfkgUuT3lTOXmkiGHqE60ZcfkdTNbtkMjUn7nSDg12DowNNOewmUUr7eExrf6gyngWP7fUzV4o0nGV90Cx5OCRLKWsyGYa4+sNTB5DO5QsVvvheg9l5h2ZvzFFnxIvNEZsvR0o17UkWcJg1Oct5jX/xZzP8i38wgzedsJcP+P2zIX/1wy4ffzxCvh5S0pTx2nI7EIWr4F61zI0nKuNpm2ojh67LENdXTt5JX5RnOkW5fFYc5YAddsTZqvhqpxz8DNctjWTlwBL122nWuEJFi1nZ0FUWaiwD4ED+LT9bHIMiTrFJwhwzywarl3TlAO5IzmQnIPAcfC+HYcRYZohtpyqrWXLD3HxIPh9wds3hwkZe5UoMJ3maPZ2nrzo8ednGDw38wGDQihieiEpWmgYibJHXbyhXsogKPhchSL5WYkXkSxb5shyNZZ1IlMp8dtalMe0oJ73UdM1npjFR+VkFyekd5/jlra4qyYQe98XmLa4QO1NMSoa6GVCwS+RzRZUTHtJXzmDPz5zIb64ZXFvVefd6jvfedpidt0lsm55v8L//RZd//Rc9lTGX0S2yZqG43ySLUpoFFy7UuXi+ThAkNCVn7XhCtzmh2/KyjEy1l50yEtWcNyMmqOa8YIpUmKdkjCfqIiqDIHHmyfoqy6U0jqV5Lupo106ZrUrzx2C9UmWtWmG2EFFxxpTdAMPJYzp5kkqBtFpkpzPiyU6LV7LPHYc0hSZgmWrPlXVZHE+eL67IIHPyKNFRlv0nlwXVyw8lD9CgccZWJa6QdtdXDuCko5MMJP9QYhLE/SFrpywO2esW/H82fEzV3qRy2Y1s6JtlwmdrVbUkLpGED95a49vvXyAJQ35/+wmvdo9YWKmwsFzl6W6Xp7s9UqtAsVLHyOU5avc4bHVBLiHjVLkqXdk/pJkf2eCbHO4POdofqPVcsJXyq0lGTOhLNq2IrjJXmzpvSM6uuBPtRGVaS01PuzQaLlEYMhyMiaOAmZkcMzMO03MGM7MGvp/QOok4OgjZeR1yuBeqfBPTFDS/pgaX8swoB4igrzrynZamqIWTE3qKkf03EjiRhERpqNylas+UIbmckwzJoJKLhImXhkyIVLNV7oMK+aTyJXW8IFGfaSIYKU8uZ7KeZlnonwvJcjWDXEPyUIUqEZOXPEgzYcZMuXa+zrXzNRIHWonPdsfjk08mfPKJR9wXF4LG9GLKytWE9fMO51dmmK5W+esfdfnhX3cYedKc95WIo+AWyNkuPVH/d8dKsCWOK6EKyNDaFbVpThrAKWEQEfiSI2kSejnCUJz4CeSF9hGga/J36jiiqhH3dSAklRScRJ3VcqmJE4nAREQIcj5KCJUTO8OvquOiUliLwCjF0Q0cXVeDYflrxsPsYinIwGKsqwvgP/3nb/FP//kNnr884d//+7vc+mibwSRiJEhKlYWYiQRFnSwEDbOgqQFOlmuoEY814pF89uKqyc5tytXop+RzFvmcrUSQ0uwWhJ2s2VJ5N8XNoxyTtYY40G1qswXKdQfPi/D9iJP9mKMdwTmHCvvlTTxGI1SZ4gyp6TSWS5zZmKFQyPPizjHPbx+dZghnmdOasNINTTWYBC2pKO0RXLuY52tfLLJ2psgocukMTT6+dchHtw6xSgaVecmIReH5h70Q1zaVk1uymIv5mOsbBf743WnWlwr84nGXXz7pstfx2Wv7xLqJXXAxdJNExJP9kLkkYj6JuHl1ka9+5SIz8xVe7jd5ttPkVw/b/OpBi/xMxJxkCgUpzW2yAXDBVrmemuyN4zA7v8gsU5rnioqikyun2OUUy82cmiIMjCOLJLJU09YbBeh6JtYolXUaDYdKzVIo38nYp3OU0D6Q59NQTicZEsZDcZxK9rlEX8gh0CCQv79iMHvGYW4lR+9oTO9oonLkRMwjO7a8V8NettcVihbTizmVtytv/fNbQ17fHas8eMnqlX0xtAIlpkWa8qGgrjWFZi7N6lQXsjOTZHl7k5TYCYiF5mGZFGT/ELBpA5wAACAASURBVLWfNEVsm+nlBjNL0+y9bLO72aF37Cl3oq+c4PIgZwNgLQ7Iz0FxCZwpyVBz0K0c7c0x7ReTTKwq66WQX9wMW59TmfA5YkHLiwBQ7j2B5OyikIu6imTIxGuOE6vn4+L5Mt/7zgW++pVVBlHCIEz4xd9s88P/95X6Hpy7UOfMapW7D464e/8IU9waZ0V4YFIumvJ243d8vI6HPzTwB+L2E+pURjgYJxqi0RTUdxhF6n5haTJ+ys4dmXhYqYlVY03udpoMaE73xuwOoZH4sbqrygBYhj/kZI+Rs4hG0I8V1lX2MkvuDoYMjMWRn4lD5R8hZ7g1Uznf5GfIz1IuD6VYtSF2SMcJySAgHQbKTSg1v1Zk+VyZ0IOtxxOahx6FRkh+KuJPvjvPn3xnnmCQ8PzegO3nI7afD1WpsFvHoVx0aJRdDC2l3e7TG4xwiwb5osE4SemHCbWyxdq8w9q8i2O45AyXR6/b3Hl2TGcU4bgFapUiF5ZqXFyq0h90GfR77HXGvG75tAR5qzskhkPiDUkmAyz5vklnW9cZpwGREbK4qLO4qFEIXJxRnlwkYPZMcPzgRZf7L3rEeXFoygBYU1E6cucYtVJ1hjfcBNONVaOzMVdX2HDZuCUna9AJlcOq386QfCKuq8szUjXptVJ6EmtkosgSTjFVAoRyOcFJTHIiHNM0bF3WFIPRSATNNjMLLrMLLqOjLuPjLm9trPEnX77JXLXGz395n5//4j4tJ6TthKzM1HhraZ5kYvDj3+7wuwfHLJ0psHimoPoLR4fyvudYWqszu1hh51mH3Wcd/uTmWf6HP7zCSl6j/fI1hzsHPO95PO9PeNZMVXb6WBDwZkKloHFjxeXGch4tX1B1OOixeXTA8WhCYBbxtQJ+T5zAEd+4NMOfvj3PtO7R2trmcGuHTU/nxURju5+y00tYXK3yh99Y5r1r09QDjXqg86NHO/z1ZzsMtVgN64Q00u1FdPsRFpHKbB+dpLS3U+w0x8aFquqpvD4Y8np/iF6OsKeFkpIQiRvWh1Ixp2JkZKij6bI+y/3JwhdHYTNQBLbyKd1jetahMZ0jXzA52vU53PNp78tg3+fsdI73LpZ4c6HAhuMwoxv8bLvJz7dP2O5FHEmcly8UewMz1ok0U92jBREsriFX4juWIV+RIXY2yH7v6hTvX2sQBmMOjtps73fZ3E9UqTNrmuA6InzNKVdmbsrCKOo0Xw1pvRpiiOO0kZGzRMQl60TclTz2GKNmYM0aOI5NIXRwQsFmy/0hpjfy6I88lpaKnD9XY7rm8vR+k2f3m4qgH+c0IkNHbqXSBzMlB1jE58o4IZ+FgSVDcNdgsW6w2jD50nyFL82X+d3BkL961cGpF/nW++tcO1Oh+/I1vVevsKtT5KpTPNkdcPvpCfe223TdlK6YGySeQDnMRHSY3SUltk0a8ELLkVLnGbkziVhKQFxyZgsjwjBWYmS5U8g9T/wPai0OY5X5q2U5AArTLPEpcsfTCxI7pam4hfFwxPlGhS+uLXCuVsKV92kS8LefHfG3jw4JBJonwmC5gzo2tmlw2JqokjzvfDlHsQAlN1BNVOlpye9KWCKNigQDH78/wE1j3ru4wHsXFhjunzDaP+Z1z+PxOGUvTJjoMb702xQ+3CDvGhRdQ/08RTeLNE42J5y8HKsIuMJ0RgyJxRQg+y9CmkE5fxdn86zMlFmql5irWmhaG01v0eyEnHRCtWaa+SKhCGWGfZq9ATvbMbvbsXJSy6Bcepcj31O0wJxk0IvnJDCJPXkCDCUuF8ezW4jJF4R6Jr2DGD/WCDUDt5Lj7etV3rpR47c/bfK7n7aYn8vxpT+ocfVcnmVLUzjY/+dWj/98q8eYEN2NqZVTzs3pnF80ubFR5MZGSfVnpQsY9AO8gwF+MyT1S6RemU/7fT7p9TkawHhskjcKfPXyDF+7PMuD28c8vH3Ek5MBT70JfTtgagmm5jRmbJPpnMl2y+DJkU7fF1KK0ONSoq5G1IM/+FKVb317iulCQnezw+BwSKKZSogvKNxhb8JYT/BzGknRpFQvUq6VCE9GCs9MmNGO5M2MYhmkZSJsuXQGvpyZBaOUkJPnys7oilL5fEyxEOOYFnaaJ2/kqBYSRaVKvIh0IkJzsbJbxInBJPaZJAGxmEmsFCNnYTk5dNNSrjqJ/xERlpRTyFGqFdQd2/MHROGYas5QqOcgMZlEBsXUZVErUUtsxhMZsvmMtBxDLUdfEOrDPlE8YWG2wPysuJ4dNNehXjCZLeoMWz4f/q7Jx/e6NCsGrYrJ2xem+MrlGabThMFnBwyetWhTo02dzVafp8dthmaIs2BSnXFYr1VYr1a4/eSEO09OGEQpeiGHnhO6ifTtNVZni6zOFKnmU/KWUPYCjttCVwp4thXyfCvk7MU8128Wub5e4fJUhY1CgRf3d9i8t8OtPZ/fHCYcDYUaKZnoLje/WOGdL1bYPmyzfdTm6GjCyZHs8zGB0CIm8JUv1PjgCzWurJY4N1vEEpfzRzs8vnvAnZ7O7Z5GKiSRsquIIaPOhHgScvNLS6qWo5S5fkhvu8e9R8c82urx2tPYkn44QjcyuXZjha9985IyVP30J/f4m5/eFz2kEsfLvyXqR45x0Tg7m6/PO6q+eH2Zr9xcQ48jnj/d47NHu9w/nPDgYMJE+n4SmaiZmKGlKDKZ6SbNhAhCT1DUNGniSZ8ki+STM630ZeXuYspzKkdYudfGCZZrKiKpU7DIFyxiuZ82R0xaE9WPzrmmhJ8wkr6ugAdlRiNkxWFEPIi5crHKlQs1zi5VlHhAvh637+7w6d1d9oyYPSPhrYuz/OC9NdaLObY+2+PVk0PuNhPuNKVnnfWh1zeKvPtug5tv1xltdRm97jC3UGVlfZqS3JF6E6KOROkE9I8DdpsjdltDPMkaEbJdzkCS73qRxuGRr0oEmyXXxM0LOjtGcyVaUITa0iMT41IWQxOEmYA6b1hKVD1oR3RPMvJlsQ7VaYOVMyVWVorqbBKOhYoUsLfnMfYiqosmtSWTiwsulxZcynJ/ku+tF9IaDFXs4IX5kqqwmzI4jHm8FfDRK49Ptj1qC1BbkI1RIlyyeCfpVcSRRvMwpXl02m1PE5bmbS6u56mXLOWEVfdLP6NPSPzIXFlTP18P8hA6TBJNlUaAqXnkHFnvRYQlMTWaqjdXqrx/foqpXIrX6zHxR/QrKQMpcZJ2Yuq5Aiu1qhoEH0iP6nVEkPz/TL3nkx3nmeV50mdeb+reW97BEyBIggQpgk6GMt09Ez092zPRExuzu6EPuzF/VM982NienrXSttRSqylSlOgJiiQIgARQKJSvW3W9T58b58mieqV4gxEKCoW65s33fc45vzOUNZvFmIxVBuHRyQXwKwl+9HwDP77RQPuwj8ffnKLN56hlIMzoWK4kWK4ArW6Eg2aIrcMYXx/EaI4SlBaA8gLwg8sZvHk5A6UfovmAZKEAX/VU3O1pQlHTbBXtToK9/Ri5goU3f1LFd14qoP3pAO3bfdxtevii42PpfBY//n4N379VxoP3T/Dg/SbCeg7K+QpKcwkWMyM0sq7cZ7i+vufh6/seDpoxjln1mTHx2g/m8eoPGnCmQ2SmAxzem+L+xx7ub/m4Nw6x5UawiprQXofHOnq7OupVDdeeBZ57QcXFioMLrGuZeAh6Exzv+fjmmwgPDmI8RIJHSoK/ubWA/3BrHs3tMX77m0Ps7o2wciGD1QtZ3N2f4N7+FNkqsH5Rx/lFA5dtHZu2hsAKEZqc7QI5U8G0H+P0MEb7OIZdteDQ4JMtI8lUUaicw8Liddj2Mra22nj8qJP2zzdbQmt76nIFy3UbhWiGQjTFlEQXajZWFZazhPFUxcNHOzg43MPKQg/LC31MH7fRv9PGzp6Phz0d3/R09HTIYgVRMotSjZKAF8u2sbi6jKW1ZewdHGD/4EB6PegWZbqXycRUAA5lUfyVRK44s9OEIodfHITS9W7Twc9BlIinRKMRC001NE1NCXr226K8s0s1kZKyZKKXYhdTqxcTFqmrmwNVjQdSncNXCkwRSlUdpSpRNYY88F1iBHqu4LCCkYJgBCyu5rF+oYhSg26AUA5ETESFvEj3PHS7LkbDGJMRN+y0a5JLUH5MozDRdjbMZ2KMiYRvyxAo2tk2e1JiwT/PWITA3pq04phkVqgRMdLp8Dw+E0mVhO5DXiAoKKcdV1YuxVQubThY2nSgWiHccAo34HBQx8zVMJ6E0ndMoZOzi9hVERCJM6RdLkTCPqyQfWjpgDoVyxW5gDGRMyF+dRAiCdK+Xo7q2c0Qc8PmwCThYDaWIQN3YXYmUhSXIT+FLjuBZqfdzUwg03VP3ZqLYiSHKpIupo4qNDqxBKDMdENDx5XnSrhxaw75soEPPzzBRx+eYDiM5fWXruGQrxUHUqlgxCGW4Lvp+KKwTof/WSKyuGCiOG9KWmZwFCCcRtAF/ZIIBTDgW0k0IXHIcrhhGphImQRKhtmtNHVOATiQDmC+i+kbZ1QVmBWm9tJBEIM0bj+BPwQq1UQ6h559SsXNp3U8tVnBxuIyCrkctlsH2G4f4A/vRrImXgynFCNTVFGZd1BecLD3aIa9LXbmxPDoLg4ofGWRzWRgFAC9AEyI2hhNBEVO8Tl2FWgK35cUD02UaQqzSmMx0g1LUVSsCHGKZspqoAAsaJEwvbwLkpyiHbP/MkBPhXu+t0zMcFPgA46fDQodmayK6y8Ucf2FApY2VMyvpshqChK9XoD7X81w/+4Ug1MV/Vbq0iI6y5+dDdMFJ01kD5OWdGnzQsk0aIxcNsa1FxJcvZng/JUCzl0qYzhQ8davR/jg3Ql8imdM/8xCebhL9zC7yEIFQajJYledwp5oKv4UFxIejjxYGV8cosTBFpkWJ+a4qMLMxzJ8GrLzYRKh307QP43hTjnAi5DPKvhPf1nEf/o3RQTzKpqlBJ9sufiHXw7w6e3pt7oA3J4Cr0f+NvfGFAUsFwUNyFU05MrEovL7xEsFO/l0GU7nilnkixkRtU8ORoLXSfnc3/bXpbjZhIIGt0BBP0ucNPW+cE8i0jwi2lCTVCZ/Bhe/p1znr+Vw840inJyCLz/u4usv+oSGS1c3k3rslSQ+kQMC21LQmAfq88Czz1Zw8/ka3JmGjz+e4N79qfQODehm9AK4RHsNInj9WPbVFK9J5y6Tc/xQ8ntKwQ1QeLDLRNCJ1eXB9yzNtbKcxZs/XsZLt+poddo47XSgxq50WltMN1lZjGc6PvjjBB/+cSyd2+4oFOQq9yoiDDlQNHKsJbRlUeTw4gkCQdqnGMmbl1XcvKzg2Ssmrj9lolqzaU/HwLPwn/+uJYvEAVXMKykWWICjGt3tES5dLODSpQLGgwT7uwGODjx4rgvf9VK8s+wyPKimmXv+l98hJkiJj+b7EYeuCPzSbTlNQZECW9cMcaLwJ2qJJwOOXE1HnsOHmSZrg061RoILdFY7Nsq2A9eyxDl2MJhgq9nBSW8Gj2huV0VrGsuaeTF8Pov5vCTCnc8v1iiokQhn/E5J3ksn3YAmGvY2Wmidumi1Zph1Y8TDtOeSwpqIvGmoTEQSw7RSsSXhPsP4O52RIUz2/9qavD9M4nPXrzoB5mwft64t4fvPbWDqB3jnix08PO5gdb2M1fUKPv+siz/e7uH85jpevXUVmxt1vP/pF/jg9ueYuAamnpk+U1idQNPRyEA41uHOKJD5MDIJrDz/jkTXph0zPIcwOfZtQjahmGfSgKOhtq6ivqFi3IIsph9CooOSCPMNFQt1BQtLtmB7KfKO3QTdQYCDpovjlgePDtJIg2MZyDlp0rPHXrKWf2aCYyKen1N+eVX5M/j8Sm1RFMfTpEj6v/DfTaS7jw5XraRCLatnNQypyBt2IwQ97ugppJRnloDPWaawvbOEHAUs9rcRU1vWxFlrE79JbF3bg9fx8f2b8/jBiwsoL6hI8j66wQzvfzLG+5+OMToMMDwMUVtScP5ZDeeuONhcL6FazuJX/9STFPDM94UywLkLjWscwMz8SFB/TL0WLB05w0BGZ1JfxSTxZMXsdBtFiD1LTGrEofm5GH4ugpPzkMl6yDsKCrYJxVfRa4YYdCMR3djhG4wTeL2UNpOpK3CqkCEZg4AcntkZOU3C4yCV5BlewhUdIy/B2Gffn4JxP+3+NCYx9GmEn/70Gn7606uSovvVr77G7c+OcXwaodWJhFRCVyQTLrFuCDYRFnHbUUrT5X47VaBM+IaoSCxNhtHBLL3oE8dIlL8YP9xADFyGzrSUldYTyB4WwNB8ZDOxdHjVqiYaCxk05h34iYlxYKA/9nB02sJxs4POEdA5lKc8NENFfaWAi880UKw7eHj3GA/uNgGXDogzLDvPcjQkkQgiJkAqwAHm6xo2VnVcWCvh6fU1LJVr+MVbW/jFP28hzsbINjRESXpZ4WWcF+xSjWiz9LO4UVbx8nkDl5YNQQnNMg7e/7iLDz7pITIMEaY5VA+mfGZHcJtTeCcTPLdZwZ/dWsXGSh5dd4bmcIJ3vmzjnS86sKsh5lYgFRudA6B7SAHYgpGxoDBtREcADYmGAn6PI01HTIxenthXnlvOqAs8TWsODC2TJpiHnpwLLIpMJVUQ3JWKiaN9khxc+R29gTBhhHzDbvpkFiKZ0rWrpYYEUxX0n5rjucfA/KqJ1v4M7b0pfBEE06oSpqOIdV/aLGF5swQny/3Sw7gf4PBehOYjGkhToSDmOcg4S4wytU5PQ5q/RWaOODwKGhZsuyDPiHavL4sYx1LRkTPuuE0TkoKVi2UsXyiLSckLEpw+GePgfh+DJn93ppOZzAugxD4Mfm8agD1nwilnYGZtdB6P0Xk8EVOJmPIMBWaBz1cmaiwYji0IwMB10wG8a8q9wQh96BHBtumepvLOEEVYXzTwk+9W8N1X5lBeWEZ5YQVvv/sEP/v5XQxGLlZWS6gv5HF/q4V7Wy3klzXULloos+rDJklBAdwYikcih4UoZJcp9xgPMzdAdxihN4yEkMOEOk3Hiq9AS1SpGjJN/s6p9s17IJHHEY1Wsmel51s+CpTQgEKznJLA1z0kRgjrrKt1Jl3BfNakz3OpcKDwwWfK2ZDZzOnIlLnnqggiDsrCNM0hB3MLakh+bIJk7HHaDzCtaihYvpDF+pW8PJ+3v5rg9NCFXYlkvfmDOfzwBzUoQYLDbRcH2zPc+3yMe59PYJWysEtZ1CsWVuYMZC2ajV3MXBcRBRk/wjRKZBG1ur6cxfpSRnoz2Tm/c8zO8Qn8iDjQMuqVItYbjiziBceTGR7tD/H5oz6Oez6sfA52Lg81GUKLhwhn7EXXkLBDbU5FpqpirszUgobwJMZsP0TFyGF9qYrGXAkffHGAD748wIRUhQyEtsS6JuJl3S47rvW01y305dxTWbORrxiwDR22rsmQr98OMBz6gjtTEKFa0lDMaRhPLVnEqwUIYWdD5EsUgNP9WZ77TIJ7xMaqmIwogGmo1VVZBUQoIMb11Xm8fGUT9VIeD/ZP8XD/FFsDF4+J2TMd1IpluRPQrPBou4OlVQeLaw7cSYBh14VKQ0Ylh2zZEdRzMBjhx+eX8NdXN1DVEpmjPDo6xccnvqzAsBCYFonaiN0ItprgfEPBuYaKi2sLuLS+iEMm6u4+xmF/Bqu+ALNShe/xDDnDc3UbtxYzsIMpDk9OsX18ijsTDV+OdWmjJm3n2c0K/vrWJl4/X4fecqG3Xfz68AS/PjhBi9hzDi9ZceUbcH0DSuLK2XvSjjE4SGArFi5fKUnqh+Lvk8MxQJpIhVsdMZ8B4glfb1OWnC01Vk8lQo+ZcghL1LQHLC2WsLRYRJ74bxHwfGzdm+Dx/XGKPfYUrNYMXF0zcH0xixuVMjZzObx7eIJ3D5vY6fk47MeCjYyIwZ1RAE5kaTlF7sj5qoa5eQMZR8XgMED/MMCl82VcvlCWZ8Z4NEFnMMNBL5GkXRLT1J7ex+ArcNg/uZZBoWGhxd64vYn0Cssgk5Qxmt6hYdJ2Me140Od0WMsm5msFXCjV0bBymA0mmA4m2D3pY+ekh3ObDdx8dgMrCyXc/uShrGnM7YBnN36HhGfwJ4MojUScuRi81+iamBfIjiqbCl6/UpC15yW4OwxRKmbwGtNx1QzGTQpnXTw8CPHgMMRWa4b9wQyHvKMUYlm6QjINiQQpJYX3SctK61T4bKJhMU4s0PXD+yur0BQtQOSli+YXzo7SPfDMhC+uO96jLZh5G7YRw1ID6FoI3wB8GubCCEYY4daldfzld67jcr2M6XEb7f0W/t/PD2S52Rj6HOuJTCzUcoJlPjwZyuJzz7As5LMqqoUQxSzPsuld05048KYOxh1+boew+XOuLeKVa4sYHXdl3T+d4NOWi32eWfOARkpA3kYuz4qktJqD5zOeGV1iy08iTE5C6YUtL0pfC8anaZehXrKk5uLF1RpurtVQ4kyPyEh/Aq/Yg1/oYdZLxIBQyBTRmKshMXVsj7rY7vew/djH48fk4LAOJhUqeWahoYL380yOWGQFE8KMYhWOqSLvaKhUdFmD7kz2mwEregKSOWy88moDr74yj3f/sSlrad7Gd9+o4dp5C5VkAtOd4Z0vI7z9RYQZY8xZF8V8jM2ahs26hrVFQ57V84UKGrkq0AnQu3+M3k4fg5CJMQNfzTzcdX0YdgG1fBXz2SLqCNFQIvzhmx7eo/mPmOQwgpZLsLShYH5VQU7VkdN07LZjPGxGcgZ3Mglsi+QiBUFPwfden8O//ld1FOIIO++doPn1AJGlikmiNQ7RHoeYGAkCVtIVDSzUylislXHKPvbtnsxiaTQwHA0Zw4Cl6vKsn/L8JmfdEPmcgZWVAhbnc+l4RfIyHqJ4hnE/RGcfkqw+t2LImg1JavNQshzU8wUUbAujWR/DaV8IPDx7qo4DI5dHoutwwwAuMcneFL43RTGfRaVUEFpirzvCaDCBneFcWpd5rOspsEMLtSSLjK9j3B1LWMdqlGDXyyKyeuMx1CRAnR3iG1W40ylmsykszJDXZpj0A3x1V8WDbRXhvIOQid4FC88uWMh4Ho7un2L/YRdfDQ3cGeroRRFGcQSzSNOojTIrRhIVeag4abk4PXXFUKNlHXkudAZTdAdTLM85WKplsDJnymJ9B896Uw/44HYbH3zWxuWnS3j59QaurmawbALziNHa66O128fvnwR46wnTzaqcs3hu/c6rZbz8WhlH/RMc9Zvo9GZS1zjos84N6DaBW69WceuVOVycV7BK48dshuPtEfafTPDhEfDhIZAv5rFQKyEOY3Q7Q0zGE9y4uYgbLywiOZ5g8rCPE6LLSQIdBZhYuqBltVCFHml46uoibr2+iULZxm/fuY+337kv8zvWTTEsRCJMTPOsnwokFdtG2bHx0pUcXruew0LJQsQe23GM9+628N69Fjp+iDGt8hRhNUNqQiwrNYEP2lMM2xO5i3F+wnsz5yr8UMrsSEQCzvZo5CbunnNDDb4fwQ8i2OwOL2gp1WpMogx5brx3qAj0RJLpMQfdNGTy3MP5sJJgbjmL6koW9ZyBhq4gx1BUz0PUc/G1FuBrzcdL1xbxH1+9hA3LxFe/e4S7H+3hm5mJB1MTQ9WHq7u4cDGDN75Tw2vPzyE+9BAdeCjzuVk0wf6i0cFQXu+vjkLcOQrQTxL0KR3w3FCOpd6G5BGekw4Pxjg8mEjtGofzRKFXyioKBRVTP5YVUX1QaexgLUgoRu+sZiGrkz4YSrVnBFaFJCgQwb9awOpKHvN1B/N1G52jCR591cGgN0N9KYPGsoOlnCaLsykx0nAeG7hQEx8LZUtWe8/FwaMpvt73ca+b4OthgsaiigYFYIM/MZSglm3aMmPudFy02zMMR4rMGFaWTDx91UadlJqTGP2TCKcjTxZpNAtFDfVCFvVCXfbTWomvoY5Rp4Vu81iqP7WcidDQ8cX9Gb647+Kp83m8/GwZ5xc01O0ZHGOG09DDaehiZy/Bzn6ChXIez5yfQ86w8MlHA3z6UV8E1PJcAoXG+14MX43gLsfAkoIbCwXcWCygdzLD/t5YSHZG0RAyVCUboJzzcdyNsXOaYLuZYOs4QXsC1JdIc1Hw2kZWFroBjh9Nsbvr44MnwPs7JBw5aKw56AxCbD2ZIZPT8eaPG/jOixWcftJF65MO7h55+LLlY/FCDj/8YQ3fe62KnQ+assKaA+VcEcUasJyZoJ7xJDDEdPvOkwS7TxLsNxPst2nI0XHj1SJuvFpCOXZRSTycPpzi0e0J7j908Xk7wtfDGHaF/cdpAri7o2OxbuDGTR0vvWTiXN7AuRzJXz7cvovtbReffuni3l6I04KJVsHEX9+s4d/drGHnwRA//+UBtp8Mce6CifMXTOy2fey2PeSqBpY3bakC3dADLOsBIqG+AKUsDTw2eqfAwwcetrd9rGyasoTSBgZSFlCbvwonu4HTExOnpxZ83YCnG8iVc6g2isjnbDgkzPnAyN/D2N+VyhE10XF0NMC7793HH+9sYe18iLVzIXA8g7c1w9Ex8LivY2uoY8rah0wosyJ1qkMJVTEmJ7ZjY3l9FSvrq9jZ25PlRb50cfAgTAGYiwlgossEyyvJw29TuUiHkS4TsbogC/nv87JDkdAlTmOcOrM5qJXWpIgPayp96X++7cOQ1O2ZAEyKtkh5KW1SBGBuovwzIg7Y5QKIdNEt47CniMmLAN40hMnUpaJjabWAlfMl5CsaEtOT9Jjw5ZMYpy0OvpmSCzHsh9JbwwFnupGzs5FDjpTpT3wp078JU5lSFpmIQ5J9h9zEZRggydkzDJmImLw7UdRMk1EcZsdqisNVYlMuI0noSzKPF5pCRZOkwfyKhVgNMaIzbBJiONQxGhHPE4ogzLm7ETK5wzRiIotndXZLUJ/2GEBjgsVJ0SgOD0sZHjx8jAVXl2K3ZfQkxZB0Q3LwIR5VeSByyEQBmC679BchH4zmwgAAIABJREFUNjuGlk250PwzuJhK4JIEXfo2p0OhhAIH+9xUbD6VkTV/LoP6elZclR98cIIP3z/99hMgw6XYo4uc7qs03ZS69yh4/UtoXDo11QT5hol8wxCk2Pg0RDSNBZuYCsBsSuONJ5FeNKZEmOpg2kLSRewPIrqWiZUh4IsAzE4vJtsjufQaZaRIFwMiTnNgSOzT+oqKjRUVL90wcetFC2uLJdhGA65r4bMH+/jsm318fhv4/DOK4jHKxDbWFaysO1het3HainHajtGkY+eRh2lXRcbOwXEycCoccrPjcCY4caLQQvbSzSjwBlCZxkiInOJvyf/whaEArEk3XirMsF9BhZbhpYPu7PTCIzhyCvZ8T84EYBoSUmx3+mkQxLHJNBeQKwLVmobnb1VlFaRHM8SIqI8DHztPPNz9YoqvvpxKYmXS1yT1wqmopBvZsyTk8zQlyL5MJtD5X8tIUMgB128qeOamgotXyzh/pYrWaYK//187+OXPen/qc5M/T4R9dmam2XufSX0WIDPuJz1wtLawm1KHlSNGyofrqvA8CsMxtDBGxk5QbgDFOSb40oPesAUMjhPMmHxgf0wG+F/+Iof/+S+ySFZ1dOsKPt328LNfDPHRxyykl30bbk+F19P+lADm4FFS5xrgnGHALZuYQnaa8W0iSsuE5diwMg46x1M094ZCRkgTwGfnQIpEIU0haepSY8+gQRE9FYBTAYbDfQrhFHwVKDSQRBTh2O2q4vxTBTz38pwkAz94+wSff9Q5i78TWUwaAP8MCsAxHEfB5jkLG+csbG6UsbleQeskxLvvdHHnqyESunAtFV7gwgs8BHydJkA8pZCRXsoF5UpcME0gIsrz4sZBDQcbmqR0sqqGnKZJ+uz7by7g+RfLePS4iYePmzDYcy6I6LQTZTBO8MkdF5/ecaX/zWWahnE+7qdqimS1ChqUKfl1pDaE0mPHYxq//bat4dXnVLz6rIqnzhm4uKmjXHKQmBUM3Sz+9u+O8Lf/2yHGI8riqZAT8Y1TKBIqshYaBhYbOnqdRBzczaNQKBCchDC5mQrANDJxr5dcmrwv87U85ms5+XwTXca053SaYDxJ0B/N0BuyK9uEwo4pU0HFCVDIJTDnTFn9Ex/9Ew/rZRXXlnRcnjdQUlUU+Ty1LIS2hYP+FI+O2AHIE7+BMDSwNwywPwoxY1rJJxaYe74p+PoU00z8XojJhMYpohMN6WUuzmkozuloNV2cNl24w7OUKZ/n33a604TAfcGiMOGICYuJVj6DBYGrMlHOITzNAKlBg8+OhUyAxYyPly418OrVJcEQ/eGbYzxsDdFYLKKxWMCdj4e488kIN66cw5+/+SyuXGzgH377Pv7h7Q8wjCxZgexpnqQx/J6BYMTzRbq/6NkIRo4qCvcWdrXTZJIgdpOzDtfUDKMQv53XUVpQUF5Q0HwcorkVIBjG8qzhQLZe5YKkBWkYoBs1SBJMwxC9qYfBzBc3t8+eQY2JNWJFY/kuDzvs1MuilM9JFxo7zXiBk203Ys9ZisMXVDgFYIrafFbxmcp9Uk3g1HQ4c2myTH6fSYzxXoBpk71AKbI7shOEGeFUpGlgjwnI9AzCdAdJG0T5OfwzohjtQxftAxevP9/AG883cO6SjrnVGFrOx6dfDXH7qwGOtnwcb/lYWDbx9M0sNi87mGtYsDIafv2bPn79m54IMbpBUeTMkEVssxAhE+R1A2XTQIb9gAEflkA/nKEfzYBBAgx44aM5x0KiGfALEYICMaA+slUfBUdDiQ/ZmYIWB7mnIeyyKYtDSqK1xfW7QIFMRd5MBecs+9KK/GxH8PwAIfHPMKRra0Tx12cKnn00GiZ8dlM0Gvj4n/7mIv7Hv7mA0XCMjz7Zwed3Onj0OMDOfohEZ2cYLxgGEp3ISe7pnnzGqduZPPqMFUAGdhoUi4KkCk+IHQGcgolM3hRROvBpAiFxwZIV+Cp8j9QGH0kwg6WGKOc1uQhubOaxvpGDUXDAh68bh2gN2mj1ejjZidDcDTGbqZJYLdayWH+qgsKcid2dNvZ2WojGmnTJyWxBp/tDTsySktDNSJbFYa2e4Nx8ET+5cQE3Npbw898+wM9++xCuGUIvC38FwTStV6gsaagsEZmlYNIjmirCpbKPi4saLlyfl/WzXzTx818eC15/5VIJ1fmMfDd49v7mXlfWlUYGf/5cDVfWCghsFSPEeOv2Md663YRZTFBeppFJweAkkaWIS8+EoUQw+WxXuLNHqQDABJhGMyMJFmciHa8RTIDC5AlGRKMxE8BmhAzTgWUFNTpoCwb2H7vYZ2cyaS9MFKlEABPrwYd6CMzYTa/BNvVU3NDSVGxjRRfySfvQR+fAx3REow3vBOkzmSLjxes1XLxel/e3czxA53CG7oGKQZPVB0z98rB8li5PG0lSAZjEhEiBWYxhVWIU5zOoLc/BytjY3Wpj73ELpbkMyjVHupCJxuUZYX7FwcKKg1wlg1zZQWt/gu0v2mjtTqVTnTURGp9XxPgXE6gVwK5byNUysEtOKgBvjwRXTEw4zw5WWRURWDVMqKaJgO7oqYtwxpofmjgUMHtgiOxEwgGrQkiZjrFYVfD68wZeveHgyrWn8NS1p/D+p7v4xVt3cXg6gZ3LwHAcHA9GOB4MUWgoqK7oyNGYRxOMooIfXSYZkthBHDvwwhizwMPUC9DrBmI6JOabi8awGWlIfgJLeuFIhEnFXqbvpxOi9yMxvbHvkW8xz29abEGNaEYBAsMVUgkT1bZpYTb2JD0ulCdSPnjI5ueL9z6ewYie5mA3Z4k4wj543vnks0k5PDKhBg5UL4Y286C6vuA7I0XDyqUMNq5l5XOzdWeMk4MZ7GoCuwK8/FIeL79UkLRtvxXh5CDAFx+N8cVHE8wt5lFbKGClbmOjlgrA3ckUvckUE6b1+zTAxdS0UJ2zsbFawNpKDr3RCP3hCM1OgGY7gGUWsLq4jMW5MkqGh5LpicGSvdnf7A/w6TcdHHQ92KUcnGIOhjaVRbLS6ISUDxW18ySGGNIDygEeBeDgMEbNyePCeg0ri2XcftDEZw+OcTp10Q18aNkEFe7bRR2a50BzMxiOxhiMxjAKMXLzCjJlJvMc5B0brQMfrUMfQxrHiSdVY1RLCoo5BRM3I8snBSLyxATCgVepSvN22p3ujmlgiRDQtOCnZJp8LkIhH6JuGqhbOi7Nl/DMWk1Qly4HZFqEz7ZGsiYxCQR5TKYJth+1cHzQx8KKJcufhpj0fCi6AaeURbacQVaZIafM8EI+j1eKFThxhP1BDw86A/xh18Mf9jyUGgWU6gW5w0TTEGpIwkuAouXj1WsbeOXqJk5Pe/j4yy0c9mZwFhdg15hknSAIJlh3gIvsrEWInuuiOZnhj51QVmJGsDMxnl+t4K+fXserC1UkJyPEzTF+0+ngN50uTkJf6DZMJ4ZJBgG/X+EMcTgVg9WsDWQ1ExcuFLC0lMH2/gSP96cAjZYVXjxiBAMf8ZRVQDaKVRtBrIg/h8a+CUlHESsyLDg2U195VPI5GKy3YZJu4GL76zGefD2RnmY90bFY03FuRcPVhQxerFRwKZ/D5/0+vuj38KTnYa/vozuIMeykJi7eVUlyMUoJLCaA6iS1WMiaGtqPfLS3PCyukCxTSDteY1JTQux1Q+z16Nzi5deXxC2NZTQt1tYclBoWOk0X3aYriSOKRTRPkuZh6jomfYovLjR2zS+Z2Fis4ObyMjYKRQxbAwxbfdzf6+L+fhdXLq3iu7eewrnVOn73+z/id7//HPT4TtgBKXx9FpLytpA+19htzrMfDYMMWXDMwn50Bwp++HwRP3q+CNe20FJMFE0Dl7M6FlQFw76LYc/FH+6M8Ycvx9gf+hgyEcbBUDECSsTuGtBV81+IQxqQsWigU4RywGoMPzDhR1YqSquBrMQLEHu+GFxIQOOemoY2IN8pLitvwc7b0r+pRyRieGDb2lRLkFdV5DUVP7h+GX/z+ou4XCuj+WgHu4/28MsHJ/jlgybGZoA4H4uRYHWhgHolI+Lv0elI0peqZqKYVbFQTVAtcC5hirDS7+jodzSp+/L6/N4peP36Al67voiTJ200d9r46mSET7szHMUBsjUNmaqOXNZENmMi8kIxlJNK4wWRkP7YX+71iEhXUZjnHCzBuJkKwGbNlvXGxgLeWJ+HNvTQ2+9hMOhD2fCAdQ+jgwDj/RC1fAGbyzXYeQv7wQi7kxHu3Zvh7r2pBAF4F+A9KpvVxFjP3nInS0xnjBFFkViBY3Af1FEVVLWJ8TBFSffHMQYzVkXYuPXaPF55fR6//3UTv//1MRZrFl6/VcWVDQNFDGH6E3y+peOLLR0zzUeUcZHJxFjMq5jPcx9OUCgluDK/iOsLa7C6AVqfPcHxwxPsugl2XaCpqWjqKubyFawVa6ibOQxPSRnp4fOujz92A/QlnBBJndTCOslwCmzVhKWY2G/52Gp6mNAgymCLDSENhUMVP/xuA3/1r5dhjAPc/vkBHt5uAwVNVtuN0OEeTnIdsc45Q0SOhVIOR08GOH7Sh895Q55kR1KzbJQcDs2ZKJ3JHcVhnVLNxtWLVelzT8JIagRmwQwTf4KTYxd737DLPcaVzSye2sxg2Pcw6nuoZm0sVfKo5S343gi+N0yN0Jw/2Q7UTF7ModPIwzTyEYVThOEMpVwOc+x3iRV02mP0B1PoWR161pA7+Zh0Q09DNnKgz1QMOhMMO2NU16qorFVh8jA4mcFSEsxvNmSNWh0MW22o0RCWMcZkFGHrkYO9AwfqYhbKUhZrBeAcQw1TF/tbXTzZHuCDTowPuky+65LUL9XY5WpirkqDeQB1ykBFAn+SwM44yJXzYqp8cjSQRUMN12KVJrEsFmppNZJhGXjvw0O89+EBLl6t4qVXFrFRN1Di7+/P4LPaaxzid498/ON9Hzttnpt0lAoOXrpVwUu3qjgdH+Fkcoxef4Yhkb69GK3DBK1D4OXX5nDr9TmslnxU474IwJMu0G0n+HA/wocHkVRgrM4V+TjCsD/BZOIKVWZ1o4Q+qWCPB5IuPhlH6JOSldOR5AzYsQo7VnDpUg3Pv7QslVLv/uGxLI6EeTZMWJdn8z7HEAwNm7wv2bKuLiq4sZbg4nIOi7UKyoUC3v+yife/aGKv46HJpD4pOpYmyd18gfcNC4PWDIMWz+M0hXKOTnoh08GpqZkHTMmRJqQW0hBiwbINTCcephMfpgMxiVisJIkUAkIxJU52GiGmYJ1hYITJXz43WHuYLqdmw647yCsxCkyhhhGKsY5SomM/F2E/G+Hlqyv4779zBYuxgff+4St89PYW9lQHu2oGcS6EVqShysbL10r4zpUSBtsBBk9COEmMHFPPDCm1Rzg+neCT/RifHkRwTR0ucTq5GFo+QKasYGEli8WVbFpf2Z6lFMFODDUAqnkDpayGSO7cicxKaLIn7Yx36sCNULAdFO0Mhh0f3dOZ4NPNPPvsVSwsZLA4n8XlSwVZbtfF4dc9jDsz0aHyBRNVG5hzUu3J5/2R53QGHJUQc3kTcwUT+1tjPLo7xNdHPh5NVKGr1Bsqag3Bawol1jIMFLI5ud/2BhN0B2OcnDDZTBqOjmeeMdGoaRi1I4w43+8GaPYCmJoiXbC1fA6LpQaWy3N4etnG08sWRu0WTvePMSUWKGtipml456MR3vl4iNVNB08/l8fVDR1X5iLMZQPs9sbY6U/wcA94tAesL5TxyjPzKDsW3n/3BO+9e4JSw0R53hAjVjwggiGCdk6BuaZgVbewopkYDiO0aKzXFOTKBvJlDRndQ0Z3cTiM8aSX4MkpsH2cYDAFllc1LK2ouNGwcaNhIelHON3zsLcX4J17Ed65H2PtYg6rl/IYzALsHo6ECvK97y/g5o0qmh+3cfJJC/cPPXx1EqBxPoPvvlnBq68V0fmsg/ZnXUwLBtyFDEo1BeeqHpYKYTpvV4DmsYaTpo69ZoKd4xiuouLyTQuXXrCxYKqYN1QMdmfY+3KI+w9m+PgwxJetGJkqn/8aRk0V3T12Ktt46WUHr7zsYNWIsWZE8EcRJr0QDx67eO+LKe6wk71qYzRn46+eqeLfPFvB9qMRfv6bIzzeHeLCuo7z6wYGvIu7sdRf1JeJzgeW1THmtSk8Q5U1V+B7nkenneDe11M8eDzFhcsmLlwiIi+Qjm/TKqFYXIdpLWEwLGEwKCPMVhBmKlCyWegZR4I3RcVCQbUwGn0jC1FfglMnJx2899EWPr+7i0KNBNIESicGjmO0uip2Jyp2pyqCbIgwG8rcXB0bUAJNZhuJ7ThY21jD6uY6tnd28Hh3FzPfTZFgHIAIHpiX8hRrIKlMwSCmiQMBIk+5M4XypStUTHEbMr3INKAcGs+6eEXIEM4+hStOQIiNPEu/pTJvuohW/JZdl2o+IhITn/DtAZoCtE5sjUV8FwcY/P8mCEMOV4ELF/K4cD4vTiziNzlEaA8mgush3JIi5ITOMTcdnKedbfxRvKalIhmzXhRsiQAQ2ILgnNNkr0L84hnej25JGbSz8+9sg/9WJOaBkuKmCCTSCciXwJBhQSps+YJJ4dC11jCRLSrIFhl+iNAbhBiMWJ5uYTrTkRgzJOwQm3DgpyPiYHMYIWLhvaSJUvShz3SvrcMq8jJLXhat0YG4b7xxmiKV95avaUw0go4o9hEzZstOQXmZU6dRIuXJZ2hPPZbBGjfFFMudDlzoKmXCkSgoQdfCF2HIiIg6Al79UQOv/rAOX4/wpDXGQWuKnd0JdnenIEiPqEu6TOke5gCfhgJ2pJ3ZA87Symf4ab4BKlCYt1Bo2Jh2AwyPvbMEcOp0pduWvXQysZUBKHt2UzEtNmMkFtOJBgyNvSMKgjaFLf5OkaTljHICo0IkyJkA7LEvh3dIBS9es/Di0xauX3Fw9UoGuYIqTsfD0wC/e3eCd343Bgmm3QFfYzogI5TKKi5dKODihTyMvA29YOPBVyN8+NsWdh+yU86GobFDJIZmJynW2KDZghS/M9zvLEBEpOtZcjudITKNTaGdg44zAZgfNKaeMxxs8n2JxDEnXgo/7f/9FwGYgjcv6TQk6IJ2W9tUsbisYmVTwfKGdnapLuL4eIInTwbYfeJibyfG0UGM/iBBv8++w0iQqUzDCJ40oK8gTbjxNaeRhNhb9jrwQ8OOSw50bty08fxNW9z17Nk7bkb4+f/Vw9u/GckQlqkAOj59Qc+nyRnBdvPQI2jsFLUrBbyJBUUxBX9qZIgKDeEHFEdVwbLQgCsdgHTBUJWlyDJSEQ40SbLTUkIB+Kdv5vHTN3MwLqoYbyT4dGeG//P/GeL9DzgQS00W3wrA6deFnzliZhU5PJrSTUgzTCIpLyZSlciSgmA/THsteAgatohGTcutKQgx3St4Z3HR0+enSTc5KQwUbplOkzEjB+LUvPkaBApUvqcesLimY2Fdl2Exk8Y8KH59t4fthwNBPdFcQ7OMdCtlEmSJGS4leOpaBVevldE9iXH42MfhvouD4xlaPWKcibZOEwDys9n/zf5Ll8hxLin9PetWTf8pNeNM2GcSVEoayiUNVzYquHZ+DtWCAUQzcc0+fMQ1wbkLOTxzo4RSRYHnz8Qd+ulXHm7f8eCxx0dQbHQ6plhsOvS5EqY7RtyrY/m+0GzhE6mpq3jzli7rwpqG9SUV+XwOsdbAYFLE3/7XXfznv9vFjHhhPUWksSOLSOSF9SLm14twRyO44zGG/QCDQYLRKBWgZW5DQ4NMhs8MPvz+UX5QFTRKNubLdAJmUatmpQuWYq8f6bjz4EDWLFSlX3mpZuLGBRMXlk1oGUdWuzVFpzVB0QEWqhqqOe47U3ijKXL1HPKNHPbaM9x51Mc+XV4esbkqRvxMSS87B1hnFQUUqjUKgqaIwbxUjAYz2QtLdYoGJjSTRi8fvdMI3VYomFv5fxNNzy4qikZ8jhA7RAHYJOZVkw5j9jxT1BAhWMQMmk0UESm4B5yvpuuFC3P4zuWGfN++Oe6JgK3YJlTbxPFeKOLW2lwV1881UCk4+MdPHuJXnzzCjF3GOpF/fM6k1Ip4bAEzUjcSwbvCDpBY/OZyOGUg9HTBeXHQU63rqC0yFauCsQqivSe9GJMu0Wrsoo7EbETZi9/rXEaTxaoDDgD5LKe5RCOKmEOMHJAt2MjmLUHft1ukHVDk82BoCW48c07WcNhH8/gYnd4Yw1GEwTBCmx04Hab0UwQ0M9KSjuegshhBJcKSSEviqChUJCr8cYLOfox+kx+6FBIgXWQU6niZkT5Lmq/S7lsOEfl+88JhE8lNBPIwEIT6YiNF2D33rIXnnjewfk7BQXOI/eYQDx5GePAgwvp6Ea+9VsfqZgazxEN3MsNv3h7in387FFOBwfqEP/Uo6IitWFYmUQSvrBGlP4CYRCZqiKkaQp0C6oymlrNzBM2ETKfkY+j1CHotgqVrcEIDiatgMAoxnkWChM1nDYz6CXqtFAVlZSLYToKsnkVWy8ApRXDKPnSbxaTs1I6RUS1kVBM+031E5UREuemYMGXR9TDpuvj3P1rDv/vRmqTQvubA8OEQn93xcO+hj4joes2XtIZmsAOVZAjWlwSwEkVW0Ffhd9KLt27zfJxImoRDRRoriALmi0/DJAV/vmZ8X9ypIj210r0Sp5cb2zQlTc5+snyO+5QmXbX5ooZKTZOz4NHpRC7Z7SHQGaV9u3aBzwUV3siFNyS6nX2RqojgTDHFrHbgPqwDhZKBQskUpOGsHaJu2Xj92jyeXi9JUu/DOwcYcg+kkdHg559mDlUuE4WagvEwQb/NAVaEohJgbU7Hn31vGT/53hL+2y8P8L//4kBSL+cuF7GyWsC5pbKsX/1hD7/6/T6WHB0/uFDGlbUSzHoBftbGb957jH967zG0oo7iUkaEWH4fp32KeipmfUVqWyoN3iUCEYw47KHowCEBk2VMCGVsvn6WiHW9roceaxV4XkhSl3i+xl5qki7Y88t0oS8u8sRPHVvE2TMkzTN5PIlkUZDVebYgCpLvnQNUFhVUFkiBUeAOVEyGESZDin+xUFuYcrx0rYqL16oYnfp4/GVXei7dsSKDZJoK05oAmmPkyfEn45cRaTBICBI0eoTSsoOVp8rIliw8+bKPJ1/2kK1qyFZ0eZ3DhCkyFUYcwoxDLG8UsLJRENz/4cEIrUMX4+MYk9MIBrhCJLkESTGBVbOQm88gU3HQFewpq3JIhlGFdmPPKdDZi8neRxKLOORlhI34Z75QcvRPP79MvkvA3FCRGBpqZRXPbgI3zhl45dk1vPLMGu7ttPHenX3cfzLGUVvBcS/9GUyS6uw51H0x1oq5weNdhGZG9vAaCCeGCMw8y0padxrAn/ko1qso1isYDaZo7rcw7HL6JTbilFJEz1/Ac0NKKpI+byY8xEjIyxH/BV3uYpHDszKrG2xYTGm6PgKPdxfuz4Qa89zEc0f0J7MTe7Y105LPhx+mSVaaLvh94zkagSWdgnbkwwoDzDxDUpfLl2xsXnck3bF1d4SToxmyNRW5mopL53VcPq9LzUHgGei3gfsfjXHv4wmunC/iqfNFbNZzWCtn5bx796iNb5pddDsheh3iR1lpBCzMZ3Fho4T11QJ2e33s9fpCsCDyt15u4IXLV7FRq2N4uI3RwXZq8DY07PZd3D0e44jiN43UGUNwkFxBN8b0KBTywsrTOhoXNLiDSCpxqihiQS2jYtjIWuzsBDohAwIJHh708fVOB6Huo0F6ENHohQoWihU0uy1Zs5D4eJ69VBSKGRSLGeyym/zRDCPSL6ZMJiYo12LkSsBoaGE8sBGRdhX4KFRIRLCEZDJzI7nLD5lMozlOYfLPgk1KQ+gjJnaV4pWr4lwti6fXi9hYyGJ5iSuD394+wdu3T9CPLZiVCqa+gt2tFk4OuqgvWagvWpgMQnRPPGQyGSysVrGyWkHF8lC1PBRHPoo9ut5jjE0VJ36E2w9H+OzhGPXVCmprRLalZLMw8DFqUwSY4JWn1nDr6jo8b4Lto0O0xlOEdhaBaSOYTKWLuWQmmHMUzJWyqFRLyBbyuLdzjHtPjjHlnd8ysFkt4PWlOVwvZWFMpjDGU/y2NcDb7T4GFOpIJrAVEX+D2IY3Yz0Nnc0RdD8RY9VinaQBS4ZhD7ddOW8480yCJnK/5nCh1ihirlFEt+WiuT+BF/owSxyEsd6lhHq9hNbhTPYh4hY13qmDSOoxWLuScD8cA42GifXzNi40TFzTDWzqBtqGho6uYW/iYmc4xVHHw/6+j6Nm8C91Thwu5yIZFC6tGshZGk7uxGjeiVFtZFBpZFAtUhhiylnBvb0R7u0NodkBNJvVALy3pL3xBhOiDjAdRJj1QzFaJy6NM6qcxUx2eApyPkBcVJFUNKw1inh5cQEXCnmMWz2M2j18dTjBnYMprj+9iR+9cQ0XNhr41T/fxq9/c5ueIvEWyX2VphISYrgnSWMR9xUGCs7oZylVH3lDw7+9WcFfvVCFVcnBZwe360M/7SLsDHE6DkXkuL0T4fZujM6McYgYoRZBzYVQciEMPstNTYx6Lu8oBlDOqSKsaqEJPbTQaYc4PQ3k/i6UBFaU+QGSIES+bKFYdWCTxpIh9S9Cby9Gdy+S106wytLvSlNpCHp/Qy1B1laRs1S8du4c/u0zz2Azm8Pe9mPs7O7gc8/D5x6NIR6GvieG/EbZQTlnodX1ZAmhSNNQzitYrqmoFbkLW9AUCwd7viyWszqqjsVCBm9cX5T11e0d3Lm9gwfDKR4iwjDLSoUMCjWm9lib5qWdyyM+F5ggNaEZOqa8D3T5HGC4gXOSGOgmSEhxyKhIMhqeWynLCgaBkLvGnoeVV4pYvlXEg09bePhJGyVbwYUNklxsqAULvqbhw4/7+JAoZtIoWBtBLHDFQrFsQjdDaGYoncuk6fAZRhKQdWaGsvg5QShr7CkYznQoto2nb5Rw/UYZH7/fwifvt1GfpkCUAAAgAElEQVQvqHj+qSwukajh+CgYAfbbOvY7OqYMBpqp0TTD6xLvSYaHQPfx8rlVfP/SOZSnAVpfPMb+g2N83o3xx26CIqtJiAGObBTGFpKBgq+6A3zVGSKeyyGu5uBOA0xPhkhCF7k5fv+BrO7IOm652GEi02eVYAKdsXYa9iMFP35jBf/dn2/A7fr4xd9v49MPT2DNW7K+rXfgl0PTTUndWWoES+PZ0MNkwPMdP+eK1AZsrhYxP5fD1sMeHj3qybylUgGW6jaubbDnvgQl8aHEHqbJFJNkik7PR3OP33cFa3ym1vMYD2I509GHypqWXFZFxdJRphFwOgOms/TMppsI2aOoKsw7YTgZYTgeI5vjs6soYRXinKe+BytHQ66O7jDAaceTOprYZxWOgtEkwGgcyH4118gio6ow/RgFTcfaQhXrC1WMmx2MT7pQDQ9WJcLUi7D9TYy93QR+PYOg7oiwtWgnYjRjTdpJc4ovxsDn4wQuCZOKjlJZw9qqinpVgTFLYPAvTgPkJBFix9pGDVbWwePjEbaORzjqT3Dcn4ihvZg10KhlsLFRwnwjg0f3m7Josjl/ZQ5zWQXWdAJ7NkUuYyLnWPjdNz5+8cUMe6ehkCD5Zzz77ByeeXYO7cmJrF7HR+9EwbAHDMcRBuMYr71RxuvfraCWCWCMh9A46/RoujLwRdfDlx1Xvh8Fw4BDaH5Asx1pTyHGfiB9zQQhjacBBu0ZJqydZA2TriHL6iJDwblzRVx7pi70hw8/PsZHHx3LzJz3f/57IatgaOdn+XzE9LQDq+BgzgjR0ANcWcng+pUKLp8v4eHOEI92hvh6a4qvt2bojiJEpEzaqpxL8hUV4Yw4aab8U9E24N7CTxIvAZyz817/rcFA7l3sA2bHMTH8IdSzEA0TxQ5rAg0TQyZP2zPZm9SiIUZEnVVdNAH6aQCgUHVQmMvARgjTdYWmFHKOHKgorZkor1n4zrk1/OTCU7CHCn7xsz/ird/eQ/ss+bi0YmFzzcTFRRPnqwaWcjo+uT3FJ59NZWZi6wn0TAS16MHVQuweAHsHPB5oCBP+bWjYDWA4NKqaEmgzSWGzdPTbIZp7npzv5DmsaChVWYsEubvNgjDtk+2TygrMlXOYK+Uw6HhoHU0lGcz6TyeroFjQUMqzmz0j9XUVGvNmOojd6PbGgmevlTXUK6pUFVjUQvQEE9+FHwdYKuWxVM5jf2eCB98M8PWRh0fDBI/HnPVwcc6cht2yjolGNSOf8+GUAS0XewcJ9g5jISheva6iUVekbioYJWi2Y5xwdsFZj2nAVA3Yvo0SbLyxmZNlKumcmiKJatHEGeHTz8eyrHkNlfMGNhc1PFtWUbcT3OuMcb8zxtEAOB4Al1dr+P4zK1guONj68giPvzjGUNUxVDUJafADaOQj5Dd15JZ1OEPImiUqxqzPYcWTpaNg02Dgwow9HE8j7E4j7LQTbB8kGE4ZEjKxec7AqpNgzSFCWMWor6J5muC9Ox7eu+NjbonG5Sx8NUTfnaI0Z+DWy4vyfTn8+BSHn5zi0aGPB6cRyms6XnjNxvPfsYAtH3jsoRkrODBYjaXghQsKzi+wuoLkzxC9rolez8TucYKtgxDjKMHK0ypWuTI5rGbz8Jo+Th8M8c3DKX7/2MftgwDZOQ25OR3jloLBgYL1pSxefrmI117OYz4aYj4eYNZnrYyCBzsBPvzalST7sGTI+ldXSviLKyUcHc3w1u0O9ptTrNVNrNdT6h7PV07JkBRwNR9hxRigro3RcRV0XBULFeL0eTePsLU/xk5zjJU1C8vrJK/QQMwAlwkrygK+jf7IQH+kY2ecx5NxARNqOloC21axPp/DeiOPcfcYo+4xso6HOd7XjUAMCZ3+BAdHM+zz3D1IkAyAnpvgOIrRpGBAmp0JYAigz4NBam5PHMfB+rlNbJzbwKMnT7D1ZBvT2Sx1qHCdDZLOIodptydd8xye09HCB+PEB8aBDJuKc5Y4psYDH6MBe+8MJOTDCOrgjI1M0UY2whSLl/az8Bb/7Q8VlTQVicUpc6YF/ksVU/q/8e/Gyz2d35y7pTW1yGQ1vPp6Fa++PifibrvtY/9ogu2dIZqnM+mHleEFV6rpilNStuczhLMoHxEdQTEidhETDyRCm3qGdk4TMeLeZFqYFwozRWVLUjpkYjhNrzHRJ5q3hBWYzqEQQlwiBSJfxKL5eQcLC7b0APNAPRwl6HQS9IcaZjMHbmBAz46hZ0bw+gbcU0sGrhTelVkInYI4haizdI5OHGE1K13O7mQEdzIW4YadL/JemGcdtJ4Bw6O3mKiaIO2VPXvNJXnE9zg93Z/1fqUCMDdSRboxUhE+9m1ErpPiKTEVEVjCtomCv/wPa7K2myP87K0dfPlNF6x48wK6mhVYxFsGifQ4hjygzACFXYfp8zJN3TGpzN+PnxN2rTYyKM47mHQ8DI5mCMY8LKegxUg1EPOWZQQipOqWIkNNInUjIh3o5Nfo8DWQjDnkSCRxJQktCsAVCsDppYmfqbO9FGas4M9u5fGTl/M4t54ODjzMsN0+wd2tAf7pHzT80y90EQBJ8WPfk5JEKGQ0PH2phKcvlrD2dAVrT5fxx8+6+L///gm++LSL0NMQ0cKf3gThFFRkSqmjjOmBMFbh0enf86Xvl4K55H+ZKOdXQD6X7EPhRS2Ewl68DJUEDpx5wUyxG+y1kFS2cF3PBpNEXsOGoVi4+oyOGy9quHhVxcXrKjYusUvaQRJn8MkHXbz79im++nyK3W2g3SK+wIKdY0rPQxDTXR1LR2Ii2wcFYIgxgytMErgBh+IxbL5/OQUvvVTASy8WkK8w2Zng8DjAb/5phA/fm6KQtVDIWPDiABMicphk5ndJtpCznmIxV/DzxjfKkiIPJujY5RElM8SMyTGpFTkyDIjhIoF3hgpUoAc6TI/fRRWBEiPjAP/xtTz+h9fyyFwHoqsxPt2b4e//jwF+/95UxN//vwDM9ElaJk3nHY0x7GpMYOQS5ApAscBAF3++jThi/5aLHi8xQ6LbjZTDrxK3FQmGkMMqCmhMfvPvTXQoqQca03cM18UeAvawsReRSFy+nx6TFQaeumHi6vOGOM3bLR2nJyFOTkZokeGRcBhiIFfiYJ2iQIJyJUCtnuDa9XlZH/xzF7/4b8fYfTKFSsccv9P87HOrZ0ceHyDhWb84hUIeZkWUTYfDFEsk7U2hiGmFnILFJU3ccS/fWMQbL60Jov2T9x7js4/2sPUI2NoC3nhzAX/571exsAL0Bi0cnfRFkPnsDvcjJhbYx0WMdiz/TJNgCeKBIou6hcXbLQW+SbpX/PkPDFkbiyoW5xQ4Tg6Rsoz+uIr/8vfb+C//9bHQHiy6FRMKOCFMR8flZxZx6foitu4d4tHdI4xGXqr78iHx7R4ozHv+zSQ8L6h7g1WCioJ6XkM9p2NzeQ7n1huYm+Mgv4zEsPHWe3fxz+/fk0RApFu4tJ7Bj1/K4YXLOWhKFpqaQ6s7QqszgqJH0pHC5+WpdOb0UF/Po75ewJNjF598OcDWzkx+3ynR+Yx1k5DBIQ4TT1KbkD4s87kscvms9CsNOmMYtoq5ZX7nTLj+EJ43wqgLSVowrcRJL1Ozph3JymQM6ai1DV5AbHn+8WDGhCM7dCkE8zPrzzikj+FRWPViXFnQZF1fL+HZjQqyGQ3d2Qw915eDSZ+oz5mJ0DWQh4aSpsKfBXjnYQdvP+giSKvt5Tkt4332QLsW9MBEvqAgT6FC9+Crrhgr/IkJn4d/uriiAKvnbJx/Kot8XUFk+XIxfHw7xOPbFB6YEOa5gd3IaapeowFHpVBOIkBqVNP1AIVCgoVlHQtLBubZJbjg4LAZ4vETH9NZgGzGw1xVwZ/96AX8+Q9fQLt9iq3Hj3F42MVpJ8DxiYftJyNs74wR+Olfz1AMWLoFK2tAX0qgLSYwfR+G70MnajhQ4A6BkyOgfZqI+YU4U6uqwanRZaJJ3zWTcMpUYjjyjKIhhAKWlVAg4uWFpr1YPsPcf1++6eBH38vi5Zu86I4RJRN8/k0i68JGDT/67hoWlxw8affw8KiHt94d4a3fjRD6aXKEAxlVY4eomWLesxGsIIHjAlGPKD1fhqkMAvv/H1dv/mTJeZ1nPrnee/PuW1Xd2qt6RzcaJDYCJCXQJEXZNCnbsuUlbMdMOOaPmh8mYsbjkW1JY41tiaS5EwQIYms0gAZ6767q2re7L7lnTpwvCxRnqDghKQB2V92b+S3nvO/zSgM11rEEC68QbJkTvSSD9HJKMpeSzMuWbmBMTeU6nYqIQ0up53Rqtq4iAXpnmkL16WGILlgsrUper2JXA3J1F7vkYedD8jlpoOQpm3m0XIomTWsZqFg2bqKrWJD+mct3X1ngu6901LnlcOJyb9flrfdcPvjUJTZcYtNVIhLJSFNeHSGjRCHSkJNzitvVmZ7o6lxn5TKcn2ClRNyU5TlbWXNXSQYVsEsJfNwJqpTDSF5ttQcLUkqEc4JzFRd5SrsCq0t5Xvhym0tXqxxPBxxNB+rSdzDU6Y7F2exnyGkMHM1kdqrhnunqZ5Azgcq8zsekhZj2XEk1mWYncPogpBBovHixyOXlHE8OBzw9HNCbaQx9ee9NSrWMRJMvJ+TLKcNBTO8sZjoQ51TEQsXi3/3JCv/uH63ylz/Z5S9/uktq6mxcqHBho8Zr1xd57cYi//FnT/lPP3tCJUl5fb7IlZUGtQuLGO0aP/jZZ/zg559hSqN+pY6Rl8FXlt3b24no7ca0Fh06F8pquH962GXQGysxkIiCBEuXVZFquaQO8jvbfXa2e6rLKWij0pxGbVncSjJclAxBcS9FSlUui4r63EVIJQ1FOVtMEiWkVFEZUnLGEIFnXqMyn1KZF1qAoKltpsNYNSSkYeks6jiLGhcv17hwucbJY487v+pz8GiW3VH+LlUmExBlVx9171CQmsjEjk3VvA/NiPp6jo2Xq1TnbJ6+O+bpexOsqjjfEixxYjSr6sIz3Rsy2x1x5UaNK9drCl83CEJ6JwEn9zy6j31sYmzJGiukhMWUfNumvOhQnCvQezah92ysKEKCkJPfs9DOBsAyTBMVvpouzXR0QSKLUFCaVRLHIoIOyb8WYVrJRKvYVKoSXRBzqaXxnRdafOdmi6PJjAdnAz58OOXW5wGfPIpYv1lm4/kygTtj0hsx6Id0+xrjsVzEMpFX2NUJezKctLArOcycYPAC5WjefGGdzS+t0x+MeHRvi6P9MwJPMLOSSZpFH6u73LnIVQ055WymRJCJEvtJpIvoWpHsNsk8NvPYZj4bFAoFSTOxjCzTWgmWZYCvSeqaRyooVyQfWfC3vhoAS0a4HD8ViSYQx0lKUc7xacR4mlMC3qUrOS7clCZ3yOO7I06OPSpzFpV5k4VWxHwzxBH0tlXCGxs8fG/Kw3cnfP2FBn/wQp3Lc1VWSxVFhPrZ/T1+/eiQ027EyZkMZFDxQStLJa5eaCqE//1uj/vdLqNpyGwWsdlZ5ZsvfoWL7Xkevvcej957n0LVxqnanEYxTychJ2HEzNQQuIr8/oJVj4UwtR9QyiVsvmKwdE3jaMvn+KnPleYKLy5tUDNMvEkf3x3hLLQoLLT45P4pv/1wn0kyYe4CLG/muLa6oGqvd8B+74Cz3oxBL4stqjSKVJqOQgVLTQX1NhW6BVQXE4rNhHHXZtK1SAT3GfjUWjadzRJzGyU1bJgGId2eS7c7VfngnRVHOY9l3R+czoh6qFqq2VxdLXB1rcTXvtTm61+a47/+8hn/7Rc79NMc+YU5vMRg5/EJJ/s9mgs5mgs2g27IyV5Aq17l+vVFXrixSCvv0cr7DJ6ccHzvGC8Es1NnZua5c6fPZ5/16Fxo07kwR6WpU6jI0Mfj7p0+9z4b8Pr1ZV5/boVcLmTsdhn6U/p+ylBcMD0Xv+9h2SKA0lhfnef65U0ub6zw6PN7PL57j36iM7aKNPIO10oF1vMWhdSjkHi835vxXt9llgvJVROVr+fHObzYxhVs8yQkr8VU7UQ1AavibjdM7j8KVQkFq7SYiWAk+kqEEfOdJgsLLfafjnhyp0usBcxtmixs5Flbb7O21uLDtw/54O0jJkMfU/K0DSH8iEvfIBSh4WlEu5Nn7bkS622LTT9gOYrRWw20VoPjwGN/OuHZ2Yw7j8Y83JlhiiihKHuUiKQjanMSl5UNGw8+0Dh4X6NYtynWcyzPlVhtV3Bsk/c/P+X9z0+wKpEqWzJg8zllbPCQgVJIIucXIapI7vjIUu4koTdZZqTea4m+8vMpngMrjRKvLbS5XHaYdvvMZAB8FPHpUcSXv3yJ737rea5szvM3P7rFf//Rh/hhos6nqv8jLjEhHQihy9YVcURKhNMSnSD3Qekn1Qom//rVOf71q20anSq5VoXh2Yidjx6z8+iQXQ92/ZS7fVuVK8+cohDF6AUZdMvgTcMu6PhaylSENTbM1XVFHKnmBHNbZm97ypMHAyWaUMJHaXYInS+OaS2UmJd7wrxJrplhMPc+8dn/WPD/GTFLs6Tkbio9mawvIyI2qa8srPDHq1foGDaPtx7x9HCbo5bFUdviZORz3HWV067mmJRsk/E0IyUprqCeUi9prMwZtCoSlaaClHnyaMLTxxMcLcd8tczlToM/fL7DGzc6vPmL+/zq5/d54s84rBkE7Tyt5TK1tsPoLBvUu2MhBMhVyabaKlKsCE46VoJsLwnxJVpOsMXTFNOTuJWYQEu4uFjkQkfuUBH7B65yIL30/XVe/JMN3v7hU97+0RaO6XLlAmyuF1hZbVOr1XjzrS6/+nWPySS7s+cLBu2FoiI1pKLa1nxCwdkrR4b077LWWjhOlEu9VoSqI4YOk0lgk+ZyXLhaZPNaiTuf9Pn0kz51O+basuCddTo1jVZJY+QbqjzDwreEEiW5xolyaJ5EM06jGX90fYN/9vJV5sOQ008fsnVvj7eOU946SrhxscmNiw0Ksl4+DTjd9vj1zOXXrsvFFzpcfGGRZOrSe3zMdDhSwjWJVitbRcp2kRNB8B6OmQSBOotJP0EII9Iw/wd/uM4/++NLdI8C/vf/4z6/fPuQ8nqR8loRm0BVDpscBczIwJ0NmE2HmWZfttgkcwmWqwWuXW2zvFzh09unfPLxKdVyxMJCqmgZzy01ubRQxdJcTN3FN1xmpsdwGtE7ESOMQbtUYa5YZjzUmAx1PDxCa0bOSbjYaHCp0STtD0l7Q0I/zAT8EhuXK+AbNsfdoSoZoIqTVvp1HgGBFlKUTOmSwWFXhuEzeuISDTTcUGMSSbs8pVE2aJR1KoZNSbNpmnkuVCtcqJTxTkb4J0P0cozV0ZkKMvv+lN0tj2k9x7Sep2xr1OT+GmYD8uEg4K6ncdcV0YmYekzqFVhbTlgQU4sI/UQEJcZAD9YWm1y7skilXuLZmcf2mcu7j0549+Exfenpoyki1gsvtLl8scJg/4zh3inlWoH6XAVHxFvTKbbvMT9fYn6+zFv3fP721ozdYx8zjag6Olcut7l6uc3Q6zJ0u2oI2D8wmIzE6xMj/LY3/rDKG29UKVkhfndCMkmw45Lq3T3ypzz2p4quY4QRJRxqRp1CXOHTx2fceXRGOl8gtykBDwnuwQhf1hdpBUQaVfmMSxprq0UuXa4oIcbt2wNuf9RXxMOc9IV1E1+TfGc5/0uTJsaaz2PNF9AnAVrP49pKnq+/Wuf1V2r0BUncC7n18YT33hd6QUAopqp8qgQR5VaMrRWwdYfJKFLu16lEWmT6+qwy/0RmyBLRvRIen/fZ5TdR5FHZ+/MKB+uUHfr7I1Va0cSo2eQq4hyWvSrGG0lkWkyj7tCsO5gSeeBJVFjAiZty7MKrz1d45WaZr6xs8Pr8NaIT+Kv/9gF/+8s7jNo6w7bGi89V+PrNOhclOi+OMMc+f/HzEX/xsxFukKjzdHERqjcgv6DhHhm4hzrRTFf9X+kHSWyLbiS0OjqtRY0lQbKvVBj2I7YfTxVFctiX91tnbVVjdVXEzb4SBQ4E036SDebmFyrMz1fUfetkf0oovbq8hi39BT3C0iOubOa4spnncrvKlZpQWAw+u3fA5/cOmV80WeiYNCQutGah51IGUcAsiVmpVlmtVNndd3nwdMS9Q4/Hg5jHw1j1MTVbYi41IlejUrRZWSzQrNu4CgEf8WQ75PF2RGMu5vJzKXPSzziP5jo5AalpZOLLsyXkoqMQa5Tw9y9W+QeXKsy1qlTqFTXQ1g2PKJnx4IHLw4cuMyGlLSQsNQxertrMWTofdSfcFnpADKMEbqzN8e0ba1yoOYx3jpjsHPGwr/FwoDGTi6w9o1CPaW/Y1OYtJs8CxjtC38hB01FxraVEoywtTT9QdRyG7EcRzwQFvZcynmlcvJRXVYk8ykL8SCxFkukNDd77eMa7t2cUa3mF+tYlU73g0+7YvPSlDlc36uy8f8LO+8ds7YdsnSaUllKuvQrXX9ZodG2aXYuHvZBPej6NBZ1vv5rn+Qsm05GnajLNqxIH8IOdkGEQMXc5Ye5KwmalxUalRdqLGe+MlLHoZ597/PaJryJmii1TRTSMj1IuLJf5+tfavPF6jfr4iPr4kLGY9XqWyv5997HP5ycRo7LOqGzwxxerqsQM9c6DIQeSX1y1WazatOo5mvU8TtXEKuvUiiEr+QEtc6zc01vHKatzJa6sVpWBZb8/UvQryfUVs2eKRZjYJEJH7vmEg4DBNGA4DfjtswLvbhc4mYS4katipV680eDF5xtMDkeMj0ZK6LR20WZxJU9LxB55m1/+fMQvfj7EE+NFajDRYs60gK4mUTpiO9GJ+wlxN1bEAHnGU1GzXrh4gQsXL/LoyWMePXmC67lKhaeyLeWopxDAMp/VlDsiy7P4u8GtLpeDUNyOFsWSoJgTlW+psn+lASjqL9lORN59rnj53QBYBoy/GwCfr4xqOpX9u9lieT4BVs5g+YMy1v0XA2DNzDI2ZNAnLkrJ19hYF+VSEXcUMzgJ6fUD+mOfsRf+LutNNghljpWsWkMyWqRdl1349cTCSESFLgOHzGGW6cwzA6GajUuDSJqi0nVQpJxUYccyhMR5Vp+aD/1eJ0iTo3p24Cs4CaVqFgBekGB0yV2W3yGnM51KzmrMdKoRyc8hkxjLQzM9IuVCsYiloShKd8F+nnc9BPsrA0Azb2IVbYXu8sQpMvHUsEaaZeqYLcMaoQWGJobgZGV4qLzR57/k7zmvVd6d6sRnubOZOypDDaohqTq5nisFZCjnRUq51+mYLHYMXn69zSuvtbn/dMoPfnLI54/HmIIEEwWTH2EEMb6bMptCKEg6GWpIfeFokz/+fNeU3DFxL1fnclTmbGaDgOGJp9yUKn1SDfoy97KyH1sxRiEbSOm2lillpYVj2OSMnMKFhpOY2M9Qg/Js5WsphVr2lcrwviCEGsm6qOp882sSXt6mKVmvRdjen/Lme2e8/8mYnQObnUMZQoYYhexiKdgbO9HVRVfUI699rcPrX19kdzDhzU/3+ehOj2efh+w/CrNnXeVtSnM5xXA0tKK4Q/Rz1X2sSFamemZFQ5DlzsrwVxrpaoCdxmpYKC5J6TEr15kMScXyLllviZ5lBqsvOlYNlueec7h2zWHzssnGJZPmnKbUT6YNTx7EPLkf8+Sxx5MnwpWXdyli5qcUayZOzcKXnOowyvDAUxkAyy+SyZnNvKXyxMUxLs5BGUabJJTzGl/9wyJf/UNHoY79VGP/MObdd10+/liyEwwKwsmPsj9bNWnPs4iy10cGj+f5uarzl/H/VG6uLf8sVM4t1elLRfoi6muZuMZoMhFJEoxQ3MGiBskEqk5B41+96vAvX3VovGSQe9Hgk0OPv/jrkRoAq5xFX8ebpvjT7HOV91wUfSo7qqBlGZwVyeGUd1qQy+KMNFRG6XAQqZKDkjhp5T+yXlmFBMex1fBAmpmSNSbY8STM1s5zwaAaKMgBV6nS4kzJLBd3cRNeuG6p8qZwsJVydhwp16fnZWjSfMXGElenHVOtaqwumyx1bAwjj6nnefDJmE/fH3B2GmRhebKOFAQjL4OKDLUteWppZJKGOqkfkfoxujjSZU0RZ3YqOD6Lay+U1fCtJKimilimdZKZwbgXsvdsyP7uiOFpzOA04u9/f51/8W8vUV+AJwe7PHh6zO1bHrdv+aoh7cxJRq+sCyn+BLUuypAunaFKDvCCyZE9wh1KxpPG979r873v2izPJUqZZdsOAR36kwb/8S92+E//+RkTT4Y3WSPGyku+TI7VzTZrm20e3jlS+ZrTSZBlkMsoSGUc/91znaHu1VOlPgNBqFdsTV3KOg2HpVaJRr1MpdnEKpT48M4WH366RbXmsLhUY37OYL4e0K6mNJwSzUI5w21K2E4aYOiCBRLKRR4rl2diBkytkM+eTnn39pinO756H+RyHxmmwqOKa9fMJQoz1mwWqdXyam8VskFv4HHSnZHoBuWaQ86RZ80l9Ga4I9TAURYfEXepz0TWIGnwnzfVDQwByqqsKmW6l3dPEQgSwjAmDAS1leWJi7tR8La1ksFCMUfHySlFf6kqh/eYsQsTD8pGhbJZZTKM6HbF8TFlezrlmThflBRGBCyZAEcJWCITSzNZXi6yvFLEF1V3MFJo6/GZiTs0qLc0ai2Ntc0CGxcd1Tzt96ecHHo8vBvy6G6YCRrOG1ayfsrzLsNfKcmSlYGnqG/lv5u3E4o5cTaIqMOiWLaYX67SWa0pwUgy6WL6Y56bm+e5uTk1DJy6PgM3pufCbi/gg3tnvH//VLn2hQBQzxu0HYNOK8/qlQarVyTzaYA3HTIcusrNOJAh08RkNJWMHFlvQ7SCgVmyVAahJhtvauAOXdzBTO2fvjw6gmmV5/ELfKmsdYrorXFh1eTaRYvnr5psXtJUPX2SZZPMN8s8f62tEI+Hnsuz/owfvznmx78aqwa9yui25Yxiq3OenUux8xh+M50AACAASURBVClFI0O8R9OYftdjImc+Q0fOZFXbUCWUj0zLJ2pGwbQlJOWIpCI0GI1UMtJjg8SwSFUjUiIaYoWAPOmljKV5MvBxx+I6d0hiB8MKMWwfw4rU5Vc0ELbkwEq3SeXZxeSKOvmyqc5UEl0g9cqlOq9cblCqiuI7Ye/M5+0PJtz6bIJZCjGKgjQ3VB6TfGYiBo8kr1VN7iL8sYY3EFKDnEszhZqI3mRAbwnFQc7HImxUr4eI/zIhoD9LCGbiQpThiq4awbJnq08llWgHyZ+V9UzEURbL0oBtF9DzLlp+hlZ20EslJmHC6dmE3pnL5ExjciZ0jYRQ9gQhqIiATnDV9fPK5VTDO+glTPcC5QBYaNq0ZN8WzLGpqbNx98xTLitBYgo2zvcl40xcM5IBKgIPwXJlDdtvv97gj15r8PnegLt7AyTuVPINc7k8y+2KKn/q4c88ykZCO6+x0KqxfOEipdYC/+Unt/gvP71Fa6HK5asdlZk1FtRhf8pRb8Zhb6oEkuL8ifwYdzLFcz2FZJeloNUWTHtBCfhkPZJM3rOjqapcVSNXheKcQbljYDoiIEjU+6GLiCTSVSPPk2aevOuS4Sv4tJGUoMlknTk/+4noswCVjkVl0VaDQ/mMvX6khIdyvmk/l1NVssWNZtPd8tm+PaG3J87xzPWVCppTOruylgpBSTV9su9JBBJmLHQfyQeOqa+arHzJody22PvUY+9TN8v20hOcdoHySgmjYDLYGTPYndBq5Gk3CtQ6RSpLZSX02HvU5ejpgGiYqMavWuNscOZzVCX3cjnP4HhK/3hCcJoQnsmPppOvWerMKUh1OXMJMUbcv0I7UlEc6kgngjYDvRarsmsWeZVbbFJIU8qaxqVqjkuVHMV6SK4eMJBs257O/kDiG0QgaXJ2NuXoYKScMOLsDmWgKkhOT9wpliql1M0uVsp5rKcRG19aZv1LS0ymU3YeH3B60MefxOoZFXJDlkMvyM1E3fOUW01K3SEktkYGLiKoyZzYcu/L2eIUtQnkeff87LKsZ5ltssmr+44h61qIbgqiNHOKyDsShKHKIxdcnxqMh7qiFxmBuOYTwtQkTAyWLxXYvO4ohN3WozFnJx6lpkm5adKoi3MpUaLHYqFIODG5985M1fdem+P7r80r12rTtjjozvi/P9jlh58eMg0SJjKoV/QHjdXFEtcvNrh6ocrBaMj+aEhv7Kl7b6Pa4vqFq7TLDR5/cp/Hn97HbhjYTVPN+eU7kkFRIg1uyXcW2kugEc0S5f4s1VIuvGSweEnn2SchO58EXKw1ubk0T6dsYOsz8mZAsTaHU5vjeOCyczrmeDakmwyUUGuuUGHOqWDLIK4iGFGPQ8nJExGzJR29HKPjkOFJqDC1Isq1TZ1mJ0dNhOWe5MFKHJKnIjVE6CLRDrmqgZmPVUl+8NmR4BMNOhccSjWL42c+x9s+ptw94kTlbNbLFktzBb7xQotvvNDmB+8c8oPfHBHpeRY6TXV/fPzolJ29HlV5/zsW07OYwUHIleUW3/raJt96fZXg+JTg6ITjkx4Hp30Cw8SZa+PqDh/ePuOD213qcw61+SIX16pc32xgWxq/en+HNz/Y5aUbHV6+0aGeF5HTkDDwGEbQd2Fv11XVWLBZWs+zsFChVa1SLRbZ2d5j59meypj1dYtKIcdqKc+ckNACCUH2MSplVWNc+sGAnjeh7xkMlHgsVneNopFSz6dUchqO3CU0XblXDk9TFTkhGGhJSBHygpABSpWCylT1JiIKCik4BvPLeRptG13FEaFwio8/H+O52b6s8PKOrWhs3lGgamWhxI3rTS4s5GgnHjXJccPkGFOJzYqmxtkk4LdPh9zem6CJVcvWqTdMmm2LajOlWJcTYszBHU2V0JZk795cq3LlQp1aOcc77x2pkvgqU5VgOg11V9Py0ujNBrCyrkvESNATw4JcJQOVi5t3TOUc8pKYaRyqIflGu0hbfpeuj9f1OBpHHI5jbt5c542vXeHi5jzv/PYB77z7kNHYYzTxznN4s56aHM7knlpbKFKbd5iNPIanY/ypIJg1dZ76s1ea/POXW9RrJrmCwcHxlNufdLn7ZMhRmHCsyuAkMtQdQPCgcubTrBjNjinUdIVWD4QONM4GCY4M6UoaC4sVOksVTg5m7D4ZM+oJ+SCL9JI9SvoQ9bkC7cUiNYlPaFuq6X/8cMrxw5nCfs/kTi53UBXBIGaCLNZkrVNhvVNlo1xls1BD92Ie7O3x5PiYacNgUjdw0wRPxMNaRvKRM48jNBTLJvBCvFmgooEqZZ1czsD3THzfVKaSyTCkbuXpOCUuNqu8vFbj5fU6v721zbsfPuNB6PGsDJOSDKJzirAyPfGYHkt+pIi0M1pgWRyatsHwFAankuEekRiRctJZQpKSO44I7LWU5U6OlU6OKNAVESo1clx6ZZ5Lr87z3pvPeP/NZ2ipS2cB9e9uLNdZaJZ5uj/j6d6UY3GvSQZnCuVajlLVOv+8YnVuFHKLOLBzmTGIcT9SjvmyoSmctgwWk4JBvp7n8qUmly4LlrLLk8ddynrAej1lrmKoKDxBZZ+eBpyehpTmctSX5ZykEfV9vFHAbhKyF4d8+8Yl/uyl6zSmAVvvfMb25894Emo8iXQWWmVVw4OIg4cex8cR4XpJ1ULdYaFRVM/rs0fH9AYjEicmFSoTFrnU4rQXcHDmMfUjJTwQsWWlalKpGHzn6+v8k29d5PTA59//+/v86jeHVJdL1JbLGKmviIhC08rphjpvjEYzhiP3d2djS9Yo06ZYzKkzYLlss781Y29rimVHOMWYatlU6Ghxl1fLPtWKjyX+ACsTk/ZO5ByfUi87NEoOR4eRinlKlGsxRDSFq/Uqa40KwdRV9/Kzgc9hN2QW6TiNIlYxx97BiL39kRqINubLKrM10Wekpk8+l2XBHp/5iqgmJo5qraDuTkKOUbGCocTxhZSNAnW7RNMqUpOhbWpQsnRVie0S5EbKVbe777N/HOHnTPycRb2co13Jqzb4eOLRG3ncPghVhUKvEXdfWWOhniiqWDAxCacm81URUOSU2Ee5MHVLRdA5TpH3Hx7w/oN9+hNf9ZfKVZvNqzWWJbpvNCIaS0639KJtWqUcq1Wb5YpFNA4Ixz4fPPN5+4nP4TBC04TaZLK0UmdppUE+F1DIhySxh+9NiSTOMMxhRDlu3nR44fkiBV2GISNGpz4HBwZHJzrTUsRE7mamRHkIDc4kmOVwxzanfU9VoZWn2imp/tioK/EY0tuQWIiYditPu51joZlXJf2JR1sDHm0Nacp3Vy+onGNBtUtUlu+KwD1Cr8s518CKdKxAZ6Vpc3XD5up6jtA1VTTKrXtD3hHizzDEyhuYBekDSs85olIsU3bKTMYRp0cThkNfxZOII1j6SeKIV5GRIrAUoZS4CiVWKMlEOCruMEFlSQt9rFC21V4hQzHZixPNUPtvvaZTdDRlOpO7akWJY21sPcGIJTYlYv80Zu8sYXPNYnPd4vXNJb596QLVxOa9Wzt8eGefp/5UCWiuXnd4+eUKa02LksRFDmL++udD/voXI2ZyrnakL6dRXdUotyVf2cRKTLqHMd3DiEDEVBJ9KQLXvFDkYjqrBUV6lB6hGAOFXnNymNI/S6mWNWrSH6ppFGsy+4g52g85PYqoKGJCHs+LmIwDhWO2hCopDTg5+/oJL1yrcfNajZWSwbxQVcOQJ70RT/pjNudsNudyak7hxTGGY9FcKlFvOeS6Prmux/7AZ3sQ8nQQ8WyU8GyY4MVSKYGvEXgaxYIQTiyadXEyZ/2BJ0881T9xKrC8YVJvyr1fPL8iMkENsYWkpEvGeaQz68o8ANYbNmsNi7V2mbV2RfWiJt6MkTtVa+bEj8gVUwoVTWH7N0smNVtjxw3Y8QIEGCH3/YWCw8VKlXY+L2MOFVN10PVUibgtyQfY1ZhKxyRX03l8N+DxXZ/Gaoml52pUbQ2752L1PCQtUdrbgySkl4ScTaT3IpRcjUrNpFozsKMYO46UULVYdfB8g49uTfjo1pQkb5HkLMwS5CsxCx2bG9cabC6V2f1owM7tIbuHATvdGKcDF17UufqSxZpeYV2vcOv+mF9+2qXeSvj+dxxevm4ylHi1Q5ehl2Pk59nvpmwfR7hJwtpVk/WrJg3bppmz0Ucx0YnP1pOAH98KefteiNU0VEWTlGAQc3Wjwjf+YI6/91oD89GhKhFbnqYGD89Sbm2FPOomhBWdSGY9l5p863KLg0OXX310ys7plLl5i/kFi6puUNVMWm1bnX8X53TWSyFNM+DXn0z59aczLmwWeOlLZWolcKcuvmD+pccjOmEM3ETmAiJITlXJ/y31wdOUD5+mHPQjBrMQp2jznT9Y5jt/sMLJgwNOH+6r+1P9gkF7JcdSq0gpl1Pk1J//ZES1kmd1WaJWNY6GAQdDn2EcKuHDVJz1Z7IuZmeNtOg4XL58mUuXLvPw0UMePnyoGj8qb1eXi7m4fARJKwgMGbSKk1IuxuJqlWxEwcDIC6mfZ+Ja5w2vAF8wDudZVwpd+wX57NydpBplkvH6uwHw77t9M+6hmlurhtp5I17FNkaqIfIFMVrZwCQnRJAUlYRCJf4dTmUmCr8jQfRlinVphHzhWo0mEI2lKSNYLzvLTBUsmSmZbzZWmmWohEj4+jnGTeFaM9OVHLYsubjKvyPB7X5MFCZEgaBpz+el8rNLQ1QXpLQg7SRfTsKGfcqNhNYCamAtzdsgkMGRTb4oSKuE4VAWb1HcSD6mfN5yYIxIRhpJX7JhxeWjRJtq6Cx5r1ZBxxbMj3xP8tkmqBwnbxRlOG/rHKWs/ovSlzrPKJZG5vn3ct51+YLA/P/5f9UM+It5tjRVBDepC5ZVlH6S3wsMoWTqXH/J5rmXbBYXSix2inx2Z8b/+FGPR888Kpt5ypt5GHukE4/ZOGUyEmSeDIxkACybY5bF8MVMWjVLNV01YSotU2VYTschI1FQCDb6HN8tan/J8VKqVMFolMGqZa5GeZSlqZvTc+QNUf2LAyR7xmW8JqdOQXCLg1NdCmfQcmBjHp5bM/n615f52teWMU1BDLtK/fUf/rzPm7+dUezkcRbzJLpLKiz4rs5sPwdDnboZ0LAC/vS7G/zpdzdxmyGfRafcetznN/91xEc/myB4OfndZPMXBZpRTrHnNEzJBR6CK1jpiajuzhOAHUUWzri7qaHcxvKlivlZhrcyvFFNTrnYSTMtEjdHljmn+pFpSsnR+P6flvj+n5bprFjUW8Ky0+j3Uo72E37yNwN++jcDBiPJoLYIpLkmU2g7otTUVbleykyaqGMNbWKQTkVRFxELQtXJqVJZFzIAVo3FBMeCP/yjnCovNjkb6uwfpXx2N+LR41ANiU1pfAbZcy1uWyXWkObs796t/5/DRhR4coGV04GIRxSmXJ4ZacpL404U2PJsyUshn3GW56169YaO4+j8s5s2//RmjqXXbGpfzXH3NOCv/vuIX7/lEgxNgoGh1F+e4ClE7CCaAcnfroiLORt4FiviehYHuPRNs7xAQcyP+injfiY6kU62/PNcRTZMybTI4VRyCv8sF2DJY3UHiUKPf+FKUvgyJZiRd1V9gdglA6uks3zBUjU6jdj+LKB3FCkEt2C2Gss29ZUcURIRBHIhMrl+pcL6cpFHdz0e3fPpHnoKjynNcuV4FUdpxcSqWkTi7hYUaiJuPnEuG6RuSOLK96SrSiTjOdRY23D4k3/a4Zt/3FLQSznnvvOLE372t4fsPBVXtgiEDKzQwwx9/vTPLvM//S83KbRS3n/4kA8/2+WT33p88luXhRs68zeyrEZvrDPta/SPElWSyyeOnkJBp1S21JDJ7arZD//oH9v8yT/JMVcPKecCdCOHl87RndT46788UDWcZdgyyROut20ac3nm2nWFsHvw6Qn3Pz1hNhMVowgHNDXclPr9/8jwVxZDecZEWGOliSrBgTUdqJUd6nNtnHKVJ89OeLp9wrXLDV59cZF8MeLg7BDXHbFRr7BZr1BKElWELpE/w7Y11i9tsHZpg89Ojvns+Ij37o54+9aU7V1RS2f7rqsZeJoMO2LsouCPc1y9Osf6el3lVQ1GA3Uo3O8GzEIhVeTRNZNoFqiKZ+KAEJeXrlSoQrQQl6Ls64Eon2XYf452l3VE3iVNE0yX4NokkzxUz4g41YtVg0JZx0tFDW3ANEGfxHQEN35ZY2kBPFEozzRWa/Os1OZ5tDPj/Xun3NnpotUT9HqS7W2uqEqzn03efwWusA2eu9Hm+o053HBEb3TGsOdx9gwmXZ2N6zk2rosbxWF9zSGahjy7N2Tr4YT72yH3t0LE+C1HBom3D5XLXagK2QBYiS2EKWBp2HkRysgQxSeWKZdijGr8/X+8yZ/928usLpoMn+4w3d7HOfApHPqUSg1KjTmifImhZrI9ivjRx7uq5DIgjvYlyW6qpTy/7PCVly/z2suXORkecTo6ZPugx6OdIceSd6nncLHoT32VQyyIpUR+TsumWMph5yx6p2P6pzJISZnMsr1N/Q7nURV6pCFeVsFKl3PS6E1ZXzb4znfL/PF3y3R3J3T3phQsk3ajhF20kXjzIz/hh2+O+IEMgGNprNo4BZNGVXKdTBzJLDI1qo5NtSTOtpiTwUwpGCUDVqpTNVmomhTkfCgZRiJYkUu8EZNYPqnlq2w0ybaVg5ltFzHNArPYU3UyjDjqR3R7AacHHt1jn2kobghLYSVTuaSr5qOswZK16ZAI10blHYQ0ailzbWm8ZBhEN01VrpVUe86mPmeodeCdDwfcvjtWa1ChmVLI6xQEz62ZeIGJHxmK9OFpgrUUspKeCXQETx9mQN9zbZyiU+jnIisRXUVuosRp4lCMBLWoadhKtHOOnZF1XJFs0vPMaPnudHKpgaMLQSFmcSlm5WqT5Wvzin6wu9fl2faYrXspT++laNIIr0WKvMFAV7EApY4MQGVvFre4QTKSqYJPOhOBo5wDJQOxQXu9Se94xOF2VyHfWysO9UXJ4pwpxbUeJNjnTQqhttg5jSsXRHFtK3S5Vpa8o5gnOzHdruynGV7nH36pqaqUjxl6MwrFCtc2X2Cutc7/9T/e4c9//I5ynX/1pQtqcHp6MubweMiO32PH73MqaMvHInyT1VUOqkJuyd7ZhdUSnbWSangMe4HCvQk+Wqo8pyvXvwyAnTlLqbilceBOIwp6gbxeUMi4oRfgzmIlWlNCyiGkI8GpZ8+pvESR0HgcKC8XKS+XCGaBKl/ezbNArSPrXy2y/tUSk6OQ6WHEYCegtxWoS1YqBKFYJ1X3lVD9LJpkd8njIuIxEZrEBobEVAiqMZ9QXTZYvG5RahmcPIo4fhSq2BapSidH+2oRu2JwujPlZGeGIehkX2P9WpsbX1/FaZtsPd1hZ/uQ8W7KaFcGt7JPaJQ7ORoXC1Q384wkDmc4Y7YX4+5II8UkJ2c1oZDE4m721RlR5VJGKkFGbeaGNAxTycOMsJdiii2Lai2v7jXDnsakB2Y/wOoH3Lyh8cpXTFrLeeKcg286SjzY7YdsPZvw+MlIuTal0SEou/EoYTxKMaM8huT0yuB+FBALQzUVkWvC2pfnVfm+x9HOGf2jMW4/xh8mWKaFaQoFJSZMROgrhKIMyycEIImBiaKYQOgVyvVnqmG2NM5FfOtOPVXSlFeDGpW9npX6fiwRWMkAwVICTBHXBZJz6EAxozOrIYqIWMOJ4PCzu6aIA1cuFtm8UlI/287WhF7XU3tlsSrIdyhVRTSVp1kuqoifO295fPaWy7/55jL/9psrrDctkUPwcH/I//aLXf7qvUPiXEpiS+yDUJp0VudL3Lxc5/lLVSbeRNXxYMbRYIZuOrTaHSyzyNNHhzx9eIg+p2HM6Wh5uZ/KaUZw5BZWZGaCm76vbr7yd1QWNC68aNLZ1Hn4VsSjX0esVwrcWCqxIU69WsJcXaNUWKCcnyctmCR5jSe9Hu883OLezgn6xFS0h6s361y92WAc+2wd9zkeuow9g7G4k9KsxOUbTH2Vwypo4bY4OnUdx9A56E15djrhdOwy9kUlH9CaS1SNhHSwK64Zi87VIk7dZvfzgN27IaVSREmER6JriAWHa/NHN5t8+4UmP7nV4ycf9hXp5NpiQ10dP3t4yqPdHs6iibNkEJylzA5iXr+yyL/53lX+xR9dYPv9J2y//5gdd8RuMiUqFqg1F/DTIm99cKoq76QqfuWrzy3z/Vev0qoU+cs3P+cvf/0ZN5+fU7UoWcnxFCsOGMdCS4GP7nncvu+yfq3EzVdravgpGbZCSjg+HXJ0NlSCc3kWi3mDVslWmbjuTNY2n6/fvMgf3LzAwB1xb3+Xe4dHHI4TDmQgKMLgGMo2tAuCHVYR1+pu6Ma6qkmSqJLrkpuY+CL+UAQcERnmKJcKtBpFFhfKODmD/a1T9rdOONtPOdvPck/FnW474nzO4VTzTAVRv+9zeaHK69c7XFpycIwpujbj07MZn3ZdLpYdXmyVcMOUn+70eftglHVfZMC4XOLiRplyTdbnKVPP4+CRpkqTvTiEq1fqfOlLbebmHH79s31V0tuR3ocMfg0HdVcr1DTyJU3dkQWd6Z7ZzE6luS+NJxHbB1QqBcoVRxkaRgNBW8U4jWwfDLo6gUQvJFlf5vr1ZV55eZON9TYP7h+qOj0bcXI6VIIUIRqILl2GjSJO2bg+z8ZzCwxO+xztHDM5mxEMwQ50/vHLDVV1O8BOZjw6CPjZnYj3tyN6cURXKHOSrSp9F7nX+4YSL8mdUHpjlQVTlfQvJMPbnQjdLMLMp2w+X+bCTXEV+xw/mzI8DdTAcTqWiC8D3dYVya8xn6c1V6TVrqq4he7ukO7ekN4sUA5BT3LWpynJLMVMY8wk5suXOrx4aZGS5C2OPc76Ez4/7PGoO0Cv6GgVTTm57aLszSJgFyFfzNq84BJLKm+5dzJV+c2pJYJ9jdFYSjKMNVWLeYelXInNYpGrzTzXmjk+enTC7ccn3Is9HhViulaSRZCJ6/JAxz3QMComdtsi54BjhCoeoXdk0jsWqkOMbkYKg531M7N+pYi75xZM2gsmppkjDvNYlsP8SoWFlTK3b+1x+8M9gsBVub5zDYvLHcE1OkS5lCiX8FQcZttTRrNYubKFwiRCC0tFn2XROZYImcsSKZJwehJydhpSDA1VTl0nNyf3+DxXNxe5dqHD8cEpxwcnFGKXuVyMY+m4RpFpkmfvyYi9p0PWrzg891KZWkVizqbMei6PgSekfPvGNf7spRco9Xw+/8lttj59gls1cSvZ72mZeR5s+dy+O+VwpPHKdzd4+R+sU5rEFMcR+896fPboiIP+iMjJxCK6im5LOB3G6tw+k2glmRVaMDdnqQHKH72+xvfeuKAQ8f/nf7jPm28f0uhUaHTKpIkoCX0sK8IWwggxZ72Is16s4rlKDlTkvuEUyMugTPI5xfHZ0/D6sqZHqk8hxgdxRDmOGFAiOp2QejFPLe+oZ3Vw7CmnpAyPJSf0yeMZTx+76EJDqKBc8gs1h07NYRYnTOOYp4c+nz2VYQQsiLO8WWBra8z20xH1doHF1bLqGVrWBNMS13EOy8ipYfzBoa8yqK9crLPUKYqsVA2Jjo4E2zymZJSZKzVpmBXSvk/S91lbb6qKGNCb7HA67rM/TDgeJ0SxxL0I1rlMR1zOOYOh56r98N3Pprz7+ZQ0r5OrSZSORlVijID+yGYwtLl6ucLVS1X6Z1Puf36mPosXr6yquvXgGR8+2KEvQ8ZYI1cyaa07NJfy5DSPnOYzlozdsTjcKrz23DwvXWiw/fER27cP+ezY40434lSobTImyJtUmhUqrQobCwXWFwqUKiN05xjL9Kh4NcpujdUVm9XlHHbqEo8H7O9O+e2tgI/vB5TXdEqrsodo5Byd4TRl/zhm/1hEf6YS/rWqeeZqBSUq6U58BhMffxzgTQKWVyqq6nmLkmqKRhwOhhwNhqwtNVhdbqjejoivR2ISE3GTFymCklTeLlKwytTFwV+KaJcSCmmRfFrkw60+bz04pueG6nkSwZBQJYRc2G7VmWvVmIxCDg/GdE9nyjnck9iOQGh6IhgUxJwI5zW1Jpp5IxMGCCrsvM8pjlenZFAoSf8gUSJPETAEwxTHtlho5WnUJT8qo3IKht/J64q0aBspoZeytR2wtR1SqcdU6zFfu9biT15cYbNR4ehYYt9mvP/khPefHrN6w+bG60U6zRwF1yDpavz3Xw75m1+MmMghoYYSGAlevCaCrKZFo2Xx9L7Hk3tixpIoKonm0fDlvjTzWVg36WxYqj8qvVGJqNt9GnGwG2WC2xCW1gqsXSyqvXh3e8bejhC+NOyypnw8IsiRr0/BQGMRbGX16pcXePXLHVqaS653TOSN2bdTVTeaBZ5v5pnOIrZOXcxSgVe/us6N5+YZfPiMwQfPOApjDnWdPV+oYLAvsUciaJ/EuL4IU3WVY16XTHqJHWk4tOsOTx9OefpopnpmjYW8Os8Lst2wRNCVMjqRvSSL3ZPZxHhoMRkZzLQIl4gr7SJf6lSUKFHMD8fDKdUFqHU05nKSbWvQyunUC1DIaRmQSfYnEQzEKeY0wRykFBKLucUF2p0FRqcDRiJElAFwIUYrp+QbkOThNx+K2N3n8gs1Xn2jzZwQSJ72iLcGDMo2g5KNq4V4aYAbJkw9nZmv4QWJIm/J3V6q2ZbYRkf1/u68P+bO+xOGqcYwFcG9Tr2ps7hgc3mjqGgMO3c8du+4yiV/0A3Jz2usvGBx8csFnp+f5/n5OX759gl//YMdqvWAf/nPi3z1RYve4ym9R1N6cY5+lON4jBqKSovhuWuZaU26jGbqYc1irBHsbSX88J2YX32ckEpcWkOXjQHdjbl5pcK335jnm19p4b51gPvrA07MhKOKxuMp3NlJeNZPMWs6Zl3jjSsd3ri8wPb2hJ+8vceTwxHNDYPmjADI7wAAIABJREFUukFRwBejlLWlAleuV7i87rBZN6mbGn/+41P+/MdnXLuZ441vltjoGDhhSMGPlEgmGAdKbCvJgtIjDTVDph1YZDPHjx/P+OTRjGcnEcd9ibIp8q++f0XVzgcP2PnwAYEzxdwUypnFupiNcgV+9qMJP/sfY65cqvLaay0Vcbr3LGB7y2crGLEVjDnrJ3TP5O56TiAoFotcuXyZK1eu8ODBAx48fIjruuc5eKL6zPI/ZPCrSobAZob8VEoVOfgZgswyVANZGtKCCxIlXygBKF8Ma85dKAp/9nsD4N+b7p1rvX8vE/gLh5WaHGfuX2WmldwUcbCem07zZZtCtaAu24keEMstQIZFCveVLYBy68ucqtlQRpVSPYrPI8v9U318U5SAsWpyyP/IAFguHwq2KwuQKB1FwSkHGxmSSCdZDJYy+BWX4nnO3xfIbFnYZYEQt5mkRUpZkkVaCBXGqL2oqwGw6wp6LeOCh6GOe54bIE4/yQ4SdaC4rmQ+IBdR/xiiaeZ2zXJRxYmSqMNlzpG/T1xr2UUvcgUxJIOxc9ua/HCCW1NWhHMGtsKG/n4e8zmR+3embPmc/m4Ue24rUtMvdVA+v2CJvzkXp7RqBq+9Uea1b1Q4OxQFVMzDRx6ffT7ldBhR27Cob1gEo1CVO5ZLikYw1RQCWg29zvG66m89z06Tz0/c6ZWWQaVtKozVSLLfBAEneO4vfh9BLonbQlzKRXmpE4XnyGarkptgIWMjGQCKEk2ec6X2N6SZY6iSBp0MHzYWLV66nue1Lxe4dNXh4lWHna2Qu3d8PvhgypvvjHmw5VFfzauS98dzXfyB4KUlk8CgmCYUSXjjlRZvvNqkuWmhL6Xsjlx+8uMz3nqrTzCR7Ed557JnTpmZBCVdUV479f1IszIZZbhPyWGT3zHrPsthO8EU1Zc0vuSxlEaHDLFloC6rZqxTzGkKh9KqGyx2LFZWbF76iqMqjGKGw4B+L+ZwL2V3O+aTD6d8fGuKL4cVw1SZXTLclWzlYs3Aqen4EtcRaCpPLhWUnyt/VUQsSKqchSayF2kiy/RdBttJipOD176R47U38upAt3eUcnicsr2TcHAoucbiRUhI1fBX/nfWMFWI9i+e098Z68/5QHIwOC81AJbmpTg4zwc3GQRBU5cUJaNSLsZsACxOnYKt8a1rJt+6ZnD5a0U2/6DM417Ef/7bAb/6zYxAnPcyAA4ifJFWS8axDI9ESVU0sIuSC5Ao97Yc2nL5zDU/kQOlZBwOYSoKYhkAR9m/U5vXqUqzWhwzVZuh5IUeeSqv1JdBuq+do6elESkHxfOBtaxaggCaM9SfUW+bNFomg27MzqOQwVmsFNlyoS3XBO0pSvJUKfJKZZ12K0epaHHvY597H3uqASAXevnTJYdaUNq2KIolP9YPVK6NwtQYphpwiLsoGsrfkbnzlxYdLl4ss7HpKDVcu2PQ7ad0eymffzzkkw96nJ0I31aERQYlLaCkB/yTf/o8/+Z/flllV/3i9ie8c/sx9z8KeXA7ZPmGyfLzIs4RNLau1odRN2LYy8Q2ou6Uv1sNVERp5xlKePIPv2fwD79n0i6nlOTAquWY0uBsUuL/+ctD/vqvjn43AC43LTprBRrtPKlC85sc7Y452hsrh0SmWvrCtZWhXRUFIQMgqMGvqEclK10l2KcaBTPGMSMKeZNitYJdKNDrjul2J9y4VOUrN1s064KyGhInHgUrR8HKM+1FTPsxDTtkoRyw3DRYXlxkaXGJD3aO+GD3iLsHMx4dRhwMY6ZRykzch0JwiHTm2jadRZtmUxwZciHNs3/cY/+ox2gWMpHPTMQfat2TtUawYBleO/EVW+FcbPSFlEaaY5n7XgkdZJr/hZBLhkhyFjAUKFdxFWTNyZd0bMeQFHgCFcguisxEuUyWmxqdmkGz6NBwHALXwncttg5cHu5P2OtPKc0llObldzKV0lchO93MpSfftwwjVpYrLC+VcYoBdm5GFAUM+pHKdV5fL7O2UVa59JIRPuwHHOzMONz3OOrGHEv2jHLiZXAAccelpuSUy3Mm6ISMzSRvrpB0ZaCvVI96ykqnzWqnzUtfmePVr8/RqkV4J9v4p7tEpwHRmU9/WOBsVGQoqNjE5MSN+WS3zye7PYVxFNzPlaUc11dy3Fwrszk3x+Z8m7tbx6rENXXY9xiImMwyCU1xAQfKvapQbpIZattU63KRzuG6M1xvRv8soX8iLmDJC8+c20rgkqRKoGGl4qdMyKWCA9P5e98o8s1vlDAjFzOeUc7nqJXLaDmbszRm3w358dsTVVEsildL5a7OtTXaDV29Z0VLVyQNuex5QcrZOGQ4kaz6hGSWsNqyVcmzM52lStSmCCUm1CoR9XKkFMujqcxALTr1Is1ynkHgMghmPDkOeXQQKze0xFxIJzrULZXDJXlKIrrzVUUKvSkCJS+yVf6uRHEIoaMmblBp8soZLUE1yVsli7X1AptXC4R6yju3Bty+N8Yo6ehFjfx5nqWc3eTdjjSdyAhUnqUSQEiGqCKNx0rs94WoTKWWKEeM5AzKZUlT/zwWx6HEFwipRYbg59QAZQlRe1D2Xok4QMVEyXMnzRc05Q5sNlKWLpZYvlJReaPHxxPlIBwPTEYDg8TxiR0fd5QyPdUIJwZO01IlmXcyPEzdGM0TAZY0EMQNYXL95grXX1ih1x2wt3vENHLRizppTjJzQgZ7gsPN4jPkvKxcoeJ6rRnM1XQuXne4cN3huBfy6d2xymucyQV3qPOtl6t8+6Uqth3Rm05w7DxfWtlkvTHPb+8+5d27T+is1JUDWH7npztDHj3rc6rNONWmKrfHPZKcYxHtZY5O+a5CPWGhU2S+U8KfRZwdzhgPg0zt7ye0Vy3aK5ZqHAibPwhjtWeI8lU5PSXrVY8Upi+Qz8LNBnbqXDVWuoGskS7CDyEB5TSKCwWKnQJhECiKiZwdxOEp6vul54ss3Sxx9MDl6OGM8WHI7CxWwz8RJcieqSAksjmIiNaW/URwn7KWxWiCHhHXseRCWgmVJZOF6zmKbZOzrZDudoTXjfF7EeWWRetSgVxVp3/qqRxOiYGRai9UWL3WojqfV5d/L/I42vI42nZJphGaH1Ns6NQ2bKrrtkLv+WnC+FnE6HGsUNCmYSmRXCw5pRJNIUecKBP5yFBABiii/VX0hLKBJuIzQeiJAFTWe1GmBxAchQSHITeey/HKywUWVvNoRZs4Z7G95bG97dEdeqpJFxFhOtmaJeu34PcT1yKZ2cp9Gs4iJfaQq5s8iwvX6qo836e732d4OsMfJCp7S84mgm2WtrAS7Ari/5wII6ImEcPJ7yIuYXH9CTJP9hdp2uWFvqLETtJ8E8dcliGshsASQSMNbjkXyUBZco/lbB1kgl9xA+RFMCLvsZzdZaAkuZwyOct+cJbW8qxdctR7tLczVQNgIQbYImZtC9FInFc5lpt55aLavpuyfS/l721U+eZmlY1WXuFQn57M+F9/+oz/+JsDRYIQIYcId5MkZrFd4Op6lSsbFRLNJ9E89ntTtk9mKkLIyddU4M7JWZ/Tbv98IKNntCChRmk6+dAmH+WYdF0mPZd8yaDayVPrSJMrwanEPPkw4MmtkFbRYqVt0y7rlOyUZtHgubUNnlvfIDUi3HTKw+MzfvNgjzvbXXW/EYLC5o2yqkiL6Q5nSujc76b0ulCv5qjXcipaYjKdqXW2aBcp2QUaRY16UUTPmlpzPTSV/edqKV4wxvXHCh/Y78nPabN6uUi5ZrH70Gf3oYeFxN3EVBp56gtlRVj4csdW9cP3+vzw3QH5XE5h63KmzuPtHjtHQ4wGGE1oGA5trciLK03eeK7NVy812b53puogHHGoT3DljCwA8LjA6UTjZKpxctrn5HTAjbU633lpjXa1wE8+esZPb++wuF6hs17lWjvPTclrJ1FngK3jCR/vhHy8E3Dt+Rpf+WqDSlVnPJ4posnh6Yyjsxmtcp4lwWcLHUSXHEDJ5Juxs+fy2rUFVSJe2ht12R0NOPU0zqSp6UtOtgzCUmr5RA2A86YIt3RmagisMQoTBtK0krOQZF8LolKGZHK2zeVw8nlsLYceybsKvaMhveMhaWiTRrbCH3tRoL7nQi2HU7OZnQS4pz7LtSI3VhtcWnBYrqXUCjFvbw95e2vECytVvnG5re4iP713wm+2usQqvgkWVxxWN4rkixIH4DIZ+Rxtw9EWwsqVIEFuPD/Pq19ZZrFT4ec/2uIXP3ya3ZPlXZb3uJCJbsstQzmOREAvz9P0WGd0KFEBsm4E6Hak9gzJXpRICBEjxKp5O1X492RgEA8zepq8fxubLa4+12F5ucbp0YDToyGHh2MODyeKDKP6Z3KmkFaDrrGwXGF+uUylaFAqaLjjgK2HfXqHE773SpPvvdykafgUwxn3Dzz+5l7Ab/ciXFkrleY7JjUS5dSX7GIZKGRnD428NOmrMjQVsZ6l1qTTnsfIDdh4ocj6zaLKtO4eeIzOhKCT5TSrAXlep1yXM2aOVktIJDXyts3BVo+Dpz3l/nWjSPUVIj+7o0pTWmp9oaJykiUnUpD6o6nL7tmMw6GrnGMSTWU52R1B+nWpHSln9lrLYbXlqKz38cBT57pIBKipljWiXY2CnVCwU5adImvFCptOiSUbli24vd/n9v6AJ4HPMzNmqKfKxSsCSFfOEqcojHiuJvm7shWH6EnEqC9ZpNl+LwNAJZ5XcSeCLc+MHrWmrur/Zes9n+xIzyvPkz7zelvew3vT3WjLZovsFiWKmtXEame0+3fth91vE7sxMRva0EikxKE0pMg2bO8ANIACUFVAeXO9vzf9xnmy0KQ2how3QLYBquqmed/nnPM7pmmRkwHTpMnDQb6cwqMHNTz8ribvI9MGclkN8xUH81WSBCzMzFnYPuxjfauLWtfDKGZ/LE2ZiQDMfSI/L76bzNP3IIlIg26IlJKYAO0MYGaB0rSF65fmcePSPNYfHePxo2MUzAjnZ03kTJ63gWYnQns4QnswwvmLOdy8WZZu9v2tNg53e2ioKhqKhnfOn8G/u3YR2eEEm189wN6zPXRtCz3bQn/EftsY3YmOvmdAsVO4crOKKzcqONjs4WCji/3DDvZPOuj5Y1jFWFC0jmLyp4PDuofnx2NJslHsMS0gbehCdfvJ60v49z9ek2v9H3+1iS/vncAppuCIeJf0b9BMwT08O027Q0gPJQVux9CQtTUUUlqSouI/F0fIGRlZ7f4QJ52+dImmshZSWRPVQoBK0UfZMoSgYUW6EOqE5HIq1B3UPRw0XHlVZx0VJXbfFnKYKeRw0BzhoDnETsPDdsOHG2uYmc+iVHZwfNDDyUEf6bSBUonvLR1VvicKCgjyGruxUMSGAxcZR8PibArTRUvCDXwXNdqBrPGEmG52VRvAyIcy8nF+IYtziznYJvHhPbSHQzyre9htkU+fEF3KmSymM3nYpgEPEfpegM82Ovj8aRf01GrEq2dpztJgaaoEOo4PY6ysZrC8mhaSxs52G5N+gLVqFWvVCp4fNbF91JSZD88lmq0hVTKQLluYnrYwM2ULitkbjzGXMnF1Kodz+Qzu3q/j7r069scBjoMYXWoAFI00FZk5B5k5GzcXsrg5n0EpPYGpd6T6pn5konZk4dwZE2fXTOStEKbvolUf45tHI6xvT5CZNZGZtQSFarOz/dRk0Ohys5UYTm1Nh6PrMuvjfmDohWIYbh1PRJyfX8yimDaQ01m3F2LrsIOtwy5mGU6aSctsnULtiO871pCwsi6I4YYRCnkLlbJDECN40DT8QOo2Fhcy2K9PsMGUf8fFgOhjzjs4RjCB+bkK5ufKGAwmONxvoNkaYDSKMRqRLKnK4hzLHXsyv1cZuqMOwbllxPRpIIsnBpNnbdYYOknQyhtAzEJGTCObLuZsDjX4/S8s6FhY1GFyVjsOBV1PyheX5UQwnQg31zJ450oJZ6YziFwD45GCLzdPZC1dtnHltSzmyjYyEw1oA//4URu/+LCNAaelKYZdVGQKKnJFDeWKhlJFw8lhiNohz1qQOb7PsxV7iV32EgP5MlCoaMhXGHRiLVOEbjPGiD/3nocSk9pzKdlvMyXc6/hiBOJKwn0MfyWJaZ6lI57ZBsCFMwVcPFPAck7FghEgo4bohhF6YYhZTcWsrqAX+tjzJtBKFm68tIizZyt4/vttbH+8g6MoxLGjohmSFKagMwS64xDdUYQxnxMu51y89qKEoFGxRHSvnwRoHIcyV2CtA6sw7XQoq30ItA645YhgZ2guUjCZWHAnhrw7x36Iq3NZoVfQyP5st4294y4WL+eweCmLJUfBoh4hE7NGdSw0S9UxoKRMOX8qXihmgpMjDxNXQXm2KCuDUJauU7Oj2ZGaVIDhOMDnmz6+2PJw45Ui/uTHVVT1EOONJgabTbRSFtppCxPVh89qDOpQnoXJREWf86cBK135uahYWHVw9U4auZyOJ58N8PizAQ4HMQ6GvFATIiOfFRfOZ+SZt/doiL2HA/B+bQ1jEYBnLypYvqbj1sIMbi1M44P36/j7X+zDzvj42b/P4NWXTWjtCbTWBIctBQctBbutGDvtEIGm4sbVlCzVc6G6E2guu9BVHB3E+OCbEJ8/CuGmYlkhE/fDCDcuFvFnfzqPd9+YQvNXu7IGZQPDM2ns+zEebw2xczLB2FQwtoC3L87JYkf0v/7+ENuHXZSWgNIiUIkMVCMTU0Uixmm+NXFxysF02sDPP27KOnPZwStv5lDOAW5rAr/jIkWSl8bKSBW+zqCMgjGr4SIVjubA1h2hCny13pO083GHBoIU/vqnZ/A//8UZdL7dQufuFsbOCN4ykJozsFzKomw5+PijviwSKC+s5BCGOvaPQmwfEus9xmEwQmcQiZnOY0aC42sKwBcvXsDFCxfw+MkTPH78BMPhMHFAy1wqicTwoCnJ31MRNSaKQZCzxDTp4r5+gb3jYIzDWiYeTrUpORyLOCfEmH+bpJKuWf55oksmv75QjvkwoLAsQs2LeI5wmBOGNV31dCoSV8OeXiJ3ur0Jgn4MJnwpkjAVq+t0rhNhyji2L5hVEQhlEszh9ilO9hRvnMidL4b/VJUShLUsidckIhsx0Mn3lKAAqVn+8bfHjR0f3Bwa0LlD/HC2QNwBUJ5RMTWfJKbGE4q+Kmo1H7UTX9IJvp8IzZksL4IE38zR9PAgQm+bQ48E28n1QislhoLICH5TgfQ08iXJVCnTewmyM+mlS8rI+F/5NF6Iai96lk9xxIIEojv8e0fkaYLh/5cWlqRlrMsGPZfxsbSo4b2fTuHdn1bx3/+phX/5pyb2Dl30OQzVY5QWFBTngSGHlt0E78qXBg+S5JNTABa07vep8UT9559DAYni7/cCcMcVRGGi0RPJSqGP/bnEZKhQUyH0HPt8KOPzu3+RfOZLmGJDInyRIsxBkWOZcsAVcp8X4/qlFN77kyJ+8uM8UsW+rN/8Nx//8F9C3L3votYbCx6qNGehPGdJkrJTd6XXRyESLmDJuiFdb+fmNJydV3HzZgGvvFZB4Cj4+ZdH+O/fnKC3G6O7m/SM8OFAB6z0VBJFWohgFfjiVzDuqPAHxBGzm5nfDNNpHkx2RTHhnuwFZLYsaTsRgIkcofCnYmlBxYVLJu68lsHN22nkiiZyBQtPHvVx76sOnm9MsLMVYnc7koFKp0P3cGKgIAmcGG2KJhwOEbFJhB+7WSKieTnAo6DElBdfQvxCZFNDATiSRB0fI5m0gluv2bJOmuxTcHFci9Bsqeh0aMlI7BIcWPNlnyQ+TwXg0+4MEefkYH9qVmBaQ0mQzInxhM+MZPgqzxi5NhKkocK3Nq9xDmZ5/3uK9LjePAfcPKfg5bcKePmdMna7If7zr9r410/78EUApiMsgOuGcrixKRikiaAzYVgmgpB9yK50uNJdyvuGPWcULd1Bcp0zTclhBe/p2VUd08uGYJp5aDnYHmN7fYhuk4lTQ3qZXnSe0pGu6r6k4KOYiR1derDm19gXnGBJ2u0Ih6eiCe91PoxMJidjDol1TM9r8jW7YSjl9E/u+rLcAd3IRNgwBRfCyccwFVMWuwk4rKWxwLEVGIoKt6bIUoTEEOHNtyr4679ewMqahY3ndWw+b2FrM8KzzRCdVigHWp4pJFylKShaAQpWiP/p393G3/xvb8A3XPzjR5/igy/WsfM4ws6TGMuXTCxdsuT7ZJ8Nh8vDkSddKuzCGwwDcetHYyK7NGRNE9WcgZ+8F+PP3gMqaY7idMSKjT6yOBnY+Pv/9xj/9W+P0Rvz+gSKMxZWL2ZRLFs43B3jaJcpv+T9JQlv2Yz/IeVLsZNPcabnOQfnOy1kMpMCMEkSig5FOhdcEetVM0n1h24g6Y2rK2m8dD6LMwsmpsqK4P9PhjFqI+DxhofHT32cr8Z44xxwZ81AyaZzNYdPntfx6fMGjtnTx8M+gO2xjwP2v480GGMVl9YKuHmpLOhnwjf64xBPt1t4wm5MJYTFznZe9PRhuApGfQXjHjuWA0Q0NPDDOU2Zn7YUyEGE7zNBXct7IHljSL/paTHTi0oADrWkc5G4Po3PCCKsAYNmCPYku0BFN3FzrYpba1V89biNrx63cNz0MaDAi0iGzKXZCJFqIVRNSdBxeEXE57DlCwqf6UwOBFaWNJxZZYoqwiCewFN9LBTKWCiUsLfLPpUuDo4naA1C9Iiy9Gn2Scw08s47FYJ5YFPSmizuB0gDiCfcNIaw4wiVXIy5iokfv3odP75zDYWiATtFHFUPevAcin+ArhfL+uKuh48+c7F7QNckO5+Anhei50WoTMcoTwG3Lufw8tUSrq7kofdiGH3g/c8beP+LBo56HkiH9/mspfBGbBlTP2OKFQkFgWixUjWFQsWBZnvQLB/N/QjHW5GIKMQdKiYl+RABDXrEd8cqdD8W4apkAa9ct/DKdRsLsz4WZz2U8ykUUkWEmolDb4Lt/hi//WyE3346lIMqEdBMEszPhZibjpExiSnjdW3An1gYjlR0RkC3T+LKBP2TMdZmHazNOOiPIxw0fBz3mCZjh5aO8zPA+VnI4bDeCgX5dn0hhbPTFuqTIWqTIe5u+/hyg8h3YD5NnLgGM0PSi4FJFGNEw9LIR1OQoIEc3gZjVQYPHB7xPcgUPZHfHIxSkE0pXMCFK2m8/GZe6Amf3O3im/U+PBjwFB2mQdd3AMMgMp+H+RiKRQNZBFOhT9OU91kYEgEbyIF+zEN9mBBZ+Ks8ek9R6TSdUeyVZ8mp21kqGU4xYODg1qPdKdniSb1IzJaYxMFNHGJ1QcX0CutXYvQ7HAwQW+8gV3AwwUhWox6hfgx0WhqstA0zZSPquAg7rlBFuG8VMjjvRdvAO29ewA/fuID2sIWdkwMctNuojyao9ybwDjV4hxw46NDzhoih7mSMwHNhxorQB9790yre/dMpNDtjfP51HZubI3SODXSOTVy7ZuLqNVNSVN3BAFlVwSvVAq4Us+i6niynmkJmPoODnod7T1v4dqONkRVjRKEtICXCkKTmYEA3ciJYUrik+3qq6AiC9GRvKAZA7kt4Jlk858iihW7YnaDX8tE9itFvxDBsA4ZUoxAdm1TbeH5C3+G+U/aeNB8yAcZnP5GmugKnbMCp6ImsqFD8UJBJ8/1uoLKQRnkhja1v+nj2bQ+DRiDVH/ww+ezj9aPIxJl4c5ro+Jgl+pxEDQ8xjXPJrE3ONNlZA1NXUkhPm2gxTbznwTsOZKXzKkorpgjAg1HSa+7VAbcBGKoOJ2OiNE2jQAXlhQK2tlrY3GrDa44Qd8YymMjOq8gtaVCzFpSche7zAK11D26TCNqEnBLbAWKLQ4YkXaxndJhl9vGqsBwPZsqD76XheSkENBD1xMeMFLHj6RiD/QiD/Rjn1jK4djWP6rwJNRMjNCI8/G6Ih/eH0tNt5zlgDMUsGMU0g5AiAkn0jFqKILe5P+d2joKcZajIL2WQX04Lfrl93MOAB2ue9YZ8dZEWxWc4932RnAdlf0eozSnaNJUhwtaRd0q/OZI0pZlJMK8v0NxSaTAJxMj84lykpWkkTc6biekpQcPz3hZ6hGJKckyX/ST3biTEcCmC/p+Zt7Cwask1dHwwRqvuIub3N1FQWtJRWtKwMm/g3JyBomOi3bLRaTlY9iMse5EgoM8sF3DUD/C//+o5/vOHh1LdYSiOmJ4jdYJK0cTKXBar81lYaWLkQmzXR3iyP0SnR3ODI/QWVxnBxUhqk7g34cs5dpimUZHxbKQ9G73GGN3mGNV5B2eullCeNhH4Q7jjMXafutjdoODBWgdVPA3KJEYGBn725hX87K0r8LwuGq0jPDlgqqSBh/t9dEVYUFA9q2HqLDthFTnneYMYjZ0QzZ0IMytpzKxm4MNDazDAgAnwjg4MKZBz+AYsFHNYLBSQKWWBvA0vZeDBo0NZzbGLXuAjVzJwZi2DUt6QAc7+zghhJ0bQibF6voybb8zhzFoWs8oYcxjj5x+1ZemOhfMXikildRwe91FrDBA4IQInwPXlKdxZncPFfAoziFENYuw3gP1GjEY0QEvtojsYY1APEPsG5s/NY+78PD777Dk++/w5ZvMqXrtaQDlv4P52H/ee96EVTVmvrZTxl+dnMKUp+PrBDr59coBH3RiPOhFu3Czh7deryOaARqeH42YXByc+Dk483Fiu4K2Lsyil2aM6xHF9gC/u9fD5vT4uL1i4tGhBz4QYGz6GeohebKAfGWLIYpWKQeKVHiBjKcimDaQdHQMfGHgx2hPWWCSTokJWRyHNtLwP2wnEIM+KrH5dwdFmhNZBiHDiyz63VKZAksNw4qHeHqA7nsAp6LCLOtxeALcboGjpmMs7OFd18PJCGmslE7962MKvHrTw6tUq/uKNBTkn/u6rPXz28BhRRpNVmDdRWTpFOvY8qZWp78eS+qZZmG6iW7eW8NYPzmJxsYx//vk6/vliK4A6AAAgAElEQVQX68mejzct3+U0wuYUFKc15MuazJy4ekcROntEYye4aJo+wLobX8XsXAmLyxV5/h/Ua2i0OkK7wkAVpCuT2NWZDBaW85iaTiN0JwhdF/u7ExzsjTHh0JZjGc6zIgM6CR8WkLJj3Lo9j9deWxEU8O/e38R39/bx53cq+LM7VUwrHvLuCI+ORvi7jSF+f+JBTelQ0zSh+ZIWoxDLjkF/QnMak8AaFPYXGyEW5okNzogh8tHjPrb3Rli4ZmPxmo3xMEK3HmDQCtEjwaIVQudzLqVI1Uk2Y6JczEh9g6UZ2HzcwOZ6Xc41ihYjJNEm0sSUSKMQ5xyc/9hmUg/CaiMK4/1eKO9wWAnGm+9E3aTJmH9WBDMD6dXjooGOiH6f+E0JhtFYpMGLWP9Ckc7DcjaLM/ki1tIZ5MYushNXuhHvNofYdX3UwhAjns8YSIkVjEjT6nI/yOoSS8R3hlf4jHZZbcEBsVQcnCZWaei2mSJNVirHnwf33aYkY2kK4LuWlU2bT3vYeNoVGgQxo7aT7AvKZROvXMrj5Ut57B938Wirgd3GBIcDoDbGKZWH720VhkpjBc+KSb1a7NIkzoo4VRb3rzRzFwsmXrk1L+vDDw9lzRRMvHmjhEpKx97jLg63ewjLIaJSiMvnynjp4ozQO778+gjfPWgg0kzEuom3lufx3tllFDDB4d4GDusnOI7SsraPxtg5HqM4VcTy2WmsrFYxlVIx5Wj49SdH+PXHRzisDzH2XembLs0C5WkVZacga+tgiIfPu+iOXUlF81oIugr8noqfvrGI//inq0IB+vTeNh5tNwQdGtF8q7mymNbrkQbCmWDEz16DGTMdZSBjkGLkw9TYpU6HGnB+YRrnFqaxe9LG+vYxBr6PXCWNbMlBVvdllbUYZQ0omTbydlYKjXYabew2WujGEToxwxMqHKI9TRvTxTKmC2V896SO+08bOOl76NA87ZiYmc6iVLLRb/bRb/Wkf9vWVFSLNi6eLWB5IZtUmbTHUGIXpspKM2KYFWRomKONIFYw8CxZz+sBNpnCbHowFZ4xYlyu6rhcMTCdM6UaYjiJ8d3OEBvHQ2ilGHopQlFJoxyTjOHAtA2EmoIvDhqy2DNMGG22YGJuwUHK0bCzPsbO49Fpp70FnwaIPjtiQ9ieCce3MJp4srg3ZriBeydi02meuHRtFhevzyJjDGFHHVQ8H3OeiuJAwYcbfXy00ceAlJ60IobcEcWaKEb2jCbrB4t5vL2Uw4wWw3Zd9DoePnjg4v2HLq5ftXDjmiUG8ZJOw3+ArYMBdusjWPmULJt7RjPZt8v5jwajQYQJ07CsCBsriLmnyVvwoGJ3a4zdzTGmF5nYT6OSN1FMGTIT/2a9g2/W2yiWNCFrcO/HMxyPakLQtFR0Wiq6bQVzcwpWV/lsDdHY99Gvh3jpzTReeiMNeDrGbVXw3A+f9bDfGCOXNwWdvbIyjeWVaQyHfewdHKDDvmwOmWlSPJ0ZcZ5FEo/QiCK+ixKmHok6w76LXncsRkI15ERbhV1WYJcZbFPh9ehCZO1CKGEXzgvD0MCtOw5u3bGhxSG6FMFrFH9Z9eSeygUKVmd0XF8zsDadQskpwNHS+PZ5DXe3T7B8MYOrLxexWLaR9xSZUfz80yZ+/mlD6n44XOa52SkqSNFUWlCQLyaoZN9V0T4JUd/z0W/zRMspLlPaAXTNR2mGSWAL2RLJqZrMFpq1IZq1gZjMSCGybUNIb3xOn+yNZKXLGorzNOmTyhkIWUsPYmh+jEqJ9DID15eKeG1tCsv5FOK2h6jlQelPoPQm6Jk+6nkP6qyJlQtVTM1kcfeDA9z9cB+HaoCTjIIRzbquKj/bgUdDRSi93RRYWd1F8yYfU7NTGmamdPgTA75rYDQJ0B+7oodRECcuub6tovacc9oARsYVQwDnkBHrCBlInES4vlrEnYsV+CMP649PsLndxKVXF3D5tQWsZSKsGS7UUQ+NegOD0RDpfBrpQgah0BcDbBy7+HpvgqNBCAZZuC7O5nBpNsdtMQzVRzDw0dmdoLHv4rt+gPu9EK+9XsCfv1dFWffRetJAfaOJtmWhZZlwKQArNCTQYZOW77HdHaLTHeJwDzjaBc7dSOGHP8tibl7Hs09GePbxCE9rITZqoSRbafIvVS1culLA8nJa3kt7jzsY0MgVGXCmYlTWQsxfiPHS8hReWprCJx+08YufH0stx1t/nsHtVywsmqEI+ptbLja3PDw5ifCkRdlDxcs3Unj5hgNtEEAf+HKO5j6E2OpvHvv47rmPgRKgr4Zwe7EkxW9eqeAvfraMn/xwFnt/tyULZ3MwXptGGyG21ut4vtPBkR/h0I/x9qUFvH1pXubCH31yjF0KwDMhirMBVvNZrOZzsndWMEQ1E+P6Qg7LJQe/X+/i9+sdzJ1J49KNvBh097f7ONobYGnawNKMCSdjwEiZUkfV7XlweX6y00jbGXz6XQuf3m/h+bGP4y41Bhs/fW9Rlrq+B2V9DyN7gu4ioPH3K+RQslK4e7eHu/d6MCYactznD1Xsd4GdLtCJfbTBHnqaZVlZ9kIAzqRx4cJ5XLh4AU+fPMWTJ08xHA4S9/MLDZSHZ2KI2W+mJ92iTEsKo57hZRl8c7LBIVfSe8auJSYfvhcWJcX5Qtz9QwpY0p3fC8DcmCWCrDyKRWhNHNgi6pwKwPLPn2K5OBCrzjmYWUwLX75RH6N+MpKBAJeT15EuE9XM3kpF0kTDro9R108c+ZyySa3wH3+tyh/EZg692UdBAexUAE4G4EnfoeAIXghSf1Sg+2LgQIe8bSdOeQrAzEplCxqyRboKNeSrqhykqcoT48iOUApufCHQBck/M5PTkGIy43S4ODgI0duN4P+RACxpA/Y+0L3I75WoCMHUEp1GPLCe9A3wBuXwngKwDARjQWL98ef0AnOaaMuJOC/D/1NTgOjF0uWciObyv+msCw2UiipWV4Cz5w1cezmP66/k8Yu/bciqNz0oNt2MifhbnFfQb0bot9ipygMMZOBHARhMMp2mj18gFqWLUyakKnJlTRy8o1EgbiEmQEQMFTI4X5UcqBIemCCf9FxyoGNyXPDhftLpKW4i+ewpticJAUNlf4KB6aKB2aqBl26m8dabWbz+agqHtYas3/xzgF/9fYyd/QhKOoCejpHKaYL/7TZ8cdXyHkhwnCpU3xSndCnto5wOcPNSHm+9MoV01cRXtQ6+Perh4LEryyXihSho6TROxNxUJUa6wsG2CndENCoFVwoVvA8niLjRJG6LA+tTLDcPvHyw0O3NDSCROIuLBs6dM3DxkonrN0ycPWei3VXR7mhYZw/s1z3sPHNxtB+hfkLBPLna5Z5PKguTTjki0B1durY44KKDhUnCeBQhJm6deAlJXybXpaCWfclKytfIVNblWzYu33RwXPew9XyCBnHtA3ZAEL2a9EnRXsV/j4cYQYUkH1XSy5qwP08F4OTXPwjAybWepPqTASBx5yIAv0gz8g/QeX9QP1fA8/7qarJefbWIN9+sysv1//nXFt7/sge/oyDoKJL84JCQwm86b8DJ8giQ/IBcfwLPnyCVYV+VJZ2Q/W4kRgdvHIopQP7YmIdKBVOLKirzqoi/TtbC8c4EO09G6Ld4KGWiRUMur4j7P0l1uIK05o6CnVpzyyrmlxO1n4fn/lBBqwv0BrH0mbBDMWeoyOkqpmY0zCwQ8RWh2fOkq+fZwwBbD7ihYrcfhWh2U0XIlGLBPTLt2xsE0tVnEPvKnmNdRUgMfY/dI7pcVy+9nMO775YFn/7Bp8f45Ks69vdi7O3FMpyQ/mY+N/il0wBiAUUrxl/+7Db+w9+8gTFc/MPvPsHvPn+E450IJ9t8rpuozrPDMhHmROyn610PMeB9P6JzMMa4k3x+3NxPlzS8+8MYP34nRsUxkWbuMbbRjbM47lv4+X89xs//7kTSsNyLlWYsrJzPSFLk+eMBnj8eyrCEh8HkeUtjT5IQ58rkTGTyJkKiBzsjOahQAJYGcoV98LwWfEQxD1E0TiT3jJhJQuDSgoWbqw7OzFuYn2LySMVWI8RmPcTOcYTt4xCXpoA3zyh4bVVHJZtGJZvBh4+b+HC9iQnxbDNpTIhX7I2wN3CRi21kYwfTFQezU448q2utQITV7YMetg97sJ0YuQLT0orcS8FYwaADDDvs2Q0kjSZGCFIUhCpxaqJ40WRw+g4QdYoiuNw0yf2Vzhly0LSZQpGUFTAY8yDvJsk2k6n7BLOaV0y8dqmK1y9P4YNva7J63MybpnzOTs6Hk+W7mYMKKrO8gUmwiARvziEVzVpqGOHKJQe3b6UwNcNkxwiK6cEIsjD8DNbX2SXew0HNk94al8OdJNAl+wT6Sfh18rOmSSxOK4gzCiJi2VQVKu/TfoiKZeDyWgnXzlTwxsVFvH5hQd757H6ceB10x9vojQ/QjTV0Yg2bOwHWN31sH3k4bLtiNCjYNoq2hcXVPBbWCriybOLSrIrZTITnzwbYfj7AF/cH+OK7Pto0z1D4NZUkncxbm+lRnz113FexA0dDrpSSfhy7FMEpRWjvxahtRNJPrlmJaYgklEjhBjX5TAWRSPy+Bpyd13Fm3sD1K7GsuXIapVReulwPRiPsdMb46JsRPvx6jJRtYarkoFpQMVv1MV2kgyASE81gpElXcWekoTVS0B3EmNQnGNcnIuaenbIxiTTURgqOh0B9GKA+CnFjWceNFSbAQ+yxszGO8cqSjStzFkZ6gKEe4ON1F7+9yz7kGMsZHQtZQ/pp81VLXOBdmkDYEctEih8Kcm7sRuj2IvS6HFAmtBY+LuX7l/xGBIsDlqtZvPp2WTokP/mmha8f9jBwdQxdPnNDWFoA04rgZCLp46Hmy+eFFhrQA1OEHt0hZpYO5UREpItbSCynJkAxAtK0FkurqNBxaELUeI+J+Hva/+QlQ9sXQBbZpzF1H7BuhKlLRXDVlTl+IzE6TaJnY1RmLFSmLUQaBVAPDaL3GhFOiPgZmXDZo9qZyGKdBt/ZL7bXNBG88/IK3nllBYHG3skOtusdPD3o4elOH1FbQ9zWodg61Axf9twFTBCFvvSxkyrzVz+dxV/9dE7u9bsPm9h8NsThtoLDHeDMRVsWUcK1eg85hHh7KYNX5tJCspBqjoIFtWyjNgG2TkI8OfZwMOrjYNiHGjGxTky9ggHfn8MIEx7mtBCltI1yxsGk76F1wuGJB81RJb00teBgeiFJErUPh+ieEMcMjDpJHyyTrFYmhp2NRcxjTw4HZexA5KL4G4+4caJYn5jJzKwKM6NCS8XQ0hHyRQPlqoVsnjhJQ9Kjm1/3sflNH6MuLYYJQp997BqdVyo5wKbQSPh3uVGVNmO+I0hy4d5G6lnY06ujsGbBrhgY1kPpHZ0ceJgcUnhRkJ9hj64qZhmu0UmMEfdpk8TgliumsXx5GjNrRTQHQzQGQ/T3BxjsDvhdwqkA6WkV9kwK9oyD7o6PxrqLSS2QPbdQA2wO6yMRgLmyVRPFZXasGSjP0LgaY39Xxf4ORRMfk9oECkW3aoxUPkb/OEb/iGeAMq7dnEKuqGISjNAfDbDxZIyNx2OYaUUoPg6xiSmmJri3TQZIvVqIXo2mpNPtnULTmSLD8txSWkRg12VXbB/D1gQesYhDafRNUri8TU73qCIG8z0l5xRWu6SQL6Tlvd5rDTAZuTBSmiTSXpiNhSww9iW98IJgZWQUGFl+qIkBSsL7SYsI1JjVAYYklLlvUFUaHyU+LbUYvq+gOmNgZsGUAX+rRZxs0nPLlZnWkJ3WsLqg4+IS00cGEKQR+2noxyPoJ2OslFO4er4MVqz/lw9P8I9fNDAe6ZiMDESqK7VCuQyT+Q5mKxksraSxtJrBxlEbd7fqqDWJ0qaIq8KLXFmSZrY0QbHS4MJ3ozm2YE4sDNouBh0XS2ezuP56FaWKidpBHzVBGbqyaDZOsYOX9Squikxs4O2bS3j75iLiaIjhuIW9Rgfrez1snYzR5fthrMCeDWHNJl1ueqCKUbu+6aO+GaCylEJ1OSXX4Cim2c9H7yjEpMUuP2CqomA5l8NKtoCF+RKmVgvIzabx5Te7+OrrXXRDD64ews5pqE4Zcs/UT8ao1yYYHDPlqeDCxSm89aMlXDyXQyWeoBJN8Le/qeFvf30CdtOsXS7K91U7Ytf6CFo2hJaJ8Ob5Wbx3eRnlWEN3v4fOfg99xUFftRGYPkLTlc7Kk72+nGMvX1/B5Wur+M37G/jNB5vI2j6un7VQyGvYOg6EcGEWLZgFC6+vVfCzS7Moq8AnX2/h8we72PBUbLoqzq5kcfN8Dvm8gknook+D1m6y7qxV8N71WczkE1LPSWuEz+538dn9HmbKMWaIK85FiDMRQvZ76w5czcagH2EwoIkxQkqPkDJjpLm3NxUMAyUxEHoxekxWaJDkdTFD41AAi2hBuidDE50TBXtPQzGg0dyrRRFKlQzK5TQ6TOee9NHqDQUZabM/L1JhRhryuoqKqWIpY+DalI35jI5fftfFLx908cbtKv7qRwtIm8AX3xzi24c19CxFFgkJpSV20kKuiUEjRJ1n1X1SFfj8inHr1grefOuCCMC//tUD/OZX3yUkKC7ev8QDp4FcWUemyLlIYvIcnAToHjJxA6SLNObrSW98qGF6Nof55QLcyMP2ATufuyL+xgNNKBOkSVSm05I0m54hmjCUCcQ293fPBhgTKUpqHU2SMERAZwKV3ea3b87jjddX4Vg6nj6u4Wi/jdsXU7h1MYVS4CLbH+HhyRB/97yPj3nfERXKDiVikl2akWNMfNa1kEuvQnFZ2UEyQYSzZzO4dasIXVfx6RctPFjvYu6ygdnL3HsBg3Ys1CF2bw+bHFZDRGDH0ZGyDZTyGcxWikJ6ebJek0Wgl23yFMBniSYd50Tpc1G2jRUPRoopa54FFPh8PvOdKvgITd7/Cil7ZgSdwmpWwXRGxxQJWjzPs5EgSEwIzJAkmy1OdTwRgNeKeVyqVLCaziKsdRHVungw9PFg4ONwFKA9DqS/0WKdDVM2NI8xIMCvMSKNjJcJKYA0YnFxTsO/J/ZYxoahGwkpK5tTBd8u6UObSXBL6lCSegBg5/kIO9tDCWvoJlNgrBzgmUjFj2+V8aObZdSaPWzuNrFTH2OzGWKnQ3Nf8k7jO4N/qhj9dYpusXQ5cmXzFnJ5W0R09tOnbAWv3Kjizo0qPv68iU8+b0r6/wc3ppDXNNz/8gSbT1qYvp7B1PUMzs1lcHE6i1HXw/ufHOKLb2tQVFP67V9bmsKPzs5KLVmrvY9at4XnQxvPRxZaxJ8OQyytVHDp8qx0Go9rQ4xPBvjtvQZ+e6+OWncipgf+XOaWFMwtGJgvVDBXqGJ9q4cvHzbQ6JMgEcG0I4ybKiZNBX/22iz+w3tLcOwQdzf3sXHQxAgqxjREsAorq2AwioTo1GYXJwM7nNe4vN4NOEqIjMHrIBCTAK+vWxencPvSNJ7tt3H38TG6Yx+ZioNMyYajkt4UIBtHyMcRSg77b/OwDAPbJzQ+thBwhmXrSBk6cpqGgmWhnCmgnM3jm/Uavn1cw0E3QJt7dNtAddpGqWzCHQzhDodiOuGZtJixcG65hKW5HHojF11WGKgeHM1LqGAMaHCGTKQCt39qFrGWxVZtgvVDviMZoUvmJJeqOi5WDSwUHEzn0mKev/dsgCdHY2TmdVlxV0VQU2FEBvJ5G3baxGa/i61eVz7DzpBpTx3Ts7bMoPe3htjfGiFV1CXVS+oKDcI8U1Ig8ekTP61OkxETbxUGPphS13WcvTyNM5ensDobY3XKR340hrI7wuTZEF/UXHx+4iJ2VHn30qDaOSFZEVi6bsl6JWPgFaZw+Q16IRrdAL9+NMGv1ye4dtnGtSs25go6SrqKyI+w3xjhuDuBQvylbSWhkDhMeqVtBbGpoFPz0al58j4bDmKoKQPZOUdMMntbHvafeSjPWiJ6F7ImCjYNyzG+etDF1w96SGcjWRxkkLzJYSvNQfz9e00VvYaKhUUVZ89pYpI/eO6iceTj+h0H1+44mErZKGkWDg88fHK3jSc7I7lvGf44c66Ks2enMJoMsH9wmAjAdImoxmmgTsd4QoMsiZGcGTGkReHThKqYGA0DDNmtTEMqzZmBArMYwSiw/ogGSRX+kKRAhgtocDFlXbicrIylytyFpIdHD4d49HCQnEEUBbNlBpE0zJdtFJwMUqaD494Qx90h5pZtnLmQxnTGQJpngF6Mf/66iX/+uoUhzwiKJmcti2h6VtiRqGHH8s7gah2HONhy0Wlw/ssQjIk48hGHnsztq/MGilMGcpwZpXQ0hWg1gOvyM6AxUEc6k6Sae01POurNHJAqJ2E6gxU0EbuHAxghqxiTdXOtjD+9vYALU1nEhyPER2M06xM0SEoqRdDXgNyyicX5Ago5Bx/89hgf/O4IdStAvxwhYG0mzVO+JuZOGrKY6u7TLDc5DVLFQLkIlIrMNZlSLzcaB+gMJnIvlSsJibG+rYkA7NEh6niJcVSYXgbUMaBNYpydy+LySg4OSKnqYdwfYfnqNJavTmEpq2LZieC2u9jaOkKt2UG2nEKG3XJCjqLg6uHr/Ql2O6TWxnKvvnm9jDevlcWwY4UehrUJnj2Y4DkpOFaMXQt4804OP327INUB/d0u2jsd1HwVJzwb6DFCK5LaqEHbxrivwQ/5rJ+gfqDIIvnrjZ8kAvDhtwMcfDsQAZiL3cH9cYx0wcC1mwWsnc3gcKuDw80OOgMV3bEBqwJU1nzMX4jw0mIVt5cqePztAJ991ME49DF72cTqeQO3l3TcXjbw8F4fD+/3sL4X4hFpHoqK29csWXErRNzm2UWDZhvojBWsb7Mqx0c7jNChGazLmoAIl88W8O47s3jnlSqe/XIXW0ROXy9h6kfzmGgBnn93hN3tNo5iBYdQ8dryDF5dnhHz6Ief1yQBnK8GyFVDnK8WcH6qCDNyMRm0xWR0YS6NhYqDzfoYG7Ux5hbTOHcuh94gxHfrXTzZ6uPi2RQunU0hlzeQyuhChut3iElneI/VBil886SDb5508fzYxVE7gsZZzQ9m8MMfTCPzrIb0szpGzgTN2RhKWcdsJoei7mDzCc/XA3TqkVQxNUkg8hWcMIgSRbKYe6Newz2vzHlT6RTOXzgnPcCbm5vY2tjEYDhM0qIviMDcFYnwe9qjwgIzDicTMK0kGTh8EEGQGi+HYHTQc0N+irT74yTwvy2VPf1/yc5LUJoJ55kHaL75E9dkIkYmaEN26gqWzEh6mcrTjqAD6OypH49RPxrLJp4rW7YEi0Z3ttv34fZDjPuhdGxKhIu4RL7s+Hvz++UPh+t0cPCi85jIAmoQ/BpebBxFoDwVgBPROhFKuYQorVGQU2UwbpiJsM2fUSpHwYdJPOKaORSK0Wx6aDZ96KYG3dQFezAYuJIsTnHIZOsiPBHxND6JMD7m0OMUyczBovTHEi6YpHy5kt7KWDbmfDokCWwmsfmhUE2jm+pUb/8ffCjJ9/cH8fd/JAC/EIITfKqJ5UULd+44uHjZku5dNQd89psBPv3XPro9HxpTNBkgv6ihsKhjcOKjfxxIJ6THYQA3R9ys0zyQhNC/1/j4CUWciCsaMiUF6SLTUSEGfb4AhdUt63sB+PQv6UQO5ZlupADlJ8vTEHNDJ1Naih/J9S6IU74EAg23b2Xxxus53Lpl4ewZFfPzMd7/XQcf/LaDhw9CPHkcY+SpSFU0QWJQSOaBwh1F8EahDO1F+OT1xN5UX4djhLIZXJrmZjEtWJ9JRhXn3OOHfTx+1IPLZAC/Dh5I2LnGwXVeEaQTcXJEPzPBEA45iCUKk4kMX6655Lo77X9m2wgxlUGE2XkLswsW1s7YOH/eweKChnzWh2X4ePI4wuMnEY72fZwcuOi1I/T7wGjAW5I/0FDc0+Kg1k97zSTdkqT9iC1nkiaic5UiMHmbWnJvqXS3appci6FLOZ5JnKT3+twlB2cv22g0fezuT9BuhxgM2Q+RaEt8piQCMBM5p48E8WmcJvMF7/xHCeDTzh5JKUriKuH0UoTiPS4HrRc/15CCKlMigWx6DQrAUDCzBEwvKXj5RgGvv1RCrR/i7z9u4pP7TABDBOAwIiIwFsRQrujIAJjXIZN6fkhkj4dsjlgUE05KR+Cp8D0FgevDdwPYpoaUTfEPSBcCpAvchFpIZSx0G8RyueJYFjx9RNFVRdphB7Mr6DE6CDWdyVgLpQpQrPJZRzd4ANdXMfJNwThRKBj2A6zM2FietpAvkj6Q4BEbXR/1VoD9zWRxM6mEOrJZDVNzmjj62FXFLj1BuYxjQS07lgHH1OQgQ8TMfDWH+WoexQKQywVo9cf48JsevngwxNhNOiS4MScCm27QxP0N5DVFhkA/+9kN/C//8Q7G8PAPv/sSH37xFM0jH82jAKZpCHqNGEdeT4ajIFtO8O8UfSZ+iH4nQq/BFHAsrrepAvDOWwr+5C0FZRGA2TnsoB3kcNhz8N9+cYxf/uIEIxpjLAX5qoHZJUsMNnubLvY2JpKmJnJHupbZrS7CTpISWDk7hdWzUxh0htjbOJYOVg5CuERoI42Bwq8SJCLpKTEjSZ0z9Wjh6pKN+YqGbIbiQIzNowhbhzHg6FAcHSv5GBfyFIIVLK3ksbxawL9+08Jvv23BtC2sLRcE87/f7qDeH2KqUMJUoYzOYCwIrEbXQ41pwGYoQ7hO30WKn0+V/SsUfDX4YwXDJgWGF++LWAwSmvSXJkg0ebbLI5G/JmaLpIIhMYAlRI4Y88tZrJzLo1ixBJPD5MH2dh87O30ZvHAvIPVOY5JDddw8l8ets3l8/aiHr9d70oiUlQOshrE3xtgfQ+PAh9hO4pk5a/Q5sI8E5SpJ/lDB9etp3Hk1i6V5YsHGSBkuDo4U7B8DG5sRnmxEaHV4tfuSYBSDWgJglQG+mKX4DLMU6bAK+X44FYxoD1cAACAASURBVApMmmZGMc4Ui3j31SvSpVeJhrKI7mSfW3M0wN39bTw8OsQkNDEOTBk6FKo2DscePtlpY681waVsBpdzWaxevoi1Kxcxpw9QGe0jbOzjN4+7+M16D0fNAEetEGM+JzVuqUimSEQGPkrpWRI0qZ8kr4lmt5hCmI6RmgaGxzG62wkhgs5Z7j1UYlyJ4mddh1QIUJxkMgIopYk60/DayzpefUnHyjTxNSkx8p0MxthvT/DpgzE+eTDBwlwOV86VMV8xUHZc5A0X7dYIneYI9TFQm6gi8J5IwgvQJwGMcYBzRQ1nSzqsbAaBk0E7NHFvs4P7G13cOOPg5hlHBvzP9kZQvRC3Z01cnTVhT9uyfndviH/8pIejIx9FqCgbGmYWLcwu2uj3ArTqvoirmawOO6Wd9s4HODoKcHwYSC8xO9WSpQiCMW1GSFsxzl/M4/adKWi2jo+/qOOrey10eUAZEskXyWCch9psiYeZ5Pzt8XU00BH2TdjE988GSJd4HySEgIAdZCHflfxZJ1hnqvg0VZiaIUNUx2RPI7HZ7O3kodhP0tkR9w8J4YLi7nDgyztFDsJZHaVyCuUKU5fEuA3Q67FDlJ3zXMngrOeHqI8CHDVC7G9G2N+MofY8WawDkUOihDwVWLqG22fzuH0mj8KUhXRFl2v12/W2uOO5dxbT1WnpksEeIprozEi6AkeDCH/5wxn85Q+n5dp6djjAzuEYGxsTPN2c4OzZIs6cK6Dfm2D7WVuwVD+5WcTbF9ndO0AUDKBnTOgFB5FTgGuU0EUWv3+0gd8/2pR0Et31fl+BS4Mg+2BTITwnRN5misMWbierNuiytihE5ZhQS96Lo5aH1v4IfaLZme4d/8Eopls0SUBEY9XRoNiadGdziEvhl1xZ2cfQyMZ+rtMUeLqqIl1VUJ6xMTWXluuO15jvB9j5bozt70ZwKUSyDkf2YTQg8DlKkYF7zeRsIc9WcbNR5E+MiEZaFWOkWVJhTinQuZ8k1nOsYnTgYrjvwdQpTJC8okLhcMfW0DsJ0D8JhIJBcwKF/VzVRrZqIz2rITOro745xNG9nlCPKGRaRQXZRRvZJRvdfQ/NpxNMGhSAT0UUgyJJ8r5ismtqwcbSpTQWzjg4dyWNs5fT+PTzNj79vIVj9h0fRfLzSuVYVxNj1E7WpZuzuPXWEnQjxvFeDQfbNdRqAeq1pC6A1TYcCJXndaQLOoY9FcO+JqmFTm0i7w0+/1nzQDMEXTvltQLKZwqy3+3Wexg2x5h0A3j9UwMTzzcipidYbaaApa5I9uEkKTnI5FNysh32h/A8D7rFDsbTc5uiCVqeezni21+Ajmye12j0UzkYCgRJ/sLoISkHMXUki0N8iv+6yb1DYgxhR1p11hIjME0qNPgOuj4GHV+GaUTILczqOL9iYK5kIq/YyMFG93CEzuEQiyUb18/moagGfv9wiM8fj7B7FGD3iCYfX3C1jkFUpo5yNoU33liR9Xj/AJ8/3MBBow8/MuG6GnotVwZrZokDRVI7eKzgOZGmaR3hUIPbD+ANQpy5nMVL71QksbH5qI/tzYGIEa7nIp9xUM6lUXBsea/nDRpcNZQymjyPSLYaukyqDkWAHo5VIUX4ORdezhUzNJ8xxNTXNjzUNz2kioYsq2DALBpimm6ejNFrT0SM4SqGBgqeiQvLRdy8NYXLV8p49HhflkfLr1AmIvhWABe+nA8HfF8cKWgfqzi3XMHrd9ilWcB8RsN8WsX/9csd/N+/3IFva1i+UoSd1nGy00P7ZIjStCrr7ZVpvHtmXupPvnnYwN3HLVhVG1bVQZ7o6qyB8djD3mFXqolW56axNjeF332xi/e/2EHK8nBhWReM4PNGJGtuNovZuRxuLuXw6koedhTgs3u7+Gr9CDuRiZ3IQM7SMGVrKBcN5CqGDNg3nvSx8aSHGwsZvH0hj6VqSghEbEp4sNPFg+2eGJfYP6yk2GfoI0rFiM0UIjMlz/BhjyhSIrYV2BTkWNwR+9+n7rxYhxvrMuNI8/oyA3n+c6liarExHhho11QM2zTW+lAipvNIhNPRbk5QO2F6ZIwUccQFYDqbxnQ2g6qhoqrEqKgRyloIMwjwL08n+JeNMd66VcJf/XAKxZSC9cdNrG91sONF2PaJyFcxvaqLecDjfrAR42Q3xAl7zIk/jlVcu7aMO6+dw/xCCb//4Dv8/sPvZDYiuHSpMApF3LBJNkj9wRg/bgUY1QNJjnKmVKymkDZtqS9wxDQUYsDO4Vof9cYEQU+V5bIjz40wN5fF2lpRKkqS8EKEjSdNbDxtCrUocXPz+Mb5FecBNBkpWJjKYG0+h5liCtPpDKayNkoVD8WyC3swhtka4uHxED/fG+Kz1uR79DvTT1oQg8FnaTUixOeUYFHM6yjmdJw/l8fNG2XZn7z/0TG+utfAzHkdMxd0SWwNuzRH0VzpYdj2YaYh4rhFo5SuoZjLYm6qDEu3sbFRw9OnNZBCyaQvB4mTQJEzpxRbcHbHRIxGZKcq72QKdEGftSD8metQKOaeno+kU10EYKDi6KiSNsIZowJJPDaYAp1E0iFNw5ChhrIuVEu4NjuNlXQWzWc1tJ6dYDNQsBEocl5vdUhmYYJWg2XToM6E9mndA2uVBHaUGIMMnd3xMTTFgqY4Qn0i6SRWfEkGFsska0BITbZN8ZezRAOuGEB9SXcf7NOAz7SuJZURgeYLZvW92xW8d6uC3mCEg5MO9hpjrB97eNYI5CzN2rwXBDrOH7kv4TveimMhJlWKeVQLBUx8F+0B0x4T3L6Qwe3zGTzZ8fB0x8NcLouXlysCgfvgkyPcXW/jpXeX8dK7S5jLRJhWJ2id9PH+p8f4/NuGIIxdqHh1tYwfXZhC1Y7Q7zTQ6PbwpAs8pkm3nEGulMbCbAFL03lkLBOP7tWxfr+Gre4Ez7rsWA0wHgawLQWLqzoWlyysVKuy7j1q48OvajhuDaE7obwHg4GGoK/i3Veq+Kt3ZmCZAe5uHOLpfht9n3tXisgZzC5k4TMV1fHQ6rhoD120WBUxJPVOgxFFcFRSjSheqmKGffkqiUo57OwNcH+9jc7Qh5XnfpBEwgiOxRqfGKbP9LAhJimi0VudoSwz5cBMO6ikTHnOTjkG0paJjG3h4XYbj3Za2KyFeN5UMYSKypyKfJX1Lh5810vOt2EsCOJqzpEaG3aiO7Ym9UE6+x+Jc6WJzIDMZIZ9H46Th5PKo951sdfo4qDBnmgir4EzC2lZ83kDMyli6UPc3x1js+ZhejWP6ZU8DrcH2HzYgT8Kpe+cqeSxIOp9HDVdwRNTxMpmWdGooNFy0Wx5MDIG9KyREGoY1AhijFsxxk3OAFjRJsgvxBSAFRLOkkRqcYrVUjZevZ3H268UkZq4OLpfw87dGjbdEJsuZza6UCRIHjw55jBXwWuvl/DaG0UstUdYag8led/VYpx4Eb45iGWdW3Vwfs1G2QELFISWdtgOUSM5To3hcd9FkybT8zSeFXWYOQ0nuxMc700wokHUjeEUDVTP2PJr6zhC6zhGrqQlZh9+bYoBbxjju8dDPHg8guUEQrTgbJv7dM5XSXpSjAjjvoJJT8HcvIXVFQdRGOLkcIRGbYypeUsW8esX5wy0mz4++mKAR5sTGJYuvcznLhZxXupKxjg8aqLdYXWAJiEeO2PASZsIYh8Tf4IgYv948l7gz5qLtV4kyBDxz/knP6fQcBGaHBCTuEBNgySbEN44RrZoIFMgxUNB2lYwP+VgZSEjhuMvPmvhy89aQr0jVWy6aGJ1ykGJe9rToJ+TMpBKmTJTrFaBNB/nYwV+N8ZH33Xx0Xc9QVyTZERKBA2Reiqp2uKstVLVUK7qMqc52ArQafKoYyDmhRTT9BpIly5NIyRvTC9YKE3p6LbH6LQn6DO40uGZOcFd07TAKkYKZQImjj2kHQvzhQLKKQeqP4HqTfB8f4Tn+0NcXs7iJ3emcGHawWS/j/HeQMIVz+oRcosaztwysXbGwSoJJYaNf/pNDf/06xoGWQ/xPPue+Wdz2GTAjCCLZLFmx0dvQPogz4kqHCeE4wSi1fCzJiZ86CUGrwqN2lMamvsqmnsqxnw/G6wT4meoi65AWo7ixqhkdEznDKyWdayWNKxVSUmxYBVNqQmZyjroNoZ4cO8Aewct2FUNNrUGakqmgpMOyQHs1Q3QaEZoNGO8+1YR7/6giNlUDGfMmhwXn38zwd3HPkYzGoYzOt647uC922kspgF0xvBbE+zWfOyeePC5H8oZaPUV7DyL0GrQ8My+ZwVeT4Xf0zC/lMLFGxmUShqaz9toPetguxtjuwvs1wMcnAQSDrv5Ug7nL6VQ2+mjvtvDwTGwf6JCy8eYvhBh6TJwc64sq3vg4nBrJLPLLgI4eQU/ejmLH72Sw/0vW7j/VQuPnvt4fKRIRcnVizquXtIwqcUY1yM4toF81ZZO3acHoRjKmz7QpJGMiPGuh9UpG69fKeClM1lsftbA1mdNzN8u4fy7M4jVENv3jnG410UvZ6Obt3A9X5S19XyI335Vw+ZRH6lSJCsRgAswAheTbhum4mKubKBSNNCjuTiIsTLr4MJCBo22j88f9PDt0wGuXsriyqUMCnkVqVSiazChzHksD6yKomPjcIRNUjhOXOzVPLnf7rxcxisvl5E/6CK/38PYnqA1FSDO82yQQV5xcLA5wsHmGM9pLq1FOCE9TVXAVk7OT6WGTHqck1mEcFYTAfi8iMDPNrdkDQbDRMySQdapQHiaAOTBWpOUz2lKlgNVEVtPh8WnVmvRGE8FOfn1j/plk0Tvv0UJJ//2qW1bJsx8eQTfI14T4ZfDFQ44OWAhDz6CZkQosPNwyhFnT/1wjMbhOOnAU4FC1UF5llc6BBc2pNo+IFLydKqq8fdIUNHSzyKOfKLa+KDj8IeOPvbfnIrQ0n1MXAMHOKfp4RfCIbfB0gtM0SvpD2F/ms2kpHREJbNzDis57ObLhg6piRvi5GSMk+MxpufTmJ5PiaOl1R7IwM+xHXEdjoZjjEYTeO0YXovdiC+ix5DDHxe/toiDRRngJ10CfIFwAM8PnMnYxPJ6+s+IhswB5in7OflYklS0zPz/IGp/nwh/AY+WgXLy8FdhQoWFK5ey+OmflXDxio1H+x08Ouji+X1fFvsODDuUPpPcoonsoon+3gT9PRcTosDAzfqpACzWz+Q/ovFJ8owCsCYIXB4m04Uk3cphoU/xkYYDXjIiAWsi1Am2IW3Ig5VO/0gbI9ImguiKPU6I6B5Juqxl4M6hF6e9voK/+FkFf/O/TuHyVWK1R3DdAf7T/znAf/o/Bmj3eJCkKGugPO/AyemCIuSg4gWRWDb3FGoZmGJ/I7GPp0qqIyibGNPTNs5eLWF6JYe7j+lgTDo5KGgRH60ycRSxi5W9ORwUAnqGB5hIOrYpNLMLbzL6I9w67w/dECFApjoIcf6qg/Ps7DuXEjRaLh2jW++gftjDx7/38MnHPibjFxmK5DuQVLnmC3b4Rc8hD848sHEgzA+F9wzdiVwROz94EqVvI9HpRfzVdV2oAAFL4sADnQInp2Jx1cHiio1218fx8QTdLnGaCcaUIo90+HLjw8Esf09+Ni/YrVCTNJPcVH8QgRO8+Qvh/VQAFpR20iHHxRc8xU6m40LB9UawAgW2oiA3x6XixvksXr5YQHsU4td3W/j6yQBBF/C7yffGe4FpEiZuLMcUjEu3MxJzCAfSubyG8pQhTkBBA6saAp9CvYtMhn/dhsVTnjGGZrjS15rN2nCHxFWFMnxjBx5TMBQL2OEy9jyMXQ+KxnvdhklHshXBskL4rgvfnSDi1FN3MJ5oqJ94GPRCXLuYxtULGZgWJ/oTjD0fzU6IRjtE/SBAfZ9pG15rqrgk5+csFIsahtEIw3AEjX/P02CfChiZlIFiJZZ1fq6Kc3NVdJp9PHl6gPtPOvhsPcS957HcEyQw9DoB/j+63vtZkju78jtVmVlZmeXt8961QTcadoDBECBI7QzNBEO7wSV/0m7o71KENqQI6oeVqNCSorjDMRwMZuCB9vZ1v37elLfpjeLcfI0ZKaRB3IkJEkC/epX5Nfee8zm9jg8viOS5YSZQMaWikFLxF3/xGv76b9+GAw//5dd38enXuxh2qB5kpqUCZyQgcKQyobiF5tcMzK1lEaYiaeTQXd1rxQisEEU9QKMU4oN3VXzwAwU1QxcHcBga6DpFnPQN/Ms/n+Nn/3wOl4gwOrjLaZTrycXs4iDAxUGIrK5C15N1MiDGMWTUQeIAfuOdDdx6ZwMdOmu+2MXxfhv0WFLakMhVLnPW+aDKdpZkACauc2C1rmF7VkOZw1/Fh+0GeHkE7B8D61dzWL9mijKv5LmYM4Fr7zRw/Z0m/uWzDv7lsy6KGRNvrDXQyKkY9DqwpxMsrS1geW0BXz45xc+/3sOTl0NcXADdzu/FPflmCqX5NDRx7LP5k8aU7rjWK5sVdR5paGxgyzuWeP8jvkuJWVFK3jeF6wLXB75rEa7dauCNH8xhYcVEsRxB1QN8+20H337bRf/ck0EzMxH5Lpt6GtvLWWwv6Xhx4GPvwEcmr6NOR1pexQlJCKcjyXhiM4TPCi8N3J3YA7GnfB8SQsONW3m8/W4R6wtpLOgOyikX3zyz8e0zCwcnOo7PDIwnbNRzSOReOn+plGVjijjdRHlPoYqfieSgLlEQEZAPIPij1+cX8Lf/5kP8+duvo//kjhQzlwrFIo7GLv7hwRF++fQckZ+V+tEf1/Djv2xgYPj4P56c48n5GB9WKlJrNz7A2o0fQb84QvjwSxzc+Q7/6X4f/+nBQNSLapZrEpc6ZkvymSZOn0ILvv88K4QyYJQfMa0g5kBzPg1zPi3iFPcCCMZ81igcYnZ4IBggPx1KSVyS6Ov49yRD9I/ez+KjH+rYmstgPp8RDD5x7+2Bi2+eu/hm18O1nTref3sOy3UdOWYGOxZe7g/w8qCPYzvESRDjxAHO2LxwmZUIVBRgPQesm8DcUh3VlTkERgG/+N0Jfv7ZCa6smNhZyWE49rC7PwFZ2W80VNyc07FwtYaFq3X88s4Y//sndJbaiIchVAfYumJi62pOnJ3nL21oKQWLCyZmZrMwy0TXR3ix6+LFriOY3ChNNznRhmloOYouQuRzITa3qrhxcwFxWsGnn5/hy29a6A+A3jARK/Af44yxOkOnEDANAG6xdk+D09ZQKClYugY0VyhoScsAyQuZneMlA+BXnuNYQzpiIyoLU9NRYv51wRCMeRjaiENHXPls0MRy9kzBtiJ0+1SG+yg3dJTrOsrFMirFCqxxiIODHtrtERQtkMHP7EySz+VmIgxSPk76Hu5/ZuP+7xxodgTNSsRQiek4cSkrcYz1ciS1udPA5vU5nA8j/PbbLj79toM4EyHOEKmZZNZTsEgEV7bEiIYA/YGPn7zRwE/ebIhAceBFknF3+zHzlPtYW2lidXlG4jB2H3aRT0f46R/V8fGbRfjTC3iTC2jZDPScicrCChqrOzCaK/i7n/0W/8vPfoduz4drq/D6KXjtSJTuUTWWyikZmKoOjZhLxYWmM982I+XYKlxHxfDcQ/fAgt0jDI7Cr0uaA88UMpvnWUpNBk1lDpqYjcwueoI9ZowFm9ZEmpKDwr/qqxoaaxpml3OYXymKuKt1Pkb7fIyzXQ/nu3RmM3KeLif+ITy8RPKdyv9kI4dnS54BXxGNeIhhZmNFgdlII12IEWYDgOuelpHM4tGRi9GxizSbnwYHp2lky7rUoMVhqYvIUsSZznOSH3lI6yGufFCRunjqYu+LibglOAAhhae6rqGynsH4wkP/pQu76yNixjq/b/6If6CrW143cPVmEdvXC3jrvQbeeq+Of/yXfamDXQ/Tcw4MeVcIkYqJTk6e49feX8Hbf7oJz/Hw4MuXePDFS4QkxVw6rXiMqhJhdUVHpamj31GSupii30ruoHJvovjCYtxDgJntuhTxyuP2GJPuFFafl/BXiBEaLFLixEr2Xirj6ahPcNJZk/hOBqnFQmuhWI8zCRFP0snKvG+iBRlhJNEwyd6TK2SkmC/s+hT5MfczcfcnzxPXDRJ5EvEvUdgZk3tP8u6Va4lrnNhQngd4zxkObQwGjjwzdD8TK7e1rmOxrmJeTWr/xMLLk6mgPl9fy6NkZHHcUnFwlsI3j4f4+vFAMkg1jcIeCrgUlAwT/+6vXpd6fPgcv7nzHQ67PXhpHZaroLPvo7PvITMbIzNHc10Mlb8flzl4EPEnnSN8F3ZuFvHOn1ZhFDV898UYj+5OkCEGPOthplDAXLGMxUoBc2UTjUIGJ2fnOD0/w8xCGcubTckOtYYurBEHBmlY0zT6qoWBYmEaUOQSiUPl4rmD1q7zfV52eS4n7l7FVNDqjNAdTKDqbLgpQC8AWgFurZbxkz+ax3/zw1mcnrVwdtaSC7aWUTGKfRy5E7RcGx7zbt0YnQsF3QsFq80y3tlp4MpKGZvzJWwslPE//+Mu/qd/eC7ZX3NXyjLIOdkdoHc8wuZ6FptrWbw/W8WPmnWcnnr4h6/P8U932li+amLpSg4rjRJWKkV5Zg7bIwxGDmqKiZpi4LOHF/js0QWyOofCKZgmcNhnnlmMG+s13FirY3vexMashtB38fWDc3y328EJdJykdHgDD2HXQbNGqkJFSCKP73Xx6F4X23UFb61oWJsroNGoQTMNHPbHOByM4CgxDaHSMI50B9ADKEYeqpETLK41CpFJpZHn75UyOXsE37UuEyqTewQP7LzvqGytpZzk/EBBLQ/yGjOts/DdDEKfInMPqciVtZpDiX7LQZdZ9UMHRj6UAerOfE1qMaNiFpEMEezeEP3uGP96EOJfD0N88HoJ//ZHVcwUFZwcT3BwYuF238Xtnif3s/l1DifT0gOZtjgAjqQSL6WKnatLuPXGOuYWKrh9+yFuf/cQqq5B0Ynxj+GzR8Id+tU5kOIHnninEYJxhCwHObM5cfTWS3nUSgUEGMEJexhMLbT6vuRM2/2UFIe/rJWlCq5uN7DGXD8aBdIRHj86xaNHZ5iMOSTk0JH7A/PgmRWuSYSGTidl5GNrroz/9o+u4U/fWYOV6sBOdxBQYHqWDID/+XyKr/vC4JTzhUY0LiNS2FtOJ7mVtEtSjLPEbOVZE5trZexs1eB6MX7xyQm+/K6F5mYaM5uK0BbsUVqehXHHlUgF5tDKHU1LQ1PSqBSIgK5D17J4sd+RymmxuBkpmLKcWAgoonhKqVBIvdBjqKYCLU8nWwoRjQy2Dy2jQc1ogl8OeLFVIyGn0RBQy1JcqCHLnHmNZ9AIB2ceuuMA+QqQr3AATBEycH2ugTeW57CaL2D/0QkOHh7jABoOYxXtYSj7YeDFyJUS8ZzEASCCPWKMTCj/Pzn7aynkDCBPQpySg5LOw3UijEZjBL6L+gzdnhmJamIZzLzOZKVJOxhOZKDTuvBwce4hrWSQLxrSL5xEFqB5+De3GjIADgIPg7GF056Dh0cWds8dyatn0dRBsRF7FnqWDnzAQAwjFWO+0sR8ZQZjx8LZoAvHH+K1RQXXF9MYeDr6no4Zo4grxQqmvQj/+NtTfPF0gJ/+zev46d++jlI4hNY/wdlBB7/5so0v7vTA2NRhCLy7WcafXKth1kzBGUzQG1p4OPDwaODj5uvzUjNFE4VUGtOei//6y0P8868OEZc1RGUNNpvLfcYKpbGypmN11cDGTB0bszURU/7qszMctyaAFoBhzClfRdpX8Ue3Sviz9+hI93H3WQvPjobo2zKHwJVrM7hybVb2+/HYleHsSXuI4/YI9hBSihyN2Meh0FpFRlfxzs0M3r6h4fjIxZPHFvpjHykTSJspEcAYZiK0YDQHc4hrRQX5bBq+7cu5oloqS62UDKwUVczn0khHPtKxhxedKfY6Ezw4DHH7JfPTI1QXQ5RmL4We7FQHrKRHpYbMQk5hZSaP1WYeqhshNQmQ1YBiVZWha6tjS9XKFdRKFXg+MzYn6MrnjXDcjrGwVsb8ahnzxRTmSJdwfDw793HUj7GyMYPljRl8fecMv/rkJfoDC4vzJuZnDdRKWdRKOo7OLTw7HGE4dpMotSjGNIowYcOZPwwxu1k+04nrd9JNSgkCcVbyPBNwFsb3mugjDvGEPufhL3+8jL/9d5vQwwD3Pj/CnS+OMNBjDLKx5I0XFeKLYxyeudJD/KuPF/BXH88j8+AMmYfn6PoODs0Y50oKx1ZGiusVK0/xiGfBsXyc9VK4GALTyMU0djAdpjDpsw+qoTKnI1/XcPzSwvGeDduJ5DsoNFQsXMmgMpeBN+G5VJWYCt7XNGZt2ynYwxi7L1wphW5yzYMiBq9kABwqnqD+mRPNmp3NY2mpKGfGfn8qv+8E4q7h5mYK715NCYL6m9shnjwPJEeYtXO9IOUFPi4uJuj3nYT0OY6T2D3GP2QYd+WJaF6ju5XnVgppCIJWstAUQ/Y1GmE4gJ4GU1jBRAxt7As4I6B7RhdwjMaSisaiinE7ktpeL+GD9xooF3V8+q8X+O2vW/DSETwlQq1kYLlWhJFNY+COYUcOrq7VcXW1gbzhQ1ctURR54xiTXoTbu1PcfjaFwz2M+382JXdqUlQd9iynERZXFCl7AlwcAaMeM4BpgCEG7pI4GgZiqsgXgZWdDObWNDgkNtgBOhfMEI7gWgA9hlk9jZWdPFa3CxhObVx0J6iaOdxaX8J6o4zQHiOyx/jddwP87vYAG4s6/uyHJWzNahgcDDE4GOBOR8HtbhorWwY++pGJt6/ksVMoopHK4j//rI3//LMWopqH/FoApciYzmRgTVN4IUqh23Nx1nHQG5DQmpG+qvTElQDZPMW4SSyiS4mVBtSbkJiv0UUaw4s0ph4zqRkTkRY6B8XFJINGNEP5PtK+j7fWTfz03Sr+8p2qCMwmrotcqYRStYaLcwfffXmC53ttpOohUo0ApVIGxaImgodBs6UA8wAAIABJREFUP0KnE2L3aYjdZwH+/MdF/NlPilgwI2SHDk73HfxfX7n4zeMAxlUd5pUs3tvO4I+3NWyUFOTjGBmXQjUKCifwcllEdRPH3Qh3b09xcR5gczsnpftpqUrZQGOuIDRIu9+BPeji1AZOnRT2TgLsvvCEGPzmuwVcuW5geD7FkOvR8wCPnkWIc8DsVWD1hoKbMxXcmKnA4Do5pRHMxpdPxhg4If7tnzel7n3Vwf2v2nj83MOzQ2DqAlubKWxvpCTeaXgWIV/SMbtkINJVvLiI8LIdoxso6PgKJpYLa+pgxgCuNzRslVXsPXfw4oWNnbfKePPjOjJKhJMHHXQuLERLBYRLeawFJtYCA4+fT/CzOy08PR9DJbGqAGw1S9hulJChKWs0RCqwYeYZ6xjDKOswSzo26wauNbI4a/n49d0xPns8xc2bRdy4UUK1GCFPEYFEZ6pC4LTdUKJCOnYsRQHP/slUIkauXy/jtesllNsOyi0bbsbFoOohNIFyyoQZZtE/cKVunwX46izEqR8hyAIhtZqSrkDRCNeSBC3Is3JcLBbx5ltv4M233sT9e/dw7+49TMaTBLt82QaW4eDlVEtaIaJgZyOV7pw0MlpWsjHYLKeiOvCJviJaIhDVtbj3LvMSk8Hi76eMicvo98Gzstj9wUBScLbiorrM8+TRV3I+k4Ew12zDyIKDbDpkrLGN6YRDleSfy+U5WOEimpIcPccK4FqeIBeIaWMlw2QuUhwaJi5TOmekocEfR+OgSxjW8kGSAXCCjBanx6Vzg5+VjWX++ySHlUNgjfFfdBpdZlER81bQpJnAz+SHPryQg0xFqlwzUKmZ4vQbDicyaC4WDZi5DMZjG5ORBY+2/JEqrtcw9OVAzdxfIjTz+QzyeV2aEERAcyPtt20M2o5g4si4p6vhe5au/M9Lq+3/x3fz6vuSr0x+6TLtljmHfHOXQ+ZKMYNamcHfJbz7gxpm5rP48m4LX95rYdAOxZZONT83Y4Nq+koG2XIG3eOpODWo2IxVOkWBkM0+m8OF71OYk9+1+Ee5AKsoN1Rx7/ESwoHhq++VyjFmAHMAzO+Jg3AOofLNDDJ5Zp96UulYkb+PhzYKGEJxS0fc/7G2msP6ion33ingg/eL4mo7PZ9ib2+MT345xSe/sGRBZ9Oe6Dg6N4h4oMrXmjK1JkE+fo/t/N4Jz4NrkheWTlFx7SKXgwz8a00Do0DDONAw6E0xaI/gjwOkOXxjNiv7RswQIqdYLpB01wpjMhky08FChZzHd5LPAnMqVZRqqjSfmnMpNOfSJKlAYbPTZgONz4WLl/tp7B/QgRRCoYJXXvxL3rNMrhKUCxVpdMNQWc5cT4Zw8zLk8b0nRpZ/k9giLrOwOeNiU+oyZ5sNPSpyqSRkY7tS11Cua+j3A7Qv+Lz74nq3qJa+zEhMBsCXQ+VLBPSrxUhePRn+XuKfxY3/agB8mevDYbhG9B5/XopKiJAl+1EXlW+cduW74IEjo9GRQpcpsLaYxdZSVuIanpx52G8HcMdpOJO0XNQyHMiL0o8vegrTqYOpZX+fs53LqSiVszAM/h6TBYLZwR7ZVnTb2mqC3DN9ZHMRao08ao0c+m0PF8e2IOrZkKPrRYgCFBsUVcGMU7WuZjVpMk9HDqwxh7+BOFeo7OFhXdVU5AuKqD/rTQ31porxyEW3Y4v6lIcsvjejXohhn89+IrDgcLrBQU9ek4xBOvRSdEGFEXK5lDib640MVlZKWF0pI5j6CKY8vE1wdjTC8bmNw26MsyEboPxZ2fRjYzFxTZMAQAd4Ka2imOYA+C389b9/H57i4Z9+9yU+/fYxzpkHfcDPRDTnJb5WZa4UUKgQf6tIg1XPX2Za+olyul5OYbaWxs2rWdy8qqNq5FBQ8vA8Haf9DF6eAb/42Ql+/rNjRMx2LGeg8qKocj0P5RLNwy4H7hliiMIYfhDJ89toVtBsVlCp51Bp5HFxOsCTeye4OBtcNnsu1yrZ5xIbqTxzdBZpKrKGCT2bQznroaw70DIefJVoYrpwY1hd4OrVolQ+TW7PFKVsGm99cEXqV1/sShHTlvNNFKMMqmmgqqdR366itlPBw5ctQQe+OB7h5CLCeY85sMn2W6oyN1ZHRlMRuMmFZdTxMO56iTP098Ze2erF3SvQisQ5Ks7ZVxohioKUlOSXmXqMq9cbeP31WSytlDA7m0OhrOPhXg8PX3Sx+3iI3QdDGeqnQqJ1gUaFmS1sflBRqSJfNVCaNaTZ+3Kvi/2XPTkY0RUpPfw09444cY2ZimCVNraaqJWBcjGEShVeawyvbyNjmsjkchjbOvpTXZqHj55e4OB4IJ+RDcDVlWWsrS5j4kxw2j5Hq99OnJFsdIoyXxUxiAmi6fK4usgLRx1W5wxW+wwFPYNyzsTQDfDdSRcPLgaIFA2RouKtGyX86O0yCnUNFx7dNDHWNF3KjRpw4waG5wMMjk9xfHyGb3oTfNNP0Ex8gnie4PkjQeYnGODLqOVkDSaila/q5blIlO6lBF8qMBbuAUKGSHLOWWxEEkdOlxmFRFT60r1VLhi4vg28tg0sVIFGDihQlEK1dQQ8O05h9zgFU9dQKzKDLYYzcWXNOTq1pXpBhEEEjDig56CGwxKkkEMapShCOYpxfbuJWzfnsbhcxe7hALtHA7T6NloDRwadRKKSCPDBSg4/WKHTsCK1NwIetEPBat3/to3DvTE+/mhJ6oTisocXaLeJ36NTVsPbb87g7bdm8ehxB48ed3F0MkKrZ8N2/QSJupKDok6gKhNs7TTxxtsbiBQdv/jkAL/54gT9cSzlMx/cDqXZWKooggK03EiK+b9GSsds08TmTh6z8xm4gSdDoalrY+o4gn3icyZzPg6VoIgrSudzparIakQdxpKnGwa8/HONSEMlRjbWJEPYCgLJaZc+u5GSgWdOycrP1u9OMZk4ktFFxGG9lBXFMPJpuAYwDukAtnH8wkElX0S5UISaNhDFGizbQ6fbwnDYQTEVoJjysbbUwMbarGDjvnvawXfP2qLZpGb7lZ4ly0zA2SxIU+mdT9E/m+LNjQLeZI5mg3jSEnxouLs3wL2XA8lVzeTZoFag22k0dQ1XFrPYaKpwxy244wuoFHJoeVSaC5hZWkehsYB//upr/PNX32DAoVjalEb7+cspJgNmzZmozueStZVbY8C4hSnidIB8KStFISFx3MQqcc2xx+zOEaFGAU7iag0DFX6YgWLwHEo0KSkApFNQcJV89wlaLZI8SLpIOUhc3slh+UoOy+s5LK3kZU++/1kH9z7vXqI0iQRmrEwiWgpCHyEnfbLwJPeEV2LY7289XHRi5gynkJtJIW0mWejc23lvYXWOLXSPLMHikaLJ2I1yI49Ss4Ahnfh9Wwa3GpuiXgxr7Mv9a2bHwOyOAc3PQZmYmI589EZDDK0RqksmqouG5HFO6f7qeEnG+ohiyOSIT+KMUSbuLING1ZSMu+WZLJaJjg4ijIJQ4kqiQEWv7+HpXhfHp2OszNawOlvFlatzuEZhwfkQv/7XZ/j0k+eo1IqoVIsoV7IoUe2eCwFtCj9yMOgFGPRCOQOxOLCVHDoCgS6/j8ZGDc2NmpzVrb6Fad+C1XdgD+mKSI5aQnxR0zyeXjr/kxM5i0MIQXgqfCQopkmc2DKhl38+EWxSgCPZ3Zc5NLqhyN7DnZJujeTdTiIfKN5gUSzgOxTWJtgG0qLoKOPZfHbexMJqAWY+I+s4L/V00TIuJAiInEtjtpnB5pqOmXIauusg6zroDCJ0BzGauSx2ZnIomTn0LRPtkYYv75zgi7unmNq+/KyVchGL8zPYXJ3Fe1sFvLdZwPOLI3z78gUuLAtRxoCf0jEl3WcETFMupqkk88+yPLgUlFKIy1mhnoGu61jfLOL6zZp8D9993sLDuz1xeetGhHw6gwJ0rDdLuLZWw/ZiCQfHR9g/PsLCUg2bOwuoFkyoxNRaPl52p3jZszjhQIrrlE23HodpHk4PLKnEMQ2UGiaayyVkCmzgECfNPEVGktChTZKOj+Uq4zRKeHu9hGpBQ7WQQX86xsVgiJ7ngWYS7k/nbTbxvER84aexWNRxpWFio1nEje0FvLa1gG8fD/HdkyEsJYbe1NCzLXz73RFe7LbwzmYZb2+UUYpTyHKQPPKx13NwNA1wbXsG13aa0CMHKWcsz6wHA1NPwUV7jPPWGM+Op5LDXCkq2CZKvZDGWT/JiNyerWBnrort+Tx2Fg0RPXzxuI9vdgfYd3wc2J4gOtN+gHrVwNJyBbNzRezv97D/si8xKrPFNGY4gK+WYZgGuhNbKuHQpxGpHkLVQah5SGk6UhkdLoXDdiiiAYP7D5HyIiL14Ecp+KRWsSeiJrFfIhKQdZC5kJe5rFxHL11KPLfQgW4w41IxoBM17UTyXFm2Az+04EVTLBRNzBdz2MjlsZ0twPCB4/MeDs77+LZt4Zu2hfe3a/jpG7OYK+kYjJlJb+NOZ4zb7ZEIv+k04jo3OGHGIc/sKiZ9VX53XBeWV2ewtbOI5mwJh4enODo6gcu1KiDRiCSiS1EPz7HcP2sF1GoFlDI5FLUcAifERauLfn8gw5RqKSO0Jg5H7TBEb0J3oof+WYDBuS9kI9bKYg07G02sLVcFcZxSQzzfO8OLvXMMJzwXCC02EfAJXEtDOlBhpmOYSoSFmiEo29e365hrpDHbSGN0MUT7oIsHpxN80nZwb+jJHsOWgpBweFaUGK9Y7pM5NY28qmBzpYStlTKYKDmdBmi1bTzZG+HwfIrFbR2LWzoCJy3xOTYzevsOJkO68unTilGqZIU4UsgbyFKFGaUF533R4vkpOY/TlSh9F1J+SDCJ08jlE7qd6Kz5WWU9TXKbCkUd+aIublzXDSWD1Fc8ifRZqhWwVC2gXDKl39XpO7j3+AJHFyMUaxkU6ryze7Sy4MpMDbeWZrFZq2DQnWDYneBRa4RHLb77HkbjhFhWLOlyn00GfYnYhM+kiL/MxP1dzqooZVX5WV0/GWoT/c++UZ542GKEQoFIV96JczAMQ6J+Llo9XLT76HZ8dLt0ENKppknf0Qk9pNIRbm2VcWurgiwFYWnScXzsHo+wfzaR5j2LgjyRC0ovMnnHTCUt32PJMFCiWgSRIPtJ9JkvAnNFwFc0Kea/ltImJqMYt5/38KJl4b0PV/CDP1qBGbtITcZon47x3Z0u7j0eYKJEGCsR3l1v4E+uEDkfY3TSwqA/RsfIomsYeO3aEl67vgxMbQyOee5u4beP+1JaRhFTC8+1pJowK31mLoOZWbpnc2hmTey+HOLOk66c8WWPZQqookvd3DTwzpWckG8e7vaxfzqRPFf2WdZXG1KayjU+wHBk48XhQIpfPR2gxJKXC1noWRVBmrSpSKgK28sKOi0fRwcuJqTHZFISPURXtabz3MR9WhPhiK4luPrJwMOEzrDleawvL2C7XsFaMYcZLYXu2QG65/vouEDXBR4fB/j2uYeOG2JmJYXaArOsE6oAHfh8dqgf5FgwQyNBJpaS6CeKEbIqyhXuqSkZ9HYHFsr5MsqFMgwtAz2dlriuw+OBlFrKStXyOubNDPKqJiKxICRiOSv11YMLfPL1sfyeGcNECsVio4TFRhGW62AwnWLoOBj7PsYkSlrA2GJPgodIUhqALLH0ES7pK8w2csBDgKCfuXfQvEAMvih/mOPk4s23qvjhB000y1kEoxAe1w/FwzTtyp09E9DV6eLlaR+O4+HN7Tre2q7BOezBPuyh73loaRGGahq2mpVanMkLCYFWLcXxhVLy7HCCl2cWUnTKGREcK4Y95ndOAaQqJAwKWOjUteny4+A/E8NokpioICNRfhmsrtexutFAaLkYHPXRORvj+b6NFwcOVJXZtIxaZM+f5zu+bRT3hSJk5HPXmNeFEpcvZ8RYo2g6DFVHVtER2SOEkz5yhomZmVUgnceXX7/AF9+8wMp6CcsbZZmXDIcOJmOuTR7GYwro2Ee8jMyiqY6zZ7YS2ZIm6StgXF7iCGSsiJpm/yNCoPoyoDaNDPJGVsxd7OExApF0kFJdQyGbQ1E3MVNNY3GGopkIh/tJvTjq48VhX5y+C/MlFMsqwvQU0Bws1gtYqOdRL+moFXVElo/hxQQXJyPcPXJx59AVeg37YkKCzCZ9b6EaRaSzAIUiY1AYB8mM3DT6PR99WR/Zx0z2At8lKQhoLCqoz6nyLnN20ev6aJ27EnXFM0nu0umdY68oimD5ARYqZbyzvoL1ahmjdhvjdhvf7o/x7cEYC7M6Pni9jOW6hkFrjGFrgmedCLudGLUZFVevZHBzq4K311exUW/i55+8wC8+eQGVJpDFLNScJn190iz9iSfV7jm46NoYjCPYNrObVXHa16qkdBioNSj6YZ/N44uOrO7ByHrwRsmMhiYuVeIFVOk58+7Zm06lEoqajdmShtfX83hjq4BqTkclp6NQMJEr5DDu2dh/dI7jkx76+RD9Qoi8mUaBhI2UAS0sIrBVnB/bODuxsH1Vx9Y1HQVGUPQ9nJw4+NWjKb4+dFDfzqK+k8VbGwbe2zCxVFZhsDvhx3jxZCAlQv5IwfkgwsUpz54pvHa9ghvXqxgcTjE4spA1KbAoyD6fdkdIeyMcjkMcjUnsoCEsLTnY167lsL5uwB0EcAchdvdsPNy14KghSssKGusabi1U8TqbTwMLdmuAF8dTfLlvo+vF+PEHVfz4RzUMzwIMz328PHLw+MjGyAmxuapja1WHTWpeP5DzUJQButMIj14E2D0O4OmalJjZYqBqpjFfVjBXSGFwRrKSheaqjqVrphAg/Qnf+zSUmTzUmQLMcwW5cwX3n/bxiwfneHY+kiE/ZyArTR2rzSyKnIeA84MAscLBNwVrOnKVDLZmDFydNdFp+/j83gjfPJlgezuP7Z08mnUVDSLUU4rQMexxjFZninZ3CrVoSnWGtvQtGTGys9WQ0k7G0E4n8FI+7HwIJxVJhA5JACSo9vqhiEv3e0DLj2S/n5B0EmhQQ1XOzWLSkyhYFXGlWsGHH32Ijz76EJ9//jm++PxzjEdj2YS5KHLx4l/Sn5TsuwC2mwReU62iZ+mGKaNYLMFxXFiTKWy6VB0GG3viyuTdmvjh7zOaLp2d3+OD/8B9mvhkE6Qeh32Sq6ElKmvioPjncpjCS3aST8sfiwNeth15uLOAlA0lyzwOokozyKYzoqKh+pwXb9u1YDuWbNRUwBK3wJyumOHsShohF1z4kjciLXBBYPIMe4lWpqtWEGDMiSRSM3E/cuCXuCLpkEoGwIKB4ybLDDUjRmzwYJpFsZwVVKgTOKJGzV7iQMwch71ZUaePJiOkUoEsMnyhhsOpuAw9S0NgZ8XxnDQQbGRzVLsBc3NlQR/RweYyh6JnYf95DwfPewiIsB0mvY6Ed50g3qQ59n3W8qvhfIKLlM/8e1Pw9ya3V3jmV82ilQU2L7LY2ChjfbsBLZvFL/71CL/41VHy0qjMoExU8Bx+pyWvQMfZyQjnJyO5KPD74s3IGxFv/fuM5e+zOPkQkPWuaWgsmJL9HAQp2Mx1HjOzagp74iQDYF6MZAAcIs8A+UVVBrUTO5Ci64ZFt7dnpxHSwRrR/RfjT/60LrW1omNlXsPZsYvffTHGJ78Z4ejAlqJ7JVc0pMnkwoMXEeWR5DaL05oB91Rg0FXBRtblgEVXC8ioVIp7cNwRYg6BTTb7NDRWFtBYXUDroofDlyeYdKZI05XLR5puOzaf2Ljic8UmTIHNwAR7xc9sT1KwJmlBiAueuKpjdSuPle2cuD8zuofu+QRHz0doH9mYdKju4mXegBcYUDJ009jJYJmZzsQWiqM1WRiJZ6dbXjf5XfE5yYLLXxA58Gmbgi8/Jy97RHnz8CS6kVcz2nRKhkMLa0XMLRcEIc1/Dxt/3baP4YAZWhNMxpa4oeKAp1A2by/th38wAJb14TLXSf4QCjVkAHzpruGgJEpQZWkq2dPE9FoIYxfpIIsUpTF8vzkAVgNBQqpZIF9Iql5JoVFNIa2rmMQaJoEGy1IEA5IvKZLjzV3Fv0RAUrDhsHvGm2ccI6vryOVMyc2l04vNarq0HSvC5BiYHKbkPJ0rEd2SxvxiGfNLJRwfTPH8yauB2eXs+NKxtLheAMusJjhzXqBP9iY42RvDZ3/LS/6d/H3Vqhm8dquA7as5+GqIQGUelYVnj6YYdwPJXlMC5iMlF9EEh02HjIpCmUrnDCZdYNzjy0+XtIdSLUR1JsbiShY3rq3gxtUV3L9ziHt3j9A6sTDpJu5tPp/E2EpWi8afi2pbPr1cZukQjVFWVZRUDX/xZ+/hr//6jxFoDv7r15/it9/dw8uHrtQr1LcczlOvEPzci0KUm6Q7xMiXKfKBOJbn5zQ5BK4t5rG2kEfFKKOUqcC2Nbw8CfD0pYNf/uIAv/z5gTT/Sw1DsKijqS05knQJcS1kU4xFZAZxrNmsgddurOC111YxnE4wmkxwyovaiz56PTJvkziBV7nVl5qJZH/KqFCyzC2to1RvIPIGCKwWXFiw2NMgXs+KYFoR3rhawRtXqkhFDkb9IVRNwwcfv48fffxD/Obrr6R27/dx+jCCPtTxVqOOm3MVmK8ZMG5ksX/WwdPnZzg4n2C/7eO4RwSiiA5RKTDDNQ89pSK0YrgTDv5dDAaMGYhk/f19ru9lo0+a75dM5D8gePB1o2CiVgRqJeDKVh3Xr8xibYXuh1nMzFXxvNfD814fn//2DJ/+8hRnByNRF6djIsHommQOTQ6z9Tzo9jFnTUTZFJ49usDuowvJMUu7PEBHSDFvOxuh0gRmlzR8/JMdfPzjHbijCbonXZy8GODht10cP5/gow9W8NEHy8jksvAVFbcf9vD3/+cL/Pars1dxjvjwR+/hox+9L8Pfr+/dxoNnT8UNy6x2I6tL0Wkk2cBRlFwGpszo4cAgQkXPoJ7VZTB+Ydno8DyUB6JcCtfmTbyxlMe15SI2l8tYqOWguIE0we/eGeDu7T52z0Mcj9M4Yz674cIxHcGNsgHAqAARqDA3NsX1NBD1dlIpGQ5KzOXlQJwuAuIWM7U09AbddRGsLvOpQ4RE31qkrTB7LkIur0huabWexdJiBcsLFczUHMzWXNTyHsqmh0o+RrWsIZ/L4KJj4KJroH0+Qed8iE7XxknXxWnXw1k7xmknlthQPsORDqRyVAZTBa+IkzwcRoiGIT58fQY//XARH77VhBcH8GIf/9snJ/j7Xx9Lc55nkOVSFj++UsZH22UsLxWxvFhE1CjCqxfw+HiKv/tfn+LXn57iP/zN6/jv/uYWnu2d4rdf7eLOwzM8ezGQvek//vtb+A9/8wZu39/HnfsHuHO/g8fPRjJkfu/tGn7wVg1+0JbaujKHd9+/gUg18Y8/38UvfnuAvh1iQNTw2Ic38QS7XTAzMLIqbCsQbGujomO+mcXGcgXXN2cw1yygNxihNxxhMLHEIWQHHPyHYJv51ebHcA6KoVJ8ny5R3oHjCT441hVEOgkLWRiKKQSZFAfxGTb+fHF0Km4ElS+zFyD0iI5OsIUUk1WzJiq6KZQTpUpOcArTSyHk4voKFteXkdUriMMcBv0Jnu09xMuDZ/BHLvyRh8VaDeuzs5i6AZ6etvH0tAXXS2IdOIhkUzPDjPpGHimN2Kee1FJdw3JNw9XVWdzYXBVX/P2zIe6fDtFxh2i7Q6yU83hzfgYr+Rw0L4TqeXBHLTjDFpRIhxrnUa3MYXZuCZV6E1/u3sMXu/cwzujwiyWcdHw8fNgVJ9nWWhPbq03YvgvLdzDmWjwawQ88FPJEMptwPMYg+PJZeM6j6JNiwpg541zbSStxsnCcHNLMHK/EMGqMZUkQxqHrwZu6sCeMFklyn3jGYwb0lZsVXH29gvWtHFZXTUFE/8vfnUqlFRUpRRNcE/PquU64HKb4/uXd55V28tVdgieVV3edFEwi1+aY3Q0511M0QARptZHD+fEEZ8cTob3wIkvhWXOhipmFCobjCUbjqYjb6AJlzMboLMlK15mZVU9hY3kROytr8Dwfe4dHODg5Qa1ZQG0mj8ijWy8QBGiHl+s2O62Jaqi8AlRW2UtVkJ5koNhpZO0Qhh3i1ocLuPXRAmrLOWQqKg47E/zDz/fw+TcX+PidTXz8zha25ipYrRXx6HELf/9PD/Bffv4EWzsL2NyZx8pGCUtrBQTRFIdHxzg9vcBgYGHYt9DvMueaAolEc0uBpjNJqrZaRX2lKncXd8SoDFuGwPbQuszyTO42nKsLrUoQ/7xDUhRHKg4FGWnEbG5qvOvFcjaj85J4fea8SWSLCCBfZfxQwMtmciIC5p2Y50lVpfA5g5ymIKelEdC54pDa5CeDBJ6B3aSW10vYvFpDrqgLtYjnxrTmSkURXXEa5po6NlayqBToVOti2u3A83V4fhb1rIHlQg4lowBfrWDiG/jsq2f4nJEZAx98BJZXFvDuD67h/Xd2sBy0sRK0cDBo43GvjQEpTWYeKcNEpGlSJxcTnLSmOOtNcDGYSG6hEHYixkXkUarnBQO6Nl8VN/y3nx/h4Z2zhGDFzGSSekYhrixU8aM3l/CDGzPY3d+TWlmZwdXrq1gkbo/DIM/D56cX+Pz0HNVSDtWSKVntJ8y5alFQNMHh6QS+k2AeGa3SXChIlljA7PHYRTRVEFsKLM3DNOuhkIkxp6SxkdPx4Vur+PCtNeydneHbZ3toWQ4is4BRlMGDvTEe7o1R57m+kMKsFmOego6SiXdu7eDdW9twAx1eoPOGgIni49lZG//06WN8fXcfP96axY+353B8OsD95y2MwwAGqWOzRby7tY53t9YwOD/E0YvHskfXGqvw0wX88u4L/Orec3RHKXRHacw1c3hts4x6WUGn35NaLZWwVipjZ6GIq6sFIVJ89nSKL59P8KLXx/NuT8S+FJ1WqznM1EuoVQqSCXfRHcighENn4kob5QKKBuk/HHbRdUbY7M2UAAAgAElEQVRHpYY47SNI2QjSbOyzqZ9GIPeWUOa5FJXwP3RG+sxd9UPYfnIfYF4uxRSanrw/xNuzJlaI8Zj33UAE6MSeVwpZGc7UKg3UKs3kPp8O4AZO8nl7PRQZ/aKkcbVYx1vVJRihjnuHLdw/buPppI9n4wF+sDyDn2ytYLFiwksFmMQO7l50cLfVFlxvMavAHkQ423PQPWXEiIHIN+GTsBS4aDTZA2mg1ihhak9h2Za4NfvDqcTocGema55rNAfAW1vzUquzc1htzmLQneJXP/8OX37xCNVSSs64tWYJ9Zky4oyCgeOgN3Jwvj/F+b4law1NWyuLdWyvzGJ1qQZV86FoPg5PL3B4eo7B1MPUB2wKLC7z5nVoch7P6ykUKIrNp9FsqJifzeCDK3P44dVZnJ328OzZGe6djvBNz8PTEYVhsQyTk0GyZDrIAD+rpjBTooBEx43tJm5uN3C4P8bvfneCp88HmPoR/HQK6zs5rDOKwUrB6nMAHGA6tETYN7KY4RdhfrmE1c2qYEopXKaRYDwmTp1UlYSq4E89OSf5E19ckKSEUSxUreoiWhDanhsipIEiS+GwgUbTkHOFZcWYctDjUhjgYXuxITU/W8XMTBVnrSE+/fIpnu6do9Q0UWrm4NsWPNvCVqOC1xdmsDNXF6R0SlPx1cMDfP3wAGcDGxPegVUF1bKBAuMguraUF8eiAUnraZgVHWZRR13Poq4b8pz0pyMZTquKIeQyRbWRVmyUyxS4FaTy+Zz0946OL3B0fI7BIMRgmPQiDfMyroZxPwAW5gpYnMujVs2jVskJWYIoz5OzAdp9T4omFVKZaGqheIF3yJyuSgnyOhUhb6rI5zQUDE2azdk4gp5XoOdVBKEiWfCjaYz2NBn2UbSzsVmS4T+pI722i6ds8O+NYGUDqXfX5vHx1grKXoDOswOMekMoaw0oa01c21nDte01nD8/wYMvHuK7b3ZxZ+jj7jBAIQQKAZAzk/4Xh2KlmoZiSYXhUCCTQqs7wREpCBMPFs9bpKvlDOg5A8szKjbmVBEEPXs+wcm5A2R4qImxOFPD0kxNBKc8HdEI8PBpDw+f9KSRxJ5qtWpidr6MfEmDq9iIVRez5TRmS2lMhhSPBXJmu8zrExEGm/K5XBaFvClCJrq7iervCaHAxRs3t6Rem53HVrGKWhTjyd3P8OTu5wgyeamnpx6+fjpG1wkwv65hdoURPPxMWbgkA3G95MdQOKxjlMII/nSUMAn4jpsZ1CtZwUIPxmMMxhMUzBLyZhlz5SrmS2Xk0ypevjiU6oVAj/jmXAHzpSrmi0UsFLJomBpGrouh5+Crpx18+rCF4x7Xdp53VGwtNLG90ISR86HpFkahjSPLxvnEw6jP+Ae6kujcVCTmJiN5onTy09WtIXCmCF0roQpoDC5VxNXMYpM0FXqYW85geVPH9kYNW8tz2FhqwgsncMMJIhuIrDQ6nTFeHJ+i1x8K1n42V0CrP8FFf4qB72PId1FNwayZMKumxIixjEiFMgHaZ1N88/Acj/Y6yDdU5OuqiBpJOyT9LcUBfzaNnJ6XmnZdDC8sTB0PDi9uegpVinfKWbz17g7e/sEOpt0hdm8/x+GLc+ydWNg7tmSwqskMIaGSinaf4j8K90htDNOoLADNVUbDlVCfbWBmrnl55zLw3ddH+M2/vsDyQhP//X/8E1zZWcT/8D/+Sqo5zzN6VdYLGj84DB+NpnJefzX74N2daHne42XWEFN06kolMXaJgUwydk1AySdVKfHeVICaUuBOGf9GQ4QGPZfB1c0ZXNmagZGewp+eI2LYO6pSn3y6j19/egB+6LnVihB4zLwNI++ipKso6ioWG3WszDYRjD2cvrzAy+fnuNcKcK8dSvRPMEmMRxy2s2+qayr0zO+jFOhQJZKc4uTD/QkOD8by3sm758VwKU5Pk+pAV3wajbk8mvN5DAa2CIyIx6Eop5BVYDHDlX0jroemho3ZBn64sYb1Uhlne0c4e3mIhyMLD8cW6o0sXt8gNj+D4diSOm37OO340LMx6vWUCLQ+fvct3LqyhW+/vI1vv7qNXN5EfaYOVc/Ck3eBRNaJ/CytLokfNsZT3isZ6ZnBxlodm2t1LC1VsbhUFYx4jAmimO/OGKE7geqrMnQrBCpKgQIjpuEoDx869gZt7A072DsY48XeWIbi1XIGszUDN5ebeH25gWKOfQdi86cYHbfR7g6xp4Z4oUQwJcYqQtOoYz6/hHwqj8lggMlgSP2BPB+xHSLsBTi9sPHZ4QD3O1MsbxrihL6xlsettQJmSzoyacZdprD3pIO9xx3cO6WD1Ed3QvNAjHIug7dvzeGdW7N49tUFnn19jkhVUJgvytk8r9jIKw72+x72+748fzMzBhbmTayvGFiaM8TslHJU7O4P8eB5D0NmNxPJPpvFG8s1vLFSh33WQeflKZ4cj/DVWYBWkMIHN0tCgymrOZS1PE46Nh4c9TC0XWwsFqQCi/ESJFo6OOk72D1ycPueg0e7PrK1DLI1HfmciXzWRD7HbGkgZ0RQhlOpDDPqqzGKNR21egHlWgHZSh5GpYDJwwCThyFuP2rjk8cn2D0byvtIj9t8M4W5ZoJSp/hez6Qw5f0vdCQuh6K1rTkTVxZzGHQD3L43xP0nYyytGlheMbE4b2BxzoCpqvAnaYx7AV7sd/F8v4OlrQYWtxuYWBaODttwXR/rK/NYX1mAdzCAS0GUHwjKfewEOD+b4vzCRi9MSTFqh7OKnhejHQXokqSFLDKxgcjzEDoO4oDcShUxVW3Xrl3F1etX8ezpM+w+3ZVcLfLoZUG8/CthArN3FQrSgENhlZgYTYFhmjCMnChzXduF59IFHMrlhIvYK9X7/98A+BU58/KPuBwAJyMzNp9YCYbyciAptuLLjFhOpiMyIunXIXbTRkphTkriTubmq8k2rMhhmUpN36fy2hO1FhtzyfSIF6XkcsQmThoBgcSXPtfECZVkCF5m6f1BzhsHwEmeyyvFeJKRTMULeZpsvooChkpbNVGSc9BC7ngQe/LZNC0PLZOXDAVetugecByGodLdoMHMKXIgsqYuQo/h0cwIYPOC6m8PFLVzv67WcvIgc4Dv2R6mExed86lUNOXm/MrKlbC9JZeMroVL9+8furNlyC0s7//Xf/4AE31pBcZMVcV8U5OFvzZTkKDPB49GuP9wKKhulpmjA5g5bbxEakgrGvo98v/tJOuQh3mqW23iN8Ik+1cG1ZdOY+LWxAHMTIcMivWMqMWJfxYM8pTCAzbciHBJHOwsDkrNagpKlge1FByPKiUe9ENp9oSeIir9OAzFSXjzZh43bhYwU1FRyyvodgI8fm7j4RML/V6Afo9DDBW6qSX40JQPPw4E/8ULhNjrOTyl+eOSnUo5Aw/3atqEmjIl+8ELLcSxJ4K8bCaN8lxNajiYoNPqSYMr7XBGmXifWX4a8HlWyKRFNUVxRCKXoLo1Jbk+/D1S3UpFKnPHGnNZGXKyRj0b7RMLw7YPdwTJjIxSBmFcMgBWdeLT+XuhCy3JQU2EDzwcES3NQWksgz3BwkjGqodQpmd8J5PnighAHqDokhEH8OV/2DiqzuooNxNXLg/1FjNiGdRu+bBtBw4XqEsOoWC9XyGgL1/7/0cGsDwkl1hm+WMSOgBXaQ5NEpcGGQgphETY8J3mANgnyonuZiKVmRuWZFtRoUmXdCEXo1jgO6vAAd17GXiXLn0jF8PIJVipgBkPzImN6JLmQpAIK4i9zmjEP3No48g7yuYKXdpOLw2nwwwo4rZCZHOxNHqr9ZzkWp4fu7DGgWBa6SZltgQ7c5UZHZXZLHQiinSqh0N0Lxy5yIhakbfbQBHHeDGnYmVdw9ySCi8VwktFaLVcnJ16cCahDGg0yW5OFG90UkuEk2SWEz/DgyWLBzu6RH0YhQD5MgUpClYWGlhdaODlyw5e7nUw6rMZwMH/ZUdJVQShz+EofzYqyUS/wUNjJkYOKvIpBbdurOPdt7cRaD7uHD7Fk8MjtI8itA/53SRuxGQdSKRBySAsEiQYD5BEPOk6xJ3M3CsOr2bKWTSp/s4UYKpFeL6Ci6GH046DB/eHeHB/IPm/ZlkRZ6Rlu7LJJtjxRDzCPy3RGsWSRby4VBNXy9SxMHFs9LuWZNOJW52fk+v8pfYgoQonu13IgYCmwCwWYZaKiIIpfGcIP3bhqclQPMv8aQ9YmTekuJEQ9U+axM7OFravbOHpwXM8O3iO0wMXnX0FyjSDzVIWq1UdBtGsCxq6oykuWiN0Rh5akzTapPgghIdAMqeLRkb2u9iJERC9aPHPoePrMu7h1QeQBvolAzSRxIrimyp3cVKJOThGni4gI8Rck43iAhq1AmYaZZQreZzbU5w7Uzx7MsGTe2MMOzb4JinwE2Rmms1YE7WiCaOahVbOINRSOD8ZSKWYf32ZfUN7rpaJka+EqDRSuP76PK7fnIc3dTBqj9A9s3D4nM1AH69freDm1QpUQ0OgpPHydIrP71zgyYvB9w68a1e2cG1nC93RAM8PX+Lw9FT2C4poZJgqudNpUbdyD/QnrrgIBKafSiGnZlCgk4au19DDlHEKBhAZwEJew0ohg6WqgYUm1bRca4QRhr0XI7x8McbpmNkkGfT5S8h6iLOeqF5ZMgCONBkaETPEeIIEI5ocPGNKs3kyknxRihUUWV+ZGaqW6B6O4Y2JzCWSlPlBFE9wL40E+cWzB9Xi4nqpsmHsomi6KOg+CpkAObq6icbNsqlkYjQxMexPMeoOMRo76E8C9CYh+uOUFJ9fMclxAEydDS/mFJdQSWuFgljbWS7izStVXF0vJYhPNYXP7nXw2f0uRhNfEGUNk/jnHK7NmKiVTdQqJpRKFigbOOl5+OSLc9x/MsBH769InV508fj5KfaPejg9m8oD9eF7q/jw/TXsH7VxcNyRTLCzcw+TaYiNtRzWV00E4QRhMMbMXBnrW/OI0jq+e9jFg2d9WH4k2eC+7YpanC6BbFaTCy6HNhTKFAtsLCqYr5pYaZRRy2cxtCwRkUwcDxP3cvhLEdTlGTURy3GPvowwkDxSuk1JRQhlGEWct6bQCUB6C3EUESItccnQsZT2Y6hEF4qwKcmzThHNBh1FNSNFpHGK+bASj+sh9D2UZxso83KrFhAHppAqzjuHaHdP4U8C+GMfjVwBs8US3CDG8XAiReMqS9ZeJRbBDIfAnBhMW5ZUNQdU8yks1EtYnW2K++xg6OBw6GAYTDD0p2jmDGxWKmiQ486utctM+SE8e4gUHc/IImeUUC5VkMsXsdc+xl77CI6mITRN9CcRTo+mmAwDzDS4vuRlKO5GPmzHgWXRNRhK9m/WyCSCrIB3lBAOBXjMvXFJvpF4QqgczAUqXD8jZB9B9ebpaKTDi+eWQIQYdP6ykchXV9Z2NcL8CtHPOTRndNRrGVHSPvh0gPu/6cs5QeEkhbl+MgDmMIWDQF60/lA3+SpWJ8mIfuX8zxRj6OU4yUwkhppuqnJGzv7DnodBzxWRFznujJkp0kFb5bCHqnzmu5DeEorokMMR5qoqOTEkYK5ew+JMU86nrU4P7d4A+SKRlRnZ34gks8chxp1AMJls9ilRCkY9htFIntuQQkSH+d4RVDvG5s2qVIlUiZyCzsjFN/d7eLo3wfWNOq5t1NEs5lEzTRyfDPHl3UN8++AEcwtVzM1XBPlfnzEQhC7arR563WHiFmRRyDimE+LyzkWHnZeSz5+vm8jV+UUx19mHN2W58CzmlyYUBMExJ1pRuQdyLeeZmJQn2ZVlOpxCROy6OC58RCQpkZYgju3LDeqyKchulaIlZ96EhMH/5vqsQRFXfxpZCodDF77vwGdshLiIk+iXKEgL4Wd2Pifrqsf/e8R/HwcAdAyrgp0rFTTMVDWhariTIdzxEFFsII4NEcvVMwpMLYNAzcGOdDzfa2H3ZQujSSiZmbVGBZtb89jenEXT7aPpDnBhjXFgTzHhnpE1kOJhSdYbBb2+j24/EOT/0GKur480B8WkJhWzMEpEzxMraQiyjkLik8MhFF2R4V7KjhFbsQzqrqxWsLVcwGm3jbNuC9VGBQsLs6jlTBR5UvY97Pb7eNbvo5zXUc5nMLVitHp0pQfoDn10hr7sgWwSEpVdrLHBzpNGcv4UPrOTgaO5cHQHmXSEcpxGU9Xw2mYTNzYbOO33sXt6hqHjI60bcGINhy0XB20PRTOSKss/F4mIa2N1Dhtrcwh5j0llJBqEvrXTwRR3n3WwdzTErYaBW40sLnoWXpyPYXNfKGkoVg1pSLKm/Ta658fi9C8VmwjTJu4eXuDe0QWmtoqpTYqGhtUZHYUcREg4mE7QMHJoZHOYq2SxUOc9JY29Mx97LRenEwunU/IQed+MRZRVZIZ1LovRlHuOBd/n+TppwpZyzKvVJGqJLkb9MneeMQiUAgYpT851LCFeUSCbojsv6bzwWeUQjzQuNkKT83tCQRNkLS9/lwJ3203BsrnPJKwIUlryWRX5rIZ8voh8viR3CaIf2eMYTiYYjqcwUwA9jQtGARv5GjKxjoPOFId9C6fuFGfuFBuVPG7MMOcvg0hJzq+HoxEOhiO5fxIL71kRBhc+pn1eNrNSHABz3ysUDWnk5QscNvrS65naLqbiROauTAR0gmfnHXRuroq52Qqa5TKaxTKskY/7dw+x+/QMBTNAwQiRLzE7PCf79DT0MbGZQR5i2Eqiwlj1Sg5ztSIalRy0TCDV6g3R6o9EkESxHHN6fTe5D2XAEXBG8kGZr8z3Pp8n1UbB9kIFWxT49Kc4P+/jcOBibxrj1GGPgdni/Ay89Sf3f57ESCEomVkUOWibzWF5Lof2hYVHjzo4vbDg89SupdGcz6Axp8m+6I8puIjg0f1vB7A8Oq1ClOvEPPJzKPCFXBXKGYh5xyIW5m+Rw12HldyDSXgicapYUMUMwSgrimBCNjh0NcnwLpB2oMB10nApNAgsuQvN/d/svTuQHceVrvvvd3fjTVJqUPMAOXcihBvXEGgBtAgaNwRZbFlsWmpawlgELYKePEAWQUugxZbFlsWWJUxcQ6BFyBImzjlxIZ2JISTNFUCJJJp4dO/u/brxr6rqrp1dj6zatcFN4NeJfaRB1yPry8yVK9daudaxw/Z75uhBHDt2EPfud3HrP/+G/+9vX2OBpYQOtyxjCn/fO7CAF48dxj8cOWQBaXQA//EvX+B//+Xv2NjqoUsdudEwg+9cu4md+zyRxTnAwGTq9TW0D3Cf28ChRguHGm0L3n643bXT1Uy9yswOtfomarVNLCzMmW5zwP67Yw6dL774Gl98sWEpQfnj/rzFYAmyod7ErEtH2kG6zoNzNm853xgwzBSydLTff0S9IihXwD5kilcGCDKtcocOOtpYayPMtxuYZ01Znr6lMXfETFqsG88g8Aa63SY2d+p42B9aitbnnqOzPcxw1+ehgAH+dqeLL/6+jV67j36rjxdYw3DxOcz1GTD2JbYebqH1/BG0jh/B9777HL63+Cw27nyF//7jn/Gn//oc/73dwH9vN9GmjWw4sDqUtDF1DjQwf5A2vTrmtmEZEr5+tIOvHnWxyZSW/Ya1sdlpW9YyBuF89wjtIH3c+Xzbyn9ZIXLaLg8exDOHDmCu2bCa9Bxzf/7rFv58Z8v0L+55Dh7q4OixBXtvrxaUeDkyBxzu1LDD9L4Paujx8ECYuaPGfVJziDYPA3V4opKOPWaq7OMRAx/u9/HCPx3HC/98HP/I+b9wAAdGI/z1sz/izu0/YtSes9+de8B//rWPh70hjn53hKPPBWX3+F00+TGLI/UPOoBbNZb1e4Ru95EFnDV4CKlD2cj95SjQW7e3MddeQKe9gGcXDuI7CwvmAP7751/g73/7AhuDOu4xe067g6MLrI07h+8y9TEPJPQZTLKD/7y7iVvMoPiojz6/t9HA8aNHcPzYYXTmdswB3B1t4wtmw+gOsPWoZmUYgpRSdTSH1PVY9ogl3KgTtzDqsTxe1/a5fR4Rpv2cDmDaRsIa7weZhe07TTx//BD+cfEo/nHxCHYGlK1d07MZcf7w4RY+v7eBh4+2cKQR7E++2uzjKx7AGQ6wRfnRrGHuUNPq4R47OI9jBxewMGzwMKqdzv7jXx7gz39/aKd95482rN+Y+cMykDaDNO5zrQXMtxew82CArY2dIAC0NsSwSVnawKEDDfzLv37Pftv3N/H5f93Bl3e/xuf3evh8oxf5wgNd3A4NWQ0m04uDwPghDjwDHPzOyMpJHj52BEefOWL7/0OtNv7zjxv4H//jCzz3zGH832dP4p//8Rj+n+v/036HjhzAoSMHTafnest9CQ/HbW1t7wZ1Uy9ttWknDGytHEz9Xs+yd0b1N5nNkyXKaN83nf4AU9d3cHB+nkfkMOABDmaktBT7TfzT9w7jn58/hBY20d/80pw+9cYx1BvP4H/duov/9f/eNd338HcXcOAo58U2Ojy52qhjvl7Ddw4fxuLRIxh1mU5/A3/7fAOfParjvx7VLXPIYMsMEah1eBqbvmRmwGHGPNq7gQMHmzj6DA94AV983sUXf+uGBzioI9dtftKI1DHb59AyJR45No/Nbh/3H7AWyRALzCbS4rwaYIdjlCm6201898ghfP87z+H4/Dy+/tuX9vvzzg7+vNPDwUMt/NNz8zi80LRAgIfdHr5+CHz9kD4kZjDs4/nvHMD/9X+8iBePL+Ivn/0Jf/7sth3WOXzkkJ3u5ha1uzO09efe/S3cf9THAwZ/b9PXwinWxPHvHrbA72efPYDnnj2IZpsOYAagbmHY62K400VnyDrCLXRGdYtv4SlgHpgajFr4vHvffnf/xvIBzNY0wvxcDUcONPHic4fwL88dsgN8zLA7ZEDyxkPLavt5fYjPqa9Z3fohjnQO49m55zBXn8P21iNsdx9h1BnZSVimVKjdH2Hj6z7++FUPf3rUw3e+C3xnsYZ//k4HJ56bw+EFBsTykCfw5V8f2sn4218O8V/3RniwzQDzIQ4sNPAvJw7jX04cwV//uIE7f2DGwzrmj81hjjWjmbGiDtx9tIPPN7etzCYzez7zDB2jLRxjrXFmMN1p4s4XW/gLbQfoo364jvaxBl44chAnjh5C794DPPrbPdzZ2MH/ftjAxrCBf/2HJv71ew0cas7jcGveAor++6uH2Oz1cPyZeSw+O4/+duArus8158EO7n7Rw+0/9/HXuwO0mAXgCHWADuZac5aJoz1PX8sQ7c1tdB5tW2lBZhdghrMjRxasjENjoYPGwhx2/jJA7y9DfHbnIf7nnQ3cuc/IIlqrqGv37Hf0QBNHF1iOilnbaJfoB+vhoQa+d6SFfzzatpTot/97gD/f6ePYszUce66GZ4818dzRlmV+oB62/XCIz/++hc//volj3zuAZ/5hwfb1X3153zJ7Lj57DN999hh2vtzEzpeso07dnL6sIb76sot7zGZRq+EhPZc7Dfs9GjAz38B+zWHbSoky7bg5IYbUHJvM8sNUpYdx+OhhPPj6Ae5vPMBgwDSwjIjZlUGBU8WyBQcnhcyYb7VZuRFmzVum7x3ZJtqMWxa9EhYQDn2ItkE3f97YmdLgweGJ1D1XY+AAZjovKv17qSijo0ixmrU8fkILLLfnjS5qTHhNpxBT/ND1G1Y5Z0F7i12x+k1DO+FBH+3uiePQ48gNUo0Czq4OI8rHz8EGKTJDz7UtGmHK2iBqPEhZHf3MAWxZe9v2o0OHvyhNEP84HHYwHLaDGsc0ko5oHOyBjeSJKRoggnRiNACGtafMgRsY76NTljQwzM237LtZc5WDp8+IczoReRLblNPg2yxN3W79yr1TwFEfFHEAH2jVcIjOs7mG1dph6pCvHwY/27yPWEuWhdMH1p+MVmP0pm1WeUp2YD1lhp2h5WQOaizvnpOw8RGmx6yx+DzsZymceQLborZoQA+KvHGssaYXf1Qe0aahlcabNgajDmq1HdTNIRik8bY0Fky3Oxrh2JEGjrFId5MLYgM7vSG+7vaxwRTiW3X7mYOfjtjmCENuANmn4bg3A5MZ6iPPJLuRqVbYNjaihSGdrA2z6JnRxcqFHmjbj4s/Hdmj7QH9/1b3JDyAH5wA5sJQZ3wnT7aTG49K7AQLMJ01PDEZpWefo6OYjlbWPKIhjUb5gaUI5aFdRojSATziKXqeSGhvmWOUNVPMAWbzIyj+SU5BSnTW4uY/M/SZBprgZLxxt8HMoAIqUzRWNi0ltdUgZGRsY4j2wQGaC8Gc4P/HzfBgpx6M7zCluZWqJkIOA0vfGDiioikZTNtoroXp2SM/sx0bia6lHLMQv+CEI1/K07/82Wlh/huNHD2bj6xZRJnWabP2tsHEzpCpQdoY9huW7rDZ3EaztR3M0eDA815Xh+IpIBFs7EajoMZ0cLKEBkEq2u3AuV7btnczmKAz30Kvy5P7dXPcBP70oFYsf3ailo4W6uWMzmfKVZvjwaaTz6/1O6gP5i2ya+HADubmWQN0iH6NKdAY3c85MkJ7WENjQIMP07i1rK52kLKAGy06noKcGiPKJRpNBpy3PTTbO1Zz+NB8xxyKDx/1zJEYnF604qTWyFGjHdRRqTFFfVCDx2QmU5czle8gSA/6zKGOpVkbtAb4e/8h7jEt4oO6pbm3gW+p+KOKmkFgAU+GtxasBJm1k4ws27LVja3hENOgtRpo1ebQqi+YtNscdbE52MFX9xr4yqJgh6iz1iJPA7Bup+V75ELTMAMxAzjsYLkFilD5ZuqrBvr2TTSIjCwtJSMvbSGhsSzse9ZR7VjNAJhBkaERVM75s7HA+lfW94FMq1mxnQYW5hnlyTEZzuNaA4fm53FobgEPew/xYOchtjZb2H5w0O452NrCgXbX6uoy9R6Ndt3tIbqDBjZH89gctdFDF32eeq8zTcnA5Bsj+zhe6BCg0SbwUATrabQM26eE7bPTqA0q9EH9q6COeV5CV0cAACAASURBVFA7vVHrWcDEAmV/u4G5TgvtVgOPMLDfw/sNPNxoWTmIdoMb4u0gNdwIlkKJP56SHnXqVnOIAWTMHFLjCSnKc6v53rYx3+Smdq4fpmSbM1nP5/LEUJclETYbOHZwaKdYqW/3qBD1B/hyq2eRcuE0wsGFBRxaWLBUbQ+6W3i0zawR4XJtgQaBkZTDgZ3asE3yyJIR8BecvGQGgRr6daZk6lkszKhVA7vvwDBI49YhiybP8pHVAA8f9vHwQR9bjNptNrHTYhYDOsR7YWqWwMHD7AtsQ4PzsDEwuW7i1dbGMFiLgRHBMmQyi8oglxaT09RF+uEYtnWIDmAuJCyzwHWgbpGs7XYH7VoP7XrPUoHNMQWdnWahc6SO7f68ZYcwo8DOpjlJekyLzpRtOzTgBXOkSeem1QUMTozWBnVzAnfNUde3NPiHD7QsCh50wjSblkLxq69ZS5P1dAaY5wmiVgNHGCDXbKPD00Z8XpNBWyPcvTfAvUcjLD4zZ7UQN7tdfP3wETY36RgLKnA/c3QBx44tWJrjR1s7Vpe+32MpCKbrZz3RIEqfvw6jxw/QxNbAvQd1fP2IAUIjMw2P+l16l8y8ytO43KT3LHsM69kP0G4NcLBZw7FmCwu1OrqDgf2YWYeGILYmtCPY+mIp/sIXB/VoA/3ETttFaiT1aG7nmVqPa2KdRp2+6duMeA9SogdjlOuYLW9Dpr1sYb5Wt3ZwTRg0A2M0N280oqHTxmiOaw2dfUxBNbJUnEzJSWMNg0EONoJsDL1RDRs9YIPyIcx8Y4OOEpTrQjsYc8MtBpHQ6TDAXKuPBWYcabVtH3C/P8LXDEys99Gr9zFXa+JwrYMOA/dCuTEYUgbQaRkc66Bjgen5uLl+1OMJHtaaZEASjT51O8VOlbARrn80QNspJKZp6zPLSxhcyfnEPQh/pgIEp+ZHFCz9Bho8NW1/C9JcWnBRuL+wMjA0wpjuElWyCAIqrHREjTWfgo0dDbSc19RNHv29Zz8b91aqJgggtYPeLINjDpLdqil725vd/xW4hy1LTsvyCgcygAngmL6QJ4K5Z2OQFtNqDALZ0GwNzKjB9tHZzMEUZF8J1iTqxDSs8vvsJGCzY99GAz5TSnE/0WzvlesI0t01LUVuZ9RAx5wFA6sFbeu4RTMO0aBON6zjwJGG/VgrkmKn16vbPHqwVceBBRoOhmgzKKE+h83tHu7df4CNhw/RmWtbUAWDF1lGg33H1MNMCxek/6Ujipk+qW9GSpxFIAV7UvrIeBKX6ye/kw6JUKcx3a3GWWvV6wP90VRwZooKftEaHezTwmI2YVDZ7n41rsPxPksVy3TUwZhilwY+4CBImif7rcpJLENUJK9pLKCUbnVqFqgWBAQGJ02ob1qOSFN2WXqggU6DJj2K7C5qfZYnmUOtPm91IXl+oFkbYodlV0Z1POzyFB11upHpdnS40fh26GADRwc9HOv3sDEY4O+DPrr8DtaRoTJjgV5D7GzTWdg05kFw0QjNUR+NIU8nhyeoue62gkCozUc8UU/5Eoxxnhzg70CTjqcaDs3X8HCwbb/WHJ3dh9GpN9Hh+tmn8bxrv4PtGg52eDJshPtbI2z2gO1BE9sDBs1Sj+zbyW0ak2zvP+xZ0Eu9t4BG/wD69S56zUe2rtLQNg+mf27i2KEmHux08dXmlmX6alpKxzoe7tTxgKn4Gn2rPdnhCTqWQmzUrVwSHap0jrF4TxCvTp51PNjuoLvdxLP1TTxX28Rmb4SvmZqeXc/xwHJO8y0cWGiakbXf3bJAMqadZL/f6/WwsdNHf4d7ug4WmgMcneuh3ezjUb+PRyyJQedArW36G+uq0jbPwBOeFH3A0gom77l+9yztLgPumw2uRX0zKEd7CgYNzXEuWgBJEPjSrLXQqtGxzTOvrGtIe0IQ9GDzJzjIbobaIGaWNhwaacNU9qzbx5JA1IG4X7CoCu4T6ugzxeOA+iwfST2QpxXD01SU5c2WXcq2W4LEMAUzpy5/Bxo8PcIAoBY2dxrY7DXsZPWD4QAH20Mca4/QaQZ7RM5m49XvUzXCyDKzMNsB5z8bzgHaCoPh6Xitoz3fNJ090nH7loo2DHQMg/gjkw7Tnc+1W5ijw5xZ4Hp1S6m79ZDpM7vo0KZkuggzBrA0NtPA19DvdjDotjFk+r866ybWsNAKdPF2i/rGAA9YaonOVX5FYN7AqFe3QL/GaB6N4bxlmmvVt2x8dpp0ALL+Yct+Qx6k2O7hUR/YGDXxyBQLzocg0D0QcEFkmcmi+hwajXkszA2tRMvOdg8P7zM71dDqebLMVnueKTip5zCja6AvUmdj8EKP30atqBNmF+NeJFxPzGpkm4JAwgZ1IrjmcksQZNyyAOp28G9WQ5N2AJ5CZ7rcOnW9HYwG/K52sHbVu7YHtvIY9aY5yuio6/Vr+PrRyBzSLEvVaDEQkuN9iEP1Oo6Z47YJs+nVa7i3RScX9U1uQYOyTFbXnTovPe8cK/UGhgx+4RBuDtDgCVsGl45q5vjlVo7BOLUa7UNky9RrmxaQR/tmi0F6LOlTZ9Y5BquT1ByGzGlvAp8K1V4QONduKwHHE/QM6mMAAG07PIk9bKDPd1kQfMDUJp5lLQvmpc0OBh+ZqWNoejYtPkwOQx2PpV36owb6tE+MuCa00KtRt99Gu9M1nZNB5GwSMytYRrY6TysPjDH3J5ZJgwcuWP5soWWBswwmYZmSYZdB3VuWPnt7sIDtIQ8KMBCWgSS0X9ExE8hBypD5PiylO0+oWyDliFnX2hhQEbHoR2Ce+mKTe2DWSR3aGsD9Bn+desNSYlote9qZh7CUove7tGcFBxhYRo46OU0VNp/peA9UHdONgnFFHYCyJxwDjMiOkptb9sjQNm1sWMqIWZ/adoqRh5osHf6jR+g/YnYv2qAb2Nxu4+vNjun4LZZw6oROLZbdMEWCWfi476+hVatha7SD7oiHC5jtsBPYlUacsz1zKlr2AXMON7FQa+JAvW759JiCnweoHmIOj1jtmLGglC2WJr6GOcpeztHaEPe3avh6s2ZrFZ0yhMKgn7bVNt9GvcF8Fj2TPTz4FJVXiMo5WkZ/Oq4pywZBGYraiPbIvs2pgekKDdP3GBTfYCAqFct2DazlRFvvwfkGDrCeMg+GcQxRpaH+NhjZnojfOh9kcMajAZ0SDdC0xfJXtJvSvsKDUu0Gy+Q07LoF6iM7wJdbsPW2sVC335CBdb0dy8TFGuvU3+u1tu3HwWBxZoinvYVzw9LUD9BqDTC/MIcFBm7QFs5yaQx06dWx2auZQ56fSecvGZgd2gIJuQNi4NkOGjzwMg8LeqODlWVEaN+hjvzgUQ0bD1j2oInjx5pYmAM+v/cQdzd46pX7RdrUKKaDg2O03zMTQOTctWyhHGN2kC3IdEhdi/sYs+lb6brQDsgpRDfHPDVG6uFhauGBGR+i2ic4OMfgfJqmmV1ry/Zdo9ohoHY4zGD3AAOWz5xrmi2Xmcb4o6OSh+IONGlbatnY6LOM1XYfX6KDL5h/gLo2ndMU/m36MLi3pS8ltNVwf9Dm2kFVgQezBmYno93IHE6mtVHhYEpoljHaMUbUfQejpskzs7kwoLXOMom0twR+Cpr25xoNHGkH82XEDT73FqMh7lHjYonJdsMc0jyVz714bzSH/nAetUbfMjrMU7fozJnzfntzC93NTdOnGPjPOcR5Euzjg/FMGdanrKZeRLvKqG7BOLZOMVCnzb7jOkBFhPOD82eIDotFjah7DbHdCEpO0KZI+2i31rcgw+0t2npp+6NazoC9IQ63azjSqpuuwKAOjgVmwaNfbafGfKFsQrD/bdZbaNc65uPggbIB9WQ6f6nm92podxvodxu412vjvgWTbGKus2X692FmRmrVMKjXAtdVt2/BXA93mrjfa2PH9id9NFvBwT2mSN6+18f2PWrKPCjUCA5LjHiydA4Phtt4wPWvPUSL5TI4BoK4Hjts1B6wHjLwgIegaMhYGKLOfeKwiQNMMU8bzvYOtoZN3KsdQLfOzEpbWGhuoW2ejoaV49vinno0DNKDU+6EwYoWgEZGLIFEeyBBUaDO2TFSS2HPfg7WY567GGCOe87aEANbx6izBUHcfY6Deh3t7gjtLeDB9jBIp0z7eosZRefQGD5CfbiJTm1kY5I16XdGgQ5hdvo2cKgxwhGuU+TfnceD7pwdsGu2u6HtZGjBQlSzuQ6xJN5Or4na/IBC0AKJOfdoz5hvtTDfblmWKtoVbP7QTscDH1sDs0fT3tmzHPKBPZkurZ3m0OQhU5HXerQh0RnMdShMAW2BQ9xUsDagpZfjAhkLWXdNFmG6VRsFkcV412O4V+Nqb6MdGj8in2+C7zfBKhImzKUGFxhpgvQIMedv/BQqHcCMArWjSVbteM+8Ep7K4j9YvVD7H3uOaTPCxe0zkSd1910J3xmF9EdtMItdZLgJ/9FO/4Yvp7OXkSD9DjqDTnBadNQ3A4AZYZiFuddEr0chHp6ijBJW8v+2QhLjzvQxZjEslmrBrLgceIEjPqiIS4dhpIfRRMltbjBoLHpswhPAwVmU4MRusJfgADyAYe0ghv1tDJlj2TagtOQNLHKTTmCmrwoOdIcD17gHDuOgY4ITgNSRLc7VUhFTAaFTl9p+6CSM2YoiRyQFI0+AUwj36YiyfuMxJa6ijOZgfr/AyWfj1UrEchPLzfPQNgZNfozVw2D9BZ5wZN1hOsy4ew4dP9Q+2ddh/dvAiB9o8ZYyi4Yri+5kfzBSirvuwCltzkc6RikEwnV8t5ZZaB+y7g+npNXwblm8r9UUsJWCRzP4i+aWeYtj9Zr5f5uHOXSKBq+1gACOWzp/R5hDzWpEbdkfzaEY+ODHjWYm/cOa4HteonBehScn+O121IvGcyrVdADTIEqDZR/obAMtLpjhs23A8HqbnEHjArvZbjpC22xGBvP44A9PAIfHEvdkUsxZvCungp1UzAG824BgXBqQ4GQOo6xo6KdjlA7SPpUsGl/pnKltol7fMoMfN8Qcl9G8i2JbItulGRUtpDBwYpqxlxtMppxn/eZR19JSNyw7AJ02HavaHigLkQOYtQV2TGbQkGGO1CgiIPrv4HgiaoN5NAYH7AQR28kNLB0b3DAYU+6NqYoFwf3oD9ro99sYhTnrg2qwlJ9UwGhMmDMjNiPOLb90fceMUdwDMMB/wM2WBTwEJ0fMKNGgZ7aDPnrB9iN0Xlkf2fFYoNVr2I+p9luM8W8O7YAHT8Vih3mjuYpS+2e/BKeQ2LTIeMJFloZg8qWBIgj8YBuixOQcPlQb5oJTPu2u1U/Z3jlgvxF3KcypSplkJ7f53SEgjkUqDGFNJiqi/UHffnRg80fDGw1FJvc5QUMHKsdwh+nAuEMFrGbYNscABVg0iS0bQGiHJT8aRGjEYu1ffq/NXSrMdKQN0eDJJJYQ4G94AMP+UWtfrXYPjdoD6lK2cQqi0yh3O9hpHkCvMY/+aMt+QWiu5bk3sWUxHdE8CuMobBUI/3F3STGDTx111nBqLaDOTBlkbicR2bfbVM0tY4ZlOQhFD30JO0QwWAD6B02JbzW5KeoGpwtNdDIqrW0lFyjXzO8RTnQajGvkTfldnwtrz3WDMbFroA+Rck7251Hv80TFFpojbnyDdG88VTzo0Dlat/Sv/JkHmpvwwE9q60Kk1uwa7rkfsywegRLLYWulRO3dHHiBAxitPkZ2tDAQeUzV2+iyzri5/YwwN7k0RIX2HQzbDQznmxjSUEbPFmUi2xWe8KMn16g3WZuIdb0j52+QsSOQZ4EzLlrTd8WdORaDurPR/zMhWhtgYIbg4LvZYMuOwPSNwz5aGNn6zT8FI4VrzDwTzqEJZkvhCe69hWgwYkmNwFnBe2nfohPa1joaEgbc6PTQtdNHgTGHBplak878dlAahNOmTsNOzzZ8TNHbsmAnBmHwG2hypJmnhm0wmKGFVoPrMwNveDKW7AKjudm0w1/g/OOmqmV1x2hkYerHHeZiDc1FfC6/kn00wAEMbFcdOgWHNORv2bimblxrcHS3zGAXKAnbdhLjAG0hrOe5u0zxWTR60SAThNnRHRwIrsDzHIS50cgUZBkI8hpEy1bgBOZmkZLTyAUlYu3kPrMKmA/LAjBptGHtuqb1m/nEzMhNXoOgViwDKthay9zTwKjPkczaaDwtyl1uYDRhAZUglo6BG0377UZEmCU3VBYYjVajM6Blc7dR30GDRl1+V+BLxHatbj+bMBRpPE3aq9t/Rwt+4BSgESdcj9lxoU5uS0lMv+YYbg1bVlKDawmp7Ooy4ZpgCCP9xtbB8FU2KIKACq7dVLnqnJd0aNJoH62jwSwNHXGh7mLBZYHhJpiYsfeGSzrfY8sI3xemKNx1ALMZ4cY9rq7s/9+xjUwUVErZzpER1pEMwwPD7wicLoEpgOtXlKY4alRsgxUJh+CQXsAiKJAbOrUjHZt/o/7FrTYdag37MV07zb3UnQd16s8Mlwh0aotMpIGGTnUOC5YMqVPfp0H8EQajR1YviybrIJigZ06S2GAPkAfRDsH7o06MJrLN4nCzy4BGynILimDEZ5hZKhYYyFMU5mC1mRCWronrSdH6Fk9qFNs77S6IIUIbhmFAIE/B82eO/TDQcuxbTCbHejd6Lj2ptoGl/kR5Fe51eHG0f4hWH9ODmb2I7sO+/SKHTnvUR2fAQCXOgkA+M6XRqN6xuqIMyqHrhoGgNOYdZg1MGtABbJgMCE4I0eAYTBDq+HPAYM5qWjZojKbMHPbNCWzzk4EWnCuBBLdBHugXdTshZJmWBrxvYGsEdTmu+9tcCy0lxALqNB73BqgP+IzAcDjfHGChRScIAucv64da0CDbE+pjdsKHCxzXCTsyjcbwIBqDgxjWtqxuHQ2PpkOMWmg3+mjX++iOBthiIO5oZJLeAqHrbfvRoEtylomJ+gfFPddstpnOmWC7GfQRS8e0nkWjeQid7a/Q2f7ScoLtmF5LvZeMGFQV7AFNfwgSfgXBqiOeoGpgwL1Pr2O/9mgH8/VNNGo7YFJG/miYqo8sWSsadKTSPGprXx3dRgtbda6unDdBsDCDIaNxFrQ1dD5wjeC3UNe3YGgLO7Af+5I7B5s3u4pO8J0WREZxwGxv3Jta2Z8wKxgtU43AARxu2wN5Y2tmB0PqQeasCRzAZvxkuaDdfFVB5iI7LRqOOqrPXIWi2W5B32CQ5lxQrsT6rGunl7iShonYd++nbcuWMbbblutQURsykIGOLAbzsl5ikAEg0rnG1oxIDjhzn/3GT65ZfxwEXTJN6pOWGJyulEB3su090+IPOb4p84KTiHUGT7DECd1ezCbVpgOTAWyhbhssv8Fel5mahguoDRfQwDYr9Vp2HNodrA9DXXN3Was10G200WNA+4DlKSgBwqB5zk4GoJuDNsgYUGNgMX8WIR8E0AytRAGVWu4x6C3hulAL5ih4aKBhjhP7Ue80owQFXrj3DmqaWQm2QJ5RVnGy0yZDjTsMliV7BjrT0c09SattaSOHoy6GzBFre2lqLBQ4tNftlR2g6YpNHNUo/ehwpH2D6xydq4EO1aF9lFleQx80WxNYcxh4F05o20MFWrGVd+EWjw5j+/5wTeehBFNtKN2YDcqiGEOzdegAphM4UicYN8xLaA+ik4vitnHAfmQ8HDD/begAtskV2neipSFWTccsxLaJDfUMO/0XlLcLJmbgAGbOJn4zg7Ap75h3aA410w2DoAZKDDpZ2+jXOhjYqQTme3gQGHmp85jO2QytgHS/cE2nyyI8AGIOUzq5afegHOD6OrD5xfnKOzkfGjiEbf6/2nYQUGIyJbBNkgnt1vwFmjVHHm1vHcusEIRk8d07aIe7i9CNFGYf4153ZP0R7GIDe0lwdceC5LlPYCCiTV8yMZvwbgw/6tRfmGrVmIR7gLC26mDI7AAM2g+UQ05DBluaLhOWOaIzoM/DHDxlR0cvHxL4QDFghoHBIQsUQO2h2VWiDUcQMkzCNesf/ne3PsAWdaRmxwKnrb29rWAti/Tb8H9wD9Gh0yiKxWboQW0em7UF6yE6GhieZGbGYOtm/6NHx3+fcpgfGTZ019ZCm2CQQXJ3o+hsnLmU2HpltboD2R/IXAbPMXtZ6AA25y+dwJTv1Alr2LGMYENLU87Acq7ldJwZN9vXUd5wrtXQ6Q8sCKyLNrZZMo48actgZ9t86e+avWnHOGhyvY5NtEH3D9M588dxyUwiJmtsD8QJRaMp97EM8AzeR4cOM0dYdr86M6wEE5h6qu0vGewRalgWVMUhwADfPgNqg32ZlZILVySWCTP1dNd+E1qKbJ85z/xq5mRt9h+hPtpGn2XfOI+shGJgKzUVkEt1tBBGa4/tXUJnSugA3h1X5tMPohSDA3V7Ti2zzdKkTpskDzSNOA64djfRrG1bUJGVsaSzx/byBy2EcFjrYljbxoDBI+wH63zOd+p9Qf9F+0k2OfjkGu635nG/OW8BOBaRynnICcIBRIXYZFdg8zV9yGzbDNIMTfm2d6YubJGFoWymXaobbPhsrjFCkjqFRUnZpoVVJDoMGOApddrJh0O0LKVtoN9xSX1UC35c4/hvHBYMZu6bLfJA8DPd5xEao200e8yAGNqqwm+kGDZXAu+Nto1Eb4WZGVTCwz9BYNOeeT3IwWGHOuwuW61setIBzLDn7foAD5ssEsm9UhD0bfFqhE37PbNRMvucaZdMEG2S3LQ9c/baVOfKHPpozCoRBIBEgSdsEYOBLFNkiJlO1zmWUBu00cUBk6F13GdPmkZIblSdLKMot+thu/vooMegJtsvcM8bnkDjXjR0M5hryw4fMDjkIFqjg9iqbaPLEiMtpqMhpFAg7IzQGdZsreac2+aawEgDRgt1+qgHJmobSmzTsDGH7c5h9Lg+9u/bz9aEcM/G/zKzGw/lUG+n6SxcMqMpGqwgNbOZUs6Y0kYHKHVVBrQyWKlnyfdsn7gT7hUj96DFi5lWCqtJzqCqh7QhMWttex6NzgIG3fsYdh+gMWB4U2DJ4ffR9hNtBDrDAeZtXsyxgCJ2cAij2gMM8cD2aKbv0X5FnnxGjXrbPLbrW/Zj8Ex0CC9u3tjNbhUGbnKq2CERy2DMfRnrtjdtKg556IEMQnOB6aYm4+1QQtJR3Gxzhf4qAi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GpnNXgAAIABJREFU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J69PlGLREAEREAEREAEREAEREAEREAEREAEREAEREAEREAEREAEREAEREAERKAUATmAS2HTTSIgAiIgAiIgAiIgAiIgAiIgAiIgAiIgAiIgAiIgAiIgAiIgAiIgAiIwewTkAE7qk7Ul4I1fl+itS8DoIoAbQO3lvfsvfQpcPJPyvLvA0vNA9LrXPgLWl/euvbsGPP9G8bZ8dAdYPl7svu5dYH0VuHoNuPUJ8Hl4++lXgFNLwMoycCblmZdrwLvFXmdXu9+L28C5F4F/jz3rJx8Dq0spD3dYF2lCxKhU26O+5gudNuz7prBRt64BV64CN28Cv/tT8I+L3wdOngnYLp0Djhb5gPDasfH6GnBnHSjY9WNv7V4HXnh1r//5x/d+D1w4ldy4smOUT/t0BJwp2Ydp82omxrFHP1o714C1deBGNN8WgVfOFR8Pd2+Ez7oBfPK78OV81hngDOfuEnAyY3C5ffjDD4FrK35zLlW+bQDX1oCra8DNT4BwyOP7rwBnTgHL54FzJ/3e4YHTLnHb4ju3d9t0ATj3wt7bblwGXo4Jtrd+C1w5m90a956kuXP9IvDqz2PP+QHw+5tAyhSD73e4LYtkkdsmm3dpn8F+WwfW14HrN4A/hAvBidPA2TPAOcqqM8BcBoax9i4Cv70NnE25YRL5VYpLXHYDKLzeV3y/i5HrxCplwnXgkz+Efz0BvHIWWD4HLC0BxzPg+34P+/MU5+EKsJwwGCaW67EPm0Qm+859Xrd6DnhzTHkA7q3mr6tVMWMbqhiTWd/s3S+U/yeBUyvAxZVkncD7WU6D4vql+wxX95ymLOBcsfWF6140V8J1b2kZWM6ZK1mci8ilPPlaxZiocoy6311U59u9v8heJwm2j+5H2XcKsP5cTtdtqxjLri6fOD4825Mpt3y+O3xAtP+6sOLocF3gwgvA+9FGjfrP74GLaUoEtyqOPnP6EkBdJGstd5ksvgXcvpJyT85+NolJIZldgJv7rsT9nrOW75sX1NHXAz32uqPDUhdaWsnQYfkwp72l2XnuMbkPWL0KXIvLw/h4LSMPK2Ae52q6QIVME+dZuPadXAL2zRsPhWJMXueMkX2PK8kr007ElxS1jcQa5rP++Nh5vORjAt+q92VJXTiVsZ/wokLyKqmhk+yLPcZu/JJJ9SOfccP3pe2fU5tb9R4zZ45m6nJVyWgAPjqIr83PV9/bfd4KsJJim6iyH32fNdb3eTK0KtmW9Z7bwPll4IPIPkb76+vAjTWAJp8ndR8z1g9VcZ7EpuOzPj5mHTtilOk3qVpmZcjyNHl6/QLw6vt7N/7mHnAuwa575RTw9n/EXvA6cGctYe9Em+NLQHTp6x8H9rCpjJkS3xu/xUfueOkwBdfQJ/hyOYCTOtd34d1377fYAUzDwNK7406/JDavvAOsX95vUPWZnEnPc52lt1eBF990rvwh8Nm1YJGuarPF5zw2B/DtQDH7ZeQBS5MoJ4APrwEraU6xlPuKGCp9hNk+5xQVpXeA25eTjT4+Sm/ae6t2AM/KOM7jvH4BOP9+9nxbfAW4ugosJQ788A23AwPH+5/kvRF47RfA6vlkZ0hSH6YqQx5G39trwNk39py+qUP+J8C1q8BJ1wLpoyQmPLSsoSH+qNc/BFZXwrF+Azj+cqyf3gK20oyf4UMuHwfejYyySY7dLnDxBeDnMcMtb33nt8DlCTdwLpKiDuCbV4Glf8vvt7yx6a4HP7gE3EgxNE8iv0qtOxU7cAvrCymb1I2bQaDGr/PWiUXgravAlZSgqMLtAXD6HeCas65PLNfDwTipTM6XbHuy0A0e418+/AxYyZKhZYIAUpjxfVWMyaxvLtUvp4HfrI0Ht/AdpZ4V052SnpHpAAZQhSy4ex04vzL5XMniXEQuzZIDOP5NSfM66ZuL6ny7z/DQBTLnb9F1/gTwi3XgfIKTs4qxXNjBkdGeSr+bD1sE3rs2Hoi5cQ04+aOYfpK1V3KNfz8APr0BnMn0/u53YrIpqc6qog7gBINkpswuOl5inVDUAeyjo/PxJ14LAqdPJQVYJrS3FLs8B/AGcHkJeDdvH7AIvLOWrmcmjtkKmEfPnRbTzLmWMG/ydIpZdAAXto3EPrKoTsK94tr5hP1+ybFQ+b4s3oHTHPvuQCkqr5z7J94X5w3c8O9V6UdFxw1fP7Z/TmjvVPaYFTqAJ1nfiuog3Eevru7Xy9mGUvu4nwJrV/fbSqvsxzLPQk7/VCbb0t7TDda8dx3n7/XVPdtTIQfwt2gfE5+ClXGe5PuLriGPUcdOs3lORWZ5yvK4PL27Djz/470bEwM+HR08uvq3W/sPYbjPSzqsUuWY8fnktPWjqNxJ1WF8GvF0XCMHcFI/l1l47TnfUgdw4gTPmACn3wNuXBi/oOjkjO52HcCrZ4E3EzaxqUbcootJnkHAd+L7ngBOiNLP26z+5lZyVE/afUUMlbmfx/bOA7Ego+CWjIivokpvvA1VOoBnaRyncu4Gjpu346fUsjplEfjoBrCc4MDo3goCC37lOBKzHnfiJwCVXvdxSX24+FPg1tUEh3GO0TfpNFHmJya9p+S8rsLQYKI8dpLGjaZLUqR2v89xGL/yIXDdOUlNPvOv7ieSFWQxqXzNc1CwNUlOgDxZdWk9ObtFUnvTsghMIr9KcZlBB/DGdeDcq0Bsf5orql+5BFxLcKqX1V/c6M+J5ToPrSQFdBXULXJBhBekvSszm0F4b1XM+LgqxmTWN5fulwTnUNlnlT4BHH7YJLLg5hXg3Nv5wYpxhq9/BKzFMuv4jKkicilPvlYxJqoco2PfX0Lni6933tmOkqBXtM7z0VWM5cIO4PCbck/vud9e8ruT9HBmjPrxr/Ze8NPfAFfP7Yd97Tzwow/2/t0nm4ldndTW08DvbyRkLCnoAC4ss8tySwv4TTIYd4MAwDdjTHPlxQng4+sJwZpVsctxAO87lZjT4KyMTvturYA5ps00r4NyTiy5t8+iA7iwbST2UWXWn8TsACXHwjT2ZdHnTXXsOwOjsLyK3V/JvjhvnAOoUj8qM27YxLRMFFPbY1bsAEbJ9a2UDpJi4ymr7yXtd6rsx1LPyumfymSb53pOx/v6tfHgt6IOYI7zb8M+Ji4yKuM8yT6uojUkVxSWeE+SA3hqMiv3A/Yu2JWnzondpGyjDAo99qP9D0+SyTyU8XIsE2FSZsCqx4zPZye1tYzc8cpw5NOgJ/MaOYCT+rXswvutdAA7p9EWfxhEkJ15YS/68/YN4OLSuKPJTT1QZnKS/ZgAc4RbvG9+8B5w03E6pxonPCdrZSeAM4Syu2H46UfAz2JpuLpMK3EZ+HFMCKd+a8p3FTFU5qFJWzx4X1oq7lJKb9iQyhzAszSOMyC7KTzy+sP+nnSqg997Bvh5PM2H18OApEUxrQ8TDZs5DuCxDflp4COeKj21J082bgGXV4Cfx7xd+xTpEsqbbTyddPtl5RJ+CtwLnd/cUL/09h7crJO6riMgKXDFNcTGu+3je8BSwkmSst/hewKYkekvlig1QIP0xzeBJSfnfGJ7U9LTTyK/SnGZNQfwbWDpxb0yEJ7T2C5LStlTWn9xTqtPLNcrksm+PPalPYpuzEmvzsuqYsZnVTEms755kn5x5WPZZ03qAEZJWcCI5VM/Lub8jVgWLYtSRC7NsgMYOeO/jM63Oz4f9wng6MU00F4HTsVOr1Yxlss6gM1g7LQnU26V1G/27Zn4D+76kXCyt8uTvi/vpXpLDe5LanRKWxNL3RR0ABeW2RNw8z0B7BrFfNefxDFQFbuMPabrWPrhJeDqeeCFSI/sAjeYSejfYnIzpt/mfl8FzB8H07zv8AkEi54xcw7gMraRGJBSOkmSI6/kWJjGvoyfN/Wx7wyqwvIqdn8l++KcQV61flR23MT3z1GTp7rHrNoBnFSejh8ypZJ9TEV800nRWnpPsgh8ene8xFOV/VjqWVn9U6VsS3gPAz/fiAdznQY+vb4/80kZB/C3YR+zKzKq5Bw9tMw+ruQa8jh0bHePOFWZlaewxP8e09cu1oBdd0FCRsI0G3PSYZQx526STjiNMePz3QltKSV3PMri+DTnCb1GDmDvjnWEVqYxqYhRpKBCUdSIlft9nm3tXgPmY1ElPhHv7oKaWXcyjFzcdbT8ALjElB3RUdQEpSbr28aUpxzlcKLNHhuxAZw/BkTB9e98ClwOayr6GhGvngX+LTr5XLCOr+87cscCgPUV4Me/DK/8CXDpLvBudFq1YLviXNPqItubPMdgEYNaan3gxzCOU9uZsJie/ilw5SJwKgq46ALXrwIrb4+n4XWdjq7Bme985S3g8oXxZ92+GTzfTRHtOiZTjadJkbBZ/eVrALwFnP0/gd0h79Q+r2RMuM6YDDnAzdf5N8ZPYO7KK6ffMk/qxtM/JznuN4CVY8DuFLsE3H13r+Z55jxxBlYR+ZrpoEhKGXMCeO8qsHx2r94sa7ddJydnbCbVtUtT1pJOJ00ivyaW3a7zr6CMY5dM0v5994d9/Np7wOVl4GTkWO8Ct64DF887aW8TTrb4todp4lh7/t9jGQR89Iuq5XoZ3WKfjHXm6DuXgNVYSYs8faVKZlWMyay1Ls9QsXsv15IrwKuxGuaufPF+VkaD8p5RmSxIyqZyArh0OaiNPebwWAMuXgQ+iY3tRcraiz5aUHCN75gwFcaprerqulWMCd/2FJ3XE+l8k+puHvdv3A3qtLnrjhuQmDcOvXq+wvZUoa/y5OTNdWDljT3nbVI6RTfQ1M3SNOZ8SAnaSm1vmsFuEdiXrchX/+PLJpTZ8fZWtd9zHeV8B08LXWaJpFPA0TDgYOM2sH4FuOiUcdnnZKyKXcYeM0/2RJzcwMO8/XjefPFlPm2mSWt79zaw+jPg3yJFmx+TVgcv4UMnktceMiSPrfv3sSDUEraRvO9hILoF+rv65U+Ae6uxLFAVfVtee6Lvz9yXeay7lY79SeSVr1zM2xdnDZwp6EdV9ZPrOLXPqHKPOQUHMIObi65vPjpI2trhBsH76nuUdVfOx+x0TokWoq6sHws8y1fGTVO27bOT0fnLk78JQfZ5ffdt3cfsytL4QYZJ15BY5xa26XisIb46fyU6dtpDpm0XK2mPHNPjEoJ7x0rQxb/N1X8cnTLJQTzNuRlvWt467yPDvHUYX8H05F8nB7B3Hz8lDmA6pFYvAyeT6hl5wwouLOKg4PXx6Eo7BXt2vEB51sk7t2m+m1MfweLz2fFImrhzbawdi8AlGiZT6nz6vCfpGl9FMff5rnPqY+AKgGOxmgM+9RSj91TtKCiy2H+T4zitnW5kVlZ6CkaenXkjpfass3DzfXkpLt0oSNcYnnV6Zp9TsoAD2DIKrAJnnROiuWPRQ0nMfUbBzYobcRt3ho1Ffqelk3PSPyemZ1kfn0888YsLsaCLrBp+zgcXka9ZRkL3hDMjLZMiZKPXb9wAzr087izPq/u52/SE00mTyC/fjW3WWJnk/XzuRPcnBIVkOitZ7+zceC0jd5wVaY97MifPUequl0UCe6qUyW5/uhuV398Erp8C3g4zJGQFbRTtwzxmVYzJrPGaZ6gYu9fZxLqb9ULPSmlU3jNSI3cLyoJ96RczjDlsKh0PZ+NyapIgwpzAkDwnTBVjYirzelKdb9J1usD9+3Qip0/yxqGPvlAk8CyvPUX01Ty5Gx8/aRmCrpwB3o5lVYnWZLdOcJEgM/uGjBMbP3gnCH7YPYjt6+hICPgtKrPjfKva77lOUp7MYvBBWgn5fWPAlTEVskvbY7qyh1mmGDxWwRY+cwj7Mp8209S546a2LxDcN5G8LiDTvGRSBbYR7++5DSyfGc/2NqbbV/Rt3u1JyM4Sb8/jHPsT6ZiOXCy9L84YMNPQj6rqp6nvMafhAGad04LrWxEdxB27rk2miL7nvjczQ2MRVhM4k79p2Zbk/P3NWnK9ZbY1r+++rfuYqB8mta9X9f2zqmNn2hT4x6rtYiXnoSvnP74Ty8B3Gzj74t7BmkuXgHdjAeBj5esce2VS2uVKx0zJ703yJ2TWFM/TYXwF05N/nRzA3n38pDqAbwPnXtw7gWY8FoHXLwAXVoAzRR03MaBFHBRcFI6/vOfwiqLhxhwvBdJW+W5OXYN2pmDJGCxx515cyCbVDzjxQ+DiheDUShWb9CKKYhHDsqWjxfiJxSLpqR+rA3hWxnEG4LHUHR5pSVeXgOsvAEvLwNnY6YN9NWTdKO2kNrjRbEXSvbqRsFlGACfta9SUH/4UuHABOHfSU+LOgKEhvonySQPtbjiS0jmPzdWw3+A4hX3rsxWRr1kOCrfGh8/79xlenLqDWela3NNJk8ivIgaKtJE3yfv5zEnud5V5H/m670SNsy4WaY/rzPTpe2+5PkWZ7PZlPOo1YujOWdcokupAyHP2OXVzXGZVjMki63Taqe195SUSAlfyjB4+0jrvGVXJAjdAx2esUv+6vBHoWmd5SjiWMjjv2wrNoxk6AWw+u5wxGn2723eFdb5J1+mC97spOOO6dt44zOtv+3uF7cl8n+97EtL3pgVhdm8CZ1/aC8yyzByXATqG341KhRQIMNttf07KvrF5WMABPKnMTpXfZTM+JdTCTivJkfputy5ghezS9phJdUkXvw9c+BmwEis35DX+C1zktcd+DEyfeAdwBbaRIjqJqzeN1Qr3lVs546hIe9x1P67HPc6xP5G8qmpfnMF1GvpRVf009T1mEeeCq99XKKML6SBO8B1eAT67vhds5Kt/uiW1cjNyFWEFYBJncu5yMiXZlhSY9dENYDktkmsSBzB9g+8BN2IlCrP6bhrz9LFzdl5Y5PtnTsdOgTdTMis+D505E884OiZ/aOO9Bvzs+b3yYnEnr7t27rOPTGluetnhJpQ7mTpM7mR5ai6QA9i7qydwAHu/I6HuRJm6VkUjvLNqUk7irCzioBhzlMacU+5E9tmQ7zPKFzEIeHaWd/qsm8CZmFFm7PEVOdp9FcW8TxtLExdzKualnEh7rrejIEcBT3x+Qp/OwjhOZexEZuEdYHQ5r0eS/+4u3GMb9AIbxKw6jr/4EPjZm3sBGWORsDlGgH3RvrE2eRumKhoTXhtYpllkZGjse93NmJuuMOlE4VjqlSSnvOMQ201h6Zzo9nECEmkR+ZrqAHYNdM4mNHU4OcqhGzgzxv0d4MObwJtRKnlGFX+2txmbRH5lOZfS2u7KbndDljkrk2oMLQFv/NpzLjv3u1kBfDMsuGl+4t/kxbML3L4OLP9o/CT3WIRoyid5y3UA05LJ8aa5deB2HRLO6eq0Gvb79IU0B7AnsyrGZNZoKqMT8nlJhvIyzyqaRroSWVBWTnlOy6TLCskF5wGZKaA925QppyYco1ETJtb5JnUIFLzfXcfi8rKKsVzUOJXVnsxuLqPfeGR6cR3/P/kJ8MtYGtykKP/c4ei09Z0PgZtvxoKGXwM+Ww8N154O4CpkdrzdXs7I8IZUndDV0RPqqyWxcsfdmHycArt9baD+eBL4IJbuPn5N4eDL3AERXODF/DEwTVrXmGZ1zU0BXSCA3GvfkMapzNzOsFFUYRsp9D1O+8dSQ1b0bV7t8dmXPaaxX4W8qmRfnDbmpqQfVdJPZdtWZI9ZxKmZ4wCeZH0r5ABOON0e33+V0j9TTilW0o9J66fnWpFmL52GbPvs1P59bVKaYrfpeX33bd3H8Dsr5zyJTadCnb9KHXsskPqblFl5616GvTBub4kyCsQd2fG1fMw2E9fhQ6iVj5k0GZ33vXl6e9IgyNJhPGXWU3CZHMDenfwEO4BxGzi/DHwQSx+2j0vorPzZef/00N4OCic6cswB4jhN9tVYSulAr83pFBSapOZQ8T/3diydb8JF5mi/CJwvkR7ay+CfN9DTnFNMpcioxFf32u+bitvbUVDRpvIbH8dZjJ1vLBqkEX+0a3SMO9Mym+CcUoqf3EhSfueYmvhXe0/cvT5PgesCV5aAt2MOv6R20TB18Wcp6aErGhNlnDFsa5KcyUwD7WxWkzYc+1K38IR9mAJgTNlKSzHtQPSWr1m1styT4b6BCe59jnHN3XBu8QRe/HTST4FbV4MMCJPIrzL9O0sOYHeT7xtYlHUqopThgIk/3glOjOUdkvSW6xyvU9It4lMhbaPCa8YcXBmn36pkVsWYzJLjhR1dp4GPVoHlhOwLhZ/lEaSYmQ7+ElBKFpSVU3l6T8bfy44JPnLqDuAC35U6r6vQ+fJ0gbx2FryfJztefGPvoXHnTxVjuagDOKs9VRqn8H3g0lWP8jFJdSDDhuxLZ5nXN9HfE/ro3HXgpVhquV19x9MBXIXMjje/9H4vbpQqq6M7943tX6fALqnbbl/bb/R2r7Pgy8vA+aUpZJ5KM+49Bqa+wzgrAMx9hpfDJO3FFe1d7PEV2UYKfc9tYOnFvVNDY8GdFX1bGR0pbV/2OMZ+JfKqin1x2pibkn5UST+VbVvBPeboYrokyNxjViij85yIbgvdgK247lxU/7QSO1eAkwkbuEr6MWx8mWcl7munIdtOA6d/Nx7UbM0+Dfz+OnAqY3Ob13eV2DTKzgXfRS7pumlwLruPY/sq1Pmr1LHH9q1l+6k7Ch8GAAAgAElEQVSIzCrQp649ckw2RLV9Had1dDDo5uWYrh6rA5yU0WK3SdMYMxN8L2+tTIcp0I4n/FI5gL07+El2ABPCRhAxe+H9bEcl00O/swZc9nBU+jooWKPq2I/2esJN7TdmxPU8oVbaIOA5IHwN9dHj7l4Hzq8Av/5T9gtO/AS4djVZiUu7cxIHSvTMzJPWbvoiz8h4b0dBRZtK+5ZvcBwXUUYqdQDfAZY9UrW7juMs46kpQ10nPXzkQPFU4K5fAVbeBnKGPH7yIXB1xXE8VTQmymxW0uq+uXMkzs9lm3SScsyB7JwQdoMsfE51+8pX07nTUpS6CmtOJPXuGHfvc6Kqk5Q197Rr9I2TyK8y/fskOoAnMRxEG+Ssus9x2eYt16ObpiCTd9uTc3reDbpIO2Fd1NiSxayKMZm1lpRxdOEE8It14Pyp8SeXedZEJ4BD+VJYFnjKqbx+TEuXncQ771lZfTQzDuCMulWV6HyeukAqq4L3u+P1m3YAZ7WniD7ote1YBN66GgTXZf3Hrflr13oGlSU+N6mPTgEXXgDej06dRs/fAJZiKecS9dyKZHa8raX3e1NwAGc5zGy8TsIuo+OZCpQB2u9/kj0+Fl8B1taBsxPWH/JiXpEDeGInJB0ANwBn+UsFVcjY6D6lor2LbWcrso0U+p6stbaibyujI2XV457q2K9YXk20L04bsVPSjyrpJ8+27fu0EnvMNDxFHcBlZXSeE3GfqHD25ZPu4068BqyvAqcc2V5JP4aNL/OsJHvpVGRbxtJ3+lJwEjbNB5zXd5XYNDznQt7eo8g+Ziqcy+7jzBgF1F7e66jUEg7hJY9Lx850AE/DLual9ANJ696YUzcKOHYynkW1gd2SgWab5DiMBXm59sapjJkJvpe3VqbDeLbjKbhMDmDvTn7SHcARiA3g2hpw5Qrw739Ip+NTf83XQbG+Avw4SlOWUBvVfY7Pu702pxUrND5j6e4NYPUqcPWX6Y6xxdjpOJ9nTuJAiZ6f5ZyyNdtRVH1ScXs7CiraVI6x+gbGcWZflTWEJDz0cZ0AplPZNRLbSY+jBRQ41rBbB65eAX6ZkWFg34nZisZE0c3KD98K2ppYKsZJZxelWDHl5DjwbmgMTTxx5ZGONjeFtDMWfOVr0vzd3ZA9jkjHSHl207WFRrlb8RTKOfVX3elQtH95/5PoAI7Xb8nbPLoMv/86sHZ1v9EgTZ55y3X3ARXK5F11Ja9+tjO+09KrV8msijGZtZaUcdpGz3NTwJZ5VhUOYAZqjaUtzZMFrpxKCULL68cihpO8Z2X10Sw4gPPmdSU6X0Fjzj5mBe9/qh3AIbzXPw6yZmT9Z315PHuLTwrE1Oel9JHraLY6cMv5DuCNimR2vL2l93tTcADnnQC+eCZw7J380V6wtS87n/0gnWFrV4Ar68AfUtJC24moAg7RpPd6MS+77ylwqjqPSRmHdyFjo9uAivYufGxVtpFC3zODDuDMfVmM/zTG/jTkFU92l9oXpw32KelHRXXZxH56nHvMFD6FHcAlZXSeE3GfqKjYAWzPTzjtWkk/ho0v+qykPffUZFsM8KWPgdvnx0sjZNmO8/ouUYZ+C/YxU11Din6/GaMK2A8TSp3lOYx3h0DBdXgWTwCnrXuuU5eB7WevAy++GX59/KCcE8BEfhe6wPyre5MlchZH/zKVMZOnqDHzYob9tTIdxqMdT8klcgB7d/QEDuBMgZWTMitvUfJuf4kLuxvAjWvA2irwgZvO1aOejpeDYgNYOQbs+n/fA25ecBrrXOOTqtJrc5qk0PhG+pTg6d5y+yZwfRW4vLZ/o+7j5I6eN7ED2MM55dZA9UnF7e0oKKgQFEX/WMZxXqMcxrNeA3hXGeLp7zPAz/8j/ECe9FgFXo2d2PdWyFjr4Rqwugas/crJNOAGflQ0Jnw3K6+8E2RAOJ6T/zZeT4Onaj69C5xx0j8npUj3qWXuXpNXD9ZLvobd9o3WAI7JVDdlJuXIynqshu4kDuCSsntS+TnJ/VOvAZwhl/IcRGm3esv1jHdPKpN9Nyr7DA0pJ+F8nX0+zAptVPLWjYS/++qExvgqsPxuTNY6abB9n5XVzLxnpPEoKgsu1oCfRw1JCBTkn/L6sbQDOEcupcrXCnXMvG+L0PiMUVefS0yP6ugsiTrfpOt0wftdznllLHwyo4yN7Qrbkzm1Pd/DOXzrGnD+jVhaQ4/TvHlzspDYyWirOyY//C2w/upe+tikE8B5xiVfmR3/hkr2e4+5Xm0ZdoX6jSdIbwHXqHMzoNtJxTNRUMAM1QBOYsJ01ydPAksrwEqJlNcTreGeczu3Lyu0jRT6ngLOd++9n/OxVe/LklhWNfanIa/G2ltkX5wxaKahH1XST99kPc2QVxkHcJI+mbe+FV133TUgNZA3Q/9kvfOr54F3YzZaV1erpB8r1GUZAFqV3Tfp2yK5tC/ANaMMUF7ffSv3MdPiPIlNp+D6mKXzV6FjJz7jccisjMbn2iMdvxF1ubNX9+xobqB7XM6wDvCVDeClt8MGuHvpaY2ZSb636AngLB0mV/F6ai6QA9i7q59CB3CcTfc2cGEJ+CByBCWcpHJZ+jgoypxA8UlnVolBwHtwTH7hjSvAy5FATqizl/WGSRwQfK67wHp9TYYiFd3v7SgoqBB4tS/lommN49w2uQqFhxFv/TywCmB5GTh7Zs856UZ/wUknnNgWp94f59Dv7+6lRMtSfvedVjgN/C52mreUEWADuLI8Xid4zDhf0ZhIU9o5Dq44myamX2dARuLp3xCqm1KW387Iu5ejengpjomx0725gyW4IC/Iwke+Rq/KclCMObUB+ASfuI5L91RSlsHpyhng7Wj8LAKnjwO/i9aVp8wB7I6ntBOqY2uxU5Mdsbou+4wWMZ50JqxfBN74YO9pPB2zvg6cKZAO0luue47zMjLZHu2eLPB8X1KARtoaWoZZIWOrZ5vjl+UZKtxHjhkwAcSjfYs+K6m5ec+oShZcOw/8KDZ23/kUuHwmB2ARvd15VBG96rE7gCec15XpfJOu0wXvd9equME0bxx6TbUK25P5voLv2Vd+4vdBKuG0/1TCYld5yDixcRM489Kec3rxNHD8d8Ducv4RwNPIu/+pUGbHv72S/Z6ro1NW3gOWctbGsRJFAMayLGT1c1F2XgM4/aLb68DSj/f6ZiytcolnezF/3ExLfEfSLROt4QXntu8c9vq0lH1lke9xddKxQIGKvq3qfVkem9Jjf0ryKrW9efvijA+dhn5UVT9NY485lsEkpyxZ5rUVyuhC664rGx3bQRH903WounvCqvqRw6+ILHnssg2Au78bszdk2FXy+u7buI+p0r5e1fcXPQGcpfNXqWO7z5qGzKpyHsZlGrOGLn0ARNtj1yY7tqa/BlyaA979VfjF7wCjyzEVfQ14/o28FdX5e0G9o4z9tYjcydRhCn7aE3y5HMDenVvEkFRESf6GTwCPOSZylCh3UuXVwfVxULibZ9/+SDyxELvZa3MaXl9EsPi2j9fdXQee//HeHZkn+hxlsEiN2EKKovsBbn3fAh+Y5yjydhQUmS8p7fumx7EPNneDllWTpHsDOPNyzFgTd4w5KT347tc/AtbihrZ4g7rA6grwZrTgsyTcJeDuxfRF3z0plXX6KK5sjKUezKnX7TqyH6cDOPpyMnsjzuV14MZahhPYcaQzG8HKKvDzMNVekgPPre/rM1bsmhRncnS/j3yNrs1yULjGZaaQ+vRaulNw4zpw7tXYiSQA7njJkqn7xnYcyFPmAHZP4hFFZkDFBnDxHPDzWACGu1bkrQf7nD8ZdUKTxqqvXJ+mTGa7XH3Ee14lBMxUyWxa+kTavM871eoGa8SvzzN6+DDNe0ZVssBNxUg59Zs14FxWxE4Rvd352LwxEb/8m3QAp8l4k+PXgTNuVosqdb5JdbcC92fqRAmp4vLmReLYrrA9mXOnwHuSZF1e0F3enPSZ17vX5LQ1K5jAXZuqlNnxb6hqv+fq6Fl1R/n+W6vA2TdjGRairDC7kzI73WERdol9dhM4/tLe+91abu49Y0bNkhlTdnXneOmOjGc9bqaFxnbKxROt4QXndlp7q7SNeH+Pm/HJ1e0r+ra89njtyx7D2K9KXlW2L84Y3NPQjyrpJ+wvJVXFHtO1SXz0GbCcpAu6we+urKpwfSuy7roZcFybTBH9kynFL8wD70fjw9lHV9WPfHzes3zk79Rkm+PMYluS7A1JYyWv776N+5ipcXbmUCGbToE1JE/nr1LHdp/1uO1ifL/Xuhc29MZF4OXdlFjjrbc6v/F9n5OlMH61mwnmcY2Zot/rLXfydBgfAfV0XCMHsHc/FzEkFRBw7imWovXVvNufcuE+42CaEuVRj8Z9Ra6DwlXMinxMzqnHqgwCRZq071onpdgP3glO2yZmmXXS7RVJz1VIUXQaWdo5Rf9UUrru2PN9HQVFI8KS+uQbHceegySJ9StvAZcvAGfCjYul7VwFVt4erxHtBjwkGY6iZ516IRxjXeDWdeDieeDXTvo3NxghT/lFxlyNGyPdDXPWKS1XwYqf5qliTHhtVrrA5bPAuxkOtX1GtHPAm25K/PCipKCI6xeBV1MUtbyhU6RmTVZATqaDIinK/QTwHtPHno2dPL8d1Ja7+P54+u7Ft4DbV8blWp6y5s7XXQ5PmwM4JW3ta+8Bl5eBk8dDMqwZtgZcvAh8Eq/rlxB56bMeuBuNzLXJGaS+cn2aMplNKrtR4b3uya4qmeWN/bw5n/f3XFkdPYCpBded9LEA4ptD72dlNCrvGXk8vGVBkuNyEXjrcpCd5oXopF4XuM3Up1eByx+Mr6NFnII+YyLCMgsO4KQNddK8rlTnK7LXSRpDHvdTJ+I4dmWfqxPljcO8eWV/r7A9me/zeI/dz7F8Azi/DPx7TO4XLQ9RZNzva3deW2l8fgF4P6HerLufrVJmx9tZ1X4vyZDJLBmXLwNLp4Cj4eaN6WVXLwJv/3qc1r6sLRWySxxPCYb/z9ZTAhh9Uvt5TZLgIl/mj51pgW9IuzRvzapkbmc9pGLbSO73UM7cBK5cBN7/JNYw186SN5492fu0J3df9hjGflXyqrJ9cRbfKehHlfQT2zyFPebNy8BLUeYtvuM08OEVYPnM3l707k3gZ6wDm7W/zxvTBdY3Hx2kexe4vgacd2w87l7fV//k89Z/Np7ZCc5hnsr6sQoH8OOWbQB8gpDy+i6P4cztYx4zZ+/vz5tvVHs9df6prsNTkFl5Y4j6fu66F360e8Bsl0WSDS0hE0t0/dhe4jGPmSLf68POS4fx1FGegsvkAPbu5BlxAPu21/cE6b7NWWj4Xzm7t9nlcf21y8CbsfR7ec4/0/mcVAKug8JVivNOlBapl+i7OWU7xwSLL2CPFNj7NskAXIcfBSCddBdWxg08PqnHoqb61oaLf1pkEHKZjjnhEli4NVB/Syd3St1UX0eBa3Tz7oJYFNo3OY6925ugiHrdexr4/XXgVJwzTwGfBD5IMLrlPTPp5HGe8stnpp1WGDuN4ipNkYF+GXghbD+Vu+tXgZV4bcocQ0PeN+3+3YlMzFUaeONtYOnFvbp1/KcsA2tqVHjSiWdX8cqrne4EjWTVO8+Tr3FmeQ6KfdGOvsAXgY9vAkuRozK8L5d7Wmq1SRzAvm12ZLfvRjvt8ZPez1PA8TSaBT4DburtfWtOGs+EKMm800NRu3zl+jRlMufs2ReByFaZp4+42QZcQ71XH3oym6Y+kaRXFRkvbrmAUinCnBIVeWtHlbLALUdQ6NsXgd/cAs55pjv3GhNhA/LkaxVjwqs9HmO0Up3P2Rd59Ud8jS5zP1+SoBNVMZZL66JJOloWjLLfzWfmZAZJkhFTdQAn7PWiTx/bh1Yss+N4S+/3Ek6uusZirzGdMiZ9AgrSxq3vHt6VPSdeA65eBs6e3HOEMIiAgaZxR0jefjvvu4swf9xM89qe9/cy8nrXvlF2bsfrKq4CL76518q8vsqzjZT5Hr59LJ25bQLHT7TncZz2vmyqY79KeVXVvjgHeNX6Ua7uVmD/XPUes2wg2769vYdDyldGl9VBmGni5hoQ30aXsetFw8MNjquyH8vKkkg+Vm339fq2BHuDu3d+0vYxj52zr02n7BoyoY6dlzUnSbRWLbO8xqqvPdJZn6L2s8bv9ZX9X5OogzmlAB/7mCmwfpSVO/t0GG+l5Ym/UA5g7y5+Qh3AptNfjtWw9AHimTIyz0ExVpfDw6jhKnxZRt8im9OygiUvBbahvB1EJP6qgKMuM51vQv+UURTNIDQHnD+2VzfAp5Zskdz6vo6CqjaV39Q49pkyu9cwwusc8G48yjrrAYvAe9eACwn13rp0vJ0bDxzIa0tands85deemxIJu6/exBpw5o3xU6KZ7VoEPrrhpG8qqySWcQBzmq4BL8brXlDZvLFXI3ms/SlRckk1e7khP/ajvbvzUtfzSjfqPC0oI0++xtuc56DgtYWNdIvAJZ7MSqjD6aPoJjrSn0YHMMffNWD5R+NptfPm8iuXgGsX92eU8HIUJaXG8nSQecv1KeoW7sYsz0BK2XXxhb1U7a4TpUpmU9UnMpwteeOFf3c5lTVYxZ0TeWtH1bJgX9pVjw/nKb7V1Zx00c5zfMdEkg7t6oZVjAnf9uwLvIjPa7d8RE4mHVNhHWdEVk1Ij67AWO3Rkut8kjGnirFcVhctbFwq+d3k65MdKG9OevVTdJGHgTxJb+G/xeVE1TI7/g2l93tJqYu7wJUl4O2ULC+J7E4AH18HltwUpBWxy+yvhFMjef2bVX4m797o70WYc/193Ex9vyPpujLyukoHcNW2kTLfkzhGysqtae3Lpjj2q5ZX3GNOvC/2GNRV6kc+upvpCJ775yr3mHzvWGptDzY+YzptLU86DZ6XsdGjSUCS/SMlM5TX8xJsF1X2YxlZwnZH8nGqsi2jFME+Z56z383TmXwYFrFpVDlPk8bFN8HZ6/tLriGT6tiF7w+hVimzfMZQEXk6VmYrbG+aLWSfjLbNBHDvKhDFRH8TY8b3e8vInSr0XC+Z++28SA5g7357gh3AZMA0pcs/z3faFDGkZToonJTHeSd4rJ9yjLiVGAS8B8SeQpN3S/cWcP4c8EsnDW/Sfa/9Alg7n5ImOuVFZR3A524Ax2I1in2cU/tSAWcYEL0dBSUVgjFDYsjmsY/jvM5P+fv6BeC8k0p336UngA+vASsnM15yF7i4DPzcw6HMtLKrF/YW+/hT85Tf6FqmHTn143E5kaRYUbk99+Z4+s3ErzgB/IJpSl0Hd0VjwlfhYtvceXT6PeDGhWT2SXMu6dTw+grw41/uPcPnZL+rRKfNy6odwGylb79xHbjCFNEpY9OLe5Lx5il1AJM900pe8FkneKr+SpAiOin5gq+jiO9068gs/hS4FdsQJI1+b7k+RZlcdKMS6TjxVOzxjVKVzMpsVNg+r4CyCRzASXKkCqdZ3toxDVmwcQNYWd5f2mDfeF0EfvIz4PL58dMVPst2oTHhBFF+kw7grHmN9Yp1vjLr9CQngNP0hQnmxZgRt+j3ZLQnc4wVfU/4sLSgH/ddeXPSZ/zvXuPpxGRA4tmXxoOY4myrltmV7PeyatdeBFY89sQ8cbu2CpxJyixQEbvc/toALi757QOYhWr1Skqa6NwX7V1QyAEc3saAtcfFtMCn7Lu0zBpemQN4CraRot9DO8Tq+YS9Ykm55e7VvXSCsFdy92VTGvvTkFe++yuUXVdCZlXpR5X2U9g2XwZ5e0x7XDcYp2/G9thp8z5V7lUoo4vq0/zGq6sJgUNlHcApgUhV9mNRWRL1h8nHacu2rLr2tDecAd79j70REt/v5ulMXgwL2jSqmqf7xvw3xdnn+4uuIWVloee89tETqpJZXmPId91LOrSxCHx6F0g4kwFmmjv1EhAb/mMBmu7fq/DJVPm9ReVOqg7j0+FPxzVyAHv38xPuADZdirUk1oC1deDmJ3vOmxOngVOngOVl4BxTQ3tCy3JQFI6uDN/pnmR757dBznz3P0U2p0UFy5hC48mCl926BlxdA27eAD75Q3jjIvDKSeDUCrByDjjlpFL1eXxZB/DcxeLOKbbHfV9aulxvR0FRhSCCkqLsPc5x7NM/adfstnMN+HVUo+YE8MrZwLjN073ec+0mcG0VWOXYip4VG1vnl4CTGQ/LU37j3+BGwqZG1m0A19YD49iNW8AfwlPwi98HTp4BVpaAc0sphvmKxkQRBSQpFXRa+pB9G70kx6VTc83nhL1xdlPp/BD47Np+g900HMD2fqbovgasrQHXb+z12+46sAIsxeosJY1vX+770ng9xQ7giOPt68E6vH49tk5QLpwClpaBZc6ZlLT7++RzHs+ElLFJaaXjfewt12M3VSqTy2xu2ZYbwPGX94JX4unVizj7LBDtDPDz2E4qzmza+kQRI9P3XwHOnAJWLgJnE3SLIs+Kj4GqTwCb/nkdeOHVWHBR3tjlyZNortyMrXsl19BMHTKnLXkZFqoYE1WM0eX1inW+Mut0UQdwKPuWzwPLGTpRFWPZ6wSwZ3sydcMC3KJ1d+V8UIfW5z9F9Lnc5xUwpLmpaHflxBRkdrzdpfd7WQbjUBdbvwasrwLXY3viSK5yTJ7LCtCsgl1uB+1dcPdGoG+vx+UhM6a/ApxaCnSHs+4p5QLPL8t87BW0MzwmpiU/rVRZqKocwNOwjfisPzZGloELyxl7xQJya4x9yRPA9oyElJhJ+7JKx/405dUk++KCA3pS/ch3H1ekn6raY8ZRbNwEVq/ul3tcO8+eAZYvZGR/qVBG++ggkf3jPNfzjH20t10vZufhYYCkvWGV/egjS5KGKeXj3BXgpbf3/pqbuSm8NMvuW+TbklKkR6WP8nQm3/fMwj5m6mtIht6U+/0+a8gUdOyyJ4B3R+tjtIv5ytN9J65zSsy5J4bj8++bHDM+3+sjd7x0mIJr6BN8uRzAT3Dn6tNEQAREQAREQAREQAREQAREQAREQAREQAREQAREQAREQAREQAREQASeLgJyAD9d/a2vFQEREAEREAEREAEREAEREAEREAEREAEREAEREAEREAEREAEREAEReIIJyAH8BHeuPk0EREAEREAEREAEREAEREAEREAEREAEREAEREAEREAEREAEREAERODpIiAH8NPV3/paERABERABERABERABERABERABERABERABERABERABERABERABERCBJ5iAHMBPcOfq00RABERABERABERABERABERABERABERABERABERABERABERABERABJ4uAnIAP139ra8VAREQAREQAREQAREQAREQAREQAREQAREQAREQAREQAREQAREQARF4ggnIAfwEd64+TQREQAREQAREQAREQAREQAREQAREQAREQAREQAREQAREQAREQARE4OkiIAfw09Xf+loREAEREAEREAEREAEREAEREAEREAEREAEREAEREAEREAEREAEREIEnmIAcwE9w5+rTREAEREAEREAEREAEREAEREAEREAEREAEREAEREAEREAEREAEREAEni4CcgA/Xf2trxUBERABERABERABERABERABERABERABERABERABERABERABERABEXiCCcgB/AR3rj5NBERABERABERABERABERABERABERABERABERABERABERABERABETg6SIgB/DT1d/6WhEQAREQAREQAREQAREQAREQAREQAREQAREQAREQAREQAREQAREQgSeYgBzAT3Dn6tNEQAREQAREQAREQAREQAREICBwA6i9XA7GR3eA5ePA2hLwxq/DZ7wG3FkHjqc88sZl4OV39/746Qg4E/2fd4Gl54HdR30ErC/vXTv2HgAffgasvJD8osz3ALhcA3abcQkYXUxp8G3g/DLwwe/2/r74OnBjDeCr764Bz7+x97eISfQvY+9ZBH57Gzg7l/yuIhz5hFvXgKtrwM0bwCd/CJ+5CLxyBlhaBpaXgOMp7yrX47pLBERABERABERABERABERABETgW05ADuBveQeq+SIgAiIgAiIgAiIgAiIgAiKQT+Bb7ABGhrO5EgdwF7h8FnjXcf5eXwVOho7VQg5gAD+4BNy4CCT5ZX0dwHevA+dXgF//Kad7F4G3rgJXlvKHga4QAREQAREQAREQAREQAREQARF4KgjIAfxUdLM+UgREQAREQAREQAREQARE4Okm8G12AAP46W+Aq+f2d+HEDuAusLoCvPmrvWcvvgKsXwPOxLy3RR3AfNp7vwcunNrfZh8H8M0rwLm3gc8LjNrXPwLWYiepC9yqS0VABERABERABERABERABERABJ4sAnIAP1n9qa8RAREQAREQAREQAREQAREQgQQC33IHMH4AfHpj3CnLr5zUAUyH6Rsx5y9OA59e3/+eMg7gtJPLeQ7gu+vAqR8Xc/5GPe6mptZcEAEREAEREAEREAEREAEREAEReCoJyAH8VHa7PloEREAEREAEREAEREAEREAE4NT1zaqR6177GGsARx11+j3gxoXxbpvEAezea85fnvw9un9olHIAp5xcznQAd4ELLwDvx4/+ngAuXQaWzwEvRG3rBvWJL14EPoldu3gJuJtW51gjXgREQAREQAREQAREQAREQARE4GkhIAfw09LT+k4REAEREAEREAEREAEREAERcAmMOSNn3AHMtn/0GbD8wt5XlHUAJzl/f7MGnIs9O86qrAM46eRylgP49irw4puxN2c4pXlV9wZw9mVgt3zxIvDpXeCMhroIiIAIiIAIiIAIiIAIiIAIiMDTTEAO4Ke59/XtIiACIiACIiACIiACIiACTzeBb5sDePGnwK2rQHQQtowD+PYacOaNWIrlReCjG+OOZXdUlHYAA3BPLmc5gMf+llFHON6+6xeByxvBCeGzPCUcq138dI9ufb0IiIAIiIAIiIAIiIAIiIAIPH/QxpUAACAASURBVLUE5AB+arteHy4CIiACIiACIiACIiACIvDUEyjtAC5I7tNR7FTqXWDpeeDX4TNe+whYX957oOsg/fAF4M339/7+zqfA5fCIa1EH8GengOUfxU7MpqRpdj+vkAP4HeDDm8Cb/773lPjJ5VQHMNM/zwO7n/oK8Nl1IOVQcsEe0OUiIAIiIAIiIAIiIAIiIAIiIAJPEQE5gJ+iztanioAIiIAIiIAIiIAIiIAIiMAYgW+DA/jOVeDCKeBXUa3b08DvbwCnABRyAJ8GTv9u3PlrMPi868CpjJOzhRzAl4AtnsZ9ae9d8ZPLqQ5gxzGOd4DRZQ1YERABERABERABERABERABERABEShMQA7gwsh0gwiIgAiIgAiIgAiIgAiIgAg8IQS+FQ7gdaDr1Mb94YfAtZWCDuCMPjt9CWAq5TQfcFEH8OgicP0C8Grs5PJbvwWunAW8HcApNZndNNHuZ310B1g+/oQMUH2GCIiACIiACIiACIiACIiACIhAGQJyAJehpntEQAREQAREQAREQAREQARE4Ekg8G1xANOfeeUM8PbvQuqLwG9uAUevAi+/u9cTY6mmAVyuAbE/71546WPg9nngg+hUcU693TIOYGwA50/G3hGeXL61BLyxm/8auLMOmL/WPQH8FrB1Zb9TWg7gJ2Hm6RtEQAREQAREQAREQAREQAREYKoE5ACeKl49XAREQAREQAREQAREQAREQARmmEBpB/BrMcdlwvdlpmYuWAM4cpD+/+zdT6wkyX0Y6PCNIA/dKw/FBkSiJaAJrAFKO0YTEHXyGBCwI4BQ2xd69rTj0/im2ZPkE3dOpm+zN89tbjury6oJAp4FCLj3JApgw70mAQrgAFaDI2Ag0oPuA4m5eVGVfyojMiIjsqree/lqvjmR/aoqM7/494v4ZUZ+9qMQvvVHIfx//fG+8mchvH8vhD9ZmQD+d38dwl98K4Q0qRv+5xD+64f5d+4elQAOIfzdByH83v9yANo9ufzmXxUSwCGEv/hHIfz74eP/Uwj/+Vm31fX0PwngDTcop0aAAAECBAgQIECAAIFtCEgAb6McnAUBAgQIECBAgAABAgSuX+A2JYB3Oh/+mxD+5L2D0x/+YQh/MzwVHEKoPQH85/8phO+9dvh+9FRxCGHYWjotiWMTwLvfSZ9c/sN7IfzNkMVOEunp9f35X4fwvW9V6sWPQvhHf3T4jC2gr78dOSIBAgQIECBAgAABAgQ2JiABvLECcToECBAgQIAAAQIECBC4NoHblgCebZOcSC0mgP88hP/+vfgL6VPFu7/+n/81hDd+N/7cKQng3DHGX08SwC/+KoT/4V9Ojv2HIfzHD0J4PTmf6OwkgK+tvTgQAQIECBAgQIAAAQIEbomABPAtKSinSYAAAQIECBAgQIAAgbML3LoE8G5b5fdD+L1/nadYTAD/uxD++1/Mv5c+dfuVfxXCjz6It4I+JQG8O+KTt0P45/9H5pzTrbQ/C+EvfjeEfz95N3H4Sgh/9r0Q3v4XIfzu3f43Pgvh7/42hA//Qwjfey+E55Of9gTw2ZuJHyRAgAABAgQIECBAgMBtE5AAvm0l5nwJECBAgAABAgQIECBwLoHbmAAOn3XbIv/bYRvlCcYxCeDcU8X/6v8OYWcz/HdqArj45HLmXcovPgzhf/yTEKY54Oby/koI//FvQ3h9SBRX3rfc/Ls+SIAAAQIECBAgQIAAAQK3SUAC+DaVlnMlQIAAAQIECBAgQIDAOQVuZQI4hPDZkxB+95/Pk6RHJYBDCM/eDeGf/m8T2SSRenICuPTkciYBvDuLv30/hNf+9bok8Ff+WQjvv59sFy0BfM7m4rcIECBAgAABAgQIECBwWwQkgG9LSTlPAgQIECBAgAABAgQInFvgtiaAdw5/9UYI//L/ikWOTQDnnir+ylsh/O1/CGH3MO05EsD7Y7wWwr/9m8k5FxLAu0+8+FEIb74RwuPp/s65CvCVEP7X/z2E7/2bEO6lf5cAPneT8XsECBAgQIAAAQIECBC4DQISwLehlJwjAQIECBAgQIAAAQIErkLgNieAw9+F8PrvhfD/TGCOTgDvEq6ZrZf/7D+F8O5rZ0oA555cXkgAD5f1d09C+KsPQvirZyH8v0Py+H4I/+y1LkH8L17vktTZ/ySAr6LZ+E0CBAgQIECAAAECBAhsXUACeOsl5PwIECBAgAABAgQIECBAgAABAgQIECBAgAABAgQIECDQKCAB3AjlYwQIECBAgAABAgQIECBAgAABAgQIECBAgAABAgQIENi6gATw1kvI+REgQIAAAQIECBAgQIAAAQIECBAgQIAAAQIECBAgQKBRQAK4EcrHCBAgQIAAAQIECBAgQIAAAQIECBAgQIAAAQIECBAgsHUBCeCtl5DzI0CAAAECBAgQIECAAAECBAgQIECAAAECBAgQIECAQKOABHAjlI8RIECAAAECBAgQIECAAAECBAgQIECAAAECBAgQIEBg6wISwFsvIedHgAABAgQIECBAgAABAgQIECBAgAABAgQIECBAgACBRgEJ4EYoHyNAgAABAgQIECBAgAABAgQIECBAgAABAgQIECBAgMDWBSSAt15Czo8AAQIECBAgQIAAAQIECBAgQIAAAQIECBAgQIAAAQKNAhLAjVA+RoAAAQIECBAgQIAAAQIECBAgQIAAAQIECBAgQIAAga0LSABvvYScHwECBAgQIECAAAECBAgQIECAAAECBAgQIECAAAECBBoFJIAboXyMAAECBAgQIECAAAECBAgQIECAAAECBAgQIECAAAECWxeQAN56CTk/AgQIECBAgAABAgQIECBAgAABAgQIECBAgAABAgQINApIADdC+RgBAgQIECBAgAABAgQIECBAgAABAgQIECBAgAABAgS2LiABvPUScn4ECBAgQIAAAQIECBAgQIAAAQIECBAgQIAAAQIECBBoFJAAboTyMQIECBAgQIAAAQIECBAgQIAAAQIECBAgQIAAAQIECGxdQAJ46yXk/AgQIECAAAECBAgQIECAAAECBAgQIECAAAECBAgQINAoIAHcCOVjBAgQIECAAAECBAgQIECAAAECBAgQIECAAAECBAgQ2LqABPDWS8j5ESBAgAABAgQIECBAgAABAgQIECBAgAABAgQIECBAoFFAArgRyscIECBAgAABAgQIECBAgAABAgQIECBAgAABAgQIECCwdQEJ4K2XkPMjQIAAAQIECBAgQIAAAQIECBAgQIAAAQIECBAgQIBAo4AEcCOUjxEgQIAAAQIECBAgQIAAAQIECBAgQIAAAQIECBAgQGDrAhLAWy8h50eAAAECBAgQIECAAAECBAgQIECAAAECBAgQIECAAIFGAQngRigfI0CAAAECBAgQIECAAAECBAgQIECAAAECBAgQIECAwNYFJIC3XkLOjwABAgQIECBAgAABAgQIECBAgAABAgQIECBAgAABAo0CEsCNUD5GgAABAgQIECBAgAABAgQIECBAgAABAgQIECBAgACBrQtIAG+9hJwfAQIECBAgQIAAAQIECBAgQIAAAQIECBAgQIAAAQIEGgUkgBuhfIwAAQIECBAgQIAAAQIECBAgQIAAAQIECBAgQIAAAQJbF5AA3noJOT8CBAgQIECAAAECBAgQIECAAAECBAgQIECAAAECBAg0CkgAN0L5GAECBAgQIECAAAECBAgQIECAAAECBAgQIECAAAECBLYuIAG89RJyfgQIECBAgAABAgQIECBAgAABAgQIECBAgAABAgQIEGgUkABuhPIxAgQIECBAgAABAgQInEvgpz/96bl+yu8Q2LzAN77xjc2foxMkQIAAAQIECBAgQIDAJQlIAF9SaboWAgQIECBAgAABAgQIECBAgAABAgQIECBAgAABAgQ+1wISwJ/r4nfxBAgQIECAAAECBAgQIECAAAECBAgQIECAAAECBAhckoAE8CWVpmshQIAAAQIECBAgQIAAAQIECBAgQIAAAQIECBAgQOBzLSAB/LkufhdPgAABAgQIECBAgMBNCPzsh38ZfhJ+P3znj//J4fD/8Nfh+09+EcLXXgt/+ke/ffj3n/0w/OVPQvj97/xx+Md//f3w5BefZU75C+Frr/1pGL72D7vP/fLL4bU//aPw2/vvf1q8zC987dXw5V8+C9mf3X/rtyrH3n1kuJafhR/+5U/Cp+P/n17e5JxmZ9N/b/bvw3X9Q/jr7z8Jv/isO5eJWgih/1v4Wne9zQW6O+bPw5cmbt1X+3P5Qub3+jL64u9/J0yLbjxk8vd9OZRgI6Ph+iYnnzEsXtqujH/+pfn192X/hUmdGs7ptzLX0P1tVwUPdSnM6k9aBqWy251tXC+bi8YHCRAgQIAAAQIECBAgQOAkAQngk/h8mQABAgQIECBAgAABAkcI5BJ2+3/7TfhC+HL41iSROU3mhl2C7tdfjxPHuxToPnH3xTE5GiWAo9MrJT0PH9p/t3SMzL/HV39IBqYJxvI57X4hf17xdRWSy5MEeZwYrpXLwjF//cXwW59+usu6x4nefYL3l7u8ZvjytyZJ0v2h5tdesozPrEv+/vLL08T/yqR2NgHc/cavv/hbobuUQ+J8fwPCp/lE7vSac5+bJ4nrdapWEv5OgAABAgQIECBAgAABAucVkAA+r6dfI0CAAAECBAgQIECAQF2gTyR+efKk5S7Z9ve/81r40s9/FMKYXIyTg+WEYpd8HJJ3N5sA/vnuoeHw6aeHhPQO5JgEcNg7/Tp8fUhe9k+jHpLL8XV3T6vGyc5yYeQSl33S9OvfCb/z96WntH8Zvvy1L4Zfhj+YP6n99yFKHDclgDN1YX/OpX/PXVAuATza/U74+0nd6L4+T6bPnkpfsIw/KwFcb/A+QYAAAQIECBAgQIAAgesVkAC+Xm9HI0CAAAECBAgQIECAwLht8a+/Pjxhukui/X34ne/8cQg//Mvw8y8NT4PGybXbkgD+0mvfCuFHT8IvvnjY5vqYBPDuOz8K34oSrdOnUndWs620m+tXJnE5TXru//dv4u2Qx6Ts18Ovf/Qi/MHkSe2f/fD74cUffD38+kmSiG99anrNls/pNWYSwNMk7f5//ybZ0nqaTA/zxHl2m/KsrQRwc5XzQQIECBAgQIAAAQIECFyTgATwNUE7DAECBAgQIECAAAECBKYCUTJ3l1jcP/jbv7N3eJ9r8gTs4vbM17EFdOF9tvETuf17dUP3TuPhfbn1BPBPQvZNxbPEaP9UdPhC+Oyz+CnjdTVsnriMk56ZrZknT+Xe/S+7hO+wDfTPwg+/v0sI3w3/JX0Su2o2PO37i3B4u/PKd+fOEsDJk9GFp4m7MgnhC599NpZTZ5jblrqku/AO4Nx7lNcVkk8TIECAAAECBAgQIECAwBECEsBHoPkKAQIECBAgQIAAAQIEThaYJO127/Y9POl6eBr4Hyfv4+3ev3pIEx7OIX6f601vAf2lfmvr6Tt899fyyy+H1yZPzR7Ov/AUae4p3N2X9gnNQ3L5uLJIjplJkqbvVo62Zf5vPwzff9FvA/2z4X//t/lW3NUngJOz75/M3f9rawI1SQDPy79/p/DkiezuqMv/Hr+XuKTsCeDj6p9vESBAgAABAgQIECBA4OoEJICvztYvEyBAgAABAgQIECBAYEFgSPT+QXjRPf4b/ui3u4937wPu3kN72A66f4/uNKHYJ0LD14Yto7vvbyUBPE0wvvaln69PABefRD1H0jGzvXbtad0oSTzdtnt4GjjzLua1CeCxxiRP8S61pSgB3Cd1c/cJhPhGgaGuTevYcBhbQOu8CBAgQIAAAQIECBAgcHsFJIBvb9k5cwIECBAgQIAAAQIEbrnALsn289/MtzLutnr+YvitT38Thqdpx8RumlCcvsv1n3Qg20kAH57WDV/4QvgsrHwCuE8AH96VPKYnww//st9quk+aV6tCsp12CNMEcJds/U2SSN/9ZvT+3OQp4S5R//sh/Hx4H/D6BHC5rMrbMM+2Ap8mgEtPTe+vd36N+zo4vnN6ojh9H3KCG5/zOZLx1dLzAQIECBAgQIAAAQIECBBYISABvALLRwkQIECAAAECBAgQIHBOgXFL5/Q9t/2TvZ8lWwCX3gG8T1J+enhv7KYSwENCevd0bXFL46UtoEP4/e/8cehz2z3/MUnH5InaaYJzIdkZpgnV/XuNfxm+3G9x3f3t0/CFMXG8PgHcJaJ/Ej5N60D1nA4u06d1l57cjZLZg2QpATwkvz/NbC/+i89C9r3Prcn4czYiv0WAAAECBAgQIECAAAECMwEJYJWCAAECBAgQIECAAAECNyVQfJdt/t2spQTwuNXyZ12yrvy+3XritHSM8vuHd3hDkrD0+/31hK8tvAP4J+HTWTkcktrxn9YmjMds5z5h2/03/Hb5Sdvuc5Oy+IMXcQI4eop499lMAriwrfTBbHKM6bbNlff/dkn/4VJ618x7jCO3TH0rPgHcf3Fe7uk20n0Cu9CGDsnxm2pkjkuAAAECBAgQIECAAIHPn4AE8OevzF0xAQIECBAgQIAAAQIECBAgQIAAAQIECBAgQIAAAQIXKiABfKEF67IIECBAgAABAgQIECBAgAABAgQIECBAgAABAgQIEPj8CUgAf/7K3BUTIECAAAECBAgQIECAAAECBAgQIECAAAECBAgQIHChAhLAF1qwLosAAQIECBAgQIAAge0K/PSnP93uyTkzAmcW+MY3vnHmX/RzBAgQIECAAAECBAgQILAkIAGsfhAgQIAAAQIECBAgQIAAAQIECBAgQIAAAQIECBAgQOBCBCSAL6QgXQYBAgQIECBAgAABAgQIECBAgAABAgQIECBAgAABAgQkgNUBAgQIECBAgAABAgQIECBAgAABAgQIECBAgAABAgQIXIiABPCFFKTLIECAAAECBAgQIECAAAECBAgQIECAAAECBAgQIECAgASwOkCAAAECBAgQIECAAAECBAgQIECAAAECBAgQIECAAIELEZAAvpCCdBkECBAgQIAAAQIECBAgQIAAAQIECBAgQIAAAQIECBCQAFYHCBAgQIAAAQIECBAgQIAAAQIECBAgQIAAAQIECBAgcCECEsAXUpAugwABAgQIECBAgAABAgQIECBAgAABAgQIECBAgAABAhLA6gABAgQIECBAgAABAgQIECBAgAABAgQIECBAgAABAgQuREAC+EIK0mUQIECAAAECBAgQIECAAAECBAgQIECAAAECBAgQIEBAAlgdIECAAAECBAgQIECAAAECBAgQIECAAAECBAgQIECAwIUISABfSEG6DAIECBAgQIAAAQIECBAgQIAAAQIECBAgQIAAAQIECEgAqwMECBAgQIAAAQIECBAgQIAAAQIECBAgQIAAAQIECBC4EAEJ4AspSJdBgAABAgQIECBAgAABAgQIECBAgAABAgQIECBAgAABCWB1gAABAgQIECBAgAABAgQIECBAgAABAgQIECBAgAABAhciIAF8IQXpMggQIECAAAECBAgQIECAAAECBAgQIECAAAECBAgQICABrA4QIECAAAECBAgQIECAAAECBAgQIECAAAECBAgQIEDgQgQkgC+kIF0GAQIECBAgQIAAAQIECBAgQIAAAQIECBAgQIAAAQIEJIDVAQIECBAgQIAAAQIECBAgQIAAAQIECBAgQIAAAQIECFyIgATwhRSkyyBAgAABAgQIECBAgAABAgQIECBAgAABAgQIECBAgIAEsDpAgAABAgQIECBAgAABAgQIECBAgAABAgQIECBAgACBCxGQAL6QgnQZBAgQIECAAAECBAgQIECAAAECBAgQIECAAAECBAgQkABWBwgQIECAAAECBAgQIECAAAECBAgQIECAAAECBAgQIHAhAhLAF1KQLoMAAQIECBAgQIAAAQIECBAgQIAAAQIECBAgQIAAAQISwOoAAQIECBAgQIAAAQIECBAgQIAAAQIECBAgQIAAAQIELkRAAvhCCtJlECBAgAABAgQIECBAgAABAgQIECBAgAABAgQIECBAQAJYHSBAgAABAgQIECBAgAABAgQIECBAgAABAgQIECBAgMCFCEgAX0hBugwCBAgQIECAAAECBAgQIECAAAECBAgQIECAAAECBAhIAKsDBAgQIECAAAECBAgQIECAAAECBAgQIECAAAECBAgQuBABCeALKUiXQYAAAQIECBAgQIAAAQIECBAgQIAAAQIECBAgQIAAAQlgdYAAAQIECBAgQIAAAQIECBAgQIAAAQIECBAgQIAAAQIXIiABfCEF6TIIECBAgAABAgQIECBAgAABAgQIECBAgAABAgQIECAgAawOECBAgAABAgQIECBAgAABAgQIECBAgAABAgQIECBA4EIEJIAvpCBdBgECBAgQIECAAAECBAgQIECAAAECBAgQIECAAAECBCSA1QECBAgQIECAAAECBAgQIECAAAECBAgQIECAAAECBAhciIAE8IUUpMsgQIAAAQIECBAgQIAAAQIECBAgQIAAAQIECBAgQICABLA6QIAAAQIECBAgQIAAAQIECBAgQIAAAQIECBAgQIAAgQsRkAC+kIJ0GQQIECBAgAABAgQIECBAgAABAgQIECBAgAABAgQIEJAAVgcIECBAgAABAgQIECBAgAABAgQIECBAgAABAgQIECBwIQISwBdSkC6DAAECBAgQIECAAAECBAgQIECAAAECBAgQIECAAAECEsDqAAECBAgQIECAAAECBAgQIECAAAECBAgQIECAAAECBC5EQAL4QgrSZRAgQIAAAQIECBAgQIAAAQIECBAgQIAAAQIECBAgQEACWB0gQIAAAQIECBAgQIAAAQIECBAgQIAAAQIECBAgQIDAhQhIAF9IQboMAgQIECBAgAABAgQIECBAgAABAgQIECBAgAABAgQISACrAwQIECBAgAABAgQIECBAgAABAgQIECBAgAABAgQIELgQAQngCylIl0GAAAECBAgQIECAAAECBAgQIECAAAECBAgQIECAAAEJYHWAAAECBAgQIECAAAECBAgQIECAAAECBAgQIECAAAECFyIgAXwhBekyCBAgQIAAAQIECBAgQIAAAQIECBAgQIAAAQIECBAgIAGsDhAgQIAAAQIECBAgQIAAAQIECBAgQIAAAQIECBAgQOBCBCSAL6QgXQYBAgQIECBAgAABAgQIECBAgAABAgQIECBAgAABAgQkgNUBAgQIECBAgAABAgQIECBAgAABAgQIECBAgAABAgQIXIiABPCFFKTLIECAAAECBAgQIECAAAECBAgQIECAAAECBAgQIECAgASwOkCAAAECBAgQIECAAAECBAgQIECAAAECBAgQIECAAIELEZAAvpCCdBkECBAgQIAAAQIECBAgQIAAAQIECBAgQIAAAQIECBCQAFYHCBAgQIAAAQIECBAgQIAAAQIECBAgQIAAAQIECBAgcCECEsAXUpAugwABAgQIECBAgAABAgQIECBAgAABAgQIECBAgAABAhLA6gABAgQIECBAgAABAgQIECBAgAABAgQIECBAgAABAgQuREAC+EIK0mUQIECAAAECBAgQIECAAAECBAgQIECAAAECBAgQIEBAAlgdIECAAAECBAgQIECAAAECBAgQIECAAAECBAgQIECAwIUISABfSEG6DAIECBAgQIAAAQIECBAgQIAAAQIECBAgQIAAAQIECEgAqwMECBAgQIAAAQIECBAgQIAAAQIECBAgQIAAAQIECBC4EAEJ4AspSJdBgAABAgQIECBAgAABAgQIECBAgAABAgQIECBAgAABCWB1gAABAgQIECBAgAABAgQIECBAgAABAgQIECBAgAABAhciIAF8IQXpMggQIECAAAECBAgQIECAAAECBAgQIECAAAECBAgQICABrA4QIECAAAECBAgQIECAAAECBAgQIECAAAECBAgQIEDgQgQkgC+kIF0GAQIECBAgQIAAAQIECBAgQIAAAQIECBAgQIAAAQIEJIDVAQIECBAgQIAAAQIECBAgQIAAAQIECBAgQIAAAQIECFyIgATwhRSkyyBAgAABAgQIECBAgAABAgQIECBAgAABAgQIECBAgIAEsDpAgAABAgQIECBAgAABAgQIECBAgAABAgQIECBAgACBCxGQAL6QgnQZBAgQIECAAAECBAgQIECAAAECBAgQIECAAAECBAgQkABWBwgQIECAAAECBAgQIECAAAECBAgQIECAAAECBAgQIHAhAhLAF1KQLoMAAQIECBAgQIAAAQIECBAgQIAAAQIECBAgQIAAAQISwOoAAQIECBAgQIAAAQIECBAgQIAAAQIECBAgQIAAAQIELkRAAvhCCtJlECBAgAABAgQIECBAgAABAgQIECBAgAABAgQIECBAQAJYHSBAgAABAgQIECBAgAABAgQIECBAgAABAgQIECBAgMCFCEgAX0hBugwCBAgQIECAAAECBAgQIECAAAECBAgQIECAAAECBAhIAKsDBAgQIECAAAECBAgQIECAAAECBAgQIECAAAECBAgQuBABCeALKUiXQYAAAQIECBAgQIAAAQIECBAgQIAAAQIECBAgQIAAAQlgdYAAAQIECBAgQIAAAQIECBAgQIAAAQIECBAgQIAAAQIXIiABfCEF6TIIECBAgAABAgQIECBAgAABAgQIECBAgAABAgQIECAgAawOECBAgAABAgQIECBAgAABAgQIECBAgAABAgQIECBA4EIEJIAvpCBdBgECBAgQIECAAAECBAgQIECAAAECBAgQIECAAAECBCSA1QECBAgQIECAAAECBAgQIECAAAECBAgQIECAAAECBAhciIAE8IUUpMsgQIAAAQIECBAgQIAAAQIECBAgQIAAAQIECBAgQICABLA6QIAAAQIECBAgQIAAAQIECBAgQIAAAQIECBAgQIAAgQsRkAC+kIJ0GQQIECBA+4WAnwAAIABJREFUgAABAgQIECBAgAABAgQIECBAgAABAgQIEJAAVgcIECBAgAABAgQIECBAgAABAgQIECBAgAABAgQIECBwIQISwBdSkC6DAAECBAgQIECAAAECBAgQIECAAAECBAgQIECAAAECEsCn1oFn74d3Hr8ID996O3z7Xvpjn4QfvPteeHr3Ufjum6+2H+mTH4R3P/xqeLv/zic/eDe899GD8Nbb3w73wrPw/juPQ3j03bDmJ9sPfg2fXLy+azj+NR3i2fvvho9fz9WLc5/As/D+ux+H1/f1I4Swr5O7KvJmWFHrzn1SJ/3ers5/+NW3+zp+VXW++90XD98Kb88b70nnP/vyrs6/9zTcvYF2u+8/nr7cn9L97PGvq/4c2R8mmN313D1z/b6qOrY7+dp1X2M9PKpWd+f/0YNraCct57fl/u1K2/l1tdOWQjjPZ+J+/vjfjGOkY3+nb6f7rvL+mfuX2jldVxtL6lDttPq/X1Us8+z9d8LjFw/72LbxZE7+2FX29Sef3Mk/sDd9PvmZO9ftezj2udp3C0pcR29XGZ8U787Gw+sfJ87T/7aU8i37TCZWOUtfWo0ztlr/r2uc24Xd8ZxrW3W0JdaI2/GVnf/qePoM85XFdbN6G2+ZA16ZV/30Tv7EdY6ba052S7HFmvMOu3XTq1wju441zX2bmQZ2GYFqrHeN/W+ugBav4U5hHX1dSc8+vbp/O/F449drY/B0DJgfM1qr2+w1nMtq+J3O7Hm4orpw7tNd83s3VoZrTnLhs0ed/zXFMGe6xM/bz0gAn1riZ08AtyULbm8CeH59tzlQL1afEyc4a6rlzSyirjnDlZ+dLW7UAqmVv58EaBedAK4uFO3uF0gW4Y8a6FvKoNa3tfzGbl1HArhN6lyfuuFJY3oZV1Y/z+DV0N6OPcr1tdNjz3Dl985odY4Y4mr6lVaT62ljR8UKVxjLHHU+raTl4Oz230SZu7a+Pb28H99w2i3a3sCCyhnbd7XIr7COVo996gfO7HQTbeoc/e+pjJv8fhqrnKuenrnOXJ/d9Yxz++vZsFFLrJG24ytrY6vjaQngK20vW6y3W4stVhbA1c6dbmZNs6UPmTNdY/+bK6OF8a+LU6/7xtuVFWnVx2vrlgvrYX2ifEwCr+6jV53odj68u84nu9uvn4fnax+c285VXOaZHFEHb2Iucpn4V3NVEsCnukoArxS8mWBp5Ume/vFzTfQbzuTiOlkJ4IZSb/xIw2TyaidH0/OUAM7vBHGGBZXG6nDcx2540pie9BGB6HHXfcS3GtrbEb+6/8r1tdNjz3Dl985odY7F0eMWVFZec/Hj19PGjooVrjCWOep8TiavLcycfIAb+IGlsbX/W7jmJ4HP2L6roFdYR6vHPvUDZ3a6iTZ1jv73VMZNfl8COCmW6xnn9gc9c7s6Z/1qiTUuOgG8L5uPwoPsznl16Ra/W9snba7ebjC2qFeR6BNXO3e6mTXNljYwZ7rG/jdXRotx2tbXQVZWuupuncvrYfs6G/qbObe85rGWpTIH3u2Y+tYrT65gl7+znejn84eOqIM3MRf5fBbOcVctAXyc2+FbqxLAw8LToxAe77Y56P8b79gftj8Y/7DfhvDeqi2gd7/xJLzy8G54+nR3hMOd/9OtYHdHmG8Hm2xJkTxJ0M2pDtvJzn/j1Ov7avgwuyXvysAg2mYk9+RD3nnYLnmYODx68FF43G+dO3XsSme+fcfgmRrd2W8x/EmmXN4I4YP51qrzTrNULuk59Nf6yXwL6Pw5DXuW18ptoZEMd4YOH4m2oBmCzUfhwUePw4FyYSEy3SJmXwdD/8ROqd1Mm+N0+8PaUy9DvXoY7j59OrbHrrzi/dyXtz5quM7MpG74zfguv8kWP9XtfA6LHN0Gz7vmPrFNLWe/V6k/e+7D+cz7i6QdVc+3MQGc1qmkr5pPfIbzmN49uvbcWttAZtueWT+ZtteH4eGLpwuvAmivh/U+vE8UjsWWtoHW65y2+cyksVJG+23on7wSHt59GrphaKiXbTZxe0uuYRKI7sfGzHbgi5PjXCCbts/hM7U2kDjcf/gwvHiabPWeWiX1ZX+uv3rQ1ZFdQ67Vp2FMH/r5lec4//3sTL3fimnoVup9YnbLqtK5Zfv5e/utxn/1oDPsKPpXXSyOM31cMr4mozBeLfxG2r/nxoBhzG86v0zs1L2aIdqbd7LlWdvCTLX9z9rl0CcW+vrdMLfQlpfihsU2WiiC6Dt3Hnb9Q7IF9NI1liaU0WJJc5w6eY1KpX4Nv/8oPD5sr5wb7xbbelcG8/pTjiWbpyeVBOgnz56F8Oqr3StC+v/SOh+P723jRLHdrGnfIfPKkky8FNeLw1hfjreTV+U09iHLcX+mRGpj4e4rpTnJYrz73fDmvcKrQ6YJlDHefz18vHvl0CEY7PqXhvnALLarxo6xQ9ucKXXYB6xjH3ietp0pn2IsUouVMucbtfncjSRJjDuLVcbCCYcxpiFWbYkzoktPzq01npnxtcS76ZeW1hFy49zyfDz7SqNckqxiFCcE2/q32Tz/fi2W71cHknWSaTxRjzXyY/U3f9y9CqzaP1XizVkR5+LhxVhlvh4z9MHT66yvFT0Lrw6vqSrGLfkRcIjvHz58EZ6OHV789GBc3vn4KtfnrIlrcvOM+b+lx15oU9nxoFuZWvbcSmzR2CfO5obfDD9ujf1z86diu6itkfVj5uxpw8a1ij7JN1klidZsa221Gs8vLr0VdkJrmmfU1+SW1wy7E1vTVvovrH5lYv0YlTWFTP+2fG0N63mFGDpafztHAniYG2Wu4eQ1yfH8ltZV4/Z8XJx3Jzzc5yNKr8rsMadjeinuzcXSud9umId99KDWBirr7mv7jLQMV4555TW1lna4vo3MbqBbVQeXY5judaat7axtzbB5ruyDo4AE8KmV4YgEcLS/fT9YHybg88AjP3EpvQM4lwwZgsdwWHDsO58wSXbFwXApyF/6jcz+/Suv75PcO+Eqi1tRESYTw1kwPnS6kyAy3XpkDA7Gz/RlMj5BkQkO03OcnXOuXNomJbVyqd3d2F3fJIkyK/uWcissrDx+PlnIKDi9nC/kT+vdfM0hXfRqO7+0HIdFt/x7b/eRxJjkSBMN5XYx+V5aP5auM6mXszKZ1ZeGCUjftg6T7tS/7S74fP15HiWTZ7aD3UI7mteYhmsqLvwe+p24TfdlmFmYe77q3FrqWOb8Z21pXgZjoJ5LCnWzoqZ62F13Qx8+3UZp1v+2XGd+QW98B3BDGY0L3tE1p36TwG6prNJrmAaiuYXA2juXmxPAlTZQ7EeX+rt5/cgtnuXCkqPaaUP9rLbTmfFQbpMFt2wZtfkd3os+/G4u4b80zjQkgBv6ysWbBroluH0C7+nL5PxajDMxTNyn5mOBadlU23+mLaR1ZlaHmttyPHlfP9YOk9RM4m7Sd1evMRsLZhYpFvvJXHJkuX7N+/DyWHuIHUrx0LT+NMSSDXOUeI5Q+0JD+x3HpMm5Jm28WpeK/Ub5hp7hJsz84sOhDub7wmkdXV/G9bg/49rSfhrnJId+cHru+ZgpKu9kPKvNB9a3sXrc1mRX6wPP0rbL85T0xqdqH1aNyRuTHfv7EN4M+7pdmhcuxT8tccbssvP1f7pAPY/p83Hf7omcceeazLpB+q3l+WoyzjXMx5sSwA1GuXWUdWsx+Xg1e/2L8+2219ik7bipjbXEIvMTDu8s1tF07I7Xhobzms6zq31MHNiEd9+Lb5os3QwyfG20mMQO2XWc8abAFWsti/OnBG96I87+7qpcjFjpz9MyWzGmzGKNKDa9idiitU98ntzoenxs3dIulsbE7E3E2XllKa4qrNnubkworiG2rckuRXLZ+UptjJ08uFJd86r0YdXxMz+JXUgAz9ec68doWFPIxUeL13bo56tG0c2r/dpK8kBX+XWNS3FV8rdajDdbj2u5hpa1oNzcarlez2Kc8YaE5Qdy4vqcmV/l4qfcb1fHwBabdMe13Jh39xDX7bv+ws2aQzuorFvVxrz8mtp8Xj1f917fRrrljuR6VtfB+a51uZuyum4yvtF/Nq6NMWhbDFabAft7JyABfGpNOCIBHL9ztNA4J5OuYxLA8THmA2vXvid3kNU6r36ASd+XmkvGnHR9DYuYS0VW60Tzf2/o3KNyzntG51WY6OdsxsRK/wPROVbLpbI1aOH768utYXFgNmjkA5xaGc0H0px38tuF61w+VhqwddeYs0mDuPh3G65zcn6vf5wk8mbHbOmUCsFj6nB0/Unu1qstYu5PudYuGhcS0yf5isfu795NtrbMJ3Jq59Zax9Jty3KBenqnY76eHUq5vR4u9r9NbaDhOmfVL148ySYbssFi4rCQeB3fW9lyDbVAtFbnmxPAy20g27fUkiSZwLqeeOwKpJ70mAft2XNs8lm4W7cQ80THyn2m2jfl+oe2fm45AbbiNzJPkx+aQ0M/P3w4uda9zbCdVzQhHJzzC5RpH7HY/hdj0XwdOqott7TRWbiQmxynk/yGODU3xkTtuf03ujG9rW5kkyW5Mk6eZo5jmdyxauNSSyyQ6RuWg+TsItxy4mbfcXU3QOznJt3T+lFyqFrmBetqf1yPG0qJtTVl3LqgOr3MlvZzbLw7xJzz80r6itp4uLJ9lHbVWKpSLXb1PjDTFlae+3gDwfRkW8aizNwrFHYXSfvkeG6wvHCb1tOWWLUlzpiXTS4BvBzPzMO+3Da9lbZYiy3Gpz66HUVa5uMtCeAWo9w6yuJaRUu8Wu3zcnPKUxLAyaJzUrePj/cONymsaqdf/XC/q0lu94jltaIJXEPcMmeez6HT+WdusfmYtZaWNYTxWvuEcLjzMtx9rV/Uni38V+aQszbUEtNsJLbIPvXYMkc+PrZuHnumsVllXGmdk/WtexYL1c+ppUyXY7/cMeptt8G5Zc3wmDlAN4ktJoBnMXbLMVr66ErirZuST5+mbjAqPN2bi6GPSQDPbqrJ1NeT1ySz63XptecSwEtjUH4e25XtUgJ4vgY2u4koiR0O0+j4t+tjYEP5VuOYefut9hnTMjxizMu2natoI4U1jDgOy93oM5+HpmWRTQAnT1LP15EmN1BO1s/GNcO2KbJPZQQkgE+tFkckgBcnjJmnl45JAEfHKJ1jH6zu38Oy3yZs/aJvt8A1BLQNd/9Vry8/AKWTiXyx1RaKyn+fdjr7iX+ahMpNtKKtTZMzKiSAc2W/OClpGCjyiYG+01ws++Gu25ZyS8VLC5fzRcLF68sVZGECtNRuioNvLkAcj5kfxOI6Ha0kRduiptvatkwuw5074eXLl/Pt1/trjrY9XeybWvxfrd+V1vpu0ahMKu0oTXSM11Frn/EFj3f29v8cb7Eewp07L8PLl/G2X/EidbwcmJ0cLdaFhfOdlNf+J/q7PvOJqNp1N9TDUv886X/3W8TlEljVyUPt/MrJqVIZ5Rbt8gsp8bGb2nHappM+blUg3hTs9h/KtIG0zccJn+U2Onx3OXl5aBOL/Xz2OtqOn19cSyZ5kw8tl1EfQ2S2HZ3d2DPr53P1rK2fWzZc8RsNCeC4zNcbd5PhAXSYFFcSwC0x3L1+Er3fcX2+ZXe3/vJOeJwmKcfqXXi9R2v7WhprC3+r3jQwTvgOi6aLN1+tcOriiba6kR87pmW2e8XH4zCPU6efCfuFwmycsBRLNsxRqknGte23r0v1mGsfscR3wpf61MICTj3B05AkX4y328o424c0xN+Hy821n9rYmntyIIkHajdXrUkAt7SP0N2s0R6LFnZgqC72pn1g2j+1JA4Gv4X3iWb6nqY4oxqTN8ybFmOVlji6u9FiOc7IdRC5BHB+Ie3w5PlCR1OId2ffqLaXeX+Yu4mkdRGwO/fC2Jm7cXSc19fLriVebb7+phto419bXjztPxt5r49F9r+yMG7nY5X+OP1cdhZrtPQx0RuW6nFLNkbNvPJjOk6vTQAXb/hYXEPo+6zpuzqfvRr2r4ro/6047yy1qVp/H42vQ7+3lHhJXg3VEE9MP7ImthiS8KtuitkfbH3svzh/yq3XFRPAlXGn6jXvx6uxRMN8PnkL2ewsavPcNfOM9ji8WzPsHmLIzBErbWX+GpzpZWW2cK8cI2TnM7m4Yc166EJbys6dDv3X/mrGXQkK6zrjJffneXgrxASjYZecrvM+fk2y5WaN5DPVet3HjrOYohYXZP+ejGelpOzqMXBhHhZtub28ZfXiPDQbkk1fdbN+zMuN0y1x7Oo2Upq/Fdt2qQ62PQG8tG6e3RG2tsNftb/2gUFAAvjUurDYsaUDSX3SkUtgnCcBPH333PSiy++NjWj211n5jYZFo/r1JXdj1QaO6CQri6ilBahkYbQlAbwPWZP3/ERbjC0uSI09bHlBcOHdD2mVrSeAk4l/d/KTbZda6uXsqP17edOtyG8yAZyNpMoLlKV3dEQ3NSTvV+iDu3hgaggYx8nenULiMhPMTd6PNu+mSsFlEvxW72SrPEGeDQaWAtfcO0zj+t7y1NBQkvukb/I+kLHd3bkT7rx8GeI7wY49t5Y2kPz2PukbPwlVmiyvTz4nC5v7CeNy/9slgGttoOU609qW1O9k4SJXRqclgCvXMAtEpxOFLrhfrGO5QDa76LK0YFpabJv6JoFxwjosnF11ArhYawpJwtr5FP8+HfPOnACe30WduXGg+A7gtr6ytqCytEhVNY7ip2nM1fgEcFP8dVhIm3YD06dzZv1Tc1s+TIZncU9Ur/PJwJJtVJdar3Faz9IFh6bfmLfRWv1qTQAv14P8wkM1lmyYo9Ta7PQnmtpvUyxfeUdq0w0ehQRENT5NUBoSwLUyri5uRUmL/vjV9lObkzQkgJMFj9qNQPX5QG0etzYWbUwAV/vA5Amho9p2prEUE8C1WKnm0BBLtSSAi6exiy9D4caS2uLyORLA9Xh3pl1LAERz8HJ/uC4B3BKLpXW0XnbHJ4Br8+0TngBevDG9Ld6sllm1nU4Wr/dJ4MlrafZNpj5XmSe35vO28qubyq/8OD0B3NIn5Maersx3i+3PXv1ueHP3Xvsnr4S33u7fbTs8DTzZgnf/K5k5ZH7rzVqf3X6TbroVfi28WBNbXEUCuBZbt4zbtTEzerqulMQqQh2bAK6V6XLJZGPqatttWKsq9eGTmKxLAB/bVuLE2jCfSNt7yzxjdXKr4dpKNxSldShKsGfXBWtjdMPNgUMVSM67fuyGct5QAji+WSGt9/2cckUC+Jh5WDXmmC+8Hx6aa+kzZnVv3ZhXTgAvt8PVbSS75jufp9XroARwbWy96b9LAJ9aAkmyKP65dGJSn3TUE6S1QSXz95Ykau0ztb/vL/wc13f4nd3TFK/96r3iEyvzoqsNqC13XL/aJXYrTwCnxx6ClfFu2LMmgNfciZR01KVyW/3k9mz0O+2Jl8JTSPujnPMJ4MX2XWhLSwvM/e/l7v5qeQK4uzOun0AX3wk7XXgqPF1T3G45n6xbusu/OjmalUmtnZXQ69/LLros3T3fT3iW3qHe1sU39F3ZttSSiKpdd0M9rO3Q0LyNeMN1zsDiOtVSRqclgMtPn3bDzPROyu5kx8nwW6+EJ8n7xGaXc5YEcGHBJZO4qO1e0brAsr6dlhZGj1hYmHyl5a7TV1uMmxJEpWuI/U95Ajh6kuBsTwBPjQvtP+pPKomipvhrFpXM3lmcXcRY3LZ4vm1bPVGeqV+FhZemJw/mDXiMPd4IH8RPIjQ5zRPAy0/u9luVzna2mNbN0hPA83owe5ovub5ZLNkygNWue/L3K9spYlh8HOKapvbdngBe7EcbEsC1Mj4m7q+PhbWxvy3ePbS5V8Oz9Enz3OJg6WmnWj3J1rUh4VOKRVsSwC19YDz3O65tt/U9R/Vh49M2g0NDLNWSAE62wIuvoCXOyBXaGRLADfFuPrZamq9Or6d8s150w001lmgzqt9IH9fR4xPAmetP1ola6l96/Hr/dFy8F8fTLe00c8Pl9DU8R/UxmXgpep9t0ipyazTJjTKxVz0hUt/yvTAQj2X7RggffBDCG2+Hb+8TAh+FB48ehI8eT3YnaGlTrU8AR6fTcKPR5KGF0g4x+e5/ze6AR/SJ3Qwu8zBEW32ut4uWm9wP9f6tV57kn24txmHHJoCX1/VqYd+8D2lpu/V2cK9hzbAYQ9ZOuvDbXTIpfur1mD6yXw2IbwKfjh8N1/btew1GhWRk3GfX1uobYsPBc3oNTcduuIam9fr4Gqpt7ZgngPvrObz3dVKJput7yYMg46eiMm3pMxpsmsawlX1GYQ4c1dmFMW/VE8ARYW7Xr6TuVWOsZJ7WVAclgGvd4U3/XQL45BJY6ORnyeGG4Ki6RXJtUMn8ffHOmf5u1dqTgi2/0TSgtAVL3UB6P9wPz8OLB/ntDLPT3oUtDvfLC9m/x4NGdZDLPQkw/PZ0K6BoS+2Wsj8Ewk+HCVWtXGpb+Ba+HwdXreeWmaSlixfR8RoG2lwhHpEALr1b5JjEQGSTHbT7BbFxq5eG68wmMZM7p1OLxZtLCsFjandq/RnOKfmdpcWR8gJ3LeDNO6Z3iMZ1t//NyQLEcedWbwPZujQ8ATQsemcDx1rCPx+0RtfZ0v8Wgta1C1/zJjlftEvLeHYXb67dLASZ41PcLdewFKzevx+eP888gTG9qNwxphON3c7hDQFxtp5Fv1Oq7w2Tquw6dhLIV8+x7firF3GXJvFLO1dU+6Zc+2/r55b7+RW/sToB3GKcj9niRY/KAl5L+8+v3kU7dbTcuJRvy5PFqpY2mh3LhldOjINKt1BTi3Uy9XwaHz6fxiBNTtPyaKsbXVklCbBofG6pB22LtGOcWnyVQjZoWtj5IBkjW9pvUyyfGSmmC/OrEsC598UP75asxQ25d8utL+P1cX9bvJKPRyZ2LfHu8Jn9+JazSt7hWUoAN7WPTP1ajEVbEsAtfWB33NPadnbgDO88TmKCY/qw/fRs/sqj+MaCJNZbTACX5qNxvarHGdmZcLxDUzVWqLTlZB5QfP9adb7RcG3pza0N8VqL0eo4uCVebRrn5k/8HpPcqPdPLWNQrX20tNNkvpLGzsf2MdGpLa9z5f2W1nFyNm3j4nJseViz+eju/RBevBLeePvb4d5Qh3dPSIcH4a39vxX6yXQOWY2Te6iofm4ktsjemF7pE/eXsyL2X7st7b2WBPChjd6//zw8PzH2qrbVxURZZf7aF/+8DbS03fVrVYeuf7Lt87HjZzGxlq6pld8XHNm29NENydPcmlL91XxpOaXXUFurb4hrB/zpNZxrTbIpxm9Yq4jKdKF+Fd4BvDwWTvuO/OswcvPo+Q5w8/lA+wM72Yl112v1745u6jMWE8D7yLewq2auv5/+2/xGkuPayNIcLPdgWa3+n54A7m5G8Q7gcg087S8SwKf5TTqBNJmTW/SvJxmu5AngsaOanuM86ZBbHJx2pF1nt/Qb57i+ace2fzFaeLh7R3Eh6TorvjR4TgOONNgeFhwmi3vV4K3fHi+a+NeOW+jc04XFYfH18B6J+vtJak+Gze6u68/1cMdVS7mVJo7PJ+8bTJNxDcFmrv21LIhlbpSYLdJWFyP6Nrrfianfyjq1mVlNt4QeFoQbrrOwGDosfufuPq4uHPYT78PdvPNk6Pxp6jl4rf70ndxky/BDsPJ88hRzfVGjHvCWynC3yUm0Ze40UVOoz+vOraENpAsd0+28kpsBxqTG2L8sbY3dUA/X9OHTRMWRbSmuJZlFu8wxpmWUf69YWv79/38Zv7O02o6zgfTht6pbnJXqy7QfaFkwbfmdUv8xWaCvLzB1pXFUO204/rxHSMspjRUG60lC7IgE+rxvKixiNfRzVcPW31idAD48wTe9gzkbS82ekuk2qurGnvoCXjX+yiyupH1yWoda+tvczVXVNpoNF+Ikai7WqV5jtCAy9TscsP4bSV/fUDe665324ZmxrNrWcmWcufmnGrcUJi2Z2HbsN6LFl4b2W10cil990PdQ8a4wrQngln40qduzWGNW99eXcT3uL8ROtbGwNjdYM0Z3g+yYUOgHhmiRpDZO1NpHLo6rxaJ1u0xs2re7Qx+Yzv0mcXn/p9q5Z1tGYeGt1ofVHebXNOsnKgng8R1+S3F0S/uYXXiu/q98B3BTvFubT+RjvnHxtWE+PsQJ6Xy1644L87bJuxGHz6xOAM/mmPl4NRWoz7evagvollikNI8f6kZLOy2sHaVrKItrRZPzaIhb0rMurpMsrOM0r7Uszp/yY+94PpN2PPQF0dO2LW0qM/7X+72NxRbpDdnT2Glh/lZ613k5tm65+Wjd3Gk3xC5tP16fL7WdU71MC3FeNBZOd8tqabsNa1XjmsVk7bW4DjaZA7bErcUE8GHr+Gl7qY3R8/XyTB+d1Ld6/9xg1LQueEUJ4KZjN1xDNcbf3wkfJSXrcV4mcT/GebkdZOprglE7SXfCy/32UfOweR9Ry4dM10Wb+oxZEj+3FfrC7ndHxrFNbaQlxszcSDHrl/dT8kM5p/OGuP601NG2NcPlntJfSwISwOeqG5PJ7PCT821WGpIM3YpN/77HbgDeb7cxbklcG1TKfx+D1P4E5+c3WUTffSZdaMi89zb+jXNc36CXCWZqd8hkFgdniwvdisl+UBvfE5BcZ9Mgl/7GJEHVnUaakOje5VR8D9nhpadhvwVNtAV1pVyGSfQQuO7eP5PcNZOWfRzgNpZbrq1Mjr3/c7StcUsHn2+A40LKvmy+Gj6c2eUDh/F7/c8uB/LDdT8K4fGhPsy+k7bt+4+6MhonuA3XmQuOk4XntIymA2mxm1r0z20vmPmlhvqTTyQn7Wgy8Bemyf2WpPm/ThMhh9fL7PrA18Kv3nschoRucWEuWuRee25tbSDXh+63qY+eDkva6/2H4eGLpwvvpW2sh9X+t3NdbgNt1xmXUFq/k+vb36QTl1E+AZz0i/s+81F48NHjkL0bc/JYvTuYAAAgAElEQVQil6hNlu6knC2uLAzuUZs+nP/YP7ckgPeX071Lfey+Hz4ML54mTzqmbbRlvKn0tXuPTD+fbaeV4xd64HiMzGxXH9ez5EatRr+4n+/el5bdQaDSz1UTwJmySm8UaL2Bpen8ZrFTpj/qtyvvJlHl9yFOy6caw83i0KRc0r6+Tzwv9bfzWGa3MFDrZyrjeh9fPrz7NDxNtqCuXmMUwy29c/jwbqRqnFqpX8NEdn++Q7+Ue4XDYlsrJfnTuhHfEBM/dbjQp6Vx5/DRTBw/L7/0RsuWcSIdB+Y3OTW371p/PBv70vNtiLeP6UOWFiyz3pmxsMPu53RdoaQxZj3eHZJGLyc3XPYFnPa1DfFcrY2tjUWPmzPdD4+iPnC4y3doD8e07Uz7KMULDX1Y3SFuu7t+Zh8PRjtBTROvaT09LLIewp3MdbfEGdGlnyEBXIg35/Fuar40Xy0nqkrz8X6wmbSfTLzWEIutTwC3x6szgf3N8ofxJ/9+y8qrTpJ2vH/vZsurqdbGe7P2UYtVMq87yCTya31MXF3T9wYv3/g/lOWjBx+Fx4NzNa5O52X9PD4xXbeGMO2Dhx0run+bJ/im/x7HJmmbiseDydPDkzoVxzRbii3W9omHdnZMbN009jSMiYeYKO5/92VReyJ4cc12Wkfy7789hGrtux3m5yu1tpufZ+Ru8FpeM+zOeHVbqcRTw+9N+8v6MeJ2PVtTyIz/y9fWsJ6Xiel288l4XbC2Vl9Pfo59ZPZGsmiBZP2a5FUlgGc298Ojbol1/570bvZYbhOzCC5NTkaxdOG3j5iHzdtAPR9S6jMyUeh8V7naXD39kRPi2GgOX1p3q83BVtfBeH1s16bjGKaxnU1zKQtrhllz/7goIAGsgmxUIPNkRD+wvB/eDG9Go8hGL8FpESBAgMCCQG2S1I5XT+C1/5ZPEiBA4LBOkXuPEh8CBAgQ+PwInC9e/fyYuVICt0GglJB7Ft5/P4Q3LTrehkKsb6V7S67ikk6z6QbtIy/4Kn+7fkorkvj1H7vGT9zmOOY2n/s1FnHDoSSAG5B85AYEitsdvBs+fn3FltA3cOoOSYAAAQKxQO6O+PMlbUt3wCsFAgQInCZQ2wL3tF/3bQIECBDYksDVxqtbulLnQoBAcaeVZ++Hdz9+Pbzd/B46ltcloI++LunW4/RPoEe7IxUe5mr9yfFzV/nbq0+m+8L+SeOPwoM1r6k88lDHfu02t5HbfO7Hltd1fk8C+Dq1HasuMG7dkNsC6Fl4/92Pw+tvd1vi+I8AAQIEbo9Aup1T0zbnlcubv5/z9ng4UwIEti8gAbz9MnKGBAgQOKfAVcSr5zw/v0WAwKkCh22Tc68Me/a+h05OFb7K7+ujr1L3iN9Ot1+evR7xiN8cvnKVv73qtJb7jFU/dQ0fvs1t5Daf+zUU7UmHkAA+ic+XCRAgQIAAAQIECBAgQIAAAQIECBAgQIAAAQIECBAgsB0BCeDtlIUzIUCAAAECBAgQIECAAAECBAgQIECAAAECBAgQIECAwEkCEsAn8fkyAQIECBAgQIAAAQIECBAgQIAAAQIECBAgQIAAAQIEtiMgAbydsnAmBAgQIECAAAECBAgQIECAAAECBAgQIECAAAECBAgQOElAAvgkPl8mQIAAAQIECBAgQIAAAQIECBAgQIAAAQIECBAgQIDAdgQkgLdTFs6EAAECBAgQIECAAAECBAgQIECAAAECBAgQIECAAAECJwlIAJ/E58sECBAgQIAAAQIECBAgQIAAAQIECBAgQIAAAQIECBDYjoAE8HbKwpkQIECAAAECBAgQIECAAAECBAgQIECAAAECBAgQIEDgJAEJ4JP4fJkAAQIECBAgQIAAAQIECBAgQIAAAQIECBAgQIAAAQLbEZAA3k5ZOBMCBAgQIECAAAECBAgQIECAAAECBAgQIECAAAECBAicJCABfBKfLxMgQIAAAQIECBAgQIAAAQIECBAgQIAAAQIECBAgQGA7AhLA2ykLZ0KAAAECBAgQIECAAAECBAgQIECAAAECBAgQIECAAIGTBCSAT+LzZQIECBAgQIAAAQIECBAgQIAAAQIECBAgQIAAAQIECGxHQAJ4O2XhTAgQIECAAAECBAgQIECAAAECBAgQIECAAAECBAgQIHCSgATwSXy+TIAAAQIECBAgQIAAAQIECBAgQIAAAQIECBAgQIAAge0ISABvpyycCQECBAgQIECAAAECBAgQIECAAAECBAgQIECAAAECBE4SkAA+ic+XCRAgQIAAAQIECBAgQIAAAQIECBAgQIAAAQIECBAgsB0BCeDtlIUzIUCAAAECBAgQIECAAAECBAgQIECAAAECBAgQIECAwEkCEsAn8fkyAQIECBAgQIAAAQIECBAgQIAAAQIECBAgQIAAAQIEtiMgAbydsnAmBAgQIECAAAECBAgQIECAAAECBAgQIECAAAECBAgQOElAAvgkPl8mQIAAAQIECBAgQIAAAQIECBAgQIAAAQIECBAgQIDAdgQkgLdTFs6EAAECBAgQIECAAAECBAgQIECAAAECBAgQIECAAAECJwlIAJ/E58sECBAgQIAAAQIECBAgQIAAAQIECBAgQIAAAQIECBDYjoAE8HbKwpkQIECAAAECBAgQIECAAAECBAgQIECAAAECBAgQIEDgJAEJ4JP4fJkAAQIECBAgQIAAAQIECBAgQIAAAQIECBAgQIAAAQLbEZAA3k5ZOBMCBAgQIECAAAECBAgQIECAAAECBAgQIECAAAECBAicJCABfBKfLxMgQIAAAQIECBAgQIAAAQIECBAgQIAAAQIECBAgQGA7AhLA2ykLZ0KAAAECBAgQIECAAAECBAgQIECAAAECBAgQIECAAIGTBCSAT+LzZQIECBAgQIAAAQIECBAgQIAAAQIECBAgQIAAAQIECGxHQAJ4O2XhTAgQIECAAAECBAgQIECAAAECBAgQIECAAAECBAgQIHCSgATwSXy+TIAAAQIECBAgQIAAAQIECBAgQIAAAQIECBAgQIAAge0ISABvpyycCQECBAgQIECAAAECBAgQIECAAAECBAgQIECAAAECBE4SkAA+ic+XCRAgQIAAAQIECBAgQIAAAQIECBAgQIAAAQIECBAgsB0BCeDtlIUz2arAJz8I73741fD2m69e+Rl+8oN3w4dffTt0h/ok/ODd98JHD94Kb3/73pUfe/kAz8L77zwO4dF3+3O72dN59v674ePX3w4dy02d202XT3r8m3I4Y1149n545/GL8PCtoWyT397/fVcN3wxX3xrPeF1n/Km4jzjjDy/81LP33wmPn5c+cP/E8ujq8dO7j8J3r7yPbWwj+3qWXPD96zi/6ynP44/S+U1l7jy85vGpMh7v2sd7T++eWCc7oVlbS469P9ZHD8Jbb3873PQIfXyZXtg3j4rXrqAPWjVW3XQska8Dy/1+952u/X+yqfhwWzX6uLLdRoy7LcmLOJtV/cLVXfF87HoW3n/34/B6P5YZ206wbyjjfd/64uH5Y4ejxr8TrnVTX22M7yfnHNfz9d+fXf4tihHP1cavfqzq47OXy5Xtfm19qqFdXl11Pk+Mebb5zWSOe/VzuHhsmRtXbGrrQldXaJ/jXx7m+nfK63E3rHNU/3WL+ucb5nX4CxeQAL7wAnZ5pwqcJ2hrOovdwPTe03C3FsQ2/di5P3SGidG5TmkWDN7UuR23sHcuhm3dIHCmq6oF+jc6gTvTNZ7yMzfUR1zZYtXe4hr72IabRboJdkgmPf05hitYsDulPlzjdzuXlyFeZOkniXeuy6VeV862QDJra/NjHzUBvcYy+/wdql4/8ibHfu/zJLxkdFMx2G3wPyJOrMVBt+GynWNeYKMxbBrjGduutgJfTUxtHFtbaudNAH8OY8QbWY/p4o0Xa28+vdG+9zxt8zzzmyP91jau/vP1vk4C+Ejaq/varq08CeF+eB6eX8vN+Vd3KYdfPk8bvI4zdQwCVy0gAXzVwn7/lgtc44BxQ8mdtgLa0ALfjUw4ckpHLOy1YTd+6qaP33iaaz5WW/i80Qncmgu5os/eUB9Rn8Cdcr3X2MdWE8ALbeqG7E+RPdt3l669/1tYuxhz1MnV68p5Fkj2j/8mN2R9Dhf3jiqjm/xSvX7kz+7Y793ktV73sSWAjxM/Ik6rxUHHnYhvbUFgozGsBPD1Vo6riamNY2tLUQJ4rVjy+RtZjzkygXmjfe952uZ55jdH+h1ZVep9nQTwkbRX9LVDebz1ypOz7ah1RSe74mfP0wZXHNBHCWxWQAJ4s0XjxMYnw4ZtXzJbcA5PJQ1a8VYmw8LLo/Dgo8fh6fA76dNK6Xaf49/T7S67rU7v7Z6E+tWD8PDF0+439+cVMlvgZQab6FiTrTXSc9j/5r3MFtD5cxq3wx0C3EchPJ5sYVrdGmd4Cm+6xU7knUkA9wvk41cS12Fi9ejBR+HxAX+2nUi0zeCdh+Hh3afhaWFrrHx5D9sP7i/6sD1ppr7EWxo2bG2SXmOYbnfbWL/6rUR3T8/l6+nO9kl45eHd8PTpbnPVyXmlx4+uKV1YjMuo1T81rdeVQ3Ikri6H7cFbjx3S9rA3aNgCula/Z+W2a6bT7cv7tjm5gPJ15yZLmX9LJ5dnah9jpZn1Ea+Fhy+eJFsnZ/qc/Xl8FB6M22pX+pDM0FOfwB2+VG9jif39h11fGt1lmpxjrs9+8krXV+ybzPAE6rxcu/556CFrN7K0T4yzT8gkiyF7i/AoPAqPD1toR9fSne+vHjwML54+Dd1wMtTTZYPsb/f9U5hu2X2GfnC5/D8Jz56F8Oqr002QG8ep6VbuScJ17xuNs/803H/+nyfbT+e3Hh8WSB4+fBGejn1u5rNLfcSsreWPvY8Fki2gq/W/GG8sxHwLfUmpbIb6MdT95X5+qR5Oz6s8VtXHkbTdz7dUX/6Noe2Wxvk1/doZ+qAdSymeG/82eV1BUywx3U69sQ0tjoVrxrnanKMlAXx6DJZuOz3fnrAyNswuY6FuL8ZX3Q8tx6f55G7cJjOfWeh7lmPcSQxzlvjiiPpRi632T47kxubEchrnFqpefYxticHz/UZu28u07kUx4RBHPXoQPnrcjdW7/3I7YsSvyknaTSYJMdtqvTlGGODWx6iHseub4ce7V3AcJnL7Odo3f9yNbbX5W1R0BaO99Td/vL+hqjvMfO7VYvDRg9JcvhS3Lcdz8xhjGJPqfcxiP1Ur48I892rGvyPaeKY9Vsf3xfHt2DaYm6PHZRO340x8n8ZbSd0rJYBf/zj/KpFyAm5hvaihHS2vZeXm3POYtlpGSbnG197Sl8Y/cNp6TL2NlSOSUruuzP+a18caYsmG2CHRanvVUWV8nde/4Vyn9WHBNttOXw3PWtegMmNTuV9Oy6O05nZMAni5jK52frxw7NzNe5l/O8zPhnXeyjp1Zh1xHntk1hFDdyPzYamr4ZVd07n4vdLOlLVxpfb3TJ+W2Uks7mPic5/Hh0vtf7l/nr7GaTEObO5DavMpfydwswISwDfr7+gLAvEiyjzg6zrpebLs8CTSYTAYB8r0aaXZwJwGIvPAZBiQqhOPdGvT3AL39F2FhSeOxncAD4HbZEG/M5gMisNkZzKQzj5TWCCLEjCzp7qSiVV/nINB7zTZInUcuMfznX8mXbweB96lLUULd5w+n07s+vObBkglq2LiL/PUW25hb7dwUqxf4wLiUj3NBfCH4GhWn0fjhgRwd3J9AqxURpPtblue5su4dGV9+J2Wsh8Wz1O7l0sLgy31u3p+mclG5YmbNJkyLvxP2mIUjJ6pfcybahyMzwLgoY+Ytp/pYlRLH5Lpk1sTwPU2VugDdknc0bJvDy39XOaGiFX9WOlao6RyfpCqL05PFryLbXAYo9KJcd1g6CvHPngysU//bfp0br2M0uvNJzmKQ3dLHcvdiZ8dH1/27xgdksuVhYLpJHlpDKz2Ecc9AVy1rcYb2Qq5fx91cazN9l3xeJ32z8PTzfNYqXZTVH6sqv9+3xbGG7vm8Vz9N4Zjz2+cO4zh9fox3lg4iVXGuGNNH1SL5zL97vT1HotJwuY29Hxy88vQ3wzx4PpxbnlCUk8AnxqDzcaZWTut94vzayj0sbNY55j49IgEcEvfU4hxx8TiWeKLI+pH87k/n4znXYlU+8ZS0il9x3pk0zDH63f96EKMPoFeKvuX87nUYnw6m2dkElDpPDAZ++axVVrHSzFCDLY2Rg3JzUvpeTTF8LNQYVhsPjgeFlPTf0v+f3TTb8mgXIbZGLUS1y/N5Z8vxJ/VfipXxpN5+mg7iVGuZvw7oo0Xk78L88TqXPmw+F6fKy+0wcqaSkh3+CklXtKyGPuYSfvNJj5q8UV5vWhpHl5dy6r67jasSV5d0zCXzyWAa+sZs+px1HrMMeP49Mi5BHCmbLLrfUsx0yQptTT/bIgdinHI0na6DeNrnADuHaP1shbb1K+wBlWNM1rG3zT2z0WZKxPADfHxlc2Pq8eexwDDuaTzlG5tN3Q3BlTWEevtO1OGDf1GtjT2fcnd/QNPrw59bvT6q9q4Uvv74ebZpTXkbp3t8EBINkYZ++6G9p953Vi+D1wYg1rWIGV2CNwCAQngW1BIn8tTzAxckUPh73FwlA8qpoPIfhI8TcI2JEfzd4DWJ/7VJEolAZz/fhLI5Sa8TZbTJwR3CKnd9PoKwVptQbRbBToM6Ps709Lj5gLapFAKE474fTDJORYMFsuksnhQendp9JtN9TQ3mSkEzdHvtSSAhyCuN4yuKX/c8h3O3W9kE19ry/5evg7Ngty0PTbU7/r55a97qZ9NTXZl/OTFnfAyPAjdnYPTsugD+nSit9oouxITb0ubeHTXHsKdl3fDa/3TldOFwaY+JJuDeic8LjyVP368pY0tJKuGBbel/nVs48V6sKYfK5f4YdHy8Jn0RpH2BHByx22mDcdPPw+LOUnb7Re3BoPZgnrLRK2ljOYrPKvet9VUx5oTwKlBbQEusxC2v564zdf7iCMSwA229XhjtqKef2ogOlamP4t8W/r5umt3Zrnfavj9WgyS/d20HbQs+jVcx5n6oGo8Ny2DxlhiuNmvvQ0lu2XU6sVJk4l6Avi0GKx/EnFhgbRpbGiI4btQNDOmTf32CYBafLo+AdzU9ywmgM8Uf987Mg5KE7Jp226I0YYiqrWh+hhbn+PdGxLAyU4YUV0qtM9cLJ++6iC+hvo8sJsDDTsD5D6f1s2GPm288ekwXi7HqPdmcXw+Abw0fyjHp5HRLEmezAP7ehg/Nd1mUJtrNdWvZP5f72MK8f2Uo3Lzz/wmpIYxNDtGpnUjP29f/a7UqGgbzq06vs2TUuNccvBviJ/uNR5nqEuzmyLSNYh76Xw2bo/VRH/DWJOtT7N1kKdhenPYzKbxutNyXjeXb+lLs5PDKEmTjxHj3663seluQrmgJVMn9/WnMv9rGJtaYq9q7DBuyTc993o/3hIbHOxeDx/vEodRYq5t7jgvo5bYur+Whvlr6lPrh2e7PWbj1MONn81lNH045kzz409ycWPUN6fjw872SXhx52UI+4TvvtOZ1NWWdtfQB+fGh2q/UW5b0xug5utytdix9veWGHZle2lp/7UEcEsc2NCHnDTN8mUC1yQgAXxN0A6zUqA2cJX+vpgg65cwpwP4cDfXbCuv4XwLd3SmiyDZd0tOv9tt85Eu9Ecqiwng8qQzCoYaFtYXS2Lisf9c8kRMN7EqDe6ZIH/h7v39FmOZ5Hs1WFxcHMuXW3EilPMagYY76nYP2Uy3ZoyPMT6h3f/zvDwyWxpnFmrjBZBl4+mdg4fjx5PX6uLZJ/HddeNlZwOpfK0Z72Tv/zwkyarHLiz6pHf8zY66sn6Xzm9M8C09aR7N3dKA/YMQXtttBdhPOKObGc7TPnbzhPn6Qrodz3zB4tmr3Tac07ba/e9yQF1rc7mEaHduh0lZSxvLbZkb30hR7iejxZzFdpvZWijbj7WMSYc+oPv0IZlbr+P9ImZIt7qd3ywQ9yGVcup/L1dm8wWvloWXYUF2sl1tRFObzEUNpTjOrR2nsr6ZCVxaivnvlcpiWDCZbJCVPCV2WJhbjgWKyd3MYnC81fdSPWzrS+K6kJznYqw0LJjlE1nzM8skLFp+vzTWDAdo+Y3smFFbAM91ofNtu9f3QQ3xXCbR020sUIslzhfrrR7nloPDhRi2nvhqHh+696r0Tx+s6Ftm/exSnFaPr94IHzTEp+sTwHFYsYuBM33PYozb1ic0j08Nu13kqkUptooTnN03W8o+t2Zev4YW/3ySdboIW5qL1G9YTcfOejvI+XRKSayRvNYinWfkY8Npf74Uo85v5MwmgBefvm6JT4dYLEnMFOf36wwWx73CTUWz9hddY1vsdaj7he00Zzf/zGOr9nniYNdQtzLx0cljwIqxuTy+ndoGO7/9/GHxhv3CcdKt/NN5S+4J4F2HlFx7LaGauym82octzsOHxHBlLaKpjGqxUEtfmmnzq9djGud4i7FIZU5SWseqrh+0zJG/Gj5853GY31RRi6HrCa2W2GBIxt258zK8nO5Y0Y20y/OvMUZK/XLtpiXOyL2mbn5zXW19Yem8u6FxulbVUkbfDrlE7enz4z7pnrlJcXqN0e4au7q4H4o/Co/7fibefaOh3TW173IZlvvllvZ8iE2mdb42riz/vaVuda9VXLp5qTTXH3a4GiPrdAe2SflNf2N5Dt+v4+7762Q8r97gvNiZ+SOBGxGQAL4RdgetCtQW+Et/X5sAzk28oy1oz5sAXpzENySAc99fu7CemQaMW5Ds/zZ5//AhYT0NLkqTrK0ngKdvrJ0qLL0To7+m7LtiWwO3TGKlMQG8C9xy/3WLyN1C8WkJ4OIRZu9qHs8jmVztk77JdlnVSW//XpL0ruf4zshScFoJvhrObz9V2i8mRAU7eVdseuxJWe/eZfZBCG+83T2x9KvXvhveDN1777qngc/TPtoSwNPE1i5gfhZe7V5IHp68Mrx37Vf908DlCWptglb7e9YzIuza2P7dtJkniQ8Ts35xoNhU+2Rqtv9P2mq1H6uOQvEH9sc8bMVbreP3TkwAVwyOTwCv7QdrCxvRskXmvfXd39eOU1eaAG7pIwrj8fQmrvnkscU2valgadvltr5knqiYPFHS19vCSNL3861lXEoAV8aR3KR5ekJN53jcAnh63aW+bF0flF/4io4166NaY4l0XD/86to2tH6cW+oTlxYw62UzG28z48M+CZjWhaX3u0dh3Pyd0t2fc3U7bYPxde/iqytLALf0PQ0J4PSJyXQRtWV8Wl0/ms89jtGayz6pfvVraIjBS/HY5EbH4X230/fA9YNWZcei0xPA0c11fV2PF69b++Y1Meq2EsDHGmST1kOCsHYTeXY3o3kfHXdTkz6m2E/FdaKUtIzq9hWPf+vmOkkjbDq3Qz8bT6mGd5a3JoCX46f8DaRRILFPGqRb5Xef6OOsJOEa9zHpeU4TFQ1PfteeMBtOdVo3S7FRKf7MrUU0l1FctvG1t/Slmfjg2ARwbY63FIosPQ1/eDl7+O6bSbK5MQG8vM7WJYCX12ayd283PwQSvV8+t7aya2R37oQ7L1+Gl7nXIFVt2xPAy3HGzSWAa2uhxyeAl/qgLgFcO/a9JLb4ILwR3t6tG73XrcWM6zP7RZ6GdtfUvitzxewa5ryRlW/233028w7ehTW08rjTMq/tEsDz+nc451z/NZ5Odv2n4Sbu2cNdyQ0IEsCLPbM/3h4BCeDbU1afrzOtTd6a7ohqGFhnqsPCUPk9avmF6doCWMMTIw0J4NwTxNUn42p3J2Ut04FyngCu3QFZW7zZxBPAq1rVsDgwLNg31K+merrm7svpCafHj3+n5v/t2lNZBZvsAnpSx6rHvsIngFvOL720IVDNP53VfXpsZ68+C+88e3WfLB7+7VF4HB4X764djhaXV90oUwCZtjz+zhshfLBPTO/vDAjvffQgPJrcdTpsU13tQ7Jz/PoW0PW74wvbh0eLJg39ZFcY87swV/djqxr/7O7qlvKb33G8P/nJna25ZE/bneLHJ4DTbZXrDrUbAA5/L2/junacOm8CODZt6iOOSgCvtU3jjbQslu+UTm/+2Y3Js8RVLZbaH7I1yVBKAGd2uZheSu0can/veuDMgkDaVuptp16vWvqg+nHKT/odvJ++zMUSlSeAh3Gmupg5b9ct41y5NzhHAnhl+xgWvrKLOfV+q/tEOQFcfbqgukNNQwyYHL+p72lIAJ8af+duMKvVj/ZzzyWAV5Z96XUjmaeBFnfhKSWAJ7+z/ARwfy2FnXHiuKehj5q225Ztb5v75jUx6oYSwIWbQeO61tLO4tjqtV+9V31tyXwsaOjXc91O1E+9Gsen2ZsVczfEVcbQc45/T18WdqLIBv/JFr8t/W46Vy4s+Le0wcnh6nOM6XEKZZn0rcsJ4MnuBW+9Ep68N9+qOdZYTjCMacFZAri0S1i6pXE8lxzjhyPn8jeaAF56F261imXi4pb5XzVmKrf/w/yl/mRi/vTrfUvL+Bq1gb7fSd8tu7jT4CSWPsQQa9agpn1x/mbF9Dpq88ezPgF8FTtkjQXaUj/2WweMc5VXn70Tnr162DkxPJru0Faee81v9jxmfEhrYtovJ3/v45H0NRddlelugE9fhTX2SP0DFaU1tDi2/KTwdO+0bpU+czjn+U1UqVF9fji/iTsTp077jWofUu28fIDAJgQkgDdRDE5iJlBLWhb+Hk8QWieNuUEw3hqx9NTP4T6/3EJtv7jb36FXDYIWE8D38u8sS++EPGJwyi6IDnf6Z7dOLQRBa5OAZ34HcHynWHKOhQXm/GLwUnucTzAXF5+a6mnDotF4SkvHX5kALj2FW1iwKC+mHp6mbd8COl+HuvYbyk8fV+t3vs0PwWcpeO3i23cmSdzSQkgI9+8/D2Ef0A+LaLt37r6cvOml+HEAACAASURBVMPpTO2jaQvowxZ7d++H8OKVN7p3zPT1fbdN1PjemdJ7Dxu2yqv2XeMEYT5JqQfpLf1kUq6ZerC+H1u72JVJ4GffH3eov93dtLl3AC9vvZv3jo9/TAK4tMV6tR9cGo+TSWP+3JPxMdcfJxPMeqIu+6KtwnajtaT7vA8btpFq3QK69H66NtvKQl/lfeJj//Xifrgfnofn08+Xyi5qQyckgFt+/8h4rv6+zPoEf9bKs7HA+j6o2icujqP7EpsktOtte/betupYmI9jquNcMfw5LQF8bN8zbT/596/V6m7u76VrmZTJincAxwuu/W+P7+arL5jO4pPFBPAVxheLcVBjbJWrl0fG37mETxwjtszx4rYdLVgOT3sUzi9q44XF0bg91eeBUZ+W7SP68127BfQYg7XEqBtKAGefgGwzKMZA/Tj4YnjnYqFPy43NLbFX7ufmce70xoE0cZj0ES1j6JkSwE1znekFNp1bTmR+0/j0vZK7b9TnBm2fORx9fszsu6WfJ6+uKW0B3Z1keHeX+L1/Pzx/XnpNytirzJ7yrN4oWpiHr0p2J0+JHpYLMjfKTorqZhLA/Y3Ts52gauP4tI7N+9mm+V9DzFSfv5Ru0Cvc5DCedi0B3Da+5tY4p+8Bbuu/Ur8Va1BRf9Ay/s63hJ73FhWbZHyul1F+vXQe+65fJ6y/A7hbuOmOdT90y0VvhleHG7nCnfDy5TTJ2GDY1AfX6t+gXv7ccp+Tj6OiVllZQzv4F26yzdStpZsZZsnb9Ond2Tr2vJ61jEHzZLwtoJdWyf3tdghIAN+OcvpcnmXuDuDpYNAtrk+2T5xN0OsDa27P/9pxFxemx0WfPgDY7RMzJFHTQTxddKgkgMf3Gky2fJklGBoC3PyC6PTOrn6Q3G0ZMi5CJEFDv1h/uNsrXfQqPO1XCeS665m+e7glSdMWvM6saovSmUWhY24wqNfTQkCWWXDK1c2jt4C+NyQ9pgnX3AJWXAYlx666dO83rE56dzFyekfhEKxFW7An5d9Qv+vnl7mzsFYXupB+v2D/fHp+4zknSb4ztY9Z7c+e56G9HhLcmXOdLGZMt43KJiln7PUngMdJzzThWXqKcqmfHJwn/dxsYlJcZF7Zj82B++3wM9vCp8dsqL/z/iyfsJpvKTWfbKUGRyWAx3ehTa6vqe5nEqTTNjF9l/Zs0jWMhfNjHu40Hurrbric3lzxoN9WvbzAlhbhkEw5jF3z49f7iH3n2C38De8EbtjerzbG5CbYbYnEw9bj493ykzbUrzjs79De/Zfe6DK/sSbt51sX3/JjVf3300WgwkQ8uvnnmEWq2iLbvhPs2vipfVAtnpvdNR7fHLMYS7S0oepYmBnLG9t6fsJxYgK42vfkfj9fB6aJhPpCeaFuV+Orwrvskvg0bfPz/ieT3M+MkdP4aZ4sv4r4e339aOo3Czc+1PrGbJ2rjrH1Od7wSo6u2PotaUt9+/SditVjz98R2tS3TH1KdXDfjce7UFXfAbwyRk1j9HQcaorh54NvMmY2vAO4T4BNnzoa46aKQXbs7Mtt3PI3dyNlf975uXwt9mrop5I2UO8jWuZiLfPc9NzWt/FcO6yO79W58jy+m8dX5TixHIMtxQjzcX76eoF8nLlgvH81fek1A+X4tKUdVdcIqr4t9WdesjeVAB7n0ktzvMVVz0y9TvvrIc6brmNVY6ZDwn9xjtwQO2S0q1tAt4yvs3hndi61/uuwlrH8BPBhjaa8ztcy/p4/AdyyFnpl8+OW2LxbDOnmY5O58RgbZrbtXt7FpKV9Z/quhn7jUE/rc6fDOPBa+NV7yft5o5iqYdxpWCOrvYN9nrytrf9UEsBjnzFZq0j7lZY+ZLHv8kcC2xCQAN5GOTiLrMAkEbn7+3SReTqBm7yDIF74bAtOxkF5PId8MmeYUBbfFzUmiLof2gVN+22oxq1h5+83Sxdqx4nv/lq77TTjwOAwkeoPEi+QHzk4pQbjuY8LVZngYkx+9XDJ5Khl4tPFSX3St1u5DvF2utnp6OGdxftj5t4VkQ9momNlFspnRxsXE4a/TN/X2Fa/dt9MfeNyX7hzLzWO2kB6/Ph3Wv1zZb9/irT4X9Iu9wnRLiAcFmZbjx2/7+9OePjwbnj6dGGrm6b6XT+/QzL3cJFL2z93n8osKGSSleMvnql9pMUQ9xG7dw5nFk6y5zr8UqUPyZR7NUk1+U69jSXlc/9hePjiaYjv9EzOMXn3TGl71aP6scz1zseE/OJP/Ln74dF+m7jD05yD28O7T8PT4aVRDZO/7pSWDY6d4M763JZ+cDBK6/Tkpo+YsaGORX3roQ8ZntjIL85Ox9D8u3OH7+23Px9ig1ns0NJHTMam4fvJ4nIuFqjV/2q8kR3yumT0+Bqn7ELkYJ5/p/1yP39aAjg3xs370/XxXPwbLQvg9foR9eXjy9aO6IO6hjQm3bvwZXjnYWab+tWxxDlivbQPOdyk1Q1pu3pVevo8rYinJ4DrfU/aLnP9bmVsmLWfhbq9GF/1vXA1Pk3Hs0fhrVee7F/B0L1TNj1+S98z+Uwpxj1LfFGpHwXLw5RrHvstbX1e6xvzXd9uV5ixoSZjbEsMPixGPgx3nz4d392Y2w0mPr9kfBkWOB8+DC+eDn1xbgyKTWfzwMKNZOO13+/rz3gzTGvfvC5GnY2vk/q0s3n94+41ItF7kTMLylGZ5W4wyfUx6e+kfWOjQT4uzcXpuZpVeiVJPfYa5wLT10VOx+TMPCWqW3cehn1MmDwFuTxGHzv+nWcMqM4TF8e3Y9vg/Ga2WVwcxUKpUWas6LdyHm44iNtBYS4+Sy7m61MXtg8xQdc3ZNeLiomZQ4Wa9U+Lvn1U02/DOpxdbU57lgTwNNG6aj1m7Tg+Nc8kmDLrLLN1rKb1g0z7z6w9jknIA3Zys2ohfiq8YrYr73pskLvhbXYDQWXuONtNpvSahDFGLM09WsbfSVK9ONesJB+z485yfHy18+OG+W3mJoH8NsqNhoX6fVirW+67DrUxP28u7dCTG9+7vrN7kGL6LuzcfK3897he7I+TmdfG40587mkMU1//aeufF+PApj5kYU13YejwJwLXKSABfJ3ajkWAQEVgzWIHTAIECGxXYE3ifLtX4cwIECBAoP1d2ay2I5BPFqw+v5Oenl99NF84WuBM5X308W/fFz/5wfvhx998Myze93vSZd3uMskl3U7i8GUCBAgQIECAwA0JSADfELzDEvjcC+Tuqq3dYf65RwNAgMBtEZAAvi0l5TwJECAwERCfXkh1OFPySQL4dtSH3BM6t+PMb+gsdzddfxi++vbuPZVX9d+Z2uBVnd7i77op/UbYHZQAAQIECBC4EgEJ4Cth9aMECLQIzLfDLGxP0vJjPkOAAIENCUgAb6gwnAoBAgRWCIhPV2Bt9qNnSj5JAG+2hPcnNm5hbQ65qqB2bh9+Nbz95tWlf+dbzq46wxv78LgVaPXdvzd2ig5MgAABAgQIEFglIAG8isuHCRAgQIAAAQIECBAgQIAAAQIECBAgQIAAAQIECBAgsF0BCeDtlo0zI0CAAAECBAgQIECAAAECBAgQIECAAAECBAgQIECAwCoBCeBVXD5MgAABAgQIECBAgAABAgQIECBAgAABAgQIECBAgACB7QpIAG+3bJwZAQIECBAgQIAAAQIECBAgQIAAAQIECBAgQIAAAQIEVglIAK/i8mECBAgQIECAAAECBAgQIECAAAECBAgQIECAAAECBAhsV0ACeLtl48wIECBAgAABAgQIECBAgAABAgQIECBAgAABAgQIECCwSkACeBWXDxMgQIAAAQIECBAgQIAAAQIECBAgQIAAAQIECBAgQGC7AhLA2y0bZ0aAAAECBAgQIECAAAECBAgQIECAAAECBAgQIECAAIFVAhLAq7h8mAABAgQIECBAgAABAgQIECBAgAABAgQIECBAgAABAtsVkADebtk4MwIECBAgQIAAAQIECBAgQIAAAQIECBAgQIAAAQIECKwSkABexeXDBAgQIECAAAECBAgQIECAAAECBAgQIECAAAECBAgQ2K6ABPB2y8aZESBAgAABAgQIECBAgAABAgQIECBAgAABAgQIECBAYJWABPAqLh8mQIAAAQIECBAgQIAAAQIECBAgQIAAAQIECBAgQIDAdgUkgLdbNs6MAAECBAgQIECAAAECBAgQIECAAAECBAgQIECAAAECqwQkgFdx+TABAgQIECBAgAABAgQIECBAgAABAgQIECBAgAABAgS2KyABvN2ycWYECBAgQIAAAQIECBAgQIAAAQIECBAgQIAAAQIECBBYJSABvIrLhwkQIECAAAECBAgQIECAAAECBAgQIECAAAECBAgQILBdAQng7ZaNMyNAgAABAgQIECBAgAABAgQIECBAgAABAgQIECBAgMAqAQngVVw+TIAAAQIECBAgQIAAAQIECBAgQIAAAQIECBAgQIAAge0KSABvt2ycGQECBAgQIECAAAECBAgQIECAAAECBAgQIECAAAECBFYJSACv4vJhAgQIECBAgAABAgQIECBAgAABAgQIECBAgAABAgQIbFdAAni7ZePMCBAgQIAAAQIECBAgQIAAAQIECBAgQIAAAQIECBAgsEpAAngVlw8TIECAAAECBAgQIECAAAECBAgQIECAAAECBAgQIEBguwISwNstG2dGgAABAgQIECBAgAABAgQIECBAgAABAgQIECBAgACBVQISwKu4fJgAAQIECBAgQIAAAQIECBAgQIAAAQIECBAgQIAAAQLbFZAA3m7ZODMCBAgQIECAAAECBAgQIECAAAECBAgQIECAAAECBAisEpAAXsXlwwQIECBAgAABAgQIECBAgAABAgQIECBAgAABAgQIENiugATwdsvGmREgQIAAAQIECBAgQIAAAQIECBAgQIAAAQIECBAgQGCVgATwKi4fJkCAAAECBAgQIECAAAECBAgQIECAAAECBAgQIECAwHYFJIC3WzbOjAABAgQIECBAgAABAgQIECBAgAABAgQIECBAgAABAqsEJIBXcfkwAQIECBAgQIAAAQIECBAgQIAAAQIECBAgQIAAAQIEtisgAbzdsnFmBAgQIECAAAECBAgQIECAAAECBAgQIECAAAECBAgQWCUgAbyKy4cJECBAgAABAgQIECBAgAABAgQIECBAgAABAgQIECCwXQEJ4O2WjTMjQIAAAQIECBAgQIAAAQIECBAgQIAAAQIECBAgQIDAKgEJ4FVcPkyAAAECBAgQIECAAAECBAgQIECAAAECBAgQIECAAIHtCkgAb7dsnBkBAgQIECBAgAABAgQIECBAgAABAgQIECBAgAABAgRWCUgAr+LyYQIECBAgQIAAAQIECBAgQIAAAQIECBAgQIAAAQIECGxXQAJ4u2XjzAgQIECAAAECBAgQIECAAAECBAgQIECAAAECBAgQILBKQAJ4FZcPEyBAgAABAgQIECBAgAABAgQIECBAgAABAgQIECBAYLsCEsDbLRtnRoAAAQIECBAgQIAAAQIECBAgQIAAAQIECBAgQIAAgVUCEsCruHyYAAECBAgQIECAAAECBAgQIECAAAECBAgQIECAAAEC2xWQAN5u2TgzAgQIECBAgAABAgQIECBAgAABAgQIECBAgAABAgQIrBKQAF7F5cMECBAgQIAAAQIECBAgQIAAAQIECBAgQIAAAQIECBDYroAE8HbLxpkRIECAAAECBAgQIECAAAECBAgQIECAAAECBAgQIEBglYAE8CouHyZAgAABAgQIECBAgAABAgQIECBAgAABAgQIECBAgMB2BSSAt1s2zowAAQIECBAgQIAAAQIECBAgQIAAAQIECBAgQIAAAQKrBCSAV3H5MAECBAgQIECAAAECBAgQIECAAAECBAgQIECAAAECBLYrIAG83bJxZgQIECBAgAABAgQIECBAgAABAgQIECBAgAABAgQIEFglIAG8isuHCRAgQIAAAQIECBAgQIAAAQIECBAgQIAAAQIECBAgsF0BCeDtlo0zI0CAAAECBAgQIECAAAECBAgQIECAAAECBAgQIECAwCoBCeBVXD5MgAABAgQIECBAgAABAgQIECBAgAABAgQIECBAgACB7QpIAG+3bJwZAQIECBAgQIAAAQIECBAgQIAAAQIECBAgQIAAAQIEVglIAK/i8mECBAgQIECAAAECBAgQIECAAAECBAgQIECAAAECBAhsV0ACeLtl48wIECBAgAABAgQIECBAgAABAgQIECBAgAABAgQIECCwSkACeBWXDxMgQIAAAQIECBAgQIAAAQIECBAgQIAAAQIECBAgQGC7AhLA2y0bZ0aAAAECBAgQIECAAAECBAgQIECAAAECBAgQIECAAIFVAhLAq7h8mAABAgQIECBAgAABAgQIECBAgAABAgQIECBAgAABAtsVkADebtk4MwIECBAgQIAAAQIECBAgQIAAAQIECBAgQIAAAQIECKwSkABexeXDBAgQIECAAAECBAgQIECAAAECBAgQIECAAAECBAgQ2K6ABPB2y8aZESBAgAABAgQIECBAgAABAgQIECBAgAABAgQIECBAYJWABPAqLh8mQIAAAQIECBAgQIAAAQIECBAgQIAAAQIECBAgQIDAdgUkgLdbNs6MAAECBAgQIECAAAECBAgQIECAAAECBAgQIECAAAECqwQkgFdx+TABAgQIECBAgAABAgQIECBAgAABAgQIECBAgAABAgS2KyABvN2ycWYECBAgQIAAAQIECBAgQIAAAQIECBAgQIAAAQIECBBYJSABvIrLhwkQIECAAAECBAgQIECAAAECBAgQIECAAAECBAgQILBdAQng7ZaNMyNAgAABAgQIECBAgAABAgQIECBAgAABAgQIECBAgMAqAQngVVw+TIAAAQIECBAgQIAAAQIECBAgQIAAAQIECBAgQIAAge0KSABvt2ycGQECBAgQIECAAAECBAgQIECAAAECBAgQIECAAAECBFYJSACv4vJhAgQIECBAgAABAgQIECBAgAABAgQIECBAgAABAgQIbFdAAni7ZePMCBAgQIAAAQIECBAgQIAAAQIECBAgQIAAAQIECBAgsEpAAngVlw8TIECAAAECBAgQIECAAAECBAgQIECAAAECBAgQIEBguwISwNstG2dGgAABAgQIECBAgAABAgQIECBAgAABAgQIECBAgACBVQISwKu4fJgAAQIECBAgQIAAAQIECBAgQIAAAQIECBAgQIAAAQLbFZAA3m7ZODMCBAgQIECAAAECBAgQIECAAAECBAgQIECAAAECBAisEpAAXsXlwwQIECBAgAABAgQIECBAgAABAgQIECBAgAABAgQIENiugATwdsvGmREgQIAAAQIECBAgQIAAAQIECBAgQIAAAQIECBAgQGCVgATwKi4fJkCAAAECBAgQIECAAAECBAgQIECAAAECBAgQIECAwHYFJIC3WzbOjAABAgQIECBAgAABAgQIECBAgAABAgQIECBAgAABAqsEJIBXcfkwAQIECBAgQIAAAQIECBAgQIAAAQIECBAgQIAAAQIEtisgAbzdsnFmBAgQIECAAAECBAgQIECAAAECBAgQIECAAAECBAgQWCUgAbyKy4cJECBAgAABAgQIECBAgAABAgQIECBAgAABAgQIECCwXQEJ4O2WjTMjQIAAAQIECBAgQIAAAQIECBAgQIAAAQIECBAgQIDAKgEJ4FVcPkyAAAECBAgQIECAAAECBAgQIECAAAECBAgQIECAAIHtCkgAb7dsnBkBAgQIECBAgAABAgQIECBAgAABAgQIECBAgACB/5+9e+eR5DgThR36BTMGjREgYI5B/yMwMlYeTRkEZk3Kk8c1aa4sQZbWpHno0VuaO4AMmfS0hhrg8WnsAAKWBg3OL9CHqrxUZFwyIrOruqurHzm77MnKyxP3eDMiCRDYJCAAvInLwQQIECBAgAABAgQIECBAgAABAgQIECBAgAABAgQIELheAQHg600bd0aAAAECBAgQIECAAAECBAgQIECAAAECBAgQIECAAIFNAgLAm7gcTIAAAQIECBAgQIAAAQIECBAgQIAAAQIECBAgQIAAgesVEAC+3rRxZwQIECBAgAABAgQIECBAgAABAgQIECBAgAABAgQIENgkIAC8icvBBAgQIECAAAECBAgQIECAAAECBAgQIECAAAECBAgQuF4BAeDrTRt3RoAAAQIECBAgQIAAAQIECBAgQIAAAQIECBAgQIAAgU0CAsCbuBxMgAABAgQIECBAgAABAgQIECBAgAABAgQIECBAgACB6xUQAL7etHFnBAgQIECAAAECBAgQIECAAAECBAgQIECAAAECBAgQ2CQgALyJy8EECBAgQIAAAQIECBAgQIAAAQIECBAgQIAAAQIECBC4XgEB4OtNG3dGgAABAgQIECBAgAABAgQIECBAgAABAgQIECBAgACBTQICwJu4HEyAAAECBAgQIECAAAECBAgQIECAAAECBAgQIECAAIHrFRAAvt60cWcECBAgQIAAAQIECBAgQIAAAQIECBAgQIAAAQIECBDYJCAAvInLwQQIECBAgAABAgQIECBAgAABAgQIECBAgAABAgQIELheAQHg600bd0aAAAECBAgQIECAAAECBAgQIECAAAECBAgQIECAAIFNAgLAm7gcTIAAAQIECBAgQIAAAQIECBAgQIAAAQIECBAgQIAAgesVEAC+3rRxZwQIECBAgAABAgQIECBAgAABAgQIECBAgAABAgQIENgkIAC8icvBBAgQIECAAAECBAgQIECAAAECBAgQIECAAAECBAgQuF4BAeDrTRt3RoAAAQIECBAgQIAAAQIECBAgQIAAAQIECBAgQIAAgU0CAsCbuBxMgAABAgQIECBAgAABAgQIECBAgAABAgQIECBAgACB6xUQAL7etHFnBAgQIECAAAECBAgQIECAAAECBAgQIECAAAECBAgQ2CQgALyJy8EECBAgQIAAAQIECBAgQIAAAQIECBAgQIAAAQIECBC4XgEB4OtNG3dGgAABAgQIECBAgAABAgQIECBAgAABAgQIECBAgACBTQICwJu4HEyAAAECBAgQIECAAAECBAgQIECAAAECBAgQIECAAIHrFRAAvt60cWcECBAgQIAAAQIECBAgQIAAAQIECBAgQIAAAQIECBDYJCAAvInLwQQIECBAgAABAgQIECBAgAABAgQIECBAgAABAgQIELheAQHg600bd0aAAAECBAgQIECAAAECBAgQIECAAAECBAgQIECAAIFNAgLAm7gcTIAAAQIECBAgQIAAAQIECBAgQIAAAQIECBAgQIAAgesVEAC+3rRxZwQIECBAgAABAgQIECBAgAABAgQIECBAgAABAgQIENgkIAC8icvBBAgQIECAAAECBAgQIECAAAECBAgQIECAAAECBAgQuF6BZx4A/jH85auvw92H9QR6/faP4feffB+++dO7EI7//3kT9Ptv/hTe/fwmfPHlZ+HVeU99XWf78S/hq7/+Knx5BsCj2fvl4w3pdAWPfHjOr+/Cy3vez9nzxfffhD+laCnXi3Y+/PEvX4Wvf/j4cfPr0fin8Okffx8+CWM5fvk2/DHNAGNafAgvwpsvvgyfPVYBO4v98Jw/fPxF+PIxHmTlGZZl7zJ15THf/fRpnsaLPPx4Rmcvr1dQlV3TLVxFvfMgIN+Hb776R/jtlv7AsWweuieH+vCh/rftPnen3/HZfr58/X0mw++/+Sr847dTW3OZuvCQwmepb87UVznluC196rV8ejm3ntJR6l8Ov3t9/jJ2pnx3LF/jYObcfeH43Ce/xCLrH1zAqifxHuyYRl7v6Es/yK2eqf48S30zP/Dj9dMexPwJX6SnnV62cXsedqjff35z37HMsp3ou/cLzbdE9d+Lez/XDtMztSM7rpz9pJ0OO8r/FT3fOYyu7hwd7cQhXf/6qy/HebYdadj50O38k5zo7P3Y5fn75h5KD5cbPZRhoVDunJfs6Itf2L8z2zzKYYu28AnUUcv89yhk977oWZ6hNSd7Lf33klZHPmv217vnc++dXCGMc/Q/fXolMZpzPNINnOOZB4DTFFwblHQ0gjszRLOg7jzvdf1sJUi36UbH84QkUDl2QMJjDLzS+z9TZ+jS+WKY1Hu5eUJzc+d8U/r2HDzkgVNjUstbQ5l9f4lJ257bXDlmn/3lBlxdj1MbII4didOk86XqyjTd+wZcXc92hoMuXV7PcItO8QQEduWjjgHBuR99633ubjc6JqbO/Wy7z5fd66XqwmsNAG/pU68pX86tJ21reXsIDF9hYPNMfc6azfG5Q+EFu+kH2fUr/fQe/CdzzLnGNBd+4DPVn1vr+/WneuS+7IXJn/Lpm+30WfLTuQLAS+nmvZ/rxaksgS/zPJvy0SP0AWv315MOm57tcPAVPd/me38KP2iV60obf4kX0jfnn0v2fxaLDe6ZkA9omN3pxY3uv+jlnroP//O0zFx7HXXJPPBQ+ud6hlZ991DPs+c6Hfms2V/vns/dc4OF35yzHj3TLT330wgAL3KAAPDlCsSZJkuOlcgP4ePCas59QbULPPGZGqhmBX7PW9/rtblzfs/7TH+eX7+Ut643+Ht4nn32jzxpVu0wpfd1wcn7wz1899HK6vPHM7p0eT1zMXK6KxXYlY86BgTnftyt97m73XhKAzUB4CSb7Z0Yv2Ab0lEQqnl7pf/ZcdrLHXKmPmf5BtttarFs3/yA/0xjmsvliuHMZ6o/t9b364/VzlOXZnH+Smlv7fB0lvy0t11o5KrWvQsAP0i2393XW7u7R+jjPgjWtVykVa4fMHi5Of9crP9z5nbqAQ2zbHUxo+OE1s7VxdeS+XfehwDwTrh7/Oxcea1V393jFi/+0462sNlf757PPd/THO7pu4/uu+vL+e7nuZ9JlriyegAAIABJREFUAHiRA3oCwG9DeHdYVTj+73X6VvwUeBr/vWMbgWZBHU+13JautKVtYUuy9P7mLXGHk75+8yb8fBe9uVWqWEoVbnKekDnEsIlJvCIzPU/La2ulnW1zcHJbXeURrXZIt79rbq/X20Ct3Nswb5NsVTVZxUab0mFZ3VWDkI37mjrnbz/+Ibyb90/P82PqVtoWa7PtuJXE8q3TdCKuEfztMVs9ZpqcXtYFW7b92mc/DUbeho9/eHfaur5QZnrs2/VJ0jx2dxiSyfuz1imtwEC/UbbNZ+qYloNG3TSV1zcv78Ld1ECUftOR/9bLRf8zZh2cM5XtvOPUaPemPHAsMqe9++e6dPVtxGFr41eLyb3D9b4LH715Ge6O2FH9s9qm9NiVy/fQxoVxV4Gx/Uy3+W+k7XrdmbbfK890aLvja68NCEq2hb+lq/zq5aN+n8t8u1wp2dtuDAGLuQCFN8c0TraA7ug3LO7/xZtwLJdrn9pYGPbkk1J7evqeyNAe/Dh+OqTVbxzb+7lotD9ZsK/feCgq0e4phb7K5Bbnr81txUxT61O3+qprZXC5yXmaT/P+2Rn75KUAcJoX07I59eWiT5Ys+gr3zHfL8rJM33WblTo0Gxd9Fz5a+YRGeYXwWltdyxf535t5r+U/vjQ2t8tT/t/Yvudt3pYA8MoYaOjs51v4J2XznPVnT797S/1Z6s/mf4sn08P4OZN2X3Y9/fvriTT9mv2/rPs7rIJ/G96dPj+U9O+Oz/zTx+HNz3dD/3weF6+nfzltSzsNNPLR9Dmc6LNWWX3Y2QcsfZJqbVzRrofzOYGf37wJL+/u5vmU5RiqHHxZtnvLOqYUONqSj0/NVvq5pJX2OKt/Tum2Pg7rfb5KPzfP0Fkdsp7H+/s4zTo4uZd2XVV49t65qS1jiHv1c/vbqF3jrB31xEO3E9XycKzXXnXX4T3tTWxYfck//lxfPOd4qX5s2t/bPJaajL4IX/7qr8tPsG003JrHsuMno3HOd6LMxpHffTSMlY7D6sNY4Vfhr+nnD1tlde7TbBzHrc4jT0/Unk/OPr+X9dvXxwT1dvykWqzbj2kcwttaHZWMi07Dvfan9+Y54eoYsdEXStv9KP/99PEQBxi6LOM2vY1+dbuOHx52bU5gPOD48sBctNfyQPEZhvFgz5zncljT+2mpC88HldqBnjFN8smvzf2c7vncQa05H5R9grEwPloNXJfa28Lf0nM0+rPT9tPxp16bMZx8sHeTfxEAziY6at+lmRqMaCAwZrx069P3UQU2FJr1LeN6JvKy82TXLhS2sRKZt0VOO0lRJbOciE++JVj53Wm75Z7t3mqVwftwGvT1nOfUcDcDbrXO/5QexQqwMKC8C6fvD6ampWqhJwDcurc0ADylVaHTuy0d0g5MsgV0x33NDe18L3m6Dfk1D2DEW3QP59ljm64Aj/PW0OG++1Apc1n6FfJc85hTHkw7S71bkBcDwE3706T52nV77Nv1SSFjrwXpFqtydwSAm+an+ylPNk//vsFoEQwa03TK09mztid75w7SSrmY3pRdK7PtctH3jOUB4zKQluaDnrKd54zEbu4sRmVw6qRFE6bLa5cnW+K0Xk4KTGWw/B3KepvSY5e39afBxalO606n6HMFPb5Zf6DQnmTX7uhYhyhgnAf5lhNyeZ+kksZxGUrKTHqOnmefgln5IDTvd631G9Jrz2Vz7SWOQiDuMGjYVMdn9UZPv3EaXOXlZW2g0t1vXKvnkryVtR0rZblvEFUq1x191dDjNpXlNbeOuqnY1JW/E3nwWbzB3FE2m+X5HPkuu48NNq1PZGQD7ANYXO+WAxlhTMPadz6L+bdUh8Tjp3Tc0+E/B8jjvvOO9j3PJu0+wWKCa21c2BsAHiqk8MffHya9Cn3Xis+H6AWpdruV10dz3V2rP7MJ1in/xYGzuF/Y0w731Is99UShx5K+XDvVNyuTjz39u8lpMTYtjN2q/a5q/+i0yupDNR/VxthRn685xhgnUn/4uL7LTq3sxGOubH4iTYOeMVRvgPQ4E3r8LmkaOOpx3tNPrvWB47quPQ7rf76uzxgldUi7D3euMlioGafv0VfrquTZu+em3i9eYCuNIc7Zz+1po/bkn731RHcA+AztRPZc1T7Geh+5p71Jr7Usxx39xQv1Y/NAdDK3EQVGTv3hOG9PLzqNq952Gu7JY7X0i/sC2Xhr6ust2sHkmbO5mkJdnrYRcx9ybU6wY/632ZaW+2TFuYOV/lixfJbmemvPudaOF/oa3XGCtb5wz5ipmv+SF5w6+tX94/lT/6M2Fto0h1192WN9vrmnDJWjfJefDyr1F+OXGFrzPefq54yR3myXxVZfojifXYyD5PVnbJ7N7Rbqo0VZbvZnO/rENxna7XsoAeCNAeDlZMYycxULQWMS5HD55kReJaC4+F02AD+ceXl/pcDJVIlvCQAX77cZ9EwLYmXypHmeo9hiFdaQhHnArxgoWlQYrbdLykGJcjpHGanjGdr3FueL4Q28+MWCar7puPZ0p6Xn6LmvZvAylLeDWf5un23ZfspLbwpv3i8rwp682z4mn1Q+lrYN31TeZ18uM3k9kH+LZXG9nvqk2tmNljEtjonL3/YAcNv8dLF8UBbfSIfRWH/EEwVpeQob0nK6erETXxqYpqsQF8f0lIueZyxMUZW+45h0oJpl+1Vtsif9lnjyHKWXB5o2hZdx5onJzsDSUDCj7al67ArlOxv05tte9eThHt/0PMX8npbh1QBw+syH5/su/PziQwgfxxMT04s15U56el/L/24HQ9rPvjJ4n18U6ug3vCp9JmJM060B4OSt1mZfrRIAXus31rZPa12r9e9TP2mtnnsV5aPf/iN5ISsrO6ey3772XCse+2qL5+/oq5aDh0naV15Iiu+tXI+X69hsIFpt6k67/rTLZrtcLCd1e+qnQuNcrA+SVfPZWKPtcOrXfFjuOHC83k/h0z/+PnxS3JXl1E+vBYBL+b6nL5Olbxqs6rDY0lerD6U70rY6viu1j+sv3p6n/uzoXxT7h63J2eS8YxkPLz6El5+OK0pKLzqs1a9d/dQN/YA5IfvatzTde/p31X59tvPE8r6zCb7jxZfHlOvc+Jhht4lqeZvyYvot71IfcEsAuKMezruNPWOo/gBpMQC8Kx+P4+6GUaF3vbSv5N1l/uh/vrU0PWXreBeBnjze0dZ0lcHOMcEinyyfvX9uqrwTzDBZfoF+bi3YsLKTzN45lHb5ftW/U8Td2ov9Pf3sjj5GMr+4GAfPPh3tTfFSX4Wvpzqop794kX5syWlrHmu86NBluG8sn/2qNIZN+yfFunxZlxTz6eKFn5V6LVoU0jNeLrbBXW1pnP+X99MzT9/dPywGgNfqqNo8YaMv3lUPd/SFsvP0BMzHVEh+u7c/mo2zVufDOuqhrra2cJ7ii62n405B2YedD2qPKZMdg3b2c7KdoxZEK/O543HL8pvnvbW5+tp349PfHK7x3c8vwocwvZDY7jcsP3nTN8atj/Fu+18EgBfpu5ZZSh3quPIcVx5my+ArA4rouq3JtGpjVJv0HSuE5ZYKw9aV2UCiZyK5I0AxBZtrBTsNRtdXB/RNqiwHPdFMXeUN7mHwPv2qtg103wTjMHFV/g7x8QobgrDHYf7qvb0ILz58CB+yietaXi13vkrVWKuTU7uvYgMVd4R+rGytEbuEtWPqtuWyMqbbMcO/nrdfyVeI95jVJlFi12lbz3Fia8Jt5YsoEfbZd0wYVCZj4jw5TPSnAbvKNoTL3lr407t8Unk692llwtYAcE+6RFNIHcGutB6q17Fj526uGsateKI6tG+lW62ez/NNPpkTHXPcQqhmPJWLjnzQ6LfsLtvZTF69vl5MhHSscEq/VZiWkWW9U2qP1/PR3bFtjrbk+uz0MK3ObDGYtqNdbNadxzme8urDoWk5lN3TPmirL26l9U08ofJtCJ8etvAf/3YMlBUnfSvlY0cwqf3s5UnLvg79KR9+8dF3xfqt1c8qBeL665F5VJSU31a/8ZP6i0Or9VzHi4OFvm225dg0KfTiRfjwIQnyrb3U1Li306X7Jjby7b/u63aoQz8P4duvw1DuC9tGp5P8HX3yqfyV2oRa2Tz9vbIrSSEwtjnf9UzODJ3NKH9WylvXmDdug5JVLqfOeSMgVZpMPY1Rto57NtWNO9r3nCXud6b/OqV1o32cJr862sez1J+rffOxf3E8JglGd7yonLX3338ybJc8lrNlYKTdh6m+hLewatcT69m53r6lvysGdpKXH/I06kv/Wvt7umZjfmHMRz9OY8nWp5RWxp3FfLYyDlgvp4W+7PFclbpnMYZq55FXyXkW915po5r9gLQd6PosQ9LOdYzDpoDlel2/oY6utsm1PN727SuDhZqx1J+sBoArY+7Nc1PJCvDD7+/dz11vo1pNZf84q6+eePVQ7UThRd98Xqudf4b7bY1nO/NPNLeW9Rcv0o9dCV53j6X6AsCb+3t76qja/FScp4p1SFwHVeYX47J6fAE3X4SwZRxXnkfuLCPFemPKg33zFc02cPIvBoDXXuTru35aIvr6wh19oUoAuD5vX59z6O2P1l9e2jjvt5hnTT9bWZ+XzLYDr6VdtTIv3WfB+lzzQdk8cWO+Z28/p9FHiXeaScfzpa3Ll/2qffl8GVs5nOPYgIcf3o1jk+PisnJ8YDWOMm9n/1koNW2tdvxW/10AuDBJVq6wWpXrtPVsJau0tpZaeaMwndhYXiGZaDh92GGe7B4mwM4bAK4tjqhvy1zuSKerU/JAcX/RGyqAfKvI4Qzj39MJkLgSTFeurr4h1P4mULXhmSfiou9jHL6vltzbXKG9GILAy+2Fk0FdwtTcHrs2ubt45rJZs+GvTCAtBhDHAHA1F5223E6eaz0AfJpgzfJCNOmwnneHwWjPMVnevW8AuGnfO+DKJ+/yAHD8MZ0YeWW7+lqHIctL+wLA3XXKyn3UXkRJ882iszBOlh0nz0rbpc4869/lbE8QduSt9DtBi/w/Xb8jH5SqzWb+qmz/1+Edf19jcenFltqNTwssVrwMQYU4eNMbAF5vUy4bAG7l4WbdWQoAJy90HYNP6SC7FZCL6qZf//2r8G34PHz567/Pq/hCsrVtT/koBc1z+1NuaD57ZeeI5aCgNiH61APA2+vjnonsZjrOeetFePHiQ/iQfDqhr++51kcrDZ6TwFn0LapTeW/1t8fAeemlhbm+GgPAVdo8MHyaG6i9hJH0Y3vKZtbfS77DfKkA8KrNl+GzVxuCC1kSxw7lOrW1BfQwnxu9jJa0M115r8e/NzASf0e+a9hRn+SIar3xO4njTgvReRfl9xwT+z3157Fvvt7vPrQPpRcEm5Oi0TMc2pPvP/lj+P2hn3/8PMivw9+/+jr8NK0Grqwaj02G4FOrXmzXE+WuUPRCcLX/t/xlu3/3KtuCeO3F6OxZC+U1DQCXJmrTdiArN9nW5+vjzr50Pk24Vo9f7TdePgBcC172Pd+6UZ6nSgHg9XHYpQPAzbb/bGUw12j29V51vBi7IwAc9xXP1c9da6OKzcSucVYlsFZcodmxU0Ral6zNc00P0Zq/6Awe5e3a9nmeZf7p6C9epB9bCVBtGktdKADckcfyLlsleLIpAFwL2kX1+YYAcGu8vHyGzjJS2vlyntdZe2nv+AHc48uizTbiNFBYvuDQ7Mf1XT9Nu66+cPGlqvJ45TQ3vR7QX3wnOknXdh3fGl/snMPuaReGwUX5RYRa2lX7/PsDwK38XTTcOKZ5VdmtsJmHu+dzk0Vqtf5yTxvTfJE0yo+H+alvQ/g8HjvM44kxkNtZD672ibvGerd5kADwIl3XViu0Bpr1N3RbWac1kVd9+yc+cbEwx5X/eQPAXVsSLR68903KeiPfcuzZ6jNdZRZPUn0evl1OfKwOYFfuptXwVLZ9Se8tnwyJvpfbsbV4yyvPV5UJrdLE3NoAo3uVQe3t8PqdrwaAFyt9ps5FvpXFet5dqwPmnsMxSJwFOzbkl332HYG/1be6hjenahN8rfySl51omnPRCdkXAO6uU1aDXR1GlfK5Xg+X8lPPBGGcn9pb9K0ZtyaV1+//TGV7wwrgZdNaWFVUSIf5GY6xm+VbxL0B4NUV1p+VV6uVgpnL8+x94zMZwjZXRuQrO4vp2jsImi9/uv9Pvh8n5z+Z/vY2hHdRfdZZPtpmW5+9MmBc1Gntt4azdny8jVY/6+pWADcq5Obz9KRj4a3l+FMTXX3P1fsspFezr3pYrdvqb/esnP5t+EfyEkmzjWvmlWU92lU204tOg9biyzEd7VfpITatAJ4mkFsTNGtaBYdsRXXP+U/549Ofvl68gNWT97r8Wy/HHB+z3b7nGv0B4OYq9ObEYc/LWR31Z61vno0lt68APgVfDo33ceYmfDa9sf82eov/2Ido5/O+z3C064ks3XrqxULWLweAl/VbPunWtxKiPFmXv2TRzEfJfU8TX8MLwflLdUPWX67S2zpxWC2nq+WuI68ugoTru7UUt4CuXP8c/eQ8e5QCwK2Vj+0ykK5wPl43mSBevtw+ltuuPN6+fl8ZLNSMzX7uhQLAUb/hXP3ceI4obaO624RmGeurJ7q/Abw2P1N78as1f7E7ALx9nmdRB/X0Fy/Sj20HO5t5LG3n9hjmDVj2cnSpHi+3e/nqufwFh7Ttj+vq9YDhMbC4IQDcPeczVHzl5y582uD0TJ+E7xc7X/b02Sp9rVJ3OM2bzX5c3/XTS/X0hXvGTLtW8U83UxpjdNQz21cAN0Zpqyu8o9+2Xmhp1XfzqfYHgFv5u9TX2jym2dXPyft9sfoiv3X1JZbls7YL29Dd/NO8K1C5SI3//sn34U/ff3J8IWP6TbyjULU+aKTrsk/8vNcDCwAvcuB9AsBjJs1W8rYDms2JvEqGjiuP4hZS00BhnGgqFbypMCy3kkw6bOOE1XBMrQFrTfakv6ucpxE8XbVaVPjl+xneil2u5BvO+Tq8Du/D+ziIWLuX1oRSMwDcd2+lCfbT5OzedDhl+LxT0XdfzTe/er4BvNO23BFaz0unrSx6zHqOGScLk1X9zYmTRd8kXWXRY98esMffdIx3vex5i7l5/603xpLvs84B8tLv7lGnrN9nh1Gx/I5purZ1XqND2e64deSt1cHTNDDreMasZ9WTv3ommQtTX8Uti5N7bA6MxvOOeeX16xDev19uU94OAPe0KT12ezr8HWn7SZ/vMh+V77fcbhdWnETJNbT/r8Pr9yF8En+7Mxy2/42sO8tH6T5LE9Sn8WNhm+lF3VA2HJ51evmpI43P+A3gzVuzZXVdR4Cio39XGqb09RvLkznvp3quGDiMXjTbeW+nbJeXpWL9nfRVuyYzKvcWu+S7OpwGqmvbntVt4/JYfpkkK5uFUW4+wXmfur3wtnuHTTG4ULjXtZfuphWd9TRd+VTKXOWf+t8/T98kH2YKittHnq41rCpN03FP3TjMLzY+7dI7EZscV/brCBgt+kg9bUdH/VlbJRzX+cW++XjuMH4iozhHN5aNl69D+Pmj8PmXh7f0x+c8bDE/f8erXgYXVs30P51/+TJmY5K1s31LH3EYOyY75CR5pntCL3mBd9nGTVdeth1d+ahWfo8vZwwvgRe/CR+NiTePA7rqmkyzuD38cnxXSsc0Hy6NFve+Kx/39ZMLveDd3wBe9pnWn291ajzO1115vKMv3FUG87tqzhEkwf3+uanWLkLTBPP5+rnzpPU4R7Roo844zuoq382x9JnaiXNtAX2feZ61z9Ok/cWL9GNbAceOPHaRAPDOOqonkLNSb0ztRjGfFuZzimOnuZ3pGy8X2+DGN4BPfbm78PL16/D+/XI+e60/O91zsw2cm+ikj9oxz9Fz/bxaafWFO/tCXS8g9M059Nbx9TmBfXkgC2JX8nUzaH7RAHDfs+WGffaLF4F29XM6AsDTfG5XX2LIsZP569fvw/viJ5bKz7fI7+P1DucIh12E5nmzcNwJ9bR6fWc92BGEXu1n3dA/CgAvc97KN6s6JvKmt8ijwFCzEmouiR9uMBt8Ft+CeR9O3yYbK6DDHg6Vyb7Tm6RRQHQ872m74enN+MPuGOM3T7Njer5HV6gQx07DabvijkmGbKLwlIDLQUThXOP1Dr9YfMOt9ve5Qtu48rYZAO67t6yjkEwITekXbw3dnBSO8nueN/vuq93wT/l1LV9NjcUe23RSsd5RnyYD5zzWk3ebx9TLxOq23/e27xiwz3XFun2zPik1crUOU5bfk7ryzHXK+htkHUa19D3u1zJM8JW2VWmVrcH0tI3Q/IZaPGnazFs95aLjGbP0O1/Zrk1+ra4c7BgYjS3daQv21Rcs1laQvA/1NqXHbk8A+BSEWauPu+vOaJBbK6tD0z5uLVrspCcpNbVz0UsOU/04bX0VD56z54jKx3GNZhr4T+qHtH3pefZhYBP1Y6b2Pt6etaPfkN5bXjaLM+XRty978kntHPGEQ0+/saN/V7xU/VvR3elYmRC4i+qsXW3FfL+FspSm8fRmf9xX7VgBPNev8bbV2bnzl7Xu0ydPf9sum6VVd6Xg35kDwLNpFLCq2Kxt237KR0mf63Cu49a+41ZcWbvW0ZdfTKIdP9KUffqjlffa/sc99bNv2pbyQKt9z4tgI9A4/aAwZqnd99q461z1Zx5szMtoen9zO9H4tmypPZnq3uVnafrq11b6d70okiZcR/9v+cXweAxe6N9FLw33vdyS1/cl3yw/NvNRoa5d1O/36APGhtk4YJprWKtr0kTYMK8QBd1zp5UAcGHepJ2P+4xqfeB4xc+Qd7eNw1rPtzr3WHiJY70Pd64yWKgZN60AfpVv11nt97UDwFMfcp73mudxPsxbvHb3jzraqOXT9+WfvfVEPueTl6NztRP5EDLdUrUv//S0N3kVHb0s2tNfvFA/thoI7B1LXSQA3JfHaun3oTCWWi4AWlsBXBrnFurytI2Y51ijNqJjLqT6DNHcQPHFrOKYYi7MwxzDyjz9JQPA824ze+IE8QtorXm3oZJbrpruCgDXx6PxnEN/PZN8LuIuetn8HnkgnmvtaWuzvHTRAPD++aA9Y5pd/fXe+dwt/eW53U5iLMl8wPqYc6pP8r7Th3F+duif99SDrT7xao/q5v9RAHiRxKWJ32Wj0X7T+NQYDr9c+abmeOp5crKQ3eJBc3rcIogZd3LH8xx+e9yyptBoDHv7vwhvsq25pjdD4m/gfBp++jp5czgq6MOp1t4Mnx90/P5UqWCPx6x8K/nEEwW3I7PU47St23TQ6/D2i4/Cd8NyovDlZ9NrjlOaldNqHpRFrqffFhIttVkcMl2jkE+Se8snpAoD7T3pMN5PeSK0fV9dDX8hP+bpMwW7Tt/5an+7uDToWJ+IyyagesxWj5nqiTfh5d3d/L3g0vPVWpB99j3b1w5XTPNs6d5a9Um5w1T+qsXy/IWgR/SSxTDRu7dOqQT+5pvtG5TOkwRz1fA2DNuWnF5ISA1bdfkUmD5uUzIxleqzjvy3Xud0PmOegMn3rfP6sLds5/m60e51B4BP3xsptm+1VebxDaW+izTosdsZAB4K3vG7M3ONlrSLXb5ZJzpt707lZx7E9gSACx35LOA6d3eSb0W+zstH/KxTWi3z7TKg0/Xsh+undcWbl+HuLtmVZDWNh4dY1G+v34bl9kGFmnlh2JNPSrV7lFbHfFdadVVur7bWx139xoXlELxY1HOlFYFZgD2xTF+gqzVyQyqsrPRatvvLvmpf4DxL5+J3XM/ZJ0/7iB1lM56Mitqbw9ZWY0a9/4sH2cROoQxkNq22NErYHW1Wq708nX09WLxeLjr8K3Vjq31ff9HsWNlXtyRsto+l8VKjj3TO+rNnTLNwf/EmvHl5F+6y1TfJk2aT9aUX2k52PTssrKd/fz2xuNNWvVhYATeNx44Olf5dfeI4qYNK/YK7l+HNm5/D3fTd4+KYev08+Zg3ekksqo9PvfjOPuACL23jhnpsmU75yxzLnDKl2/D5iRPn+JL5fHBSvqf2q9IPLPlvz8ftMXCtfKdbPrbHYdueb72pTV50aebx/j7O1r5Ju64qXHvRxhTmpnrHEOfu5x7RN7zQNH9OYG7ss3mnvfXEqb9Qn59r24/31dPPzqr38SXnY91U3oGj9CJVT3sTXyp9htLvF/3FUv/nHP3Y43kLu5h057E8n89laaNhqf5cq8ezumJ6luOc7zRGTerpYl+p0MYm/cHXb96En++Wn2xajuNeh7fzl4Z+H+YXrDr6lbv6UtEcWHlOcX1M0B0Ajvv2h/HeYdva41R5/ozLxSHbxyR5G5sG2fr6Qj357/Ry7aSfzzn01jNrcwJD1bo+Z1Jq85bPMLyE2m5ry33Veps6lY0Hng/Kxot98z2b+zlp/yCCyOaLm32J04/LL2TEbc76TnXltnYsL9l8ak9fLT0m7ROv9qpu+h8FgG86eTsermfiuOM0DiHwUAL9nbNL3dHaiyKXuqbzzoPfeOURFgIECDQFypOdzZ85gACBCwvoT10Y2OnPIFAKbJzhtMdTlF8IPdfZnYfAExS4qrkpbdQTzEFnuGXjhjMgntq49Jux5zq58xAgcAUC7cVY330UL767glt+xrcgAPxsEr/0BuOWN9ifDZQHvXqBId9O3597+Ns1GHx48+M02SOn++M8tasSILBBoLAKrfY90Q1ndSgBApcQuKqJ/ks8oHPegoAA8C2kome4PoEnMDeljbq+bPNQd3RcofhT+DRe1flQ136S1ymt1jNn9iST0k0T2CJQ2zHhOH2rHt1C+RDHCgA/hPLVXCNfCr/49t/V3KcbIdAQeNTGRGf2MfLncZXET5+GeevMx7gJ1yRA4OoF8u1dW1tSXv0juUECtyUwb/2mbN5Wwt7m0wgA32a6eqprELjSuSlt1DVkjke/B3MPG5Og8Bm89ufdNl7D4QQIXImDpUbdAAAgAElEQVTAqf0ufwrR4p0rSajFbQgAX2OquCcCBAgQIECAAAECBAgQIECAAAECBAgQIECAAAECBAjsEBAA3oHmJwQIECBAgAABAgQIECBAgAABAgQIECBAgAABAgQIELhGAQHga0wV90SAAAECBAgQIECAAAECBAgQIECAAAECBAgQIECAAIEdAgLAO9D8hAABAgQIECBAgAABAgQIECBAgAABAgQIECBAgAABAtcoIAB8janinggQIECAAAECBAgQIECAAAECBAgQIECAAAECBAgQILBDQAB4B5qfECBAgAABAgQIECBAgAABAgQIECBAgAABAgQIECBA4BoFBICvMVXcEwECBAgQIECAAAECBAgQIECAAAECBAgQIECAAAECBHYICADvQPMTAgQIECBAgAABAgQIECBAgAABAgQIECBAgAABAgQIXKOAAPA1pop7IkCAAAECBAgQIECAAAECBAgQIECAAAECBAgQIECAwA4BAeAdaH5CgAABAgQIECBAgAABAgQIECBAgAABAgQIECBAgACBaxQQAL7GVHFPBAgQIECAAAECBAgQIECAAAECBAgQIECAAAECBAgQ2CEgALwDzU8IECBAgAABAgQIECBAgAABAgQIECBAgAABAgQIECBwjQICwNeYKu6JAAECBAgQIECAAAECBAgQIECAAAECBAgQIECAAAECOwQEgHeg+QkBAgQIECBAgAABAgQIECBAgAABAgQIECBAgAABAgSuUUAA+BpTxT0RIECAAAECBAgQIECAAAECBAgQIECAAAECBAgQIEBgh4AA8A40PyFAgAABAgQIECBAgAABAgQIECBAgAABAgQIECBAgMA1CggAX2OquCcCBAgQIECAAAECBAgQIECAAAECBAgQIECAAAECBAjsEBAA3oHmJwQIECBAgAABAgQIECBAgAABAgQIECBAgAABAgQIELhGAQHga0wV90SAAAECBAgQIECAAAECBAgQIECAAAECBAgQIECAAIEdAgLAO9D8hAABAgQIECBAgAABAgQIECBAgAABAgQIECBAgAABAtcoIAB8janinggQIECAAAECBAgQIECAAAECBAgQIECAAAECBAgQILBDQAB4B5qfECBAgAABAgQIECBAgAABAgQIECBAgAABAgQIECBA4BoFBICvMVXcEwECBAgQIECAAAECBAgQIECAAAECBAgQIECAAAECBHYICADvQPMTAgQIECBAgAABAgQIECBAgAABAgQIECBAgAABAgQIXKOAAPA1pop7IkCAAAECBAgQIECAAAECBAgQIECAAAECBAgQIECAwA4BAeAdaH5CgAABAgQIECBAgAABAgQIECBAgAABAgQIECBAgACBaxQQAL7GVHFPBAgQIECAAAECBAgQIECAAAECBAgQIECAAAECBAgQ2CEgALwDzU8IECBAgAABAgQIECBAgAABAgQIECBAgAABAgQIECBwjQICwNeYKu6JAAECBAgQIECAAAECBAgQIECAAAECBAgQIECAAAECOwQEgHeg+QkBAgQIECBAgAABAgQIECBAgAABAgQIECBAgAABAgSuUUAA+BpTxT0RIECAAAECBAgQIECAAAECBAgQIECAAAECBAgQIEBgh4AA8A40PyFAgAABAgQIECBAgAABAgQIECBAgAABAgQIECBAgMA1CggAX2OquCcCBAgQIECAAAECBAgQIECAAAECBAgQIECAAAECBAjsEBAA3oF2sz/5/pvwp3c/hzdffBk+e1V4yuO/h/D2j78Pn5wJ4ftv/hS+++iL8GV6wR//Er76+i58GK/z4k1+zOG3794nN/LiTfjiy8/Cq/B9+OZP70L6z9PRpfPVH+n78M1X/wi/PZ43hHABh+HaP4a/fPV1uHv5Nvzx9+cSPlNCnfM0F/PruMlDvvrrr8KXo++Pf/kqfP3Dx2Oe6fj9JQ9J7m33pVrlePeJz/TDS6T/WF+8fPvHcK6ic3V54+u7sPX5jnXkz1OdeKb0a55mqHvDGdOiecmLH5C0ARe/XnyBwfPnQht4n9s45O+//urLs5WX+9xL9ttrqcMuUVedFep8J/v+m6/CP35b6fuVLrOwGfouP3xc6Mud7xaf/pnO0k49Vv36OGlc7Odn3f5DvvvxYu3O47SjTz+7D09wmfbrVnSu9jkW9XtPGj5O/dDvt298vSz71/KMeRtwHK/cDTMmr9++DeHdGfrg19IP60/k5ZHH+x9mgWpzPst+8AXT9yyWPeWwgXWW+9ibIH5XF+jo1z25Pvdlxs0PVmYfKrueZVyw92bPlUYd+XfvLS6mQ9I4xLnu/ww3d6453I5bOdf8ZDbu73mGzX3Djgc6HNJz7c5TOawtIADcNno+Rzxwx3AasGQd80JjeDj22/B5FCje11EfJpNebwpiZ5M/F5sU3jdAfXIZ9GJ+LYnc91yNaOvK7X8/Y9o/cDluP1tyxCXS/1E70JsFtv9g5/M9zsT1Aw0Etivu/sXjOO6+3fYPd+an9onPdMS112FnesyrOc0e7yc3GXUF2mcpd7dXv/anzFo/6XIuN1f/94Of4cgzBC3OcBdOcR+BnjTcNya/z11t++2+MdaTKPtnaVcKmnv6BdsS5YJHd+TZzO2Cefgslh3P1BI9y320LuLftwts7b9cMK9uv/niLy5Sd16qrjvTM+86zSM+00XSaBfCvh9dz/3v61/se+pDrPQMi5eytmDPM5yhTToi7Ln2Xj2/OwgIAMsHJ4EH6xiOBX1c3psGgI8VekhXwR4qme/CR/Pq5K2dpWnl7vvweuPKNAHgMxeSSwQAu25RALiL6dIHXSL9H7EDfWmuoW807IhgBfCDaGcXuZ5Bxpmef2d+OtPV26d5sL5I+1aexRF7vAWAt2eNs5S7HX3f7Xd6pb8QAL7ShFm5rXNNED29J7+dO+5Jw2sPSOybYHwSfb+ztCuF3LqnX3A1mb4jzz7HAPDxmX8IH9d2+rua9HtuN7K1X3ft9e1hs8QL7EB2qbruMbPbIz7TRdLoAS2v5/739S/2UgkA75Xzu0lAADjJC1OhevvxD+HduJ1OCMsVo8djfvo4vPn5LhwPeT0FK9Nthwu/++HjsHbu4XbWzzO/KTHtj3y8hWTr02QL5dM9Rg8cbY8Twovw5s3LcHfXuwX01Pl4Gz7+4d3gcPjfvAVzrZBNwd+DzSfh+2xry1qnJukcHZ/vp/Bp93bUeyrnZaD6aHToNP84bkFx3GXptMn0rjRYMPXeY5I/SuZp+pfySCP9iw1MYUAYbz11eJxmgH2aOG75Le7vmLmS7cnT9Fm7drlMvRrfolqWyek6pfQo/C0dULXsD8/13Ufhzcu7cHfIPi9eh19+eB/+d84LUb1xgXLcU8f11UOnwORcFSV5sVhXfvL9uJX8b8M/ilued5SDxOX1mzfh57s0QNoqJ+v5p5T/F9tRvngzpOG8xfJURw3br801w9w+nAr7clvLNF/nruXny+vY9fsbU3WxdX587Zp7Xiev339hIJvm40U+KbstXwxasw2L7f631sPl8pDUAacMXvlEQs8zDI4/fTzk1aHrMLbbHT7pFtDNPJTW79OET1qvTvkzq7c6dspo1HXrtvfoi5T6SWk72GpnaoPuuD6f2vpjP2Nv+p3e1i23M6c+Xxi3blzWHY38nfYXS3Vw1u88lfu0/T6Vu7x+XPQjqwHgYSvefMvytQnZcr+vvP1mo8/ZkY/rzxynRdynTuvGzrq+q52K6/GeeqSjfk36YT3lsH1MmkaXMlgboPcEgM/Q/ia30DvJ1O4LN8rU8brJMa/fDGPN+dMwpYnikkur/1N2Xn2GqW58+3H44V3yiZ5f/z36bE/cr5jK/Zvw8u5u7hct2/eVurU5Dhjr18p4fSBdflIoHw9vGUuMLxMv+vCnz2w080D6PHF9XfEtjanSrdEXx7TavjHp03Ms0mRRv/en4fIzAHvyYKuMdNY7zXJUzv/rfeioDhzze/ZSZhZgWzeoziet5ZOxzT9+ZiWctjk+zcH8Kvw1/QxLswycXpIfJ3M2zgmNnoV+1Wo+6+nLVZqEahno6AMMn/KKPhJ27Ae/Gj9l0Z7Xava/03vuDKZnnzwojJXivlVpJ731OuiQH78Pn0xzZz1Wiy5KOn9xqvtaJpvzQTL3Wvz8WprfsvmV8mfh2p+VK4zLV8tkjLRn7qijXut46bKVBsts2dPf3DPuqcydDt/QW36erzR/uWnsOpXZ8fMznW3fsvx3zH+X+mbDhOfpk3291941LvgufHScoz9OGp7mIVr1erV8b0ijUjnM+j/LNqc9npg7IVE93JEOcxkY5w8LczPteiYvqz98vLXOj+Md6/PLw2cp4+c9xVmq7X/n3Mri3MU2J/4Q5tq4/9Pw8u676LOZw/zPcY48jXfNc7iHeZG9fcP4BZEh70TRlNMura38nfbzemIQa0PMZ/RvAsBJYs8dp6hRGiqT02RoceviKZNGjUHtd3GQND1mHqhWz1PoWKQdy/FewvzNwPE3IfoW5NjA5hPQhU7PouKavgF8ajzSc5yu2ypJpQnB9QDw1PFNO7ingU9U0aad1rXvG6/cankF8PtFsLuWjqtpkF2zI/A1dZ5W8llpteDgFU6dhjTPzB2upIFIv4+b/C47b5b3CrDTtVbK2NA5W76MsDTuKAcdvnM+mj2XZSWk22xM5TzutMad8sLgt2z/ftlxLG1/caFy3FPHteuh02RBFjCI6pliXRl5HTsXdy+XW7LXAjNTemYup87XaRJs/Ns96tE0AJzWA3MnM/vueFSHpvXskS3Zhr5SF5/qjtLz5eVqV3uTXHtIr1J6nN4Yb95/PDl1+JT5eI16Pik8XzWNSx3Y9G9RPddRhlp1wKHj3g4A9DzD1GYmbWynTzzp00yDpAxl6ZqWsdqk3dr3ozvquh7bKX9s6ov0tIPNdqbc3i7KfWHC5e7D1vSLAhSVdubVPCmyMX93OPSnQdze1l50OnYihk9xrExGFcvL6gRofwD4EOep9jk78vFQdvIJlLS+XX7DvBwAfh9PxJylHu+pR5IA4JnKYTuflAPAPQZzkCQazDdfFCz2ydsB4NX76Wl/i13W9kqWdl+4o0xl/cBoki550bgrf66NEwrP2XyGOf1O4+HTZFv6t+m/e/L0Wtu4Ng6Y+henY7K6p9kH2DGWmNqW5OW+pl9WBybXnn3X+pCTVfSCVlr3NNu+Qp+mFEg5fkb2NMl3mKCrj/cr9cOmPNhTRqb81GEUjUXmfFp4IfM0xVGe6znN2cTPGI7BwtOLGcNZluOG1jjk1DfIg+9r7XGrDSj/+2XnhEbFJB/VyuMpcN42yquqjjLQ8+3xrO3sm9dq9r9LbVdHADjvN6U2yzmzqc2O29JmHbSIfeQ7SzXHOpW6r2XSzAcdc6jdAeBDYH9Rzsv1bPzyRuv+8zmp9fm6dP5gnlOpzR0VxgDZ2KgRAG4+Q5Yv79s2v4++rZ3PM7fzc2E+ZOvYdewzzS8edbR9WVoW5j+rdc78It7pxbLlmGjr3HDP/M50TPJSdqtv0zseisf53eUwLWPLNqc9nsj7bqegfG8cIu/HNOuZ2rzw2riyOAeU1s15fZDVAYdrF+fQPyy/Ud87pkvn5xsxj3L9sD7ub83hTgHgbX3D4UaXadXT90vrmB1991ZY6hn9uwBwMQAcTSAP2XSxoqE0SV7uNJV+t37u9nlqqytOD1I8x6JCWZn4jIOEaUEoTYbGjWHXRPmihiquFDnef7oFdNLQZZN4U8X63UchfyOmEADfUMjLAeBkpXRr0DOMDBvbuLYDwMUATSl/pg1DIf2Xb2pPHbEtAeBSAH8a0CZBpEbDlNoU88Ci4Sxfez1ZKw10GvCKr3NcAZa8rfVDCC8+vJxXn8f3WmzwixMr6Ur7/N4uVY6zAWKhjmvXQ+XJjzQdi/l1UY/k6VjO4436rSeQuSgn7Xp0kZbHNEy3zRo7gEkAeLnyrT3wTDtCP5a2TSoEkhd5vVi3JPVepf5ZpHWt4znVJz3nWASAK3Xa4jz5BNA8kTaXzcIx2eAnr2PbZahSXyWd9OakSCEQlz9DyaLfZ85XHWlQzENrEz8dk1Np3dpT19XL/1T/7euL9LSDpZeI2vVTMond7PP0pF9PHtuXv3sc2mlQGIgX67vkWdcmozomHpb5KQ0edA4Q0z5nKx9Xys7SKJk8P95Kms71lxengEA9CL72GZL+unAKAJ6nHPbk0XKAZ629K/XjSpPW/d3xtT5yO01qffBW/d7693SMOD3PIl9tLlPjWbIJuXb+7KkXcvOO/nypzS31TQp99ffFYOk0Tiina3sc0B4ztfsAO8YSxXqm7Vd84bHQLqcvUS+eoVLHNY/pmANY5IlCP70nDadx5a482FNGioG9UtuUjrHKdev8zD196CTYkD/jso7sMSgd0xoDTfXN/BJIdu/LOqJdBvb1w9oBuXb57DHK6qqeMnCfAPDavFZH/3te7dWa91gWuON82PLFnnSSPKpjfvXX48q55YtU7Tro8E7u/L9Wf6nUMJd+0zT5dfh7cbevxrg+TcNFnbRsH+dgbun+Ws/ZvP/PDhMe+cvRax2XUqBnZe6o3Ie4X587nVvI82VPf3PvuDUPzvWU9WZfK0ur0phtbX52ZawRvxiaD3gLc0Ad7U7P3HBrfqdSlzXr9ePuECu7ehbm7Ntzf9PLv+X2dTEuWZtbfbUzHZI6oBlEbA4uVvqe2e5+y51WW9fuDwAv58u7x3QrAeB237kw7i8sROqdw93SN5ySpOXXzN+f7Oi7N/PD8zlAADhJ62LBmyrJMSiZH1Pv5MYZOFtNOF77VFCHrSzSN0rTRvw4uXvcBSJa0Xvq0VW234sr2yH4kXY0ixOmWWdxuQK4GERcWzVU6PBmWwVmnbXR98PhkcfVJ8UyWpoY6Qm8rhf4cgB4cih1QmuVUrnBO129NVhq5LPsu8np1mjj29uvKoHoYof142VAfSU4uhxIr3xjpqcTvxijjPn9+LdTgHp4CaBn2/HpZLlfu4HOB9LffzJsMTiUn0qem94En7eli96cLz1/1wTz4TnuX47bdVxPPTRs2ZFv87k0rvueyk+rE7AsnZUy1Dm5FXeKWvknvvfa4G9573snZqeO2MFk2NYmrVebL48U89RyAFYdwK4GudovPx3TpzBZGJeP9XwybHGbtUeLycBSnVrwLgSWa9deTFQ2djpoDkrTVc9zlRO/OFDKu+ttxdAXGHyWu18UXrCZ06C2tXpUkioThkN1utbGltvKKagz/es0KbW1fj11Y9YGrp3tYE8703o5Zy3IOWT81f7W1JfrdVjm1Vb+7nNoX7s0EMzzyrzT1hTIWbXpCZjGeak/ALze5xwntGr5uDYRWKg3elZY1o9JtqVb1Adr33Jf68NOfartfY6ePNA+phwArhss661l/3D79+yH37cDwGvpVg2sVNrP6Z6b9f9qvir0haeg7qnCPG4jWL5OuSy18l51HFkYJ5za8MJkYdwOh8LYoRS0KwSA19v31thoekF1ApvGAa0JoL6xWKsvmLV6pfzSkwdGv8XnHxbVYOX7nNH1qkHkbGy2NkaNx4aVTz1U+3Rp2zDl7zgNKy+IJnMp5d7E+NdKGcmCn4V6oTzGaYyvO/rQr9LVZqv9h3u0z9Gzl3dKSNqA1QBwTxk4x5zQMt2mgNypb1jKZ31GaT5Zr8enOqxVN5Tmhtr9kL5xVCFnt4KQi5+c+jHHP6cvGb94ET58SFaNzeOwRh2+iAI2+kulAlooJz3t6lBvHWu+5Y5fjXY9f7FlvV4rvZTQeqGi5/4/aZbJFGvr3FF7/mBt152uZ8gbso6x995xa9qf6Snr9bmnev+xFABeySOd85+72qbmmLNn/qpY6Arp1F+vr43re+ffmuUwmQNpjidKfcm1OuzUGR8/IXfYmaT2kkGtninZtuv85YsTtbp5z/xyumNIfn+b5lYqmXbu3w6NSX0n0FoAuDg/ttwdZk//fj3v9eTvV+OOilviAKsl+1n9owBwktzt4MgnyRY/hxPUB697AsDZ5P9qJTc+QPU7xMsHPE7udn+7JsFpTob2bJUZn3Olgz6+ETUcfaiwPg0/fV0KOLXP1+r8tUr83gBwvPN+fI36BHtnADj69vPi3ivfcjwOIONOT2cHqNmAH1fHVp+y8q3MNFg0PkFxID2dO/728nJwkzaOxW9dn3qO2QsWzWc8vuw2rUg/TGgO384J3/wpfPfRVJaib1EnkxaZ/bwlbtJBrQSAV/PQznLcruMqk9eLeqjwjanCQK4nALx48aTWKZzTsFZnxIOn0wsjxbIdrURZyz+XCwBXC3Dlu+jHXnF5oDYXn/LbyfkzrF176FAv6svSSyHRSw1L3+WWj+svSMR13WUDwK16uLsOWH2xqSdwUx9IZ53nRX1QCgCvpWPlJYI4sdZWu0SnXt2mtaOua9rWyntxJdD0AJ3luzkYP/Xdqqs2m32eWrnsfRFmbbKyMwDc6A8002DY4zx5Uzwxjr6PNweWGjZr9UhhmDt+e2/58kFpgNh+6TDPH3M+rgX6zh4ArgQ/G/V4tZ4vvAyTrv6askGpz9GTB9rH3EoAuN0GpvmzLwDc6gu3y9RZA8CtcUL+kO3+/EMHgLNx4Jfhs8WuPOv9oux7g8kzx2OxTWOJagC4lQdOfbnTkel29IUXBtIAcGnlx8YA8JFi4ZtMop0jALw1D2bf7T19l3XLN7Br5bW4KmZDHzoLACfjtuKE5p72eUic5bcy44nbtB3pCABfYizZXgE84lbzWWdfLim3tTHssh9zyQDw9jakucBi/jzB+LBj0He5m08UsD0GgZMdBVPnhVttW9WV/lJpAF0NAHeYNPJBc+6zp09fu7+V1XJZ3b+cWIsC1mtlMsfaNHdU7Bsmc4Irfe7+Z8jnTLcHb/rGPdvrw/rc02kaL30J7aECwO3+W7s+7Jm/Kha6agC4Nb8xvzRZGdf3jLGGrkL0GZTiOGqZJ5rjiQsFgJv9moy3LwC8CKIW6+YzBoD3zq0sinY8P1+ZQ6+N+6MdMNpzuHvnvlpbQKd17TLhdvfdi5PCz/OPAsBdHcvWZF7Pm02lwHE6AdlYeVd5c3tq+IcC0d7atDrJ1HpDsTkZesYAcFoeK1u0LA8rN67NyZtG2d8bAM5XnrUqmc4AcLI9UddkVex31gDw+vYixSduduIrDo38uSwHpU2Y7tlAfx7Ct9+G8PmX43ZAP3wc3n78Q3gXDSyKea0Y3O4LAK/noUrD2+OUDYZim556qDbBvexMtTsPyzrwi4++a2yz1PMGZasclcthmn8uFwBe2R699jJRq/7rWL3QvYVVdK1Pvl9++7DvZZo4X/a8xdez+qB0nlaArGMCKPtmWzxhtfJdwSwL9ZTFegB4fZXysk1vp0FH/m/lp3kitv4tnp66rjkIfNXjlnUGqjulLI5stjPD0SfPT8L36a4GzT5PT/5+VXhpMA267snfHencmb/L38RqfKZgg82nP30d3q2+QNEzCO85ppJXpu82J590WE4qra2wTa1bqzXOvAJ40aYvr32eclh5E31x3VsJAK+1v+W+QXMM0Ro7DTNohe34lvnqrAHgxjghb8La2wUWdyLZuwJ4NW+lY+No49JCWaj3k/v6APlwc1itVn1ZtxoA3joemia5xpfnKi8+xW3++grgcVzR2fbl7WX0Xb+eAHA1DesrgFdHwR1l5KpWAK/2H+7RPlf6l+/n1ZNJ+9MRAL7EWLId8Cik9hQELL1U1poiGf+92gcu5NnV587c2n2M7nFUPjGzvh1rpU9e2mVqeKaxjEXfue4JMq8TT0Gu/m9wLvvQw0vEXf/rzAeLlzZ66rVqgLre7rfHVKUnSuruwiHz+Kdj7qinXtu1Ani9wu3YDXLvuHVcnTf3+3vqw45jWmW2lUc65z/7+kdrAfq5soo+/dczf1XPa8tA/Z6+TV6+N60AnmIQ1x4AjgkX9UypdmrX+a+66uZ7zi9/+VmYZq13j+lOA9ryHEnav7pkALjZv+8LAG+No7TjAF2t07M4SAA4SeYh85S/07v2za3ywH1ZQfecu+c8xeZhXqVYC97EA4ZyI1u+v+hqzQm/8wSAiwaFa+dbnB2e8bvw0Rdfhs/m+F+lwd1QvLcHgGudmNbb6u3Oz9oE0fD25DAoSN+knCrFYSXMSoMXfQOj1Cle5JHVN7jSAGctH5U6SWWn4Q2slYFJc3uxfQ30MOn1Q3j5OoSfP/o8fHnIXGPj9uLFhxCO7ocMV3Zd2ldWQGcrgHvy0L5yfJ56aMM3gFe3DxnSf8prr1+/D+9rWxSOWaVeP5y+h9QuJ8WvNEWrvZMXdooTc+MAMNmea3Xr0MpEcRwou9g3gDuuPahM+ep1eP3+/XKb765ztNua5UTy6Fj6RuCcd84ZINv4puq0C0DHCuDid1DmZyjVD5VyXliROHeEO9Jg8zeAi+3hWnvVV9e1A8D76rCu8t2aCJjGgpP169fh/ftkAr/Z5+lJv57g2p78XetvLdOmnQZ5cKr4m+mt5K4toIcMNaTT6/A6vA8/z+1kKbOVHMe/zROcHQP1Vj6uTP4s+zr1tDiV71YAuLKd7zgZUV9Z318XDu3MucphTx5Nr9VpkLTnWX9oQ1/8vltA1ybIi/l90WVdvgiV3XLthZqo/jgG7tK+0GqZWvaNPyS7PJW2i5/yZ1f9mD5ExzNM22DO31scOm/5t/E6grTLMlefZC5+E3MeB7TGTD396HIGXFstuinwVZwsja4Z+41jquI3gBeTr3mgublCp/nSV1IHdATT1tJwTx7sane6V8pd/hvA4+BlmOAv9B96DFp1z2lONy5nWwLAPWVgXz+sWJ8227hlPiv3VRvzNpU+cD1YWh7v5S+0dPQxOvrfu74BvBJUeZ9uAT19piW17qnDm+1tY56qdJ87TZrj3uI3gEt99OhbyBvub6bYef/FtqBMwtUAACAASURBVC/27Z47OvaWC8HYpFyujUd2PUNPf3PvuDUfn/TUh82X7e4bAO6c/8y7R/frv019pp75q7yIduSNU2Ze3S0uzWfp/XTFIM4RAL7IN4DLldt6G9tb56dz2un8X2V+OfkOcjr/mt/bPcZ0jTyQzaGfMQCcBmpLfcNlzKY8vj8d09Nv2dF3b7Z/z+cAAeAkrafJifj7ummF2DdImb5ZdPreRc+5pw7pabCfnqcwOZU2iON/x4PIchAz6jTNWw70vvnXUWk2y1HlDaZsAFG4VqEBOvr+9OnxW1qn/7WCrs2bzL/L1TOx3JMG+SxSx8qmvMOWBmqHSj76zkq0ncT8Rnta8Y/mi++zVAYXH6KtqPJgYsdbaU2/tGFYblU2TJ52lIMO367J8WhbstPE7fT257K89Nu3VgCfvk907nJ8nnrolCanVRJ5utV9y99oqX4bLRtUHd/SGQPvU1pE31metk/Ltnue3gJu55/03osd5cP+O8nE7Pq3I/N2IZuEyOqO0vMVhghJua+mc6FuWEzoLr5fnbcHtTx+OkdS5471SD2fFJ6vsqJh2zdS+8pQTx3QHJRG2/XNdURroDolYadP/OzNNEivndb3rX9PtwIvNJM9dV2P7bQNZeoWtzO1AXEccE/bwf5J+rHeOlQ+80TbeMVmAPi+9eB9toA+TRqtOfSnQTSxVumDHXd/n4w22Cy+O1TpcqX5Ka+/OvqchUmwcv8o3XY1bk/ydmy4t411/a56vL8unNqZc5XDdj7ZHgCutW3rZXutT74W8OubJGvWnbW6bvUFoOkltvjl4aSP0VOmai8Cfoi/zd6fP1frx8JzNvvzpQBDZwB4KD6HvnupXV6ZZM5WuA2bHi63dT/VXVk70ByLtfuCGVUlqNvyy+4t3VqxNA6vTdJ9iMZ4ad7qHWMtVomX8uvyO2/b0rA9Vi27RvMS8ZbQW160nH4X5Z28Dt/Th17Jp6X+Q3McUn7xpplPNm0B3dcP3tUPa7Zxpfo6LW878smcL1bKQBo8LDUrnX308tgvn2NJx1GLS1YCdPMxtXrqWN0tP6+zNhZo1UGteyrlvfw3+Qv+6+1qRz5IX4aat8TOnVfH/sW6Ob1+Xue3+gXtMlnMYMOc3ofC3MRiS/dTX779Avlkn9dFrWeojqMKbfMpL1dexmiOW0svqHaU9dbYtFVmm21fYTeW0vxnitXTf+u5drPOLOWjyjx2q2/TOx6K+7Y95fAsAeD7pMOp/lnWzR31TGVeePXTQl11c+HavXPoyYuhu8d0p8ZkqHc29p1LL9i253DrY9Zs7jqae6yN7xdB4lb+LrXxHS86tqM+z+MIAeAknadG/s2bn8Pd9K3DZFKwWCCO5zkVhON/ln539zKsnXu4nfXzlL5rlG1VFQX9SvcyXCbZI/7Ny3B3t7KFVceEX3uiPAZfCRYu7i3uPEW/T44pfv+1URnU0zK6TmR5nHQIB7dyACt/M/4uzJ9eSCeXKw1R7RObefBxOkHUQT7+KZrQHhJ//obyYoXawu91ePs2hHfJc82V9PE8r8PbLz4K3329/EbV8ph4oqpSifZ0krLvH03XLgf+pivVv688HjE/8zAB/Ou/F97qK3Sasga5MMEwXKHDvjJ5dCqP+eT0ah7aWI576ri+eug0sTDf3+oqzjgNOgaQa21wUr+9fvMm/Hx3F5YD8KQenQfR04nTf1/m3VLdME8iHYvD2/A2vAvv5hVOfRPQQ9U7BhTGW8lWhHU9Xw60OO+LN+HNy7twl0xcN699zMbDd3Y+VOqs9XMUHNL2aJFPpnbgTXh5dxemb9osTUptRf06W+rhduBjmc/Lq/d6nmFlVUOXT+H7qNEHgLL7arShcxouAnrxF4XWd1voqeu6bPf0RUr9pLR8d7UzY6193PmlsOVnR59nqPbH8jI3yYdvF55eRGs73CN/l9rKP5624mtfO2m3xrJZatePWzlPg7gum8LLXNV6PWk7X78Nx08CrK6gL0wypf3CbKJtCtadPoqVl+ll23DoVxyffWtdv7ke76lH0nqv3efoyQPtY3YEgLOy8SK8eftx+OFd3IesTG4V88n9A8Bd7W9y7bS9i/957VtUaX+0WaYKfcgXb96Gj394l+zq08qfx6dMviGajhPKBXG1P3+PAPA0wCi377W2sfAMxzFIPA5Iy3Oh3WqOh9f7gplUrQ+/eHlu+FUrDyxeup18x/7sUEOV2+FlnkyO6Wr70nojfsEl3aloKqPDILE/DbfnwXYZ6e1np+3Jm/Dm57uQ7xy2TN31PnQ5n073XB5/rhvU5iBSh0U+2RoALvVRSn37jWPJoRuWfmvw0/DT18eJhOFlj2xMnOSznr5cpc+wWgZ6AsDxWOzo8evw98IOaqV5ra5xVHzfWb8k+sdaH3zqA827Ehb6iYWAzaY5mY7+0oJ/pe5bN2nUN6V80JNHv0jyW/X+knKYzFX09AvWy2Q5k/bPHXXUax197m35sqe/uXfcWhs3d7QJm8auSZntavvSeqs8/5mmaLNt6r32znFB9q3mnnq9Vb7T+e1jnd2IQZwrAJy1Hx3pkF47u/+eeiZO2Y4Xi7P7HNqw4ZN10UufyfzyYWPI1hx6uf3fOaZbVtR5/z/rO0fXWezsdejhtebIly8HrvfvC/2AbHwfl8ktc+CNvnvpBdVKf+K5/VkAOEnx5ttv98ghlzz3PW7rmf/0x/CXb/4efv370/77zxWkKxj+XHFu6Lmvsx5am9i9VvyVgdG13vJV3tfKi0BXeb+lm7rkM1zy3E8G2I0+SQF5d1uyPQOvlQnkbVbP5egtAfLnYnKjz2n1wo0mrMciQIDAtQk8g/5mJ7n5z06oCx8mHS4M7PQERgEB4CQrXDI4cslzy9E7BQ4D7r/+Kny52DZ657mezM/GN2aKq/CWq8yezCO50W6Bq6yHrv0trfHNvsVKscJK8e5EcGAkcAuD0As+g0lhpeWpCgj2bUy5C9YjG+/k/oeXVn8/xRe97i/Re4ahbxZvIz2tIJg+XdF7Jsc9SQFt/ZNMNjdNgACBpydwS/3NXn3zn71Slz1OOlzW19kJrAsIACc+lwyOXPLcMvo+gUOa/PVXX45bFe07x5P8VbolWmGrsif5XG66KXBd9dBp+47y1rrNx3mwA/Ltn1pb5D7YrT3xC93CIPQyz5Bt0/zEU9rtPxOBuX+hjtyW4pepR7bdwzmPzrfnKn6q5ZyXfOLnyreb7tu6+Yk/tts/CAgAywcECBAg8CACt9bf7EQz/9kJdeHDpMOFgZ2eQF1AAFjuIECAAAECBAgQIECAAAECBAgQIECAAAECBAgQIECAwI0ICADfSEJ6DAIECBAgQIAAAQIECBAgQIAAAQIECBAgQIAAAQIECAgAywMECBAgQIAAAQIECBAgQIAAAQIECBAgQIAAAQIECBC4EQEB4BtJSI9BgAABAgQIECBAgAABAgQIECBAgAABAgQIECBAgAABAWB5gAABAgQIECBAgAABAgQIECBAgAABAgQIECBAgAABAjciIAB8IwnpMQgQIECAAAECBAgQIECAAAECBAgQIECAAAECBAgQICAALA8QIECAAAECBAgQIECAAAECBAgQIECAAAECBAgQIEDgRgQEgG8kIT0GAQIECBAgQIAAAQIECBAgQIAAAQIECBAgQIAAAQIEBIDlAQIECBAgQIAAAQIECBAgQIAAAQIECBAgQIAAAQIECNyIgADwjSSkxyBAgAABAgQIECBAgAABAgQIECBAgAABAgQIECBAgIAAsDxAgAABAgQIECBAgAABAgQIECBAgAABAgQIECBAgACBGxEQAL6RhPQYBAgQIECAAAECBAgQIECAAAECBAgQIECAAAECBAgQEACWBwgQIECAAAECBAgQIECAAAECBAgQIECAAAECBAgQIHAjAgLAN5KQHoMAAQIECBAgQIAAAQIECBAgQIAAAQIECBAgQIAAAQICwPIAAQIECBAgQIAAAQIECBAgQIAAAQIECBAgQIAAAQIEbkRAAPhGEtJjECBAgAABAgQIECBAgAABAgQIECBAgAABAgQIECBAQABYHiBAgAABAgQIECBAgAABAgQIECBAgAABAgQIECBAgMCNCAgA30hCegwCBAgQIECAAAECBAgQIECAAAECBAgQIECAAAECBAgIAMsDBAgQIECAAAECBAgQIECAAAECBAgQIECAAAECBAgQuBEBAeAbSUiPQYAAAQIECBAgQIAAAQIECBAgQIAAAQIECBAgQIAAAQFgeYAAAQIECBAgQIAAAQIECBAgQIAAAQIECBAgQIAAAQI3IiAAfCMJ6TEIECBAgAABAgQIECBAgAABAgQIECBAgAABAgQIECAgACwPECBAgAABAgQIECBAgAABAgQIECBAgAABAgQIECBA4EYEBIBvJCE9BgECBAgQIECAAAECBAgQIECAAAECBAgQIECAAAECBASA5QECBAgQIECAAAECBAgQIECAAAECBAgQIECAAAECBAjciIAA8I0kpMcgQIAAAQIECBAgQIAAAQIECBAgQIAAAQIECBAgQICAALA8QIAAAQIECBAgQIAAAQIECBAgQIAAAQIECBAgQIAAgRsREAC+kYT0GAQIECBAgAABAgQIECBAgAABAgQIECBAgAABAgQIEBAAlgcIECBAgAABAgQIECBAgAABAgQIECBAgAABAgQIECBwIwICwDeSkB6DAAECBAgQIECAAAECBAgQIECAAAECBAgQIECAAAECAsDyAAECBAgQIECAAAECBAgQIECAAAECBAgQIECAAAECBG5EQAD4RhLSYxAgQIAAAQIECBAgQIAAAQIECBAgQIAAAQIECBAgQEAAWB4gQIAAAQIECBAgQIAAAQIECBAgQIAAAQIECBAgQIDAjQgIAN9IQnoMAgQIECBAgAABAgQIECBAgAABAgQIECBAgAABAgQICADLAwQIECBAgAABAgQIECBAgAABAgQIECBAgAABAgQIELgRAQHgG0lIj0GAAAECBAgQIECAAAECBAgQIECAAAECBAgQIECAAAEBYHmAAAECBAgQIECAAAECBAgQIECAAAECBAgQIECAAAECNyIgAHwjCekxCBAgQIAAAQIECBAgQIAAAQIECBAgQIAAAQIECBAgIAAsDxAgQIAAAQIECBAgQIAAAQIECBAgQIAAAQIECBAgQOBGBASAbyQhPQYBAgQIECBAgAABAgQIECBAgAABAgQIECBAgAABAgQEgOUBAgQIECBAgAABAgQIECBAgAABAgQIECBAgAABAgQI3IiAAPCNJKTHIECAAAECBAgQIECAAAECBAgQIECAAAECBAgQIECAgACwPECAAAECBAgQIECAAAECBAgQIECAAAECBAgQIECAAIEbERAAvpGE9BgECBAgQIAAAQIECBAgQIAAAQIECBAgQIAAAQIECBAQAJYHCBAgQIAAAQIECBAgQIAAAQIECBAgQIAAAQIECBAgcCMCAsA3kpAegwABAgQIECBAgAABAgQIECBAgAABAgQIECBAgAABAgLA8gABAgQIECBAgAABAgQIECBAgAABAgQIECBAgAABAgRuREAA+EYS0mMQIECAAAECBAgQIECAAAECBAgQIECAAAECBAgQIEBAAFgeIECAAAECBAgQIECAAAECBAgQIECAAAECBAgQIECAwI0ICADfSEJ6DAIECBAgQIAAAQIECBAgQIAAAQIECBAgQIAAAQIECAgAywMECBAgQIAAAQIECBAgQIAAAQIECBAgQIAAAQIECBC4EQEB4BtJSI9BgAABAgQIECBAgAABAgQIECBAgAABAgQIECBAgAABAWB5gAABAgQIECBAgAABAgQIECBAgAABAgQIECBAgAABAjciIAB8IwnpMQgQIECAAAECBAgQIECAAAECBAgQIECAAAECBAgQICAALA8QIECAAAECBAgQIECAAAECBAgQIECAAAECBAgQIEDgRgQEgG8kIT0GAQIECBAgQIAAAQIECBAgQIAAAQIECBAgQIAAAQIEBIDlAQIECBAgQIAAAQIEHlfgF78Yrv/Pf4Zw+P/9Xw7ygXJwC/XA49asrk6AAAECBAgQIECAwDMWEAB+xonv0QkQIECAAAECBAhchcAU7LuKm3ETBAgQuKeAOu2egH5OgAABAgQIECBAgMB9BQSA7yvo9wQIECBAgAABAgQIECBAgAABAgQIECBAgAABAgQIELgSAQHgK0kIt0GAAAECBAgQIEDg2QpYLfdsk96DE7hJAXXaTSarhyJAgAABAgQIECDwlAQEgJ9SarlXAgQIECBAgAABAgQIECBAgAABAgQIECBAgAABAgQIrAgIAMseBAgQIECAAAECBAg8roDVco/r7+oECJxXQJ12Xk9nI0CAAAECBAgQIEBgs4AA8GYyPyBAgAABAgQIECBAgAABAgQIECBAgAABAgQIECBAgMB1CggAX2e6uCsCBAgQIECAAAECz0fAarnnk9aelMBzEFCnPYdU9owECBAgQIAAAQIErlpAAPiqk8fNESBAgAABAgQIECBAgAABAgQIECBAgAABAgQIECBAoF9AALjfypEECBAgQIAAAQIECFxCwGq5S6g6JwECjyWgTnssedclQIAAAQIECBAgQGAUEACWFQgQIECAAAECBAgQIECAAAECBAgQIECAAAECBAgQIHAjAgLAN5KQHoMAAQIECBAgQIDAkxWwWu7JJp0bJ0CgIKBOky0IECBAgAABAgQIEHhkAQHgR04AlydAgAABAgQIECBAgAABAgQIECBAgAABAgQIECBAgMC5BASAzyXpPAQIECBAgAABAgQI7BOwWm6fm18RIHCdAuq060wXd0WAAAECBAgQIEDgGQkIAD+jxPaoBAgQIECAAAECBAgQIECAAAECBAgQIECAAAECBAjctoAA8G2nr6cjQIAAAQIECBAgcP0CVstdfxq5QwIE+gXUaf1WjiRAgAABAgQIECBA4CICAsAXYXVSAgQIECBAgAABAgQIECBAgAABAgQIECBAgAABAgQIPLyAAPDDm7siAQIECBAgQIAAAQKxgNVy8gMBArckoE67pdT0LAQIECBAgAABAgSepIAA8JNMNjdNgAABAgQIECBAgAABAgQIECBAgAABAgQIECBAgACBXEAAWK4gQIAAAQIECBAgQOBxBayWe1x/VydA4LwC6rTzejobAQIECBAgQIAAAQKbBQSAN5P5AQECBAgQIECAAAECBAgQIECAAAECBAgQIECAAAECBK5TQAD4OtPFXREgQIAAAQIECBB4PgJWyz2ftPakBJ6DgDrtOaSyZyRAgAABAgQIECBw1QICwFedPG6OAAECBAgQIECAAAECBAgQIECAAAECBAgQIECAAAEC/QICwP1WjiRAgAABAgQIECBA4BICVstdQtU5CRB4LAF12mPJuy4BAgQIECBAgAABAqOAALCsQIAAAQIECBAgQIAAAQIECBAgQIAAAQIECBAgQIAAgRsREAC+kYT0GAQIECBAgAABAgSerIDVck826dw4AQIFAXWabEGAAAECBAgQIECAwCMLCAA/cgK4PAECBAgQIECAAAECBAgQIECAAAECBAgQIECAAAECBM4lIAB8LknnIUCAAAECBAgQIEBgn4DVcvvc/IoAgesUUKddZ7q4KwIECBAgQIAAAQLPSEAA+BkltkclQIAAAQIECBAgQIAAAQIECBAgQIAAAQIECBAgQOC2BQSAbzt9PR0BAgQIECBAgACB6xewWu7608gdEiDQL6BO67dyJAECBAgQIECAAAECFxEQAL4Iq5MSIECAAAECBAgQIECAAAECBAgQIECAAAECBAgQIEDg4QUEgB/e3BUJECBAgAABAgQIEIgFrJaTHwgQuCUBddotpaZnIUCAAAECBAgQIPAkBQSAn2SyuWkCBAgQIECAAAECBAgQIECAAAECBAgQIECAAAECBAjkAgLAcgUBAgQIECBAgAABAo8rYLXc4/q7OgEC5xVQp53X09kIECBAgAABAgQIENgsIAC8mcwPCBAgQIAAAQIECBAgQIAAAQIECBAgQIAAAQIECBAgcJ0CAsDXmS7uigABAgQIECBAgMDzEbBa7vmktScl8BwE1GnPIZU9IwECBAgQIECAAIGrFhAAvurkcXMECBAgQIAAAQIECBAgQIAAAQIECBAgQIAAAQIECBDoFxAA7rdyJAECBAgQIECAAAEClxCwWu4Sqs5JgMBjCajTHkvedQkQIECAAAECBAgQGAUEgGUFAgQIECBAgAABAgQIECBAgAABAgQIECBAgAABAgQI3IiAAPCNJKTHIECAAAECBAgQIPBkBayWe7JJ58YJECgIqNNkCwIECBAgQIAAAQIEHllAAPiRE8DlCRAgQIAAAQIECBB47gI/hvCvvwzh3dsQ/ve/QvjuX0P43bsQ/vbPEP4lhPDt+N81pr/8Zwif/S6Et/8Zwn99Hh313yH84jchhD+H8M9/D+HHb0P45e/q2NP1Fkck5yj9eut54+cpXvNwkckkvuD4HPOfaveWeL6ajqs8+n/+bwifv8r/8T9+EcIfKr+ZrP/7P0L4zXRQcn/xc/75byH8+7+EsHbO2GItzYv3Gz1jlg+iZyilVXzdTWmZuqbp89zLtecnQIAAAQIECBAgQIDA4wkIAD+evSsTIECAAAECBAgQIHAQePar5Z5TADgJ7E6B0bgkrAYhxyD5MV57bQHg+N4qz7kWAA7R71tB/zRwvghEx/cRwS6OSaqeKajcHQAuBegP5xQEPso++zpN00aAAAECBAgQIECAwGMLCAA/dgq4PgECBAgQIECAAAECBI6BwTF4NgX/Sqtjp3+LV4FOQbveFcBrK0SzlNiwArjnvFMQ8s9/DuEPh5WzacAwCiwugsPRatP571sDwBuDk1OwtrpK+RCDjlcAhxBqgdR0BXB6zula0+9L6XyMeY/XW9hELxD8OYTwh3en+5jTM/IrrjROVom30jLLc1G6rXkp6QQIECBAgAABAgQIECDwIAICwA/C7CIECBAgQIAAAQIECFQFrJYbtnn+9vNhC+djkO+/h+2g052Jn3oAOA6qfjdusVzagrgUgDwEHf8tRNtcX1EAeApop1tDT3/vDQCn236n2z2XAsBxMPb/hmGb79SvGDg+lMhD4PbfQvi/Y16rvkyQlt4ooFzbQvs5V3nqtOec+p6dAAECBAgQIECAwFUICABfRTK4CQIECBAgQIAAAQIECHQIrAWAqz/v+QZwbXXshhXAxevH503OVQpKTn/rCipuDQCXbrCyXfLh0LXtmqf7i58h/Oa0inta0f23MHwjuOcbwPGq3tUtoJN7XuSJsPye9PQCwdqq8phldQvoJI9kPiuWHVnbIQQIECBAgAABAgQIECBwPgEB4PNZOhMBAgQIECBAgAABAnsErJbrV3vKAeAs4FsI4K4FhWelKRB5ZQHg//MfIfzuXQh/+1sIv/nNsAr33/+nPwB8eL50C+g0Z2Qro5PvRx8CvqU8UttSOj3/lgDw4belQLUtoH0DuL9GcyQBAgQIECBAgAABAhcSEAC+EKzTEiBAgAABAgQIECBA4OwCT3kL6J4VtaUtiNPv7M7fDd4aAL7gN4APq3d//z/j9stvQ3g3fof3/3xTDgCnQdLpGacAb5rOc6A1WWXbG7Bd3QL6lyH8+z9D+JfDjtDflreQbmbk2rebmz90AAECBAgQIECAAAECBAhcQEAA+AKoTkmAAAECBAgQIECAwAYBK4D7sZ5qAHg1UBmib9auBRLTgG90bLxl9Bwwbq0UbrDH3ys+BEdL/1sEVkMIv/jN6ahDkDccvudc2AJ6awD4cNbpfuJVwGtB9cNv5utE3+yNr50GlkNnAHhtpXa8lXV/zr6tI9Vpt5WenoYAAQIECBAgQIDAExQQAH6CieaWCRAgQIAAAQIECBB4pgLnCADX6Irf3Y0Ch9nver4tPG5rHP5t2B45Cw5O549WtraCxb3fyp2PW3uGULin8UFXg6vjs6eB0Pk3rX+vJEK6BfQiTaLnOP79f8aAc+Hbu1M+6bWartOyn+9nxdQW0M+0cvLYBAgQIECAAAECBAhck4AA8DWlhnshQIAAAQIECBAg8BwFrJbrT/UnGQD+fyF8+/+F8C5ekRo98hQ0XQQ7o9W986GVLZyzLaKjb+kef/uAAeA0IFwNEBeSPH7+2jd752d9G8Jf/iWEz/4QrZ6OzjkHchOzUoA3Dth2B4ArroK/QyKo0/rrNEcSIECAAAECBAgQIHARAQHgi7A6KQECBAgQIECAAAECBAgQIECAAAECBAgQIECAAAECBB5eQAD44c1dkQABAgQIECBAgACBWMBqOfmBAIFbElCn3VJqehYCBAgQIECAAAECT1JAAPhJJpubJkCAAAECBAgQIECAAAECBAgQIECAAAECBAgQIECAQC4gACxXECBAgAABAgQIECDwuAJWyz2uv6sTIHBeAXXaeT2djQABAgQIECBAgACBzQICwJvJ/IAAAQIECBAgQIAAAQIECBAgQIAAAQIECBAgQIAAAQLXKSAAfJ3p4q4IECBAgAABAgQIPB8Bq+WeT1p7UgLPQUCd9hxS2TMSIECAAAECBAgQuGoBAeCrTh43R4AAAQIECBAgQIAAAQIECBAgQIAAAQIECBAgQIAAgX4BAeB+K0cSIECAAAECBAgQIHAJAavlLqHqnAQIPJaAOu2x5F2XAAECBAgQIECAAIFRQABYViBAgAABAgQIECBAgAABAgQIECBAgAABAgQIECBAgMCNCAgA30hCegwCBAgQIECAAAECT1bAarknm3RunACBgoA6TbYgQIAAAQIECBAgQOCRBQSAHzkBXJ4AAQIECBAgQIAAAQIECBAgQIAAAQIECBAgQIAAAQLnEhAAPpek8xAgQIAAAQIECBAgsE/Aarl9bn5FhXEFzQAAIABJREFUgMB1CqjTrjNd3BUBAgQIECBAgACBZyQgAPyMEtujEiBAgAABAgQIECBAgAABAgQIECBAgAABAgQIECBw2wICwLedvp6OAAECBAgQIECAwPULWC13/WnkDgkQ6BdQp/VbOZIAAQIECBAgQIAAgYsICABfhNVJCRAgQIAAAQIECBAgQIAAAQIECBAgQIAAAQIECBAg8PACAsAPb+6KBAgQIECAAAECBAjEAlbLyQ8ECNySgDrtllLTsxAgQIAAAQIECBB4kgICwE8y2dw0AQIECBAgQIAAAQIECBAgQIAAAQIECBAgQIAAAQIEcgEBYLmCAAECBAgQIECAAIHHFbBa7nH9XZ0AgfMKqNPO6+lsBAgQIECAAAECBAhsFhAA3kzmBwQIECBAgAABAgQIECBAgAABAgQIECBAgAABAgQIELhOAQHg60wXd0WAAAECBAgQIEDg+QhYLfd80tqTEngOAuq055DKnpEAAQIECBAgQIDAVQsIAF918rg5AgQIECBAgAABAgQIECBAgAABAgQIECBAgAABAgQI9AsIAPdbOZIAAQIECBAgQIAAgUsIWC13CVXnJEDgsQTUaY8l77oECBAgQIAAAQIECIwCAsCyAgECBAgQIECAAAECBAgQIECAAAECBAgQIECAAAECBG5EQAD4RhLSYxAgQIAAAQIECBB4sgJWyz3ZpHPjBAgUBNRpsgUBAgQIECBAgAABAo8sIAD8yAng8gQIECBAgAABAgQIECBAgAABAgQIECBAgAABAgQIEDiXgADwuSSdhwABAgQIECBAgACBfQJWy+1z8ysCBK5TQJ12nenirggQIECAAAECBAg8IwEB4GeU2B6VAAECBAgQIECAAAECBAgQIECAAAECBAgQIECAAIHbFhAAvu309XQECBAgQIAAAQIErl/AarnrTyN3SIBAv4A6rd/KkQQIECBAgAABAgQIXERAAPgirE5KgAABAgQIECBAgAABAgQIECBAgAABAgQIECBAgACBhxcQAH54c1ckQIAAAQIECBAgQCAWsFpOfiBA4JYE1Gm3lJqehQABAgQIECBAgMCTFBAAfpLJ5qYJECBAgAABAgQIECBAgAABAgQIECBAgAABAgQIECCQCwgAyxUECBAgQIAAAQIECDyugNVyj+vv6gQInFdAnXZeT2cjQIAAAQIECBAgQGCzgADwZjI/IECAAAECBAgQIECAAAECBAgQIECAAAECBAgQIECAwHUKCABfZ7q4KwIECBAgQIAAAQLPR8BqueeT1p6UwHMQUKc9h1T2jAQIECBAgAABAgSuWkAA+KqTx80RIECAAAECBAgQIECAAAECBAgQIECAAAECBAgQIECgX0AAuN/KkQQIECBAgAABAgQIXELAarlLqDonAQKPJaBOeyx51yVAgAABAgQIECBAYBQQAJYVCBAgQIAAAQIECBAgQIAAAQIECBAgQIAAAQIECBAgcCMCAsA3kpAegwABAgQIECBAgMCTFbBa7skmnRsnQKAgoE6TLQgQIECAAAECBAgQeGQBAeBHTgCXJ0CAAAECBAgQIEDgqQj8dwi/+E3lZv8cwj///fRv//GLEP5QOfTtf4bwX5+f/vHbfw3hd+9O//2f/xvC56+G//7x2xB++bvyif72zxD+Jfmn7LpvQ/jf/wphPF0I0TMsfv9jCP/6yxDepceHENJzxr+b7n36W/os8e3FzzUdF/9t8Shr1iGE6u/Gk8z3XHieboOVeyjZz/ff+7vxuGN++HT0DyFk557ONz7LNx15ay3fpPmvlM/SY46ek+XK802/25Ivwlh2qvdcSsOnUme4TwIECBAgQIAAAQIECDyOgADw47i7KgECBAgQIECAAAECk8CTWS3XCErGQbPeAPB//0cIvylEiqcA51og7+A3BwunAG4lW80B0/gZ4qB1JQBcC+imAd+eAHB8vxcNACfplAWLew32BqF7fxcHgD8PYTL5899C+Pcosj/lkenvPXmrlW8W16jcb5afHysAPObp1aD7lVWnT6ZOuzI3t0OAAAECBAgQIECAwNkEBIDPRulEBAgQIECAAAECBAjctsAUKEtW+4ZC8HQK0rWCVulxU7BvCr5NgbzaquEpuDkHapN7y/6eBPvmQGApAFz4WxqkrK30TIOutd81VwCn1h05bL7Wn0P4wx9CyFa89hpU0nsO2tdWpvb+LgkAz0HbymryKS/15K1avplXP0fXSAPM8zHR8xVXAK+kTW++iJOzldenlcIdWcAhBAgQIECAAAECBAgQeO4CAsDPPQd4fgIECBAgQIAAAQKPLfBkVstdIABcC9xOadIKih0DqKG+ffPhPFPA8Hjs/yTbWE9BvsoK4Om3pW2DD+fuDfSlK367VwBvDQDHz/F/Q/i30rbW6YrXmkEtvSPTYoC/93dJADhLq1fRFuCRw7kDwPFq4doLC48ZAC69YPHYdVbr+k+mTms9iH8nQIAAAQIECBAgQOCpCggAP9WUc98ECBAgQIAAAQIECDywQGNr33hb3bVtelvf+I3Ps7qVb7olbyVYOq3wXASA/xzC38Kw/fTiG7TJqtbSFtWlb/n2bAEdB5G7A8ClJF75JmwaMC9eJwrQrhqsBHJX77/3d2MwPnZJV4CXtoXuyVutLaAXK69L24eXViF3bAG9Z2vwKb9XVy23Au4PXA24HAECBAgQIECAAAECBJ6AgADwE0gkt0iAAAECBAgQIEDgpgWezGq5lQBwunKyJ0g3J2rhvOkW0FkGiIOgKwHHw+9qAeB//n5cORxC+M+/hfDtb0J4VwiuloKJU9CutgK4lmHT3zW3gN4YAE4Ds8WgYuy1ZtAbyH2V3GTv7woB4MX2y5UVzD15qxoAXgmeZ+dtbQFdSBsB4AHlydRpN92yeDgCBAgQIECAAAECz1pAAPhZJ7+HJ0CAAAECBAgQIECgXyAN7EWB23jV7uGEPdv0li6cfl82fBvCL39X+I5t/OPK9s3TIcUtoMcVnnOg8G0Ib9+VA8DxpdItq3u3gE6/b9u9AnjLFtCllazRzc9B+iQdqwa9WzmnCdn7u8IW0HHe+XPlG8Y9eSsNfMcB4WrQfXqOKF9Px9oCur+acCQBAgQIECBAgAABAgSuQEAA+AoSwS0QIECAAAECBAgQeNYCT2a1XCGwV/t+ak+Qrvht0ySY2xUAjr7FG5KA6RywXdkuej7mkAtbK4sTg2sKAJe2q44L1hykL6Rj0aASyE2D2Vnh7f1dJQCcPkcasO3JW6WVz+nLBdPC5VIwPv3bYwaA022xn0Jl+WTqtKeA6R4JECBAgAABAgQIENgjIAC8R81vCBAgQIAAAQIECBB4hgKVwF66KvYgs7ZNbxykXQQeI9J0C+j4O7FF+cbq1zmIWHqG+LfJFsG15zjXFtClZ1l8q7iSzdIV17F5GjDNAra9Bo1vPu/avvqw3fb/hvD5IfpaCQDPLwYcHqqwAronb9W+pzv9Ns5PPdtFnysAXEzOMc9NLzvUapZ0m/VnWAN5ZAIECBAgQIAAAQIECPQKCAD3SjmOAAECBAgQIECAAIHLCDyZ1XK1rX2jAOoUmOwJ0k2aaRC4FJxrBoDHk619x/V4SOUZaqtDDz9JzxkHX7d8A7j0u1KO2hUAnp6r9I3bKH2OQcRegw3ffF48R+/vagHgaEX3WqC7WBqTrb2zfFPY3vlwniwIXHoRYGUVeXovW/LFtOq8GgBe+W7xZWqk+5/1ydRp939UZyBAgAABAgQIECBA4DoFBICvM13cFQECBAgQIECAAAECBAgQIECAAAECBAgQIECAAAECBDYLCABvJvMDAgQIECBAgAABAgTOKmC13Fk5nYwAgUcWUKc9cgK4PAECBAgQIECAAAECAsDyAAECBAgQIECAAAECBAgQIECAAAECBAgQIECAAAECBG5EQAD4RhLSYxAgQIAAAQIECBB4sgJWyz3ZpHPjBAgUBNRpsgUBAgQIECBAgAABAo8sIAD8yAng8gQIECBAgAABAgQIECBAgAABAgQIECBAgAABAgQIEDiXgADwuSSdhwABAgQIECBAgACBfQJWy+1z8ysCBK5TQJ12nenirggQIECAAAECBAg8IwEB4GeU2B6VAAECBAgQIECAAAECBAgQIECAAAECBAgQIECAAIHbFhAAvu309XQECBAgQIAAAQIErl/AarnrTyN3SIBAv4A6rd/KkQQIECBAgAABAgQIXERAAPgirE5KgAABAgQIECBAgAABAgQIECBAgAABAgQIECBAgACBhxcQAH54c1ckQIAAAQIECBAgQCAWsFpOfiBA4JYE1Gm3lJqehQABAgQIECBAgMCTFBAAfpLJ5qYJECBAgAABAgQIECBAgAABAgQIECBAgAABAgQIECCQCwgAyxUECBAgQIAAAQIECDyugNVyj+vv6gQInFdAnXZeT2cjQIAAAQIECBAgQGCzgADwZjI/IECAAAECBAgQIECAAAECBAgQIECAAAECBAgQIECAwHUKCABfZ7q4KwIECBAgQIAAAQLPR8BqueeT1p6UwHMQUKc9h1T2jAQIECBAgAABAgSuWkAA+KqTx80RIECAAAECBAgQIECAAAECBAgQIECAAAECBAgQIECgX0AAuN/KkQQIECBAgAABAgQIXELAarlLqDonAQKPJaBOeyx51yVAgAABAgQIECBAYBQQAJYVCBAgQIAAAQIECBAgQIAAAQIECBAgQIAAAQIECBAgcCMCAsA3kpAegwABAgQIECBAgMCTFbBa7skmnRsnQKAgoE6TLQgQIECAAAECBAgQeGQBAeBHTgCXJ0CAAAECBAgQIECAAAECBAgQIECAAAECBAgQIECAwLkEBIDPJek8BAgQIECAAAECBAjsE7Babp+bXxEgcJ0C6rTrTBd3RYAAAQIECBAgQOAZCQgAP6PE9qgECBAgQIAAAQIECBAgQIAAAQIECBAgQIAAAQIECNy2gADwbaevpyNAgAABAgQIECBw/QJWy11/GrlDAgT6BdRp/VaOJECAAAECBAgQIEDgIgICwBdhdVICBAgQIECAAAECBAgQIECAAAECBAgQIECAAAECBAg8vIAA8MObuyIBAgQIECBAgAABArGA1XLyAwECtySgTrul1PQsBAgQIECAAAECBJ6kgADwk0w2N02AAAECBAgQIECAAAECBAgQIECAAAECBAgQIECAAIFcQABYriBAgAABAgQIECBA4HEFrJZ7XH9XJ0DgvALqtPN6OhsBAgQIECBAgAABApsFBIA3k/kBAQIECBAgQIAAAQIECBAgQIAAAQIECBAgQIAAAQIErlNAAPg608VdESBAgAABAgQIEHg+AlbLPZ+09qQEnoOAOu05pLJnJECAAAECBAgQIHDVAgLAV508bo4AAQIECBAgQIAAAQIECBAgQIAAAQIECBAgQIAAAQL9AgLA/VaOJECAAAECBAgQIEDgEgJWy11C1TkJEHgsAXXaY8m7LgECBAgQIECAAAECo4AAsKxAgAABAgQIECBAgAABAgQIECBAgAABAgQIECBAgACBGxEQAL6RhPQYBAgQIECAAAECBJ6sgNVyTzbp3DgBAgUBdZpsQYAAAQIECBAgQIDAIwsIAD9yArg8AQIECBAgQIAAAQIECBAgQIAAAQIECBAgQIAAAQIEziUgAHwuSechQIAAAQIECBAgQGCfgNVy+9z86v9n735hJbnxRQE7/EkzIGAiRZoFQy56kWbBhg1cEGkWJiwsFwYmaLUoCwNvWFgG7kgBgWFZsCPNQ5cE3JFWSkBAIl2ep/5T3S6XXXbXqT5dXf2FrHZOdZX92WW7/Cu7CBBYpoA2bZnlIlUECBAgQIAAAQIEbkhAAPiGCltWCRAgQIAAAQIECBAgQIAAAQIECBAgQIAAAQIECBBYt4AA8LrLV+4IECBAgAABAgQILF/Aarnll5EUEiDQLqBNa7dyJAECBAgQIECAAAECZxEQAD4Lq5MSIECAAAECBAgQIECAAAECBAgQIECAAAECBAgQIEDg/gUEgO/f3BUJECBAgAABAgQIEIgFrJZTHwgQWJOANm1NpSkvBAgQIECAAAECBK5SQAD4KotNogkQIECAAAECBAgQuDeBF38J4aOXIXzzUwgfPjpe9p9/D+H9z0P44ocQPvvT8d+747t/iX/384sQ3vmonPQffg8hOlX/wH+G8Nb7/X96/k0I//gw+rfMMd1fB8fu/9Dlo5Sqb74N4aMPQghfhPD7Z9FRP4fwl3dCePk8hJ/+EcKjkWtvfpX6dWf6+1shfB5CGM37/uDu2NBdM050d/0knXH+ttdoSWfY5y05V1p+JdNtssauE5+3JT1RvRurXx1Hrp6V6mmtXo/V2Vz+c8f3yvbE/B7KfJ+5lnpyb42DCxEgQIAAAQIECBAgQGCZAgLAyywXqSJAgAABAgQIECBwOwJLXy13SgC4FEztgmxTA8Cjv4uDoWsOACd5GwSUMwHgQfC3FpjtAtW5AHDBthgErgQ6D787ISBaq1/b7O1fTMi2IFHgubVe1+psHFgeu/ahvE7Ibxrs7vK09CDw0tu02+ld5JQAAQIECBAgQIDAzQoIAN9s0cs4AQIECBAgQIAAAQJNAq2Bss3J0tWsXUCsC/Z1wbTRlaNpqrqVtptFuPFq49y/F1bBNmU0Ch72rlM6Z2kFcLpSuHLx1hXAXTl88UUIn38eQnH18/762eDvNkK6X0k9ls4ub9ExgxXf3Xlyq5HHrnMHt1r9ilcd9wLkUdC1+/fWel2ss6ljdI04QHsI4naWLf4bv9QphHCoA8mq+9b67TgCBAgQIECAAAECBAjciIAA8I0UtGwSIECAAAECBAgQWKzA0lfLtQbKNsCDYFeiPiUAPPqbNAjZGlwr1IbsttZLCADHwcD/CuE/462nu7xE6fwh7Lbn3vw3WC3aaLQJtv4z2mI7XgnbtAL1DG61+lXalnzjcEj/PhDbWq9bA8DFa2/K7j9D+K/NNuGbhDT6bw7tAt4nvTCxgJZu6W3aAogkgQABAgQIECBAgACB8woIAJ/X19kJECBAgAABAgQIELh2gdZAWS/IFmU6Xk07up1uYUXqWFDvECRr+A5vS9ByNABcKsiGa2e/2bs/X8sK4DQImS2TwtbC6bdvR7/NW1rNuy3c/XeBY4exVcSVrY4P6Ro7LklP7du+pbq6TXKyqrm1Xte2gE5XFFfr2Qn5zW0pXfqW9LW3M9JPgAABAgQIECBAgACBGQUEgGfEdCoCBAgQIECAAAECBCYILH21XGug7JD1TIAr3QI6yyQAHP5UqD9pGWRXpcbum8DpZyG88/7uhL2g5AkByFxyuoD14W+1LaAzJ7lTekbq170GgJN8j147NjjRvxb0ntDknP0nS2/Tzg7gAgQIECBAgAABAgQIXFpAAPjSJeD6BAgQIECAAAECBAgsW+DkAHCUncMKxn2wLLwI4Z2PMt+vHSG4+S2gcytvI69DMDXzTd6DfxxcP2EL4tGamfmubu/4kW/kNn1jueG2SOvX//x9t/X1YNXzjFtAxwHZeDXu6BbQ74Tw2e9hF+C/g39tC+wGMocQIECAAAECBAgQIEDgFgQEgG+hlOWRAAECBAgQIECAwJIFlr5aLhtEjIKShyBY/J3a7nunyb9NCQDHWw/3AntRGg7fSL1DcG0bm8sFEM/wLdu4Pta2gM5tAxz/frCVchzszZXTRKPciwCjq14z18l+R7g1PQ3161EpKB39e+fVWq9zLyCkgefet32TFdeHoG26VfjY9tmlQHGr1YUbvKW3aRfmcXkCBAgQIECAAAECBM4vIAB8fmNXIECAAAECBAgQIEDgqgVO2LL2EOxKMty0BXQIofR909HvsMZb8d4xQDZLALhQ2LlVqZtDB1sqR7/frO79/q0QPs/YHEy6QGIh74NgZeu3eZN8FMugtgV0EugcrGI9IT21+rVJ8mjAPLcSOldeUZ5KK9C7cju8fBBCKKVvc4lD3T4hv6W6UapLV93OSDwBAgQIECBAgAABAgTmExAAns/SmQgQIECAAAECBAgQmCJwFavlctsQF1YwpkGwOEA2GsgdCQBvXUe+/XpwX1sA+IcQ3t98xzcXZI3KZLsN9Ejee8HKP4Tw1v7bwLn6OhZcHJRfKfgbl1daT6J0b68VTkvPWP3q8tP83dyGel3cgryw2jh37eZvHofh9tVpEPgagr9X0aZNaaz9hgABAgQIECBAgACBaxEQAL6WkpJOAgQIECBAgAABAgQIECBAgAABAgQIECBAgAABAgQIVAQEgFURAgQIECBAgAABAgQuK2C13GX9XZ0AgXkFtGnzejobAQIECBAgQIAAAQInCwgAn0zmBwQIECBAgAABAgQIECBAgAABAgQIECBAgAABAgQIEFimgADwMstFqggQIECAAAECBAjcjoDVcrdT1nJK4BYEtGm3UMrySIAAAQIECBAgQGDRAgLAiy4eiSNAgAABAgQIECBAgAABAgQIECBAgAABAgQIECBAgEC7gABwu5UjCRAgQIAAAQIECBA4h4DVcudQdU4CBC4loE27lLzrEiBAgAABAgQIECCwFxAAVhUIECBAgAABAgQIECBAgAABAgQIECBAgAABAgQIECCwEgEB4JUUpGwQIECAAAECBAgQuFoBq+WutugknACBjIA2TbUgQIAAAQIECBAgQODCAgLAFy4AlydAgAABAgQIECBAgAABAgQIECBAgAABAgQIECBAgMBcAgLAc0k6DwECBAgQIECAAAEC0wSslpvm5lcECCxTQJu2zHKRKgIECBAgQIAAAQI3JCAAfEOFLasECBAgQIAAAQIECBAgQIAAAQIECBAgQIAAAQIECKxbQAB43eUrdwQIECBAgAABAgSWL2C13PLLSAoJEGgX0Ka1WzmSAAECBAgQIECAAIGzCAgAn4XVSQkQIECAAAECBAgQIECAAAECBAgQIECAAAECBAgQIHD/AgLA92/uigQIECBAgAABAgQIxAJWy6kPBAisSUCbtqbSlBcCBAgQIECAAAECVykgAHyVxSbRBAgQIECAAAECBAgQIECAAAECBAgQIECAAAECBAgQGAoIAKsVBAgQIECAAAECBAhcVsBqucv6uzoBAvMKaNPm9XQ2AgQIECBAgAABAgROFhAAPpnMDwgQIECAAAECBAgQIECAAAECBAgQIECAAAECBAgQILBMAQHgZZaLVBEgQIAAAQIECBC4HQGr5W6nrOWUwC0IaNNuoZTlkQABAgQIECBAgMCiBQSAF108EkeAAAECBAgQIECAAAECBAgQIECAAAECBAgQIECAAIF2AQHgditHEiBAgAABAgQIECBwDgGr5c6h6pwECFxKQJt2KXnXJUCAAAECBAgQIEBgLyAArCoQIECAAAECBAgQIECAAAECBAgQIECAAAECBAgQIEBgJQICwCspSNkgQIAAAQIECBAgcLUCVstdbdFJOAECGQFtmmpBgAABAgQIECBAgMCFBQSAL1wALk+AAAECBAgQIECAAAECBAgQIECAAAECBAgQIECAAIG5BASA55J0HgIECBAgQIAAAQIEpglYLTfNza8IEFimgDZtmeUiVQQIECBAgAABAgRuSEAA+IYKW1YJECBAgAABAgQIECBAgAABAgQIECBAgAABAgQIEFi3gADwustX7ggQIECAAAECBAgsX8BqueWXkRQSINAuoE1rt3IkAQIECBAgQIAAAQJnERAAPgurkxIgQIAAAQIECBAgQIAAAQIECBAgQIAAAQIECBAgQOD+BQSA79/cFQkQIECAAAECBAgQiAWsllMfCBBYk4A2bU2lKS8ECBAgQIAAAQIErlJAAPgqi02iCRAgQIAAAQIECBAgQIAAAQIECBAgQIAAAQIECBAgMBQQAFYrCBAgQIAAAQIECBC4rIDVcpf1d3UCBOYV0KbN6+lsBAgQIECAAAECBAicLCAAfDKZHxAgQIAAAQIECBAgQIAAAQIECBAgQIAAAQIECBAgQGCZAgLAyywXqSJAgAABAgQIECBwOwJWy91OWcspgVsQ0KbdQinLIwECBAgQIECAAIFFCwgAL7p4JI4AAQIECBAgQIAAAQIECBAgQIAAAQIECBAgQIAAAQLtAgLA7VaOJECAAAECBAgQIEDgHAJWy51D1TkJELiUgDbtUvKuS4AAAQIECBAgQIDAXkAAWFUgQIAAAQIECBAgQIAAAQIECBAgQIAAAQIECBAgQIDASgQEgFdSkLJBgAABAgQIECBA4GoFrJa72qKTcAIEMgLaNNWCAAECBAgQIECAAIELCwgAX7gAXJ4AAQIECBAgQIAAAQIECBAgQIAAAQIECBAgQIAAAQJzCQgAzyXpPAQIECBAgAABAgQITBOwWm6am18RILBMAW3aMstFqggQIECAAAECBAjckIAA8A0VtqwSIECAAAECBAgQILB0gX+G8Nb7IYQvQvj9s31ifw7hL++E8DKE8PybEP7x4f7f42OfZX63Oaz77fMQfvpHCI/2vzmcJ3e9xOjFX0L4aHPx3H9xOqO///wihHc+yv/kh99D+NPmT921Tzjv398K4fP4+C5f3b9FVqX0/vSHcto2vzmkr5DGb34K4cNHw7KpXe+LH0L47E8hdJ69stxw/D2E9z8PoTvucL6MU/rbUrWOy66XryRvvb8V6kzuGoNzLv3+kj4CBAgQIECAAAECBAjchoAA8G2Us1wSIECAAAECBAgQWK6A1XJR2aTBt00MNw6mRgHP7t+3wcA/XE8AeJPbbeBwLACcBrsrgd1DUHbGAPBYEPsQpD3hemkAeOMQB5NzAeDu37J3byH4fjg2SdtoYDn3wkHy0kCpBekFxJfbzNxryrRp98rtYgQIECBAgAABAgQIDAUEgNUKAgQIECBAgAABAgQILEmgW7XZBdbSIGC36rJ33P+cPwB8SqCvF5zuViyH4+ofOBcjAAAgAElEQVTX7bla0xz9rrcyeuTft+WZCaZv/3kfUB9dRRsFT3NB2pCuPG64Xi4AHJ9nEACOAuRxGuLA9FiZHM73RQifb5ZNpwHjJAA/CGqnAeDk94d6mbNY0g0lLQQIECBAgAABAgQIELg9AQHg2ytzOSZAgAABAgQIECCwLAGr5frlkQYCt9sePw/hhw9DeP+j4xbB3XbIvdW0aZBvxi2gLxYALgRyO7XOYZC+OwSAx4LEm+s967axjouucr1sAHgTl91vDZ2We3FL6P120d8/220pXfovrh/f77fOHt3eugvklraAzqw47tXBZTUrF02NNu2i/C5OgAABAgQIECBAgEAIAsBqAQECBAgQIECAAAECBJYkUNzaef+d3+3K1Wf77wJ3QbnKdsqHlaYzfwN4sK3wHnJs++Q0LSX7w7kr3ynuAqWnBoCz1917Fs85VlFODAB/80MIL97ffdt5E5gNyTeAuxXek76zm5hlg8nRMT+E3feHe3WrsgJ4Q5GuVl/SfSQtBAgQIECAAAECBAgQuGEBAeAbLnxZJ0CAAAECBAgQILAIAavlkmKIAonZVb/RauDDNsbXEgCOtwseSXN2pWrhm7fnDACXAtzZG+fUAPBPIfzh613gdbM9cxeETVcKx4HtLuDaXb+0jXVxO+nYMA4Sf7x/oWDzXeIuMC0APLl91KZNpvNDAgQIECBAgAABAgTmERAAnsfRWQgQIECAAAECBAgQIDCfQLe17vPnIbx8uVshutnttwsAdv9+CA6WVskubAvonlCa5igg3Au8LnAL6D9svmH8qBy4/+kfIXR/7lZDlwK7aVmXtoTeXK01ANydM1cjS3XmsGr7eQjPX4bwsiEAbAvo+e55ZyJAgAABAgQIECBAgMCMAgLAM2I6FQECBAgQIECAAAECEwSslhuidSs4t3+JVs2mWysfVsquIQAcQojzF68CPgQ+k1XAh3+PVxZ3nHf4BnDofrtZERsFe+NyGWzNPGEF8DaInKyEHmx9naRhk72xbxSPbr+9qU6bLcQ/jK4bmfYCzJUA8OE6hZXZE5qC1fxEm7aaopQRAgQIECBAgAABAtcqIAB8rSUn3QQIECBAgAABAgQIrFcgDuL1tvmNApNxYPgQREyDca0rgHOU+3Olq057h+YCr5UA5eH3haB1Ntgb5zuT1sH3f7dR0v22xkkaawHS7ly9IHxyzezW0FMDwJtY7P77v5vLxOceS8Pm2Fy+O79BGjvvscBurn5VthfP2q/31pQzAgQIECBAgAABAgQIXIOAAPA1lJI0EiBAgAABAgQIEFizgNVymdItrEDdHHnYMrhbybn5x7uuAM5VsAsFgOPVt2kQc7C1cSEAvc3OHQPA23Nkgp/FgOcdAsBjec6lofTt3/g8gxXKUd3Z5uF/Qnjr/d33h3//7FgBDkHnNFCcqSO5a6y5rWrNmzatVcpxBAgQIECAAAECBAicSUAA+EywTkuAAAECBAgQIECAAAECBAgQIECAAAECBAgQIECAAIH7FhAAvm9x1yNAgAABAgQIECBAoC9gtZwaQYDAmgS0aWsqTXkhQIAAAQIECBAgcJUCAsBXWWwSTYAAAQIECBAgQIAAAQIECBAgQIAAAQIECBAgQIAAgaGAALBaQYAAAQIECBAgQIDAZQWslrusv6sTIDCvgDZtXk9nI0CAAAECBAgQIEDgZAEB4JPJ/IAAAQIECBAgQIAAAQIECBAgQIAAAQIECBAgQIAAAQLLFBAAXma5SBUBAgQIECBAgACB2xGwWu52ylpOCdyCgDbtFkpZHgkQIECAAAECBAgsWkAAeNHFI3EECBAgQIAAAQIECBAgQIAAAQIECBAgQIAAAQIECBBoFxAAbrdyJAECBAgQIECAAAEC5xCwWu4cqs5JgMClBLRpl5J3XQIECBAgQIAAAQIE9gICwKoCAQIECBAgQIAAAQIECBAgQIAAAQIECBAgQIAAAQIEViIgALySgpQNAgQIECBAgAABAlcrYLXc1RadhBMgkBHQpqkWBAgQIECAAAECBAhcWEAA+MIF4PIECBAgQIAAAQIECBAgQIAAAQIECBAgQIAAAQIECBCYS0AAeC5J5yFAgAABAgQIECBAYJqA1XLT3PyKAIFlCmjTllkuUkWAAAECBAgQIEDghgQEgG+osGWVAAECBAgQIECAAAECBAgQIECAAAECBAgQIECAAIF1CwgAr7t85Y4AAQIECBAgQIDA8gWsllt+GUkhAQLtAtq0ditHEiBAgAABAgQIECBwFgEB4LOwOikBAgQIECBAgAABAgQIECBAgAABAgQIECBAgAABAgTuX0AA+P7NXZEAAQIECBAgQIAAgVjAajn1gQCBNQlo09ZUmvJCgAABAgQIECBA4CoFBICvstgkmgABAgQIECBAgAABAgQIECBAgAABAgQIECBAgAABAkMBAWC1ggABAgQIECBAgACBywpYLXdZf1cnQGBeAW3avJ7ORoAAAQIECBAgQIDAyQICwCeT+QEBAgQIECBAgAABAgQIECBAgAABAgQIECBAgAABAgSWKSAAvMxykSoCBAgQIECAAAECtyNgtdztlLWcErgFAW3aLZSyPBIgQIAAAQIECBBYtIAA8KKLR+IIECBAgAABAgQIECBAgAABAgQIECBAgAABAgQIECDQLiAA3G7lSAIECBAgQIAAAQIEziFgtdw5VJ2TAIFLCWjTLiXvugQIECBAgAABAgQI7AUEgFUFAgQIECBAgAABAgQIECBAgAABAgQIECBAgAABAgQIrERAAHglBSkbBAgQIECAAAECBK5WwGq5qy06CSdAICOgTVMtCBAgQIAAAQIECBC4sIAA8IULwOUJECBAgAABAgQIECBAgAABAgQIECBAgAABAgQIECAwl4AA8FySzkOAAAECBAgQIECAwDQBq+WmufkVAQLLFNCmLbNcpIoAAQIECBAgQIDADQkIAN9QYcsqAQIECBAgQIAAAQIECBAgQIAAAQIECBAgQIAAAQLrFhAAXnf5yh0BAgQIECBAgACB5QtYLbf8MpJCAgTaBbRp7VaOJECAAAECBAgQIEDgLAICwGdhdVICBAgQIECAAAECBAgQIECAAAECBAgQIECAAAECBAjcv4AA8P2buyIBAgQIECBAgAABArGA1XLqAwECaxLQpq2pNOWFAAECBAgQIECAwFUKCABfZbFJNAECBAgQIECAAAECBAgQIECAAAECBAgQIECAAAECBIYCAsBqBQECBAgQIECAAAEClxWwWu6y/q5OgMC8Atq0eT2djQABAgQIECBAgACBkwUEgE8m8wMCBAgQIECAAAECBAgQIECAAAECBAgQIECAAAECBAgsU0AAeJnlIlUECBAgQIAAAQIEbkfAarnbKWs5JXALAtq0WyhleSRAgAABAgQIECCwaAEB4EUXj8QRIECAAAECBAgQIECAAAECBAgQIECAAAECBAgQIECgXUAAuN3KkQQIECBAgAABAgQInEPAarlzqDonAQKXEtCmXUredQkQIECAAAECBAgQ2AsIAKsKBAgQIECAAAECBAgQIECAAAECBAgQIECAAAECBAgQWImAAPBKClI2CBAgQIAAAQIECFytgNVyV1t0Ek6AQEZAm6ZaECBAgAABAgQIECBwYQEB4AsXgMsTIECAAAECBAgQIEBgK/DiLyF89DKP8c1PIXz4aPe3sePCFyH8/tnxHD+/COGdj47///k3Ifzjw+P/Hz1XCOGH30P4U+Ga3d+6s52a/vTcadr++fcQ3v88hC9+COGzTSL2/3X/HkvFPjnBv78VwufPQ/jpHyFsGFvzXfPrXeufIbz1/u5fejY/h/CXd0J4GV0/Z3aK5+b3334TwgcfhZC6hS4d+7qQ5iFO8+C3+z/GPmm60vO7fQkQIECAAAECBAgQIEBgcQICwIsrEgkiQIAAAQIECBAgcGMCVsvtCrw1KNkcAI4CkqWgX8s1v98ETwt1Mg7OtpwrDibngstxIDcXAN4GchvSkh4yKQDc4Ne7Tnx8HIgvBYC7f9+fJA101zznCABvLp1eN1TSJQBcb6C1aXUjRxAgQIAAAQIECBAgcFYBAeCz8jo5AQIECBAgQIAAAQIEGgW6gF+6mjUNhJaOSy8zCKB2AcrMStTNb3PnPay2TX6T+/dT059dXRxdJ01/KS2HQGkhX5u8pQHg2Ko13YfAZ+k6ScD4EFgtBIAP+fsihM83Ue1k9XYtjd3K3tYVwLXjuutV05WsMG6s3g4jQIAAAQIECBAgQIAAgfsTEAC+P2tXIkCAAAECBAgQIEAgJ2C13E6lNRDZGgCOt/4dbOObKYjcebsVt7nfd8d3gc5T01/aXro7XxoAHkvL5m/P9ttV5+rYlADwqX6HAHGXgC5QXAgAx/npVlmXyilne64AcDVdAsDVhlybViVyAAECBAgQIECAAAEC5xUQAD6vr7MTIECAAAECBAgQIECgTWB0y9/G79f2tvNNtvLdpuKUVaYj367dnKoLQKYB4GxuM+lPA8Df/BDCi/dD2HwGefO3EH8D+A/77+iOpH9MeUoAON0KueYXb438Q9h9v3i76vZZ5hvASRC19L3jLk9zBIBLPr0V5y3pEgBuu6EdRYAAAQIECBAgQIAAgcsJCABfzt6VCRAgQIAAAQIECBDYCFgtt6sHpQBwunXvWKB48D3XbvvjuKq1bgE9UwC4lP5BAPinEP7w9S5wuglUd0HUbZ66AHCc9kyAO90+u8v2pADw/seD7w7XtoDeBKk/3gd9QwiHwPbI9ta17+qeJQCcyUdx2/A48C4AXG24tWlVIgcQIECAAAECBAgQIHBeAQHg8/o6OwECBAgQIECAAAECBNoE0iBf6du2rVtAD64afaM2FyidewvoWvpzAeAPH+2/1xtCeP48hJcvQ+iC2oMtoO8pAHxwrPilQdzDFtLPQ3j+MoSXUcB1EFSOCqu1bKZuAR1vbZ1eqyldAsBtN7SjCBAgQIAAAQIECBAgcDkBAeDL2bsyAQIECBAgQIAAAQIbAavldvVgLAAbr6JtDQDnjhv7be5v3YrQkKwWPfz7frvmP01IfykAnH5LN/0mcJqWkl18d01ZAXyqX24Vb2+19t4wvAjhnY/K9366YrqYvyggHX87uLtmd55coDhXrnFgOJe6Q7oEgKsNtzatSuQAAgQIECBAgAABAgTOKyAAfF5fZydAgAABAgQIECBAgECbQDY4m1l12vqt4GJAr3UL6H2yx1aFxltOn5r+YgA4hBAHmONrjKUlFxju5KcEgE/1y27jHK9S3rt//5cQPopWNh9qR1fWmfIpBe5bVuyWVgp3v+0Cu901BtuIp+mK6uSgZk/8RnPbHeIoAgQIECBAgAABAgQIEGgUEABuhHIYAQIECBAgQIAAAQJnErBabgdbCvKlqzW7AGK2OJLg4SCIWfp+7cj147TF14xXnU5J/1gAOESB0zQgGQeHu/SUvv3b/X1KAHjz21P8St/x7ZXff4Xwn++E8DJaOR2bdkHZND8tK7dLZVPdKnrzneL/F8KL/9uYrv8J4a33C42BAPAWRpt2ps7CaQkQIECAAAECBAgQaBUQAG6VchwBAgQIECBAgAABAgQIECBAgAABAgQIECBAgAABAgQWLiAAvPACkjwCBAgQIECAAAECqxewWm71RSyDBG5KQJt2U8UtswQIECBAgAABAgSWKCAAvMRSkSYCBAgQIECAAAECBAgQIECAAAECBAgQIECAAAECBAhMEBAAnoDmJwQIECBAgAABAgQIzChgtdyMmE5FgMDFBbRpFy8CCSBAgAABAgQIECBw6wICwLdeA+SfAAECBAgQIECAAAECBAgQIECAAAECBAgQIECAAIHVCAgAr6YoZYQAAQIECBAgQIDAlQpYLXelBSfZBAhkBbRpKgYBAgQIECBAgAABAhcWEAC+cAG4PAECBAgQIECAAAECBAgQIECAAAECBAgQIECAAAECBOYSEACeS9J5CBAgQIAAAQIECBCYJmC13DQ3vyJAYJkC2rRllotUESBAgAABAgQIELghAQHgGypsWSVAgAABAgQIECBAgAABAgQIECBAgAABAgQIECBAYN0CAsDrLl+5I0CAAAECBAgQILB8Aavlll9GUkiAQLuANq3dypEECBAgQIAAAQIECJxFQAD4LKxOSoAAAQIECBAgQIAAAQIECBAgQIAAAQIECBAgQIAAgfsXEAC+f3NXJECAAAECBAgQIEAgFrBaTn0gQGBNAtq0NZWmvBAgQIAAAQIECBC4SgEB4KssNokmQIAAAQIECBAgQIAAAQIECBAgQIAAAQIECBAgQIDAUEAAWK0gQIAAAQIECBAgQOCyAlbLXdbf1QkQmFdAmzavp7MRIECAAAECBAgQIHCygADwyWR+QIAAAQIECBAgQIAAAQIECBAgQIAAAQIECBAgQIAAgWUKCAAvs1ykigABAgQIECBAgMDtCFgtdztlLacEbkFAm3YLpSyPBAgQIECAAAECBBYtIAC86OKROAIECBAgQIAAAQIECBAgQIAAAQIECBAgQIAAAQIECLQLCAC3WzmSAAECBAgQIECAAIFzCFgtdw5V5yRA4FIC2rRLybsuAQIECBAgQIAAAQJ7AQFgVYEAAQIECBAgQIAAAQIECBAgQIAAAQIECBAgQIAAAQIrERAAXklBygYBAgQIECBAgACBqxWwWu5qi07CCRDICGjTVAsCBAgQIECAAAECBC4sIAB84QJweQIECBAgQIAAAQIECBAgQIAAAQIECBAgQIAAAQIECMwlIAA8l6TzECBAgAABAgQIECAwTcBquWlufkWAwDIFtGnLLBepIkCAAAECBAgQIHBDAgLAN1TYskqAAAECBAgQIECAAAECBAgQIECAAAECBAgQIECAwLoFBIDXXb5yR4AAAQIECBAgQGD5AlbLLb+MpJAAgXYBbVq7lSMJECBAgAABAgQIEDiLgADwWVidlAABAgQIECBAgAABAgQIECBAgAABAgQIECBAgAABAvcvIAB8/+auSIAAAQIECBAgQIBALGC1nPpAgMCaBLRpaypNeSFAgAABAgQIECBwlQICwFdZbBJNgAABAgQIECBAgAABAgQIECBAgAABAgQIECBAgACBoYAAsFpBgAABAgQIECBAgMBlBayWu6y/qxMgMK+ANm1eT2cjQIAAAQIECBAgQOBkAQHgk8n8gAABAgQIECBAgAABAgQIECBAgAABAgQIECBAgAABAssUEABeZrlIFQECBAgQIECAAIHbEbBa7nbKWk4J3IKANu0WSlkeCRAgQIAAAQIECCxaQAB40cUjcQQIECBAgAABAgQIECBAgAABAgQIECBAgAABAgQIEGgXEABut3IkAQIECBAgQIAAAQLnELBa7hyqzkmAwKUEtGmXknddAgQIECBAgAABAgT2AgLAqgIBAgQIECBAgAABAgQIECBAgAABAgQIECBAgAABAgRWIiAAvJKClA0CBAgQIECAAAECVytgtdzVFp2EEyCQEdCmqRYECBAgQIAAAQIECFxYQAD4wgXg8gQIECBAgAABAgQIECBAgAABAgQIECBAgAABAgQIEJhLQAB4LknnIUCAAAECBAgQIEBgmoDVctPc/IoAgWUKaNOWWS5SRYAAAQIECBAgQOCGBASAb6iwZZUAAQIECBAgQIAAAQIECBAgQIAAAQIECBAgQIAAgXULCACvu3zljgABAgQIECBAgMDyBayWW34ZSSEBAu0C2rR2K0cSIECAAAECBAgQIHAWAQHgs7A6KQECBAgQIECAAAECBG5A4O9vhfD5Jp/PQ/jpHyE86vL8cwh/eSeElyWDL0L4IYTw/vbH+f+++TaEjz4o/PGLEH7/7Pi3bTq6NPwzhLfeP+F3IYQffg/hT9FPXvwlhI9ehvDNTyF8+CiE7v+X0vrtNyF88FE5L+n5D277nxz+3rnt8/L9Ph3p72+gaskiAQIECBAgQIAAAQIECEwXEACebueXBAgQIECAAAECBAjMIWC13ByKFzhHEmjtgqXblJw7ALyJOX8Twj8+3OW7OQCc+909B4BLweRtkFcA+AIVef5LatPmN3VGAgQIECBAgAABAgROEhAAPonLwQQIECBAgAABAgQIECCwFegCmV98EcLnn/cDsj2iJKh5WCUcHfTPv+9WA3/xQwifdUtxuwBzstr3EFyOVh1nA8Dp77rzpb9rCADH+UlXB2/+9vOLEN75aMSgO0HG4uC4z/s2L/u0d3+zAthNR4AAAQIECBAgQIAAAQInCAgAn4DlUAIECBAgQIAAAQIEziBgtdwZUM99yjiQ+V8h/Odmu+d0G+iRoGeavHsNAEeB4W4r5toW0HF67xQA7lYrJyuR0/O/+HC3unnr8s9ke+1zl63z31lAm3ZnQicgQIAAAQIECBAgQOBuAgLAd/PzawIECBAgQIAAAQIECNyeQLriNRcUPajcdQVwgTdeLXzKFtBxsHfuAHA2qclK5C7YHR/b2z779qqTHBMgQIAAAQIECBAgQIDAvAICwPN6OhsBAgQIECBAgAABAqcKWC13qtjlj08DvqNbIJ8hAJyu2D0lABzOuAV0SwB4c0znFR/f2/768kUsBXcQ0KbdAc9PCRAgQIAAAQIECBCYQ0AAeA5F5yBAgAABAgQIECBAgMDNCHQB3UKGB9+rvWsAuFtB233DNyTfCu62Ve4Cu6VvB0fbL3crbudeAfz8m93Wzaf81wXTQ/rN4lNO4lgCBAgQIECAAAECBAgQIHAUEABWGwgQIECAAAECBAgQuKyA1XKX9T/16rktjONzDFayzhUATlbODrZynhAA7oKvvcBtFGgeBLNDCHf6BnAuOD0SsD61bBy/DAFt2jLKQSoIECBAgAABAgQI3LCAAPANF76sEyBAgAABAgQIECBA4GSBbtVs+t3aw7bG6UrWGQPAm8TmVsxO3QI6txXzAaSwIncsAFzCjK06v/RYW0CfXBX9gAABAgQIECBAgAABAgTyAgLAagYBAgQIECBAgAABApcVsFrusv4nXb1brRp9R/fw+2hr6N7K2ZkDwCG6Thc0bQ4A59Idrfjt8jK2lfNdA8Cba6RBYMHfk2rh4g/Wpi2+iCSQAAECBAgQIECAwNoFBIDXXsLyR4AAAQIECBAgQIAAAQIECBAgQIAAAQIECBAgQIDAzQgIAN9MUcsoAQIECBAgQIAAgYUKWC230IKRLAIEJglo0yax+REBAgQIECBAgAABAvMJCADPZ+lMBAgQIECAAAECBAgQIECAAAECBAgQIECAAAECBAgQuKiAAPBF+V2cAAECBAgQIECAAIFgtZxKQIDAmgS0aWsqTXkhQIAAAQIECBAgcJUCAsBXWWwSTYAAAQIECBAgQIAAAQIECBAgQIAAAQIECBAgQIAAgaGAALBaQYAAAQIECBAgQIDAZQWslrusv6sTIDCvgDZtXk9nI0CAAAECBAgQIEDgZAEB4JPJ/IAAAQIECBAgQIAAAQIECBAgQIAAAQIECBAgQIAAAQLLFBAAXma5SBUBAgQIECBAgACB2xGwWu52ylpOCdyCgDbtFkpZHgkQIECAAAECBAgsWkAAeNHFI3EECBAgQIAAAQIECBAgQIAAAQIECBAgQIAAAQIECBBoFxAAbrdyJAECBAgQIECAAAEC5xCwWu4cqs5JgMClBLRpl5J3XQIECBAgQIAAAQIE9gICwKoCAQIECBAgQIAAAQIECBAgQIAAAQIECBAgQIAAAQIEViIgALySgpQNAgQIECBAgAABAlcrYLXc1RadhBMgkBHQpqkWBAgQIECAAAECBAhcWEAA+MIF4PIECBAgQIAAAQIECBAgQIAAAQIECBAgQIAAAQIECBCYS0AAeC5J5yFAgAABAgQIECBAYJqA1XLT3PyKAIFlCmjTllkuUkWAAAECBAgQIEDghgQEgG+osGWVAAECBAgQIECAAAECBAgQIECAAAECBAgQIECAAIF1CwgAr7t85Y4AAQIECBAgQIDA8gWsllt+GUkhAQLtAtq0ditHEiBAgAABAgQIECBwFgEB4LOwOikBAgQIECBAgAABAgQIECBAgAABAgQIECBAgAABAgTuX0AA+P7NXZEAAQIECBAgQIAAgVjAajn1gQCBNQlo09ZUmvJCgAABAgQIECBA4CoFBICvstgkmgABAgQIECBAgAABAgQIECBAgAABAgQIECBAgAABAkMBAWC1ggABAgQIECBAgACBywpYLXdZf1cnQGBeAW3avJ7ORoAAAQIECBAgQIDAyQICwCeT+QEBAgQIECBAgAABAgQIECBAgAABAgQIECBAgAABAgSWKSAAvMxykSoCBAgQIECAAAECtyNgtdztlLWcErgFAW3aLZSyPBIgQIAAAQIECBBYtIAA8KKLR+IIECBAgAABAgQIECBAgAABAgQIECBAgAABAgQIECDQLiAA3G7lSAIECBAgQIAAAQIEziFgtdw5VJ2TAIFLCWjTLiXvugQIECBAgAABAgQI7AUEgFUFAgQIECBAgAABAgQIECBAgAABAgQIECBAgAABAgQIrERAAHglBSkbBAgQIECAAAECBK5WwGq5qy06CSdAICOgTVMtCBAgQIAAAQIECBC4sIAA8IULwOUJECBAgAABAgQIECBAgAABAgQIECBAgAABAgQIECAwl4AA8FySzkOAAAECBAgQIECAwDQBq+WmufkVAQLLFNCmLbNcpIoAAQIECBAgQIDADQkIAN9QYcsqAQIECBAgQIAAAQIECBAgQIAAAQIECBAgQIAAAQLrFhAAXnf5yh0BAgQIECBAgACB5QtYLbf8MpJCAgTaBbRp7VaOJECAAAECBAgQIEDgLAICwGdhdVICBAgQIECAAAECBAgQIECAAAECBAgQIECAAAECBAjcv4AA8P2buyIBAgQIECBAgAABArGA1XLqAwECa6WA1WkAACAASURBVBLQpq2pNOWFAAECBAgQIECAwFUKCABfZbFJNAECBAgQIECAAAECBAgQIECAAAECBAgQIECAAAECBIYCAsBqBQECBAgQIECAAAEClxWwWu6y/q5OgMC8Atq0eT2djQABAgQIECBAgACBkwUEgE8m8wMCBAgQIECAAAECBAgQIECAAAECBAgQIECAAAECBAgsU0AAeJnlIlUECBAgQIAAAQIEbkfAarnbKWs5JXALAtq0WyhleSRAgAABAgQIECCwaAEB4EUXj8QRIECAAAECBAgQIECAAAECBAgQIECAAAECBAgQIECgXUAAuN3KkQQIECBAgAABAgQInEPAarlzqDonAQKXEtCmXUredQkQIECAAAECBAgQ2AsIAKsKBAgQIECAAAECBAgQIECAAAECBAgQIECAAAECBAgQWImAAPBKClI2CBAgQIAAAQIECFytwGa13Oa/338PoVs55395qA/uh2tvB662UZZwAgQIECBAgAABAgSuXUAA+NpLUPoJECBAgAABAgQIECBAgAABAgQIECBAgAABAgQIECCwFxAAVhUIECBAgAABAgQIECBAgAABAgQIECBAgAABAgQIECCwEgEB4JUUpGwQIECAAAECBAgQIECAAAECBAgQIECAAAECBAgQIEBAAFgdIECAAAECBAgQIECAAAECBAgQIECAAAECBAgQIECAwEoEBIBXUpCyQYAAAQIECBAgQIAAAQIECBAgQIAAAQIECBAgQIAAAQFgdYAAAQIECBAgQIAAAQIECBAgQIAAAQIECBAgQIAAAQIrERAAXklBygYBAgQIECBAgAABAgQIECBAgAABAgQIECBAgAABAgQEgNUBAgQIECBAgAABAgQIECBAgAABAgQIECBAgAABAgQIrERAAHglBSkbBAgQIECAAAECBAgQIECAAAECBAgQIECAAAECBAgQEABWBwgQIECAAAECBAgQIECAAAECBAgQIECAAAECBAgQILASAQHglRSkbBAgQIAAAQIECBAgQIAAAQIECBAgQIAAAQIECBAgQEAAWB0gQIAAAQIECBAgQIAAAQIECBAgQIAAAQIECBAgQIDASgQEgFdSkLJBgAABAgQIECBAgAABAgQIECBAgAABAgQIECBAgAABAWB1gAABAgQIECBAgAABAgQIECBAgAABAgQIECBAgAABAisREABeSUHKBgECBAgQIECAAAECBAgQIECAAAECBAgQIECAAAECBASA1QECBAgQIECAAAECBAgQIECAAAECBAgQIECAAAECBAisREAAeCUFKRsECBAgQIAAAQIECBAgQIAAAQIECBAgQIAAAQIECBAQAFYHCBAgQIAAAQIECBAgQIAAAQIECBAgQIAAAQIECBAgsBIBAeCVFKRsECBAgAABAgQIECBAgAABAgQIECBAgAABAgQIECBAQABYHSBAgAABAgQIECBAgAABAgQIECBAgAABAgQIECBAgMBKBASAV1KQskGAAAECBAgQIECAAAECBAgQIECAAAECBAgQIECAAAEBYHWAAAECBAgQIECAAAECBAgQIECAAAECBAgQIECAAAECKxEQAF5JQcoGAQIECBAgQIAAAQIECBAgQIAAAQIECBAgQIAAAQIEBIDVAQIECBAgQIAAAQIECBAgQIAAAQIECBAgQIAAAQIECKxEQAB4JQUpGwQIECBAgAABAgQIECBAgAABAgQIECBAgAABAgQIEBAAVgcIECBAgAABAgQIECBAgAABAgQIECBAgAABAgQIECCwEgEB4JUUpGwQIECAAAECBAgQIECAAAECBAgQIECAAAECBAgQIEBAAFgdIECAAAECBAgQIECAAAECBAgQIECAAAECBAgQIECAwEoEBIBXUpCyQYAAAQIECBAgQIAAAQIECBAgQIAAAQIECBAgQIAAAQFgdYAAAQIECBAgQIAAAQIECBAgQIAAAQIECBAgQIAAAQIrERAAXklBygYBAgQIECBAgAABAgQIECBAgAABAgQIECBAgAABAgQEgNUBAgQIECBAgAABAgQIECBAgAABAgQIECBAgAABAgQIrERAAHglBSkbBAgQIECAAAECBAgQIECAAAECBAgQIECAAAECBAgQEABWBwgQIECAAAECBAgQIECAAAECBAgQIECAAAECBAgQILASAQHglRSkbBAgQIAAAQIECBAgQIAAAQIECBAgQIAAAQIECBAgQEAAWB0gQIAAAQIECBAgQIAAAQIECBAgQIAAAQIECBAgQIDASgQEgFdSkLJBgAABAgQIECBAgAABAgQIECBAgAABAgQIECBAgAABAWB1gAABAgQIECBAgAABAgQIECBAgAABAgQIECBAgAABAisREABeSUHKBgECBAgQIECAAAECBAgQIECAAAECBAgQIECAAAECBASA1QECBAgQIECAAAECBAgQIECAAAECBAgQIECAAAECBAisREAAeCUFKRsECBAgQIAAAQIECBAgQIAAAQIECBAgQIAAAQIECBAQAFYHCBAgQIAAAQIECBAgQIAAAQIECBAgQIAAAQIECBAgsBIBAeCVFKRsECBAgAABAgQIECBAgAABAgQIECBAgAABAgQIECBAQABYHSBAgAABAgQIECBAgAABAgQIECBAgAABAgQIECBAgMBKBASAV1KQskGAAAECBAgQIECAAAECBAgQIECAAAECBAgQIECAAAEBYHWAAAECBAgQIECAAAECBAgQIECAAAECBAgQIECAAAECKxEQAF5JQcoGAQIECBAgQIAAAQIECBAgQIAAAQIECBAgQIAAAQIEBIDVAQIECBAgQIAAAQIECBAgQIAAAQIECBAgQIAAAQIECKxEQAB4JQUpGwQIECBAgAABAgQIECBAgAABAgQIECBAgAABAgQIEBAAVgcIECBAgAABAgQIECBAgAABAgQIECBAgAABAgQIECCwEgEB4JUUpGwQIECAAAECBAgQIECAAAECBAgQIECAAAECBAgQIEBAAFgdIECAAAECBAgQIECAAAECBAgQIECAAAECBAgQIECAwEoEBIBXUpCyQYAAAQIECBAgQIAAAQIECBAgQIAAAQIECBAgQIAAAQFgdYAAAQIECBAgQIAAAQIECBAgQIAAAQIECBAgQIAAAQIrERAAXklBygYBAgQIECBAgAABAgQIECBAgAABAgQIECBAgAABAgQEgNUBAgQIECBAgAABAgQIECBAgAABAgQIECBAgAABAgQIrERAAHglBSkbBAgQIECAAAECBAgQIECAAAECBAgQIECAAAECBAgQEABWBwgQIECAAAECBAgQIECAAAECBAgQIECAAAECBAgQILASAQHglRSkbBAgQIAAAQIECBAgQIAAAQIECBAgQIAAAQIECBAgQEAAWB0gQIAAAQIECBAgQIAAAQIECBAgQIAAAQIECBAgQIDASgQEgFdSkLJBgAABAgQIECBAgAABAgQIECBAgAABAgQIECBAgAABAWB1gAABAgQIECBAgAABAgQIECBAgAABAgQIECBAgAABAisREABeSUHKBgECBAgQIECAAAECBAgQIECAAAECBAgQIECAAAECBASA1QECBAgQIECAAAECBAgQIECAAAECBAgQIECAAAECBAisREAAeCUFKRsECBAgQIAAAQIECBAgQIAAAQIECBAgQIAAAQIECBAQAFYHCBAgQIAAAQIECBAgQIAAAQIECBAgQIAAAQIECBAgsBIBAeCVFKRsECBAgAABAgQIECBAgAABAgQIECBAgAABAgQIECBAQABYHSBAgAABAgQIECBAgAABAgQIECBAgAABAgQIECBAgMBKBASAV1KQskGAAAECBAgQIECAAAECBAgQIECAAAECBAgQIECAAAEBYHWAAAECBAgQIECAAAECBAgQIECAAAECBAgQIECAAAECKxEQAF5JQcoGAQIECBAgQIAAAQIECBAgQIAAAQIECBAgQIAAAQIEBIDVAQIECBAgQIAAAQIECBAgQIAAAQIECBAgQIAAAQIECKxEQAB4JQUpGwQIECBAgAABAgQIECBAgAABAgQIECBAgAABAgQIEBAAVgcIECBAgAABAgQIECBAgAABAgQIECBAgAABAgQIECCwEgEB4JUUpGwQIECAAAECBAgQIECAAAECBAgQIECAAAECBAgQIEBAAFgdIECAAAECBAgQIECAAAECBAgQIECAAAECBAgQIECAwEoEBIBXUpCyQYAAAQIECBAgQIAAAQIECBAgQIAAAQIECBAgQIAAAQFgdYAAAQIECBAgQIAAAQIECBAgQIAAAQIECBAgQIAAAQIrERAAXklBygYBAgQIECBAgAABAgQIECBAgAABAgQIECBAgAABAgQEgNUBAgQIECBAgAABAgQIECBAgAABAgQIECBAgAABAgQIrERAAHglBSkbBAgQIECAAAECBAgQIECAAAECBAgQIECAAAECBAgQEABWBwgQIECAAAECBAgQIECAAAECBAgQIECAAAECBAgQILASAQHglRSkbBAgQIAAAQIECBAgQIAAAQIECBAgQIAAAQIECBAgQEAAWB0gQIAAAQIECBAgQIAAAQIECBAgQIAAAQIECBAgQIDASgQEgFdSkLJBgAABAgQIECBAgAABAgQIECBAgAABAgQIECBAgAABAWB1gAABAgQIECBAgAABAgQIECBAgAABAgQIECBAgAABAisREABeSUHKBgECBAgQIECAAAECBAgQIECAAAECBAgQIECAAAECBASA71wHfg7ffvlVePVbfKIH4eknn4YPHnX/tjvmxyefhE+P/3jnK9/5BK+/Dn/7/u3wyacfhENS9yd9/fXfwss33RUeh+d//Ti817vg6/D1316GwyEPng7P8/O34cuvXoUjTerSloPXX38Z/v3nznN33fD8r+HjfoLaTjZy1DbPv2byccqZ93l+OFv6cvVrmKDH1eudz62FZ2sbnoe/nlho/bJvudItHtPVkfH7a3dP5+7lu5gN27afv/0yfPfup3e+Pzfn+erHJ9n26S4pTn/bb+v6f33wdGFt9pwZL5xr4/H92/t8b/qIl78m/dnuh2Nu3ak7v/79P7G+DvqTOANxvd6d/5dntT7iUv3yri3+9Qbr1j1U3/IltnV5M3RIxzL3n6p19Gv7+/jhvl+f1fdS9+b914XmK460xc3nuLID57tPXoevv/x3+PP+Wee+xhbzcMfPAHOP35IUbvrY794Nn46N02e9z6Prt1x7HtDTzzL7c11rEpI2Nlz2OW44do6fzYd5Wvp9Nl/70uW9PPYcjJcf15+HW56lesYz1tOWa7fW4tmPW3JbMSmzc4137qmfm6mezTLnFnuPPiN2B9b70Iu2WyN5mH8+Yq56V670W8veBHndf3i2pN8bjEHucYw01/hne543IV+mab8/qVGZ6Ufzp6V97ujns83313Ea5mlmagfHx1XLGvONuu3r9OaYUlvVH1ecv/2pl/PtHiEAfKey3wdB04H8/iaoB+XudPG7/bgbZGQCt8NB2Safr8N7h4nTfNCnH6wZNp6TAlCDSa/zNYazDEbP1CEcC7uhU8rWjPO5tVTESQHgG5zwbLHMTLPsXkIJD8KD3x6GZ7kAx6FjnjL4PiFVZ6//J6Sl8dDifb/PS7ilQF36UlDzPTj+kJANAJ9aX0fq1qBv2R77S/5eONSLSw0+p7bhjRXaYcsWaL6nlp2NEOafGDjm+FL35oLNV1NvGo1nzO8sY/vGZM992G4C9eE9vLhyzvu5pnLJa9fSFkK42Lh2wS4z3p8NJTD/IWdIfzexnc79DO7hlmeLKXVuym9ysnOdZ/5S29yMu+fd7sWzs1zjOk+a9nNnC2TOVD/O3i9PvMfP5tZSrUq2LW1Gy/nv7Zj9/Hgyx9wFhE+bHx+fv7y/MdKMeIc5udzCjSW1cedOy9j5LzlvfaF5molt1ow1c+KpGrwGbZvn/InYs/xMAPgujCNvAp19YHOHdPfeyEoDwNsb9MfwpLeCefP8+2X46pdnuxWcuQYq/V3WZtNAfB/eTs49mhUB4ISnoZHNgl6yI92vFjx1BfDVdoR3uDkn/bQbQD0Oj9+8yayO3/z9RfjlYQhv3px5InGmB8NJDBN/NNZWX/RBcGJ+pv8s00Y034MTAsAPT6yvo3VrmPbeSuYsyqUGn1Pb8Okl65cLEmi+pxaU5pH75zwTsZe6Nxdsvpp602g8Y36X/DxW07i/yc1zT/SN5fSS166VgABw/pGyvDtMg+jlD5mxfQn7ldndjmj94Ea+L+vNqeQ0pjxLTfnNXNe+txJdeFtxbw7DCwkAp9Nl09qoiz731150PnUe7UL1cWzMdfpioDUHgLfLJZOd7pbUxp07LQLAvVt01nHJfd78DfNaAsD3WSDVawkAV4nKB7Q/mCcPAF1w9HkIL4/7LIfBG1HRcvoQcm8JNWzDnCQ/fvvqvdeZLY8LQe3egKghAJwfQJ02qZduHbLbUqDbEmKLd9yCerCd0uk2bZNE8VYje9z42pnBW+6t4P4WGKdsjV1qZCvpOmwddqJbmLj992Ac3t8Cuqsfz5/8GF4etoc5OuTLfrdR+ajdfgXj04evwqvN0/hhYFXz2Zw5Oebx0/D011eDN42r199sMzr13i51/qODguMA6nl4Odxqe1MnX4TwbGudBIDT7YZyb2v++CSUyqkz225v/+532y1tDv9F98VYeXbn+OXJ0/Drq92W8Zu28M//jreA7h4AavW3rQzj6lkNAB/M9i+wPH0YXu0q12Fr5PH87a7WqzcPnoZtHT1sOV8+9+6Fm8i11xeMuYTeNv3VN25zbX/zYHRKAPh5OKm+NgSAe9sqj7ygtSuRrj96Hp78+PL4GYfSw1j8mYfCrh+HepX7JMLhj10b/jQ8fPXq0IfltsxJ61WuDMePab1v+g12t2J7Wz7JpyBC/HmIKf1uZouz3IRpvGtY/Pfs2CKpp7vJ1Se79nvXoIS/vvc62gK6texr92129nTwWZAu/eUxzffh7YZ2JVf+g+20enVvxvah1j+m99ugnNOxRNpWx1tiTiyfTXH08r87T9q3bHe4TcfXW/9ku/s0Dw3bdnarBfvNxXE7+trY59hMxO3+g/A0l760+p36zJCO7+7p2aRmcOp9Ur4H0nHfrs/+47+Gn5cY78Mb29G0rx7tB/a9ULJFYtwPpPka2y7wxydj/VhuAjXus/tjhbCvF4+q7Wg+D/kAWCl9ybPaoU4Ox+zVMUzaRm2SF9+zrfU7ue8fP92NTUc/7dNQ9vXnvtr4tV+OZ+unK04t493tCKv3GZfGeyg3Z5F+CqbX3+fPO7Zdavvz5e5ZZPzLRdFKtw9DePFVWk8KwYux8Wlal7Z1eHOPDscJvbasGyPv62vXB/XzUGkLtuOk/HNcfazRT99//EcI//3fw5eOq3NnxXsp11b8Ofy71McngflhoCUdB2wHEL1P3ky9x9ra7q6yT5wjPNwr4/1c+fl9f4JTxzmtLxpUxvqDZ+/u+LjfPDVt/Yf7/CeMKumqjU+O7Mln7jL9fcszXK/JOzUAPDo/cHx56TgeHX4u6fB5wtb+MffYE/9brX68fh1ev/de77OC9bYl+vRf1Hb2nkd7W8+WxhXRmKX0jDg2f5dpt8fTXsDq+rD9c1/2GTjZ5aA8fijNv6Rz7jPNg1af4WsVpFdZRnZ0aB8z1MdWwzS1jPl/fToyT5Ot5/XYQ/+6x/txPObx1/BxKLzQUnv2Hjy3ThlbDz/7dqiz1Wf9TD+7TdOj/edRa3NwlXn/U6qbYw8CAsB3qQxRpR9/SMgN7t70JqoGb0QlDctwwLxvZKIb+9S3qrKBj7EA8CEQMgzkppOy3aC5/83XCW8SDQIQXeMaDdL3A6BjGUyzqQeAM+lPt2VJym1XJpkHivhbrIP0j1XKXAC4IV2HB6ERt64+j9apO9hGby4eOrrDtfZ5CNGbcJng06COp3bdYLjX4bX4pMdEHeSYR+n60YPAafd2PsA/XjejtPeCHMeB7ovwYfgwvOhvJbhP+3GiZFgG9XJK2oLiCxBRvUvvmcOkXf8+yU0evYkfzgf3TVsZDufMy9/+7rt3bU8/kDG4xwf52w9eou+LHwarh3qSP3dut4V+fRq2h8dBZBqgDtlv+XYe2Tb7zAHgflCuUl/HHipHBuLl78Uf7/F0IHvc9ruh7RgY1fq54wNC+br7ydNXUZll6tWurMeOaekvh/1NVz8PbUM01kn/7WjV0Ddkyqmfh4xdLrg7OiHc2f3W/w5Nb2zTUvYt921qV0//8J7O3/v1sh2m77AS6dBnzdU+DPuGQxvWXSv2LfUDaRvYewEm/i72tPIZ5r87T/KSXXrPHibRGvqpeIwyKP7dhGAcKErLsd6nHh+Whw/YIy8L1p4ZWsZ3ncPk8csGpN4OtBvEAfmR/jeqV8XrR8dkn1ficfqgrW1oR0/uB7pJjbE617VlYzu3tNwrtQDw5o2IYdvVlVMvmJY8I9bbqZb0FcZu8QRodSzS2le3PXsP+rX9i4nZYGBD2VefXTr/qH0ZtLHJN4DP1k+3tAPV8sgHgMfH8IVJ2oYA8CZkOTaeGpy5VGa/ReP7k57NCyvFt23JcFe17E5qo0GUkXFC53MYp9XnR/rj4uTeaei/y2ONyC87Lq+Mj6v3Uuk5L+0b6/1Q/fnqOPF8yli4FNgsv0AyYY4wM02UXrepny09j584zhkkpzrWT8avmfFJ9zLd4HlsLG21AHBDuprcmudPxp/hWty2x2zTnXzWqDZHVr2P56l3+bZ1sxndx70gb2lmczi/ld67yfglOwaJxkgNY93y2KYyPkiuXU97JQD8yafh3e8288TDwHy8u1Jt/JB9qabX9zSMj1rGIA33z2lhlbH+oGHcfVhccVq/XZ+3a5inGVic3ucM6k8h5rHrr0fmh7v59Wp73jBHMWyU9i+1jxnn09Y71cCr5dmg64NPK9/T6uBtHi0AfNdyjyZGD6cqrCDqv2WVX2nQDRBrwcj8G5QNN2CU3+w1Cg8rueBy742b5A2TcweAeyu9komLqTY1890ALH2QKz84bVcwxpPzh0Hc8E3y6rUP5ZYp45Z07ScOxtzyaehf7062gwBwMqmVnZSN7pNCAKiX7tykRItPMqg7Drhfhd+6un2n6x/LvFbWpZc9+mXXmymI3qDbreQ4Ptxv6ud34d1PPw7b1RzJSxyD7Ttrk8jb+d34LbRKALhg1s9jfgCYCwCP1d9dupKHjtxDZdLmF8tj8IBXuveG93Mvf9n6tx8oJgHgtIzrQdnhgHP40NyyhWGh72iY5NuHbUe/y9XPR1zerfV1LA/dIDK/wvDQ75YGtbm3bLtgQUPbUV3NMHw63q3MTvrM/nny5THPMbUAdWbAnXkwTAMGLX1DGniJ29nd2Kc+hsmeIxckTnc7yAWATy779L5NC7ee/lIAuH/vt5d/+oJD9qWVzC4lvW+bF9rp47Aj9+Zx0vbEvrV2o3a9wnf+cnkbz3+urid91j6T6YRAeXxcXglYr9+FgF6mT0375kGgrbUfi/PXC5RuO/NtW3Soe8Xx013GL8PrZNuK2vgvO4bNBTYLL26UAsBNY5Tc/divWyf3A03XPSEAPNaWJYHDfJ9dCgDnxundOKulncr3N/37Kz2moR1Nm96Gvrr8+aJK/a4EAqtlP/XZYfAyRb++D5/Lhy/qTOmnW5yqAczCCuDRMXxmPqbe32fGwN21x76dXW1vdompPa+NT3B249b5AsDpM0LPZzD5m8tDw8sghYntlrFG9hkm7ncqfX/1XhqMDUaeHwfl329X6s9XU8bCu1VNp30aIxeIG58jzE1d5gPA4/MsU8Y5Ld9EbxkLHa/9bvgu80w0KW0xTGY805Ku+vik8AzVq9stfWO2wdu+RBjvIHM8Kr86vbfQJs7zz7UtsOepd8OuOJ5rytXUXiElc1YNbVYlADx5LrNh/NufZ2obf2YF4muF/UrydEFMN6ZrGT+UArO9l4Mq89fZ57Z+/9py/9RKvP/3egB4dMzQYpMdK1bm7TIvsm5OM5zbO56nPgcS6n3DaAC4/NJ31zfX28wJY+vC83zuebw8T52bw2t4NphSvqdVwJs9WgB4xqI/vDW2P2e6sm6wzUb8dlSvktcmaMt/zwde85nMd5Klt0O279fu3ujK3ZC5t6IG36qo5SuTzkpjOJzIKA++azZTHvQOg7QkSBgePAi//fbbYPuo4sNNLniVHzX0J+wKHdsgXdUJoIrb9gHuj+FfhQebJts0AFxZxZVOMDTZ1RzTFzb25dZyL0y+/kn3dqaTrE2mJw/EvbLY/Pb1e9tvd7cEj7KTRaPlVAkAl9KeMUkDdbkA8Nhb6y1lWHxojndYjg6qbp3WkL/diyDDFTwtwYz+s+zmLdHuX7oHwdxgLvNQUgu4lP5erXtdesbb9nIA+L3dBFvXNhTra24rq0insNXmeLs0EggaBEoy10/a/G7r8vHtArdTitkH3t4LRqUH93iSu+WYRw2Tfdlud7gqfmgZl/np/W46Xurutd2kdu67SPvevret5D7xuQBwtt3qAhf1sg+9F2aOSLVxQi39pQBwr20bbVcyk8nFrQ7naR+yD/3pRGyv791PGvS2ZIsqWrVdqZfP7oMQ3X/H623/Jfn0Q69vaWrrSg/J+XTl+pVS/W4NaAx2Lhg1q42tK88MXXuXGz+dNH5pezapG6Qvmo20m9U6MJw06V2/oQ/vXkxpWTXX3A80Xbc9AJyOn+rji7SsCgHgsXa0qZ1quZeH1662o2PP7oVx/thLgrsXkAr3d+P4qVT2Lc8O2xc0U+tBsCsTAE7GKrP009V2IHd/Dgvk1DF8sR1tWAE8aC+zLwSU+6DxMkqCcaW6l6snpXTU+sDGIOwwAFwKNvdf2mhpy/IrVkt9bWFcmxubjQXmo3s3v7Nevt3qt39t/VD9+Sr/AsD41QhLyQAAIABJREFUPdY9a29bg8ZVkLlAXP5l5rFt6LMB4IZ7ZzhpXxnn1NrD5P4YHev/+iA8+O238NvgGe7uY7DaSyp3HaOV3LbB/+1ubJl2o9YuFW3HXz499Je7AfB+t6/KOPzwGaTN5/Ue7V/uP73epc1h/SWOUgPa2LaMBoDbxrrb57vRZ8R9GtPyKM4xltJeyGu2XezmjPt5aBk/vFcYK2QDcoXxUdNzXpSd0v0zNjTLjBIatoCOP8MwxSa5atPYu2GeZh+4j8eOuRd/jv3FbsHDaJC0FvMY7U/b2sxTx9ZtY6OGwPKgbas/G5TmYbJj+dMq3s0fLQB8liqwb6AOWwmdOrirTTJ15y8kvuU7ZaNvtibnf/w8fPL294cgxvabC4MJ8n6a8xPvtUmqTH5qjeH2J5mJ6Pzrc/3vQQ36hPJWsLtDhy7dHvaHRv/QsT4IDx78Fn6Lt5M6vD1UTFzDw8LISoTjB38Oe+sfO6NaIKDbi38/EOw9J3cu+wDwVNtZAsAVu+zgrF5uLcHDdLDTrz77B73qxEnt3k7r8z5AlgtIHRKQ3FebNHz/dvjk0w/Cz1//Lbx+bzd4ygWAh9vjZgZXdw4AZ7YCWloAeNS3g87cQ6WHgSh/dwoAb8/fRX33D3W9wN88AZ7iG921SapSHcy1rYf7f0p9bVnFPOw/xoN19cHno5Y2f3vZ5OEv+Y5YP2UNDxbbMi68ldCdu+WY+w4A1/qG5MFzO8H3qLRtbnSy9HviLVtAXygAvG3Bk+96Dr9DOdzadhgArpT/dr4meilkP4G2afOP47N52ofSfTR4eaO3A8NwnHqY0K29qJVOTO1voDQd9fxn7vETAsDFEng6HCfthoj9b8Ll6nc1+NmbVOjNtuS3Eo3GprXdDnJ/75neefzS9mxSNdhE95vG/i33QEsAuDZGqY2fN1son9gPNIwdhuO23DNfSz/Wkv6pAeBaO9WSvvyz4Wg7OqCoj/PrAeDSJFahz+6loTwGaHl2yD9X7+vuYew0UwC41k9X24GVBoAHAfi2fB6HwcOxTH7nsIbzLiwAXO9rS/dIfE81rICqtqMnBICb6vnY89W0APAuC8kYfvR78KfOEeb6gUo/d3iMjVeFpm1W/7zF72i3BIAbxkLHQMQuCNzblWbwTNWYtviw3PNrQ7rq45NSXY/qZvot7V7y2z/l0e9ikhW91fmB7aB0v33r8UzHFyvmqXeD2lgd3ydPxI3PMYdnpIYAcG2sO1cAuN4u5u/V4fg2jhvsvmvezd+2jB+2H/GIX1oe1P36+KjpOa/h/inkuPDPY3GB+ri11WZ4H00Z8yc7euQCwKN9TrrjXYak+twz1p+2t+enjK3zLwakY5hzBoDvEjM5rTbe0tECwOcq7d5NfGonWwuU1v7elqnaSpb+OOo4qbidYKys7h17k6g8STWlMYwGONvtMqZsv7O7btUjGwxJyqI3MN43xunk9djbr9WiyzSyLem66wrgbXnf0XaWAPDYt9C6Dinp2Bt82gPAE65/0gqafQU4pPlZ+OWryhtj6Zt/hzdMN799Hd7b7zSQCwDX3vytPwglbVv2bcnaW7D5CcJTVw+0lGHu9qre94cflQLA4/n747+mrgAutPO9+jxPgOeiAeCm+nqHAPCgr+oKtGFiuqHtGNapbhBeevu/MHkQX6u6dVfDBOKuV8usNq6PH3L3xNSVRaVxxGEFZ2UyqXtQ6Saj6m1S+u3BuE09/wrgtD6k6W8KbLW8eFFwy638y20v3Qs4t5RBbXXa6KRPN/mQe4kl1yo33JtN+b9bAHj0Te3scDXzEmGSznr9bWgf+sufs99v7SevfM+PB/HTdrfWdtT+vktV3aAxANxUB1oCwLUxypR2tNIPjK5COK7iq6+mabhXmvqBqQHg2urIlvTV682gHU3vv5a+uhrYzKe1ZcvTfnL6Zd///Er+Ia9t9c1MAeBku/BBiqpObeOPU8fw2Z6guuPHlPZymP62VVaVB/RsezSWvpHvZM4YAK6//Ds2j1Eee9d3GYja+828xydvh++/Kn9CIa+btqMnBIBH63nL89UdAsD9ge/uhc7i4oxT5wgLUsnijHo/2zBpn78pt9sUn7Iaed/x934X15/dSq/oe7nZTz5UJ8iSZni4BXL2eX/iGG10/uTd7/IrgGtZGBuLZ+aVBysOR58dknH4o3nq3SBLtRcE4r9nXgDePrlmXmQ9JQA8vhJzv0r/riuAG8afu3odBbC6F0FGXk4IT5+HJz++TALAlbnH3cD6cH+99zp5FmkYH7WMQVrun1oVb302aZm/qI+Psw9qDavzG8YVjSuAjyloaG+rAeDo3vgwhBe9drjh/BmO2ti6bWzUcO05VwCfVskcnREQAJ5cLSoPrL0HqNM72VpQYizY0RpgbW/I++kfW907us11aevLsTJoaAzTbWun2tTMs51j9zZU4Tuxu4YzGtQWBmfFN2yGT+aDLSSa0tUwAZTPf79Rv5PtHQPApe18evnPTFw0+YxMeBy+AdxSdg0TJ7V6tivyvfvjxyG8+TU8+eTTsNmhpzB1lGyhsr9fw4Pw28Nn2+2fd2PDid8AvssK4MIAOZeWu24BPfs3gAv3XkvgpJe/Q4AzLsP9pEbyDeD+iuz8AHT3xunMW0CXHrZbAlG72jXxG8Db91a3v/1xtL5OCQAXJnMP5VqfmM6+JZy2+cUJktxWvdG9nawiHNaZzARL3L6MrmQ8Ybu/7PPRqVtAl3YqiI13qz+y9/mr4ecS4mTFY47cw0jaz5YnvtoDwI+a7tu2AeQwyFZZAdxSttmAa75duWsAON/3Ji+4jQaAj/V+28YVJn2OmvV781FT/nPnGTn3oV0ttWellR/HNrBWv+uTsvlrD8aSSdWrjStaxnf1FZL1FyVbxoh1g8YAcFMdqASAm8YoUwLAI9//3A3IspPoaftWn+BquFdGvp98/Bb9hABwSzvVtJq/HgDetiDZl493N8Jdx/ldMCNbf7f17M3gkz6jrX/cfxRe6Bo+u6TB9PQl4rsGgFv66catQBvGhrMFgJOXpvtt4fBF62J96A8q+pPAhfzU2tVeHcjeD/n7s/rMPzkAPBw3tr4UdmgLsi/ypsHqlmeYvU53vsePw5s3I0Hv4iPupq3sxtMtAeBSPxWXxc/lb48exgEzBYBL7VPpWaRhHiFHldbVej87ZZzT8iw2UuejsX6uXo71R7s8j43BBoOiJNDTlq7Jbg2BzerWpdUA8NizXbcjysgK457f6XPTbU884+PE3RzGyK553erv0vxIcn+kY6SWsW79GTFpu7afiEgWmTSOP7NmY/OJXcC4m1dumXvszcM8Do/fvOltNdw+Phobg+R3iuwCiPkt+2s1Zmzs1zDubraJ0tE09s4HNMfmaerPPg07YLTEPPbHbKeH38QvBkxszytj69Lce31ckZT9hADw7jl/+JJpdfxUq3b+HgSA71IJ9g+Fw21S0kHGhE42OwAfThoeB0st34rqZ3assXoVNt98/SBsY05pJ5ebGB10hMOHsl6n3+re0hgWvn1wqk31QW8wCdC9TRd9c67QwMWeA4fa23I9q0yn1JKuhgDwYfvC6C3VYZkNy7U+QTWcuKkPsPNvmFftcgOyJp/8Q+VmHBbf35Oun5Zv9d7eP+ZUvoV5rBaFibskqDIop0H7tT9PdO/Xyylp2zJ1uR+wPD48Hrd7apkgaRgIDtqB4/1Z3MqqZeX/AbolIJvL3/BhaGey+UTUZmX99qmivFJz0BbvtizbDbZzg9TMuRramOzkasMk347nLgHg45a58QPEoL425CHp4fLf2i1Nuuz/vdcPNLQduW+UjPcl3YqGrgzzdWYY8BmWdf2Ylvtm2Bnn0j+sH2mZ1/uGUvu5eT96d4/uJuV6ActsexlNxncB+Wjb7frDfUvQpOW+Te0y92O1vc+3K9Wy3Z833jbv0K4cvj03V/sw7BsGbVjc92bajfFJmgmTuk35z5fz4IF2f5/3vtlXOv/I5wLq9fvRCatfx+v44K6t1bPMiyuD9LZMPNeu003ejex8Ux9XNAaAm+pAfWvM+hil3o7mxsG1Z4r6dVue61rasob7N9OH19vRLn1jK7dOSN9hxV5DOzpoetMgbeb57IT6fWxXM/31YF5ruMtLWvbVZ4fOPxrv1caJ5+qnW14EqX1fczsq7K3erd9D5YnysbawPJ4aW6E4vgXnx2H72uypgf/RieXoHsm0W9X2vBD46hlnxkLDPDS0BYVn1paxxvCzQtHzwe4j2YeXknPlXW9H28YKh8+yFPuhoUO8bXP3LHL6PZbbKS0fTEif4UcXUDQ8/6RpbepnJ4xzWnZEaBkLDWzT+21K2uJKlRmHtqSrya11/uTUVc3Fck7rUEP9DcPgSf/+mjA33Tp3Owji7mcK9itiD8/6TWO4pO+oBIBb5jJbxja7qY3kRb342k1pL4AV51aiccvYXOxoX7N9ot5/B/owsZG8xJYZHzWMQVrun+YqUp07ahsz1MdWhTmO6EWfrpxHx31peQ/KoD4Hko478vOylRfE4+3x0/602mZOGFsftpGPdrUbjI1qfVzuxaGWZ4PupZbo2g194Wl18DaPFgC+c7kfHz6Op0rfvprYyR4mpXZnHr5dk167tOVkPpPlyYmoY9j8NPvtkoZrJ+kfdEhNb/KlnWFuD/1c8KEhfQnLcfJ06NXbfjLazmPz789++er4NluuYcq8KJBeq/3NqbG3ko7bjAzS1RIA3mY7cZta9jnbU1cAx98uGQyEjhfo2eUmeDLfZBz6JA+p22q/24YlXdEzWnYtE0zRxEKXi2z5t0wSlAZQ29/+Ep7tt3/ejWMzWxEfJgz2KUkGE/UHoWEHfvCJ6k73hmA+v3MFgNvLMK6etUna47H5QM3R9nj/5cqzV28ePw/Pw8toK/3SuTPt2H4btd1ANRMwy93rLQOmkZcnsj1Ir224WwB4N/iu1NeWPPQLNvyt903SNBdtg8+07ubajvSYXiBpgNeV9fMQXr4M3RfIcnUmd+1Pk60Axo9pe4BKk3j6pFfpG5jpmCQZW2wfUnfb3B9f2BqOqdIXOPp5frzfWjDZNvWO3wDuNlwYv29zd0Yt/S1jmt15q+WfjrEePw+fvP19tOvIXAHgYdsaHj8NT399ddimbBA0qI7/xsaZbffm4Dt7g/wXAsCDPvhxeL67HcPzqM9Mv+mbHwvHdaBev+t96v58Pb8H4enTh+HVq8p2u6c+M6Tju9nGL+Pj7zaDxvukeg/0v828aWf//O8vw1dJ+zA+RmlrR0/rB/L3eNoPZMdtvWan8V5JxvaHfiz+RMLBcvcMu/18RcM2iePtVGP6kmt/sP9+ffyF4bEX+UrtZe/5rLV+J+Pix0+fhl9fjW952lL29ee+pP1I29hkbHe2frrJKT9R3WsN5wgAD/rBtL/v+rin4eGrV6PjqX5vPTbR3h05tpIu0/cXx6hpv1APhO66qP2Lott2+t3w3W5Au1uJtv9vGAD+MTx5/iT8+PJV2D2R5PLQb59zbcHgOa7azpafj7bJOCGYXr2Xem3Fdh/MwXP6jqc2D1R7vnqU/TTY1qb3aZl8UDre+XU88D1xjnDwSLMLVu3i7Pl+LvviRjoPMPq94n5/OrwLujF/fSw0bL+63wwn+w9P17W0xQnKBtnq6Wobn2QcMi83VMfwI2WY/mnY/9Xr72CM3GsPptS7yn2eJHo4r5qZpz61bakFgHP3flJvZgkAD54jdu16/xks008cflcYz3ceSX2qjx+iOpm5T1rmMgbfjB6MQer3z0mr9EcXD7SNu3t95Z67ZU69bcw/Mk+T7e9rfU76XJ+PF237jm35578b3NWFsbnjcptZm6PI19l+/UvT3RAAHoxp/hj+ldkVrjiujR4GWsq3cOf5572AALCqcFmB11+Hr8PHvQeayybI1Ql0AqcNdGd3K74hOPuVVnzCC5dhUXYkMHGx0liq1TSQzSDy+7c3QfLi3unTTuxXNyywxPv2hotjxqxnJ4RmPL9TESBAgMDcAm0Tj3Nf1flOE6i/yHLa+RxNgMCFBMzbXgjeZRclcOqihEUlXmJuXUAA+NZrwIXz//rrL8O//zz2fdMLJ9Dlb0Jg93Aab2PXsvXeeWmGbxmf93rXfvYlluHWNPfm+1KD+5t0ff/2cfv/a60UmRXF15oV6b6QwDXdtxcius7L7t9+7r1dL4hwnWUp1QQI3LaAtnv55e/FueWXkRQSaBMwb9vm5KiVCyx1Hm/l7LI3j4AA8DyOzjJJ4HX4+st/hz933xqedA4/IjCPQNNWNfNcavQsh21JTtnq6B7SdQ2XWEoZplbDLc1O3FruHvGvf+XsbrLpl2f9rfLukdClViJwTfftSsjvJxvploeHb1DbLeB+CsBVCBAgMIeAAPAciuc6x+GZrPLt33Nd33kJEJhTwLztnJrOdY0C9c9fXGOupPm2BASAb6u85ZYAAQIECBAgQIAAAQIECBAgQIAAAQIECBAgQIAAgRULCACvuHBljQABAgQIECBAgAABAgQIECBAgAABAgQIECBAgACB2xIQAL6t8pZbAgQIECBAgAABAgQIECBAgAABAgQIECBAgAABAgRWLCAAvOLClTUCBAgQIECAAAECBAgQIECAAAECBAgQIECAAAECBG5LQAD4tspbbgkQIECAAAECBAgQIECAAAECBAgQIECAAAECBAgQWLGAAPCKC1fWCBAgQIAAAQIECBAgQIAAAQIECBAgQIAAAQIECBC4LQEB4Nsqb7klQIAAAQIECBAgQIAAAQIECBAgQIAAAQIECBAgQGDFAgLAKy5cWSNAgAABAgQIECBAgAABAgQIECBAgAABAgQIECBA4LYEBIBvq7zllgABAgQIECBAgAABAgQIECBAgAABAgQIECBAgACBFQsIAK+4cGWNAAECBAgQIECAAAECBAgQIECAAAECBAgQIECAAIHbEhAAvq3yllsCBAgQIECAAAECBAgQIECAAAECBAgQIECAAAECBFYsIAC84sKVNQIECBAgQIAAAQIECBAgQIAAAQIECBAgQIAAAQIEbktAAPi2yltuCRAgQIAAAQIECBAgQIAAAQIECBAgQIAAAQIECBBYsYAA8IoLV9YIECBAgAABAgQIECBAgAABAgQIECBAgAABAgQIELgtAQHg2ypvuSVAgAABAgQIECBAgAABAgQIECBAgAABAgQIECBAYMUCAsArLlxZI0CAAAECBAgQIECAAAECBAgQIECAAAECBAgQIEDgtgQEgG+rvOWWAAECBAgQIECAAAECBAgQIECAAAECBAgQIECAAIEVCwgAr7hwZY0AAQIECBAgQIAAAQIECBAgQIAAAQIECBAgQIAAgdsSEAC+rfKWWwIECBAgQIAAAQIECBAgQIAAAQIECBAgQIAAAQIEViwgALziwpU1AgQIECBAgAABAgQIECBAgAABAgQIECBAgAABAgRuS0AA+LbKW24JECBAgAABAgQIECBAgAABAgQIECBAgAABAgQIEFixgADwigtX1ggQIECAAAECBAgQIECAAAECBAgQIECAAAECBAgQuC0BAeDbKm+5JUCAAAECBAgQIECAAAECBAgQIECAAAECBAgQIEBgxQICwCsuXFkjQIAAAQIECBAgQIAAAQIECBAgQIAAAQIECBAgQOC2BASAb6u85ZYAAQIECBAgQIAAAQIECBAgQIAAAQIECBAgQIAAgRULCACvuHBljQABAgQIECBAgAABAgQIECBAgAABAgQIECBAgACB2xIQAL6t8pZbAgQIECBAgAABAgQIECBAgAABAgQIECBAgAABAgRWLCAAvOLClTUCBAgQIECAAAECBAgQIECAAAECBAgQIECAAAECBG5LQAD4tspbbgkQIECAAAECBAgQIECAAAECBAgQIECAAAECBAgQWLGAAPCKC1fWCBAgQIAAAQIECBAgQIAAAQIECBAgQIAAAQIECBC4LQEB4Nsqb7klQIAAAQIECBAgQIAAAQIECBAgQIAAAQIECBAgQGDFAgLAKy5cWSNAgAABAgQIECBAgAABAgQIECBAgAABAgQIECBA4LYEBIBvq7zllgABAgQIECBAgAABAgQIECBAgAABAgQIECBAgACBFQsIAJcK9/XX4W8vfw1PP/k0fPAoPujn8O2XX4VXv43XisfP/xo+fi+E11//LbwMz8NfN/8ndL99kDnv8Xzb37x5HJ7/9eOw+VX4+dvw5VevQv6S0XFLqKibtH73bvh0m9/r/+/nb78MX/34JHzy6QehVw2WnLVi3R1L9L5uPtzX1e05wrEOLjS/ZyufmerxJn3fvfvpti3o7v8fn3wSPu03KovU7ad9kUmsJ6pXj3d1PPa/cx4n3SdxH7Kw9rsTTer/2e6zegk6okHgzvW44RrXccjr8PWX/w5/Plt/PWxDluyyvW9fPVxuPz5prHIG8Unt+BnScQ+nfP31l+Hff06fa0YuPIfNHOeYZPM6fL0byO7HYJNOctkfTbpHkvH8HDk4qQyvq50c8uzqza9PS2P1+8rfTPX3nsZz99XfzD4e3dbtN+N3yYOn4ZNP/xj+lTxDzHFrbc8xcp/v5oRqydvV1f6c02b6aDMG+C08KNbl7tpvQjdvdZc5p9nLZjbgdZzomucU1lEClVwM+snkmeSkfnRlYi3zalFbPNpmXYJmOxf/S3jWzc0f0jCMCxza0pF0dm3z5pCW47On2scHHt7LGHem8ciUspsjny31L5O2k5+ZpuRvSb9ZXBtVm7u9r/H4kgrp7mkRAC4ZNj90jz8oZgPA4UF48NvDTCdyHIiHMAwA5xr4QbD47nXiDmc4w6TDHVJzsz9trruxkLI7asxkMRiwXFEnNcdgawk34NhA5kJ5vK9Jsun8M9X/6Qnwy1MELlSPT0nifR27HQ/9upmovaIXts6Is/i2ZtJY5Yxgaz/1FO85JgPmOMfay+bOz6LG8/NVkVoAeL4rnf9Mw/HcuYJ0i+9vGrHL+TjjM1xz2zw+Ps8HgEN48OC38PBZ7kWYXV3fxJfTAPDy55waC3QthxnrX11JDp5JbnYs1DKvsOR+t2sn05f29/kK0XPnPog9GtSd616e6zxNd9Y1B4Bb6l8GoblfbgJ00BwC1zy3Pkf+ZzqHAPCdH7onBIAfPg6P37zJvJW+aaBehF8ehvDmTbRqY7SBv2CDPLCb2MDOVJmdZi8wqcNSdsf6M5PFNXdS9zqoPOOdKwA8AXem+j/hyn4yQWAt9+qErKc/EQDuiyx+Qn7SWGWGinKrp5jiPceE5RznUGbJblRjIPrwu1WXJU9En5ozAeCTxYo7Z1xrAPhhePz4TXhz2I0uetr99svwYjfpFA4B36uZczq1ZK/8eGP9qytAAeCuyFrGJAvtd3s7RCQB4O09+WN4kuwWWn0Wnetenus8TXfWBeMNd85nS/3LIEx5ZmqydNBkgWueW5+c6fl/KABcMm2+6acEgJ+H5+FltDX0PhGbSv0ihGdPfgwv4237Ggbj5a2q4lXFXWb7W1BvJwl/eRKe/vpqt7X1427L6uObodtfbrdAKq2sSY7NrGA+bGE9ep7IItn2evA2Va9Tzmyr3ds6e/P3Z+GXr6Lt4HKTUol1/03pTR6/D28/fRhevdq8Lxtds3et2HDkpk1/k24D0qXveQgvo/2fqg7b9OW2L4/TkmxZ8vjprvxLW0AP0pobBMXblA+3to23O9mkpJ+PbmCxzez2beTtf9u6GA5vKKe/65dP93D+PDz58eVxm/ZBfRtu11Ks82P1+HCflAYN0Z5d22Mf7bcgrqVvv3X84efjW8bnJvmH/5ZOXIwYpNuhRfkcL8PdOX958jT8+mpXF8pvQPavv9nq59kvX0VtYm6gmRnAtd5D2y17IoN3v+tv+fb4WXj66/fH+n8o0sqgsdeG1OtfupXbYYujNB9Jnc210Z+8/f12e/rn2/6ia113deWP/9pt+1Zqtwdbyh2ul2/HH2W2wk/P0X4/lz4PUPc7PErut7U7NhPpyoZ+PnJbSfXTn7nH0vsgbUdqfz988iFqH+I2Y/P7798OTx++Crvu5D/Cf4T/Dv/dtcEtdXDkXh0vn1y/NGwT4jLNrhrqjZPybXjfvuWYXdrq9Svui/9PePv//G/45X/zY5xebmt9WVpuvXY+NwFcGSc19uP9tjWzNfyEMUbXDzx9+mt4dWgjGs49aLvH68bWtyV96ZitaaxyR9/S+DmeuPk5/uTFSD/W0k4X2uTdVx+mjXP2d0RvHJSOx7v7M9cfbK6d9t3H+3JsPNQ9P5Q/B5K/blLHMmPtch+0rUwNY6Uxy66P6Y8jakaHdmJKPW0di1xiPL9rUUfrz77RjcZFSZ+YluFoO9rQTsZj612Dv/vsTM2n9xizn3x9/iT8+PL4/LGt23/8V/TppGH/Pl7/hs/1/a10Q/9zIq1pT8weP92NlcvbN06sv8eK3C/zvXk3niu1Fe3jrP44orm/Scct8bP0rjMZfGqrPBZpaQdy453yv9VXANef4caflUrPjLXn9shmME6Mxk1RoPeQl92jdfI5iN2ig/Bsd/+cEgAuzTkNxonV8VbJIt7zevwZONc/1sf8uefTkXms7RBn90mw/n2T+4zPeFtbnHMb60OyY/1uTuHY3g3akkGAqqEf+P/s3T2OHEcT4P28wRBYGnwBAePMAWYxOgBNGQLGWEemPLq8gaAb0KVHU85rEJAhkwfQYOcAdAaQQYMLcJy1F11VWZUZGZkRVV3d1dP9f7xH7KmPX35FZlRlOfrYcr6nr43V447pJFlffHXXz4nGnXwa8VizH9kn1hp7wL4fytpabR1iSAKOseQv4b/sc4FDHY7/PmecG8fHpE1k81HHekmsB2Ks1PrV2fVbjOVl/f6f4frpf0/renLs1+YP3W96Q3VNyYjF404I3Vr7tKDY9X8h3VK/tY6XuO/6k99CAwIaAAAgAElEQVTCX+5P6jR32WisHZjrEq4YwjFnytYe4tq+MRcY5y+tT6o45xNW/Xfdpxg7qq6Nfr3Rh9T7rpl96HCZ7ZhTiXvkurx6nEqcbvm28ifKfM2MZ+aM81p+Tflv024myThXrN3OW1ufFwme969JANfK98AJ4D9uH4tvrO4a2F/ht3KQaSWAradiao0q+cZwPrGNX7odOrhkcLS3m1YCo6GTKRab0u0yZBko99RfY5i+nawlapWkeYjfvUk6pzHgWZQA3iUn9eTneK44ed33HmMHnQR6RRkMvym/3dOaMA3llFzfODDF8k5tlPLInm6z/j1OnJTym8zigDpd9zTgyP821QMtAbxb55YeRdmkAf1w/Yt+M6uMp8Cofn0x8ZHUMVnGantJn0CM50nrQDpBqCdSZXtJJ5O1Nli4PVuTdVn/koBRPHySf7tPXLenn1ATtMN33aw+JJmUVBfolOO3619ciE92eHD0kVofPbYP7YEd+d9kP55tkyv7+rJ+6O2sVUfL9twv8CbfGSvGXl/7cNfD2MZr/VMyBhbXVoybwsT69zgGtPqZ2L8XD1iIb7ZaY3zx79FxRh+iXa+4R28CWNtKsOznHX30s6d+5WPxkqeu5d/k/18mAmRiwxEnucfxafG3uI/aGNUaf8Zx9zl7eK+IIcx+tBbXJYvVnutbFKus4as/xJPVZ7Uf1ybWT8m3FMs4quyT5W+WxTlj8q4Rj9vn1r4z6YgFtDg56bvH85px6pR8KNtpZQxqxnKeMUZJoPUDdPjj912SuCzD4luc40JJI64x21DyIK7ppH2Lc894PiZ/W/M5Kx6aMydIH7brnz7ok7Gt83v6ycpc8TmZk02LbNPYIPs8u/7l/X6s49NiuRgHPNcu64g2Jy1iogX1txZXJbGIp6+w46xy8cTfF+SJzrx87PEmj0U8/cC8hTwrAeyL8cv1iikO2iAB/MdteJTfQ9/Vwb9C+O23EP766EwAG/FoVjaOtYGyyu/mCa36oZWlNTd0xMSOPspVvx19rbrm5hlDKrH+15vdnLZ/KCVPVk5J6/7lDUc8Ve1jkzGomMvFNqjE40/lixJpO1Dj7+6BWJmU0uKxVj1ZGmvlANUHGtIEbDo2inhJfwP4qR2TyzIw55veBPDuIal6Obrq94x2kj+Eocfh+a3q860HuabkWDOJcYD2kL38b81+uYh1xfy8MrRMyavKA+9L1iWKedaUiJxiE0cbV9Yexli4uTaq1bPsaZGyD5LXPCNWaq4bzG4jdlzR5/v/DJ+LtaG0n3H4qsO7/DyVte6mrYs61odn+MZ1zSLeEX2YGQvOHufLehTbqx5jiwcuq2terXWleTHgJfyaBPBWCeDhrcYpwbFr7P+En97/Hrqnc11vACtBrbgfdRDSFnbT840Lh3Kgk4NzESmKzr8y4M+ZQMRTiL+xFnrVf5dB68IEsHzyVT3XCvdYLEQVCanGwmaabDUHym7Y658U1xLARfBZVLJiwtYO6vp/zQedclCNi0ZZcKYtUn29Gd5M1z3KZLXcrkX+XXmcJWUcr39KHnqvr3wjoF3fRbvsjL6GkH7zqVi8MwyK+qu3/bwMPQG+tgit1D/1ScP8+GpCSl73jARwbANp+64vBA01XEsciCfzZdm5zKzFWO2hCi14jf9tTPjqAXx+jUYCuNIftBNnXYtXFyimvsLRPoZ6IfvgzNTqryp9c3r9oboFoNZ3KUHE0AbzbaGsJPLUDmbVQbXOl2+SzOpD1Fvq337IdgHJrJU+3NPPy98srl/D5Kj1DeCFdUPW0X7B7Y0Yw+KvRF+pnTMrM6tdVO7LiDGmMTZZiO4uUUluyHLNjm3FfZ7rWxar6P3vXF/loRuZoDL7cV8sq16v1UaKRZ3pberqBL1WjiKO15OZMnFvxAKuBHC7jo1vd3Y7cSwbg8bFGTGW5WOBLCctgSbmNVn5yAc8+jbdL07Uk7D+WET0y45+oFh8WRDPe9qRNafKytDqR0X70o89vx0Xw5LWdorkhIw5PfUvubbhjYP8jTctAdwq26EOiS14y8RyUbjdvCyuE9j9izJwK3GXfRxPvF+eS6+r+bHsNQl7vNESwO1+QHOp/zczAdyM8ZfZqfN99RLb8YL0Te+le/NNvB38z0/vw+9v+gc07DeA7TWnrGzMfqK8Qbt+KCjWeRwx5bedTRE7KrFSsbai/aa9dqbVL9cY0kwAa/Fo3k95xgFXH1uZV2ZtsBKfZtegzpOGeYRMAGttTm5pvkKsVdy/tl7aLa+8Cm+7eEb07a4EcHuskNdgrkM41kvU9TRRjv28tx3LecZy/XrteU65BqP9jS8WLxJ56os5nmtKZn/GusD4S8fcrFgfdKxLqH2UiHdcbbw6J7XWRo0E8NJ1D8/6vhbXJQ3FbiOVdd1mH1KuV7p8y04ki+PGlYJ0zGnkI8YHJx115I253uBdJ4kP7DriGWv8LQcVsRa4O8eX8OPqOYRhbaVvH7E+ini7lgA21l7nRYHn/2sSwLUydlfo9mQlD2bzDij7t935Hm+7p9KLDmao7OMWyuk1e7ZTHn4/PRm9+w/ircpsAbA+KLafatIXX8qtgvyD7vhE2nAP/STc+nt9EacYcBcmgPO3EmvlX7kGpb7p91jZek9ZmM2vp5ZgE0GMXPCViwSZzRCQdw9lDm9PZvdh/HutLWUdvOaoBBuOBHBcnFcH2fS6ZbuSb4WMg8nCMjYma9r1VRNPxiKs1pek28xX223NwJlUag7Slb5VnegWi1RaoFlv9742ZAURMjCy+hnZRhuLx8nCQt6/t+tWfJpbM/MuItQXdqd22xVVY8Kdnr9dR+PEdl759VXF4efoS/rtr+tP6VYnCmkbS9qFuo259e+efqbSpq1kfG2Bpp0ssseFMT6oxBRqu1UWXIrxSOnnW7+plp/jXGYSI9kGVR3LzLgvraP6Gxe78in6Y7n14qwE68LxJ9myUH66ozYe1PrRdt3wXN83dQLcXvR2xqGOOE6P/ZJFOCUBnMcRy/vp/B6XxDk+B7t9Gn1ALRbwJICLeNLRBrqOrD0GtWM5zxijJIBbD7EEkQiZgjTjIUe5SDjN1vw7DlUW14w+yY6n+u3T5JtheT9V/814Z7PmBDP6yRgbedqxHPy0BTFtEbJqWKt/Qzu9ugrPz8/KvEdLAIvtdT19vLlQPLP+xg28Mqey/zD7im6bUmU7YnWB15pb6snvsf4pn7qZF4t4+oF5i3lWArjZLzli1P5zAOJ/ZuwRf788AXxbtOHHcLtLYsl6uMeak5ac71/o1NYO2uVSW7Mqu4F9Yv5dPe9ega73kUMf1c19mmOdp68d1viU44wlXPvEjbWm0Jy3++IIfX5RfuPUfKir2Q76hw1++U8vN20OJNtcep16PVkSa2n1Me9fdud6vB33Uw+/34r+x5UAbo0VyjWY801HH1jru5Pr1T715I0TigeorTVGtenLMtPWBHyxuDYXLOc9jjWe5DrtJOO0jqHFW/mwnMea9rpEvx120Q6yNu9s40ZMX/+cj5EAXrruodxD+z6XtBHHuKl9di/rx5y+zWFNjzn1B5Dy89l15PeQj/HDhTjriBrru+IZK0dQgmRxwu764udPh34jH2uttVvH2uG8EPAifk0CuFbM7mB8eQK4C6C+vO7eqNk1/sfbfl/9WgK4/p2gRl3t7iP2auk3KKbJXTkZHDodNePc+r6tngAuFnutN8HE5KNbQMmeULWSq7UyaQdqnWIzwagNfqIzF0VRnfSY9+hIAMundqfZQ/LkjDbP1J50tRbsyjqhPRE/fmYw/YZgVgfl9cQHEZYF63nd9QwC4j6Sb/NOAZtej9MvEqV3YZWxfAO4tXjQJ9eqDU98vym5iiSg2z3l3fUlIfYvP4d/d99ReRu/2+EwUCeSVYFha3arXfbXW0vS5MG5d0Izffet7CeMBK22+Jb2+7XF4HzmmWzl76l/+pvvVh+5ZgI4mywPyb48+GwvGNYWQbRER3ML73KlIf+u3vDvWX1x9CVdAnHG4kp+GekWZrJvl2+Atf7d0cZqk7C5dbA5Zsk+ov2NOZkAnLZKlVvJjYWTLBRXJodLEsBa+a2SAE4m6Ek320zS5LP2pI4OCWArTjITG9akemGM4U0Ae2KRdDvp6KFtPa+Eoun3OO3v02UrCMV3ILPDa7uVZDFQupNG3qcVY5AzAbykn14tAWzUMzOps0s6FPOaPfqpcW3BWhS/nb7vmr4xM05L+q0etTHoxSSAPW3I6gcOFs8PSYlm/Um+saVmp7T5SGtOUCaAtQX8cmxftjCe9SuOBLAdAyULWl0SWL4VdQkJYCveNxb1stAjefPUsSbRT8XFXEh+KmOMERxzhZnLefsngOfbHeMN4H73hS/h9bv34dddkn946cD7NpqH0bOepD5UGQ/urB9ZpFBJzE7hQGVOMI6HfQLY6qPcCeAlY7VnDLESwGJtTX2Y1IpXZSE7Eofqrh61+U1yD3slgM16smxNSavj09rE7vOx/UMTu3WWL6/jt5e/j28D54lxZb3DigMqOwYXD8tl30139IGOcvQmgJe1E0+y1Z8AtmLxrRLA9kPIY+Cc7bpQjHf5ZCfcD1v4ly9UpWXvXLtX26ZjLmB+A9hxDLP+O9fv1cHIsSaTviVq9iFyzuT0Va7Nijn9CWBjfdj0dazTpsdwrLn1UwYrRyBQkv5ot2a3+/zp+5//DR8+9n3p2L92BycB7Im95v6GBHBN7BgJ4LEBvA3fPw5PYmrbL5tPCdduojLginurBuzidXq7cumJs9obwLUn+tQBdNYTLJUOTk1qtRcctKdZfW8At7Xse3QkgOWTh9kEqr7Qb78xUC7Y5XcTO/ralnji32tPk2cHXRasz04Aq+1a1ltvPTZahDlZ6/++eHKy8fZi9YxjX7KbyO4+6vQ+/NolML+Gm/ub8PVz8gSvx6D5JHG7v2k9qTsu7JhPh9oTmvltyAoikiDm1X149/pL803SofBWSQBbfeRqCeDKWGK9dep/AzjfNuYwCWBPEnPBG8DN5hwnFuL77+PfiH/3tLHaAkmyiOOqg1oCWOtDqufTbzxOSOMDLnaCqZLIdCRu08XP9hvArfrl2NqouNW5Y1WZ2DCf9DYnZO2HCLWt6cvbGL6xOf5DPzbrD0MYydC+k863hCzmbv3ifF83+rd7yz4s/SNP3ZB35Vkw8sRJ/XGnRf3+W4jZ9ToTwEv66dUSwEY8brdPJQG8Vz+VuFrjeeo7Ywx6KQng+bHIUNcziyVtpPJgTpYIcLzdaz2U2weqSaxTaavjt/p8/eS8nRKUcUqrS1YCuPJgX16GaZ88POiTfW/9EhLA7ThLixrsuWWlLhrrLe1YxJ4rGDM1ZTitvVHqeMjTvXYkTuv+u/a4KN9yy5PZ0/W//f5xfOngsAng9D6dawdyrHPVjwUx/9in9W/XtXdJqL25m5aHp6/V+2zXGOJYU6jHOc54quja0604p3/M65XSBmtlJhb+td2a7DeAPWuby9aUmv3auLzSfXC5e9D4/uZr+JzGP2KcbD9sqMUBnt5KzkcdfWAlAZyWo54A9tXvtN+xx4FaltufALZi8S0SwH2Sr7ZGUEyilARw6/vCnnVtZxvXYjnPXMBKAHuOYc6HPfe5pI1Y67zDMeU9ZP/f6av2oe1P+/kTwMY3qJ2+zXWLIgE8Nxa0xvluQjHuCnb7GF+AjP8t3WGhm73nL4c4xsF+yqK/7OapPZfwGxLAtVJ2B+Ptxbs8GNc7oK/hKjy/ettt/5wvVPXfl7AW4+oVVV9Q6Aep1hbQtYZT6ZjHC3B2sM3FRf0ccQIYnxy1Grb678OTLPnbPqJjE7+xE8C1AaH1Vo/vHtUFF0civLeST6wntUSt20NA2XqrJqtovreWugRQ7c2GbKBaFqzPTQCrT/DGJ2+rW0AvKWOt3S5fPNAD6nJi/fXVdQg/Xoff3v8a3sRvPe7eYAjTtzvVY0kD2UZrbdZcOFd6J0/9U7/1mtZR/Y0V2U/kbcgKIvprjROi6+un8CS/DyJvx3H/si/SFmSKYExL6olFdu0tBa1szbds4jaczi2g1W+MuL41bAXPjvbhqYfW2F35d7ON1Z6gjnVCLmxUvqs6fs+lsaA+qw46H9awxkwtjigm9SKxnI81YgwZ1zbSty8cv6mUj7ZAL58CX3KP6USkOlaJGCcmpvTzzU0O+NpFOWGzxmDt27fTxKtfQOmTGzLRVvSjajce3+qqLXoqT6aLhV0rVlnHVyyyXV+Hpyct7osPF2j9UKWMHP30/glgXzy+JAHsigWaib9Yx/Tvxo3ts1hQEA9eVsagoyeA3zTGoOo3gE8/nve0I7PvNOpB1o8On+lp95Mi5jcXrpROaEkCuHsg1ap/2rU9henNxbl9/IrfAG5tYb7WFtDNrdCl3VQuWkyaP8CkfwpArkm4YpFTfQPYE6PqN+jcZn6fBHBMPubfMD1eAjhf+B2WvNLFifq3EhvfYDffnnbElPt+AziOdZ6+thx3nWOIZ+E7/kaJczzXVlTN4XhBbOGdr20qsWilHWR9hDqnGuYIYj6qfZJDjf/HerJsTUldTx2us19e+S28372VNtSpq/S7lX3WIRtfDpMAjutL8cH++r0+xXUtRznq8Xhetnodys9/2ASwLxY/bgJY1llH+sg5b08tPd8AdrVxJdZyzQWMBLDrGI44z7V+7yDWPlE3zaN9+RE5trh8m+uE8R9FnWm45GtGZTI2c1/qm15zeoyl8Yz1sMD4qazrcP0U+k9RxETvLif2nCa6rbVbx9qhp75c2G9IANcK3FpEHv9unwTwtM1RuiVOMYky3sao19lhoEyfXB4SnLu/iefUB+tyoVaf3KVnVwbm4XzTNrnKNYkbKJ6iismp9Dsy5uApyyU+MTfdd5z0TIFt+Rs7ATwl+tIA2VpMcd2joyPvB6dkYWK0qr2d26W4+q0Vk3rRX0+yvbfxBFBWF5S2IutKGVjq5ZM/1WdPKuYmgPvkVbmQ0+263EiAlXXF8XSRZ7KmPKVUqxvWFvBx0T7dtjWWa7ZNtcdA6XPsMrQeEJkaumwfRf1z1NH5bcgKIvJEwa5KNLcqKyZ7viCk6EcdfaTWRy9KACuTwNE+xCdXy35ca2cPz8mTrkWd0oJrX6LL+oa3tx7KQD/tW6w2ptmmdVb7DnKZaDf6mdaCejLmmXWw0s+0y6eYoZRvcapjbGusqY+xU9/l+c1QT2bXL0ef7Bir8r5Jf6htqqOOOMk9jovPcqTJ9lq7Tb4trsWB45iQfNdZ1n27H1Xe8K08INSMgRbFKiv5djixXqVj/aDmeJAnxlqtWNZOwi5dlLQd7HPX3gDeo59Kt2qVdSytm8qCQlFXul1T8zHo+AngutF0bWVLs9tQXDA2tjhe1EYc8XxMsMttdJU+ZuyrZV85Z05QeWJ/XMiKcW/6toynn5T0SxLAQ3KzXf/KdpqX8fwEcC3J9pxt5amPyzHR4WrjZQan+Aa05zh2nFW2A3u88axJKH1k80GbJbFme6WvvtYxJ8ZPH4pprxN1V+Nec9ovATx+3zHpCw6WAHbEW3lJeOqHGumIOi69HTFljLkTF9mvV+t3FoctG6tdY4hrTaER53jGgUofm/VTRbk6kymOOLa2FpDHAp56sjTWatSv53RNIM5lxFrbARLA1nz0jWO9ZPqua3K9ohxd9dvbTqxdYdQuWG+3xa5yjjWT4yWAYz1wvvkb71uJXax1Cc+a9bhVeCvW02Itz7qgldTzHMMT5xX9hLJuIOqPu42MDyF7+hBtXLb79zIE63fU8sx5ik8RPu+WpncPa/dP95l1ZIavK9Yf53iNeGb2OJ/Ou5+Stffk0x9pfMIbwO2AdeG/kgCuwSWJ0uInyUKHtT1f/pScErh3HV3y/YhVt4DuuotuYXf6Is11uH/3OnxJOiM9AVz52+EbXtX6NrolQUaymN39Xdaw28FW/6+7Y+22yf4cxqfZxglTcme7t02znUXye7++uws/HsQ2DFk5T+fRJ9x6kNtdorzHrI4svEdPR144XIW7u1fh4cHasiGZJHRlchfufjxMWyDJcxftQQt60+8elQnoMbgcOPJv5y4L1mcngJVvS+2uY7cdVrZ1i6cem2UcB+u44Nx/i9dKcE2D/FRvzCRQUg/Kh0nKt8G1spAG40Qsuc92GfoTwMU9yvrXhzpZ3zWW0/hWrqjDWj9hLOxr96gGWc1xovXmWJmUUheXjD5ytQSw0m/u+uN+q+Gknoj6r20lOyWOYx/9PkyfD1yyKOdbXOu72/z7cOV3uMW4p4w5+fWXyX55DpkAmPvvRT/TSgBrgX4jyNPqcbt8tIPJWCGfeJTuMZaQT6HfhVcPD2PMkfddsZ9v/aa/tvn1Kx+Hq32mNZbJb9lk/bxWR5UYK42TnON4Xp+UB7hmxxjTVoPdNnXx2/LFuOXoR4s4sqwbrhhIxluuWGUd37T+Fv2FJwGsxXmiX7ETK8vinKFFlLF8Us/sc3c3MH1Xebh2MxYw+qk4nt3d/QgPtTpmxZPFGOQZCzxjTP4bn1Fc9Inx7HW4H3ckG3ZlKrpPRxty9gPxQYNx7uNqI0Y8r8RTakJb9I1ZH2qVYZbIdPSTsh/y+qT2SxLA47ewk/lKUf/qScg+iS12oPFee9aHX4U7+XmWol4trL/yOI54TktA2nFWfqLYvtrjjb0mUa5b5ONN3o49/YD+BnYtpNo3AeyLUcXZ3WtOeyaAhzHg+9tkvaTyQJf10LHmV/SxZrxVVFZzzUovt7kxv/aQvDiG6KNcY52jr9XX3BxjSBoXd9emrynEdlvOi8p5devBpu5WYt0Y1s/6L1BKu/ramOxDtLg8i/Wv78N9+Bw+i3l++Wkpqx/RPk2iXKfzBZsi8aIkXYeJS77DhHyYNyg7UDiuwZpvmusljnJcXL+1dlIkgNO4qvaCijMB7IjFj5UALssl7Z0aSeFKmVvrEnKepa5ra+v+1pzUtTbaWAMfbnvRfKIaxz2E+MVb/T6V+CPOQbp/Ev7Fuq7Vh0zfn+0OO873jDmpNkDJcVBbdxNrD1d39+Hm62d9zTgLX5Ox3BuLzon1PWtus8d5/eW54qW2fhAqdirL17z8a+u1mO8S/zsJ4Ess9Uu9Z0eQdak03DcC2wpYb4ce8+pO6VqOed+c63QEXmId1JJb+uJe+3uxp1MKXAkCCLQF6smS85GrPyR7PvfInWwgYDxcscEVcUoEEKgIXMJYV9z60dfN5j1ITmV1CjjK8SLrt5OPnyFwfAE74X78a+KM5yJAAvhcSpL7sAUcAZB9EH6BAALrC5xQwqvrJ+JbjevfKUdEwBR4kXWQBLBZrvwAgTMTOK9Fw3J7N2uXpzMrTm7nIALKdoPxbQ/xXfSDnJ6DIoDA3gLnNdY5OQ65bja8NVbuNGHtYOe8dn42CTjK8SLrN3UEgRMQ6Ntevlsj7fEECuaML4EE8BkXLrcmBBwBEGYIILCFwCkkgKdtXVxbbm/BxDnPXOAl10ESwGdeObk9BAqBs1ukkFutd1/wmL7BRRVAYJlA+YkF+3NIy87EXyGAwPoCZzfWeYgOvG5WbqFb2x7Yc7H8pirgKMeLrN9UGQROREBu/21uz38i181lvEwBEsAvs9y4agQQQAABBBBAAAEEEEAAAQQQQAABBBBAAAEEEEAAAQQQQKAQIAFMpUAAAQQQQAABBBBAAAEEEEAAAQQQQAABBBBAAAEEEEAAAQTORIAE8JkUJLeBAAIIIIAAAggggAACCCCAAAIIIIAAAggggAACCCCAAAIIkACmDiCAAAIIIIAAAggggAACCCCAAAIIIIAAAggggAACCCCAAAJnIkAC+EwKkttAAAEEEEAAAQQQQAABBBBAAAEEEEAAAQQQQAABBBBAAAEESABTBxBAAAEEEEAAAQQQQAABBBBAAAEEEEAAAQQQQAABBBBAAIEzESABfCYFyW0ggAACCCCAAAIIIIAAAggggAACCCCAAAIIIIAAAggggAACJICpAwgggAACCCCAAAIIIIAAAggggAACCCCAAAIIIIAAAggggMCZCJAAPpOC5DYQQAABBBBAAAEEEEAAAQQQQAABBBBAAAEEEEAAAQQQQAABEsDUAQQQQAABBBBAAAEEEEAAAQQQQAABBBBAAAEEEEAAAQQQQOBMBEgAn0lBchsIIIAAAggggAACCCCAAAIIIIAAAggggAACCCCAAAIIIIAACWDqAAIIIIAAAggggAACCCCAAAIIIIAAAggggAACCCCAAAIIIHAmAiSAz6QguQ0EEEAAAQQQQAABBBBAAAEEEEAAAQQQQAABBBBAAAEEEECABDB1AAEEEEAAAQQQQAABBBBAAAEEEEAAAQQQQAABBBBAAAEEEDgTARLAZ1KQ3AYCCCCAAAIIIIAAAggggAACCCCAAAIIIIAAAggggAACCCBAApg6gAACCCCAAAIIIIAAAggggAACCCCAAAIIIIAAAggggAACCJyJAAngMylIbgMBBBBAAAEEEEAAAQQQQAABBBBAAAEEEEAAAQQQQAABBBAgAUwdQAABBBBAAAEEEEAAAQQQQAABBBBAAAEEEEAAAQQQQAABBM5EgATwmRQkt4EAAggggAACCCCAAAIIIIAAAggggAACCCCAAAIIIIAAAgiQAKYOIIAAAggggAACCCCAAAIIIIAAAggggAACCCCAAAIIIIAAAmciQAL4TAqS20AAAQQQQAABBBBAAAEEEEAAAQQQQAABBBBAAAEEEEAAAQRIAFMHEEAAAQQQQAABBBBAAAEEEEAAAQQQQAABBBBAAAEEEEAAgTMRIAF8JgXJbSCAAAIIIIAAAggggAACCCCAAAIIIIAAAggggAACCCCAAAIkgKkDCCCAAAIIIIAAAggggAACCCCAAAIIIIAAAggggAACCCCAwJkIkAA+k4LkNhBAAAEEEEAAAQQQQAABBBBAAAEEEEAAAS9btmwAACAASURBVAQQQAABBBBAAAESwNQBBBBAAAEEEEAAAQQQQAABBBBAAAEEEEAAAQQQQAABBBBA4EwESACfSUFyGwgggAACCCCAAAIIIIAAAggggAACCCCAAAIIIIAAAggggAAJYOoAAggggAACCCCAAAIIIIAAAggggAACCCCAAAIIIIAAAgggcCYCJIDPpCC5DQQQQAABBBBAAAEEEEAAAQQQQAABBBBAAAEEEEAAAQQQQIAEMHUAAQQQQAABBBBAAAEEEEAAAQQQQAABBBBAAAEEEEAAAQQQOBMBEsBnUpDcBgIIIIAAAggggAACCCCAAAIIIIAAAggggAACCCCAAAIIIEACmDqAAAIIIIAAAggggAACCCCAAAIIIIAAAggggAACCCCAAAIInIkACeAzKUhuAwEEEEAAAQQQQAABBBBAAAEEEEAAAQQQQAABBBBAAAEEECABnNWBb+HvDx/D15t34f2vb9y14/HTh/DfL+/DjD9xH3v+Dx/Dpw//hV/e/xr8d5Ce5TF8+vNzCPd/hN9v5599/Itvf4cP//wU3g8H+fb3h/Dx6014t/i6ymt5/PRn+PzUvsarO6ssl5X5HjL5nz5+Cn9WbuJ63zIoLnKlsp0KuWsvD89tje4+wu4+d9Xq91CtVp2F8Zu58Lt6+PEhvJppeTptell73vL6d239n5/eD/3H2nVubgVo/b5s+/m1b9w3rHmrL/BYeR0+5Xo0E/cQ/Vy8hO7YP8LduxnxyIvvI2f6N37exSkPr9rj1HqnO8Ej9e2sC6uu7sK79z+Hf8cx/vpoLluOX+sUihg7lDa/5j3uG193sfSPXXkvnTfs1C5hvOzv8eHVffhDnSD17eeHOe+YX8uOFVetUxeOO17nNvNt3X/RmK+FcDVv3PWe9JDxQvMaWmVYbwf9GPoctLn33Lq1Zh9Zu9VyHeGA45woy6LfFusm3iqi/S6Ww/RvB7yvsGyeqqzqGOtPQ73T1hy6eGWf8Wsf7d3w51hrWLF8s6v1nHvP26vWsZXX9Q5wmRd+yF0//iW8njMnPKLY3DGhu7SV2pF1buvfFzMdYX1cXps9HpxK/H6M2GKt8apeA0bv69pcwao94hp3scOX164xbv+4yZ6/Wldf/HsRxzrKYIN2Mvu+XvAfkADet/CWLLjue87G3x9swJp1zWUHvu8ClX16a2GmdoSNB71a/RkWGtZPAtuSy3/RWPzaahFjycTohNr0ova85fUX3sddCFxed7UJ/MZ9w14388L/uKjDL6gebUm/pO2/8D5yTe5LTwDL8WYTjyV1eM1KsMqxjLHjxO5xUZyxitNLO4g1zzhQAviIcdU6deGI4/WS8WtptWu02z6ReMgk29KLXvp37TLU60mSoCsScjPbxqH7yKHePIsF2rhwe5C5d3MebPUt3nIcHuIS/oe8r3X6jN39Wf1GzWj472HDJLDZD61Vvko9MM/trTvzfnf4db1518OvS4Fd2/zy2noRZju5+X3Heu3IOrf178vUjr0+7h0PTme969CxxWHKNa0NveX3V9fh6WnmA/nDYbRrdLXlVeKmw9cFuwyO3U6WteaX/FckgPctvVUa274XMf293ajWO1f9SFs03KVBweE7uqZ4tf5sfF2LqgkJ4EVsjT9a1J637JOOuFC5tnX5BPdLbIOrq2xzQBLAy9yXtP0li0dLzrPsjo76V5skPI96h+2TkQBeqzBIAK8leVrHseYZM5Nc3ps7Yly1KOYs7sNK5Hhv3PG7JeOX47DqT5rj3oHKfum17v13RhmqFsPbZvc34evnr+EmfetsbjkdNMYwyupQ5z5CArjVfg/1kMI6fcauwlr9RqP/3eoh89jOzPptjR17NFjz3Hscu/GnJIAP47raUbduE44bmd93rNeOrHNb/+64PeUnx10f948HJ7TedeDY4jDlmhT1eP1vw/ePy3YEUq+x6+e/h7fmTprLks7THRy+LthlcNx2sqwtv+y/IgGclV/ltff7ED4n2/TGJ0Pllgrplkd9oB0PLreGGiZJd6/Cw8PuR9O/y2MWT6HGp1bH645PHCdP3nb/Nh0zv5bdzn6tp8FEAB4DiIpBWf2TLQS7f+yv782wBfT9zdfwedwzuNwyy7z/anurBwXy/vutDeNWQbHM78PN18/TdsbKdkKt8o6X1S535eJnJYBlGe94xfYSw5vD45my+8jLNgbvVpn4uzhHArhVj2SwWq3rzRlJt+Vz3CHq+u4u/HgQW0BLo0b7m9qKw15eluP66/W93p5b5eHvk3ZVR2zzLq5XtRsm6FPXlrQl6drVzTBs6dUVfL+1aNctlNuiLO0zRw+tLSn/rTtP2J3/zbTl/0//5Fuxd9cX/93uG9Iyice/D5+TMaDvB0M6LpgGoox29/Lldbh79RD6YWOyn9tvdr//fhPufjz0fd54LaL/1rZVy8pZ2/awfQyr39Hr8Ldxa7hf/tO36bWTd442bN1b1kZ2994H+OMnE7QJt1ycyX4zPCl60/dTfVEM7VL2H9pWQvJ6u5jCCP497bzou6brqvcxDl9tOjxsGTlGS1l84h+f00OrC1OiL9DawLvXX7otoO/ufoSHMU5R3upq+Oyuw6rjeh+uxYW/hfBX+VmSfPLkN5Kx0DQGlGX3P/5HCP/n/0xXWsaN2niv/DfZJhaNvyE0x4dG31hYZ+e/DvfvXocvH6dkhafudMds3EexHXJi0MXCyXczrq7/v/D89H/L7WNnJCGKa27GgUrUPmwBPY4t3RRCeZuq2SfJRYMYbxpjv6c/yi5ZX5woFhQcBna8LtrF9V0/ZppbQN+FVw8PY7xTxJHF31uJjeRbN6vGVfW6YG2n2p5XOcu+a0b5p3zyuNQ4jhpz9h+ZWWvelwk126RehnvXsUZMMe6Eu3BO6yvD2ueglGTdeK234VF8SqqIz7YcB8zEiCxLLTGplbcRA4nzTv32T+Gf+OmFfoIU3t79CF+Uz1E041wrEfj4GB5vb/PPMMk+fVZdqsxTv9XnKr72XqtzVj8pPiHVvLehZTvG8e+O+FyfL8feQ18X63oqzzUaawvL5urKPMFag9HelhdbQDfLt7vXr+Gme0AkWadxfKKr3VeV45geg+exfH0ebI1LZbkVZVCNSY0+omLUxRA//5usb9mfHJjWOoYPr+1x7LXG0+w4V3f9ekb2+ZGWz4x2ZK2vqOfO61GMKWtxca0vrvfRR14fnzUeaHG1Yz3oYHNh8SnKVWKL1rqqca8z5pjpXORb9fM6cm4R10Rb19hOzO61/tuaY2XjQism79d742wli+XHY/wS/ss+HelYQ5yZRyrG1MXbcOsrNefyX0kAm5X+KVsI6QevJIioJRiK3zwlCZfY0SjByEOYFoKGjjXEBVGlM5eLHtb/t79ToiWADYOiNVSe3Ngteo0NcfhNsmVP33k17r/Z6hqT7yy4GOzldXSXli+8j+7jYkLSUcmyGX8j60Za7soN1BYUhsFGJqqzhSd5DcWx2pPYcbBolMm8js5KAHva0jCBc9T1str13+CZym0a0MeydbfXdHKk1C2l/POupPwekGybnvpuPyXlqVMxoGjUTemdBHXTIC7bTpwkJcctyi2WQdJ2hgl3Ghzo/ardZ4pwvfh+VJxsyERH/533kH/zvbj2KRBr9Q2yBOI5x0XfxFL+t6muOsooLlSoW9bN6zdj28+TOvPLt5zo2Mdw9TtFO03GpTfat7YaC0NdATnasCj/4t4q43GWtG0s1o7fIc9+E8tdBMFF/1KOlzEBVSaMGwsDxXGVPlLpe4u+yhxrpgWSdBzV20prXF3WBj1JPK0NjHUzWQQt+iaHj6uOF123Fhd6kl0eI0f/EmOYJF6yHqooFpiUPiori0XjrzLOyDGk0jeWxLtvZCfjyrj4Kx7ClN+1k9dt3ocoN9kvZH+vx01zxv62sdU3JoudrVjQ7JNkXXWM/a64o1j9zsftcR0/+Y6xo3+yY46yzx0XL6sLCvX+NPaDapuyFuoOFlctSwCXdVOO+46yj2Pyc2vO5DiOa66wbN6n9x+1B6zKduyuY+MDAcniX6xjat/xlDzILeupZzwY2nxzbqwlPVORyjz/+9vu+9hybMj+v9l/xgdscmvT0zkOFOOWMo3KYwhPAtgRY1YTwLsH0sXfq32C0Zdr8WdrEj94FQ+ojOsyC+uSWg6eGGR+netvrz/297dJ4ti8N08d88bnSr/vWBeLMXzdX62Y9jpHfFA7GafyttOIObqHo2/HxHQxR5VrdmOs5CjfcS7cXg9Q5wnNvqp08sTy+jzYfx/jnE5bL2m1gfQBsOq8choXp6Sp/G+tTw4obWm8znnHtsf7Gf1EsjZelpGjD/XM5eNvkroqxw6tftTWcqrr1kv6aOX6PfNFz3qhHq+Ih2Kq40Elfq/2Ifp3z+V1eu5Nab1df56ud/cPa6wTW9j1uT7n1F5e0dYhf8S8jbLeuft9fg2V2DHr84aRbniZrvqAZm3u04yzjTlWFleUMfmUeJYvMybrkiI2see3lfjSyCPFHFdr3GqFRJf0bySAs9LWFm3EZE92+LKxVSbyVmOPW9+MncZwXdligTJpagdK9sKPMv3PkyjaOa3FiuoA96p7C254Fm14gyL66gGptQA5Xb92r/pkIi8L3Sj7TeV+s2tzlbvStYwLkFq3IxNrYkst4Wxb5R7q7x11rN5BWglgT1sagpUF16EOKGLwVSf+1uJuV7Zt+3kLRd3w37WzZntXFuRdg5N1P8NBiqfU4sQv63uexwcj9Pol7qOyUJnfp2ehww6Q7KBxd21fwo+r5xC6hO+bYVIby1L097UEsHhbxwpcikUqZTJSJCQr9T07l/obXz0qwrvuYZu8P/aUr3XvnmO4+p3iXvO+q7gOa0xytGHr3jz9S7+go7+F0EwAe+pYdo/6uFVMEkXBe+5BTZ664p6ZfaRnXNUm+45+0Z8A1tpAMmnp/PI25vFx1fFy0FDGhBkJ4FYd8vQvCxLA8j539evLj6vwHG6GXVby618+/opdPOS1uuIFX5vx1B37PuYkgIc3xrP+uBFLqWvCH8LHYSE2KH27FTeUY1a5uKP2HUqf1D9c9aYS4+RloDnGxYT6NzjtNmEaeOL1xnj7ZCWA1Ye0Yl9Tlq0Zux8srlJmgNU3FuJvPfMqrf6K9ufqkxzHqdiMu3Io8W6RbFN/U5uv6Qngog2561jlrUU1AVyZ0ztiA20Nom1kJeOmnS76xUiRhNuV75fXL2Yc0OdwsWwcCWBHjCnjw3ysKct2bpxr9iPKelexm8HsuqQ8TKC17RntXdbLYp1nfPU9LzVzpwXRJr3juDTyxNH2/NTTlp39s1jn8MzDakmQaG+P96L9e8pXJjtd/a5nvFG05QsltVhevmXvuI/urT5jvaRv69qalzFP0oy0JJIV8zbWbrOHcs1je/yXrqMOfxcTtZ4+VJkTmnW19dB447vhi+Jiay3iiOvjS8aDGL97+pDDzYUPG1vI+uK5V7U91+Zi6YtsysM49ot42gN6Y2dZrjGl17Fg/Xc3W8v/15q/yocpKw/7q2tGU6xrrbdpL2141lXMvmBMQFmz4vP/dxLASkA8LmC4F3OnQb7a4SpPUGRBbm0wzwbE6SnD2jbOesfWvaOUJ1+rdVsM9h6DSudRPL3Teqtit2WQDJZ2x1UDAu3irWT3ZNf99fiGj72Y9KZZNv3CZG1bUjUh0Oqs47/FJ/W0habxKb7hx/E3yX/XF8+UBLD1psusPtBKAM9JjNh1vTlgCccx+ZL8UR/cxf8gn0itPOVfsy+cjOt3tfdGENAqF3Hsdp+0u8/KdyocCwG7y8gm0a7FuLytLu4za8FXrNO7a/krhLe7befTxXHxxPLY31cSwNOCdn9CK3DR/r1caJhjMNTFro8UbchZj4rwrniKsN5/Ttfeb4ld3/7Sc4zbcXvc7AlGM2jVxiXHuKsOFf0bxOMaUrLdt3Vvsi4UgbxnvMx+o40/tX40/e20JfbuYf3xf81FAX2sa01Gpic7+zO0dlIYr8HbRzrG1d9vHeOz1Q/Ef9f6RTH+qRNa2ccl56v5eJKI5WXXF5nbfZBtVE2ICRPfxDgDSB6O2l1H1+FO338M2sNTST/qGH9d44PW7ipjcrG47KgXrcm/HkfMSwDr/Yj/O05ZfTPjQKXmKQua+TbWfX8jH1jLfyN21FC/55iOEf12YcUxnQtozTZhGHjqVPxsTf6kvW+eUdQxMY/J25l1TO1NCzsh5blHbS3Eim/y2lObV+17ffmDwbmn8GrWlz3mfVrsMCyW6+G3tqOXeOi5DyDHOK77JEjxloeWKM8TkbV22McvyadNugcxrLh1ThmKO0/7XTlXT///SY0DjvYmyunW7MtES6rFQGKcshLActyxFvStf9fa7hp1qegzlPHYnoe+D7++sR46MOYYT3Ee346htTjfNY53gPPj6N5dXvv8a/Sd2zcPa9ctzxzkTTaXc8WYtX7AFb91jTLbYlT9TMVQyT2xvPYbu5561kvyfl7NORjreNmalbYOaiSA1fvQxspZx95jPK2UcTXeqM4j57WjLk7sPvFVvglrxTrqAyKy/XvX26YJsv526wHWx+eNB2m/1sfy1X5SPPzQ9W7i0zbZpzKXrDMfMLbwxt9Z+bv6KL3vLcrBenijtc5o5US89XHOWpGSv8rjBmXcPlQCuFmXfOOWHr9f3n8lAZyVubFo0/dy3eJx/jaPXIiuPJ44JmGVxtKcWKZbOg4dTHKKYitVOaGUx9a+7TVNE5U3gI3EXdFuyk7QXBDtkhvJd66yY9rfulC3+JTfgRruO9+T31487RPAyjYaSV3oE8BWuSsdTKMTzgcNUe7VpIUI0JLv28bgOS6mmGVSPhZk9JBrJoCTCVOlrvsms1riKNazoV7Jhw+KMvHaS55GW3W2dytAVQvEs6A9LnDMTABXq3i+bdQ0efEuBFptx1oYGGd9Y0Li538/hL/Cb8N3c76Ht8M3eL+8jm8oiba/dQJYBjZZGb0Pv1YTwPP7zbLtl3U1q1vZN5Fr35D3HGOlBHD2VmZ9sjLdg9WG9UXT6e9rfduCB6acCeBqqSbfgioebGlODpz3ICbeXXwhn6Beo490jKsnmQB2+CwbWw+cALb6lzflwy32AkLSh+6+T/ZXCL+9/zn8G7djDOlbYPK7ub7xVy4s5GPekHTxTM5riSLRZlxll43f2n3MTACLxeG54355za04sIwa7IWuPgHc7JPkJxXMpMkBE8DdLdYNPHVKT86JB94KykqcIvvltP/sFsXLN9zzqan8zVpxVaUuKFvPpb/MkiXqvMp5fWafZB9He4DJvj7HvE8LrpX5WqxL8qHb5XXMTgCXb0imf+NLANtGnpg7+Y3s69OFcrkAb/af5fa8Hs9bzzjgeIhzWtDO39pvPogwbmk+VBxtjj43ATw3znXef3+FtfJdWJfSPqOWAF7U3tOG2Erep/Ft5QFJmYQ166HWTzjjaHNdzOMvU4eec/vmYfnONnIOJcfO/GbiCyhp3NElgK3yXZgAtvuqsrPeKwHcvI99EsDWPHTaevuUEsC2vz2e1h4QUB+CictB6jqnngBuxaa/hb+KHc/GPl4r66E62XGx3OlmxlpEsmOTOedYuj4+azxQEsDO9b6puMq1AvPequvMh4st1ASwda8eS/nQguiWxhf3HMeyHozQXmrqh/X8ZbpaP9h+o7k1f9XGoNNKALfnqbMTG+oy+zn8RxLA+Sw7/7aU1khdCWDlqd/sPLUEsP+J//5wMZiYEqTmwlEMeI0tzMaJjsfADHTldg7j6Dq99Vt7A9jdypSJQWXBT+v8m28T1JK0yaLOLtkkt1R1Xbo3Aaz+rjUZShfA4pPpeb1bPjDX7mztBLAy8XuuPQygB6D54lDFS9pa/z9te2LbzXqZi7bqrO9me3YsUtlvgtyGR/NNHKuuDRey5hvAVp+pYk91/Pbxz/B4u/smVPxv9yF87p7kCP1bkyeWAJZbUY3BXLotuvMNYKPzqSaAm/XZqgPWvw+jlrZQYLa5cswc6/W71+GLtYBu9p++t5u3fQM4LdTK4lFjPPG9PVB5w92Ie/TJhFEfHOPqr2/shQUtnPeMbdWn/4sFgfw+1D5Z+HjOXzbRAyeArf5lwRbQfRc1bId3+xj+fLzNvv94Hz4nW+UtG3/tJLTjbYt+Zlx8I949Yc7qquc+5iaA04l7ZYGx0adXJ/nJfT81dgHSF7rKBfXybbEyRpNbQNeTJodOAJf9ZTTo3u7V2kPyJ7qpNcb56lj6wOq711/MaymTnHZi1NVulDplxpyuedUe15fNOe3jFDau61s2rtQWzfoF8nxu4vHXre0E8Lw38ftCzs7lMvIkgCfHt98/hunhyiTW+/42dHV8+H5f7WHtwlZbyDTarLnjVqzv5gLsUAbj9qCOemjGmLfZ29+7KYia/BAx+Kw4t/k2vHyBoTZfLxMB1i5I+78B3NpqW1kHUOcpnvFKSXLIYyljfX7/nrUGbbDWE1fttiyjW8+5rTFqurax3H4L4a9sDtVYy6mMke03gIfyrTyg2uwrXX1V6e0Zv6tzgGas7FkvqcSknj5i77d0k75X3seSY1ceUFu2jmq8hevxcb9Jn9SJSn9vxTp2XNy3z1l9dG0L6CVvABvrPOZWw1l9cPSN4nyHmwvn63NrxxbeN4Cz2zVjBuW7weMBRDzRXKdR4rVsCKzvqlWdzzrm/nnRvuwEcHueajWay/l3EsBZWRuLNn1P33wDuDZBzAMNx9MS7olKfixrQBsHq+pTT+LajpUArj0F7+h0h3Cn3LJC/dvhycY5W0BXAtAsaK106O2FufJpnbyfF991k2UWnzaqJvPlFtovOQHcLWHoC7gDmlr3hwce+qfz9b8vFm88T1B57ItxJDm/+k2SctLgac/lacR26pW6mR7b802b1mJVfRvlpQsncnHEsxiVBE7hOlw/hXDbfXN86NfDVXh+Th/OOZ0EcHNhMT5ZP6cvNvpNrV/ylK9VHz3HcCXHijrbGDOvr8PTk7JDQ2WhYlxSEW140b1l/UulP1d/E69XW9CpLeCkBvpv+jFJfsNWWfDpvtk3dpzd7ht9H6kvMMW3b2pbQKtlavWRnnG1st2eVVbagpK08S/+pIthcpvbdLFFfC999rZXjr6yX27oY51xcdqRzHCMAd2z7GJLUk8SIy66X/cdbvdwTW8bwtXz87RbTmX8tsZfV0ztihN9bcauO544YkECOL7tdX0dwtOPcPNutyWmbzJqxpnNnQE8D334+yR/Avg2/3zEcKtFX1MQaNci24TilhpUHsDLHNU2M8wfjAdo5QJEvU69Crt286RsqZdPTee/AexqNwqT1bfqSTY5r3L0Za4+yXEcdU4u44EF8z6t6VUX7uTx63O7so4d5hvA9kPNlpEv5u7v51W43u0P8DY+XJnEFl92H6B6Cj/Et8HV7w+nSXTzocBk7I1jrWscSMbQNPmXxiu7h5nGmGiae2rbHsbvgbtiIHF9ngTwuObkiHO7K218w7sfa+MD4ZU+vZoUqG8n7kkAu+Y4xhy/+vBAVxXs+Dhfv1swjrvXGrTOQ3p7/Mvj2OsctTqgxIlDG+tCjqdyblxuAdtYQ/L050Pdyr5B2/jESl+s2g58Sn8rqPS50PI1sLnrJdp1u/qIJUlaLU7UymPJsbWdx+LuKnuvo+Zxm/oWeTGPdLajtD/Y5xvAcjeUquFDeOXqo8t2b66J7LE+Pnc8iHGDvZZzyLlwOravH1vIe7Pvtdseq/3t3Wy3DuWruunajGPXn2q5WdfhjJvacf5LTQB75qm+OfUl/IoEcD7L3vsN4DEAH4Ns7/eb4lNE6eKteApPGdDlwoL9ZIv1ZN9GCeA3jvtvtkil4SvBZj8B2h0onwS5nnBNJ6fVYyffgbKexh2DW+XNb3VRIy7SJxPY3bYVQxCmPYGZ14flwa+vM2zULU/yKv2No66X64L9Itk0uRgmCeO3K5VFwiE509WI+GaoOoC27Yvh3nH95QSl9DMX41yLVMN9Pyd1UyalZH2LQbeyhXhc8OhqoXyTpqjzjgW8cav2VtvxLUZNE8an5DvfyfdJsoXbE0oAj7s5NMqoEvh56pGsJnrCoFzcNsu3kqht1RFzstNnosQ34Rv1qPvE/bAFea2jkvU93a4vTmKth7uKAF/2L9NYX++D5IJG+4n+dKFEX2RL+iW1zRarIkYfqTzFOh5316SG7b/X6CPHdp+8OVWMq47kZrUPbNvUE8DPWd+RL5r6fFx1vLju1oLk1C/EBNn0/TOPkWMMWJoAHrfaLcvxOXvrdOH46xkfrElxtPaMc5Wx8XkcCz33sSQBHOvWFNM587/mt/isOGKMi8d+VLnHWsw7LpDJeugY+z3lobRv2SZlm7Bj4Xo7nrZWKw1KJ3lxnjFh+JukX5XbB9di2zmf1vDNRZ0JhvRnrnmVo+w9MY+5jbiyZabr+jx9plrxRFyS/GboN8Yx0tNvFW8DxX5ajrVJsrY4z4IHglxGzph7rMf5N5B7mdgelM9YjQ8w5Z8GqM7DPJ7ecaCfvHSx0HMWO07tN/++qKMv8MSYSxLAaaxqxbmpufjUl/pgzRp1SUs6q+XgiUGsOldb4FWSns57mx6k0+qhNz5X+v2yE6+8pPA0xdXFw31KH1S0Xe3cjrlc1j6VOZQ53lfeYHesM0yxVPsliO4SXX1V6VTGyZUHHGs7/jjuYxyPtbmX1gY8fcSSJK0aKCptacmxh2RVMRddvI7amMt4fJQ3aKt1JEneWjGjnkMf1otbcXFfSfu27VmLWPIG8F7r4/rDEuV4oMfvrbUcaTqOqd0Upl8rWDYXljHyurFFOR9y9JdWbKE9cJF1S/k5rFxNbc5mPuxbXIdn3C1WCBu5MG2d39HXCD9rTqo97OWqS45xq7ZMeGn/nQRwVuLGok0SjBSLBKLjnxKN/QnyCX49yB2DluG69b+XMAAAIABJREFU0slkH6/Jb+WKLXGLRYVkYIr32pxErJEATq+zv75ui2THGzHm/VdbaGViIL2u7/vtqMa3pPwLAfLatEWbdrnXFhT0Heutb0rt6sZua4zpid4k0TWeKh04FySAu/r01fk2yooJYE9d1+pCUv+7dnd3F348pN9XSyb4fcsM98MWslOAWwZzWr2U9sXlWG11TKBOH58o2nvRnq0Jcj0YzeumspV2ZncV7u5vwtfPsuwVv+4t2+l/43m6BYifwj/9B7SHbZeT6xNbby3tMwt3JQCI/Wbepsq2n197/y1L6+EQeX4tsOn+W/aWj95fNcuoEYDO7TfrQaRdvnIMKvvB9jFcQVwxoeq3Cy2+fVdMGOshnKsNizZr3VvZv8gxetfO+i1d9c8qVBaYklhj7B3Egl4ZD1yFu7tX4eHB+JSE2UfKmGG6h2kyuFIfqfSBVhvth4Y/w2fjO5V5ecd+furPqgngrzfh/uZr+NzN5rVknO3jq+NFz1HZ4UKcL8YwYzzlj2GsMUC6Fg+AqM1LSRbGhf8i1lw2/o5lnoRKWT2xJufpdctxTmkzVt0pvy8r4wjxdHxxfZUFI23sMt+KKj+xIvu66YFHvX+M41O3ZXc01uYJou/QkiRz3gDursYVd8jrttqEFQv3x7PjdXmeu3D34yGUb0bF64vxWf+5iYlSvBk5/LxYQKsPX9O1rhpXlSeUJukv8geAssYo5lWeBLBWBjIu9R0nj9t+DW9WnPdlQsYiX7yOtG+aW8eu7u7DzdfPU9yp9W2yHbYebEzrWvGd1rllqFXQcvE0/ZVex09gHMjaYKXhZTFXfs3j/DuJ680Ys5kALtdNxh0gZsS5Y080Puwe/4u2iC77X5kIdMYWcp66+x50F/Lmc8Oyz/W092zwnhItssi0+LjZTrqrEd+2N8bxahyhrTUodWrsl7SH5Ybfe5L8ZgxfubdGeagPITXHe/3Tbs0YMyYgh3WZPsKufdYr8TP789I6xq53dz/CQyWWbyVTrFjZjFsqManZRyxJ0laeFCzWHZYe2/R39hMy5rq6C3evHsJDMi6ZPn0n0u3QkNUdo64WfY9yblmL3HFxck3mw3zK9R9+fbyMdcs5gVaG1nrQoebCeTydJqFXiS2KdVVHf9mcY9YfTKpfr7CT45d6jY31ovFE+tzS7M+yyt/Kha2TAE77z2qbEe3c207yvnn+A9WVaPDs/jMJ4LMrUm4IAQTOWuDxU/gUfk8Sqge62zmL6ge6BA6LQEvAl6A6oKE2oT7g6Tg0AgisLGA+ub3y+VqHq13Lscb8I95q9VQXE3f4Fo1OoUi4hmMKeB7yPOb1XOq5du3zrxB+82/FfyipzePcQ90Yx70sgSPOl47eZk4xbjnFazrTGn/0+namjtxWQ6DrP7+Ht8qDPLghMFeABPBcMX6PAAIIbCjw+OlD+O+XNRcltDe4WJzcsIg5tUvA8zSk60DLf3TEBY3lF8lfIoBAO+FovDV/JL5yp4j+xOuP+Ue6oeZpLjzumLW7zimUF9ewtkC/aJx+9kn5rMraJ+V4L0zgBOLcFybG5Z6owBHnS4dLyL2suGUXU355PXy650Srxcu/LProl1+Gp38HtOXTL6OXdIUkgF9SaXGtCCBw4QKP4dOH/8Iv738N3u8D+sDkVi+O76r6DsyvEFhdYNzOxrNd2upnTw54xAWNQ94Gx0bgYgVO4A1g7Xt1U3kcasw/hRK/xLjD873IUygbruEYAuWW25Wteo9xMZzjpAROJs49KRUu5sUKHHG+dLgE8E7/JcUtu2v9El6/W/OlgRdbA1e/cPro1Uk5oCawm6d+eR3erb72C/elCpAAvtSS574RQAABBBBAAAEEEEAAAQQQQAABBBBAAAEEEEAAAQQQQODsBEgAn12RckMIIIAAAggggAACCCCAAAIIIIAAAggggAACCCCAAAIIIHCpAiSAL7XkuW8EEEAAAQQQQAABBBBAAAEEEEAAAQQQQAABBBBAAAEEEDg7ARLAZ1ek3BACCCCAAAIIIIAAAggggAACCCCAAAIIIIAAAggggAACCFyqAAngSy157hsBBBBAAAEEEEAAAQQQQAABBBBAAAEEEEAAAQQQQAABBM5OgATw2RUpN4QAAggggAACCCCAAAIIIIAAAggggAACCCCAAAIIIIAAApcqQAL4Ukue+0YAAQQQQAABBBBAAAEEEEAAAQQQQAABBBBAAAEEEEAAgbMTIAF8dkXKDSGAAAIIIIAAAggggAACCCCAAAIIIIAAAggggAACCCCAwKUKkAC+1JLnvhFAAAEEEEAAAQQQQAABBBBAAAEEEEAAAQQQQAABBBBA4OwESACfXZFyQwgggAACCCCAAAIIIIAAAggggAACCCCAAAIIIIAAAgggcKkCJIAvteS5bwQQQAABBBBAAAEEEEAAAQQQQAABBBBAAAEEEEAAAQQQODsBEsBnV6TcEAIIIIAAAggggAACCCCAAAIIIIAAAggggAACCCCAAAIIXKoACeBLLXnuGwEEEEAAAQQQQAABBBBAAAEEEEAAAQQQQAABBBBAAAEEzk6ABPDZFSk3hAACCCCAAAIIIIAAAggggAACCCCAAAIIIIAAAggggAAClypAAvhSS577RgABBBBAAAEEEEAAAQQQQAABBBBAAAEEEEAAAQQQQACBsxMgAXx2RcoNIYAAAggggAACCCCAAAIIIIAAAggggAACCCCAAAIIIIDApQqQAL7Ukue+EUAAAQQQQAABBBBAAAEEEEAAAQQQQAABBBBAAAEEEEDg7ARIAJ9dkXJDCCCAAAIIIIAAAggggAACCCCAAAIIIIAAAggggAACCCBwqQIkgC+15LlvBBBAAAEEEEAAAQQQQAABBBBAAAEEEEAAAQQQQAABBBA4OwESwGdXpNwQAggggAACCCCAAAIIIIAAAggggAACCCCAAAIIIIAAAghcqgAJ4Estee4bAQQQQAABBBBAAAEEEEAAAQQQQAABBBBAAAEEEEAAAQTOToAE8NkVKTeEAAIIIIAAAggggAACCCCAAAIIIIAAAggggAACCCCAAAKXKkAC+FJLnvtGAAEEEEAAAQQQQAABBBBAAAEEEEAAAQQQQAABBBBAAIGzEyABfHZFyg0hgAACCCCAAAIIIIAAAggggAACCCCAAAIIIIAAAggggMClCpAAvtSS574RQAABBBBAAAEEEEAAAQQQQAABBBBAAAEEEEAAAQQQQODsBEgAn12RckMIIIAAAggggAACCCCAAAIIIIAAAggggAACCCCAAAIIIHCpAiSAL7XkuW8EEEAAAQQQQAABBBBAAAEEEEAAAQQQQAABBBBAAAEEEDg7ARLAZ1ek3BACCCCAAAIIIIAAAggggAACCCCAAAIIIIAAAggggAACCFyqAAngSy157hsBBBBAAAEEEEAAAQQQQAABBBBAAAEEEEAAAQQQQAABBM5OgATw2RUpN4QAAggggAACCCCAAAIIIIAAAggggAACCCCAAAIIIIAAApcqQAL4Ukue+0YAAQQQQAABBBBAAAEEEEAAAQQQQAABBBBAAAEEEEAAgbMTIAF8dkXKDSGAAAIIIIAAAggggAACCCCAAAIIIIAAAggggAACCCCAwKUKkAC+1JLnvhFAAAEEEEAAAQQQQAABBBBAAAEEEEAAAQQQQAABBBBA4OwESACfXZFyQwgggAACCCCAAAIInJ7At78/hI8Pz92FXd/fh/D5cwj3f4Tfbze+1sdP4c/PT91FXN29C+9/fXOwC3r89CH898v7UD/Ft/D3h4/h683617Hz/+en99t7K7qPn/4Mn3/chXfvfw1V/ayc/le4+fr/H8TpYIWfHvjb3+HDx4fwKtb/7t52zeH3sHVz2F2mXU8fw6cP/4VfWuXlgdw5/PNTeD90Al0f8fWmXQ88x5W/kd5LjtG5OOrpwmPzZwgggAACCCCAAAIIIIDA2gIkgNcW5XgIIIAAAggggAACCCCQCxQJmMfwqc94bZyQ7K/jx4ETvx1Gl+T7Ee7etRLAB6o4KyXADnR1jsTaEcvpUDeZHveUy8NRT9dJhPYPOzy8ug9/kAA+Rq3jHAgggAACCCCAAAIIIHBhAiSAL6zAuV0EEEAAAQQQQAABBI4uQAKYBHCj0tkJRRLAR2uzJICr1HY9PVopcSIEEEAAAQQQQAABBBBAwBQgAWwS8QMEEEAAAQQQQAABBBBYLJBs3dsd42q31e9P4Z/kDWB169c0ERX6LXOfr6e3BUPok4JP3fHqWwd3SZt+h+fuf9fxreMhKd1vSt39i74Fb9yet9u1ejrQeJzdn2pb+CZJ71/+m7a/7gl2Wzx/C5/+/BJe370KDw+7416Fu3e/hfCX3AJ6uM94mfJ+reuT/tFQLZfGFszjfSaY3TVPbzTHcry/+Ro+D9t99/eVv/WclcnVXbh79RAealtAq+X0S/gv3SrbMoh28lhZfarUcIdTXsfK+w3ivNd3d+HHQ20L6Ph2fL9N+qjdXWvo67ysy877s8on3aZ9qqfpptzDW7tjo0nvVdTTWnvqrlX/7ZthC2ir/kjPYJWj943roq4l/YW2BXT8fdoml9SxxZ0rf4gAAggggAACCCCAAAII1AVIAFM7EEAAAQQQQAABBBBA4LACxhvAZgJ4l4MSbyb2SbdK0ra7m5isSn4zJPOm5K3jzdKYAEySPMW5jQRwt8Nt8WZlTIKl9yC/ATz8Jklw6ed+GhLrfQK3+I36zdl0O+pyO96iQihvhsrzjAnE8XqH44YpSV/9m2YiX5aTcPKU0WAQxu2+y2uz77l0qpWHfNBgOu+U/Bx/k9Wf+O9TcnVKzMr/FqbkuuP+POXj2aq8eBM2Jj1b9bTArWwBvXtwoFF/YvJ3Vjl6EsDKb3qvyTi7b+WeF13bYXtejo4AAggggAACCCCAAAIXLEAC+IILn1tHAAEEEEAAAQQQQOAoAmskgNM38N5+Dx8/P01v82o3UdnKNk9eeRPA4tu9akJ190nj38Mu19v9z0y6aufOE5t9AuqVeDNZ/J12n/Lc4v/rx23XhM4tpG9gl0lt9bjKm9yvsm8/OxKxwxuj07eatQRwu4zU7XuNxKDpVPn79Fzfdm7y7Wb5IIKWAE7fai2Su2X98tyfWT7KgxZ608rvSd8a2WpbtQSwqO/agx/S00rwWv/ecX4IH7/e5LsJiL+b7rPfweBJvHnsKYOj9LecBAEEEEAAAQQQQAABBBAIIZAAphoggAACCCCAAAIIIIDAYQVWSgBnW78a275Wk3dZQslKUtnbO09v9y5LAAclGfr1ZrdFdAh/f/gYHl6JpGtMhMdkrOft40pCeLeTb7aVtbMW1LY8Nt/k/vYp9Dt/J4lybWvd4jo8bwC3/GvlLN+4FidOtvPVnNp1bHc9YqvqePjmAwTatcZtof8IXX3b/S87hu/+zPJZlACuvz3e/mZuJQEsk7Cu9uorx/zBg3pll1thx7Lv7+cqXD0/h+fijXVfGTibGD9DAAEEEEAAAQQQQAABBPYWIAG8NyEHQAABBBBAAAEEEEAAgabAWgngcXtj5Tur4gLUZNfuN66EUnIwT4LV/Zv0LVUlqTdsW50lgKePFOd3mH3L10g+q29Ayu+wGqbZt3CH33YJ3emerATjz/9qbzRX3r7M7nadBHD69eL08P03mdNv3ab/WneSiUJRQOH+j9vw+OfnML25HH8hyl55Azj/G18C2Lo/q3w6gsqb85lI9lZzPfl6qASwdZ9FX+R4A7j4TvPuwYw3/bfHY+J4fPDhqk8CT9tQdx1L9n1meQ3tOsb4gQACCCCAAAIIIIAAAgisL0ACeH1TjogAAggggAACCCCAAAKpwFoJ4DQJ2fxm7JBULLZPlm/0vsw3gLPK5Uk+mwkw7XvEWQHqbyOLZKGZYDy5N4DnNtPc6Y26RXfp1if0kwTz0d4Azu/PLJ89EsDmm+oF9ZpvABvlaNb/4bvZxtbSaUI7iO8DxwRwmeyfW8f4PQIIIIAAAggggAACCCCwjgAJ4HUcOQoCCCCAAAIIIIAAAgjUBDwJYJGs7d+u3L1k9z70ubMh+bZ78/WX/7o38/I38MTJV/0G8NztnWOiOflOcXE91hvAb4L+BqX2/dslbwALr66Mvoab0Tv9d+1ah6TZ0/TmsJlgDPkblf0Z1voGcMugtk2xfl/Nhpw6iTeg49+lDku/ATzvDWDf/ZnlsygBXEmeFt9tlqpLEsC++yzKz0wA628xxze88y2g74bvBCf9Ubcv98JrY9RAAAEEEEAAAQQQQAABBA4kQAL4QLAcFgEEEEAAAQQQQAABBAYBIwHcbzubJEvHb6+K5GKSJC4TxJUE0/P19M1ZeR4zSeX8BvBwvVNCetoOdvx27IIEcJb0Hj7+Wnx3dsEbwNq3a13b9YaY/JoS3Dv1eI+eBGO/je5UJuM2ys03uvfdAnr6Zm760ED7nvW3yOXfyPvJv82rnbdWN2ICe8k3gH335ymf+VtAT+d+Tr7LXbiUWdnirXLX9RVtrZaATk5oJoDjwwxJX5F8/zlu31zUl0q/NaeOMUYggAACCCCAAAIIIIAAAocSIAF8KFmOiwACCCCAAAIIIIAAAr2AlQDufrJ74zd+8PY63L97Hb7EN1K7Ny2fQv4dzeGNuzTBq3iP3+3s/k1+53alLaB3hy6+kfs2fP/4eZfVC33uNl5vlzENf/weum+GTv8+/SbfMlh+WzRJUo3nNd4AHr+dvCPok7j9FrbpB4bFcQtL5Tq6MprexHYl8NJr6YrkLty9eggPcvvd7PwrJICTejjetbGNeP8ntlNex6aE+HgLSTJx99+u7+7Cj4fp27J93dkzAey4P1/5yHraVd78f8n9jA84yG/gOmynNtO3y+4b0V9vhjdsh1Nqb/ILz1ina19xlt/3zW8m1vvkvse+om/DT0Niu3xgQOmDrGtrvmnPgIE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rN3gW5AAAgAElEQVR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AAng9S46EAAIIIIAAAggggAACCCCAAAIIIIAAAggggAACCCCAAAIIbCpAAnhTfk6OAAIIIIAAAggggAACCCCAAAIIIIAAAggggAACCCCAAAIIrCdwuQngb3+HDx8fwqv7P8LvtyXo46c/w+cfd+Hd+1/DG/HP3b89Jf/xSv9d9mePn8Kf2R9N/3pduYa9irk7Xwj3f/welNvb69Db/PG38PeHj+Hrzbvw/ldZIttc0d5nPbsyegyfPvwXflHazN5WhzhA5/8j3L17H/aqUknbvrrT6+fjpw/hv1/ieR7Dp75xqn3P8lud30a+/f0hfHx4ddB+ougvlRvs3b4dyCWEVn8eGmNB7/OcXPG1bTUcL/2reIBa/Vhe5ru/nF/u0/n6v81uUbkYc4zatC+z78G8/hkF0NWJrzdqbDDjMC/ip3m/5bhkqx402sbu6GuWk+NqD/yTfdplf2mL+p+ld7Urm39+Cu+1gHjpMbu/O8R4N7T5V/fhj72uVxzHqr+LHFaKizzxysHKcNGNn9AfHaIOzrg9Y74540izf3qc2HP2ZS3/A087WH708S89sXEeC2xcx9J7PqF+4PTjJd9YMjsWWqEOrncIRywi+6iDjIXL7qg5f0tijB+V+feys/bx1z8/vR/m6Q7DpSda7e8Od43WOJLGqtf39yF83meNY1lfml/D2usraxSSiAWP2MZO30bxPfI4ZtXxNWrAUY9xpFjJuqe8H7V+fag5o7EO2M+4zy/PoDaraV1TX3M5Vj/li72sGuOJ1a1jXOK/kwCekwCOi5fX+aJTn+C4aieSah3xcMywcuB6iZWZe95WwJ6kbXt9xdlXCY76iUpz4lmcZ9nkxtabH7wcf+BsDfiHclmSAO6v5Uk83BMnUc1EVXWxdzimGD/scj3mLxz1WbucI05ky9OvE0QeU/lFnGtJ/2jVA/Nhi7D/Azkngzu/P54ufY/+Z9H9v7Q2tNb1rnWcOvpqcZHZHg9/L4uq1kn80eFiC9ftbZUANuuM6+pP60dHuidPbHyayc3T6gdO0yit0g6vI9W5TRvaVn2U46ZXG0Md5xp/csIec25jld9a9f8UrE7hGgzsTerx7ppegM3m83qrjq/SkI58kFO4pxOqe3b722fOfuSyXXo6R3kUTta6ztJrGRLuD3s+yO2J1Rdf4hn/IQlgdwK4NUkY/i003gRudcSn0EmfcSXn1o4jYA+ux7kO91lWaXeOhBkJ4KRIXkYC2N4BovEmcCvAcgRf7vp7kB866rN23oMFiJ6bdCzgeQ7Db3KBJf2jVQ+a9f/cynH5ZHKv/mdRPX5p9mtd71rHqaOvFheZ7fHw97Koap3EH5EA3muXm5Mow+EizHawzsV6FpVOM7l5Wv3AaRqldcThdaQ6t07NXXiUE56brDaGzqE5YY85t7HKb636fwpWp3ANBvYm9Xh3TS/ApqRz9MurVO7jxhVrXrJ5LKvdmgdY4QcnVPfs9rd8zr6C1HEO4SgPEsDHKYqtz0IC2JsANjrSb4+PIdzeFttFjwXc/HttoBv+W7b76PDmca0Bd//9a7jZbWn7TW4BXR6v+Rbb7nq/vA53rx7Cw2676+RNOLktYXaceA33N+Hr54cQL7/b+vTnf7ttt/v/prwx3Rlle2snbwOJjjkuNHc7zUx/I+9Jbj/r2YJ17hbf3e/DfbgPn6etwbU3B7/fhLsfD/12q7u3AG8fk2264wJVv3XOeEfd24KhfxtxqExFuSnbaqa/6corO/f/DNdP/1t5a9VI/hTniUkwWbfSsh3eZIoNIXXR2oTy36Jv3OqxXT79tXy/uQs/Hvq6Nlpk9esq3N29Cg8P1hbQ4vpDkvirekzdumwr+VbHWlnnG7bn92rsMqBtX+KpG9kW0PF+0wRnowxnj2CeBPDaLjPfALYCpMfH8Hh7W99a3/h7LQht1ela0Dq1izfFtjVL+r2+KGt9QGM86v5sGG+M/jgeP+mxlS2159a3GRNF6zpr43SS2HyTbQHd6G9k28vGhDie3Yebr5+nLbiz36w4Joi3zuOi7P3N1/B53P976l/0fuvNuJCQhyXJVmt7JYD1dtqMN5LFjemayoczzGPEJ1G1eGtsF1/C627M6AKiITYR7SJz9pSx0oEu6H/a99eqR7vxZsYYp9yfOtZmt1Um3+b3T9L5ro+lxJPD9nhpHKeov63yHXrM6idhFsZF0W5WvDKjDK1P1jRif9NXxvDKucxjGDFLN9aoc5PcII/1rTYwL5CZew/Xd308On5ySOsnlXaft2vlobPGnKkdeyZ99t7jVMXOE3t+vQm1MSifO8eIwY7b9bFN2Dn8YwL47u5HeBjHyPw45hbQsg07Pjcj+8Z8vqc9yJDGP/lcMXTzlV/Cf7U5kez7tb6hOS/vS6lVT61YY07L88z9vt60YqruavPPnlzrY0m8rmos1Bo31ZvS+6Cyn9LijCmJM4YoSVktmSPEpFA8XruP8scyWRld3fVrSJXPqY1MzT5oigvH9ahuCSl94UKft5j9dK19yjrfxT3JPGtYyyo+IZeuwXVfKps7l1HKOV1z6FubqL/pjoRaAqN9DVb7NMeRINbtunL5KfwjPnNljmWNmNG6xn7+mawdjnWjERfFeauMJX4L4a/dOuqqa5iVWLBYpy0/+5L3D/52qI+febuxx5pKX5SW1UHixXq51fvjqW3Y639dBzKuL5t1PC7LnVms1DeB/JOWWX1zxEnNY6j9aI/ZHstFnGOt26hzpryMx3P+GMakMaRMxxE9AWyOI1nf1ThGOg4uWD92fSKrVUfN+ZnRT1nre/Lc5m6HzrU7z1ziqOvYc6LW0/0tCWBnAnjvp1iNBHIewCuNYmgA/VbRoQ8AxeJXdo1Zx60cz7ieMaDSFo4fkm0as+tKF4inifLUecr/lkyma4m/pzzJOH4DOHZkchI0/l5ZTLYWVuOglE1W7G1bx/sbrQbv5I3wGGDUB9cY8GhBifxvpX86EenPNf1GO7c6YWzVCcVOHqM8ZmnXW8UyrS8MTwNdPpja54gDmEiWDvVlPO44oDSSqvE3SRvIr3+a4C3ZAvopfQhCXt8YIMk28tT4TqYIPKoLirJuxG8Aa9uOWmU4d3CzE8Dru8xMAFtJLOuWjX5Gvlli1mm1XaZtx2gjjn5vuiVtIcUaj94MCeCnbFGmaCsz2tNTs83JAnAGkXHCv1soqI4bjYWk0C+05LFAu7+Z+ns5JkyBtuyTps9B7DcmTMepj0fdg0jdN1TL3/QxQPKAjKM/GR8E+ON3/QGJZl0sy1GOZXHRcrw3x7hkHkPbhkjGNeNCXp4AyNuurDueMlY6k5n9j31/ZT2K8Z0cZ7OYsjCo1WHrwaR8nC/6O7N/KutmGXPFBYXWeOk4jrBvl682rlTGSyOmLPrKJfGKVo+H49T7oVr9e+ofUky+r2xeYzFOle3ZPIa7j5HXJ85VHMfTBqyBvf937z2U/bh8GDHkDz/JaxaeRbsx50zxwaz0IUdtYe0p7DdOKW6OchwXXc0xKIl5HXH7eNzG3FAdp8Q1e47TTACrx4uxtlbX4njR6sOsBHAylo/rA5UYJY5prVhrQR2T9dRVzo6mZ8bJSWKsHlM5xgDtWiqx0POsOHVKatgxn/bAQqOdzpwjFHFUkqjMH5iOfZQvllHXBMQLBAWvY4yy11jKuN3bT8e1EzkvK9+aTOdZjjU4T/sqpjK7lziSB4WUNSlPzDmukzmuwdU+i/ol+qHKeBvi+qo1lpWVonvpIf696xrlNXjmm3EdMY11xjFm7TVMJV7U4s30c4K1GPw5iSWK33jGY/9Y81Q8gCCOrxl64iQzXqzFj8l8o+qjrf/lL3vo/cNlxUrmXMyRADaP4Zijjw/KjO1Qj1Pr6zZarFvG6vY4UiZvzXGkaG7lMdLk87v3v4Y3DhN7Xl+fuzXne+Z8u9ZP+db3WutO5RU71u7cc4ljrmM7AtYX8BMSwM4EsJowm1PARsI1m0h2FX54k7d7inD3v7yhFMGqfPsv67j1Re3m5TcmFDLZlV2LFowoyS25uNz5Dgvs43Vl1yA6Ve36so7C0bEYQWf8Z6vsy6RgueVKWV7JW3PdYrmSaNYstUWFrzehG1TGqpJPItRzOwagjMeov8UANz4VLhc80rooJ1G7f/sSflw9h3Cze9AhPlAQ24K2+CEHK63c9bpQDLBFXPtn+Fw8uSzbkqNtVSZPeTuyFjCTxcfq09R5G1EfWqkuSvVvCTyIbezVulN9S9TTIbbapSP5WAleXG205jZ7oc64TyvAUvrmcaI8HNpKPOQLmPbChKdkhhpWftPaMR4VycJuyMr7Ib2M8jJfVt+mxSn9PtsPGtnXmfc7agI4exirUscd45NW7mkyvFy4czp76rjsp8T/9/Qn+ySAy/5Y71uzOmKOS45jeOq31udZ7bzyfRurr9LbQK0FO+5P7a9lHa0stsg+01GHyystH1aZ9c2fRiw6tg3PuOA5Tto3m+XriUfKybTdxzUWl9OHLysLD5Otpx+qLSKInVEcvqF78LCR4PIew4hn1bFmUT+wYI7guIdvu7mMbDdyDmQurNnXZs+ZrASwp37ov3H1YUvmJcqcT33QudEO9Lhe9JOmf3wTS36TXolXxvs0HnSxgrBKHdZigjxetPry1vynNT970z/s4JiXt/rz+tzX2n0pBfP0tY666hkDtHJyJbCsuaAyxy/myY45kDrPV/4uq+P53FBtv80+ymGrxlHDPVd3nfD0QcpDN8X8Qtz/0n46LfviGMr8OhvvrH/vVknK+VVWzcVDl7IumjHJ/Gtwtc+9EsD2WNaOGWNfLPoqeU0L5puteeuUyIjjqHj4XusTmn2lkQCulG1ePo52qPVf8tgzxprmyw39wl/+oLAy99fWUs14Uc6f9vUxyqa8D8e8xTEfOt1YydEuzTjJcYyi3DxjuZYAbs9J7FjFM46IPINjHBnX3cd2J46hrektmq9U+kFx3iIWk/dgjiG1fsrh31wvUDsm9WXGfBj+ED665xLHWse2gvmX8e8kgE8xAawEoeO2P/EJGWtAFx33+OSLtf3bNFIn2xOPPVg50I+D/ZCkC+UTjP2itUhoNzrA8Vq70+ZbLeZvALefoB+fGrSeYFPb6jBxif/WcFMHHpGQVxfPlURQHmwpA2Wj857ut7/o+CSveu5icdo5ee12kBmSs8ItD3TqgUHqVTz48FcIb3fbkg4dfhckys6/O2+tfLTBVw841MDVGkyLJ3ItN2sRLp4w96omAbSAzAg8+ia6W5xNNkkd+r24WHZ19Ryen+UWg74ynDfU2Qng1uLWMpd5bwDPS8Aod28FWNUyrPc57balTfq7zc+V7ZWt0jLq83BvxXi0x0Rhurefw7/Kzhb9HFNZiHS01eJuzess26usD1oCeHrifuqbyolzWvfLbbvH+xyDaK0srDGhVn5KHZH9qpEALoJypT/xJoDTnZan49pPbXe/zeKJqc2o41ItzlAXK5Xt92pPJPeFpcdDRn/sWhBoJdLSgnDdnzb+WUkDTz3qE5V53df6l/z8c+MyT/ziGRfyrdv1cTerv2b5ZgWRfaajeFJ9bNOeMbXfxlU+FOStb9MCQLsMq0kbpY/0+N4mY4O2VZnrGAlpLWbR+hh7zPa0AWtsbCzAjGb9AkTRJtT5Wmv+4ogrk8vV50xW7OmpH55xqu02a16StbklcftQRsqcIYshHHGA3u/ksUj+G8eCcYOq3T7i4punHut9e14nPf2Q53M0dj2tz33nJIA9fa298KrPJx2L2I4HE8r4TRZ2pT4r8Uze93va6W0fI1fHmdSmMm43+yinrRK3tOOdGfcmEzjZGsu3LLFqjzXDQrHYRS8rMSMBXLwhPKeOFPcSz7wwnlVjTv1BMjmfcrXPvRLAdh9RdotKzGjNVxzJuKKNOsaBcs4xXO3sNUwjAdyM5eNb4XY7LBNSzhdSijlNpb8qujX5uUFPnPR7sOJF+dJTNf5Vyr01JyFWmgrQnIs52od5jOZ6WG3NS0sAGzvmOOJhe60+HxvtcUTb6czTRhf287V1i+7efWOp53vgxZht1gPPeoHWMzliL8ec8Pjr2PZc8SX8ggRwKwGcBGm1yaC7kI3FJDV4Hz/OMn1/pPZ0v6fByom43OItuxetwXf/Lf1Gb/oXw+Lt0gRwduzhWN33MeIkUXSqZoeUBmnat0H0ksuCgyHpqz7RLweb5uTkjdg2NL22OKgtWewvF6y7hbc3yhvAyoJINri5FjuHzjpZvU8X+pp1WHJnDzL0Dwf8/O+H8Ff4bfhW9Pfwtv/4cfjyeko42+WjDL61AKQ5mOqDeDnJd0xurMlTP8PInoQq2mrmV0vs6U+vTd1IpW7sEjlXV+Hq+TmkW5oV3xqqlaG7EyzvM/9Te3FrmYsnAZw8oNJMsjtu1kgAy6DSrtNiIbfoY5W6Kvtq74M/rbcFW+OR2R972tOQANazg8WWpMk0xnyKcPyteZ0ykC4XUbwJ4CKBk7Vxz8L6kjFBTKhEdY1J0kWLPiL5r4013gRw9u20oa4WCVxPvNHNKRrjkusY4u+T773JZFpWpmY/4ZkIKv2Jedws+LBjsjd2v1osthTfN8yvsy+rZQngfq5a+2Zb6VFbQC4eJEseSMiP0o+Xu1ii3NFDPFyS2jvKwdN3z46Lfvmv2AayDxG0nYHSO5WT6doCnjHpriaAqx1z8qCR7H/q31nTyihdFNz9u7ePsednnjZgj+12/HEbHv/8HMqHf+YuaDkWX805ky8BvP84pbg5xgpzDNLmko524EncureANhLJVgLYfjgmiWJqD7uaSXHrYR5tHCrHzHyKMWz/btYxu56a5axmLCrjgPhuXz43t8fb2ly+/YChbEeeWDbZkWsKPvUHe5wJ4HY7vc0fSGvOEfJk6STd6qNs29obfZ4EsHVv9sK9lgBujVeVB3Wy4VS+zCAN8nY3e5xPPq+Q13YrnhWJkOyPy0R/PSzSPmkzHEyuWVhrGM23/Ow+Qmnt5RbQCxLAWv+blZNrPliJvVSj5Fv1u++9Z2uYngSwUraOBKf1UKlM+lTjJXOs8c1X7DgpJs7q8aKeAF7mk883tPXly4yVzLmYt3205nPKepg9b5obL8s5pV7G9jiiJYA9855yHib7nrKNWv28kWsp4ibnfM96QUX7FKZZD3zrTmXv4UgAe+cSR13HtueKL+EXl5sAHha4ysAzWVBMnw60EmR7/buW3JRPx5YNZUokKIsOxuJVHKBrb3OqE2TrHsfJef4NE/sN4EonkJ1vYQI4bYVxkKp9mHzRdg+1t9Pyxfv6JHi/BLAa+In7qC+OTdf49vtHdXG03onFwWta4Gs/gVw70jRo3T7+GR5v/wi/38b/1n1xfnoTxlU+2kS1MjA263N9YMqDiEMmgFvfC9M883t314341PbQPprfhdx7VGsN+PYirf2mj36BzQViWQ+sAGnPf8/qj6tO7+5pqme/hb/EVpv1BakswK/1exmZUp/VdiLK0QwQPe2pT4rO2h62u3ZHEBnv0bzO/odj2/kthL/EN7m8CeDaG8D9xEBPnuVtdnkC2Nq2y7UoK8rd058sSgAnOxRkbw564o2iuYtxSSzAqL2Dp35r8aJ5ffaiqedp/fIWk4XJYL2FPPUd87YNdYxr8rMj1bHBWAA04jK9787bvGdc8Bxn1hvAzr57fly0JF7R+sGFT2VXE8Bz45G4KNAn4Ls3sI0325f2MXb527GFJ7Sxz1MZi1d/A9gzZ/Itau4/TinL99rDFp55iWcB2uh3Z7fzePme69Me1FS3gJ4Rkwzn971t4qnHekLY+wbwVJqeOmaPE65Yw2p8rr7WHm+P8gaw8XZne2cHrXy9/bh3jvBy3gCOdVZfuE9dnG8Aj/XM0T6tN4Cz7bvlGpzj+FadT+c2z5WkVSX+TecY1nzK1T5XSABbc5L8VvJ24LrGOW8AxzbqnA+us4bpSQAruyJkD4jYfZxnTrF8rFEq7YHixVs5r6+N+6aPZxy7zFipKE05F/O2j/RA8hiyH3WN5XMTwL4ytscR5xvAzb57SRtdsG5RFl7l8wLieqz1yz0SwPP6eN/anWdOmPVnR1nHdg3eJ/+jC04AtxbNPZOstGyHxiu+n5mVfmvSKv5NDXbiUxDpIn5syNfX4elJBA5GAnhc5K5NVuZ0/Olvtc5Fe3PBMdHvnxJavgW01vrsRJB8wmxYxLK2gH4Sb2WKez5MAlivwzG5394COk10XIfr8BR+xO/uurutvJ3Ijlp/KrG85n5Qvg7XTyHcdt9DHn4TrsLzc7LoqNZpWT6aiR4c9E7yG1/TzevXLyfj9gJI+9si4+pTnvyq9BfN+pstyOuTfLVujIuyZT/mLUN3lWkm6xz97iIX+b3t/Go109YTtX2/1Nhe+f+1d/+gliT3vcBrE6c7AoFWsDAvmEACB4K7wQtXmQLBpA7XYNgXGDypZbAkg+10jKPFgSd0+AYUbKYNX7AXFhRYwQYeEGgCgWdSJ/s4f/qc/lPdVd2nu26dcz+bLMzt01X9+dXp7gUggDIAACAASURBVNPf7uqpE6ycC8HN03e9fc6hT4fv6pvIO2ennjaZHjeds/fBSWTW8SjjeJHzfVo23mZcbMno517jOM6ePg3hzZtu8JEOgEf6M/tO7iUB8JjFggsqne9a3rFmaQB8foq39b0a+x4lz21a29qbDeM00lvriE4NPDjfiuybkj+klvwQbB+X78LnL4ZPEnX2P1lGGfvVwX45ZxxNnUMP9ynxmy0Py6XPy/oXxo7H/eZ8OOe4EF0mtp7jOWCqvlnnI8OLful9XA3vAO6dB+f4xk+4z69/GbkZ41z7wwwQ/eNY/5xl2c2pOd+BjLOYDIf8dwDHfrM17xlMHdPiNwl0fzOlLmqudZzqu+UdK9IX9Zedt8fP62MXFKf8x6ax7B6Tu9sw/XsoObpGxlbuTWGn96GP7MvTT6ScL8gdlj2Eav39dux3efIdwKmn91I4WfvajONtzjEg1pfe53LOZYer6R1rjgtMjaHj0TF+Y2Tk+JT7GyHa//6F0455hm3sOs/Ib5mzTc4+aGQGp872986Vl+6nO5f1Uk8At6bWjVyDSx/nMx99b998OHY+e+p3t045fUjvh1PHkeEUw80Ny4d9R+pYFv3CXfgE8NisX7FxkjG17CrXMNd7B3DevrzlGr3uMAybY8eaqfP282/lDc4XP+qNm5Hz8W6YHdtPOVe62z2Nnrm76ewPYvvRQcA2/P521rHomtfcADivxukwsTd+Mo4jY+8A7p4TZWREOfv5yWsfecfSbaaAzrleEP2BmHjoY8ZviaLXsVMnrNfx90ccAJ+nDOi+r2riixoLYZu7JU5B5UjhxwLg4zpD+72qgx3ssU+7mQg6ocDYv/cDj8iF5EUXt5ofxe3QrLfuRQFwxPxosNM81Ce2Y546cYvtkBJhXaQWhx+7+16Mvk/ztMwpnB+2vU0AHHmpfTNGW+/qTV9c3W1g7/2L/WEcGb/9uwiHB9fhD97onYdNrVtju7no15mmPKs+Ixel+9+pk9PEdke+78Pwb6MA+LRfyQhEpn78tYPKsbHRfipnYJxZw+zj3dSPwbyLtIMapPZlh4jhcKLRv0ln9GQ2fuPH4GL06EXv3iwIh19Kh/dERm7iae//R/c5g31i03h7zMfCg4wxetqOyLI5x6OcYHXG96ltNHq3cm/cp+50H/2xGh0/x1odDkDhl63p2tIB8Pnc4jzDRn/8ZVxQi07HnRFEju0nT++HGwnc+vv42EXPxP5keQDcep1By3t4MT99oa8/XvLW0QQvrX1F53xr4gdm1nv3zj8Tp24uOe9O8vc/ye2LznbT3w9H9svJcbQkAF5wXhbZdw/PucbPhc7TjQ+PAYP19PZj3VrFL0il9t2LzouWnK/Ebq46rmd8PxQ5gI1cZEgdd2P76f62p9Yx9vfDV/H4KpBo//rjqn8cyzu3yDmNSW1Dc4HlPC7Ox5LTb82x86zT753Uu+hzfjNlXLhPjo+c49RQLaeO+cFDa9+ccd5++u3Q+j0x+A5m+I+up3UMnAzvMi+6D8Kw961z/rFzr9Z5bPr359h+OnVuv2yMRY+/lwbAF/z2i+7DJ/3G9omtwCTrXHbwI/r0nvj+fuB8jIqfZzRTmCb341m/ET46vk5gf/dzeLFPBiL7qLkBcOTJodhxeqCb3Ac1x/b2uXh/bA5/t+Tup0/2/fPfwe+C2Pdo4hpc5Pde8rfM7Oss8fO4c0CY+o4v+y3QDXhTAXDqWLZNANwch9uvtRqMiZzfrfufBJHXb3RqlbevHByHYueb7WvJg/3esuPxMPRpxu3UsWZkXxS9Njicmjn1/UufLw5/KxzW2bpml+WTV5vkgxrJ/dSy2jzcuVLGb7HkeVL+Ok772axj+dwAOK/Go+dKp/OBYQ1T4zi69+o9JDI4l8zYz6d/14+dp7w5/1aKXffMuF6a2k8dLqn2bpBKXi+IXixNzvqX/f0oeh0755di/cs87gC4NYg7s7xPTpXZOuFr6pvzfsXWiXl/WHQD6MNfTzuM48K7E//9NL29J8+a5eLvz2sflFsXtFvrPJz8518EGuvbaT2LAuDdWvv9exqef/798NXhEc3hlJlZJ26RWqWmQe3X6enz8Pn3v8p6UvTuyX24b6btnwwNjt6dbYiFNBkX+wfvP9ydHH0a/vTFOWiaDIDHgrHRMdF+L0EvPG0FjOcxHanr/inf1n9ZN0G0zVp9GNRn4qJ0p7Yfhru7J+H+PjLlTmfbe/0ffNdzwrXWONyPi93rCPt31sdOpFo/fI99iu0rzt3tb3t//I+Mjd60jIOT7Nh3s1PDzB8Khz3bxAE//yLtOSQ9bP20y1mo/7nUjQ/D5See/G2aaX0P+l+j6JT72fucZiz2+5Cq+zDEHD81iY/n5PEoa38c2c9Hj50Z+4zOBkT288OD7CHEze7n+bvXH1tZAfDhQLl/l+fp3KJzTMj5sbj0mBBpu+ecdfG9fWxpvxf3tEHD/clFAXDrvKf9PYmNvc55y+DcanhTT2odyfE9+sqQ3tiL3KA3+2791tjN3f9Mb1/mfvXkOLzAci55+6nkiWNt5Bh6fpJgwXlZ/zzn6V24e3c/mC4+fVzotd1fz2D/MFXfyLuMY+eLS8+Llpyv5NQw6xw4/p7BlG9/HMZunJxeR/qcZXwf0ztudLYz7zuw79voFK7j5xGD84/evv/p3V14d9+7Kaxf3+N5e/uJm65nf7+W+s20+22Xce558XEqdjaRrmPeMSjybrfEeXtzYfnu7l24b16AGTvPSPg3/Xv+7NvwemQ9kwHw/nSn+67znPPU7vcjdoNqt+6nawPtcdvZD+zfYzF4sv5QtdS5Vs4Y61+v6PY5p87Tv1Ev++03vAEncQyInhz3v0e7X7Cp34b9FTXnc3fhyf19OF8q2N3g3iw78Vtq8nva/fybwQ3rkWN1ah+1IAA+DPnmpvnD747n4XV6n5rYtma/vF9X9BpL/HdL6niV+n6ePr/ff0zPUBF/nVrq+xUZbMnz2bnnnNN9yPl+Jo8jg+t+w3E8fSyLf1eaY2FWH1M38u6a6B8Hcn8PJgPgkX1p5xrm+caL3fn0/liwf4VL91yrfw4Ve0Bp9m+KkdBn+liTeV0nZnjaZbf2BZHrNMnzxcj57BKf9PXlx3mu1PleN1/B/u+D5Hlq+vdcdz/68/BR8prX3AA47/uXPo5MXJfpXHZuH7Mzzn+b34XtG+GS+/l4DjSa2Yxdf+zXMyMAbl+7GttPRZ8k7h/Hk9nY9LW79sN/53fZb3Ude/yq6K3+RQB8q5W1XcUEhj8wizW9QkM5AeYKzVgFAQIECBAgQIAAgSoFvgmvXoXwWWvGhyq7qVOjAsmn7NhVKPA2/ObV1+GTz4avPKiwswu79Bh/a+feJLaQ9PSxx2h7qZnPEyBAgAABAo9RQAD8GKtum1cVuOoAeOLuvVWRrIwAAQIECBAgQIBAjQLfvAov//Cz47SoNXZQn1ICAuCUUIV/3z058uXH4cVN33hx4yHl8YmmzhOLkakuNxl9OU81bdKwlRIgQIAAAQIErktAAHxd9dLbCgWuMgA+TdWQePdvhd66RIAAAQIECBAgQGAtgW9evQx/+NmLMPZmnLXasZ7tBATA29luteZdzb78+EVrKuStWnrI9d54ABx5dVnqFTtrVGMwvegaK7UO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AABAgQIECBAgAABAgQIECBAgAABAgQI3KiAAPhGC2uzCBAgQIAAAQIECBAgQIAAAQIECBAgQIAAAQIECBB4fAIC4MdXc1tMgAABAgQIECBAgAABAgQIECBAgAABAgQIECBAgMCNCgiAb7SwNosAAQIECBAgQIAAAQIECBAgQIAAAQIECBAgQIAAgccnIAB+fDW3xQQIECBAgMDNC7wNv3n5Rbh/P72hT5//Mnz2k6llvgmvfv06hORyW4BObMOHd+HzFz8PH63Z7DevwmFTPwuTJLPaTNchXYP8Bt/+5mX44ttn69vkd2HlJYfj75tXL8MffvYi/HzV4l/Q7f24eRfuPq+oTxdsztYf7Y7RcvuXfbv3T6a/3519wOG7++2zz8OLnMG2yf5jWI1vXv06vH43tv87eL67+zy8+OTr8PKL+/Ckve9++5v9v3UOC7F96W65Lz8OL6YPDr3OfRNevfxD+Nna++XogDxs55vd30aOBbt6f/nxi+PxbWYt53wJVvn+t+qWM9Zi/Wv145OvM8b6nG20bESg5HhftwDVHUPX3TxrI0CAAAECBAgQ6AkIgA0JAgQIECBAgMDNCyy9wFwuoBmW4BiePnkeftkJIo7/HjYIgVcfB2PbsHpD+xXeXgDcc1olbFnZvsY+rbyJa67uegLgNbd6vXUtDoD34/RN6N9wsl/fm6etYHzZPmu6X+tt/25NybaOQfc5/BYAr1sBa0uOwVqJHK9qrYx+ESBAgAABAgQ2ExAAb0ZrxQQIECBAgACBWgRuKQDeJwAbPK27Ra2WhSlLeyIAXip3wedcUJ+FJwCexTVYeDp4Ouxv/vTpbmaH3T7/q/D945Pp+8+F/s00+zj1/NTw/unTZfuskoFYsq3HGADvt/lP4dPdDBa7fdJX37+hmSAu+85s8enkGNyi0TXW6Xi1hqJ1ECBAgAABAgSuSkAAfFXl0lkCBAgQIECAwBKBsQA4MkXx03ZI0DwB/DyE18cpN3fNd5Y5hwj7KTn3/7WfKGv+rTVt5+6fktM4TwQRsQA4Mr1p/Gm3s9+Hu6lSmyk3o9O/Pg/Pvn19nko72ed+bWaGKRnbcJjKtpnEtevchGvPn30bXp+W+XBieuKxcTH898OTgs32RdaZ6vsxlLh7ch/ud+vJsjw/gf6zP7S3e/fx+NS8TdD1PLw+97fX1t7pT8/C3bv7Q21P47k3RmPj+Pgk5UHiw3B39yTc35+ngI6G8JGL7lN13K+679n/zg28Y9+53nhM1aizeGxsRP5t8F2c/p7PDoD3ff42PHv+LHz7+jx9cfe7HZupoPvda6aAvrt7F+5Hvj/dG0siT432a9+e9rvt0FmuW4N2v7tjYDcMh1Pyd753H96F/fdndAro3b0xzRTpu/5/GT5+sZvSPnc/NDH+B9vU7AP6x5D2vmHuPv9g1d3XtF2Gx6uBWb+f++/NR8fpvNP785yadL8mmVPAj/qdj5/7qbuPx6OmH+393HTfWlMS50zhPdmfyP6nvy/M2P8kLVPrmPz71LlJOE8Rvt+9975XiX3r9HF0ary3R8bxZoxnd+Hd/WG/depHov2cY9jhEDF1TBy2/8P/9WH443+dJ4AfO4YuOcP0GQIECBAgQIAAgXoFBMD11kbPCBAgQIAAAQIrCcTCnEgocLwwGU4XopsL+K2L+v2pRJuLma2Aajit6HE9k8v0N3V6CujDU27Hzwye+GoujoZT+Dl4Yqf/mUgAvMuJ+hdtzzY5pckNXs4X3Nvv7Dxc4D1vwyGgOoeN/W06XRA+Oaeny44+yRRrpz1N7MgYSPf9TeTmgSnHXrCX8fTSKTyaMIiFK6fAdWqMjo39XRB8DAOzAuBEHZu+nMdar46R8Z58Ii3jO9KvxOCp0SY0ahnFAt03E4bLAuBdgDKxDzo+xdp9V3ksAH7fufFgsJ+K3gRyDOV6foN3Ck/OSjD8Hg6+24N9bxOEnoP90/c76+aJbjXPYVHqRoHIPivyvevbDcffBfv8960+Rqaunj/Wz6Hd1P48pyaDvVXGPqm/395Hvp2pt7vH56ZWw5sFWseCyHjJOSLtl0nVM7V/Sf39FE5O9De1jtTfj9/5N/197/7mjt7+uH0MHbiNfTf3B//j6yeGyyTHYHPTxfvezVIZ7eccww7LtNY9tt5++znjNXsgWZAAAQIECBAgQOAaBATA11AlfSRAgAABAgQIXCQQCYCbJ+vaT7ENnhRLB8fxC6GxC9pPWu+Z3F+F7k092t/AyNPJrUUGT0Z9+6w75WXnAnJGEBsLgHvvH05f9J23De0npaPB4cxtGIRSIxf7O71MXWiP/P0UYByfRAy7oHrSPx46pIf00gC4F3KlwrvR94q2x2jYP0V43xsT/dAoHQCnx2J0nLW3IWQ+ddgCTo+vYTX642nXr6/efRjeh+a71n1KNjr+et/zpQFw/8aLrlHuE8CtQGq/ub190EQAnPzuTwTAQ5f4vq+zXPR7l76hY+o71X9icLfs8CnA4fiMTh+ddTPKzH3+SDjVt0/WYmAX/87FxlD7KdydT3xMt5QzArW0X2s8fPxl5F3NGeMlvTM9LZHsz9vE/iW5zRn9Ta0j9fcmAG7PjBALxXtjIblv/clIzVM37Qz8c8bc8UOxPnbey927Qeyj3awI96F9w9VwrI4cZ5KuMwaSRQkQIECAAAECBK5CQAB8FWXSSQIECBAgQIDAJQKJsHV0SsJUsHKYWrMfiu2jld0TKvuA8JPw9dQy0fdS7i9nTq+7/fRLi2Zs2snkE3BTT/8d158MHjIvAqcqGd+GVGB+vHDdD2KTF3z7zjnh/fh7mEen/Zx8QnJMZGEAPBhTkaCy45QYa/tx/HH48tevQ/cp02GwnQ6AU3Uc+3t7G96epjhdMo1ncmrWphydm0R27f9HCJ/upmL+Njzb3TgSjtMz728iSRgea7IsAD62t3tFbfNfZzyl9lM/OQR5/e9Gs59qxsvoPiAe/ndG7dj4jjzBGnsCc7+utvc+hNsNt90Uzu3NbvarPw9tjtQ+pfv3qWlsp29Q6E7PfH4CsbtvzBsL/T6Phq1zw7eRAPjbZ91p4zt9HttPRm+U6o/D86wMqTrE/Y7f+Q8/DO/fvx+G8kv7lurMYLrtpp7nqbvj+5fE37P6e2Eb0RvIIvuBzljI2bd+FN9XzB2Dx/OX7pjLaz8a0LfXt79JIDLmIjeM9cf86L4nY6xYhAABAgQIECBA4DoFBMDXWTe9JkCAAAECBAjMEJh4kvf0OtnzuxLPgW4qWGnerTh8H+sgAD6/eq7b78H7hJs/TwURve3pBdj7qTNjT8k0U9g2TbSnUn3oADi5DbFa9GKdWMiVDIB7Tzz1lo89NXhu9fikbbLv44Hx9CAuGwAPLpa3b2T4ixD+I/LUVSe0+ygnhE/V8RyMxGzOgczwCfnYO2RP68ip0aDBVuj8yddhl//+xfGGjv0U7Lsnkb/6/vHJ++kn9pvpVK85AI6NjxNZNAAeCXz6+6GO+yGE++Tr3fTv/SdoR8bXjCPBsMSHpwnf96e7bT/p3unvMSTsPSUaDYBn7vPHQvrU1Pdj23R+QrJ7A0iz/DAAPr/FvrvOifeoZ+xfD/1v1h3za4Wh+xC496R6xnhpXmWfNRSS/dmtJbV/mfh7dn8vaOOCAHi0ysdXX6Rv4mnf4DZ2I0ZszOXt2/MC4OHNIc2rAw7jPj7mBcBZ3xALESBAgAABAgRuSkAAfFPltDEECBAgQIAAgZhAJIiIXriOPw06/m7NxBPA+yfrxpeZrlV+AJwzreOgreYidRN8PHAAnN6G1JOjOeHjmPh53Z/+6Yvjk9uHC9vJKVDHpk/uP4X3oE8AR55qnvME8H4ch/1Ttw/3BPDUt6UJUsaDqvT4iq//FEb85Jvw629+sn8nZvNvz8Pr8Pr0tHV6aut9rNS5SaEdhg/DkfONHMMngLvjMnWjytgTwL0+r/oE8MR0zdmh4VZPAHdrPf30bt5UsrlPAE+O4v07z4eh9yG0OlskZ2JY8wng1AlFspY5fu390/Fp87CbdeAYLibbSHWy/fec/vTXl9q/9P6emkI62t2ZbXwUOx4ufQK426GtA+D+NON9jngA3NreySeAm32lAHjOt8KyBAgQIECAAIFbFhAA33J1bRsBAgQIECBAYC8wvFg69U7Q89Ng6WAlfjG+2158mZELlKeKpQPgQxgXX0/z5OrUU5EdgwcNgHO2IR2w5Vy4HvtCHGr0NDwNb8K79lSpI+HDua3DFN/9pyMH/iUD4Oj7E88hYswpPY5nvAO4F2IdLJqn+lJ1HPt73pPDg4B6X/Cc8TUyMo51e/r0TQg/2X3fmhA3hA/fv++8hzLne77sCeA9XnjResyxG5KMh0Fvjjd45LyfuBs0ds2SoWNvfE/eODHyXu1O+2u+A3isvWPJu5Y5NwEdn4BsTcPf98kZC4MRN7KvyVt3a21LAuCcmsS+IslwNv69PUwF3Z1y+RQMHm9OOh27lvYt+pXO6U90Q+M3wJwWba135B21/SB/2MqcfdySADhv35pzHE3uD6L73Lz2D2Mj9h779tT7ee8ANgW0nwAECBAgQIAAAQICYGOAAAECBAgQIHDzAmNPAL8J54C0NR3jaWrkdADcTDt4Do2bcKB9AfP4dF9ruuf0k6XjQVk0EGhfMG1Nd3uYMjcW3vVMHjQAjpgNtuGj3UKdd//1DXMuXI8O9dO0ncOnSAcXpHuBxNjfdzPAnqYsLhoAh9BMORx7l3TezQ+RmowEM+9Dyyx7mfM7HAffhaNvO/QcTlfbfQdk6vuUVaOJwOhNextPY7MXUhxvNGlC13303Huqc2kAPDRub//wadvD9p7HwWkq89a07wOTqX1A9In2Vh/an+2PgYhr96aA3QLDfXS/f7FtyD10dQPHfljafsK6v9+NPMncmuK3OX4MA7EL9vnvW+MqYpkM35YEwKex2p5+OT3rQnpK3Ry/3NrP7Ft0cGT0Zze1e+8ds53vcST0jn7PTze9RMZ3ah2pvy+aArp5z3b3hpL+eMo5jibH4MhNN8350ui+vf1e5olp2Qff58ExwxPAuftGyxEgQIAAAQIEbl1AAHzrFbZ9BAgQIECAAIHoxdImnDm/qHEX1u2nAD6FqRkB8F63N31r+926J/3+FK/98KhfplYg3f/TYP39ZXeB3KfhT1+8DucwKrK+9vuHFwTA8aka252d2IZmsf5F3lM5YtvQr1k3rM25cD3+ZZiYsrZ9Ufq4gu6T1Rn+kQA42t9OB/vjr9XOyLujmwvzd0/uw33zssfesuPtZozjVvgVdqHo3ZNwfx8LY08v1w7PP/9++OqL7jTGpzBvv72RqZt77+wN/THf6cfIOjqWGTWKDo7YuBiGe+ePTn/PlwbAT+7uwrv7+3BQjU113W33tC87TlHdtPv82bfh9f2xNlHTZqrhSIDSM+98B07j+2fhDy+/CE0Tw13X+Unm7hho3SzR+tApyN5v9l3Yj+t3remB5xzdBmPmsM7TVMPNugY3g0Rquh/TrSCtNV7PLnP3+YcOdLY5Uut0+NZax3774rMUxNaTU5PuLqr9ft9eMXo3Up3fPfv0uE9o/N7un67tTA3ceA5umuoer9tPxecPhYx6pvYvqb+fAvWJ/qbWMfn3JU8AH4US+9as42h0vA+P/dH3hifazzmG7Vrqj9XYMXnY/vAYmj6PyR9ZliRAgAABAgQIEKhPQABcX030iAABAgQIECBAgEBhgYyn3Vbv0dvwm1dfh08+O77rcoX154RDKzRjFaUEEtMXl+qGDzH8yAAAIABJREFUdggQIFBCwDGshLI2CBAgQIAAAQKPR0AA/HhqbUsJECBAgAABAgQIxAUWTdF8IeYu3Pvy4/Bi92LZlf5z8XwlyFpWIwCupRL6QYBAAQHHsALImiBAgAABAgQIPCIBAfAjKrZNJUCAAAECBAgQINAROE1HGZtWd1ur3RSWX378IqyY/x6mj106Re62m2vtSwQEwEvUfIYAgSsVcAy70sLpNg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EABXWhjdIkCAAAECBAgQIECAAAECBAgQIECAAAECBAgQIECAwFwBAfBcMcsTIECAAAECBAgQIECAAAECBAgQIECAAAECBAgQIECgUgEBcKWF0S0CBAgQIECAAAECBAgQIECAAAECBAgQIECAAAECBAjMFRAAzxWzPAECBAgQIECAAAECBAgQIECAAAECBAgQIECAAAECBCoV+OB3v/vdd5X2TbcIECBAgAABAgQIECBAgAABAgQIECBAgAABAgQIECBAYIbAPgD+8z//8xkfsSgBAgQIECBAgAABAgQIECBAgAABAgQIECBAgAABAgQI1CggAK6xKvpEgAABAgQIECBAgAABAgQIECBAgAABAgQIECBAgACBBQIC4AVoPkKAAAECBAgQIECAAAECBAgQIECAAAECBAgQIECAAIEaBQTANVZFnwgQIECAAAECBAgQIECAAAECBAgQIECAAAECBAgQILBAQAC8AM1HCBAgQIAAAQIECBAgQIAAAQIECBAgQIAAAQIECBAgUKOAALjGqugTAQIECBAgQIAAAQIECBAgQIAAAQIECBAgQIAAAQIEFggIgBeg+QgBAgQIECBAgAABAgQIECBAgAABAgQIECBAgAABAgRqFBAA11gVfSJAgAABAgQIECBAgAABAgQIECBAgAABAgQIECBAgMACAQHwAjQfIUCAAAECBAgQIECAAAECBAgQIECAAAECBAgQIECAQI0CAuAaq6JPBAgQIECAAAECBAgQIECAAAECBAgQIECAAAECBAgQWCAgAF6A5iMECBAgQIAAAQIECBAgQIAAAQIECBAgQIAAAQIECBCoUUAAXGNV9IkAAQIECBAgQIAAAQIECBAgQIAAAQIECBAgQIAAAQILBATAC9B8hAABAgQIECBAgAABAgQIECBAgAABAgQIECBAgAABAjUKCIBrrIo+ESBAgAABAgQIECBAgAABAgQIECBAgAABAgQIECBAYIGAAHgBmo8QIECAAAECBAgQIECAAAECBAgQIECAAAECBAgQIECgRgEBcI1V0ScCBAgQIECAAAECBAgQIECAAAECBAgQIECAAAECBAgsEBAAL0DzEQIECBAgQIAAAQIECBAgQIAAAQIECBAgQIAAAQIECNQoIACusSr6RIAAAQIECBAgQIAAAQIECBAgQIAAAQIECBAgQIAAgQUCAuAFaD5CgAABAgQIECBAgAABAgQIECBAgAABAgQIECBAgACBGgUEwDVWRZ8IECBAgAABAgQIECBAgAABAgQIECBAgAABAgQIECCwQEAAvADNRwgQIECAAAECBAgQIECAAAECBAgQIECAAAECBAgQIFCjgAC4xqroEwECBAgQIECAAAECBAgQIECAAAECBAgQIECAAAECBBYICIAXoPkIAQIECBAgQIAAAQIECBAgQIAAAQIECBAgQIAAAQIEahQQANdYFX0iQIAAAQIECBAgQIAAAQIECBAgQIAAAQIECBAgQIDAAgEB8AI0HyFAgAABAgQIECBAgAABAgQIECBAgAABAgQIECBAgECNAgLgGquiTwQIECBAgAABAgQIECBAgAABAgQIECBAgAABAgQIEFggIABegOYjBAgQIECAAAECBAgQIECAAAECBAgQIECAAAECBAgQqFFAAFxjVfSJAAECBAgQIECAAAECBAgQIECAAAECBAgQIECAAAECCwQEwAvQfIQAAQIECBAgQIAAAQIECBAgQIAAAQIECBAgQIAAAQI1CgiAa6yKPhEgQIAAAQIECBAgQIAAAQIECBAgQIAAAQIECBAgQGCBgAB4AZqPECBAgAABAgQIECBAgAABAgQIECBAgAABAgQIECBAoEYBAXCNVdEnAgQIECBAgAABAgQIECBAgAABAgQIECBAgAABAgQILBAQAC9A8xECBAgQIECAAAECBAgQIECAAAECBAgQIECAAAECBAjUKCAArrEq+kSAAAECBAgQIECAAAECBAgQIECAAAECBAgQIECAAIEFAgLgBWg+QoAAAQIECBAgQIAAAQIECBAgQIAAAQIECBAgQIAAgRoFBMA1VkWfCBAgQIAAAQIECBAgQIAAAQIECBAgQIAAAQIECBAgsEBAALwAzUcIECBAgAABAgQIECBAgAABAgQIECBAgAABAgQIECBQo4AAuMaq6BMBAgQIECBAgAABAgQIECBAgAABAgQIECBAgAABAgQWCAiAF6D5CAECBAgQIECAAAECBAgQIECAAAECBAgQIECAAAECBGoUEADXWBV9IkCAAAECBAgQIECAAAECBAgQIECAAAECBAgQIECAwAIBAfACNB8hQIAAAQIECBAgQIAAAQIECBAgQIAAAQIECBAgQIBAjQIC4Bqrok8ECBAgQIAAAQIECBAgQIAAAQIECBAgQIAAAQIECBBYICAAXoDmIwQIECBAgAABAgQIECBAgAABAgQIECBAgAABAgQIEKhRQABcY1X0iQABAgQIECBAgAABAgQIECBAgAABAgQIECBAgAABAgsEBMAL0HyEAAECBAgQIECAAAECBAgQIECAAAECBAgQIECAAAECNQoIgGusij4RIECAAAECBAgQIECAAAECBAgQIECAAAECBAgQIEBggYAAeAGajxAgQIAAAQIECBAgQIAAAQIECBAgQIAAAQIECBAgQKBGAQFwjVXRJwIECBAgQIAAAQIECBAgQIAAAQIECBAgQIAAAQIECCwQEAAvQPMRAgQIECBAgAABAgQIECBAgAABAgQIECBAgAABAgQI1CggAK6xKvpEgAABAgQIECBAgAABAgQIECBAgAABAgQIECBAgACBBQIC4AVoPkKAAAECBAgQIEDg0Qj88z+H8K//GsIf//hoNrmaDf3hD0P4678O4Re/KNslNS/r/ZCtGWMPqX952w9Vv8t7bg0ECBAgQIAAAQIECGwsIADeGNjqCRAgQIAAAQIECFytwD/9Uwi//nUI//M/V7sJV9/xP/uzEP7+70P4u78rsylqXsa5plaMsZqqMb8vpes3v4c+QYAAAQIECBAgQIDAAwgIgB8AXZMECBAgQIAAAQIErkJg93TZ27dX0dWb7uQPflCuDmp+00NpdOOMseuue8n6XbeU3hMgQIAAAQIECBB4NAIC4EdTahtKgAABAgQIECBAYKbABx/M/IDFNxP47rvNVt1ZsZqXca6xFWOsxqrk96lU/fJ7ZEkCBAgQIECAAAECBB5QQAD8gPiaJkCAAAECBAgQIFC1gDCwnvKUCnfUvJ6al+6JMVZafN32StVv3V5bGwECBAgQIECAAAECGwkIgDeCtVoCBAgQIECAAAECVy8gDKynhKXCHTWvp+ale2KMlRZft71S9Vu319ZGgAABAgQIECBAgMBGAgLgjWCtlgABAgQIECBAgMDVCwgD6ylhqXBHzeupeemeGGOlxddtr1T91u21tREgQIAAAQIECBAgsJGAAHgjWKslQIAAAQIECBAgcPUCwsB6Slgq3FHzempeuifGWGnxddsrVb91e21tBAgQIECAAAECBAhsJCAA3gjWagkQIECAAAECBAhcvYAwsJ4Slgp31LyempfuiTFWWnzd9krVb91eWxsBAgQIECBAgAABAhsJCIA3grVaAgQIECBAgAABAlcvIAysp4Slwh01r6fmpXtijJUWX7e9UvVbt9fWRoAAAQIECBAgQIDARgIC4I1grZYAAQIECBAgQIDA1QsIA+spYalwR83rqXnpnhhjpcXXba9U/dbttbURIECAAAECBAgQILCRgAB4I1irJUCAAAECBAgQIHD1AsLAekpYKtxR83pqXronxlhp8XXbK1W/dXttbQQIECBAgAABAgQIbCQgAN4I1moJECBAgAABAgQIXL2AMLCeEpYKd9S8npqX7okxVlp83fZK1W/dXlsbAQIECBAgQIAAAQIbCQiAN4K1WgIECBAgQIAAAQJXLyAMrKeEpcIdNa+n5qV7YoyVFl+3vVL1W7fX1kaAAAECBAgQIECAwEYCAuCNYK2WAAECBAgQIECAwNULCAPrKWGpcEfN66l56Z4YY6XF122vVP3W7bW1ESBAgAABAgQIECCwkYAAeCNYqyVAgAABAgQIECBw9QLCwHpKWCrcUfN6al66J8ZYafF12ytVv3V7bW0ECBAgQIAAAQIECGwkIADeCNZqCRAgQIAAAQIECFy9gDCwnhKWCnfUvJ6al+6JMVZafN32StVv3V5bGwECBAgQIECAAAECGwkIgDeCtVoCBAgQIECAAAECVy8gDKynhKXCHTWvp+ale2KMlRZft71S9Vu319ZGgAABAgQIECBAgMBGAgLgjWCtlgABAgQIECBAgMDVC6wZBv72v0P49EmP5PchfPDjIVOz7KsPQvjLEcW/+W0ILz8N4fevQvjxyELNeqaWCX8Twn+/DKHftX6zsb78+3+G8NmPMso8sp0ZnzwtUircubTmuSYDz1YdBn/79xC++yyE8C6EF98L4V8ScFN1j43Dd1+F8L2fxlcaHbf9YRwbg832tGr/n9+FkDNcdqtvxmyuZzDGOlWJ1jTzu75b0VcvQvhpbKBljsVk3VaoV3/EltpHzNlvWZYAAQIECBAgQIAAgQcTEAA/GL2GCRAgQIAAAQIECFQucGkYuN+8JjCZ2NZ+2LJKANwOe6aCwwtCoWTI02zzCmFPqXDn0prnmvRD3ibQ35HFwrsmPB0N5hrrkSC5vf6xoRhbd04AHO2zAHj0G19qjA1C8Qu+683GtMf31I0lS78HlxwSSu0jLumjzxIgQIAAAQIECBAgUExAAFyMWkMECBAgQIAAAQIErkzg0qBmt7lNcBcL9U4hSS+gXSMAPj0h/PsQfvSjiSf6IkFdv0ynfvaC3Obfk6HkCnUvFe5cWvOlJvua7558DYenZPtP+jb1nHpad8ccWy43XN59vh9MJ8di6waHzmczxlVzc8TUNi31XDLkbmaMtYLeznczpyYJuP3+7Pch/P5Hh//HZjDYrSJVt9ONBZlPtefUs1T9cvpiGQIECBAgQIAAAQIEHlxAAPzgJdABAgQIECBAgAABApUKXBoGnqZXnghKmiCkHdQkQ7dW0Df2FN4+qNmFK78K4Vcvd3O6jkzzmxkKxfqUCnnWLGupcOfSmi8yOYaouyD0V+EwtfcgVG/qlAjMBuNpLAzsFWcs5F88FnPGVWu7x6agXuS5cODd1BiL2ebUZMKuPe38//vfh+nfx6apz6lb1hT1M2pZqn4zumRRAgQIECBAgAABAgQeTkAA/HD2WiZAgAABAgQIECBQt8ClYWBOABwTWBy6NSvrhT+T68sMhZonmduBT07Is1aFS4U7l9Z8iUnnM+H4TubITQPNcqNT7zZP47Y+m/Ou6KZGS29GiPYrZ1wJgBd9PXLGWPSJ8ZyaTPSosx9J1C6nj0v3j2NdLLWPWFQ0HyJAgAABAgQIECBAoLSAALi0uPYIECBAgAABAgQIXIvApWHgbjunpoAec7g0AO6HL5MhYEYoZAro/BGbFXz1Vnd6Wvt7IfxLCGG0/pGAt72qWBCbM5aadcTGSfLzpoDOHxzHJS/dryTH2BZTQI+903nkifRkH48WyfE1Q1cAPAPLogQIECBAgAABAgRuX0AAfPs1toUECBAgQIAAAQIElglcGtTsW22FMe1ejE2dulvm9H7MjG7HngbtB4qnPsTCmpH+xZruT0t8CoYT/VzjHcGlwp1La5406T/ZG3mScup9v1OB2aDuzQ0Iue9ZjfQldywO3uObcWPBnHcAp74KxlhEqD/Wcr/rkafPYzcHTD2RnhsAN8tN7Q9TtW/+XmofkdsfyxEgQIAAAQIECBAg8KACAuAH5dc4AQIECBAgQIAAgYoFLg0D25vWBCiDzY2ELbmh225d/QB4LDyMTe+770tOKJR4yi9VQuFcS6hX72hdJt73O/Y099i/x0Lh0XotDICj9RUAjzJful9J3mQQ2S9kf9f3O5UQPvhxt/uxKeCbAD+2/NwA+Jr2Ean9nb8TIECAAAECBAgQIFCFgAC4ijLoBAECBAgQIECAAIEKBS4NaqY2qRPi9ALWnGlRxwK/saD3FECPPRXY+/fT8hNPj+aGPGuUttTTfZfWfJbJRNDb1HH0Ce+RILn/JOVaAXBnvWNTDLcLvXIAvEZAmBqH1z7GmpB29B3ROTWJIU1MPd60OTY7QKpuOfu6VN2av5eqX25/LEeAAAECBAgQIECAwIMKCIAflF/jBAgQIECAAAECBCoWuDQMzNm0pe9tjQbAOU/zhhCiYd7EtK/hwvd85jiklikV7lxa8zkB8OhT4W2MSF0G0+Ye6x6+CuF7P+1KzgnYZr0DOBUC54SNkSeO++NgjmdqDKX+fgtjbDIEzqlJBCnnieP+FOC5dZszPmupX6of/k6AAAECBAgQIECAQBUCAuAqyqATBAgQIECAAAECBCoUuDQMzAo3JqbdnXov5tQ7OVOUnbAmEQo12zB4x2sIITfkSfUn5++3EM71t7MJ61LbP3iK8lizt69C+PFfhtCMhdjTllPvE+63G3t6fGoMTz4lnhM2CoBTpY/+ffJ71zyt27/RY7emnJr0W8y8qWT3sfb+KmvfsKQ/E2Kl9hGLiuZDBAgQIECAAAECBAiUFhAAlxbXHgECBAgQIECAAIFrEbg0AG5CkFh42hjMeuqyBRf7XPQ9nW3s2JTDqRCmFQD1A+mskGelYpcKd9aqeWrq26n3p/bHRmz87IPZEMKL74Xwf74L4UeRJ4X360k9qXts7PSUZ+bU0k0fR6eqTo2r3QoEwIu+Hanv3eh+J6cmvR7l3EAQm8Ug1cddM1PTnC+BKbWPWNI3nyFAgAABAgQIECBAoLiAALg4uQYJECBAgAABAgQIXInApWFgO3wLU1Ms956ey3lyeBAAT7yns809eMozIxQaCwdzQp61Sl0q3Lm05rkmsdBsYDXxjuDTU79fhfDppyGMvvd1lwH/NoSXu7Q4hBALk9tPIvdD/uRYHHviNGNcCYCXfTuSY2ws9M+pSa9LY+8U7ywW2fek+tisd2x6+SUypfYRS/rmMwQIECBAgAABAgQIFBcQABcn1yABAgQIECBAgACBKxG4NAzcb2YrIBvb7H54lwzdWqFe89msoKbdnyaQzgyFmpCw/WRrzrtBm22ems46ZziUCncurXkq+Npv60Sw27eYCopPwe3IO5rb68p533DsqeWcsRh94jRnXM14AjhnjBhjZ6VTvds3nsyYznl/o8B/hfDdZyHEbl7p16O//8ndN1xas3Y/Su0jcsaiZQgQIECAAAECBAgQeHABAfCDl0AHCBAgQIAAAQIECFQqcGkY2N6s0xNv7X8cCe5yQrfOE8DfhPDfL0N4khEE7prvTBWdE9S1nyJttZEb8uzavDToKRXuXFrznAA4Z1rd0zCZeLI7Z4rxsaCu/e9TTw/njMXoNNM540oAvGjPlzPG2t/zU31nBsD/96MQPvvR9NPlzQb0x3Rq3zA1Lf4ilBBCqX3E0v75HAECBAgQIECAAAECRQUEwEW5NUaAAAECBAjyTGn4AAATiElEQVQQIEDgigQuDQOvaFOr72qpcEfNqx8Km3XQGNuMtsiKS9WvyMZohAABAgQIECBAgACBSwUEwJcK+jwBAgQIECBAgACBWxUQBtZT2VLhjprXU/PSPTHGSouv216p+q3ba2sjQIAAAQIECBAgQGAjAQHwRrBWS4AAAQIECBAgQODqBYSB9ZSwVLij5vXUvHRPjLHS4uu2V6p+6/ba2ggQIECAAAECBAgQ2EhAALwRrNUSIECAAAECBAgQuHoBYWA9JSwV7qh5PTUv3RNjrLT4uu2Vqt+6vbY2AgQIECBAgAABAgQ2EhAAbwRrtQQIECBAgAABAgSuXkAYWE8JS4U7al5PzUv3xBgrLb5ue6Xqt26vrY0AAQIECBAgQIAAgY0EBMAbwVotAQIECBAgQIAAgasXEAbWU8JS4Y6a11Pz0j0xxkqLr9teqfqt22trI0CAAAECBAgQIEBgIwEB8EawVkuAAAECBAgQIEDg6gWEgfWUsFS4o+b11Lx0T4yx0uLrtleqfuv22toIECBAgAABAgQIENhIQAC8EazVEiBAgAABAgQIELh6AWFgPSUsFe6oeT01L90TY6y0+Lrtlarfur22NgIECBAgQIAAAQIENhIQAG8Ea7UECBAgQIAAAQIErl5AGFhPCUuFO2peT81L98QYKy2+bnul6rdur62NAAECBAgQIECAAIGNBATAG8FaLQECBAgQIECAAIGrFxAG1lPCUuGOmtdT89I9McZKi6/bXqn6rdtrayNAgAABAgQIECBAYCMBAfBGsFZLgAABAgQIECBA4OoFhIH1lLBUuKPm9dS8dE+MsdLi67ZXqn7r9traCBAgQIAAAQIECBDYSEAAvBGs1RIgQIAAAQIECBC4egFhYD0lLBXuqHk9NS/dE2OstPi67ZWq37q9tjYCBAgQIECAAAECBDYSEABvBGu1BAgQIECAAAECBK5eQBhYTwlLhTtqXk/NS/fEGCstvm57peq3bq+tjQABAgQIECBAgACBjQQEwBvBWi0BAgQIECBAgACBqxcQBtZTwlLhjprXU/PSPTHGSouv216p+q3ba2sjQIAAAQIECBAgQGAjAQHwRrBWS4AAAQIECBAgQODqBYSB9ZSwVLij5vXUvHRPjLHS4uu2V6p+6/ba2ggQIECAAAECBAgQ2EhAALwRrNUSIECAAAECBAgQuHoBYWA9JSwV7qh5PTUv3RNjrLT4uu2Vqt+6vbY2AgQIECBAgAABAgQ2EhAAbwRrtQQIECBAgAABAgSuXkAYWE8JS4U7al5PzUv3xBgrLb5ue6Xqt26vrY0AAQIECBAgQIAAgY0EBMAbwVotAQIECBAgQIAAgasX+OEPQ3j79uo34+o34Ac/KFcHNb/64bJoA4yxRWzVfKhk/arZaB0hQIAAAQIECBAgQGBKQABsfBAgQIAAAQIECBAgEBf4h38I4Ze/pPPQAr/4RQj/+I9lerGr+a9+FYKnCct419DK7qnvv/3bsmPMfmXdypfcR6zbc2sjQIAAAQIECBAgQGAjAQHwRrBWS4AAAQIECBAgQOAmBHZBzb/9Wwh//ONNbM5VbcTuady/+qsQdqFsyf/UvKT2w7ZljD2s/6WtP1T9Lu23zxM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gAB4c2INECBAgAABAgQIECBAgAABAgQIECBAgAABAgQIECBAoIyAALiMs1YIECBAgAABAgQIECBAgAABAgQIECBAgAABAgQIECCwuYAAeHNiDRAgQIAAAQIECBAgQIAAAQIECBAgQIAAAQIECBAgQKCMgAC4jLNWCBAgQIAAAQIECBAgQIAAAQIECBAgQIAAAQIECBAgsLmAAHhzYg0QIECAAAECBAgQIECAAAECBAgQIECAAAECBAgQIECgjIAAuIyzVggQIECAAAECBAgQIECAAAECBAgQIECAAAECBAgQILC5wD4A3rwVDRAgQIAAAQIECBAgQIAAAQIECBAgQIAAAQIECBAgQIDA5gIffPfddwLgzZk1QI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ATARZg1Qo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ATARZg1Qo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ATARZg1Qo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ATARZg1Qo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ATARZg1Qo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ATARZg1Qo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ATARZg1QoAAAQIECBAgQIAAAQIECBAgQIAAAQIECBAgQIAAge0FBMDbG2uBAAECBAgQIECAAAECBAgQIECAAAECBAgQIECAAAECRQQEwEWYNUKAAAECBAgQIECAAAECBAgQIECAAAECBAgQIECAAIHtBQTA2xtrgQABAgQIECBAgAABAgQIECBAgAABAgQIECBAgAABAkUEBMBFmDVCgAABAgQIECBAgAABAgQIECBAgAABAgQIECBAgACB7QUEwNsba4EAAQIECBAgQIAAAQIECBAgQIAAAQIECBAgQIAAAQJFBP4/qmImjaYyRBo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4344886" y="6289195"/>
            <a:ext cx="489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122B50"/>
                </a:solidFill>
              </a:rPr>
              <a:t>Frontend. </a:t>
            </a:r>
            <a:r>
              <a:rPr lang="ru-RU" b="1" dirty="0" smtClean="0">
                <a:solidFill>
                  <a:srgbClr val="122B50"/>
                </a:solidFill>
              </a:rPr>
              <a:t>Занятие </a:t>
            </a:r>
            <a:r>
              <a:rPr lang="ru-RU" b="1" dirty="0" smtClean="0">
                <a:solidFill>
                  <a:srgbClr val="122B50"/>
                </a:solidFill>
              </a:rPr>
              <a:t>17. </a:t>
            </a:r>
            <a:r>
              <a:rPr lang="ru-RU" b="1" dirty="0" smtClean="0">
                <a:solidFill>
                  <a:srgbClr val="1A3358"/>
                </a:solidFill>
                <a:cs typeface="Arial" pitchFamily="34" charset="0"/>
              </a:rPr>
              <a:t>Размещение в интернете</a:t>
            </a:r>
            <a:endParaRPr lang="ru-RU" b="1" dirty="0">
              <a:solidFill>
                <a:srgbClr val="122B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60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3025</TotalTime>
  <Words>903</Words>
  <Application>Microsoft Office PowerPoint</Application>
  <PresentationFormat>Экран (4:3)</PresentationFormat>
  <Paragraphs>127</Paragraphs>
  <Slides>14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Тема Office</vt:lpstr>
      <vt:lpstr>2_Тема Office</vt:lpstr>
      <vt:lpstr>1_Тема Office</vt:lpstr>
      <vt:lpstr>3_Тема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Гоголь жив</dc:creator>
  <cp:lastModifiedBy>kids1</cp:lastModifiedBy>
  <cp:revision>397</cp:revision>
  <dcterms:created xsi:type="dcterms:W3CDTF">2019-02-12T07:48:57Z</dcterms:created>
  <dcterms:modified xsi:type="dcterms:W3CDTF">2020-08-24T14:02:40Z</dcterms:modified>
</cp:coreProperties>
</file>